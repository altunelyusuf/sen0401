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48"/>
  </p:notesMasterIdLst>
  <p:sldIdLst>
    <p:sldId id="256" r:id="rId2"/>
    <p:sldId id="257" r:id="rId3"/>
    <p:sldId id="365" r:id="rId4"/>
    <p:sldId id="370" r:id="rId5"/>
    <p:sldId id="371" r:id="rId6"/>
    <p:sldId id="372" r:id="rId7"/>
    <p:sldId id="369" r:id="rId8"/>
    <p:sldId id="368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3" r:id="rId19"/>
    <p:sldId id="384" r:id="rId20"/>
    <p:sldId id="382" r:id="rId21"/>
    <p:sldId id="385" r:id="rId22"/>
    <p:sldId id="386" r:id="rId23"/>
    <p:sldId id="387" r:id="rId24"/>
    <p:sldId id="406" r:id="rId25"/>
    <p:sldId id="388" r:id="rId26"/>
    <p:sldId id="366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96" r:id="rId35"/>
    <p:sldId id="402" r:id="rId36"/>
    <p:sldId id="397" r:id="rId37"/>
    <p:sldId id="398" r:id="rId38"/>
    <p:sldId id="407" r:id="rId39"/>
    <p:sldId id="399" r:id="rId40"/>
    <p:sldId id="400" r:id="rId41"/>
    <p:sldId id="403" r:id="rId42"/>
    <p:sldId id="401" r:id="rId43"/>
    <p:sldId id="404" r:id="rId44"/>
    <p:sldId id="367" r:id="rId45"/>
    <p:sldId id="405" r:id="rId46"/>
    <p:sldId id="26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7" d="100"/>
          <a:sy n="77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6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0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18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50.svg"/></Relationships>
</file>

<file path=ppt/diagrams/_rels/data32.xml.rels><?xml version="1.0" encoding="UTF-8" standalone="yes"?>
<Relationships xmlns="http://schemas.openxmlformats.org/package/2006/relationships"><Relationship Id="rId1" Type="http://schemas.openxmlformats.org/officeDocument/2006/relationships/hyperlink" Target="https://trezor.io/" TargetMode="External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4" Type="http://schemas.openxmlformats.org/officeDocument/2006/relationships/image" Target="../media/image2.svg"/></Relationships>
</file>

<file path=ppt/diagrams/_rels/data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6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0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18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50.svg"/></Relationships>
</file>

<file path=ppt/diagrams/_rels/drawing32.xml.rels><?xml version="1.0" encoding="UTF-8" standalone="yes"?>
<Relationships xmlns="http://schemas.openxmlformats.org/package/2006/relationships"><Relationship Id="rId1" Type="http://schemas.openxmlformats.org/officeDocument/2006/relationships/hyperlink" Target="https://trezor.io/" TargetMode="External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4" Type="http://schemas.openxmlformats.org/officeDocument/2006/relationships/image" Target="../media/image2.svg"/></Relationships>
</file>

<file path=ppt/diagrams/_rels/drawing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05/8/layout/list1" loCatId="list" qsTypeId="urn:microsoft.com/office/officeart/2005/8/quickstyle/simple5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8E7782D7-80F6-4BA3-9B8A-2EC91E772ACE}">
      <dgm:prSet custT="1"/>
      <dgm:spPr/>
      <dgm:t>
        <a:bodyPr/>
        <a:lstStyle/>
        <a:p>
          <a:r>
            <a:rPr lang="tr-TR" sz="1800" dirty="0"/>
            <a:t>Security Principles</a:t>
          </a:r>
          <a:endParaRPr lang="en-US" sz="1800" dirty="0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 sz="2000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 sz="2000"/>
        </a:p>
      </dgm:t>
    </dgm:pt>
    <dgm:pt modelId="{28DBD935-F53C-4110-885D-37434CD0D73C}">
      <dgm:prSet custT="1"/>
      <dgm:spPr/>
      <dgm:t>
        <a:bodyPr/>
        <a:lstStyle/>
        <a:p>
          <a:r>
            <a:rPr lang="tr-TR" sz="1800" dirty="0"/>
            <a:t>Developing Bitcoin Systems Securely</a:t>
          </a:r>
          <a:endParaRPr lang="en-US" sz="1800" dirty="0"/>
        </a:p>
      </dgm:t>
    </dgm:pt>
    <dgm:pt modelId="{9FF6A7CD-EE3D-42EA-B56D-00405F54E177}" type="parTrans" cxnId="{453864CF-D0C3-4A6B-BFBA-65FE8B05A00B}">
      <dgm:prSet/>
      <dgm:spPr/>
      <dgm:t>
        <a:bodyPr/>
        <a:lstStyle/>
        <a:p>
          <a:endParaRPr lang="tr-TR"/>
        </a:p>
      </dgm:t>
    </dgm:pt>
    <dgm:pt modelId="{62AC95E2-5E38-40B8-86E0-826479AF14AE}" type="sibTrans" cxnId="{453864CF-D0C3-4A6B-BFBA-65FE8B05A00B}">
      <dgm:prSet/>
      <dgm:spPr/>
      <dgm:t>
        <a:bodyPr/>
        <a:lstStyle/>
        <a:p>
          <a:endParaRPr lang="tr-TR"/>
        </a:p>
      </dgm:t>
    </dgm:pt>
    <dgm:pt modelId="{BFF04BD1-E661-40F0-ABC6-26E27DEA6629}">
      <dgm:prSet custT="1"/>
      <dgm:spPr/>
      <dgm:t>
        <a:bodyPr/>
        <a:lstStyle/>
        <a:p>
          <a:r>
            <a:rPr lang="tr-TR" sz="1800" dirty="0"/>
            <a:t>User Security Best Practices</a:t>
          </a:r>
          <a:endParaRPr lang="en-US" sz="1800" dirty="0"/>
        </a:p>
      </dgm:t>
    </dgm:pt>
    <dgm:pt modelId="{D3C6E351-82A3-446F-96A2-FDC54795CA64}" type="parTrans" cxnId="{0CBDC4FB-E505-4272-B7E0-5FDDAD014E8C}">
      <dgm:prSet/>
      <dgm:spPr/>
      <dgm:t>
        <a:bodyPr/>
        <a:lstStyle/>
        <a:p>
          <a:endParaRPr lang="tr-TR"/>
        </a:p>
      </dgm:t>
    </dgm:pt>
    <dgm:pt modelId="{6305D3E3-2856-4280-B48B-6B38446CB3B3}" type="sibTrans" cxnId="{0CBDC4FB-E505-4272-B7E0-5FDDAD014E8C}">
      <dgm:prSet/>
      <dgm:spPr/>
      <dgm:t>
        <a:bodyPr/>
        <a:lstStyle/>
        <a:p>
          <a:endParaRPr lang="tr-TR"/>
        </a:p>
      </dgm:t>
    </dgm:pt>
    <dgm:pt modelId="{2B3184C9-5260-4D85-A153-B7B04985A923}">
      <dgm:prSet custT="1"/>
      <dgm:spPr/>
      <dgm:t>
        <a:bodyPr/>
        <a:lstStyle/>
        <a:p>
          <a:r>
            <a:rPr lang="tr-TR" sz="1800" dirty="0"/>
            <a:t>The Root of Trust</a:t>
          </a:r>
          <a:endParaRPr lang="en-US" sz="1800" dirty="0"/>
        </a:p>
      </dgm:t>
    </dgm:pt>
    <dgm:pt modelId="{EF703C05-002B-453C-975B-8EBF71FE23D0}" type="parTrans" cxnId="{B42B8CDA-B93E-4518-B71E-6DAE0C383C55}">
      <dgm:prSet/>
      <dgm:spPr/>
      <dgm:t>
        <a:bodyPr/>
        <a:lstStyle/>
        <a:p>
          <a:endParaRPr lang="tr-TR"/>
        </a:p>
      </dgm:t>
    </dgm:pt>
    <dgm:pt modelId="{6745015A-4886-4CCA-BD7B-29D255E769FD}" type="sibTrans" cxnId="{B42B8CDA-B93E-4518-B71E-6DAE0C383C55}">
      <dgm:prSet/>
      <dgm:spPr/>
      <dgm:t>
        <a:bodyPr/>
        <a:lstStyle/>
        <a:p>
          <a:endParaRPr lang="tr-TR"/>
        </a:p>
      </dgm:t>
    </dgm:pt>
    <dgm:pt modelId="{6593EB20-6712-4955-96EB-F060B0482C8C}">
      <dgm:prSet custT="1"/>
      <dgm:spPr/>
      <dgm:t>
        <a:bodyPr/>
        <a:lstStyle/>
        <a:p>
          <a:r>
            <a:rPr lang="tr-TR" sz="1800" dirty="0"/>
            <a:t>Physical Bitcoin Storage</a:t>
          </a:r>
          <a:endParaRPr lang="en-US" sz="1800" dirty="0"/>
        </a:p>
      </dgm:t>
    </dgm:pt>
    <dgm:pt modelId="{CB81C6B0-BE06-44E0-9173-64103CB77D47}" type="parTrans" cxnId="{6541EFEF-29D3-4F28-8312-17A0A52BD768}">
      <dgm:prSet/>
      <dgm:spPr/>
      <dgm:t>
        <a:bodyPr/>
        <a:lstStyle/>
        <a:p>
          <a:endParaRPr lang="tr-TR"/>
        </a:p>
      </dgm:t>
    </dgm:pt>
    <dgm:pt modelId="{F16CB1EA-6A12-4E79-BF69-67A3EB6E7471}" type="sibTrans" cxnId="{6541EFEF-29D3-4F28-8312-17A0A52BD768}">
      <dgm:prSet/>
      <dgm:spPr/>
      <dgm:t>
        <a:bodyPr/>
        <a:lstStyle/>
        <a:p>
          <a:endParaRPr lang="tr-TR"/>
        </a:p>
      </dgm:t>
    </dgm:pt>
    <dgm:pt modelId="{5FCCD33A-2EA1-4B5F-94A6-BE26837B9A77}">
      <dgm:prSet custT="1"/>
      <dgm:spPr/>
      <dgm:t>
        <a:bodyPr/>
        <a:lstStyle/>
        <a:p>
          <a:r>
            <a:rPr lang="tr-TR" sz="1800" dirty="0"/>
            <a:t>Hardware Wallets</a:t>
          </a:r>
          <a:endParaRPr lang="en-US" sz="1800" dirty="0"/>
        </a:p>
      </dgm:t>
    </dgm:pt>
    <dgm:pt modelId="{7A270538-2BE5-4EE5-9B5A-27ED05DDFDC2}" type="parTrans" cxnId="{762A405E-ED94-438E-9335-D45E5008F79F}">
      <dgm:prSet/>
      <dgm:spPr/>
      <dgm:t>
        <a:bodyPr/>
        <a:lstStyle/>
        <a:p>
          <a:endParaRPr lang="tr-TR"/>
        </a:p>
      </dgm:t>
    </dgm:pt>
    <dgm:pt modelId="{EBFD4C08-6A85-448B-A37C-5F5219FAE404}" type="sibTrans" cxnId="{762A405E-ED94-438E-9335-D45E5008F79F}">
      <dgm:prSet/>
      <dgm:spPr/>
      <dgm:t>
        <a:bodyPr/>
        <a:lstStyle/>
        <a:p>
          <a:endParaRPr lang="tr-TR"/>
        </a:p>
      </dgm:t>
    </dgm:pt>
    <dgm:pt modelId="{985331B8-0D34-4A3C-9B55-765C53E769B1}">
      <dgm:prSet custT="1"/>
      <dgm:spPr/>
      <dgm:t>
        <a:bodyPr/>
        <a:lstStyle/>
        <a:p>
          <a:r>
            <a:rPr lang="tr-TR" sz="1800" dirty="0"/>
            <a:t>Balancing Risk</a:t>
          </a:r>
          <a:endParaRPr lang="en-US" sz="1800" dirty="0"/>
        </a:p>
      </dgm:t>
    </dgm:pt>
    <dgm:pt modelId="{18990E98-40B3-4A3B-9E43-72FEAE8D335C}" type="parTrans" cxnId="{89B9FA09-FD31-49FD-8275-AA9E11272C23}">
      <dgm:prSet/>
      <dgm:spPr/>
      <dgm:t>
        <a:bodyPr/>
        <a:lstStyle/>
        <a:p>
          <a:endParaRPr lang="tr-TR"/>
        </a:p>
      </dgm:t>
    </dgm:pt>
    <dgm:pt modelId="{22A5AD83-2514-4E9A-94A7-5B0CCE80EECD}" type="sibTrans" cxnId="{89B9FA09-FD31-49FD-8275-AA9E11272C23}">
      <dgm:prSet/>
      <dgm:spPr/>
      <dgm:t>
        <a:bodyPr/>
        <a:lstStyle/>
        <a:p>
          <a:endParaRPr lang="tr-TR"/>
        </a:p>
      </dgm:t>
    </dgm:pt>
    <dgm:pt modelId="{5F3D3A1E-BBF1-4174-831C-EC0EF469846F}">
      <dgm:prSet custT="1"/>
      <dgm:spPr/>
      <dgm:t>
        <a:bodyPr/>
        <a:lstStyle/>
        <a:p>
          <a:r>
            <a:rPr lang="tr-TR" sz="1800" dirty="0"/>
            <a:t>Diversifying Risk</a:t>
          </a:r>
          <a:endParaRPr lang="en-US" sz="1800" dirty="0"/>
        </a:p>
      </dgm:t>
    </dgm:pt>
    <dgm:pt modelId="{67DEB040-00AE-41A1-99AE-6680AA1AAD6F}" type="parTrans" cxnId="{961CB1B0-BDD8-4B85-B498-02DF6351B462}">
      <dgm:prSet/>
      <dgm:spPr/>
      <dgm:t>
        <a:bodyPr/>
        <a:lstStyle/>
        <a:p>
          <a:endParaRPr lang="tr-TR"/>
        </a:p>
      </dgm:t>
    </dgm:pt>
    <dgm:pt modelId="{3CBF9D86-274F-4EB4-A55A-B5CF685C16D3}" type="sibTrans" cxnId="{961CB1B0-BDD8-4B85-B498-02DF6351B462}">
      <dgm:prSet/>
      <dgm:spPr/>
      <dgm:t>
        <a:bodyPr/>
        <a:lstStyle/>
        <a:p>
          <a:endParaRPr lang="tr-TR"/>
        </a:p>
      </dgm:t>
    </dgm:pt>
    <dgm:pt modelId="{22D1BB37-28DD-4758-AFF9-B60A29C4E2FF}">
      <dgm:prSet custT="1"/>
      <dgm:spPr/>
      <dgm:t>
        <a:bodyPr/>
        <a:lstStyle/>
        <a:p>
          <a:r>
            <a:rPr lang="tr-TR" sz="1800" dirty="0"/>
            <a:t>Multisig and Governance</a:t>
          </a:r>
          <a:endParaRPr lang="en-US" sz="1800" dirty="0"/>
        </a:p>
      </dgm:t>
    </dgm:pt>
    <dgm:pt modelId="{E19FC034-C7F2-4C24-824C-734D4B8DCC1D}" type="parTrans" cxnId="{77B032AA-ACDB-4229-B276-297EE4619313}">
      <dgm:prSet/>
      <dgm:spPr/>
      <dgm:t>
        <a:bodyPr/>
        <a:lstStyle/>
        <a:p>
          <a:endParaRPr lang="tr-TR"/>
        </a:p>
      </dgm:t>
    </dgm:pt>
    <dgm:pt modelId="{B4DD7CCB-8FB2-42DC-8D8C-2A07D07BF389}" type="sibTrans" cxnId="{77B032AA-ACDB-4229-B276-297EE4619313}">
      <dgm:prSet/>
      <dgm:spPr/>
      <dgm:t>
        <a:bodyPr/>
        <a:lstStyle/>
        <a:p>
          <a:endParaRPr lang="tr-TR"/>
        </a:p>
      </dgm:t>
    </dgm:pt>
    <dgm:pt modelId="{DC9BBC88-6E65-4449-9195-4936B635427E}">
      <dgm:prSet custT="1"/>
      <dgm:spPr/>
      <dgm:t>
        <a:bodyPr/>
        <a:lstStyle/>
        <a:p>
          <a:r>
            <a:rPr lang="tr-TR" sz="1800" dirty="0"/>
            <a:t>Survivability</a:t>
          </a:r>
          <a:endParaRPr lang="en-US" sz="1800" dirty="0"/>
        </a:p>
      </dgm:t>
    </dgm:pt>
    <dgm:pt modelId="{01E67794-DF7A-4E89-8D2C-C9D0975BD778}" type="parTrans" cxnId="{B7B322C2-90E3-44BF-A598-E9AEB5D7F46B}">
      <dgm:prSet/>
      <dgm:spPr/>
      <dgm:t>
        <a:bodyPr/>
        <a:lstStyle/>
        <a:p>
          <a:endParaRPr lang="tr-TR"/>
        </a:p>
      </dgm:t>
    </dgm:pt>
    <dgm:pt modelId="{53681E86-1221-4A9E-A96F-2E1C1BB31801}" type="sibTrans" cxnId="{B7B322C2-90E3-44BF-A598-E9AEB5D7F46B}">
      <dgm:prSet/>
      <dgm:spPr/>
      <dgm:t>
        <a:bodyPr/>
        <a:lstStyle/>
        <a:p>
          <a:endParaRPr lang="tr-TR"/>
        </a:p>
      </dgm:t>
    </dgm:pt>
    <dgm:pt modelId="{28FA0ACB-9BE0-4E05-9785-FD7E554DB653}">
      <dgm:prSet custT="1"/>
      <dgm:spPr/>
      <dgm:t>
        <a:bodyPr/>
        <a:lstStyle/>
        <a:p>
          <a:r>
            <a:rPr lang="tr-TR" sz="1800" dirty="0"/>
            <a:t>Conclusion</a:t>
          </a:r>
          <a:endParaRPr lang="en-US" sz="1800" dirty="0"/>
        </a:p>
      </dgm:t>
    </dgm:pt>
    <dgm:pt modelId="{F0659631-892E-44C1-91D7-AB865EADB356}" type="parTrans" cxnId="{A570A703-2694-4808-8E99-73A6E952E0CA}">
      <dgm:prSet/>
      <dgm:spPr/>
      <dgm:t>
        <a:bodyPr/>
        <a:lstStyle/>
        <a:p>
          <a:endParaRPr lang="tr-TR"/>
        </a:p>
      </dgm:t>
    </dgm:pt>
    <dgm:pt modelId="{E177175F-2D53-414C-A935-FEA8484BC284}" type="sibTrans" cxnId="{A570A703-2694-4808-8E99-73A6E952E0CA}">
      <dgm:prSet/>
      <dgm:spPr/>
      <dgm:t>
        <a:bodyPr/>
        <a:lstStyle/>
        <a:p>
          <a:endParaRPr lang="tr-TR"/>
        </a:p>
      </dgm:t>
    </dgm:pt>
    <dgm:pt modelId="{2954409B-7250-4741-8A82-320B47154396}" type="pres">
      <dgm:prSet presAssocID="{A133FCAE-E73A-4F6E-AAE2-9B409B02E4EB}" presName="linear" presStyleCnt="0">
        <dgm:presLayoutVars>
          <dgm:dir/>
          <dgm:animLvl val="lvl"/>
          <dgm:resizeHandles val="exact"/>
        </dgm:presLayoutVars>
      </dgm:prSet>
      <dgm:spPr/>
    </dgm:pt>
    <dgm:pt modelId="{B9C82270-439D-4319-9DAE-1694E811AF42}" type="pres">
      <dgm:prSet presAssocID="{8E7782D7-80F6-4BA3-9B8A-2EC91E772ACE}" presName="parentLin" presStyleCnt="0"/>
      <dgm:spPr/>
    </dgm:pt>
    <dgm:pt modelId="{0F675A3E-2002-4008-90C0-EBD904A30B39}" type="pres">
      <dgm:prSet presAssocID="{8E7782D7-80F6-4BA3-9B8A-2EC91E772ACE}" presName="parentLeftMargin" presStyleLbl="node1" presStyleIdx="0" presStyleCnt="3"/>
      <dgm:spPr/>
    </dgm:pt>
    <dgm:pt modelId="{C6D7CBB0-9304-4489-B167-0628B1950788}" type="pres">
      <dgm:prSet presAssocID="{8E7782D7-80F6-4BA3-9B8A-2EC91E772A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E89425-6DAA-45AC-9018-675F57E70D6F}" type="pres">
      <dgm:prSet presAssocID="{8E7782D7-80F6-4BA3-9B8A-2EC91E772ACE}" presName="negativeSpace" presStyleCnt="0"/>
      <dgm:spPr/>
    </dgm:pt>
    <dgm:pt modelId="{AEDA5443-59BF-447C-AE4A-54C1F541CF54}" type="pres">
      <dgm:prSet presAssocID="{8E7782D7-80F6-4BA3-9B8A-2EC91E772ACE}" presName="childText" presStyleLbl="conFgAcc1" presStyleIdx="0" presStyleCnt="3">
        <dgm:presLayoutVars>
          <dgm:bulletEnabled val="1"/>
        </dgm:presLayoutVars>
      </dgm:prSet>
      <dgm:spPr/>
    </dgm:pt>
    <dgm:pt modelId="{28599C7B-2EFB-4294-9F39-EFACF9C984B0}" type="pres">
      <dgm:prSet presAssocID="{954B563A-FDB8-43A4-9E7B-D7FC6E4AC68E}" presName="spaceBetweenRectangles" presStyleCnt="0"/>
      <dgm:spPr/>
    </dgm:pt>
    <dgm:pt modelId="{8DF56719-2C0D-4592-875A-9C324578C49A}" type="pres">
      <dgm:prSet presAssocID="{BFF04BD1-E661-40F0-ABC6-26E27DEA6629}" presName="parentLin" presStyleCnt="0"/>
      <dgm:spPr/>
    </dgm:pt>
    <dgm:pt modelId="{69403572-62A6-4E02-A265-5FF7CD91F6C2}" type="pres">
      <dgm:prSet presAssocID="{BFF04BD1-E661-40F0-ABC6-26E27DEA6629}" presName="parentLeftMargin" presStyleLbl="node1" presStyleIdx="0" presStyleCnt="3"/>
      <dgm:spPr/>
    </dgm:pt>
    <dgm:pt modelId="{BD98C7C8-BF8F-40F4-9739-3F66A7474697}" type="pres">
      <dgm:prSet presAssocID="{BFF04BD1-E661-40F0-ABC6-26E27DEA66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AAC42D-746D-4F67-A509-09EB7CE49953}" type="pres">
      <dgm:prSet presAssocID="{BFF04BD1-E661-40F0-ABC6-26E27DEA6629}" presName="negativeSpace" presStyleCnt="0"/>
      <dgm:spPr/>
    </dgm:pt>
    <dgm:pt modelId="{EA464420-A753-4093-92B9-6AA9629AF4F7}" type="pres">
      <dgm:prSet presAssocID="{BFF04BD1-E661-40F0-ABC6-26E27DEA6629}" presName="childText" presStyleLbl="conFgAcc1" presStyleIdx="1" presStyleCnt="3">
        <dgm:presLayoutVars>
          <dgm:bulletEnabled val="1"/>
        </dgm:presLayoutVars>
      </dgm:prSet>
      <dgm:spPr/>
    </dgm:pt>
    <dgm:pt modelId="{9D152A3E-7170-4D68-BDE9-429609912158}" type="pres">
      <dgm:prSet presAssocID="{6305D3E3-2856-4280-B48B-6B38446CB3B3}" presName="spaceBetweenRectangles" presStyleCnt="0"/>
      <dgm:spPr/>
    </dgm:pt>
    <dgm:pt modelId="{57D3BDE5-7423-483D-89A8-0E1804D9B56F}" type="pres">
      <dgm:prSet presAssocID="{28FA0ACB-9BE0-4E05-9785-FD7E554DB653}" presName="parentLin" presStyleCnt="0"/>
      <dgm:spPr/>
    </dgm:pt>
    <dgm:pt modelId="{0DEE52C6-C51A-47A6-9F47-85DF1D3933E8}" type="pres">
      <dgm:prSet presAssocID="{28FA0ACB-9BE0-4E05-9785-FD7E554DB653}" presName="parentLeftMargin" presStyleLbl="node1" presStyleIdx="1" presStyleCnt="3"/>
      <dgm:spPr/>
    </dgm:pt>
    <dgm:pt modelId="{7E0CF83A-D079-428C-9AAC-022860F686EA}" type="pres">
      <dgm:prSet presAssocID="{28FA0ACB-9BE0-4E05-9785-FD7E554DB65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2BE61AD-966B-4A03-8DD0-BD310D84D268}" type="pres">
      <dgm:prSet presAssocID="{28FA0ACB-9BE0-4E05-9785-FD7E554DB653}" presName="negativeSpace" presStyleCnt="0"/>
      <dgm:spPr/>
    </dgm:pt>
    <dgm:pt modelId="{70C2B46A-1683-426D-AEC7-797794C3FD2D}" type="pres">
      <dgm:prSet presAssocID="{28FA0ACB-9BE0-4E05-9785-FD7E554DB65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570A703-2694-4808-8E99-73A6E952E0CA}" srcId="{A133FCAE-E73A-4F6E-AAE2-9B409B02E4EB}" destId="{28FA0ACB-9BE0-4E05-9785-FD7E554DB653}" srcOrd="2" destOrd="0" parTransId="{F0659631-892E-44C1-91D7-AB865EADB356}" sibTransId="{E177175F-2D53-414C-A935-FEA8484BC284}"/>
    <dgm:cxn modelId="{89B9FA09-FD31-49FD-8275-AA9E11272C23}" srcId="{BFF04BD1-E661-40F0-ABC6-26E27DEA6629}" destId="{985331B8-0D34-4A3C-9B55-765C53E769B1}" srcOrd="2" destOrd="0" parTransId="{18990E98-40B3-4A3B-9E43-72FEAE8D335C}" sibTransId="{22A5AD83-2514-4E9A-94A7-5B0CCE80EECD}"/>
    <dgm:cxn modelId="{D747F60E-4D9E-46CC-A9DA-D6D6DDFAF63C}" type="presOf" srcId="{BFF04BD1-E661-40F0-ABC6-26E27DEA6629}" destId="{69403572-62A6-4E02-A265-5FF7CD91F6C2}" srcOrd="0" destOrd="0" presId="urn:microsoft.com/office/officeart/2005/8/layout/list1"/>
    <dgm:cxn modelId="{AFA14C11-75FA-48EE-8346-314C1739336A}" type="presOf" srcId="{8E7782D7-80F6-4BA3-9B8A-2EC91E772ACE}" destId="{0F675A3E-2002-4008-90C0-EBD904A30B39}" srcOrd="0" destOrd="0" presId="urn:microsoft.com/office/officeart/2005/8/layout/list1"/>
    <dgm:cxn modelId="{392DAC2B-3C23-413F-90F3-4EE4137A0701}" type="presOf" srcId="{28FA0ACB-9BE0-4E05-9785-FD7E554DB653}" destId="{7E0CF83A-D079-428C-9AAC-022860F686EA}" srcOrd="1" destOrd="0" presId="urn:microsoft.com/office/officeart/2005/8/layout/list1"/>
    <dgm:cxn modelId="{762A405E-ED94-438E-9335-D45E5008F79F}" srcId="{BFF04BD1-E661-40F0-ABC6-26E27DEA6629}" destId="{5FCCD33A-2EA1-4B5F-94A6-BE26837B9A77}" srcOrd="1" destOrd="0" parTransId="{7A270538-2BE5-4EE5-9B5A-27ED05DDFDC2}" sibTransId="{EBFD4C08-6A85-448B-A37C-5F5219FAE404}"/>
    <dgm:cxn modelId="{767B5567-00A9-4F02-A90F-9DDE2C6B7F51}" type="presOf" srcId="{6593EB20-6712-4955-96EB-F060B0482C8C}" destId="{EA464420-A753-4093-92B9-6AA9629AF4F7}" srcOrd="0" destOrd="0" presId="urn:microsoft.com/office/officeart/2005/8/layout/list1"/>
    <dgm:cxn modelId="{17065767-7091-469E-8350-F76583F4CD10}" type="presOf" srcId="{22D1BB37-28DD-4758-AFF9-B60A29C4E2FF}" destId="{EA464420-A753-4093-92B9-6AA9629AF4F7}" srcOrd="0" destOrd="4" presId="urn:microsoft.com/office/officeart/2005/8/layout/list1"/>
    <dgm:cxn modelId="{5008B347-A9D2-4032-9E8E-581E057B6423}" srcId="{A133FCAE-E73A-4F6E-AAE2-9B409B02E4EB}" destId="{8E7782D7-80F6-4BA3-9B8A-2EC91E772ACE}" srcOrd="0" destOrd="0" parTransId="{62F88E30-85D7-49F1-9928-AF43E76E1741}" sibTransId="{954B563A-FDB8-43A4-9E7B-D7FC6E4AC68E}"/>
    <dgm:cxn modelId="{CAEA9E6E-202F-4C05-B78E-8C6210F6BC00}" type="presOf" srcId="{DC9BBC88-6E65-4449-9195-4936B635427E}" destId="{EA464420-A753-4093-92B9-6AA9629AF4F7}" srcOrd="0" destOrd="5" presId="urn:microsoft.com/office/officeart/2005/8/layout/list1"/>
    <dgm:cxn modelId="{B8A7DE58-FDB8-4569-8C42-8FEA7E7895FB}" type="presOf" srcId="{5FCCD33A-2EA1-4B5F-94A6-BE26837B9A77}" destId="{EA464420-A753-4093-92B9-6AA9629AF4F7}" srcOrd="0" destOrd="1" presId="urn:microsoft.com/office/officeart/2005/8/layout/list1"/>
    <dgm:cxn modelId="{A992347C-3F97-420E-A343-A071713F1F3B}" type="presOf" srcId="{8E7782D7-80F6-4BA3-9B8A-2EC91E772ACE}" destId="{C6D7CBB0-9304-4489-B167-0628B1950788}" srcOrd="1" destOrd="0" presId="urn:microsoft.com/office/officeart/2005/8/layout/list1"/>
    <dgm:cxn modelId="{BCA89A7E-01D7-4B2E-8C75-18DF803D51B2}" type="presOf" srcId="{28DBD935-F53C-4110-885D-37434CD0D73C}" destId="{AEDA5443-59BF-447C-AE4A-54C1F541CF54}" srcOrd="0" destOrd="0" presId="urn:microsoft.com/office/officeart/2005/8/layout/list1"/>
    <dgm:cxn modelId="{5D924083-70E9-4946-ABEB-D24ABABEC555}" type="presOf" srcId="{5F3D3A1E-BBF1-4174-831C-EC0EF469846F}" destId="{EA464420-A753-4093-92B9-6AA9629AF4F7}" srcOrd="0" destOrd="3" presId="urn:microsoft.com/office/officeart/2005/8/layout/list1"/>
    <dgm:cxn modelId="{33F0279E-BCAE-4067-8F6D-FF626FB8F96F}" type="presOf" srcId="{28FA0ACB-9BE0-4E05-9785-FD7E554DB653}" destId="{0DEE52C6-C51A-47A6-9F47-85DF1D3933E8}" srcOrd="0" destOrd="0" presId="urn:microsoft.com/office/officeart/2005/8/layout/list1"/>
    <dgm:cxn modelId="{77B032AA-ACDB-4229-B276-297EE4619313}" srcId="{BFF04BD1-E661-40F0-ABC6-26E27DEA6629}" destId="{22D1BB37-28DD-4758-AFF9-B60A29C4E2FF}" srcOrd="4" destOrd="0" parTransId="{E19FC034-C7F2-4C24-824C-734D4B8DCC1D}" sibTransId="{B4DD7CCB-8FB2-42DC-8D8C-2A07D07BF389}"/>
    <dgm:cxn modelId="{961CB1B0-BDD8-4B85-B498-02DF6351B462}" srcId="{BFF04BD1-E661-40F0-ABC6-26E27DEA6629}" destId="{5F3D3A1E-BBF1-4174-831C-EC0EF469846F}" srcOrd="3" destOrd="0" parTransId="{67DEB040-00AE-41A1-99AE-6680AA1AAD6F}" sibTransId="{3CBF9D86-274F-4EB4-A55A-B5CF685C16D3}"/>
    <dgm:cxn modelId="{307EA4BE-95C0-44E0-97C8-EA1994A2A85D}" type="presOf" srcId="{2B3184C9-5260-4D85-A153-B7B04985A923}" destId="{AEDA5443-59BF-447C-AE4A-54C1F541CF54}" srcOrd="0" destOrd="1" presId="urn:microsoft.com/office/officeart/2005/8/layout/list1"/>
    <dgm:cxn modelId="{B7B322C2-90E3-44BF-A598-E9AEB5D7F46B}" srcId="{BFF04BD1-E661-40F0-ABC6-26E27DEA6629}" destId="{DC9BBC88-6E65-4449-9195-4936B635427E}" srcOrd="5" destOrd="0" parTransId="{01E67794-DF7A-4E89-8D2C-C9D0975BD778}" sibTransId="{53681E86-1221-4A9E-A96F-2E1C1BB31801}"/>
    <dgm:cxn modelId="{453864CF-D0C3-4A6B-BFBA-65FE8B05A00B}" srcId="{8E7782D7-80F6-4BA3-9B8A-2EC91E772ACE}" destId="{28DBD935-F53C-4110-885D-37434CD0D73C}" srcOrd="0" destOrd="0" parTransId="{9FF6A7CD-EE3D-42EA-B56D-00405F54E177}" sibTransId="{62AC95E2-5E38-40B8-86E0-826479AF14AE}"/>
    <dgm:cxn modelId="{B42B8CDA-B93E-4518-B71E-6DAE0C383C55}" srcId="{8E7782D7-80F6-4BA3-9B8A-2EC91E772ACE}" destId="{2B3184C9-5260-4D85-A153-B7B04985A923}" srcOrd="1" destOrd="0" parTransId="{EF703C05-002B-453C-975B-8EBF71FE23D0}" sibTransId="{6745015A-4886-4CCA-BD7B-29D255E769FD}"/>
    <dgm:cxn modelId="{BCCB4AE2-6EEB-404B-A7C6-AB5F7915B35C}" type="presOf" srcId="{985331B8-0D34-4A3C-9B55-765C53E769B1}" destId="{EA464420-A753-4093-92B9-6AA9629AF4F7}" srcOrd="0" destOrd="2" presId="urn:microsoft.com/office/officeart/2005/8/layout/list1"/>
    <dgm:cxn modelId="{9C7A40E5-7051-40BD-8197-B5B507461C81}" type="presOf" srcId="{BFF04BD1-E661-40F0-ABC6-26E27DEA6629}" destId="{BD98C7C8-BF8F-40F4-9739-3F66A7474697}" srcOrd="1" destOrd="0" presId="urn:microsoft.com/office/officeart/2005/8/layout/list1"/>
    <dgm:cxn modelId="{6541EFEF-29D3-4F28-8312-17A0A52BD768}" srcId="{BFF04BD1-E661-40F0-ABC6-26E27DEA6629}" destId="{6593EB20-6712-4955-96EB-F060B0482C8C}" srcOrd="0" destOrd="0" parTransId="{CB81C6B0-BE06-44E0-9173-64103CB77D47}" sibTransId="{F16CB1EA-6A12-4E79-BF69-67A3EB6E7471}"/>
    <dgm:cxn modelId="{6C576AF2-8F50-4979-BA13-604C02C4B9C3}" type="presOf" srcId="{A133FCAE-E73A-4F6E-AAE2-9B409B02E4EB}" destId="{2954409B-7250-4741-8A82-320B47154396}" srcOrd="0" destOrd="0" presId="urn:microsoft.com/office/officeart/2005/8/layout/list1"/>
    <dgm:cxn modelId="{0CBDC4FB-E505-4272-B7E0-5FDDAD014E8C}" srcId="{A133FCAE-E73A-4F6E-AAE2-9B409B02E4EB}" destId="{BFF04BD1-E661-40F0-ABC6-26E27DEA6629}" srcOrd="1" destOrd="0" parTransId="{D3C6E351-82A3-446F-96A2-FDC54795CA64}" sibTransId="{6305D3E3-2856-4280-B48B-6B38446CB3B3}"/>
    <dgm:cxn modelId="{ED733C6E-94BC-43E4-8C1F-D72F0D1FD122}" type="presParOf" srcId="{2954409B-7250-4741-8A82-320B47154396}" destId="{B9C82270-439D-4319-9DAE-1694E811AF42}" srcOrd="0" destOrd="0" presId="urn:microsoft.com/office/officeart/2005/8/layout/list1"/>
    <dgm:cxn modelId="{C89BC358-FC5E-4DFB-A32D-7D9523A0DB89}" type="presParOf" srcId="{B9C82270-439D-4319-9DAE-1694E811AF42}" destId="{0F675A3E-2002-4008-90C0-EBD904A30B39}" srcOrd="0" destOrd="0" presId="urn:microsoft.com/office/officeart/2005/8/layout/list1"/>
    <dgm:cxn modelId="{D14474E4-13C0-4B5A-82C7-DEA4B534B5EC}" type="presParOf" srcId="{B9C82270-439D-4319-9DAE-1694E811AF42}" destId="{C6D7CBB0-9304-4489-B167-0628B1950788}" srcOrd="1" destOrd="0" presId="urn:microsoft.com/office/officeart/2005/8/layout/list1"/>
    <dgm:cxn modelId="{DBBBA27B-DB01-4357-B1A1-D11501881FBD}" type="presParOf" srcId="{2954409B-7250-4741-8A82-320B47154396}" destId="{C8E89425-6DAA-45AC-9018-675F57E70D6F}" srcOrd="1" destOrd="0" presId="urn:microsoft.com/office/officeart/2005/8/layout/list1"/>
    <dgm:cxn modelId="{87BDA795-F0F4-44B0-A3F4-2E6CB2D69866}" type="presParOf" srcId="{2954409B-7250-4741-8A82-320B47154396}" destId="{AEDA5443-59BF-447C-AE4A-54C1F541CF54}" srcOrd="2" destOrd="0" presId="urn:microsoft.com/office/officeart/2005/8/layout/list1"/>
    <dgm:cxn modelId="{0F70755F-2098-4EC5-9F33-604287F64E8B}" type="presParOf" srcId="{2954409B-7250-4741-8A82-320B47154396}" destId="{28599C7B-2EFB-4294-9F39-EFACF9C984B0}" srcOrd="3" destOrd="0" presId="urn:microsoft.com/office/officeart/2005/8/layout/list1"/>
    <dgm:cxn modelId="{68ABE12D-BB27-4146-9E5D-0C8D1959F2CB}" type="presParOf" srcId="{2954409B-7250-4741-8A82-320B47154396}" destId="{8DF56719-2C0D-4592-875A-9C324578C49A}" srcOrd="4" destOrd="0" presId="urn:microsoft.com/office/officeart/2005/8/layout/list1"/>
    <dgm:cxn modelId="{D47E8707-3E7D-46EC-883E-4046895529AD}" type="presParOf" srcId="{8DF56719-2C0D-4592-875A-9C324578C49A}" destId="{69403572-62A6-4E02-A265-5FF7CD91F6C2}" srcOrd="0" destOrd="0" presId="urn:microsoft.com/office/officeart/2005/8/layout/list1"/>
    <dgm:cxn modelId="{E6BB052B-5D43-4ACF-8EDA-5EBFDA827ABD}" type="presParOf" srcId="{8DF56719-2C0D-4592-875A-9C324578C49A}" destId="{BD98C7C8-BF8F-40F4-9739-3F66A7474697}" srcOrd="1" destOrd="0" presId="urn:microsoft.com/office/officeart/2005/8/layout/list1"/>
    <dgm:cxn modelId="{1493BF5D-78FD-4789-8A99-6C0A542E6609}" type="presParOf" srcId="{2954409B-7250-4741-8A82-320B47154396}" destId="{A0AAC42D-746D-4F67-A509-09EB7CE49953}" srcOrd="5" destOrd="0" presId="urn:microsoft.com/office/officeart/2005/8/layout/list1"/>
    <dgm:cxn modelId="{836ED076-900C-4386-8552-2F32732EBA51}" type="presParOf" srcId="{2954409B-7250-4741-8A82-320B47154396}" destId="{EA464420-A753-4093-92B9-6AA9629AF4F7}" srcOrd="6" destOrd="0" presId="urn:microsoft.com/office/officeart/2005/8/layout/list1"/>
    <dgm:cxn modelId="{92609092-4539-4523-A832-3AE333F8F393}" type="presParOf" srcId="{2954409B-7250-4741-8A82-320B47154396}" destId="{9D152A3E-7170-4D68-BDE9-429609912158}" srcOrd="7" destOrd="0" presId="urn:microsoft.com/office/officeart/2005/8/layout/list1"/>
    <dgm:cxn modelId="{436B17F9-F05D-4941-B4C9-16CF4EC87F86}" type="presParOf" srcId="{2954409B-7250-4741-8A82-320B47154396}" destId="{57D3BDE5-7423-483D-89A8-0E1804D9B56F}" srcOrd="8" destOrd="0" presId="urn:microsoft.com/office/officeart/2005/8/layout/list1"/>
    <dgm:cxn modelId="{AAF7DBDC-BEE2-4029-9B6B-04ECC51509D0}" type="presParOf" srcId="{57D3BDE5-7423-483D-89A8-0E1804D9B56F}" destId="{0DEE52C6-C51A-47A6-9F47-85DF1D3933E8}" srcOrd="0" destOrd="0" presId="urn:microsoft.com/office/officeart/2005/8/layout/list1"/>
    <dgm:cxn modelId="{8D031FFF-6EAA-4C23-AC53-502FD25F3B22}" type="presParOf" srcId="{57D3BDE5-7423-483D-89A8-0E1804D9B56F}" destId="{7E0CF83A-D079-428C-9AAC-022860F686EA}" srcOrd="1" destOrd="0" presId="urn:microsoft.com/office/officeart/2005/8/layout/list1"/>
    <dgm:cxn modelId="{23CFD32A-7332-4F84-B049-BE67D22C83CD}" type="presParOf" srcId="{2954409B-7250-4741-8A82-320B47154396}" destId="{F2BE61AD-966B-4A03-8DD0-BD310D84D268}" srcOrd="9" destOrd="0" presId="urn:microsoft.com/office/officeart/2005/8/layout/list1"/>
    <dgm:cxn modelId="{670269B6-B6F7-405F-B17F-59EA0A3014EF}" type="presParOf" srcId="{2954409B-7250-4741-8A82-320B47154396}" destId="{70C2B46A-1683-426D-AEC7-797794C3FD2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474D48-CF62-41F6-87C7-1F09CFE534B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F89DD0-5519-4539-A81B-31524EEF306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Digital Cash</a:t>
          </a:r>
          <a:endParaRPr lang="en-US"/>
        </a:p>
      </dgm:t>
    </dgm:pt>
    <dgm:pt modelId="{F600F25D-6FE7-41D0-B7FF-EDD656327ED9}" type="parTrans" cxnId="{8FD438C5-9742-4B78-B8F7-F49E7F98CCE3}">
      <dgm:prSet/>
      <dgm:spPr/>
      <dgm:t>
        <a:bodyPr/>
        <a:lstStyle/>
        <a:p>
          <a:endParaRPr lang="en-US"/>
        </a:p>
      </dgm:t>
    </dgm:pt>
    <dgm:pt modelId="{2120B12C-03A0-41A3-9394-C7D52167EA16}" type="sibTrans" cxnId="{8FD438C5-9742-4B78-B8F7-F49E7F98CCE3}">
      <dgm:prSet/>
      <dgm:spPr/>
      <dgm:t>
        <a:bodyPr/>
        <a:lstStyle/>
        <a:p>
          <a:endParaRPr lang="en-US"/>
        </a:p>
      </dgm:t>
    </dgm:pt>
    <dgm:pt modelId="{3026BED7-3D54-4AD6-A3E7-5D64CEBF08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is very much like digital cash or gold</a:t>
          </a:r>
        </a:p>
      </dgm:t>
    </dgm:pt>
    <dgm:pt modelId="{0D34AA4E-F116-4E1B-9B73-246312C16C89}" type="parTrans" cxnId="{D3A994E7-E723-47F5-B5D1-102CFD0CFFED}">
      <dgm:prSet/>
      <dgm:spPr/>
      <dgm:t>
        <a:bodyPr/>
        <a:lstStyle/>
        <a:p>
          <a:endParaRPr lang="en-US"/>
        </a:p>
      </dgm:t>
    </dgm:pt>
    <dgm:pt modelId="{F2815604-6682-4327-8E69-B1007A60D43D}" type="sibTrans" cxnId="{D3A994E7-E723-47F5-B5D1-102CFD0CFFED}">
      <dgm:prSet/>
      <dgm:spPr/>
      <dgm:t>
        <a:bodyPr/>
        <a:lstStyle/>
        <a:p>
          <a:endParaRPr lang="en-US"/>
        </a:p>
      </dgm:t>
    </dgm:pt>
    <dgm:pt modelId="{F15E9933-E252-439C-8F03-BB0BBA89DE2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not </a:t>
          </a:r>
          <a:r>
            <a:rPr lang="en-US"/>
            <a:t>like a balance in a bank account</a:t>
          </a:r>
        </a:p>
      </dgm:t>
    </dgm:pt>
    <dgm:pt modelId="{7C78105D-2B9E-4011-8D0E-99DAAAE5B857}" type="parTrans" cxnId="{D8537933-AAC2-43C5-BC3F-72273500CF85}">
      <dgm:prSet/>
      <dgm:spPr/>
      <dgm:t>
        <a:bodyPr/>
        <a:lstStyle/>
        <a:p>
          <a:endParaRPr lang="en-US"/>
        </a:p>
      </dgm:t>
    </dgm:pt>
    <dgm:pt modelId="{CE4BA398-683F-4350-A891-6F93F0444DC4}" type="sibTrans" cxnId="{D8537933-AAC2-43C5-BC3F-72273500CF85}">
      <dgm:prSet/>
      <dgm:spPr/>
      <dgm:t>
        <a:bodyPr/>
        <a:lstStyle/>
        <a:p>
          <a:endParaRPr lang="en-US"/>
        </a:p>
      </dgm:t>
    </dgm:pt>
    <dgm:pt modelId="{D4E817C8-CC80-4B8A-9DFF-84E2142919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  <a:endParaRPr lang="en-US"/>
        </a:p>
      </dgm:t>
    </dgm:pt>
    <dgm:pt modelId="{F8ACB910-983B-4467-BE77-784A5E9C72AF}" type="parTrans" cxnId="{0A5C84D4-B9D6-41E5-89E5-8C80D8D4A5AB}">
      <dgm:prSet/>
      <dgm:spPr/>
      <dgm:t>
        <a:bodyPr/>
        <a:lstStyle/>
        <a:p>
          <a:endParaRPr lang="en-US"/>
        </a:p>
      </dgm:t>
    </dgm:pt>
    <dgm:pt modelId="{7E946C55-DA18-4643-970C-F39CDE231F8E}" type="sibTrans" cxnId="{0A5C84D4-B9D6-41E5-89E5-8C80D8D4A5AB}">
      <dgm:prSet/>
      <dgm:spPr/>
      <dgm:t>
        <a:bodyPr/>
        <a:lstStyle/>
        <a:p>
          <a:endParaRPr lang="en-US"/>
        </a:p>
      </dgm:t>
    </dgm:pt>
    <dgm:pt modelId="{BD5C3CB8-B9E3-44D1-B665-07416E3F9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because bitcoin is not an abstract reference to value</a:t>
          </a:r>
        </a:p>
      </dgm:t>
    </dgm:pt>
    <dgm:pt modelId="{CA7CE24F-C526-419C-BB47-A0129691936C}" type="parTrans" cxnId="{A7371E51-9708-460D-8C8A-91495BA44F91}">
      <dgm:prSet/>
      <dgm:spPr/>
      <dgm:t>
        <a:bodyPr/>
        <a:lstStyle/>
        <a:p>
          <a:endParaRPr lang="en-US"/>
        </a:p>
      </dgm:t>
    </dgm:pt>
    <dgm:pt modelId="{F3E6E11E-EEE6-4B5A-BFE4-24509AD47CE1}" type="sibTrans" cxnId="{A7371E51-9708-460D-8C8A-91495BA44F91}">
      <dgm:prSet/>
      <dgm:spPr/>
      <dgm:t>
        <a:bodyPr/>
        <a:lstStyle/>
        <a:p>
          <a:endParaRPr lang="en-US"/>
        </a:p>
      </dgm:t>
    </dgm:pt>
    <dgm:pt modelId="{529D1D19-F004-4754-B45B-04E01777F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Securing </a:t>
          </a:r>
          <a:r>
            <a:rPr lang="en-US" dirty="0"/>
            <a:t>bitcoin is challenging </a:t>
          </a:r>
        </a:p>
      </dgm:t>
    </dgm:pt>
    <dgm:pt modelId="{D0F931FB-FCE1-47A7-9B23-D3677CA809B5}" type="parTrans" cxnId="{D0BF1941-D2F0-427C-932D-67878811BAB6}">
      <dgm:prSet/>
      <dgm:spPr/>
    </dgm:pt>
    <dgm:pt modelId="{E29B88E4-64F2-4DE8-B93B-66C052D4D49A}" type="sibTrans" cxnId="{D0BF1941-D2F0-427C-932D-67878811BAB6}">
      <dgm:prSet/>
      <dgm:spPr/>
    </dgm:pt>
    <dgm:pt modelId="{A2B117EF-07B9-46EE-8ED1-A6C9D0C7E5B5}" type="pres">
      <dgm:prSet presAssocID="{A4474D48-CF62-41F6-87C7-1F09CFE534B5}" presName="root" presStyleCnt="0">
        <dgm:presLayoutVars>
          <dgm:dir/>
          <dgm:resizeHandles val="exact"/>
        </dgm:presLayoutVars>
      </dgm:prSet>
      <dgm:spPr/>
    </dgm:pt>
    <dgm:pt modelId="{1B5FC84B-6614-455F-8169-DD706B3FF381}" type="pres">
      <dgm:prSet presAssocID="{7DF89DD0-5519-4539-A81B-31524EEF3064}" presName="compNode" presStyleCnt="0"/>
      <dgm:spPr/>
    </dgm:pt>
    <dgm:pt modelId="{CF2C2939-6914-482B-BB5B-3B1B1E34F8B6}" type="pres">
      <dgm:prSet presAssocID="{7DF89DD0-5519-4539-A81B-31524EEF30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3451D99-21B5-4F20-94C9-FFDC1D1DEBDA}" type="pres">
      <dgm:prSet presAssocID="{7DF89DD0-5519-4539-A81B-31524EEF3064}" presName="iconSpace" presStyleCnt="0"/>
      <dgm:spPr/>
    </dgm:pt>
    <dgm:pt modelId="{A7C1389C-2C69-4565-B792-D18E779AB0F3}" type="pres">
      <dgm:prSet presAssocID="{7DF89DD0-5519-4539-A81B-31524EEF3064}" presName="parTx" presStyleLbl="revTx" presStyleIdx="0" presStyleCnt="4">
        <dgm:presLayoutVars>
          <dgm:chMax val="0"/>
          <dgm:chPref val="0"/>
        </dgm:presLayoutVars>
      </dgm:prSet>
      <dgm:spPr/>
    </dgm:pt>
    <dgm:pt modelId="{F202EF19-23C3-48F2-891C-1C0B66ECD3B8}" type="pres">
      <dgm:prSet presAssocID="{7DF89DD0-5519-4539-A81B-31524EEF3064}" presName="txSpace" presStyleCnt="0"/>
      <dgm:spPr/>
    </dgm:pt>
    <dgm:pt modelId="{20025BA7-AE98-4642-8012-CE66872B383D}" type="pres">
      <dgm:prSet presAssocID="{7DF89DD0-5519-4539-A81B-31524EEF3064}" presName="desTx" presStyleLbl="revTx" presStyleIdx="1" presStyleCnt="4">
        <dgm:presLayoutVars/>
      </dgm:prSet>
      <dgm:spPr/>
    </dgm:pt>
    <dgm:pt modelId="{7A62BBE7-3D6D-4FC3-B681-B0FCD04B4D19}" type="pres">
      <dgm:prSet presAssocID="{2120B12C-03A0-41A3-9394-C7D52167EA16}" presName="sibTrans" presStyleCnt="0"/>
      <dgm:spPr/>
    </dgm:pt>
    <dgm:pt modelId="{E686EC08-EC7D-439B-97C7-1FA6F71A00A7}" type="pres">
      <dgm:prSet presAssocID="{D4E817C8-CC80-4B8A-9DFF-84E214291969}" presName="compNode" presStyleCnt="0"/>
      <dgm:spPr/>
    </dgm:pt>
    <dgm:pt modelId="{8D321D07-8B5D-41B6-9C72-C9B353A68DFB}" type="pres">
      <dgm:prSet presAssocID="{D4E817C8-CC80-4B8A-9DFF-84E2142919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kalaşma"/>
        </a:ext>
      </dgm:extLst>
    </dgm:pt>
    <dgm:pt modelId="{A50E029C-9EB7-4355-B330-63ECDB70892B}" type="pres">
      <dgm:prSet presAssocID="{D4E817C8-CC80-4B8A-9DFF-84E214291969}" presName="iconSpace" presStyleCnt="0"/>
      <dgm:spPr/>
    </dgm:pt>
    <dgm:pt modelId="{007311C0-7224-4686-980E-081E54718C94}" type="pres">
      <dgm:prSet presAssocID="{D4E817C8-CC80-4B8A-9DFF-84E214291969}" presName="parTx" presStyleLbl="revTx" presStyleIdx="2" presStyleCnt="4">
        <dgm:presLayoutVars>
          <dgm:chMax val="0"/>
          <dgm:chPref val="0"/>
        </dgm:presLayoutVars>
      </dgm:prSet>
      <dgm:spPr/>
    </dgm:pt>
    <dgm:pt modelId="{C910E7EB-B09B-4CB2-93C9-8C822DAB1E42}" type="pres">
      <dgm:prSet presAssocID="{D4E817C8-CC80-4B8A-9DFF-84E214291969}" presName="txSpace" presStyleCnt="0"/>
      <dgm:spPr/>
    </dgm:pt>
    <dgm:pt modelId="{A2D15E00-188E-4749-B05E-0BAA1F783448}" type="pres">
      <dgm:prSet presAssocID="{D4E817C8-CC80-4B8A-9DFF-84E214291969}" presName="desTx" presStyleLbl="revTx" presStyleIdx="3" presStyleCnt="4">
        <dgm:presLayoutVars/>
      </dgm:prSet>
      <dgm:spPr/>
    </dgm:pt>
  </dgm:ptLst>
  <dgm:cxnLst>
    <dgm:cxn modelId="{09890200-65DF-49C5-8283-8CF37A3EDE27}" type="presOf" srcId="{BD5C3CB8-B9E3-44D1-B665-07416E3F9436}" destId="{A2D15E00-188E-4749-B05E-0BAA1F783448}" srcOrd="0" destOrd="1" presId="urn:microsoft.com/office/officeart/2018/5/layout/CenteredIconLabelDescriptionList"/>
    <dgm:cxn modelId="{D8537933-AAC2-43C5-BC3F-72273500CF85}" srcId="{7DF89DD0-5519-4539-A81B-31524EEF3064}" destId="{F15E9933-E252-439C-8F03-BB0BBA89DE21}" srcOrd="1" destOrd="0" parTransId="{7C78105D-2B9E-4011-8D0E-99DAAAE5B857}" sibTransId="{CE4BA398-683F-4350-A891-6F93F0444DC4}"/>
    <dgm:cxn modelId="{33690D37-1C95-4CAA-A03F-D7EA87F67CFC}" type="presOf" srcId="{A4474D48-CF62-41F6-87C7-1F09CFE534B5}" destId="{A2B117EF-07B9-46EE-8ED1-A6C9D0C7E5B5}" srcOrd="0" destOrd="0" presId="urn:microsoft.com/office/officeart/2018/5/layout/CenteredIconLabelDescriptionList"/>
    <dgm:cxn modelId="{D0BF1941-D2F0-427C-932D-67878811BAB6}" srcId="{D4E817C8-CC80-4B8A-9DFF-84E214291969}" destId="{529D1D19-F004-4754-B45B-04E01777FB3D}" srcOrd="0" destOrd="0" parTransId="{D0F931FB-FCE1-47A7-9B23-D3677CA809B5}" sibTransId="{E29B88E4-64F2-4DE8-B93B-66C052D4D49A}"/>
    <dgm:cxn modelId="{61AFCC6B-C941-402D-83C9-32FEB7E65C68}" type="presOf" srcId="{D4E817C8-CC80-4B8A-9DFF-84E214291969}" destId="{007311C0-7224-4686-980E-081E54718C94}" srcOrd="0" destOrd="0" presId="urn:microsoft.com/office/officeart/2018/5/layout/CenteredIconLabelDescriptionList"/>
    <dgm:cxn modelId="{A7371E51-9708-460D-8C8A-91495BA44F91}" srcId="{D4E817C8-CC80-4B8A-9DFF-84E214291969}" destId="{BD5C3CB8-B9E3-44D1-B665-07416E3F9436}" srcOrd="1" destOrd="0" parTransId="{CA7CE24F-C526-419C-BB47-A0129691936C}" sibTransId="{F3E6E11E-EEE6-4B5A-BFE4-24509AD47CE1}"/>
    <dgm:cxn modelId="{C292A28D-44DC-4833-928F-F098958BC0D0}" type="presOf" srcId="{529D1D19-F004-4754-B45B-04E01777FB3D}" destId="{A2D15E00-188E-4749-B05E-0BAA1F783448}" srcOrd="0" destOrd="0" presId="urn:microsoft.com/office/officeart/2018/5/layout/CenteredIconLabelDescriptionList"/>
    <dgm:cxn modelId="{D8165D9E-1B8B-4DDF-89B8-AE7F0AA219F3}" type="presOf" srcId="{F15E9933-E252-439C-8F03-BB0BBA89DE21}" destId="{20025BA7-AE98-4642-8012-CE66872B383D}" srcOrd="0" destOrd="1" presId="urn:microsoft.com/office/officeart/2018/5/layout/CenteredIconLabelDescriptionList"/>
    <dgm:cxn modelId="{C44613BD-56BA-453C-B920-A5C5E1B1CEA9}" type="presOf" srcId="{3026BED7-3D54-4AD6-A3E7-5D64CEBF08C5}" destId="{20025BA7-AE98-4642-8012-CE66872B383D}" srcOrd="0" destOrd="0" presId="urn:microsoft.com/office/officeart/2018/5/layout/CenteredIconLabelDescriptionList"/>
    <dgm:cxn modelId="{8FD438C5-9742-4B78-B8F7-F49E7F98CCE3}" srcId="{A4474D48-CF62-41F6-87C7-1F09CFE534B5}" destId="{7DF89DD0-5519-4539-A81B-31524EEF3064}" srcOrd="0" destOrd="0" parTransId="{F600F25D-6FE7-41D0-B7FF-EDD656327ED9}" sibTransId="{2120B12C-03A0-41A3-9394-C7D52167EA16}"/>
    <dgm:cxn modelId="{234966D0-FD6D-4B03-A14A-A2B4E6F7FA73}" type="presOf" srcId="{7DF89DD0-5519-4539-A81B-31524EEF3064}" destId="{A7C1389C-2C69-4565-B792-D18E779AB0F3}" srcOrd="0" destOrd="0" presId="urn:microsoft.com/office/officeart/2018/5/layout/CenteredIconLabelDescriptionList"/>
    <dgm:cxn modelId="{0A5C84D4-B9D6-41E5-89E5-8C80D8D4A5AB}" srcId="{A4474D48-CF62-41F6-87C7-1F09CFE534B5}" destId="{D4E817C8-CC80-4B8A-9DFF-84E214291969}" srcOrd="1" destOrd="0" parTransId="{F8ACB910-983B-4467-BE77-784A5E9C72AF}" sibTransId="{7E946C55-DA18-4643-970C-F39CDE231F8E}"/>
    <dgm:cxn modelId="{D3A994E7-E723-47F5-B5D1-102CFD0CFFED}" srcId="{7DF89DD0-5519-4539-A81B-31524EEF3064}" destId="{3026BED7-3D54-4AD6-A3E7-5D64CEBF08C5}" srcOrd="0" destOrd="0" parTransId="{0D34AA4E-F116-4E1B-9B73-246312C16C89}" sibTransId="{F2815604-6682-4327-8E69-B1007A60D43D}"/>
    <dgm:cxn modelId="{FA861ADA-62AC-4E55-AE67-56B6C9FD7924}" type="presParOf" srcId="{A2B117EF-07B9-46EE-8ED1-A6C9D0C7E5B5}" destId="{1B5FC84B-6614-455F-8169-DD706B3FF381}" srcOrd="0" destOrd="0" presId="urn:microsoft.com/office/officeart/2018/5/layout/CenteredIconLabelDescriptionList"/>
    <dgm:cxn modelId="{0CB05C6F-E0E9-4958-AF00-D74FE4F03BA2}" type="presParOf" srcId="{1B5FC84B-6614-455F-8169-DD706B3FF381}" destId="{CF2C2939-6914-482B-BB5B-3B1B1E34F8B6}" srcOrd="0" destOrd="0" presId="urn:microsoft.com/office/officeart/2018/5/layout/CenteredIconLabelDescriptionList"/>
    <dgm:cxn modelId="{136F40ED-31AA-4EDA-9195-98805D52174B}" type="presParOf" srcId="{1B5FC84B-6614-455F-8169-DD706B3FF381}" destId="{23451D99-21B5-4F20-94C9-FFDC1D1DEBDA}" srcOrd="1" destOrd="0" presId="urn:microsoft.com/office/officeart/2018/5/layout/CenteredIconLabelDescriptionList"/>
    <dgm:cxn modelId="{9EDE7265-52CD-43BD-BE86-278AA589BFCE}" type="presParOf" srcId="{1B5FC84B-6614-455F-8169-DD706B3FF381}" destId="{A7C1389C-2C69-4565-B792-D18E779AB0F3}" srcOrd="2" destOrd="0" presId="urn:microsoft.com/office/officeart/2018/5/layout/CenteredIconLabelDescriptionList"/>
    <dgm:cxn modelId="{4EFFB721-69ED-4F78-8765-ABA5F4B6519B}" type="presParOf" srcId="{1B5FC84B-6614-455F-8169-DD706B3FF381}" destId="{F202EF19-23C3-48F2-891C-1C0B66ECD3B8}" srcOrd="3" destOrd="0" presId="urn:microsoft.com/office/officeart/2018/5/layout/CenteredIconLabelDescriptionList"/>
    <dgm:cxn modelId="{07AD7B6C-2A63-4897-AC60-6D6B6747E274}" type="presParOf" srcId="{1B5FC84B-6614-455F-8169-DD706B3FF381}" destId="{20025BA7-AE98-4642-8012-CE66872B383D}" srcOrd="4" destOrd="0" presId="urn:microsoft.com/office/officeart/2018/5/layout/CenteredIconLabelDescriptionList"/>
    <dgm:cxn modelId="{134E528E-B742-4F6D-8743-1AB120B08438}" type="presParOf" srcId="{A2B117EF-07B9-46EE-8ED1-A6C9D0C7E5B5}" destId="{7A62BBE7-3D6D-4FC3-B681-B0FCD04B4D19}" srcOrd="1" destOrd="0" presId="urn:microsoft.com/office/officeart/2018/5/layout/CenteredIconLabelDescriptionList"/>
    <dgm:cxn modelId="{E87BF51F-FB0C-428B-9A6F-47F21FE400DB}" type="presParOf" srcId="{A2B117EF-07B9-46EE-8ED1-A6C9D0C7E5B5}" destId="{E686EC08-EC7D-439B-97C7-1FA6F71A00A7}" srcOrd="2" destOrd="0" presId="urn:microsoft.com/office/officeart/2018/5/layout/CenteredIconLabelDescriptionList"/>
    <dgm:cxn modelId="{668406AB-6EC6-4B93-A70F-A4A489112C07}" type="presParOf" srcId="{E686EC08-EC7D-439B-97C7-1FA6F71A00A7}" destId="{8D321D07-8B5D-41B6-9C72-C9B353A68DFB}" srcOrd="0" destOrd="0" presId="urn:microsoft.com/office/officeart/2018/5/layout/CenteredIconLabelDescriptionList"/>
    <dgm:cxn modelId="{F7C0F996-71D7-473D-A7E6-35CF1DB041BC}" type="presParOf" srcId="{E686EC08-EC7D-439B-97C7-1FA6F71A00A7}" destId="{A50E029C-9EB7-4355-B330-63ECDB70892B}" srcOrd="1" destOrd="0" presId="urn:microsoft.com/office/officeart/2018/5/layout/CenteredIconLabelDescriptionList"/>
    <dgm:cxn modelId="{30837954-BD6E-40A5-94DC-F931B935B283}" type="presParOf" srcId="{E686EC08-EC7D-439B-97C7-1FA6F71A00A7}" destId="{007311C0-7224-4686-980E-081E54718C94}" srcOrd="2" destOrd="0" presId="urn:microsoft.com/office/officeart/2018/5/layout/CenteredIconLabelDescriptionList"/>
    <dgm:cxn modelId="{E6AEB4C1-B9A2-4517-ACB8-E0759AA16088}" type="presParOf" srcId="{E686EC08-EC7D-439B-97C7-1FA6F71A00A7}" destId="{C910E7EB-B09B-4CB2-93C9-8C822DAB1E42}" srcOrd="3" destOrd="0" presId="urn:microsoft.com/office/officeart/2018/5/layout/CenteredIconLabelDescriptionList"/>
    <dgm:cxn modelId="{5DC67DA0-C73C-42CD-9BCC-25D709870DC6}" type="presParOf" srcId="{E686EC08-EC7D-439B-97C7-1FA6F71A00A7}" destId="{A2D15E00-188E-4749-B05E-0BAA1F78344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99FC0C-2FFA-4300-8E41-27D638A2B69E}" type="doc">
      <dgm:prSet loTypeId="urn:microsoft.com/office/officeart/2005/8/layout/vList5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EC0199A-6D65-4FE6-9D57-A93A921FFA13}">
      <dgm:prSet/>
      <dgm:spPr/>
      <dgm:t>
        <a:bodyPr/>
        <a:lstStyle/>
        <a:p>
          <a:r>
            <a:rPr lang="tr-TR"/>
            <a:t>Posession</a:t>
          </a:r>
          <a:endParaRPr lang="en-US"/>
        </a:p>
      </dgm:t>
    </dgm:pt>
    <dgm:pt modelId="{85AD01D7-B91B-448A-AA36-8D1A13047129}" type="parTrans" cxnId="{94C562BD-21E1-4E5B-BE4E-2ACBAADBADB5}">
      <dgm:prSet/>
      <dgm:spPr/>
      <dgm:t>
        <a:bodyPr/>
        <a:lstStyle/>
        <a:p>
          <a:endParaRPr lang="en-US"/>
        </a:p>
      </dgm:t>
    </dgm:pt>
    <dgm:pt modelId="{2563B687-4C08-417A-8840-08BCCA724E20}" type="sibTrans" cxnId="{94C562BD-21E1-4E5B-BE4E-2ACBAADBADB5}">
      <dgm:prSet/>
      <dgm:spPr/>
      <dgm:t>
        <a:bodyPr/>
        <a:lstStyle/>
        <a:p>
          <a:endParaRPr lang="en-US"/>
        </a:p>
      </dgm:t>
    </dgm:pt>
    <dgm:pt modelId="{A8948852-14A2-487D-A744-58D34FC8D887}">
      <dgm:prSet/>
      <dgm:spPr/>
      <dgm:t>
        <a:bodyPr/>
        <a:lstStyle/>
        <a:p>
          <a:r>
            <a:rPr lang="en-US"/>
            <a:t>“Possession is nine-tenths of the law.” </a:t>
          </a:r>
        </a:p>
      </dgm:t>
    </dgm:pt>
    <dgm:pt modelId="{DD971C8C-F1DD-4AA8-A8B6-BEE50A6A6D80}" type="parTrans" cxnId="{9EDAFBAB-4753-4085-BCDB-D6E0D20F9115}">
      <dgm:prSet/>
      <dgm:spPr/>
      <dgm:t>
        <a:bodyPr/>
        <a:lstStyle/>
        <a:p>
          <a:endParaRPr lang="en-US"/>
        </a:p>
      </dgm:t>
    </dgm:pt>
    <dgm:pt modelId="{C0DC2311-07B5-416F-A0EE-ED182CF86253}" type="sibTrans" cxnId="{9EDAFBAB-4753-4085-BCDB-D6E0D20F9115}">
      <dgm:prSet/>
      <dgm:spPr/>
      <dgm:t>
        <a:bodyPr/>
        <a:lstStyle/>
        <a:p>
          <a:endParaRPr lang="en-US"/>
        </a:p>
      </dgm:t>
    </dgm:pt>
    <dgm:pt modelId="{FEA6A747-666E-40EE-A8DA-3D2C4F141592}">
      <dgm:prSet/>
      <dgm:spPr/>
      <dgm:t>
        <a:bodyPr/>
        <a:lstStyle/>
        <a:p>
          <a:r>
            <a:rPr lang="en-US"/>
            <a:t>in bitcoin,</a:t>
          </a:r>
          <a:r>
            <a:rPr lang="tr-TR"/>
            <a:t> </a:t>
          </a:r>
          <a:r>
            <a:rPr lang="en-US"/>
            <a:t>possession is ten-tenths of the law.</a:t>
          </a:r>
        </a:p>
      </dgm:t>
    </dgm:pt>
    <dgm:pt modelId="{1A39967E-336A-4143-85E0-7B7CC5A2AAB5}" type="parTrans" cxnId="{04321947-19D9-4B2E-8148-CB88530A64AE}">
      <dgm:prSet/>
      <dgm:spPr/>
      <dgm:t>
        <a:bodyPr/>
        <a:lstStyle/>
        <a:p>
          <a:endParaRPr lang="en-US"/>
        </a:p>
      </dgm:t>
    </dgm:pt>
    <dgm:pt modelId="{2C293A87-2E27-4146-B183-D44477AE0CA6}" type="sibTrans" cxnId="{04321947-19D9-4B2E-8148-CB88530A64AE}">
      <dgm:prSet/>
      <dgm:spPr/>
      <dgm:t>
        <a:bodyPr/>
        <a:lstStyle/>
        <a:p>
          <a:endParaRPr lang="en-US"/>
        </a:p>
      </dgm:t>
    </dgm:pt>
    <dgm:pt modelId="{BBC721FE-40D5-42BC-98FA-32C27F9D40D8}">
      <dgm:prSet/>
      <dgm:spPr/>
      <dgm:t>
        <a:bodyPr/>
        <a:lstStyle/>
        <a:p>
          <a:r>
            <a:rPr lang="en-US" dirty="0"/>
            <a:t>Possession of the keys to unlock the bitcoin</a:t>
          </a:r>
        </a:p>
      </dgm:t>
    </dgm:pt>
    <dgm:pt modelId="{3B15FC1A-3BA5-4194-8695-D599714E0A84}" type="parTrans" cxnId="{7F444FA5-668C-4E0F-85F0-48E69F82BFC2}">
      <dgm:prSet/>
      <dgm:spPr/>
      <dgm:t>
        <a:bodyPr/>
        <a:lstStyle/>
        <a:p>
          <a:endParaRPr lang="en-US"/>
        </a:p>
      </dgm:t>
    </dgm:pt>
    <dgm:pt modelId="{8E992ECC-2A2D-4298-BC2C-676CD4467F73}" type="sibTrans" cxnId="{7F444FA5-668C-4E0F-85F0-48E69F82BFC2}">
      <dgm:prSet/>
      <dgm:spPr/>
      <dgm:t>
        <a:bodyPr/>
        <a:lstStyle/>
        <a:p>
          <a:endParaRPr lang="en-US"/>
        </a:p>
      </dgm:t>
    </dgm:pt>
    <dgm:pt modelId="{F73ECCBA-9041-43AF-86B3-FB94A99821F7}">
      <dgm:prSet/>
      <dgm:spPr/>
      <dgm:t>
        <a:bodyPr/>
        <a:lstStyle/>
        <a:p>
          <a:r>
            <a:rPr lang="en-US"/>
            <a:t>or a chunk of precious metal</a:t>
          </a:r>
        </a:p>
      </dgm:t>
    </dgm:pt>
    <dgm:pt modelId="{37C69C30-A399-4381-BA73-462D87FCC9CE}" type="parTrans" cxnId="{B42E28C4-88D8-4F1F-BF32-140CEEB5EE32}">
      <dgm:prSet/>
      <dgm:spPr/>
      <dgm:t>
        <a:bodyPr/>
        <a:lstStyle/>
        <a:p>
          <a:endParaRPr lang="en-US"/>
        </a:p>
      </dgm:t>
    </dgm:pt>
    <dgm:pt modelId="{1601FFA0-11BE-4CE3-AD61-C92DC045C0CD}" type="sibTrans" cxnId="{B42E28C4-88D8-4F1F-BF32-140CEEB5EE32}">
      <dgm:prSet/>
      <dgm:spPr/>
      <dgm:t>
        <a:bodyPr/>
        <a:lstStyle/>
        <a:p>
          <a:endParaRPr lang="en-US"/>
        </a:p>
      </dgm:t>
    </dgm:pt>
    <dgm:pt modelId="{34DDA5FB-2F30-4DDD-BE49-DF20CDEA49FA}">
      <dgm:prSet/>
      <dgm:spPr/>
      <dgm:t>
        <a:bodyPr/>
        <a:lstStyle/>
        <a:p>
          <a:r>
            <a:rPr lang="en-US"/>
            <a:t>No</a:t>
          </a:r>
          <a:r>
            <a:rPr lang="tr-TR"/>
            <a:t> </a:t>
          </a:r>
          <a:r>
            <a:rPr lang="en-US"/>
            <a:t>recourse</a:t>
          </a:r>
        </a:p>
      </dgm:t>
    </dgm:pt>
    <dgm:pt modelId="{F0853A79-4038-4028-9120-C3BAC0100B76}" type="parTrans" cxnId="{A59F761D-10B1-48A0-8D90-8C2179DCC171}">
      <dgm:prSet/>
      <dgm:spPr/>
      <dgm:t>
        <a:bodyPr/>
        <a:lstStyle/>
        <a:p>
          <a:endParaRPr lang="en-US"/>
        </a:p>
      </dgm:t>
    </dgm:pt>
    <dgm:pt modelId="{FB96B48D-B2C9-4A5C-96A6-B4DE6D3A8CC5}" type="sibTrans" cxnId="{A59F761D-10B1-48A0-8D90-8C2179DCC171}">
      <dgm:prSet/>
      <dgm:spPr/>
      <dgm:t>
        <a:bodyPr/>
        <a:lstStyle/>
        <a:p>
          <a:endParaRPr lang="en-US"/>
        </a:p>
      </dgm:t>
    </dgm:pt>
    <dgm:pt modelId="{0B91644B-99F8-4FCC-B29B-EBAC67B64061}">
      <dgm:prSet/>
      <dgm:spPr/>
      <dgm:t>
        <a:bodyPr/>
        <a:lstStyle/>
        <a:p>
          <a:r>
            <a:rPr lang="en-US"/>
            <a:t>You can lose it</a:t>
          </a:r>
        </a:p>
      </dgm:t>
    </dgm:pt>
    <dgm:pt modelId="{ECC2A873-7F74-4935-9B25-ACF3132612A3}" type="parTrans" cxnId="{E99AB697-A509-43DF-88B3-07D4EE109CC8}">
      <dgm:prSet/>
      <dgm:spPr/>
      <dgm:t>
        <a:bodyPr/>
        <a:lstStyle/>
        <a:p>
          <a:endParaRPr lang="en-US"/>
        </a:p>
      </dgm:t>
    </dgm:pt>
    <dgm:pt modelId="{9EB9665A-6159-4B06-A336-914E213E056B}" type="sibTrans" cxnId="{E99AB697-A509-43DF-88B3-07D4EE109CC8}">
      <dgm:prSet/>
      <dgm:spPr/>
      <dgm:t>
        <a:bodyPr/>
        <a:lstStyle/>
        <a:p>
          <a:endParaRPr lang="en-US"/>
        </a:p>
      </dgm:t>
    </dgm:pt>
    <dgm:pt modelId="{5230FFBC-7D69-4E92-B967-A68B6B8E63A0}">
      <dgm:prSet/>
      <dgm:spPr/>
      <dgm:t>
        <a:bodyPr/>
        <a:lstStyle/>
        <a:p>
          <a:r>
            <a:rPr lang="en-US"/>
            <a:t>misplace it</a:t>
          </a:r>
        </a:p>
      </dgm:t>
    </dgm:pt>
    <dgm:pt modelId="{A5DC1395-0745-4CDD-BEB0-869848EF01AB}" type="parTrans" cxnId="{475EB4DE-05C9-453B-BA07-F0299EDA2C5C}">
      <dgm:prSet/>
      <dgm:spPr/>
      <dgm:t>
        <a:bodyPr/>
        <a:lstStyle/>
        <a:p>
          <a:endParaRPr lang="en-US"/>
        </a:p>
      </dgm:t>
    </dgm:pt>
    <dgm:pt modelId="{5A1D9482-C46A-4DC7-95E1-D0EC2E5DB94B}" type="sibTrans" cxnId="{475EB4DE-05C9-453B-BA07-F0299EDA2C5C}">
      <dgm:prSet/>
      <dgm:spPr/>
      <dgm:t>
        <a:bodyPr/>
        <a:lstStyle/>
        <a:p>
          <a:endParaRPr lang="en-US"/>
        </a:p>
      </dgm:t>
    </dgm:pt>
    <dgm:pt modelId="{C9A51A01-7609-4391-9568-222E13866D49}">
      <dgm:prSet/>
      <dgm:spPr/>
      <dgm:t>
        <a:bodyPr/>
        <a:lstStyle/>
        <a:p>
          <a:r>
            <a:rPr lang="en-US"/>
            <a:t>have it stolen</a:t>
          </a:r>
        </a:p>
      </dgm:t>
    </dgm:pt>
    <dgm:pt modelId="{CCFA8772-96E7-43C4-960C-7178CF034A1B}" type="parTrans" cxnId="{02428A93-D326-4CD3-81C3-A8E7FE8D50A8}">
      <dgm:prSet/>
      <dgm:spPr/>
      <dgm:t>
        <a:bodyPr/>
        <a:lstStyle/>
        <a:p>
          <a:endParaRPr lang="en-US"/>
        </a:p>
      </dgm:t>
    </dgm:pt>
    <dgm:pt modelId="{A84BCEAD-E9BA-4116-BF15-49D3D6DA235F}" type="sibTrans" cxnId="{02428A93-D326-4CD3-81C3-A8E7FE8D50A8}">
      <dgm:prSet/>
      <dgm:spPr/>
      <dgm:t>
        <a:bodyPr/>
        <a:lstStyle/>
        <a:p>
          <a:endParaRPr lang="en-US"/>
        </a:p>
      </dgm:t>
    </dgm:pt>
    <dgm:pt modelId="{FB4FBB0D-5170-4076-AD02-335207876244}">
      <dgm:prSet/>
      <dgm:spPr/>
      <dgm:t>
        <a:bodyPr/>
        <a:lstStyle/>
        <a:p>
          <a:r>
            <a:rPr lang="en-US"/>
            <a:t>accidentally give the wrong amount to someone</a:t>
          </a:r>
        </a:p>
      </dgm:t>
    </dgm:pt>
    <dgm:pt modelId="{385D22BA-7770-43E4-A8F0-17D28C70DD30}" type="parTrans" cxnId="{EFEDFE5F-4635-42E3-ABD5-3AB4ACB3C9C6}">
      <dgm:prSet/>
      <dgm:spPr/>
      <dgm:t>
        <a:bodyPr/>
        <a:lstStyle/>
        <a:p>
          <a:endParaRPr lang="en-US"/>
        </a:p>
      </dgm:t>
    </dgm:pt>
    <dgm:pt modelId="{920D01AC-91A5-4D16-A274-759CF02058E8}" type="sibTrans" cxnId="{EFEDFE5F-4635-42E3-ABD5-3AB4ACB3C9C6}">
      <dgm:prSet/>
      <dgm:spPr/>
      <dgm:t>
        <a:bodyPr/>
        <a:lstStyle/>
        <a:p>
          <a:endParaRPr lang="en-US"/>
        </a:p>
      </dgm:t>
    </dgm:pt>
    <dgm:pt modelId="{A0515DF9-9175-4B37-B4D8-D82E55107F0C}">
      <dgm:prSet/>
      <dgm:spPr/>
      <dgm:t>
        <a:bodyPr/>
        <a:lstStyle/>
        <a:p>
          <a:r>
            <a:rPr lang="en-US"/>
            <a:t>is</a:t>
          </a:r>
          <a:r>
            <a:rPr lang="tr-TR"/>
            <a:t> </a:t>
          </a:r>
          <a:r>
            <a:rPr lang="en-US" dirty="0"/>
            <a:t>equivalent to possession of cash </a:t>
          </a:r>
        </a:p>
      </dgm:t>
    </dgm:pt>
    <dgm:pt modelId="{083FB887-8F9C-41E0-A953-0BF399898CCA}" type="parTrans" cxnId="{50B22DCA-821F-4B26-9D19-6CAC6433F7A1}">
      <dgm:prSet/>
      <dgm:spPr/>
      <dgm:t>
        <a:bodyPr/>
        <a:lstStyle/>
        <a:p>
          <a:endParaRPr lang="tr-TR"/>
        </a:p>
      </dgm:t>
    </dgm:pt>
    <dgm:pt modelId="{BC35C7DB-07B2-4DAA-A205-4066EDA3368D}" type="sibTrans" cxnId="{50B22DCA-821F-4B26-9D19-6CAC6433F7A1}">
      <dgm:prSet/>
      <dgm:spPr/>
      <dgm:t>
        <a:bodyPr/>
        <a:lstStyle/>
        <a:p>
          <a:endParaRPr lang="tr-TR"/>
        </a:p>
      </dgm:t>
    </dgm:pt>
    <dgm:pt modelId="{5C5C1E1A-6567-4F1B-905B-1B2844B0D0E8}">
      <dgm:prSet/>
      <dgm:spPr/>
      <dgm:t>
        <a:bodyPr/>
        <a:lstStyle/>
        <a:p>
          <a:r>
            <a:rPr lang="en-US" dirty="0"/>
            <a:t>Keys</a:t>
          </a:r>
          <a:r>
            <a:rPr lang="tr-TR" dirty="0"/>
            <a:t> </a:t>
          </a:r>
          <a:endParaRPr lang="en-US" dirty="0"/>
        </a:p>
      </dgm:t>
    </dgm:pt>
    <dgm:pt modelId="{384455C6-5A7B-4597-9AC7-C65F6678634B}" type="sibTrans" cxnId="{96A1A00D-B4D7-4915-84EF-CB485EBB0C82}">
      <dgm:prSet/>
      <dgm:spPr/>
      <dgm:t>
        <a:bodyPr/>
        <a:lstStyle/>
        <a:p>
          <a:endParaRPr lang="en-US"/>
        </a:p>
      </dgm:t>
    </dgm:pt>
    <dgm:pt modelId="{60D98BF2-55C0-4AB5-B781-5921166CBBFD}" type="parTrans" cxnId="{96A1A00D-B4D7-4915-84EF-CB485EBB0C82}">
      <dgm:prSet/>
      <dgm:spPr/>
      <dgm:t>
        <a:bodyPr/>
        <a:lstStyle/>
        <a:p>
          <a:endParaRPr lang="en-US"/>
        </a:p>
      </dgm:t>
    </dgm:pt>
    <dgm:pt modelId="{56C7D50D-109B-4A07-9213-D1BF537DD890}" type="pres">
      <dgm:prSet presAssocID="{9599FC0C-2FFA-4300-8E41-27D638A2B69E}" presName="Name0" presStyleCnt="0">
        <dgm:presLayoutVars>
          <dgm:dir/>
          <dgm:animLvl val="lvl"/>
          <dgm:resizeHandles val="exact"/>
        </dgm:presLayoutVars>
      </dgm:prSet>
      <dgm:spPr/>
    </dgm:pt>
    <dgm:pt modelId="{584863EA-627F-4ADE-8D9A-DC68D845311A}" type="pres">
      <dgm:prSet presAssocID="{4EC0199A-6D65-4FE6-9D57-A93A921FFA13}" presName="linNode" presStyleCnt="0"/>
      <dgm:spPr/>
    </dgm:pt>
    <dgm:pt modelId="{4432F3C0-9433-4712-BF06-4B3E28B88DBA}" type="pres">
      <dgm:prSet presAssocID="{4EC0199A-6D65-4FE6-9D57-A93A921FFA1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0D33A72-C3CA-46E3-ADCC-6E2549554C24}" type="pres">
      <dgm:prSet presAssocID="{4EC0199A-6D65-4FE6-9D57-A93A921FFA13}" presName="descendantText" presStyleLbl="alignAccFollowNode1" presStyleIdx="0" presStyleCnt="3">
        <dgm:presLayoutVars>
          <dgm:bulletEnabled val="1"/>
        </dgm:presLayoutVars>
      </dgm:prSet>
      <dgm:spPr/>
    </dgm:pt>
    <dgm:pt modelId="{328209B2-E670-4696-B347-0523DFF2D84F}" type="pres">
      <dgm:prSet presAssocID="{2563B687-4C08-417A-8840-08BCCA724E20}" presName="sp" presStyleCnt="0"/>
      <dgm:spPr/>
    </dgm:pt>
    <dgm:pt modelId="{8515AA26-05D2-4E54-908A-B36CC3F9C6B4}" type="pres">
      <dgm:prSet presAssocID="{5C5C1E1A-6567-4F1B-905B-1B2844B0D0E8}" presName="linNode" presStyleCnt="0"/>
      <dgm:spPr/>
    </dgm:pt>
    <dgm:pt modelId="{EFB37E12-CEE5-4D06-A509-783E03AFAF37}" type="pres">
      <dgm:prSet presAssocID="{5C5C1E1A-6567-4F1B-905B-1B2844B0D0E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0040564-D98E-4953-B5F2-9822257F42E6}" type="pres">
      <dgm:prSet presAssocID="{5C5C1E1A-6567-4F1B-905B-1B2844B0D0E8}" presName="descendantText" presStyleLbl="alignAccFollowNode1" presStyleIdx="1" presStyleCnt="3">
        <dgm:presLayoutVars>
          <dgm:bulletEnabled val="1"/>
        </dgm:presLayoutVars>
      </dgm:prSet>
      <dgm:spPr/>
    </dgm:pt>
    <dgm:pt modelId="{2D0CF6C6-8EE2-4D5C-B639-7347E03F4EC8}" type="pres">
      <dgm:prSet presAssocID="{384455C6-5A7B-4597-9AC7-C65F6678634B}" presName="sp" presStyleCnt="0"/>
      <dgm:spPr/>
    </dgm:pt>
    <dgm:pt modelId="{FDFCD17C-1B74-4D0A-8412-45941C62D91E}" type="pres">
      <dgm:prSet presAssocID="{34DDA5FB-2F30-4DDD-BE49-DF20CDEA49FA}" presName="linNode" presStyleCnt="0"/>
      <dgm:spPr/>
    </dgm:pt>
    <dgm:pt modelId="{F99E6758-B742-4989-A95A-D795C30B7D32}" type="pres">
      <dgm:prSet presAssocID="{34DDA5FB-2F30-4DDD-BE49-DF20CDEA49F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8610F88-19F0-4B4C-BABF-C6F00A777F1D}" type="pres">
      <dgm:prSet presAssocID="{34DDA5FB-2F30-4DDD-BE49-DF20CDEA49F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6A1A00D-B4D7-4915-84EF-CB485EBB0C82}" srcId="{9599FC0C-2FFA-4300-8E41-27D638A2B69E}" destId="{5C5C1E1A-6567-4F1B-905B-1B2844B0D0E8}" srcOrd="1" destOrd="0" parTransId="{60D98BF2-55C0-4AB5-B781-5921166CBBFD}" sibTransId="{384455C6-5A7B-4597-9AC7-C65F6678634B}"/>
    <dgm:cxn modelId="{86CA3119-A8C3-4AD6-B9A8-E1F4A0AEAC07}" type="presOf" srcId="{FEA6A747-666E-40EE-A8DA-3D2C4F141592}" destId="{00D33A72-C3CA-46E3-ADCC-6E2549554C24}" srcOrd="0" destOrd="1" presId="urn:microsoft.com/office/officeart/2005/8/layout/vList5"/>
    <dgm:cxn modelId="{F3FBE81B-9E23-45AF-BC3B-030D740E7A89}" type="presOf" srcId="{0B91644B-99F8-4FCC-B29B-EBAC67B64061}" destId="{28610F88-19F0-4B4C-BABF-C6F00A777F1D}" srcOrd="0" destOrd="0" presId="urn:microsoft.com/office/officeart/2005/8/layout/vList5"/>
    <dgm:cxn modelId="{A59F761D-10B1-48A0-8D90-8C2179DCC171}" srcId="{9599FC0C-2FFA-4300-8E41-27D638A2B69E}" destId="{34DDA5FB-2F30-4DDD-BE49-DF20CDEA49FA}" srcOrd="2" destOrd="0" parTransId="{F0853A79-4038-4028-9120-C3BAC0100B76}" sibTransId="{FB96B48D-B2C9-4A5C-96A6-B4DE6D3A8CC5}"/>
    <dgm:cxn modelId="{332E6C5D-A907-4E33-90EA-6FB27985DF37}" type="presOf" srcId="{A8948852-14A2-487D-A744-58D34FC8D887}" destId="{00D33A72-C3CA-46E3-ADCC-6E2549554C24}" srcOrd="0" destOrd="0" presId="urn:microsoft.com/office/officeart/2005/8/layout/vList5"/>
    <dgm:cxn modelId="{EFEDFE5F-4635-42E3-ABD5-3AB4ACB3C9C6}" srcId="{34DDA5FB-2F30-4DDD-BE49-DF20CDEA49FA}" destId="{FB4FBB0D-5170-4076-AD02-335207876244}" srcOrd="3" destOrd="0" parTransId="{385D22BA-7770-43E4-A8F0-17D28C70DD30}" sibTransId="{920D01AC-91A5-4D16-A274-759CF02058E8}"/>
    <dgm:cxn modelId="{04321947-19D9-4B2E-8148-CB88530A64AE}" srcId="{4EC0199A-6D65-4FE6-9D57-A93A921FFA13}" destId="{FEA6A747-666E-40EE-A8DA-3D2C4F141592}" srcOrd="1" destOrd="0" parTransId="{1A39967E-336A-4143-85E0-7B7CC5A2AAB5}" sibTransId="{2C293A87-2E27-4146-B183-D44477AE0CA6}"/>
    <dgm:cxn modelId="{C25F2569-966E-47B5-95EB-8EA0CCCF4145}" type="presOf" srcId="{F73ECCBA-9041-43AF-86B3-FB94A99821F7}" destId="{A0040564-D98E-4953-B5F2-9822257F42E6}" srcOrd="0" destOrd="2" presId="urn:microsoft.com/office/officeart/2005/8/layout/vList5"/>
    <dgm:cxn modelId="{C32D7A69-B968-45BE-A3A8-675B511F9752}" type="presOf" srcId="{BBC721FE-40D5-42BC-98FA-32C27F9D40D8}" destId="{A0040564-D98E-4953-B5F2-9822257F42E6}" srcOrd="0" destOrd="0" presId="urn:microsoft.com/office/officeart/2005/8/layout/vList5"/>
    <dgm:cxn modelId="{AD254A6B-7E4E-4597-A242-71C64AF7BD91}" type="presOf" srcId="{34DDA5FB-2F30-4DDD-BE49-DF20CDEA49FA}" destId="{F99E6758-B742-4989-A95A-D795C30B7D32}" srcOrd="0" destOrd="0" presId="urn:microsoft.com/office/officeart/2005/8/layout/vList5"/>
    <dgm:cxn modelId="{E1820176-5131-4668-A88D-2D8C379D81DA}" type="presOf" srcId="{5230FFBC-7D69-4E92-B967-A68B6B8E63A0}" destId="{28610F88-19F0-4B4C-BABF-C6F00A777F1D}" srcOrd="0" destOrd="1" presId="urn:microsoft.com/office/officeart/2005/8/layout/vList5"/>
    <dgm:cxn modelId="{4BDD7B7F-A9E2-44CF-A05D-98C15E62C67B}" type="presOf" srcId="{4EC0199A-6D65-4FE6-9D57-A93A921FFA13}" destId="{4432F3C0-9433-4712-BF06-4B3E28B88DBA}" srcOrd="0" destOrd="0" presId="urn:microsoft.com/office/officeart/2005/8/layout/vList5"/>
    <dgm:cxn modelId="{02428A93-D326-4CD3-81C3-A8E7FE8D50A8}" srcId="{34DDA5FB-2F30-4DDD-BE49-DF20CDEA49FA}" destId="{C9A51A01-7609-4391-9568-222E13866D49}" srcOrd="2" destOrd="0" parTransId="{CCFA8772-96E7-43C4-960C-7178CF034A1B}" sibTransId="{A84BCEAD-E9BA-4116-BF15-49D3D6DA235F}"/>
    <dgm:cxn modelId="{E99AB697-A509-43DF-88B3-07D4EE109CC8}" srcId="{34DDA5FB-2F30-4DDD-BE49-DF20CDEA49FA}" destId="{0B91644B-99F8-4FCC-B29B-EBAC67B64061}" srcOrd="0" destOrd="0" parTransId="{ECC2A873-7F74-4935-9B25-ACF3132612A3}" sibTransId="{9EB9665A-6159-4B06-A336-914E213E056B}"/>
    <dgm:cxn modelId="{2128D79E-F536-48D3-818D-F8926311BCDF}" type="presOf" srcId="{9599FC0C-2FFA-4300-8E41-27D638A2B69E}" destId="{56C7D50D-109B-4A07-9213-D1BF537DD890}" srcOrd="0" destOrd="0" presId="urn:microsoft.com/office/officeart/2005/8/layout/vList5"/>
    <dgm:cxn modelId="{7F444FA5-668C-4E0F-85F0-48E69F82BFC2}" srcId="{5C5C1E1A-6567-4F1B-905B-1B2844B0D0E8}" destId="{BBC721FE-40D5-42BC-98FA-32C27F9D40D8}" srcOrd="0" destOrd="0" parTransId="{3B15FC1A-3BA5-4194-8695-D599714E0A84}" sibTransId="{8E992ECC-2A2D-4298-BC2C-676CD4467F73}"/>
    <dgm:cxn modelId="{E1FC7DAB-5B31-4A0C-9110-F5405A6DCEC5}" type="presOf" srcId="{A0515DF9-9175-4B37-B4D8-D82E55107F0C}" destId="{A0040564-D98E-4953-B5F2-9822257F42E6}" srcOrd="0" destOrd="1" presId="urn:microsoft.com/office/officeart/2005/8/layout/vList5"/>
    <dgm:cxn modelId="{9EDAFBAB-4753-4085-BCDB-D6E0D20F9115}" srcId="{4EC0199A-6D65-4FE6-9D57-A93A921FFA13}" destId="{A8948852-14A2-487D-A744-58D34FC8D887}" srcOrd="0" destOrd="0" parTransId="{DD971C8C-F1DD-4AA8-A8B6-BEE50A6A6D80}" sibTransId="{C0DC2311-07B5-416F-A0EE-ED182CF86253}"/>
    <dgm:cxn modelId="{94C562BD-21E1-4E5B-BE4E-2ACBAADBADB5}" srcId="{9599FC0C-2FFA-4300-8E41-27D638A2B69E}" destId="{4EC0199A-6D65-4FE6-9D57-A93A921FFA13}" srcOrd="0" destOrd="0" parTransId="{85AD01D7-B91B-448A-AA36-8D1A13047129}" sibTransId="{2563B687-4C08-417A-8840-08BCCA724E20}"/>
    <dgm:cxn modelId="{E2E2F7C3-CB91-4765-81E1-5DAFD412D1B0}" type="presOf" srcId="{FB4FBB0D-5170-4076-AD02-335207876244}" destId="{28610F88-19F0-4B4C-BABF-C6F00A777F1D}" srcOrd="0" destOrd="3" presId="urn:microsoft.com/office/officeart/2005/8/layout/vList5"/>
    <dgm:cxn modelId="{B42E28C4-88D8-4F1F-BF32-140CEEB5EE32}" srcId="{5C5C1E1A-6567-4F1B-905B-1B2844B0D0E8}" destId="{F73ECCBA-9041-43AF-86B3-FB94A99821F7}" srcOrd="2" destOrd="0" parTransId="{37C69C30-A399-4381-BA73-462D87FCC9CE}" sibTransId="{1601FFA0-11BE-4CE3-AD61-C92DC045C0CD}"/>
    <dgm:cxn modelId="{50B22DCA-821F-4B26-9D19-6CAC6433F7A1}" srcId="{5C5C1E1A-6567-4F1B-905B-1B2844B0D0E8}" destId="{A0515DF9-9175-4B37-B4D8-D82E55107F0C}" srcOrd="1" destOrd="0" parTransId="{083FB887-8F9C-41E0-A953-0BF399898CCA}" sibTransId="{BC35C7DB-07B2-4DAA-A205-4066EDA3368D}"/>
    <dgm:cxn modelId="{475EB4DE-05C9-453B-BA07-F0299EDA2C5C}" srcId="{34DDA5FB-2F30-4DDD-BE49-DF20CDEA49FA}" destId="{5230FFBC-7D69-4E92-B967-A68B6B8E63A0}" srcOrd="1" destOrd="0" parTransId="{A5DC1395-0745-4CDD-BEB0-869848EF01AB}" sibTransId="{5A1D9482-C46A-4DC7-95E1-D0EC2E5DB94B}"/>
    <dgm:cxn modelId="{F9CB71E1-3D65-4491-A449-7A54EC8E8120}" type="presOf" srcId="{C9A51A01-7609-4391-9568-222E13866D49}" destId="{28610F88-19F0-4B4C-BABF-C6F00A777F1D}" srcOrd="0" destOrd="2" presId="urn:microsoft.com/office/officeart/2005/8/layout/vList5"/>
    <dgm:cxn modelId="{803333F5-9009-4FE8-B20E-1E1B5BE9791C}" type="presOf" srcId="{5C5C1E1A-6567-4F1B-905B-1B2844B0D0E8}" destId="{EFB37E12-CEE5-4D06-A509-783E03AFAF37}" srcOrd="0" destOrd="0" presId="urn:microsoft.com/office/officeart/2005/8/layout/vList5"/>
    <dgm:cxn modelId="{FC94FF79-2D8E-41C4-982C-4E51378474C5}" type="presParOf" srcId="{56C7D50D-109B-4A07-9213-D1BF537DD890}" destId="{584863EA-627F-4ADE-8D9A-DC68D845311A}" srcOrd="0" destOrd="0" presId="urn:microsoft.com/office/officeart/2005/8/layout/vList5"/>
    <dgm:cxn modelId="{10935174-74D3-43CF-B468-0E75961020CC}" type="presParOf" srcId="{584863EA-627F-4ADE-8D9A-DC68D845311A}" destId="{4432F3C0-9433-4712-BF06-4B3E28B88DBA}" srcOrd="0" destOrd="0" presId="urn:microsoft.com/office/officeart/2005/8/layout/vList5"/>
    <dgm:cxn modelId="{A08D61BB-4152-48E3-99A4-99E4D6F30D7B}" type="presParOf" srcId="{584863EA-627F-4ADE-8D9A-DC68D845311A}" destId="{00D33A72-C3CA-46E3-ADCC-6E2549554C24}" srcOrd="1" destOrd="0" presId="urn:microsoft.com/office/officeart/2005/8/layout/vList5"/>
    <dgm:cxn modelId="{460C542F-ECA5-4BDE-87FC-5B47FEF14B39}" type="presParOf" srcId="{56C7D50D-109B-4A07-9213-D1BF537DD890}" destId="{328209B2-E670-4696-B347-0523DFF2D84F}" srcOrd="1" destOrd="0" presId="urn:microsoft.com/office/officeart/2005/8/layout/vList5"/>
    <dgm:cxn modelId="{50722962-9D6A-4D9D-83DB-D3DF8580177C}" type="presParOf" srcId="{56C7D50D-109B-4A07-9213-D1BF537DD890}" destId="{8515AA26-05D2-4E54-908A-B36CC3F9C6B4}" srcOrd="2" destOrd="0" presId="urn:microsoft.com/office/officeart/2005/8/layout/vList5"/>
    <dgm:cxn modelId="{D3503C7D-CD44-4EB1-8D8C-AD5C05AABF71}" type="presParOf" srcId="{8515AA26-05D2-4E54-908A-B36CC3F9C6B4}" destId="{EFB37E12-CEE5-4D06-A509-783E03AFAF37}" srcOrd="0" destOrd="0" presId="urn:microsoft.com/office/officeart/2005/8/layout/vList5"/>
    <dgm:cxn modelId="{A835C152-F5E8-4E2F-A84D-BBE62708C5ED}" type="presParOf" srcId="{8515AA26-05D2-4E54-908A-B36CC3F9C6B4}" destId="{A0040564-D98E-4953-B5F2-9822257F42E6}" srcOrd="1" destOrd="0" presId="urn:microsoft.com/office/officeart/2005/8/layout/vList5"/>
    <dgm:cxn modelId="{45B3469D-32F8-4AC8-B486-19F8915BA3E0}" type="presParOf" srcId="{56C7D50D-109B-4A07-9213-D1BF537DD890}" destId="{2D0CF6C6-8EE2-4D5C-B639-7347E03F4EC8}" srcOrd="3" destOrd="0" presId="urn:microsoft.com/office/officeart/2005/8/layout/vList5"/>
    <dgm:cxn modelId="{3A4987FB-9410-4396-BE85-1A9955214FCF}" type="presParOf" srcId="{56C7D50D-109B-4A07-9213-D1BF537DD890}" destId="{FDFCD17C-1B74-4D0A-8412-45941C62D91E}" srcOrd="4" destOrd="0" presId="urn:microsoft.com/office/officeart/2005/8/layout/vList5"/>
    <dgm:cxn modelId="{ECB0A1ED-14F4-42A8-B93D-D9EF91258093}" type="presParOf" srcId="{FDFCD17C-1B74-4D0A-8412-45941C62D91E}" destId="{F99E6758-B742-4989-A95A-D795C30B7D32}" srcOrd="0" destOrd="0" presId="urn:microsoft.com/office/officeart/2005/8/layout/vList5"/>
    <dgm:cxn modelId="{ECACF9DC-881E-4E56-90AA-DC463FA08CF2}" type="presParOf" srcId="{FDFCD17C-1B74-4D0A-8412-45941C62D91E}" destId="{28610F88-19F0-4B4C-BABF-C6F00A777F1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B59385-679E-489D-B345-14A2981E391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C014C6-DE46-4407-97BD-A2DDEC552C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</a:t>
          </a:r>
          <a:r>
            <a:rPr lang="tr-TR"/>
            <a:t> precious capabilities</a:t>
          </a:r>
          <a:endParaRPr lang="en-US"/>
        </a:p>
      </dgm:t>
    </dgm:pt>
    <dgm:pt modelId="{2FC1DC9C-3D7D-4141-B438-42734CC80FFB}" type="parTrans" cxnId="{1BBB474D-3EA9-44CE-A941-383E05518C02}">
      <dgm:prSet/>
      <dgm:spPr/>
      <dgm:t>
        <a:bodyPr/>
        <a:lstStyle/>
        <a:p>
          <a:endParaRPr lang="en-US"/>
        </a:p>
      </dgm:t>
    </dgm:pt>
    <dgm:pt modelId="{E8B6496C-5762-42F1-989A-52965625EDFD}" type="sibTrans" cxnId="{1BBB474D-3EA9-44CE-A941-383E05518C02}">
      <dgm:prSet/>
      <dgm:spPr/>
      <dgm:t>
        <a:bodyPr/>
        <a:lstStyle/>
        <a:p>
          <a:endParaRPr lang="en-US"/>
        </a:p>
      </dgm:t>
    </dgm:pt>
    <dgm:pt modelId="{D46FE069-9BA5-4C50-8721-C2A574B7BB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bitcoin</a:t>
          </a:r>
          <a:r>
            <a:rPr lang="tr-TR"/>
            <a:t> </a:t>
          </a:r>
          <a:r>
            <a:rPr lang="en-US"/>
            <a:t>wallet can be backed up like any file</a:t>
          </a:r>
        </a:p>
      </dgm:t>
    </dgm:pt>
    <dgm:pt modelId="{51EFAAE7-8526-4656-8596-43C84E7B0C7A}" type="parTrans" cxnId="{2B85A021-9E53-4973-A60E-387A52E96FE2}">
      <dgm:prSet/>
      <dgm:spPr/>
      <dgm:t>
        <a:bodyPr/>
        <a:lstStyle/>
        <a:p>
          <a:endParaRPr lang="en-US"/>
        </a:p>
      </dgm:t>
    </dgm:pt>
    <dgm:pt modelId="{6D75210E-76DD-43FA-8A4A-B4F2E98B3EF8}" type="sibTrans" cxnId="{2B85A021-9E53-4973-A60E-387A52E96FE2}">
      <dgm:prSet/>
      <dgm:spPr/>
      <dgm:t>
        <a:bodyPr/>
        <a:lstStyle/>
        <a:p>
          <a:endParaRPr lang="en-US"/>
        </a:p>
      </dgm:t>
    </dgm:pt>
    <dgm:pt modelId="{4A04955A-4172-4E7E-A9B0-FB823F0CA7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stored in multiple</a:t>
          </a:r>
          <a:r>
            <a:rPr lang="tr-TR"/>
            <a:t> </a:t>
          </a:r>
          <a:r>
            <a:rPr lang="en-US"/>
            <a:t>copies</a:t>
          </a:r>
        </a:p>
      </dgm:t>
    </dgm:pt>
    <dgm:pt modelId="{84935FD1-0265-4FD2-8445-988CA7EF1D0E}" type="parTrans" cxnId="{329EFA02-BFEE-4292-9083-940E11F5A0A1}">
      <dgm:prSet/>
      <dgm:spPr/>
      <dgm:t>
        <a:bodyPr/>
        <a:lstStyle/>
        <a:p>
          <a:endParaRPr lang="en-US"/>
        </a:p>
      </dgm:t>
    </dgm:pt>
    <dgm:pt modelId="{4859518A-B7E4-4069-B8D7-B4B059A037BA}" type="sibTrans" cxnId="{329EFA02-BFEE-4292-9083-940E11F5A0A1}">
      <dgm:prSet/>
      <dgm:spPr/>
      <dgm:t>
        <a:bodyPr/>
        <a:lstStyle/>
        <a:p>
          <a:endParaRPr lang="en-US"/>
        </a:p>
      </dgm:t>
    </dgm:pt>
    <dgm:pt modelId="{5EC24211-541E-4888-A7BE-DA9F4EB8C7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 printed on paper for hard-copy backup </a:t>
          </a:r>
        </a:p>
      </dgm:t>
    </dgm:pt>
    <dgm:pt modelId="{764FEBD9-519B-4494-8488-C476BAFB48E1}" type="parTrans" cxnId="{E3940144-FC2D-4D18-9E82-CAA714146F94}">
      <dgm:prSet/>
      <dgm:spPr/>
      <dgm:t>
        <a:bodyPr/>
        <a:lstStyle/>
        <a:p>
          <a:endParaRPr lang="en-US"/>
        </a:p>
      </dgm:t>
    </dgm:pt>
    <dgm:pt modelId="{5CFDE882-F725-426B-A9D8-17CA34EA48FD}" type="sibTrans" cxnId="{E3940144-FC2D-4D18-9E82-CAA714146F94}">
      <dgm:prSet/>
      <dgm:spPr/>
      <dgm:t>
        <a:bodyPr/>
        <a:lstStyle/>
        <a:p>
          <a:endParaRPr lang="en-US"/>
        </a:p>
      </dgm:t>
    </dgm:pt>
    <dgm:pt modelId="{A66DD292-648A-4279-84AA-800C5F6CD64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Others</a:t>
          </a:r>
          <a:endParaRPr lang="en-US"/>
        </a:p>
      </dgm:t>
    </dgm:pt>
    <dgm:pt modelId="{89CC47C8-3F11-470D-B7E5-A997F0330EC2}" type="parTrans" cxnId="{B534C63F-7852-4AAC-9867-3DBC680E1D24}">
      <dgm:prSet/>
      <dgm:spPr/>
      <dgm:t>
        <a:bodyPr/>
        <a:lstStyle/>
        <a:p>
          <a:endParaRPr lang="en-US"/>
        </a:p>
      </dgm:t>
    </dgm:pt>
    <dgm:pt modelId="{4407CB2C-2EEE-49E3-8751-F944594E9C8F}" type="sibTrans" cxnId="{B534C63F-7852-4AAC-9867-3DBC680E1D24}">
      <dgm:prSet/>
      <dgm:spPr/>
      <dgm:t>
        <a:bodyPr/>
        <a:lstStyle/>
        <a:p>
          <a:endParaRPr lang="en-US"/>
        </a:p>
      </dgm:t>
    </dgm:pt>
    <dgm:pt modelId="{0F4D1D92-DC73-437E-965C-8E94B4889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can’t “back up” cash,</a:t>
          </a:r>
          <a:r>
            <a:rPr lang="tr-TR"/>
            <a:t> </a:t>
          </a:r>
          <a:r>
            <a:rPr lang="en-US"/>
            <a:t>gold, or bank accounts. </a:t>
          </a:r>
        </a:p>
      </dgm:t>
    </dgm:pt>
    <dgm:pt modelId="{6F9FCC7A-2B4A-49A0-A761-45765FAD3D72}" type="parTrans" cxnId="{C5F7D88A-0F41-4F2C-9DBC-674764BA6A71}">
      <dgm:prSet/>
      <dgm:spPr/>
      <dgm:t>
        <a:bodyPr/>
        <a:lstStyle/>
        <a:p>
          <a:endParaRPr lang="en-US"/>
        </a:p>
      </dgm:t>
    </dgm:pt>
    <dgm:pt modelId="{49BC2850-FDAF-4EAF-ACC3-4E242480398F}" type="sibTrans" cxnId="{C5F7D88A-0F41-4F2C-9DBC-674764BA6A71}">
      <dgm:prSet/>
      <dgm:spPr/>
      <dgm:t>
        <a:bodyPr/>
        <a:lstStyle/>
        <a:p>
          <a:endParaRPr lang="en-US"/>
        </a:p>
      </dgm:t>
    </dgm:pt>
    <dgm:pt modelId="{185BB55E-907A-4DC0-813D-6E801B10FF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is different enough </a:t>
          </a:r>
        </a:p>
      </dgm:t>
    </dgm:pt>
    <dgm:pt modelId="{B0BC1C96-DD4A-4824-8B8A-D6A6F828A23F}" type="parTrans" cxnId="{BF27B82A-4E02-45D1-A217-CD5E2F6A56C9}">
      <dgm:prSet/>
      <dgm:spPr/>
      <dgm:t>
        <a:bodyPr/>
        <a:lstStyle/>
        <a:p>
          <a:endParaRPr lang="en-US"/>
        </a:p>
      </dgm:t>
    </dgm:pt>
    <dgm:pt modelId="{1DAC9BE1-43A9-46A6-934F-A9E59C3ADB53}" type="sibTrans" cxnId="{BF27B82A-4E02-45D1-A217-CD5E2F6A56C9}">
      <dgm:prSet/>
      <dgm:spPr/>
      <dgm:t>
        <a:bodyPr/>
        <a:lstStyle/>
        <a:p>
          <a:endParaRPr lang="en-US"/>
        </a:p>
      </dgm:t>
    </dgm:pt>
    <dgm:pt modelId="{F79F5D83-E84B-43CB-BE15-8A3F8B12F6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anything that has come</a:t>
          </a:r>
          <a:r>
            <a:rPr lang="tr-TR"/>
            <a:t> </a:t>
          </a:r>
          <a:r>
            <a:rPr lang="en-US"/>
            <a:t>before</a:t>
          </a:r>
        </a:p>
      </dgm:t>
    </dgm:pt>
    <dgm:pt modelId="{DED66BDD-FBBC-4C75-9676-37B69DD04BCD}" type="parTrans" cxnId="{C77472C1-312D-4836-960C-6B5BF767E125}">
      <dgm:prSet/>
      <dgm:spPr/>
      <dgm:t>
        <a:bodyPr/>
        <a:lstStyle/>
        <a:p>
          <a:endParaRPr lang="en-US"/>
        </a:p>
      </dgm:t>
    </dgm:pt>
    <dgm:pt modelId="{9B74FF16-AF40-430E-A668-682B27F49754}" type="sibTrans" cxnId="{C77472C1-312D-4836-960C-6B5BF767E125}">
      <dgm:prSet/>
      <dgm:spPr/>
      <dgm:t>
        <a:bodyPr/>
        <a:lstStyle/>
        <a:p>
          <a:endParaRPr lang="en-US"/>
        </a:p>
      </dgm:t>
    </dgm:pt>
    <dgm:pt modelId="{209BB9CC-DB70-471A-AF70-4788E78C5C02}" type="pres">
      <dgm:prSet presAssocID="{24B59385-679E-489D-B345-14A2981E391E}" presName="root" presStyleCnt="0">
        <dgm:presLayoutVars>
          <dgm:dir/>
          <dgm:resizeHandles val="exact"/>
        </dgm:presLayoutVars>
      </dgm:prSet>
      <dgm:spPr/>
    </dgm:pt>
    <dgm:pt modelId="{1C9BFB3C-3D00-41FC-9BB3-671EB5963759}" type="pres">
      <dgm:prSet presAssocID="{F0C014C6-DE46-4407-97BD-A2DDEC552CB2}" presName="compNode" presStyleCnt="0"/>
      <dgm:spPr/>
    </dgm:pt>
    <dgm:pt modelId="{642DA10A-76F2-4E34-99A9-931270B99865}" type="pres">
      <dgm:prSet presAssocID="{F0C014C6-DE46-4407-97BD-A2DDEC552C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züstü Güvenli"/>
        </a:ext>
      </dgm:extLst>
    </dgm:pt>
    <dgm:pt modelId="{04960B5C-4FD7-4347-B8F7-D86CAF3B096C}" type="pres">
      <dgm:prSet presAssocID="{F0C014C6-DE46-4407-97BD-A2DDEC552CB2}" presName="iconSpace" presStyleCnt="0"/>
      <dgm:spPr/>
    </dgm:pt>
    <dgm:pt modelId="{69E3EF5A-DCE3-4C11-8845-FC19DCBEB440}" type="pres">
      <dgm:prSet presAssocID="{F0C014C6-DE46-4407-97BD-A2DDEC552CB2}" presName="parTx" presStyleLbl="revTx" presStyleIdx="0" presStyleCnt="6">
        <dgm:presLayoutVars>
          <dgm:chMax val="0"/>
          <dgm:chPref val="0"/>
        </dgm:presLayoutVars>
      </dgm:prSet>
      <dgm:spPr/>
    </dgm:pt>
    <dgm:pt modelId="{ABCB895F-86A9-4D7B-AD79-040C0A69DA56}" type="pres">
      <dgm:prSet presAssocID="{F0C014C6-DE46-4407-97BD-A2DDEC552CB2}" presName="txSpace" presStyleCnt="0"/>
      <dgm:spPr/>
    </dgm:pt>
    <dgm:pt modelId="{A1A584A9-891F-4EB9-943C-762DEE841707}" type="pres">
      <dgm:prSet presAssocID="{F0C014C6-DE46-4407-97BD-A2DDEC552CB2}" presName="desTx" presStyleLbl="revTx" presStyleIdx="1" presStyleCnt="6">
        <dgm:presLayoutVars/>
      </dgm:prSet>
      <dgm:spPr/>
    </dgm:pt>
    <dgm:pt modelId="{6E4DFEE1-21C0-4770-80EC-4B936F7CEA50}" type="pres">
      <dgm:prSet presAssocID="{E8B6496C-5762-42F1-989A-52965625EDFD}" presName="sibTrans" presStyleCnt="0"/>
      <dgm:spPr/>
    </dgm:pt>
    <dgm:pt modelId="{F77D49AD-154E-44CC-A04A-069E97ED8E7E}" type="pres">
      <dgm:prSet presAssocID="{A66DD292-648A-4279-84AA-800C5F6CD64B}" presName="compNode" presStyleCnt="0"/>
      <dgm:spPr/>
    </dgm:pt>
    <dgm:pt modelId="{FE8C5546-C565-4A40-B137-F152F07B309A}" type="pres">
      <dgm:prSet presAssocID="{A66DD292-648A-4279-84AA-800C5F6CD6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"/>
        </a:ext>
      </dgm:extLst>
    </dgm:pt>
    <dgm:pt modelId="{B5A4AE5F-7507-4AF7-9E6E-BAB3E4ADE5A7}" type="pres">
      <dgm:prSet presAssocID="{A66DD292-648A-4279-84AA-800C5F6CD64B}" presName="iconSpace" presStyleCnt="0"/>
      <dgm:spPr/>
    </dgm:pt>
    <dgm:pt modelId="{DCE7154E-3FCF-445F-9A5F-5D1AE43FE3F7}" type="pres">
      <dgm:prSet presAssocID="{A66DD292-648A-4279-84AA-800C5F6CD64B}" presName="parTx" presStyleLbl="revTx" presStyleIdx="2" presStyleCnt="6">
        <dgm:presLayoutVars>
          <dgm:chMax val="0"/>
          <dgm:chPref val="0"/>
        </dgm:presLayoutVars>
      </dgm:prSet>
      <dgm:spPr/>
    </dgm:pt>
    <dgm:pt modelId="{DD17DADC-315A-4DCC-9442-94D433423253}" type="pres">
      <dgm:prSet presAssocID="{A66DD292-648A-4279-84AA-800C5F6CD64B}" presName="txSpace" presStyleCnt="0"/>
      <dgm:spPr/>
    </dgm:pt>
    <dgm:pt modelId="{7AB62F1F-20BB-4C3D-9958-6B6F6A84DD30}" type="pres">
      <dgm:prSet presAssocID="{A66DD292-648A-4279-84AA-800C5F6CD64B}" presName="desTx" presStyleLbl="revTx" presStyleIdx="3" presStyleCnt="6">
        <dgm:presLayoutVars/>
      </dgm:prSet>
      <dgm:spPr/>
    </dgm:pt>
    <dgm:pt modelId="{DADF36C0-A311-4FCB-A5D3-CD279D4B6B2A}" type="pres">
      <dgm:prSet presAssocID="{4407CB2C-2EEE-49E3-8751-F944594E9C8F}" presName="sibTrans" presStyleCnt="0"/>
      <dgm:spPr/>
    </dgm:pt>
    <dgm:pt modelId="{23324C27-5836-44BD-A0B2-E3E1FC5529B8}" type="pres">
      <dgm:prSet presAssocID="{185BB55E-907A-4DC0-813D-6E801B10FFC2}" presName="compNode" presStyleCnt="0"/>
      <dgm:spPr/>
    </dgm:pt>
    <dgm:pt modelId="{8DEE996E-B9A5-4F29-BAF4-ABCD5E0421CF}" type="pres">
      <dgm:prSet presAssocID="{185BB55E-907A-4DC0-813D-6E801B10FFC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bit konuşma"/>
        </a:ext>
      </dgm:extLst>
    </dgm:pt>
    <dgm:pt modelId="{46C4934A-C3C0-499B-8C13-8786E068D2B3}" type="pres">
      <dgm:prSet presAssocID="{185BB55E-907A-4DC0-813D-6E801B10FFC2}" presName="iconSpace" presStyleCnt="0"/>
      <dgm:spPr/>
    </dgm:pt>
    <dgm:pt modelId="{06D6F28C-F7B0-4965-B757-A035C41E9169}" type="pres">
      <dgm:prSet presAssocID="{185BB55E-907A-4DC0-813D-6E801B10FFC2}" presName="parTx" presStyleLbl="revTx" presStyleIdx="4" presStyleCnt="6">
        <dgm:presLayoutVars>
          <dgm:chMax val="0"/>
          <dgm:chPref val="0"/>
        </dgm:presLayoutVars>
      </dgm:prSet>
      <dgm:spPr/>
    </dgm:pt>
    <dgm:pt modelId="{7B38D58F-9598-49DB-BB8C-FE84B44E466F}" type="pres">
      <dgm:prSet presAssocID="{185BB55E-907A-4DC0-813D-6E801B10FFC2}" presName="txSpace" presStyleCnt="0"/>
      <dgm:spPr/>
    </dgm:pt>
    <dgm:pt modelId="{CF52867B-5751-4108-9AA8-753ACE8CA16E}" type="pres">
      <dgm:prSet presAssocID="{185BB55E-907A-4DC0-813D-6E801B10FFC2}" presName="desTx" presStyleLbl="revTx" presStyleIdx="5" presStyleCnt="6">
        <dgm:presLayoutVars/>
      </dgm:prSet>
      <dgm:spPr/>
    </dgm:pt>
  </dgm:ptLst>
  <dgm:cxnLst>
    <dgm:cxn modelId="{329EFA02-BFEE-4292-9083-940E11F5A0A1}" srcId="{F0C014C6-DE46-4407-97BD-A2DDEC552CB2}" destId="{4A04955A-4172-4E7E-A9B0-FB823F0CA75C}" srcOrd="1" destOrd="0" parTransId="{84935FD1-0265-4FD2-8445-988CA7EF1D0E}" sibTransId="{4859518A-B7E4-4069-B8D7-B4B059A037BA}"/>
    <dgm:cxn modelId="{2B85A021-9E53-4973-A60E-387A52E96FE2}" srcId="{F0C014C6-DE46-4407-97BD-A2DDEC552CB2}" destId="{D46FE069-9BA5-4C50-8721-C2A574B7BBC2}" srcOrd="0" destOrd="0" parTransId="{51EFAAE7-8526-4656-8596-43C84E7B0C7A}" sibTransId="{6D75210E-76DD-43FA-8A4A-B4F2E98B3EF8}"/>
    <dgm:cxn modelId="{B3A20626-473F-4FFE-9084-3E049A8FC63D}" type="presOf" srcId="{0F4D1D92-DC73-437E-965C-8E94B48898B8}" destId="{7AB62F1F-20BB-4C3D-9958-6B6F6A84DD30}" srcOrd="0" destOrd="0" presId="urn:microsoft.com/office/officeart/2018/5/layout/CenteredIconLabelDescriptionList"/>
    <dgm:cxn modelId="{BF27B82A-4E02-45D1-A217-CD5E2F6A56C9}" srcId="{24B59385-679E-489D-B345-14A2981E391E}" destId="{185BB55E-907A-4DC0-813D-6E801B10FFC2}" srcOrd="2" destOrd="0" parTransId="{B0BC1C96-DD4A-4824-8B8A-D6A6F828A23F}" sibTransId="{1DAC9BE1-43A9-46A6-934F-A9E59C3ADB53}"/>
    <dgm:cxn modelId="{342C7A3F-9779-43A6-9BF4-86DE63A77BF0}" type="presOf" srcId="{A66DD292-648A-4279-84AA-800C5F6CD64B}" destId="{DCE7154E-3FCF-445F-9A5F-5D1AE43FE3F7}" srcOrd="0" destOrd="0" presId="urn:microsoft.com/office/officeart/2018/5/layout/CenteredIconLabelDescriptionList"/>
    <dgm:cxn modelId="{B534C63F-7852-4AAC-9867-3DBC680E1D24}" srcId="{24B59385-679E-489D-B345-14A2981E391E}" destId="{A66DD292-648A-4279-84AA-800C5F6CD64B}" srcOrd="1" destOrd="0" parTransId="{89CC47C8-3F11-470D-B7E5-A997F0330EC2}" sibTransId="{4407CB2C-2EEE-49E3-8751-F944594E9C8F}"/>
    <dgm:cxn modelId="{3819225B-DC3E-4BA6-88D7-6E7E46A1105F}" type="presOf" srcId="{F79F5D83-E84B-43CB-BE15-8A3F8B12F6A6}" destId="{CF52867B-5751-4108-9AA8-753ACE8CA16E}" srcOrd="0" destOrd="0" presId="urn:microsoft.com/office/officeart/2018/5/layout/CenteredIconLabelDescriptionList"/>
    <dgm:cxn modelId="{45C61461-97FA-4DFB-BA33-76268A9BB1EE}" type="presOf" srcId="{185BB55E-907A-4DC0-813D-6E801B10FFC2}" destId="{06D6F28C-F7B0-4965-B757-A035C41E9169}" srcOrd="0" destOrd="0" presId="urn:microsoft.com/office/officeart/2018/5/layout/CenteredIconLabelDescriptionList"/>
    <dgm:cxn modelId="{E3940144-FC2D-4D18-9E82-CAA714146F94}" srcId="{F0C014C6-DE46-4407-97BD-A2DDEC552CB2}" destId="{5EC24211-541E-4888-A7BE-DA9F4EB8C714}" srcOrd="2" destOrd="0" parTransId="{764FEBD9-519B-4494-8488-C476BAFB48E1}" sibTransId="{5CFDE882-F725-426B-A9D8-17CA34EA48FD}"/>
    <dgm:cxn modelId="{1BBB474D-3EA9-44CE-A941-383E05518C02}" srcId="{24B59385-679E-489D-B345-14A2981E391E}" destId="{F0C014C6-DE46-4407-97BD-A2DDEC552CB2}" srcOrd="0" destOrd="0" parTransId="{2FC1DC9C-3D7D-4141-B438-42734CC80FFB}" sibTransId="{E8B6496C-5762-42F1-989A-52965625EDFD}"/>
    <dgm:cxn modelId="{B363E653-92D7-48C7-A24F-10A428D6EFDC}" type="presOf" srcId="{5EC24211-541E-4888-A7BE-DA9F4EB8C714}" destId="{A1A584A9-891F-4EB9-943C-762DEE841707}" srcOrd="0" destOrd="2" presId="urn:microsoft.com/office/officeart/2018/5/layout/CenteredIconLabelDescriptionList"/>
    <dgm:cxn modelId="{3E392755-2CB0-4DBF-AE1D-C90C10BED8C4}" type="presOf" srcId="{24B59385-679E-489D-B345-14A2981E391E}" destId="{209BB9CC-DB70-471A-AF70-4788E78C5C02}" srcOrd="0" destOrd="0" presId="urn:microsoft.com/office/officeart/2018/5/layout/CenteredIconLabelDescriptionList"/>
    <dgm:cxn modelId="{C5F7D88A-0F41-4F2C-9DBC-674764BA6A71}" srcId="{A66DD292-648A-4279-84AA-800C5F6CD64B}" destId="{0F4D1D92-DC73-437E-965C-8E94B48898B8}" srcOrd="0" destOrd="0" parTransId="{6F9FCC7A-2B4A-49A0-A761-45765FAD3D72}" sibTransId="{49BC2850-FDAF-4EAF-ACC3-4E242480398F}"/>
    <dgm:cxn modelId="{ED4EB9B4-DDED-4C3B-B6E2-4FFA60A7E77B}" type="presOf" srcId="{4A04955A-4172-4E7E-A9B0-FB823F0CA75C}" destId="{A1A584A9-891F-4EB9-943C-762DEE841707}" srcOrd="0" destOrd="1" presId="urn:microsoft.com/office/officeart/2018/5/layout/CenteredIconLabelDescriptionList"/>
    <dgm:cxn modelId="{C77472C1-312D-4836-960C-6B5BF767E125}" srcId="{185BB55E-907A-4DC0-813D-6E801B10FFC2}" destId="{F79F5D83-E84B-43CB-BE15-8A3F8B12F6A6}" srcOrd="0" destOrd="0" parTransId="{DED66BDD-FBBC-4C75-9676-37B69DD04BCD}" sibTransId="{9B74FF16-AF40-430E-A668-682B27F49754}"/>
    <dgm:cxn modelId="{D7B5FADF-3E81-4AE1-9116-F9824D4EBC59}" type="presOf" srcId="{D46FE069-9BA5-4C50-8721-C2A574B7BBC2}" destId="{A1A584A9-891F-4EB9-943C-762DEE841707}" srcOrd="0" destOrd="0" presId="urn:microsoft.com/office/officeart/2018/5/layout/CenteredIconLabelDescriptionList"/>
    <dgm:cxn modelId="{F17C9EEE-898C-484A-8BDE-40CD015D5D4B}" type="presOf" srcId="{F0C014C6-DE46-4407-97BD-A2DDEC552CB2}" destId="{69E3EF5A-DCE3-4C11-8845-FC19DCBEB440}" srcOrd="0" destOrd="0" presId="urn:microsoft.com/office/officeart/2018/5/layout/CenteredIconLabelDescriptionList"/>
    <dgm:cxn modelId="{F02A7C99-8730-48E7-872B-EFC3877729B2}" type="presParOf" srcId="{209BB9CC-DB70-471A-AF70-4788E78C5C02}" destId="{1C9BFB3C-3D00-41FC-9BB3-671EB5963759}" srcOrd="0" destOrd="0" presId="urn:microsoft.com/office/officeart/2018/5/layout/CenteredIconLabelDescriptionList"/>
    <dgm:cxn modelId="{C5045FCF-B858-4AE7-BC42-F3D250C5A4FA}" type="presParOf" srcId="{1C9BFB3C-3D00-41FC-9BB3-671EB5963759}" destId="{642DA10A-76F2-4E34-99A9-931270B99865}" srcOrd="0" destOrd="0" presId="urn:microsoft.com/office/officeart/2018/5/layout/CenteredIconLabelDescriptionList"/>
    <dgm:cxn modelId="{D5ACD7FE-0F2B-4911-9014-76B744820C94}" type="presParOf" srcId="{1C9BFB3C-3D00-41FC-9BB3-671EB5963759}" destId="{04960B5C-4FD7-4347-B8F7-D86CAF3B096C}" srcOrd="1" destOrd="0" presId="urn:microsoft.com/office/officeart/2018/5/layout/CenteredIconLabelDescriptionList"/>
    <dgm:cxn modelId="{DE538CCF-5BF1-465A-88C8-096601DD7C05}" type="presParOf" srcId="{1C9BFB3C-3D00-41FC-9BB3-671EB5963759}" destId="{69E3EF5A-DCE3-4C11-8845-FC19DCBEB440}" srcOrd="2" destOrd="0" presId="urn:microsoft.com/office/officeart/2018/5/layout/CenteredIconLabelDescriptionList"/>
    <dgm:cxn modelId="{4305055D-876C-43FA-BB65-4953EF520BEE}" type="presParOf" srcId="{1C9BFB3C-3D00-41FC-9BB3-671EB5963759}" destId="{ABCB895F-86A9-4D7B-AD79-040C0A69DA56}" srcOrd="3" destOrd="0" presId="urn:microsoft.com/office/officeart/2018/5/layout/CenteredIconLabelDescriptionList"/>
    <dgm:cxn modelId="{CD40E792-5F4D-43C5-91ED-E1055356400D}" type="presParOf" srcId="{1C9BFB3C-3D00-41FC-9BB3-671EB5963759}" destId="{A1A584A9-891F-4EB9-943C-762DEE841707}" srcOrd="4" destOrd="0" presId="urn:microsoft.com/office/officeart/2018/5/layout/CenteredIconLabelDescriptionList"/>
    <dgm:cxn modelId="{9FA6A28C-ADB1-4A9C-B17B-5E3EF1D95223}" type="presParOf" srcId="{209BB9CC-DB70-471A-AF70-4788E78C5C02}" destId="{6E4DFEE1-21C0-4770-80EC-4B936F7CEA50}" srcOrd="1" destOrd="0" presId="urn:microsoft.com/office/officeart/2018/5/layout/CenteredIconLabelDescriptionList"/>
    <dgm:cxn modelId="{592E5B45-A70F-4715-A897-D7B8A6400779}" type="presParOf" srcId="{209BB9CC-DB70-471A-AF70-4788E78C5C02}" destId="{F77D49AD-154E-44CC-A04A-069E97ED8E7E}" srcOrd="2" destOrd="0" presId="urn:microsoft.com/office/officeart/2018/5/layout/CenteredIconLabelDescriptionList"/>
    <dgm:cxn modelId="{602BF8BF-D38B-49DF-BC70-7CFCEADF2169}" type="presParOf" srcId="{F77D49AD-154E-44CC-A04A-069E97ED8E7E}" destId="{FE8C5546-C565-4A40-B137-F152F07B309A}" srcOrd="0" destOrd="0" presId="urn:microsoft.com/office/officeart/2018/5/layout/CenteredIconLabelDescriptionList"/>
    <dgm:cxn modelId="{A108F044-4165-4EDD-864B-8D7431BCCDEB}" type="presParOf" srcId="{F77D49AD-154E-44CC-A04A-069E97ED8E7E}" destId="{B5A4AE5F-7507-4AF7-9E6E-BAB3E4ADE5A7}" srcOrd="1" destOrd="0" presId="urn:microsoft.com/office/officeart/2018/5/layout/CenteredIconLabelDescriptionList"/>
    <dgm:cxn modelId="{6345E631-9A3D-4E49-91A8-1D680D4F750A}" type="presParOf" srcId="{F77D49AD-154E-44CC-A04A-069E97ED8E7E}" destId="{DCE7154E-3FCF-445F-9A5F-5D1AE43FE3F7}" srcOrd="2" destOrd="0" presId="urn:microsoft.com/office/officeart/2018/5/layout/CenteredIconLabelDescriptionList"/>
    <dgm:cxn modelId="{E85A1FD2-1702-4E5D-AEFB-C674050706C7}" type="presParOf" srcId="{F77D49AD-154E-44CC-A04A-069E97ED8E7E}" destId="{DD17DADC-315A-4DCC-9442-94D433423253}" srcOrd="3" destOrd="0" presId="urn:microsoft.com/office/officeart/2018/5/layout/CenteredIconLabelDescriptionList"/>
    <dgm:cxn modelId="{360B555D-9140-4B76-B044-DC8CFA22EC16}" type="presParOf" srcId="{F77D49AD-154E-44CC-A04A-069E97ED8E7E}" destId="{7AB62F1F-20BB-4C3D-9958-6B6F6A84DD30}" srcOrd="4" destOrd="0" presId="urn:microsoft.com/office/officeart/2018/5/layout/CenteredIconLabelDescriptionList"/>
    <dgm:cxn modelId="{55735C8D-DE12-44A3-BF64-2CF63D1D938B}" type="presParOf" srcId="{209BB9CC-DB70-471A-AF70-4788E78C5C02}" destId="{DADF36C0-A311-4FCB-A5D3-CD279D4B6B2A}" srcOrd="3" destOrd="0" presId="urn:microsoft.com/office/officeart/2018/5/layout/CenteredIconLabelDescriptionList"/>
    <dgm:cxn modelId="{7489C306-1D51-4959-A56E-BA36DBF6F96F}" type="presParOf" srcId="{209BB9CC-DB70-471A-AF70-4788E78C5C02}" destId="{23324C27-5836-44BD-A0B2-E3E1FC5529B8}" srcOrd="4" destOrd="0" presId="urn:microsoft.com/office/officeart/2018/5/layout/CenteredIconLabelDescriptionList"/>
    <dgm:cxn modelId="{6353A166-4DB0-46D2-BAA3-125FD0B7FC37}" type="presParOf" srcId="{23324C27-5836-44BD-A0B2-E3E1FC5529B8}" destId="{8DEE996E-B9A5-4F29-BAF4-ABCD5E0421CF}" srcOrd="0" destOrd="0" presId="urn:microsoft.com/office/officeart/2018/5/layout/CenteredIconLabelDescriptionList"/>
    <dgm:cxn modelId="{6CBA5138-B349-4E92-B35F-B13A87CC1EB9}" type="presParOf" srcId="{23324C27-5836-44BD-A0B2-E3E1FC5529B8}" destId="{46C4934A-C3C0-499B-8C13-8786E068D2B3}" srcOrd="1" destOrd="0" presId="urn:microsoft.com/office/officeart/2018/5/layout/CenteredIconLabelDescriptionList"/>
    <dgm:cxn modelId="{71F05571-E0A0-446E-9275-AB56B0B46F63}" type="presParOf" srcId="{23324C27-5836-44BD-A0B2-E3E1FC5529B8}" destId="{06D6F28C-F7B0-4965-B757-A035C41E9169}" srcOrd="2" destOrd="0" presId="urn:microsoft.com/office/officeart/2018/5/layout/CenteredIconLabelDescriptionList"/>
    <dgm:cxn modelId="{98474E05-D73D-40E5-A602-7D1F64650433}" type="presParOf" srcId="{23324C27-5836-44BD-A0B2-E3E1FC5529B8}" destId="{7B38D58F-9598-49DB-BB8C-FE84B44E466F}" srcOrd="3" destOrd="0" presId="urn:microsoft.com/office/officeart/2018/5/layout/CenteredIconLabelDescriptionList"/>
    <dgm:cxn modelId="{ADB37C88-3FF8-45FF-BCC2-9C9AA767546F}" type="presParOf" srcId="{23324C27-5836-44BD-A0B2-E3E1FC5529B8}" destId="{CF52867B-5751-4108-9AA8-753ACE8CA16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A35157-2B91-4206-BA69-1715FF6A774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E607CF4-09A5-48DB-B45C-6C91E19CF0C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centralized model</a:t>
          </a:r>
          <a:endParaRPr lang="en-US"/>
        </a:p>
      </dgm:t>
    </dgm:pt>
    <dgm:pt modelId="{6E556C0F-F516-4707-A791-BB88F08117A6}" type="parTrans" cxnId="{7671BEEB-6D0A-4BEA-BAFD-7268A5B6E95B}">
      <dgm:prSet/>
      <dgm:spPr/>
      <dgm:t>
        <a:bodyPr/>
        <a:lstStyle/>
        <a:p>
          <a:endParaRPr lang="en-US"/>
        </a:p>
      </dgm:t>
    </dgm:pt>
    <dgm:pt modelId="{C1A2DB4D-F6D2-4917-9113-3168A1148E26}" type="sibTrans" cxnId="{7671BEEB-6D0A-4BEA-BAFD-7268A5B6E95B}">
      <dgm:prSet/>
      <dgm:spPr/>
      <dgm:t>
        <a:bodyPr/>
        <a:lstStyle/>
        <a:p>
          <a:endParaRPr lang="en-US"/>
        </a:p>
      </dgm:t>
    </dgm:pt>
    <dgm:pt modelId="{9E7A7EE6-0087-4D78-B0D8-4E0DBD80DE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depends on access control and vetting </a:t>
          </a:r>
        </a:p>
      </dgm:t>
    </dgm:pt>
    <dgm:pt modelId="{4876084B-E1C6-4241-8D13-17289A9AD1E5}" type="parTrans" cxnId="{EE0BB557-FA65-4ED8-852B-8D373C7697FF}">
      <dgm:prSet/>
      <dgm:spPr/>
      <dgm:t>
        <a:bodyPr/>
        <a:lstStyle/>
        <a:p>
          <a:endParaRPr lang="en-US"/>
        </a:p>
      </dgm:t>
    </dgm:pt>
    <dgm:pt modelId="{77579BBF-8F25-40E9-9A8F-215476E239E2}" type="sibTrans" cxnId="{EE0BB557-FA65-4ED8-852B-8D373C7697FF}">
      <dgm:prSet/>
      <dgm:spPr/>
      <dgm:t>
        <a:bodyPr/>
        <a:lstStyle/>
        <a:p>
          <a:endParaRPr lang="en-US"/>
        </a:p>
      </dgm:t>
    </dgm:pt>
    <dgm:pt modelId="{A1ED3CAE-1F97-4ED3-980F-C458A30AAC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keep bad actors out of the system</a:t>
          </a:r>
        </a:p>
      </dgm:t>
    </dgm:pt>
    <dgm:pt modelId="{017E8FE2-02E8-4D45-9276-7DF6108E1278}" type="parTrans" cxnId="{68755790-BACF-41FD-BFAD-01E7E55315C0}">
      <dgm:prSet/>
      <dgm:spPr/>
      <dgm:t>
        <a:bodyPr/>
        <a:lstStyle/>
        <a:p>
          <a:endParaRPr lang="en-US"/>
        </a:p>
      </dgm:t>
    </dgm:pt>
    <dgm:pt modelId="{8E50534F-9DD1-462E-BE3E-635F9DB5D1E8}" type="sibTrans" cxnId="{68755790-BACF-41FD-BFAD-01E7E55315C0}">
      <dgm:prSet/>
      <dgm:spPr/>
      <dgm:t>
        <a:bodyPr/>
        <a:lstStyle/>
        <a:p>
          <a:endParaRPr lang="en-US"/>
        </a:p>
      </dgm:t>
    </dgm:pt>
    <dgm:pt modelId="{B030519C-A1AF-4515-B29E-E1FC30A6BC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decentralized system</a:t>
          </a:r>
        </a:p>
      </dgm:t>
    </dgm:pt>
    <dgm:pt modelId="{8DD11970-463F-4F45-BFC9-2AA2FDD00FFE}" type="parTrans" cxnId="{464BC358-FF85-4AB0-BC6A-A91F9CFC77F6}">
      <dgm:prSet/>
      <dgm:spPr/>
      <dgm:t>
        <a:bodyPr/>
        <a:lstStyle/>
        <a:p>
          <a:endParaRPr lang="en-US"/>
        </a:p>
      </dgm:t>
    </dgm:pt>
    <dgm:pt modelId="{1E18AF44-C47D-496B-ABD2-D5B68B4818B0}" type="sibTrans" cxnId="{464BC358-FF85-4AB0-BC6A-A91F9CFC77F6}">
      <dgm:prSet/>
      <dgm:spPr/>
      <dgm:t>
        <a:bodyPr/>
        <a:lstStyle/>
        <a:p>
          <a:endParaRPr lang="en-US"/>
        </a:p>
      </dgm:t>
    </dgm:pt>
    <dgm:pt modelId="{9390BAD0-44AC-48BA-8D9D-27886ABD7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pushes the responsibility and control to</a:t>
          </a:r>
          <a:r>
            <a:rPr lang="tr-TR"/>
            <a:t> the users</a:t>
          </a:r>
          <a:endParaRPr lang="en-US"/>
        </a:p>
      </dgm:t>
    </dgm:pt>
    <dgm:pt modelId="{D4EEF251-B3D3-4B48-85A0-CF18512FB8F0}" type="parTrans" cxnId="{C3EF097A-872E-4869-B2A2-021BE880F635}">
      <dgm:prSet/>
      <dgm:spPr/>
      <dgm:t>
        <a:bodyPr/>
        <a:lstStyle/>
        <a:p>
          <a:endParaRPr lang="en-US"/>
        </a:p>
      </dgm:t>
    </dgm:pt>
    <dgm:pt modelId="{93568A57-A157-4B1C-86AE-31E458B0A216}" type="sibTrans" cxnId="{C3EF097A-872E-4869-B2A2-021BE880F635}">
      <dgm:prSet/>
      <dgm:spPr/>
      <dgm:t>
        <a:bodyPr/>
        <a:lstStyle/>
        <a:p>
          <a:endParaRPr lang="en-US"/>
        </a:p>
      </dgm:t>
    </dgm:pt>
    <dgm:pt modelId="{20DAF222-72C9-4261-B309-26ED61E713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Proof-of-Work based security</a:t>
          </a:r>
          <a:endParaRPr lang="en-US"/>
        </a:p>
      </dgm:t>
    </dgm:pt>
    <dgm:pt modelId="{E92B88E5-58B3-4D54-B1BA-BC5A346F9AB9}" type="parTrans" cxnId="{E7557ED4-4F70-4692-912C-B20BFAAEEF15}">
      <dgm:prSet/>
      <dgm:spPr/>
      <dgm:t>
        <a:bodyPr/>
        <a:lstStyle/>
        <a:p>
          <a:endParaRPr lang="en-US"/>
        </a:p>
      </dgm:t>
    </dgm:pt>
    <dgm:pt modelId="{ED79A773-A364-4784-9026-6706B8260FD1}" type="sibTrans" cxnId="{E7557ED4-4F70-4692-912C-B20BFAAEEF15}">
      <dgm:prSet/>
      <dgm:spPr/>
      <dgm:t>
        <a:bodyPr/>
        <a:lstStyle/>
        <a:p>
          <a:endParaRPr lang="en-US"/>
        </a:p>
      </dgm:t>
    </dgm:pt>
    <dgm:pt modelId="{1DFCBD4B-24FC-40BE-A73B-A596415117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of the network is based on Proof-of-Work, </a:t>
          </a:r>
        </a:p>
      </dgm:t>
    </dgm:pt>
    <dgm:pt modelId="{0659E9DC-3346-4FAB-95E6-65D8A8E5A9E0}" type="parTrans" cxnId="{2E7CDA09-DA08-4975-AE16-2DC474F97170}">
      <dgm:prSet/>
      <dgm:spPr/>
      <dgm:t>
        <a:bodyPr/>
        <a:lstStyle/>
        <a:p>
          <a:endParaRPr lang="en-US"/>
        </a:p>
      </dgm:t>
    </dgm:pt>
    <dgm:pt modelId="{B425B960-A974-4EDE-9D4D-9E24D1612926}" type="sibTrans" cxnId="{2E7CDA09-DA08-4975-AE16-2DC474F97170}">
      <dgm:prSet/>
      <dgm:spPr/>
      <dgm:t>
        <a:bodyPr/>
        <a:lstStyle/>
        <a:p>
          <a:endParaRPr lang="en-US"/>
        </a:p>
      </dgm:t>
    </dgm:pt>
    <dgm:pt modelId="{86EFF83D-00EE-4AF5-B0BD-412EB32B49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 access control,</a:t>
          </a:r>
        </a:p>
      </dgm:t>
    </dgm:pt>
    <dgm:pt modelId="{08FFE19A-1C3B-47EF-977F-4B08D6A65B10}" type="parTrans" cxnId="{AD2B641C-ED98-413F-B731-7249885EE14E}">
      <dgm:prSet/>
      <dgm:spPr/>
      <dgm:t>
        <a:bodyPr/>
        <a:lstStyle/>
        <a:p>
          <a:endParaRPr lang="en-US"/>
        </a:p>
      </dgm:t>
    </dgm:pt>
    <dgm:pt modelId="{B4DBCDED-67D7-4141-B51E-8B96D575AB4C}" type="sibTrans" cxnId="{AD2B641C-ED98-413F-B731-7249885EE14E}">
      <dgm:prSet/>
      <dgm:spPr/>
      <dgm:t>
        <a:bodyPr/>
        <a:lstStyle/>
        <a:p>
          <a:endParaRPr lang="en-US"/>
        </a:p>
      </dgm:t>
    </dgm:pt>
    <dgm:pt modelId="{08EC2902-A014-4A32-AB6D-DD594693B1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Result</a:t>
          </a:r>
          <a:endParaRPr lang="en-US"/>
        </a:p>
      </dgm:t>
    </dgm:pt>
    <dgm:pt modelId="{021BC245-75D3-4957-A333-84A212EF66DF}" type="parTrans" cxnId="{EBA1B89C-083C-4D9A-84EF-FC7725486FA2}">
      <dgm:prSet/>
      <dgm:spPr/>
      <dgm:t>
        <a:bodyPr/>
        <a:lstStyle/>
        <a:p>
          <a:endParaRPr lang="en-US"/>
        </a:p>
      </dgm:t>
    </dgm:pt>
    <dgm:pt modelId="{79CFD259-768B-4987-A2FA-0BC33D5DF7AA}" type="sibTrans" cxnId="{EBA1B89C-083C-4D9A-84EF-FC7725486FA2}">
      <dgm:prSet/>
      <dgm:spPr/>
      <dgm:t>
        <a:bodyPr/>
        <a:lstStyle/>
        <a:p>
          <a:endParaRPr lang="en-US"/>
        </a:p>
      </dgm:t>
    </dgm:pt>
    <dgm:pt modelId="{FAFB0DF8-8AC8-49B5-8E52-7A3F70665B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network can be open</a:t>
          </a:r>
        </a:p>
      </dgm:t>
    </dgm:pt>
    <dgm:pt modelId="{7E04BA7E-C750-40EB-B6B8-5D11CA217BD9}" type="parTrans" cxnId="{8BE9FCA5-F01B-44C8-B965-CF3825F8933B}">
      <dgm:prSet/>
      <dgm:spPr/>
      <dgm:t>
        <a:bodyPr/>
        <a:lstStyle/>
        <a:p>
          <a:endParaRPr lang="en-US"/>
        </a:p>
      </dgm:t>
    </dgm:pt>
    <dgm:pt modelId="{B7B521C3-B5C1-4A7D-BEE3-DF39549F51FE}" type="sibTrans" cxnId="{8BE9FCA5-F01B-44C8-B965-CF3825F8933B}">
      <dgm:prSet/>
      <dgm:spPr/>
      <dgm:t>
        <a:bodyPr/>
        <a:lstStyle/>
        <a:p>
          <a:endParaRPr lang="en-US"/>
        </a:p>
      </dgm:t>
    </dgm:pt>
    <dgm:pt modelId="{DB340022-CF52-4FDA-95D6-C9127918E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encryption is required for bitcoin traffic</a:t>
          </a:r>
        </a:p>
      </dgm:t>
    </dgm:pt>
    <dgm:pt modelId="{0532DD4D-3837-4C8D-ADD8-A499D381A733}" type="parTrans" cxnId="{292DBB4C-2F22-4350-8E7C-3238C6C0C173}">
      <dgm:prSet/>
      <dgm:spPr/>
      <dgm:t>
        <a:bodyPr/>
        <a:lstStyle/>
        <a:p>
          <a:endParaRPr lang="en-US"/>
        </a:p>
      </dgm:t>
    </dgm:pt>
    <dgm:pt modelId="{8160C16E-F3DD-4564-A3CC-6FBE8ACEE955}" type="sibTrans" cxnId="{292DBB4C-2F22-4350-8E7C-3238C6C0C173}">
      <dgm:prSet/>
      <dgm:spPr/>
      <dgm:t>
        <a:bodyPr/>
        <a:lstStyle/>
        <a:p>
          <a:endParaRPr lang="en-US"/>
        </a:p>
      </dgm:t>
    </dgm:pt>
    <dgm:pt modelId="{595A2FC4-8F59-4B02-818C-678ECAE7CEC5}" type="pres">
      <dgm:prSet presAssocID="{3FA35157-2B91-4206-BA69-1715FF6A774F}" presName="root" presStyleCnt="0">
        <dgm:presLayoutVars>
          <dgm:dir/>
          <dgm:resizeHandles val="exact"/>
        </dgm:presLayoutVars>
      </dgm:prSet>
      <dgm:spPr/>
    </dgm:pt>
    <dgm:pt modelId="{992800F2-C51D-4892-856E-FD8BFF78358D}" type="pres">
      <dgm:prSet presAssocID="{4E607CF4-09A5-48DB-B45C-6C91E19CF0CA}" presName="compNode" presStyleCnt="0"/>
      <dgm:spPr/>
    </dgm:pt>
    <dgm:pt modelId="{FFB3CFBF-B7F6-42F5-898E-9CBA823DF044}" type="pres">
      <dgm:prSet presAssocID="{4E607CF4-09A5-48DB-B45C-6C91E19CF0C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a"/>
        </a:ext>
      </dgm:extLst>
    </dgm:pt>
    <dgm:pt modelId="{9409D4DA-148E-4209-80BD-CB01C9F13D77}" type="pres">
      <dgm:prSet presAssocID="{4E607CF4-09A5-48DB-B45C-6C91E19CF0CA}" presName="iconSpace" presStyleCnt="0"/>
      <dgm:spPr/>
    </dgm:pt>
    <dgm:pt modelId="{E38D7FB7-63AA-44AD-9D78-E2FD3A911993}" type="pres">
      <dgm:prSet presAssocID="{4E607CF4-09A5-48DB-B45C-6C91E19CF0CA}" presName="parTx" presStyleLbl="revTx" presStyleIdx="0" presStyleCnt="8">
        <dgm:presLayoutVars>
          <dgm:chMax val="0"/>
          <dgm:chPref val="0"/>
        </dgm:presLayoutVars>
      </dgm:prSet>
      <dgm:spPr/>
    </dgm:pt>
    <dgm:pt modelId="{F66238FC-923C-44BB-9E04-88EFADCCD1E7}" type="pres">
      <dgm:prSet presAssocID="{4E607CF4-09A5-48DB-B45C-6C91E19CF0CA}" presName="txSpace" presStyleCnt="0"/>
      <dgm:spPr/>
    </dgm:pt>
    <dgm:pt modelId="{630CCCFB-31C7-416B-A2FC-02A5DADB7B18}" type="pres">
      <dgm:prSet presAssocID="{4E607CF4-09A5-48DB-B45C-6C91E19CF0CA}" presName="desTx" presStyleLbl="revTx" presStyleIdx="1" presStyleCnt="8">
        <dgm:presLayoutVars/>
      </dgm:prSet>
      <dgm:spPr/>
    </dgm:pt>
    <dgm:pt modelId="{C07F009C-7944-467C-A37C-77C9D4026F0B}" type="pres">
      <dgm:prSet presAssocID="{C1A2DB4D-F6D2-4917-9113-3168A1148E26}" presName="sibTrans" presStyleCnt="0"/>
      <dgm:spPr/>
    </dgm:pt>
    <dgm:pt modelId="{112F1FA8-F9C1-4EC8-8DEF-230EA10E5CC7}" type="pres">
      <dgm:prSet presAssocID="{B030519C-A1AF-4515-B29E-E1FC30A6BC31}" presName="compNode" presStyleCnt="0"/>
      <dgm:spPr/>
    </dgm:pt>
    <dgm:pt modelId="{3CDF520D-8CD4-4150-936B-D7BACA3CE94C}" type="pres">
      <dgm:prSet presAssocID="{B030519C-A1AF-4515-B29E-E1FC30A6BC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B90E8C32-D91E-4ECF-A5B8-6D9BCA7B0F2E}" type="pres">
      <dgm:prSet presAssocID="{B030519C-A1AF-4515-B29E-E1FC30A6BC31}" presName="iconSpace" presStyleCnt="0"/>
      <dgm:spPr/>
    </dgm:pt>
    <dgm:pt modelId="{66DEDE7D-D681-43BD-BECC-05448AEE4E6A}" type="pres">
      <dgm:prSet presAssocID="{B030519C-A1AF-4515-B29E-E1FC30A6BC31}" presName="parTx" presStyleLbl="revTx" presStyleIdx="2" presStyleCnt="8">
        <dgm:presLayoutVars>
          <dgm:chMax val="0"/>
          <dgm:chPref val="0"/>
        </dgm:presLayoutVars>
      </dgm:prSet>
      <dgm:spPr/>
    </dgm:pt>
    <dgm:pt modelId="{ED958733-6FA5-4508-B50D-46D0B810377D}" type="pres">
      <dgm:prSet presAssocID="{B030519C-A1AF-4515-B29E-E1FC30A6BC31}" presName="txSpace" presStyleCnt="0"/>
      <dgm:spPr/>
    </dgm:pt>
    <dgm:pt modelId="{F5298FDF-4712-4CAC-864B-5BD7DD812F09}" type="pres">
      <dgm:prSet presAssocID="{B030519C-A1AF-4515-B29E-E1FC30A6BC31}" presName="desTx" presStyleLbl="revTx" presStyleIdx="3" presStyleCnt="8">
        <dgm:presLayoutVars/>
      </dgm:prSet>
      <dgm:spPr/>
    </dgm:pt>
    <dgm:pt modelId="{6B808183-3B69-4A7B-B934-E99F65EF7CB7}" type="pres">
      <dgm:prSet presAssocID="{1E18AF44-C47D-496B-ABD2-D5B68B4818B0}" presName="sibTrans" presStyleCnt="0"/>
      <dgm:spPr/>
    </dgm:pt>
    <dgm:pt modelId="{A09F8ECB-B20A-4C4F-AE69-09CE2591D17D}" type="pres">
      <dgm:prSet presAssocID="{20DAF222-72C9-4261-B309-26ED61E71349}" presName="compNode" presStyleCnt="0"/>
      <dgm:spPr/>
    </dgm:pt>
    <dgm:pt modelId="{240D2171-9AB9-42B6-89D8-1F3821842AB6}" type="pres">
      <dgm:prSet presAssocID="{20DAF222-72C9-4261-B309-26ED61E713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BC95EDBC-8F56-4629-9B1E-B532EF7F692D}" type="pres">
      <dgm:prSet presAssocID="{20DAF222-72C9-4261-B309-26ED61E71349}" presName="iconSpace" presStyleCnt="0"/>
      <dgm:spPr/>
    </dgm:pt>
    <dgm:pt modelId="{970202C4-7904-44F2-B86A-39AA443B7285}" type="pres">
      <dgm:prSet presAssocID="{20DAF222-72C9-4261-B309-26ED61E71349}" presName="parTx" presStyleLbl="revTx" presStyleIdx="4" presStyleCnt="8">
        <dgm:presLayoutVars>
          <dgm:chMax val="0"/>
          <dgm:chPref val="0"/>
        </dgm:presLayoutVars>
      </dgm:prSet>
      <dgm:spPr/>
    </dgm:pt>
    <dgm:pt modelId="{8AB96565-D058-4E80-8524-A0DF22DF34E9}" type="pres">
      <dgm:prSet presAssocID="{20DAF222-72C9-4261-B309-26ED61E71349}" presName="txSpace" presStyleCnt="0"/>
      <dgm:spPr/>
    </dgm:pt>
    <dgm:pt modelId="{C796E6E9-CD37-4050-9261-F2E022E8FE7B}" type="pres">
      <dgm:prSet presAssocID="{20DAF222-72C9-4261-B309-26ED61E71349}" presName="desTx" presStyleLbl="revTx" presStyleIdx="5" presStyleCnt="8">
        <dgm:presLayoutVars/>
      </dgm:prSet>
      <dgm:spPr/>
    </dgm:pt>
    <dgm:pt modelId="{00726F37-2E58-41F0-86F0-BE06EF7418B8}" type="pres">
      <dgm:prSet presAssocID="{ED79A773-A364-4784-9026-6706B8260FD1}" presName="sibTrans" presStyleCnt="0"/>
      <dgm:spPr/>
    </dgm:pt>
    <dgm:pt modelId="{742AB0EE-36E4-4975-A5C4-05350044F247}" type="pres">
      <dgm:prSet presAssocID="{08EC2902-A014-4A32-AB6D-DD594693B16A}" presName="compNode" presStyleCnt="0"/>
      <dgm:spPr/>
    </dgm:pt>
    <dgm:pt modelId="{C7A30940-9EFD-4055-8A3D-17E2E61B0235}" type="pres">
      <dgm:prSet presAssocID="{08EC2902-A014-4A32-AB6D-DD594693B1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A04BB664-B608-49F1-B000-0C28E407F7C8}" type="pres">
      <dgm:prSet presAssocID="{08EC2902-A014-4A32-AB6D-DD594693B16A}" presName="iconSpace" presStyleCnt="0"/>
      <dgm:spPr/>
    </dgm:pt>
    <dgm:pt modelId="{E32C5E0F-814F-4972-95BF-2BB2CD2CC0F1}" type="pres">
      <dgm:prSet presAssocID="{08EC2902-A014-4A32-AB6D-DD594693B16A}" presName="parTx" presStyleLbl="revTx" presStyleIdx="6" presStyleCnt="8">
        <dgm:presLayoutVars>
          <dgm:chMax val="0"/>
          <dgm:chPref val="0"/>
        </dgm:presLayoutVars>
      </dgm:prSet>
      <dgm:spPr/>
    </dgm:pt>
    <dgm:pt modelId="{5FFDC758-AF94-441E-B463-F52646A6F3BD}" type="pres">
      <dgm:prSet presAssocID="{08EC2902-A014-4A32-AB6D-DD594693B16A}" presName="txSpace" presStyleCnt="0"/>
      <dgm:spPr/>
    </dgm:pt>
    <dgm:pt modelId="{F978850D-3120-439E-BB58-ACA6586BC59B}" type="pres">
      <dgm:prSet presAssocID="{08EC2902-A014-4A32-AB6D-DD594693B16A}" presName="desTx" presStyleLbl="revTx" presStyleIdx="7" presStyleCnt="8">
        <dgm:presLayoutVars/>
      </dgm:prSet>
      <dgm:spPr/>
    </dgm:pt>
  </dgm:ptLst>
  <dgm:cxnLst>
    <dgm:cxn modelId="{2E7CDA09-DA08-4975-AE16-2DC474F97170}" srcId="{20DAF222-72C9-4261-B309-26ED61E71349}" destId="{1DFCBD4B-24FC-40BE-A73B-A59641511749}" srcOrd="0" destOrd="0" parTransId="{0659E9DC-3346-4FAB-95E6-65D8A8E5A9E0}" sibTransId="{B425B960-A974-4EDE-9D4D-9E24D1612926}"/>
    <dgm:cxn modelId="{AD2B641C-ED98-413F-B731-7249885EE14E}" srcId="{20DAF222-72C9-4261-B309-26ED61E71349}" destId="{86EFF83D-00EE-4AF5-B0BD-412EB32B4929}" srcOrd="1" destOrd="0" parTransId="{08FFE19A-1C3B-47EF-977F-4B08D6A65B10}" sibTransId="{B4DBCDED-67D7-4141-B51E-8B96D575AB4C}"/>
    <dgm:cxn modelId="{7A52C91F-DB1A-4FFE-8E50-E585A89F4CB6}" type="presOf" srcId="{9390BAD0-44AC-48BA-8D9D-27886ABD7C30}" destId="{F5298FDF-4712-4CAC-864B-5BD7DD812F09}" srcOrd="0" destOrd="0" presId="urn:microsoft.com/office/officeart/2018/5/layout/CenteredIconLabelDescriptionList"/>
    <dgm:cxn modelId="{F219E534-DDE0-441F-A8CF-BA53DB645876}" type="presOf" srcId="{86EFF83D-00EE-4AF5-B0BD-412EB32B4929}" destId="{C796E6E9-CD37-4050-9261-F2E022E8FE7B}" srcOrd="0" destOrd="1" presId="urn:microsoft.com/office/officeart/2018/5/layout/CenteredIconLabelDescriptionList"/>
    <dgm:cxn modelId="{391DBA36-4D98-44E1-A425-D875D73D7480}" type="presOf" srcId="{3FA35157-2B91-4206-BA69-1715FF6A774F}" destId="{595A2FC4-8F59-4B02-818C-678ECAE7CEC5}" srcOrd="0" destOrd="0" presId="urn:microsoft.com/office/officeart/2018/5/layout/CenteredIconLabelDescriptionList"/>
    <dgm:cxn modelId="{A35EF239-355D-47E8-B806-591DB4E9FC96}" type="presOf" srcId="{B030519C-A1AF-4515-B29E-E1FC30A6BC31}" destId="{66DEDE7D-D681-43BD-BECC-05448AEE4E6A}" srcOrd="0" destOrd="0" presId="urn:microsoft.com/office/officeart/2018/5/layout/CenteredIconLabelDescriptionList"/>
    <dgm:cxn modelId="{0CE98F48-216A-494C-B451-905936D2F2E8}" type="presOf" srcId="{1DFCBD4B-24FC-40BE-A73B-A59641511749}" destId="{C796E6E9-CD37-4050-9261-F2E022E8FE7B}" srcOrd="0" destOrd="0" presId="urn:microsoft.com/office/officeart/2018/5/layout/CenteredIconLabelDescriptionList"/>
    <dgm:cxn modelId="{4A034E6A-27A8-4117-A3CC-B7375FA5C4F1}" type="presOf" srcId="{08EC2902-A014-4A32-AB6D-DD594693B16A}" destId="{E32C5E0F-814F-4972-95BF-2BB2CD2CC0F1}" srcOrd="0" destOrd="0" presId="urn:microsoft.com/office/officeart/2018/5/layout/CenteredIconLabelDescriptionList"/>
    <dgm:cxn modelId="{292DBB4C-2F22-4350-8E7C-3238C6C0C173}" srcId="{08EC2902-A014-4A32-AB6D-DD594693B16A}" destId="{DB340022-CF52-4FDA-95D6-C9127918ED20}" srcOrd="1" destOrd="0" parTransId="{0532DD4D-3837-4C8D-ADD8-A499D381A733}" sibTransId="{8160C16E-F3DD-4564-A3CC-6FBE8ACEE955}"/>
    <dgm:cxn modelId="{9AD4804F-742A-42F4-A3B7-C8BE3EC9A4D0}" type="presOf" srcId="{FAFB0DF8-8AC8-49B5-8E52-7A3F70665BC3}" destId="{F978850D-3120-439E-BB58-ACA6586BC59B}" srcOrd="0" destOrd="0" presId="urn:microsoft.com/office/officeart/2018/5/layout/CenteredIconLabelDescriptionList"/>
    <dgm:cxn modelId="{EE0BB557-FA65-4ED8-852B-8D373C7697FF}" srcId="{4E607CF4-09A5-48DB-B45C-6C91E19CF0CA}" destId="{9E7A7EE6-0087-4D78-B0D8-4E0DBD80DE96}" srcOrd="0" destOrd="0" parTransId="{4876084B-E1C6-4241-8D13-17289A9AD1E5}" sibTransId="{77579BBF-8F25-40E9-9A8F-215476E239E2}"/>
    <dgm:cxn modelId="{464BC358-FF85-4AB0-BC6A-A91F9CFC77F6}" srcId="{3FA35157-2B91-4206-BA69-1715FF6A774F}" destId="{B030519C-A1AF-4515-B29E-E1FC30A6BC31}" srcOrd="1" destOrd="0" parTransId="{8DD11970-463F-4F45-BFC9-2AA2FDD00FFE}" sibTransId="{1E18AF44-C47D-496B-ABD2-D5B68B4818B0}"/>
    <dgm:cxn modelId="{C3EF097A-872E-4869-B2A2-021BE880F635}" srcId="{B030519C-A1AF-4515-B29E-E1FC30A6BC31}" destId="{9390BAD0-44AC-48BA-8D9D-27886ABD7C30}" srcOrd="0" destOrd="0" parTransId="{D4EEF251-B3D3-4B48-85A0-CF18512FB8F0}" sibTransId="{93568A57-A157-4B1C-86AE-31E458B0A216}"/>
    <dgm:cxn modelId="{46DD298D-216D-4E7C-9068-24C0FCC97E91}" type="presOf" srcId="{20DAF222-72C9-4261-B309-26ED61E71349}" destId="{970202C4-7904-44F2-B86A-39AA443B7285}" srcOrd="0" destOrd="0" presId="urn:microsoft.com/office/officeart/2018/5/layout/CenteredIconLabelDescriptionList"/>
    <dgm:cxn modelId="{68755790-BACF-41FD-BFAD-01E7E55315C0}" srcId="{4E607CF4-09A5-48DB-B45C-6C91E19CF0CA}" destId="{A1ED3CAE-1F97-4ED3-980F-C458A30AACE5}" srcOrd="1" destOrd="0" parTransId="{017E8FE2-02E8-4D45-9276-7DF6108E1278}" sibTransId="{8E50534F-9DD1-462E-BE3E-635F9DB5D1E8}"/>
    <dgm:cxn modelId="{EBA1B89C-083C-4D9A-84EF-FC7725486FA2}" srcId="{3FA35157-2B91-4206-BA69-1715FF6A774F}" destId="{08EC2902-A014-4A32-AB6D-DD594693B16A}" srcOrd="3" destOrd="0" parTransId="{021BC245-75D3-4957-A333-84A212EF66DF}" sibTransId="{79CFD259-768B-4987-A2FA-0BC33D5DF7AA}"/>
    <dgm:cxn modelId="{8BE9FCA5-F01B-44C8-B965-CF3825F8933B}" srcId="{08EC2902-A014-4A32-AB6D-DD594693B16A}" destId="{FAFB0DF8-8AC8-49B5-8E52-7A3F70665BC3}" srcOrd="0" destOrd="0" parTransId="{7E04BA7E-C750-40EB-B6B8-5D11CA217BD9}" sibTransId="{B7B521C3-B5C1-4A7D-BEE3-DF39549F51FE}"/>
    <dgm:cxn modelId="{C17771CC-98BD-422E-B9F2-0020FFCAF777}" type="presOf" srcId="{9E7A7EE6-0087-4D78-B0D8-4E0DBD80DE96}" destId="{630CCCFB-31C7-416B-A2FC-02A5DADB7B18}" srcOrd="0" destOrd="0" presId="urn:microsoft.com/office/officeart/2018/5/layout/CenteredIconLabelDescriptionList"/>
    <dgm:cxn modelId="{E7557ED4-4F70-4692-912C-B20BFAAEEF15}" srcId="{3FA35157-2B91-4206-BA69-1715FF6A774F}" destId="{20DAF222-72C9-4261-B309-26ED61E71349}" srcOrd="2" destOrd="0" parTransId="{E92B88E5-58B3-4D54-B1BA-BC5A346F9AB9}" sibTransId="{ED79A773-A364-4784-9026-6706B8260FD1}"/>
    <dgm:cxn modelId="{7671BEEB-6D0A-4BEA-BAFD-7268A5B6E95B}" srcId="{3FA35157-2B91-4206-BA69-1715FF6A774F}" destId="{4E607CF4-09A5-48DB-B45C-6C91E19CF0CA}" srcOrd="0" destOrd="0" parTransId="{6E556C0F-F516-4707-A791-BB88F08117A6}" sibTransId="{C1A2DB4D-F6D2-4917-9113-3168A1148E26}"/>
    <dgm:cxn modelId="{8D813EF1-EBEC-4831-A94B-101A6D6952AD}" type="presOf" srcId="{A1ED3CAE-1F97-4ED3-980F-C458A30AACE5}" destId="{630CCCFB-31C7-416B-A2FC-02A5DADB7B18}" srcOrd="0" destOrd="1" presId="urn:microsoft.com/office/officeart/2018/5/layout/CenteredIconLabelDescriptionList"/>
    <dgm:cxn modelId="{C46944F4-F452-4E56-BBED-AA3DE8ECF42C}" type="presOf" srcId="{4E607CF4-09A5-48DB-B45C-6C91E19CF0CA}" destId="{E38D7FB7-63AA-44AD-9D78-E2FD3A911993}" srcOrd="0" destOrd="0" presId="urn:microsoft.com/office/officeart/2018/5/layout/CenteredIconLabelDescriptionList"/>
    <dgm:cxn modelId="{D7534AFB-4169-45C5-A16C-9DC6217D2E1D}" type="presOf" srcId="{DB340022-CF52-4FDA-95D6-C9127918ED20}" destId="{F978850D-3120-439E-BB58-ACA6586BC59B}" srcOrd="0" destOrd="1" presId="urn:microsoft.com/office/officeart/2018/5/layout/CenteredIconLabelDescriptionList"/>
    <dgm:cxn modelId="{0BFBCE7E-D6C3-40B9-B646-47A3075A74A5}" type="presParOf" srcId="{595A2FC4-8F59-4B02-818C-678ECAE7CEC5}" destId="{992800F2-C51D-4892-856E-FD8BFF78358D}" srcOrd="0" destOrd="0" presId="urn:microsoft.com/office/officeart/2018/5/layout/CenteredIconLabelDescriptionList"/>
    <dgm:cxn modelId="{49FC10A6-A5CA-4B66-B456-53ADC35D7C2C}" type="presParOf" srcId="{992800F2-C51D-4892-856E-FD8BFF78358D}" destId="{FFB3CFBF-B7F6-42F5-898E-9CBA823DF044}" srcOrd="0" destOrd="0" presId="urn:microsoft.com/office/officeart/2018/5/layout/CenteredIconLabelDescriptionList"/>
    <dgm:cxn modelId="{C4C906ED-79C9-404C-9DCF-BCE7FA2A8E87}" type="presParOf" srcId="{992800F2-C51D-4892-856E-FD8BFF78358D}" destId="{9409D4DA-148E-4209-80BD-CB01C9F13D77}" srcOrd="1" destOrd="0" presId="urn:microsoft.com/office/officeart/2018/5/layout/CenteredIconLabelDescriptionList"/>
    <dgm:cxn modelId="{FAAFCA3A-1D73-48B1-A0DC-793E3A2C552E}" type="presParOf" srcId="{992800F2-C51D-4892-856E-FD8BFF78358D}" destId="{E38D7FB7-63AA-44AD-9D78-E2FD3A911993}" srcOrd="2" destOrd="0" presId="urn:microsoft.com/office/officeart/2018/5/layout/CenteredIconLabelDescriptionList"/>
    <dgm:cxn modelId="{34849CC5-3022-4FE4-A00A-EBD57EF98C3B}" type="presParOf" srcId="{992800F2-C51D-4892-856E-FD8BFF78358D}" destId="{F66238FC-923C-44BB-9E04-88EFADCCD1E7}" srcOrd="3" destOrd="0" presId="urn:microsoft.com/office/officeart/2018/5/layout/CenteredIconLabelDescriptionList"/>
    <dgm:cxn modelId="{9CF79BE3-5357-47D5-9969-4FFE6BF930B1}" type="presParOf" srcId="{992800F2-C51D-4892-856E-FD8BFF78358D}" destId="{630CCCFB-31C7-416B-A2FC-02A5DADB7B18}" srcOrd="4" destOrd="0" presId="urn:microsoft.com/office/officeart/2018/5/layout/CenteredIconLabelDescriptionList"/>
    <dgm:cxn modelId="{245EC453-B311-493F-AE69-8C6F0D490D90}" type="presParOf" srcId="{595A2FC4-8F59-4B02-818C-678ECAE7CEC5}" destId="{C07F009C-7944-467C-A37C-77C9D4026F0B}" srcOrd="1" destOrd="0" presId="urn:microsoft.com/office/officeart/2018/5/layout/CenteredIconLabelDescriptionList"/>
    <dgm:cxn modelId="{EBAC0BD0-0CCB-46BE-A85B-A863D5F791FD}" type="presParOf" srcId="{595A2FC4-8F59-4B02-818C-678ECAE7CEC5}" destId="{112F1FA8-F9C1-4EC8-8DEF-230EA10E5CC7}" srcOrd="2" destOrd="0" presId="urn:microsoft.com/office/officeart/2018/5/layout/CenteredIconLabelDescriptionList"/>
    <dgm:cxn modelId="{E996D6D8-F603-4433-A905-244DD8DA5DB3}" type="presParOf" srcId="{112F1FA8-F9C1-4EC8-8DEF-230EA10E5CC7}" destId="{3CDF520D-8CD4-4150-936B-D7BACA3CE94C}" srcOrd="0" destOrd="0" presId="urn:microsoft.com/office/officeart/2018/5/layout/CenteredIconLabelDescriptionList"/>
    <dgm:cxn modelId="{74016498-2631-4B64-9E40-869CAB15C79D}" type="presParOf" srcId="{112F1FA8-F9C1-4EC8-8DEF-230EA10E5CC7}" destId="{B90E8C32-D91E-4ECF-A5B8-6D9BCA7B0F2E}" srcOrd="1" destOrd="0" presId="urn:microsoft.com/office/officeart/2018/5/layout/CenteredIconLabelDescriptionList"/>
    <dgm:cxn modelId="{674008C2-8E4B-4401-82E2-F5DB973DE3F3}" type="presParOf" srcId="{112F1FA8-F9C1-4EC8-8DEF-230EA10E5CC7}" destId="{66DEDE7D-D681-43BD-BECC-05448AEE4E6A}" srcOrd="2" destOrd="0" presId="urn:microsoft.com/office/officeart/2018/5/layout/CenteredIconLabelDescriptionList"/>
    <dgm:cxn modelId="{86AD1A6A-92AF-4883-8FEB-FFDDE19125AB}" type="presParOf" srcId="{112F1FA8-F9C1-4EC8-8DEF-230EA10E5CC7}" destId="{ED958733-6FA5-4508-B50D-46D0B810377D}" srcOrd="3" destOrd="0" presId="urn:microsoft.com/office/officeart/2018/5/layout/CenteredIconLabelDescriptionList"/>
    <dgm:cxn modelId="{B90A91C8-DD24-40EA-A6C2-E6687B9586B6}" type="presParOf" srcId="{112F1FA8-F9C1-4EC8-8DEF-230EA10E5CC7}" destId="{F5298FDF-4712-4CAC-864B-5BD7DD812F09}" srcOrd="4" destOrd="0" presId="urn:microsoft.com/office/officeart/2018/5/layout/CenteredIconLabelDescriptionList"/>
    <dgm:cxn modelId="{6715BE57-7057-42A3-BFB1-C37E68E9D69E}" type="presParOf" srcId="{595A2FC4-8F59-4B02-818C-678ECAE7CEC5}" destId="{6B808183-3B69-4A7B-B934-E99F65EF7CB7}" srcOrd="3" destOrd="0" presId="urn:microsoft.com/office/officeart/2018/5/layout/CenteredIconLabelDescriptionList"/>
    <dgm:cxn modelId="{137F0C8F-1E21-4B31-B7DA-C2BCB3E98FEE}" type="presParOf" srcId="{595A2FC4-8F59-4B02-818C-678ECAE7CEC5}" destId="{A09F8ECB-B20A-4C4F-AE69-09CE2591D17D}" srcOrd="4" destOrd="0" presId="urn:microsoft.com/office/officeart/2018/5/layout/CenteredIconLabelDescriptionList"/>
    <dgm:cxn modelId="{A6438CA4-69F3-4396-8387-BE7979471689}" type="presParOf" srcId="{A09F8ECB-B20A-4C4F-AE69-09CE2591D17D}" destId="{240D2171-9AB9-42B6-89D8-1F3821842AB6}" srcOrd="0" destOrd="0" presId="urn:microsoft.com/office/officeart/2018/5/layout/CenteredIconLabelDescriptionList"/>
    <dgm:cxn modelId="{D173054C-9014-401A-A792-079C46BBF1C2}" type="presParOf" srcId="{A09F8ECB-B20A-4C4F-AE69-09CE2591D17D}" destId="{BC95EDBC-8F56-4629-9B1E-B532EF7F692D}" srcOrd="1" destOrd="0" presId="urn:microsoft.com/office/officeart/2018/5/layout/CenteredIconLabelDescriptionList"/>
    <dgm:cxn modelId="{52D3A034-D6C9-4C0F-980C-0170F70A26FF}" type="presParOf" srcId="{A09F8ECB-B20A-4C4F-AE69-09CE2591D17D}" destId="{970202C4-7904-44F2-B86A-39AA443B7285}" srcOrd="2" destOrd="0" presId="urn:microsoft.com/office/officeart/2018/5/layout/CenteredIconLabelDescriptionList"/>
    <dgm:cxn modelId="{CD8E47C2-1FEC-41DF-B023-302D684B9B5F}" type="presParOf" srcId="{A09F8ECB-B20A-4C4F-AE69-09CE2591D17D}" destId="{8AB96565-D058-4E80-8524-A0DF22DF34E9}" srcOrd="3" destOrd="0" presId="urn:microsoft.com/office/officeart/2018/5/layout/CenteredIconLabelDescriptionList"/>
    <dgm:cxn modelId="{3E8567E5-6E81-410B-95F0-F120A47FF9B3}" type="presParOf" srcId="{A09F8ECB-B20A-4C4F-AE69-09CE2591D17D}" destId="{C796E6E9-CD37-4050-9261-F2E022E8FE7B}" srcOrd="4" destOrd="0" presId="urn:microsoft.com/office/officeart/2018/5/layout/CenteredIconLabelDescriptionList"/>
    <dgm:cxn modelId="{428BA244-7FB6-4531-A746-1BD68B0F412B}" type="presParOf" srcId="{595A2FC4-8F59-4B02-818C-678ECAE7CEC5}" destId="{00726F37-2E58-41F0-86F0-BE06EF7418B8}" srcOrd="5" destOrd="0" presId="urn:microsoft.com/office/officeart/2018/5/layout/CenteredIconLabelDescriptionList"/>
    <dgm:cxn modelId="{B0EC8ED4-3091-4F8C-A369-2AAED9611765}" type="presParOf" srcId="{595A2FC4-8F59-4B02-818C-678ECAE7CEC5}" destId="{742AB0EE-36E4-4975-A5C4-05350044F247}" srcOrd="6" destOrd="0" presId="urn:microsoft.com/office/officeart/2018/5/layout/CenteredIconLabelDescriptionList"/>
    <dgm:cxn modelId="{2A1342CD-66D0-4AFF-BCF7-3A496C2C58FD}" type="presParOf" srcId="{742AB0EE-36E4-4975-A5C4-05350044F247}" destId="{C7A30940-9EFD-4055-8A3D-17E2E61B0235}" srcOrd="0" destOrd="0" presId="urn:microsoft.com/office/officeart/2018/5/layout/CenteredIconLabelDescriptionList"/>
    <dgm:cxn modelId="{529D3EEE-6330-4C8C-B5C2-516A17FAFECC}" type="presParOf" srcId="{742AB0EE-36E4-4975-A5C4-05350044F247}" destId="{A04BB664-B608-49F1-B000-0C28E407F7C8}" srcOrd="1" destOrd="0" presId="urn:microsoft.com/office/officeart/2018/5/layout/CenteredIconLabelDescriptionList"/>
    <dgm:cxn modelId="{767A726E-99E2-4D32-A1E9-0B24F6290D33}" type="presParOf" srcId="{742AB0EE-36E4-4975-A5C4-05350044F247}" destId="{E32C5E0F-814F-4972-95BF-2BB2CD2CC0F1}" srcOrd="2" destOrd="0" presId="urn:microsoft.com/office/officeart/2018/5/layout/CenteredIconLabelDescriptionList"/>
    <dgm:cxn modelId="{E5210030-8983-40B7-9D3B-8029B6EB54FF}" type="presParOf" srcId="{742AB0EE-36E4-4975-A5C4-05350044F247}" destId="{5FFDC758-AF94-441E-B463-F52646A6F3BD}" srcOrd="3" destOrd="0" presId="urn:microsoft.com/office/officeart/2018/5/layout/CenteredIconLabelDescriptionList"/>
    <dgm:cxn modelId="{5BA1EA4E-AAA3-48E4-9B6F-D1657A6A6E76}" type="presParOf" srcId="{742AB0EE-36E4-4975-A5C4-05350044F247}" destId="{F978850D-3120-439E-BB58-ACA6586BC59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03BF1A-AE2F-4CBC-B4AD-BBA91A4990C2}" type="doc">
      <dgm:prSet loTypeId="urn:microsoft.com/office/officeart/2005/8/layout/vList5" loCatId="list" qsTypeId="urn:microsoft.com/office/officeart/2005/8/quickstyle/simple4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3C29DC8C-DC93-401F-9574-AE220D4FDD6F}">
      <dgm:prSet/>
      <dgm:spPr/>
      <dgm:t>
        <a:bodyPr/>
        <a:lstStyle/>
        <a:p>
          <a:r>
            <a:rPr lang="tr-TR"/>
            <a:t>Traditional payment network</a:t>
          </a:r>
          <a:endParaRPr lang="en-US"/>
        </a:p>
      </dgm:t>
    </dgm:pt>
    <dgm:pt modelId="{693C58F8-5C95-4BD6-AE6A-7549C1009E96}" type="parTrans" cxnId="{EB486ADE-3C5B-4F93-A619-3069E481081E}">
      <dgm:prSet/>
      <dgm:spPr/>
      <dgm:t>
        <a:bodyPr/>
        <a:lstStyle/>
        <a:p>
          <a:endParaRPr lang="en-US"/>
        </a:p>
      </dgm:t>
    </dgm:pt>
    <dgm:pt modelId="{A7781247-553F-4232-BF32-3D86481F1A20}" type="sibTrans" cxnId="{EB486ADE-3C5B-4F93-A619-3069E481081E}">
      <dgm:prSet/>
      <dgm:spPr/>
      <dgm:t>
        <a:bodyPr/>
        <a:lstStyle/>
        <a:p>
          <a:endParaRPr lang="en-US"/>
        </a:p>
      </dgm:t>
    </dgm:pt>
    <dgm:pt modelId="{63816FB2-8B8A-4D01-848B-11B488445260}">
      <dgm:prSet/>
      <dgm:spPr/>
      <dgm:t>
        <a:bodyPr/>
        <a:lstStyle/>
        <a:p>
          <a:r>
            <a:rPr lang="en-US"/>
            <a:t>traditional payment network, such as a credit card system, </a:t>
          </a:r>
        </a:p>
      </dgm:t>
    </dgm:pt>
    <dgm:pt modelId="{2EF4BF88-94A4-41EE-AE61-ECB874C5332D}" type="parTrans" cxnId="{C40E2D8B-30BE-4F6A-A832-AC10C9C7E54D}">
      <dgm:prSet/>
      <dgm:spPr/>
      <dgm:t>
        <a:bodyPr/>
        <a:lstStyle/>
        <a:p>
          <a:endParaRPr lang="en-US"/>
        </a:p>
      </dgm:t>
    </dgm:pt>
    <dgm:pt modelId="{01527CAF-FD98-4302-9274-EDC6431602E2}" type="sibTrans" cxnId="{C40E2D8B-30BE-4F6A-A832-AC10C9C7E54D}">
      <dgm:prSet/>
      <dgm:spPr/>
      <dgm:t>
        <a:bodyPr/>
        <a:lstStyle/>
        <a:p>
          <a:endParaRPr lang="en-US"/>
        </a:p>
      </dgm:t>
    </dgm:pt>
    <dgm:pt modelId="{3446D593-92CD-46FE-AC65-066BA7083C2F}">
      <dgm:prSet/>
      <dgm:spPr/>
      <dgm:t>
        <a:bodyPr/>
        <a:lstStyle/>
        <a:p>
          <a:r>
            <a:rPr lang="en-US"/>
            <a:t>the payment is open</a:t>
          </a:r>
          <a:r>
            <a:rPr lang="tr-TR"/>
            <a:t> </a:t>
          </a:r>
          <a:r>
            <a:rPr lang="en-US"/>
            <a:t>ended</a:t>
          </a:r>
        </a:p>
      </dgm:t>
    </dgm:pt>
    <dgm:pt modelId="{93F530BA-21F9-4C98-9742-194B280B953A}" type="parTrans" cxnId="{888EA0E6-9C87-4447-81C8-107CFA55F527}">
      <dgm:prSet/>
      <dgm:spPr/>
      <dgm:t>
        <a:bodyPr/>
        <a:lstStyle/>
        <a:p>
          <a:endParaRPr lang="en-US"/>
        </a:p>
      </dgm:t>
    </dgm:pt>
    <dgm:pt modelId="{EBE58B22-49D5-4AE1-B9B4-B56C074F0417}" type="sibTrans" cxnId="{888EA0E6-9C87-4447-81C8-107CFA55F527}">
      <dgm:prSet/>
      <dgm:spPr/>
      <dgm:t>
        <a:bodyPr/>
        <a:lstStyle/>
        <a:p>
          <a:endParaRPr lang="en-US"/>
        </a:p>
      </dgm:t>
    </dgm:pt>
    <dgm:pt modelId="{17772BF1-51D1-4905-9CF4-61A3F5297AE3}">
      <dgm:prSet/>
      <dgm:spPr/>
      <dgm:t>
        <a:bodyPr/>
        <a:lstStyle/>
        <a:p>
          <a:r>
            <a:rPr lang="tr-TR"/>
            <a:t>Reason</a:t>
          </a:r>
          <a:endParaRPr lang="en-US"/>
        </a:p>
      </dgm:t>
    </dgm:pt>
    <dgm:pt modelId="{D974C580-4279-41C7-98F0-D9029AE62216}" type="parTrans" cxnId="{AD9B4865-1E07-4053-AF43-3AA9BE453FD9}">
      <dgm:prSet/>
      <dgm:spPr/>
      <dgm:t>
        <a:bodyPr/>
        <a:lstStyle/>
        <a:p>
          <a:endParaRPr lang="en-US"/>
        </a:p>
      </dgm:t>
    </dgm:pt>
    <dgm:pt modelId="{E306FAAD-0CAA-408C-96B5-E7B1740595A6}" type="sibTrans" cxnId="{AD9B4865-1E07-4053-AF43-3AA9BE453FD9}">
      <dgm:prSet/>
      <dgm:spPr/>
      <dgm:t>
        <a:bodyPr/>
        <a:lstStyle/>
        <a:p>
          <a:endParaRPr lang="en-US"/>
        </a:p>
      </dgm:t>
    </dgm:pt>
    <dgm:pt modelId="{438C786C-50B2-458E-9BA0-FF9741C333C4}">
      <dgm:prSet/>
      <dgm:spPr/>
      <dgm:t>
        <a:bodyPr/>
        <a:lstStyle/>
        <a:p>
          <a:r>
            <a:rPr lang="en-US"/>
            <a:t>it contains the user’s private identifier</a:t>
          </a:r>
        </a:p>
      </dgm:t>
    </dgm:pt>
    <dgm:pt modelId="{3BCE5632-835F-4009-A756-9E66A01730C6}" type="parTrans" cxnId="{E340E049-3367-488C-AC5E-E93CB1CC554D}">
      <dgm:prSet/>
      <dgm:spPr/>
      <dgm:t>
        <a:bodyPr/>
        <a:lstStyle/>
        <a:p>
          <a:endParaRPr lang="en-US"/>
        </a:p>
      </dgm:t>
    </dgm:pt>
    <dgm:pt modelId="{46D82F23-0547-44A2-93CA-1A8329F1AA81}" type="sibTrans" cxnId="{E340E049-3367-488C-AC5E-E93CB1CC554D}">
      <dgm:prSet/>
      <dgm:spPr/>
      <dgm:t>
        <a:bodyPr/>
        <a:lstStyle/>
        <a:p>
          <a:endParaRPr lang="en-US"/>
        </a:p>
      </dgm:t>
    </dgm:pt>
    <dgm:pt modelId="{FCD2F206-CE6E-44C2-A514-AC3A9CF8512E}">
      <dgm:prSet/>
      <dgm:spPr/>
      <dgm:t>
        <a:bodyPr/>
        <a:lstStyle/>
        <a:p>
          <a:r>
            <a:rPr lang="tr-TR"/>
            <a:t>i.e. </a:t>
          </a:r>
          <a:r>
            <a:rPr lang="en-US"/>
            <a:t>the credit card number</a:t>
          </a:r>
        </a:p>
      </dgm:t>
    </dgm:pt>
    <dgm:pt modelId="{0A5407C9-37C9-47FC-B30E-3796138AA1BA}" type="parTrans" cxnId="{686A5AB1-6294-4349-8ACF-23DB90A00AAE}">
      <dgm:prSet/>
      <dgm:spPr/>
      <dgm:t>
        <a:bodyPr/>
        <a:lstStyle/>
        <a:p>
          <a:endParaRPr lang="en-US"/>
        </a:p>
      </dgm:t>
    </dgm:pt>
    <dgm:pt modelId="{5CF5BCAA-0A1A-453D-8DA4-0A2CDF610011}" type="sibTrans" cxnId="{686A5AB1-6294-4349-8ACF-23DB90A00AAE}">
      <dgm:prSet/>
      <dgm:spPr/>
      <dgm:t>
        <a:bodyPr/>
        <a:lstStyle/>
        <a:p>
          <a:endParaRPr lang="en-US"/>
        </a:p>
      </dgm:t>
    </dgm:pt>
    <dgm:pt modelId="{DFA7E71B-DA81-406A-9B53-083F917A6E88}">
      <dgm:prSet/>
      <dgm:spPr/>
      <dgm:t>
        <a:bodyPr/>
        <a:lstStyle/>
        <a:p>
          <a:r>
            <a:rPr lang="en-US"/>
            <a:t>After</a:t>
          </a:r>
          <a:r>
            <a:rPr lang="tr-TR"/>
            <a:t> </a:t>
          </a:r>
          <a:r>
            <a:rPr lang="en-US"/>
            <a:t>the initial charge, </a:t>
          </a:r>
        </a:p>
      </dgm:t>
    </dgm:pt>
    <dgm:pt modelId="{AECAAB5A-C73D-4C95-97B0-A31A65825314}" type="parTrans" cxnId="{2D16C55B-C55B-4E23-877E-C3464DF21A4D}">
      <dgm:prSet/>
      <dgm:spPr/>
      <dgm:t>
        <a:bodyPr/>
        <a:lstStyle/>
        <a:p>
          <a:endParaRPr lang="en-US"/>
        </a:p>
      </dgm:t>
    </dgm:pt>
    <dgm:pt modelId="{0A3C0F16-A3F4-4620-99C7-901334CDFEEA}" type="sibTrans" cxnId="{2D16C55B-C55B-4E23-877E-C3464DF21A4D}">
      <dgm:prSet/>
      <dgm:spPr/>
      <dgm:t>
        <a:bodyPr/>
        <a:lstStyle/>
        <a:p>
          <a:endParaRPr lang="en-US"/>
        </a:p>
      </dgm:t>
    </dgm:pt>
    <dgm:pt modelId="{B2C5738D-E62F-4EC5-8241-A0C189B57199}">
      <dgm:prSet/>
      <dgm:spPr/>
      <dgm:t>
        <a:bodyPr/>
        <a:lstStyle/>
        <a:p>
          <a:r>
            <a:rPr lang="en-US"/>
            <a:t>anyone with access to the identifier can “pull” funds</a:t>
          </a:r>
        </a:p>
      </dgm:t>
    </dgm:pt>
    <dgm:pt modelId="{6B7ECA37-E19C-48D9-8228-DDA0647B080B}" type="parTrans" cxnId="{B8045385-03C6-423E-B3DA-C022155961DD}">
      <dgm:prSet/>
      <dgm:spPr/>
      <dgm:t>
        <a:bodyPr/>
        <a:lstStyle/>
        <a:p>
          <a:endParaRPr lang="en-US"/>
        </a:p>
      </dgm:t>
    </dgm:pt>
    <dgm:pt modelId="{A4228193-49F8-49AB-ABC2-8C784328C32F}" type="sibTrans" cxnId="{B8045385-03C6-423E-B3DA-C022155961DD}">
      <dgm:prSet/>
      <dgm:spPr/>
      <dgm:t>
        <a:bodyPr/>
        <a:lstStyle/>
        <a:p>
          <a:endParaRPr lang="en-US"/>
        </a:p>
      </dgm:t>
    </dgm:pt>
    <dgm:pt modelId="{021BA1CF-44BE-46B9-9869-B9200210C069}">
      <dgm:prSet/>
      <dgm:spPr/>
      <dgm:t>
        <a:bodyPr/>
        <a:lstStyle/>
        <a:p>
          <a:r>
            <a:rPr lang="en-US"/>
            <a:t>charge the</a:t>
          </a:r>
          <a:r>
            <a:rPr lang="tr-TR"/>
            <a:t> </a:t>
          </a:r>
          <a:r>
            <a:rPr lang="en-US"/>
            <a:t>owner again and again. </a:t>
          </a:r>
        </a:p>
      </dgm:t>
    </dgm:pt>
    <dgm:pt modelId="{621A6143-5189-48A0-AC30-C2039FF9A1A2}" type="parTrans" cxnId="{70DFD69F-3283-4A8E-9B8D-3EC1CD3DBAFD}">
      <dgm:prSet/>
      <dgm:spPr/>
      <dgm:t>
        <a:bodyPr/>
        <a:lstStyle/>
        <a:p>
          <a:endParaRPr lang="en-US"/>
        </a:p>
      </dgm:t>
    </dgm:pt>
    <dgm:pt modelId="{8506C879-4E7C-4B90-98CD-CCEBF2A8A14D}" type="sibTrans" cxnId="{70DFD69F-3283-4A8E-9B8D-3EC1CD3DBAFD}">
      <dgm:prSet/>
      <dgm:spPr/>
      <dgm:t>
        <a:bodyPr/>
        <a:lstStyle/>
        <a:p>
          <a:endParaRPr lang="en-US"/>
        </a:p>
      </dgm:t>
    </dgm:pt>
    <dgm:pt modelId="{EF92CF7E-6E21-42D7-93F2-66100888DEA4}">
      <dgm:prSet/>
      <dgm:spPr/>
      <dgm:t>
        <a:bodyPr/>
        <a:lstStyle/>
        <a:p>
          <a:r>
            <a:rPr lang="tr-TR"/>
            <a:t>End-to-End Security</a:t>
          </a:r>
          <a:endParaRPr lang="en-US"/>
        </a:p>
      </dgm:t>
    </dgm:pt>
    <dgm:pt modelId="{E4A3C810-ACD8-466D-AE4B-E94C0B6BF3DD}" type="parTrans" cxnId="{A21D1830-1B5C-4B79-B398-C819DF7EB5B2}">
      <dgm:prSet/>
      <dgm:spPr/>
      <dgm:t>
        <a:bodyPr/>
        <a:lstStyle/>
        <a:p>
          <a:endParaRPr lang="en-US"/>
        </a:p>
      </dgm:t>
    </dgm:pt>
    <dgm:pt modelId="{A79E82AE-AD54-4192-8D65-DFDD7D9A3290}" type="sibTrans" cxnId="{A21D1830-1B5C-4B79-B398-C819DF7EB5B2}">
      <dgm:prSet/>
      <dgm:spPr/>
      <dgm:t>
        <a:bodyPr/>
        <a:lstStyle/>
        <a:p>
          <a:endParaRPr lang="en-US"/>
        </a:p>
      </dgm:t>
    </dgm:pt>
    <dgm:pt modelId="{5CD0E7C4-825E-42EA-A999-AFCA78553C24}">
      <dgm:prSet/>
      <dgm:spPr/>
      <dgm:t>
        <a:bodyPr/>
        <a:lstStyle/>
        <a:p>
          <a:r>
            <a:rPr lang="en-US"/>
            <a:t>the payment network has to be secured </a:t>
          </a:r>
        </a:p>
      </dgm:t>
    </dgm:pt>
    <dgm:pt modelId="{514865EB-D9E7-4491-A4EE-22E56C54568F}" type="parTrans" cxnId="{D0685701-4514-48C9-A28C-D16F3FADE7F7}">
      <dgm:prSet/>
      <dgm:spPr/>
      <dgm:t>
        <a:bodyPr/>
        <a:lstStyle/>
        <a:p>
          <a:endParaRPr lang="en-US"/>
        </a:p>
      </dgm:t>
    </dgm:pt>
    <dgm:pt modelId="{3ECD4446-5349-4212-944C-4E18A564F3A5}" type="sibTrans" cxnId="{D0685701-4514-48C9-A28C-D16F3FADE7F7}">
      <dgm:prSet/>
      <dgm:spPr/>
      <dgm:t>
        <a:bodyPr/>
        <a:lstStyle/>
        <a:p>
          <a:endParaRPr lang="en-US"/>
        </a:p>
      </dgm:t>
    </dgm:pt>
    <dgm:pt modelId="{1C4D540C-754B-4DC1-B661-C6DA08390B72}">
      <dgm:prSet/>
      <dgm:spPr/>
      <dgm:t>
        <a:bodyPr/>
        <a:lstStyle/>
        <a:p>
          <a:r>
            <a:rPr lang="en-US"/>
            <a:t>end-to-end</a:t>
          </a:r>
          <a:r>
            <a:rPr lang="tr-TR"/>
            <a:t> with encryption</a:t>
          </a:r>
          <a:endParaRPr lang="en-US"/>
        </a:p>
      </dgm:t>
    </dgm:pt>
    <dgm:pt modelId="{B7A50595-ED0A-44BB-B7DC-76D0145D0007}" type="parTrans" cxnId="{8E91D6A3-E7FF-4CD4-BD95-337D3124B23A}">
      <dgm:prSet/>
      <dgm:spPr/>
      <dgm:t>
        <a:bodyPr/>
        <a:lstStyle/>
        <a:p>
          <a:endParaRPr lang="en-US"/>
        </a:p>
      </dgm:t>
    </dgm:pt>
    <dgm:pt modelId="{A8904586-3AD1-41C3-B90F-6BA4C3EBAD60}" type="sibTrans" cxnId="{8E91D6A3-E7FF-4CD4-BD95-337D3124B23A}">
      <dgm:prSet/>
      <dgm:spPr/>
      <dgm:t>
        <a:bodyPr/>
        <a:lstStyle/>
        <a:p>
          <a:endParaRPr lang="en-US"/>
        </a:p>
      </dgm:t>
    </dgm:pt>
    <dgm:pt modelId="{FC3E2CE5-029F-47AA-A20C-19D5DB44DA8C}" type="pres">
      <dgm:prSet presAssocID="{2A03BF1A-AE2F-4CBC-B4AD-BBA91A4990C2}" presName="Name0" presStyleCnt="0">
        <dgm:presLayoutVars>
          <dgm:dir/>
          <dgm:animLvl val="lvl"/>
          <dgm:resizeHandles val="exact"/>
        </dgm:presLayoutVars>
      </dgm:prSet>
      <dgm:spPr/>
    </dgm:pt>
    <dgm:pt modelId="{A60F032C-CD36-4EBC-9E43-F33850384CD4}" type="pres">
      <dgm:prSet presAssocID="{3C29DC8C-DC93-401F-9574-AE220D4FDD6F}" presName="linNode" presStyleCnt="0"/>
      <dgm:spPr/>
    </dgm:pt>
    <dgm:pt modelId="{48936BCC-8F59-4EA1-9F20-910DCEA56891}" type="pres">
      <dgm:prSet presAssocID="{3C29DC8C-DC93-401F-9574-AE220D4FDD6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142274F-15C3-4182-B388-5820288DE2CB}" type="pres">
      <dgm:prSet presAssocID="{3C29DC8C-DC93-401F-9574-AE220D4FDD6F}" presName="descendantText" presStyleLbl="alignAccFollowNode1" presStyleIdx="0" presStyleCnt="4">
        <dgm:presLayoutVars>
          <dgm:bulletEnabled val="1"/>
        </dgm:presLayoutVars>
      </dgm:prSet>
      <dgm:spPr/>
    </dgm:pt>
    <dgm:pt modelId="{763B146A-C4A7-4A80-9DAF-167DC368F9DE}" type="pres">
      <dgm:prSet presAssocID="{A7781247-553F-4232-BF32-3D86481F1A20}" presName="sp" presStyleCnt="0"/>
      <dgm:spPr/>
    </dgm:pt>
    <dgm:pt modelId="{7DAC2485-804D-48C5-B8DA-E19322DA4900}" type="pres">
      <dgm:prSet presAssocID="{17772BF1-51D1-4905-9CF4-61A3F5297AE3}" presName="linNode" presStyleCnt="0"/>
      <dgm:spPr/>
    </dgm:pt>
    <dgm:pt modelId="{B519AC35-A44B-4CA7-A408-745E9EA8CB46}" type="pres">
      <dgm:prSet presAssocID="{17772BF1-51D1-4905-9CF4-61A3F5297AE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91DC077-5056-482A-BC73-21CA8B157E9D}" type="pres">
      <dgm:prSet presAssocID="{17772BF1-51D1-4905-9CF4-61A3F5297AE3}" presName="descendantText" presStyleLbl="alignAccFollowNode1" presStyleIdx="1" presStyleCnt="4">
        <dgm:presLayoutVars>
          <dgm:bulletEnabled val="1"/>
        </dgm:presLayoutVars>
      </dgm:prSet>
      <dgm:spPr/>
    </dgm:pt>
    <dgm:pt modelId="{3419E70F-4213-45F4-BE04-1DB0AD37DD88}" type="pres">
      <dgm:prSet presAssocID="{E306FAAD-0CAA-408C-96B5-E7B1740595A6}" presName="sp" presStyleCnt="0"/>
      <dgm:spPr/>
    </dgm:pt>
    <dgm:pt modelId="{B38644BD-F06F-48FA-B051-32CDEDA0653C}" type="pres">
      <dgm:prSet presAssocID="{DFA7E71B-DA81-406A-9B53-083F917A6E88}" presName="linNode" presStyleCnt="0"/>
      <dgm:spPr/>
    </dgm:pt>
    <dgm:pt modelId="{A624B718-B7E1-495C-B573-F46A73D3698B}" type="pres">
      <dgm:prSet presAssocID="{DFA7E71B-DA81-406A-9B53-083F917A6E8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38C4891-8CB0-4A4B-843B-C1140920B5E6}" type="pres">
      <dgm:prSet presAssocID="{DFA7E71B-DA81-406A-9B53-083F917A6E88}" presName="descendantText" presStyleLbl="alignAccFollowNode1" presStyleIdx="2" presStyleCnt="4">
        <dgm:presLayoutVars>
          <dgm:bulletEnabled val="1"/>
        </dgm:presLayoutVars>
      </dgm:prSet>
      <dgm:spPr/>
    </dgm:pt>
    <dgm:pt modelId="{993BBA7F-7B29-4869-9EE0-E600452070AB}" type="pres">
      <dgm:prSet presAssocID="{0A3C0F16-A3F4-4620-99C7-901334CDFEEA}" presName="sp" presStyleCnt="0"/>
      <dgm:spPr/>
    </dgm:pt>
    <dgm:pt modelId="{620345FA-DE52-46C5-9F07-046FFE71FEC6}" type="pres">
      <dgm:prSet presAssocID="{EF92CF7E-6E21-42D7-93F2-66100888DEA4}" presName="linNode" presStyleCnt="0"/>
      <dgm:spPr/>
    </dgm:pt>
    <dgm:pt modelId="{1FF97BF5-9C0A-4D0E-B776-752ACE6B304E}" type="pres">
      <dgm:prSet presAssocID="{EF92CF7E-6E21-42D7-93F2-66100888DEA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5CBD35CB-3BFC-4595-B36E-064B75E65892}" type="pres">
      <dgm:prSet presAssocID="{EF92CF7E-6E21-42D7-93F2-66100888DEA4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0685701-4514-48C9-A28C-D16F3FADE7F7}" srcId="{EF92CF7E-6E21-42D7-93F2-66100888DEA4}" destId="{5CD0E7C4-825E-42EA-A999-AFCA78553C24}" srcOrd="0" destOrd="0" parTransId="{514865EB-D9E7-4491-A4EE-22E56C54568F}" sibTransId="{3ECD4446-5349-4212-944C-4E18A564F3A5}"/>
    <dgm:cxn modelId="{809D500C-0E37-4425-B811-A1FF679C7DD8}" type="presOf" srcId="{1C4D540C-754B-4DC1-B661-C6DA08390B72}" destId="{5CBD35CB-3BFC-4595-B36E-064B75E65892}" srcOrd="0" destOrd="1" presId="urn:microsoft.com/office/officeart/2005/8/layout/vList5"/>
    <dgm:cxn modelId="{47842F1B-4C0D-44B1-962E-224638A53FCA}" type="presOf" srcId="{17772BF1-51D1-4905-9CF4-61A3F5297AE3}" destId="{B519AC35-A44B-4CA7-A408-745E9EA8CB46}" srcOrd="0" destOrd="0" presId="urn:microsoft.com/office/officeart/2005/8/layout/vList5"/>
    <dgm:cxn modelId="{A21D1830-1B5C-4B79-B398-C819DF7EB5B2}" srcId="{2A03BF1A-AE2F-4CBC-B4AD-BBA91A4990C2}" destId="{EF92CF7E-6E21-42D7-93F2-66100888DEA4}" srcOrd="3" destOrd="0" parTransId="{E4A3C810-ACD8-466D-AE4B-E94C0B6BF3DD}" sibTransId="{A79E82AE-AD54-4192-8D65-DFDD7D9A3290}"/>
    <dgm:cxn modelId="{C3977734-490F-449D-A2AC-12D2420C5DDE}" type="presOf" srcId="{63816FB2-8B8A-4D01-848B-11B488445260}" destId="{1142274F-15C3-4182-B388-5820288DE2CB}" srcOrd="0" destOrd="0" presId="urn:microsoft.com/office/officeart/2005/8/layout/vList5"/>
    <dgm:cxn modelId="{2D16C55B-C55B-4E23-877E-C3464DF21A4D}" srcId="{2A03BF1A-AE2F-4CBC-B4AD-BBA91A4990C2}" destId="{DFA7E71B-DA81-406A-9B53-083F917A6E88}" srcOrd="2" destOrd="0" parTransId="{AECAAB5A-C73D-4C95-97B0-A31A65825314}" sibTransId="{0A3C0F16-A3F4-4620-99C7-901334CDFEEA}"/>
    <dgm:cxn modelId="{2D05BA43-8589-4103-A515-E3F7DF4A0CCF}" type="presOf" srcId="{3C29DC8C-DC93-401F-9574-AE220D4FDD6F}" destId="{48936BCC-8F59-4EA1-9F20-910DCEA56891}" srcOrd="0" destOrd="0" presId="urn:microsoft.com/office/officeart/2005/8/layout/vList5"/>
    <dgm:cxn modelId="{AD9B4865-1E07-4053-AF43-3AA9BE453FD9}" srcId="{2A03BF1A-AE2F-4CBC-B4AD-BBA91A4990C2}" destId="{17772BF1-51D1-4905-9CF4-61A3F5297AE3}" srcOrd="1" destOrd="0" parTransId="{D974C580-4279-41C7-98F0-D9029AE62216}" sibTransId="{E306FAAD-0CAA-408C-96B5-E7B1740595A6}"/>
    <dgm:cxn modelId="{581A0C69-3728-4579-B360-369080B207C8}" type="presOf" srcId="{021BA1CF-44BE-46B9-9869-B9200210C069}" destId="{538C4891-8CB0-4A4B-843B-C1140920B5E6}" srcOrd="0" destOrd="1" presId="urn:microsoft.com/office/officeart/2005/8/layout/vList5"/>
    <dgm:cxn modelId="{E340E049-3367-488C-AC5E-E93CB1CC554D}" srcId="{17772BF1-51D1-4905-9CF4-61A3F5297AE3}" destId="{438C786C-50B2-458E-9BA0-FF9741C333C4}" srcOrd="0" destOrd="0" parTransId="{3BCE5632-835F-4009-A756-9E66A01730C6}" sibTransId="{46D82F23-0547-44A2-93CA-1A8329F1AA81}"/>
    <dgm:cxn modelId="{9EC97677-F0C7-43A5-8D8C-1427B03D0DCA}" type="presOf" srcId="{3446D593-92CD-46FE-AC65-066BA7083C2F}" destId="{1142274F-15C3-4182-B388-5820288DE2CB}" srcOrd="0" destOrd="1" presId="urn:microsoft.com/office/officeart/2005/8/layout/vList5"/>
    <dgm:cxn modelId="{B8045385-03C6-423E-B3DA-C022155961DD}" srcId="{DFA7E71B-DA81-406A-9B53-083F917A6E88}" destId="{B2C5738D-E62F-4EC5-8241-A0C189B57199}" srcOrd="0" destOrd="0" parTransId="{6B7ECA37-E19C-48D9-8228-DDA0647B080B}" sibTransId="{A4228193-49F8-49AB-ABC2-8C784328C32F}"/>
    <dgm:cxn modelId="{3C8E758A-AE66-4153-B691-04285409BBA4}" type="presOf" srcId="{DFA7E71B-DA81-406A-9B53-083F917A6E88}" destId="{A624B718-B7E1-495C-B573-F46A73D3698B}" srcOrd="0" destOrd="0" presId="urn:microsoft.com/office/officeart/2005/8/layout/vList5"/>
    <dgm:cxn modelId="{C40E2D8B-30BE-4F6A-A832-AC10C9C7E54D}" srcId="{3C29DC8C-DC93-401F-9574-AE220D4FDD6F}" destId="{63816FB2-8B8A-4D01-848B-11B488445260}" srcOrd="0" destOrd="0" parTransId="{2EF4BF88-94A4-41EE-AE61-ECB874C5332D}" sibTransId="{01527CAF-FD98-4302-9274-EDC6431602E2}"/>
    <dgm:cxn modelId="{6142C99D-8160-4F80-B7EB-EF83A78C45A1}" type="presOf" srcId="{B2C5738D-E62F-4EC5-8241-A0C189B57199}" destId="{538C4891-8CB0-4A4B-843B-C1140920B5E6}" srcOrd="0" destOrd="0" presId="urn:microsoft.com/office/officeart/2005/8/layout/vList5"/>
    <dgm:cxn modelId="{70DFD69F-3283-4A8E-9B8D-3EC1CD3DBAFD}" srcId="{DFA7E71B-DA81-406A-9B53-083F917A6E88}" destId="{021BA1CF-44BE-46B9-9869-B9200210C069}" srcOrd="1" destOrd="0" parTransId="{621A6143-5189-48A0-AC30-C2039FF9A1A2}" sibTransId="{8506C879-4E7C-4B90-98CD-CCEBF2A8A14D}"/>
    <dgm:cxn modelId="{B20065A2-18E2-4948-93F7-AE75D4016125}" type="presOf" srcId="{FCD2F206-CE6E-44C2-A514-AC3A9CF8512E}" destId="{391DC077-5056-482A-BC73-21CA8B157E9D}" srcOrd="0" destOrd="1" presId="urn:microsoft.com/office/officeart/2005/8/layout/vList5"/>
    <dgm:cxn modelId="{8E91D6A3-E7FF-4CD4-BD95-337D3124B23A}" srcId="{EF92CF7E-6E21-42D7-93F2-66100888DEA4}" destId="{1C4D540C-754B-4DC1-B661-C6DA08390B72}" srcOrd="1" destOrd="0" parTransId="{B7A50595-ED0A-44BB-B7DC-76D0145D0007}" sibTransId="{A8904586-3AD1-41C3-B90F-6BA4C3EBAD60}"/>
    <dgm:cxn modelId="{686A5AB1-6294-4349-8ACF-23DB90A00AAE}" srcId="{17772BF1-51D1-4905-9CF4-61A3F5297AE3}" destId="{FCD2F206-CE6E-44C2-A514-AC3A9CF8512E}" srcOrd="1" destOrd="0" parTransId="{0A5407C9-37C9-47FC-B30E-3796138AA1BA}" sibTransId="{5CF5BCAA-0A1A-453D-8DA4-0A2CDF610011}"/>
    <dgm:cxn modelId="{231FA7B4-5836-494A-8B8A-FD55BB5D2C35}" type="presOf" srcId="{2A03BF1A-AE2F-4CBC-B4AD-BBA91A4990C2}" destId="{FC3E2CE5-029F-47AA-A20C-19D5DB44DA8C}" srcOrd="0" destOrd="0" presId="urn:microsoft.com/office/officeart/2005/8/layout/vList5"/>
    <dgm:cxn modelId="{6166FFBE-6804-4783-9BF1-99217292F5D1}" type="presOf" srcId="{5CD0E7C4-825E-42EA-A999-AFCA78553C24}" destId="{5CBD35CB-3BFC-4595-B36E-064B75E65892}" srcOrd="0" destOrd="0" presId="urn:microsoft.com/office/officeart/2005/8/layout/vList5"/>
    <dgm:cxn modelId="{EB486ADE-3C5B-4F93-A619-3069E481081E}" srcId="{2A03BF1A-AE2F-4CBC-B4AD-BBA91A4990C2}" destId="{3C29DC8C-DC93-401F-9574-AE220D4FDD6F}" srcOrd="0" destOrd="0" parTransId="{693C58F8-5C95-4BD6-AE6A-7549C1009E96}" sibTransId="{A7781247-553F-4232-BF32-3D86481F1A20}"/>
    <dgm:cxn modelId="{3056B5DE-E412-4FEB-B42B-23928B8341F8}" type="presOf" srcId="{EF92CF7E-6E21-42D7-93F2-66100888DEA4}" destId="{1FF97BF5-9C0A-4D0E-B776-752ACE6B304E}" srcOrd="0" destOrd="0" presId="urn:microsoft.com/office/officeart/2005/8/layout/vList5"/>
    <dgm:cxn modelId="{9F6053E3-1F9D-4924-915B-914DACAF2401}" type="presOf" srcId="{438C786C-50B2-458E-9BA0-FF9741C333C4}" destId="{391DC077-5056-482A-BC73-21CA8B157E9D}" srcOrd="0" destOrd="0" presId="urn:microsoft.com/office/officeart/2005/8/layout/vList5"/>
    <dgm:cxn modelId="{888EA0E6-9C87-4447-81C8-107CFA55F527}" srcId="{3C29DC8C-DC93-401F-9574-AE220D4FDD6F}" destId="{3446D593-92CD-46FE-AC65-066BA7083C2F}" srcOrd="1" destOrd="0" parTransId="{93F530BA-21F9-4C98-9742-194B280B953A}" sibTransId="{EBE58B22-49D5-4AE1-B9B4-B56C074F0417}"/>
    <dgm:cxn modelId="{6EA29C47-1292-4002-9DA5-0E814FB4BE5E}" type="presParOf" srcId="{FC3E2CE5-029F-47AA-A20C-19D5DB44DA8C}" destId="{A60F032C-CD36-4EBC-9E43-F33850384CD4}" srcOrd="0" destOrd="0" presId="urn:microsoft.com/office/officeart/2005/8/layout/vList5"/>
    <dgm:cxn modelId="{D12DF7C2-37B2-4526-93EB-BED1A0EBC42C}" type="presParOf" srcId="{A60F032C-CD36-4EBC-9E43-F33850384CD4}" destId="{48936BCC-8F59-4EA1-9F20-910DCEA56891}" srcOrd="0" destOrd="0" presId="urn:microsoft.com/office/officeart/2005/8/layout/vList5"/>
    <dgm:cxn modelId="{7B1605AE-447B-44B6-AF6D-E13F82A8BE84}" type="presParOf" srcId="{A60F032C-CD36-4EBC-9E43-F33850384CD4}" destId="{1142274F-15C3-4182-B388-5820288DE2CB}" srcOrd="1" destOrd="0" presId="urn:microsoft.com/office/officeart/2005/8/layout/vList5"/>
    <dgm:cxn modelId="{8456C0E8-31A2-4891-AF43-FCDB66B3C824}" type="presParOf" srcId="{FC3E2CE5-029F-47AA-A20C-19D5DB44DA8C}" destId="{763B146A-C4A7-4A80-9DAF-167DC368F9DE}" srcOrd="1" destOrd="0" presId="urn:microsoft.com/office/officeart/2005/8/layout/vList5"/>
    <dgm:cxn modelId="{A0A3BA52-A388-4CC0-B0B0-574EBB112493}" type="presParOf" srcId="{FC3E2CE5-029F-47AA-A20C-19D5DB44DA8C}" destId="{7DAC2485-804D-48C5-B8DA-E19322DA4900}" srcOrd="2" destOrd="0" presId="urn:microsoft.com/office/officeart/2005/8/layout/vList5"/>
    <dgm:cxn modelId="{3DD7D9C3-A5D2-4D50-8223-A57BB3BB01F8}" type="presParOf" srcId="{7DAC2485-804D-48C5-B8DA-E19322DA4900}" destId="{B519AC35-A44B-4CA7-A408-745E9EA8CB46}" srcOrd="0" destOrd="0" presId="urn:microsoft.com/office/officeart/2005/8/layout/vList5"/>
    <dgm:cxn modelId="{6250B04D-FB44-4EBF-ABDC-757ED0CD355C}" type="presParOf" srcId="{7DAC2485-804D-48C5-B8DA-E19322DA4900}" destId="{391DC077-5056-482A-BC73-21CA8B157E9D}" srcOrd="1" destOrd="0" presId="urn:microsoft.com/office/officeart/2005/8/layout/vList5"/>
    <dgm:cxn modelId="{C2ACF5FF-A394-4525-B0A4-7AFA66241E2D}" type="presParOf" srcId="{FC3E2CE5-029F-47AA-A20C-19D5DB44DA8C}" destId="{3419E70F-4213-45F4-BE04-1DB0AD37DD88}" srcOrd="3" destOrd="0" presId="urn:microsoft.com/office/officeart/2005/8/layout/vList5"/>
    <dgm:cxn modelId="{1BAAF914-9B7B-4BBA-9696-6BC13DC968FD}" type="presParOf" srcId="{FC3E2CE5-029F-47AA-A20C-19D5DB44DA8C}" destId="{B38644BD-F06F-48FA-B051-32CDEDA0653C}" srcOrd="4" destOrd="0" presId="urn:microsoft.com/office/officeart/2005/8/layout/vList5"/>
    <dgm:cxn modelId="{EE555A13-096A-4EEF-AD8F-8D1DF6B31E4E}" type="presParOf" srcId="{B38644BD-F06F-48FA-B051-32CDEDA0653C}" destId="{A624B718-B7E1-495C-B573-F46A73D3698B}" srcOrd="0" destOrd="0" presId="urn:microsoft.com/office/officeart/2005/8/layout/vList5"/>
    <dgm:cxn modelId="{3430E12F-E422-4C7D-95A2-F92AAA373512}" type="presParOf" srcId="{B38644BD-F06F-48FA-B051-32CDEDA0653C}" destId="{538C4891-8CB0-4A4B-843B-C1140920B5E6}" srcOrd="1" destOrd="0" presId="urn:microsoft.com/office/officeart/2005/8/layout/vList5"/>
    <dgm:cxn modelId="{DCE9840F-9A5A-4209-AEFB-FD863A084CEC}" type="presParOf" srcId="{FC3E2CE5-029F-47AA-A20C-19D5DB44DA8C}" destId="{993BBA7F-7B29-4869-9EE0-E600452070AB}" srcOrd="5" destOrd="0" presId="urn:microsoft.com/office/officeart/2005/8/layout/vList5"/>
    <dgm:cxn modelId="{AA5A552A-A300-4417-83A2-9A9CC06D7752}" type="presParOf" srcId="{FC3E2CE5-029F-47AA-A20C-19D5DB44DA8C}" destId="{620345FA-DE52-46C5-9F07-046FFE71FEC6}" srcOrd="6" destOrd="0" presId="urn:microsoft.com/office/officeart/2005/8/layout/vList5"/>
    <dgm:cxn modelId="{EE09C0D1-2773-4C25-BB98-3853780FC187}" type="presParOf" srcId="{620345FA-DE52-46C5-9F07-046FFE71FEC6}" destId="{1FF97BF5-9C0A-4D0E-B776-752ACE6B304E}" srcOrd="0" destOrd="0" presId="urn:microsoft.com/office/officeart/2005/8/layout/vList5"/>
    <dgm:cxn modelId="{765D9816-179E-4D24-A1CA-263F0EB0DF2C}" type="presParOf" srcId="{620345FA-DE52-46C5-9F07-046FFE71FEC6}" destId="{5CBD35CB-3BFC-4595-B36E-064B75E658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796777E-115F-44ED-8C97-DD9511774DF2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F11FDF-0C37-4AD4-BBFF-44EEBEF09EDC}">
      <dgm:prSet/>
      <dgm:spPr/>
      <dgm:t>
        <a:bodyPr/>
        <a:lstStyle/>
        <a:p>
          <a:r>
            <a:rPr lang="en-US"/>
            <a:t>eavesdroppers or intermediaries </a:t>
          </a:r>
        </a:p>
      </dgm:t>
    </dgm:pt>
    <dgm:pt modelId="{E0DF5D59-2049-4FD5-A4C3-11EDD4D8547D}" type="parTrans" cxnId="{6A10092E-BB36-4B0F-869F-E214BDF57761}">
      <dgm:prSet/>
      <dgm:spPr/>
      <dgm:t>
        <a:bodyPr/>
        <a:lstStyle/>
        <a:p>
          <a:endParaRPr lang="en-US"/>
        </a:p>
      </dgm:t>
    </dgm:pt>
    <dgm:pt modelId="{79422E89-5F93-4205-B0B4-54627EEBFB52}" type="sibTrans" cxnId="{6A10092E-BB36-4B0F-869F-E214BDF57761}">
      <dgm:prSet/>
      <dgm:spPr/>
      <dgm:t>
        <a:bodyPr/>
        <a:lstStyle/>
        <a:p>
          <a:endParaRPr lang="en-US"/>
        </a:p>
      </dgm:t>
    </dgm:pt>
    <dgm:pt modelId="{C72E2BEF-F47A-45CB-97D0-AB38DCBF8D74}">
      <dgm:prSet/>
      <dgm:spPr/>
      <dgm:t>
        <a:bodyPr/>
        <a:lstStyle/>
        <a:p>
          <a:r>
            <a:rPr lang="en-US"/>
            <a:t>can compromise</a:t>
          </a:r>
          <a:r>
            <a:rPr lang="tr-TR"/>
            <a:t> </a:t>
          </a:r>
          <a:r>
            <a:rPr lang="en-US"/>
            <a:t>the payment traffic, </a:t>
          </a:r>
        </a:p>
      </dgm:t>
    </dgm:pt>
    <dgm:pt modelId="{3F720BA0-1A2A-47B9-B9A5-C7AC423B0B88}" type="parTrans" cxnId="{F2E3C066-43FC-40C5-B636-3309D6F95B0C}">
      <dgm:prSet/>
      <dgm:spPr/>
      <dgm:t>
        <a:bodyPr/>
        <a:lstStyle/>
        <a:p>
          <a:endParaRPr lang="en-US"/>
        </a:p>
      </dgm:t>
    </dgm:pt>
    <dgm:pt modelId="{37894344-64E5-4210-9181-F44BCF1F0709}" type="sibTrans" cxnId="{F2E3C066-43FC-40C5-B636-3309D6F95B0C}">
      <dgm:prSet/>
      <dgm:spPr/>
      <dgm:t>
        <a:bodyPr/>
        <a:lstStyle/>
        <a:p>
          <a:endParaRPr lang="en-US"/>
        </a:p>
      </dgm:t>
    </dgm:pt>
    <dgm:pt modelId="{D7872C76-8EB2-4274-8568-C1067CEB3263}">
      <dgm:prSet/>
      <dgm:spPr/>
      <dgm:t>
        <a:bodyPr/>
        <a:lstStyle/>
        <a:p>
          <a:r>
            <a:rPr lang="en-US"/>
            <a:t>in transit or when it is stored (at rest). </a:t>
          </a:r>
        </a:p>
      </dgm:t>
    </dgm:pt>
    <dgm:pt modelId="{DB9CE351-1A9A-4D03-AD6B-529BD28D9FE7}" type="parTrans" cxnId="{9F4D103B-D0DD-420A-B1DD-362C9E7EE0A1}">
      <dgm:prSet/>
      <dgm:spPr/>
      <dgm:t>
        <a:bodyPr/>
        <a:lstStyle/>
        <a:p>
          <a:endParaRPr lang="en-US"/>
        </a:p>
      </dgm:t>
    </dgm:pt>
    <dgm:pt modelId="{9669999A-27B5-47F5-847B-E7A55C0E545C}" type="sibTrans" cxnId="{9F4D103B-D0DD-420A-B1DD-362C9E7EE0A1}">
      <dgm:prSet/>
      <dgm:spPr/>
      <dgm:t>
        <a:bodyPr/>
        <a:lstStyle/>
        <a:p>
          <a:endParaRPr lang="en-US"/>
        </a:p>
      </dgm:t>
    </dgm:pt>
    <dgm:pt modelId="{4C55EA57-B9A5-473E-9404-F1A15BA2A5B2}">
      <dgm:prSet/>
      <dgm:spPr/>
      <dgm:t>
        <a:bodyPr/>
        <a:lstStyle/>
        <a:p>
          <a:r>
            <a:rPr lang="en-US"/>
            <a:t>If a bad actor</a:t>
          </a:r>
          <a:r>
            <a:rPr lang="tr-TR"/>
            <a:t> </a:t>
          </a:r>
          <a:r>
            <a:rPr lang="en-US"/>
            <a:t>gains access to the system, </a:t>
          </a:r>
        </a:p>
      </dgm:t>
    </dgm:pt>
    <dgm:pt modelId="{DC885BD4-A0B9-4064-A2FF-222EFE0F283C}" type="parTrans" cxnId="{FA7C6B69-6ADB-4C25-90AE-E9A58FCD4161}">
      <dgm:prSet/>
      <dgm:spPr/>
      <dgm:t>
        <a:bodyPr/>
        <a:lstStyle/>
        <a:p>
          <a:endParaRPr lang="en-US"/>
        </a:p>
      </dgm:t>
    </dgm:pt>
    <dgm:pt modelId="{B969F5E7-4E30-42AD-AEEC-884E018C9D77}" type="sibTrans" cxnId="{FA7C6B69-6ADB-4C25-90AE-E9A58FCD4161}">
      <dgm:prSet/>
      <dgm:spPr/>
      <dgm:t>
        <a:bodyPr/>
        <a:lstStyle/>
        <a:p>
          <a:endParaRPr lang="en-US"/>
        </a:p>
      </dgm:t>
    </dgm:pt>
    <dgm:pt modelId="{0FF90BF0-367E-4EB1-BB7D-570C9B248836}">
      <dgm:prSet/>
      <dgm:spPr/>
      <dgm:t>
        <a:bodyPr/>
        <a:lstStyle/>
        <a:p>
          <a:r>
            <a:rPr lang="en-US"/>
            <a:t>he can compromise current transactions </a:t>
          </a:r>
          <a:r>
            <a:rPr lang="en-US" i="1"/>
            <a:t>and </a:t>
          </a:r>
          <a:r>
            <a:rPr lang="en-US"/>
            <a:t>payment</a:t>
          </a:r>
          <a:r>
            <a:rPr lang="tr-TR"/>
            <a:t> </a:t>
          </a:r>
          <a:r>
            <a:rPr lang="en-US"/>
            <a:t>tokens </a:t>
          </a:r>
        </a:p>
      </dgm:t>
    </dgm:pt>
    <dgm:pt modelId="{ED6914B2-24DB-41A6-B6E6-ED336E70CBF5}" type="parTrans" cxnId="{D496749C-844F-48E0-9D2A-E5E41C61FA8E}">
      <dgm:prSet/>
      <dgm:spPr/>
      <dgm:t>
        <a:bodyPr/>
        <a:lstStyle/>
        <a:p>
          <a:endParaRPr lang="en-US"/>
        </a:p>
      </dgm:t>
    </dgm:pt>
    <dgm:pt modelId="{AC3DB9AA-58CC-41B7-8C95-2D42FBF7DEEE}" type="sibTrans" cxnId="{D496749C-844F-48E0-9D2A-E5E41C61FA8E}">
      <dgm:prSet/>
      <dgm:spPr/>
      <dgm:t>
        <a:bodyPr/>
        <a:lstStyle/>
        <a:p>
          <a:endParaRPr lang="en-US"/>
        </a:p>
      </dgm:t>
    </dgm:pt>
    <dgm:pt modelId="{F249B301-860E-44DE-A1CB-31C3E327C82F}">
      <dgm:prSet/>
      <dgm:spPr/>
      <dgm:t>
        <a:bodyPr/>
        <a:lstStyle/>
        <a:p>
          <a:r>
            <a:rPr lang="en-US" dirty="0"/>
            <a:t>that can be used to create new transactions. </a:t>
          </a:r>
        </a:p>
      </dgm:t>
    </dgm:pt>
    <dgm:pt modelId="{9D884F5E-DBFF-4DE0-BD55-3EF3C8B37DA1}" type="parTrans" cxnId="{8DE024B9-FB45-4E6A-A7C1-F4F90831ECBF}">
      <dgm:prSet/>
      <dgm:spPr/>
      <dgm:t>
        <a:bodyPr/>
        <a:lstStyle/>
        <a:p>
          <a:endParaRPr lang="en-US"/>
        </a:p>
      </dgm:t>
    </dgm:pt>
    <dgm:pt modelId="{7BC2DF61-526F-413D-BBA5-8B9370221F86}" type="sibTrans" cxnId="{8DE024B9-FB45-4E6A-A7C1-F4F90831ECBF}">
      <dgm:prSet/>
      <dgm:spPr/>
      <dgm:t>
        <a:bodyPr/>
        <a:lstStyle/>
        <a:p>
          <a:endParaRPr lang="en-US"/>
        </a:p>
      </dgm:t>
    </dgm:pt>
    <dgm:pt modelId="{45319B53-9EED-486E-B5EF-D5428C8B6DF9}">
      <dgm:prSet/>
      <dgm:spPr/>
      <dgm:t>
        <a:bodyPr/>
        <a:lstStyle/>
        <a:p>
          <a:r>
            <a:rPr lang="en-US"/>
            <a:t>Worse, when customer data is</a:t>
          </a:r>
          <a:r>
            <a:rPr lang="tr-TR"/>
            <a:t> </a:t>
          </a:r>
          <a:r>
            <a:rPr lang="en-US"/>
            <a:t>compromised</a:t>
          </a:r>
        </a:p>
      </dgm:t>
    </dgm:pt>
    <dgm:pt modelId="{898BC8E5-6D6B-44C7-B35F-0A9B5654BC36}" type="parTrans" cxnId="{1E23587C-2797-48E9-A8C1-03A7EEB459CF}">
      <dgm:prSet/>
      <dgm:spPr/>
      <dgm:t>
        <a:bodyPr/>
        <a:lstStyle/>
        <a:p>
          <a:endParaRPr lang="en-US"/>
        </a:p>
      </dgm:t>
    </dgm:pt>
    <dgm:pt modelId="{EFBC9E9C-E913-4591-89C9-B4610DFDBD60}" type="sibTrans" cxnId="{1E23587C-2797-48E9-A8C1-03A7EEB459CF}">
      <dgm:prSet/>
      <dgm:spPr/>
      <dgm:t>
        <a:bodyPr/>
        <a:lstStyle/>
        <a:p>
          <a:endParaRPr lang="en-US"/>
        </a:p>
      </dgm:t>
    </dgm:pt>
    <dgm:pt modelId="{FA53814F-1A96-4DBE-B416-C88D1EB93744}">
      <dgm:prSet/>
      <dgm:spPr/>
      <dgm:t>
        <a:bodyPr/>
        <a:lstStyle/>
        <a:p>
          <a:r>
            <a:rPr lang="en-US"/>
            <a:t>the customers are exposed to identity theft </a:t>
          </a:r>
        </a:p>
      </dgm:t>
    </dgm:pt>
    <dgm:pt modelId="{36F6786E-1A27-4FEC-822C-91DE9422E5DA}" type="parTrans" cxnId="{29E2BE25-888E-4BDA-AFFD-F19BA041DF55}">
      <dgm:prSet/>
      <dgm:spPr/>
      <dgm:t>
        <a:bodyPr/>
        <a:lstStyle/>
        <a:p>
          <a:endParaRPr lang="en-US"/>
        </a:p>
      </dgm:t>
    </dgm:pt>
    <dgm:pt modelId="{22AC2EE5-D2D8-476C-A809-71AF6EDC97CD}" type="sibTrans" cxnId="{29E2BE25-888E-4BDA-AFFD-F19BA041DF55}">
      <dgm:prSet/>
      <dgm:spPr/>
      <dgm:t>
        <a:bodyPr/>
        <a:lstStyle/>
        <a:p>
          <a:endParaRPr lang="en-US"/>
        </a:p>
      </dgm:t>
    </dgm:pt>
    <dgm:pt modelId="{EB039953-5055-4B70-97AD-99C3261296C7}">
      <dgm:prSet/>
      <dgm:spPr/>
      <dgm:t>
        <a:bodyPr/>
        <a:lstStyle/>
        <a:p>
          <a:r>
            <a:rPr lang="en-US"/>
            <a:t>must prevent fraudulent use of the compromised accounts</a:t>
          </a:r>
        </a:p>
      </dgm:t>
    </dgm:pt>
    <dgm:pt modelId="{7210177E-1373-456E-B2EE-F3066DB75318}" type="parTrans" cxnId="{264E4832-7C9F-42FD-92B4-BE8AA35DBB33}">
      <dgm:prSet/>
      <dgm:spPr/>
      <dgm:t>
        <a:bodyPr/>
        <a:lstStyle/>
        <a:p>
          <a:endParaRPr lang="en-US"/>
        </a:p>
      </dgm:t>
    </dgm:pt>
    <dgm:pt modelId="{4B73C237-5B9E-489D-B76B-DD13F17CAC53}" type="sibTrans" cxnId="{264E4832-7C9F-42FD-92B4-BE8AA35DBB33}">
      <dgm:prSet/>
      <dgm:spPr/>
      <dgm:t>
        <a:bodyPr/>
        <a:lstStyle/>
        <a:p>
          <a:endParaRPr lang="en-US"/>
        </a:p>
      </dgm:t>
    </dgm:pt>
    <dgm:pt modelId="{0FAC9522-D905-48FB-A816-CE796808CE5E}" type="pres">
      <dgm:prSet presAssocID="{9796777E-115F-44ED-8C97-DD9511774DF2}" presName="linear" presStyleCnt="0">
        <dgm:presLayoutVars>
          <dgm:dir/>
          <dgm:animLvl val="lvl"/>
          <dgm:resizeHandles val="exact"/>
        </dgm:presLayoutVars>
      </dgm:prSet>
      <dgm:spPr/>
    </dgm:pt>
    <dgm:pt modelId="{0840BA7F-92FA-45BC-8426-7DDED0ADDA61}" type="pres">
      <dgm:prSet presAssocID="{56F11FDF-0C37-4AD4-BBFF-44EEBEF09EDC}" presName="parentLin" presStyleCnt="0"/>
      <dgm:spPr/>
    </dgm:pt>
    <dgm:pt modelId="{B32C4CDE-B0F0-41CD-A698-0EC0B1F80F19}" type="pres">
      <dgm:prSet presAssocID="{56F11FDF-0C37-4AD4-BBFF-44EEBEF09EDC}" presName="parentLeftMargin" presStyleLbl="node1" presStyleIdx="0" presStyleCnt="3"/>
      <dgm:spPr/>
    </dgm:pt>
    <dgm:pt modelId="{477A7A39-BDAE-43EB-B12A-9478810B94BE}" type="pres">
      <dgm:prSet presAssocID="{56F11FDF-0C37-4AD4-BBFF-44EEBEF09E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D6C562C-35EA-480B-837B-0312380302EE}" type="pres">
      <dgm:prSet presAssocID="{56F11FDF-0C37-4AD4-BBFF-44EEBEF09EDC}" presName="negativeSpace" presStyleCnt="0"/>
      <dgm:spPr/>
    </dgm:pt>
    <dgm:pt modelId="{A523AD36-D512-4752-A02A-1B2FC2BC32A0}" type="pres">
      <dgm:prSet presAssocID="{56F11FDF-0C37-4AD4-BBFF-44EEBEF09EDC}" presName="childText" presStyleLbl="conFgAcc1" presStyleIdx="0" presStyleCnt="3">
        <dgm:presLayoutVars>
          <dgm:bulletEnabled val="1"/>
        </dgm:presLayoutVars>
      </dgm:prSet>
      <dgm:spPr/>
    </dgm:pt>
    <dgm:pt modelId="{3E9B109C-B5B6-4AEE-9339-1FA1A376FBB9}" type="pres">
      <dgm:prSet presAssocID="{79422E89-5F93-4205-B0B4-54627EEBFB52}" presName="spaceBetweenRectangles" presStyleCnt="0"/>
      <dgm:spPr/>
    </dgm:pt>
    <dgm:pt modelId="{F7C3E9F0-8126-4FED-B037-917BF5B553AB}" type="pres">
      <dgm:prSet presAssocID="{4C55EA57-B9A5-473E-9404-F1A15BA2A5B2}" presName="parentLin" presStyleCnt="0"/>
      <dgm:spPr/>
    </dgm:pt>
    <dgm:pt modelId="{B3C05A1C-8B57-4161-AB39-CA8DBA5C842F}" type="pres">
      <dgm:prSet presAssocID="{4C55EA57-B9A5-473E-9404-F1A15BA2A5B2}" presName="parentLeftMargin" presStyleLbl="node1" presStyleIdx="0" presStyleCnt="3"/>
      <dgm:spPr/>
    </dgm:pt>
    <dgm:pt modelId="{77E822E9-CCCD-40C6-8711-914E742500CC}" type="pres">
      <dgm:prSet presAssocID="{4C55EA57-B9A5-473E-9404-F1A15BA2A5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ED0271-36C8-481D-83E7-DE4B9A3B61AF}" type="pres">
      <dgm:prSet presAssocID="{4C55EA57-B9A5-473E-9404-F1A15BA2A5B2}" presName="negativeSpace" presStyleCnt="0"/>
      <dgm:spPr/>
    </dgm:pt>
    <dgm:pt modelId="{C7818121-D9BC-44BB-ACF0-C737A762050C}" type="pres">
      <dgm:prSet presAssocID="{4C55EA57-B9A5-473E-9404-F1A15BA2A5B2}" presName="childText" presStyleLbl="conFgAcc1" presStyleIdx="1" presStyleCnt="3">
        <dgm:presLayoutVars>
          <dgm:bulletEnabled val="1"/>
        </dgm:presLayoutVars>
      </dgm:prSet>
      <dgm:spPr/>
    </dgm:pt>
    <dgm:pt modelId="{074048F7-74AF-4595-8A9A-A79CCA806EA0}" type="pres">
      <dgm:prSet presAssocID="{B969F5E7-4E30-42AD-AEEC-884E018C9D77}" presName="spaceBetweenRectangles" presStyleCnt="0"/>
      <dgm:spPr/>
    </dgm:pt>
    <dgm:pt modelId="{3BB32D62-F5E6-44B2-943F-CFADA5562F06}" type="pres">
      <dgm:prSet presAssocID="{45319B53-9EED-486E-B5EF-D5428C8B6DF9}" presName="parentLin" presStyleCnt="0"/>
      <dgm:spPr/>
    </dgm:pt>
    <dgm:pt modelId="{D2A760DA-A5FE-42FF-9BAB-DE7D42C01131}" type="pres">
      <dgm:prSet presAssocID="{45319B53-9EED-486E-B5EF-D5428C8B6DF9}" presName="parentLeftMargin" presStyleLbl="node1" presStyleIdx="1" presStyleCnt="3"/>
      <dgm:spPr/>
    </dgm:pt>
    <dgm:pt modelId="{CE1C69AA-FEFB-4B7A-930F-30792BDD26A4}" type="pres">
      <dgm:prSet presAssocID="{45319B53-9EED-486E-B5EF-D5428C8B6DF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328EC69-F33E-40B9-A4C1-07ADC0F98BBB}" type="pres">
      <dgm:prSet presAssocID="{45319B53-9EED-486E-B5EF-D5428C8B6DF9}" presName="negativeSpace" presStyleCnt="0"/>
      <dgm:spPr/>
    </dgm:pt>
    <dgm:pt modelId="{20B04DD1-C12B-40F7-9409-58F03C92846D}" type="pres">
      <dgm:prSet presAssocID="{45319B53-9EED-486E-B5EF-D5428C8B6DF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F694D11-9B33-4429-8826-EE9E8DBF905B}" type="presOf" srcId="{56F11FDF-0C37-4AD4-BBFF-44EEBEF09EDC}" destId="{B32C4CDE-B0F0-41CD-A698-0EC0B1F80F19}" srcOrd="0" destOrd="0" presId="urn:microsoft.com/office/officeart/2005/8/layout/list1"/>
    <dgm:cxn modelId="{98BD7B20-C384-4A71-A1BC-21025A58BCA4}" type="presOf" srcId="{D7872C76-8EB2-4274-8568-C1067CEB3263}" destId="{A523AD36-D512-4752-A02A-1B2FC2BC32A0}" srcOrd="0" destOrd="1" presId="urn:microsoft.com/office/officeart/2005/8/layout/list1"/>
    <dgm:cxn modelId="{29E2BE25-888E-4BDA-AFFD-F19BA041DF55}" srcId="{45319B53-9EED-486E-B5EF-D5428C8B6DF9}" destId="{FA53814F-1A96-4DBE-B416-C88D1EB93744}" srcOrd="0" destOrd="0" parTransId="{36F6786E-1A27-4FEC-822C-91DE9422E5DA}" sibTransId="{22AC2EE5-D2D8-476C-A809-71AF6EDC97CD}"/>
    <dgm:cxn modelId="{1A464A2B-E9A9-45D9-9804-797F890A48AE}" type="presOf" srcId="{9796777E-115F-44ED-8C97-DD9511774DF2}" destId="{0FAC9522-D905-48FB-A816-CE796808CE5E}" srcOrd="0" destOrd="0" presId="urn:microsoft.com/office/officeart/2005/8/layout/list1"/>
    <dgm:cxn modelId="{6A10092E-BB36-4B0F-869F-E214BDF57761}" srcId="{9796777E-115F-44ED-8C97-DD9511774DF2}" destId="{56F11FDF-0C37-4AD4-BBFF-44EEBEF09EDC}" srcOrd="0" destOrd="0" parTransId="{E0DF5D59-2049-4FD5-A4C3-11EDD4D8547D}" sibTransId="{79422E89-5F93-4205-B0B4-54627EEBFB52}"/>
    <dgm:cxn modelId="{264E4832-7C9F-42FD-92B4-BE8AA35DBB33}" srcId="{45319B53-9EED-486E-B5EF-D5428C8B6DF9}" destId="{EB039953-5055-4B70-97AD-99C3261296C7}" srcOrd="1" destOrd="0" parTransId="{7210177E-1373-456E-B2EE-F3066DB75318}" sibTransId="{4B73C237-5B9E-489D-B76B-DD13F17CAC53}"/>
    <dgm:cxn modelId="{9F4D103B-D0DD-420A-B1DD-362C9E7EE0A1}" srcId="{56F11FDF-0C37-4AD4-BBFF-44EEBEF09EDC}" destId="{D7872C76-8EB2-4274-8568-C1067CEB3263}" srcOrd="1" destOrd="0" parTransId="{DB9CE351-1A9A-4D03-AD6B-529BD28D9FE7}" sibTransId="{9669999A-27B5-47F5-847B-E7A55C0E545C}"/>
    <dgm:cxn modelId="{F2E3C066-43FC-40C5-B636-3309D6F95B0C}" srcId="{56F11FDF-0C37-4AD4-BBFF-44EEBEF09EDC}" destId="{C72E2BEF-F47A-45CB-97D0-AB38DCBF8D74}" srcOrd="0" destOrd="0" parTransId="{3F720BA0-1A2A-47B9-B9A5-C7AC423B0B88}" sibTransId="{37894344-64E5-4210-9181-F44BCF1F0709}"/>
    <dgm:cxn modelId="{FA7C6B69-6ADB-4C25-90AE-E9A58FCD4161}" srcId="{9796777E-115F-44ED-8C97-DD9511774DF2}" destId="{4C55EA57-B9A5-473E-9404-F1A15BA2A5B2}" srcOrd="1" destOrd="0" parTransId="{DC885BD4-A0B9-4064-A2FF-222EFE0F283C}" sibTransId="{B969F5E7-4E30-42AD-AEEC-884E018C9D77}"/>
    <dgm:cxn modelId="{1E23587C-2797-48E9-A8C1-03A7EEB459CF}" srcId="{9796777E-115F-44ED-8C97-DD9511774DF2}" destId="{45319B53-9EED-486E-B5EF-D5428C8B6DF9}" srcOrd="2" destOrd="0" parTransId="{898BC8E5-6D6B-44C7-B35F-0A9B5654BC36}" sibTransId="{EFBC9E9C-E913-4591-89C9-B4610DFDBD60}"/>
    <dgm:cxn modelId="{D496749C-844F-48E0-9D2A-E5E41C61FA8E}" srcId="{4C55EA57-B9A5-473E-9404-F1A15BA2A5B2}" destId="{0FF90BF0-367E-4EB1-BB7D-570C9B248836}" srcOrd="0" destOrd="0" parTransId="{ED6914B2-24DB-41A6-B6E6-ED336E70CBF5}" sibTransId="{AC3DB9AA-58CC-41B7-8C95-2D42FBF7DEEE}"/>
    <dgm:cxn modelId="{B571949F-A584-45C1-9699-BA418B49E48D}" type="presOf" srcId="{C72E2BEF-F47A-45CB-97D0-AB38DCBF8D74}" destId="{A523AD36-D512-4752-A02A-1B2FC2BC32A0}" srcOrd="0" destOrd="0" presId="urn:microsoft.com/office/officeart/2005/8/layout/list1"/>
    <dgm:cxn modelId="{286580A2-47BB-456B-9970-C16577E9D232}" type="presOf" srcId="{FA53814F-1A96-4DBE-B416-C88D1EB93744}" destId="{20B04DD1-C12B-40F7-9409-58F03C92846D}" srcOrd="0" destOrd="0" presId="urn:microsoft.com/office/officeart/2005/8/layout/list1"/>
    <dgm:cxn modelId="{329464B2-4F86-43AB-B476-5E87842D54EB}" type="presOf" srcId="{45319B53-9EED-486E-B5EF-D5428C8B6DF9}" destId="{D2A760DA-A5FE-42FF-9BAB-DE7D42C01131}" srcOrd="0" destOrd="0" presId="urn:microsoft.com/office/officeart/2005/8/layout/list1"/>
    <dgm:cxn modelId="{8DE024B9-FB45-4E6A-A7C1-F4F90831ECBF}" srcId="{4C55EA57-B9A5-473E-9404-F1A15BA2A5B2}" destId="{F249B301-860E-44DE-A1CB-31C3E327C82F}" srcOrd="1" destOrd="0" parTransId="{9D884F5E-DBFF-4DE0-BD55-3EF3C8B37DA1}" sibTransId="{7BC2DF61-526F-413D-BBA5-8B9370221F86}"/>
    <dgm:cxn modelId="{36B93CC2-CA48-4E54-9411-2B9659C6B809}" type="presOf" srcId="{56F11FDF-0C37-4AD4-BBFF-44EEBEF09EDC}" destId="{477A7A39-BDAE-43EB-B12A-9478810B94BE}" srcOrd="1" destOrd="0" presId="urn:microsoft.com/office/officeart/2005/8/layout/list1"/>
    <dgm:cxn modelId="{833A81D1-8303-4567-BE8F-55F861084A32}" type="presOf" srcId="{45319B53-9EED-486E-B5EF-D5428C8B6DF9}" destId="{CE1C69AA-FEFB-4B7A-930F-30792BDD26A4}" srcOrd="1" destOrd="0" presId="urn:microsoft.com/office/officeart/2005/8/layout/list1"/>
    <dgm:cxn modelId="{A3E673DB-22F1-45BD-8D93-581AA15B23FB}" type="presOf" srcId="{0FF90BF0-367E-4EB1-BB7D-570C9B248836}" destId="{C7818121-D9BC-44BB-ACF0-C737A762050C}" srcOrd="0" destOrd="0" presId="urn:microsoft.com/office/officeart/2005/8/layout/list1"/>
    <dgm:cxn modelId="{21239CF1-ABD3-4630-BFD8-9A9F76F7D4FF}" type="presOf" srcId="{F249B301-860E-44DE-A1CB-31C3E327C82F}" destId="{C7818121-D9BC-44BB-ACF0-C737A762050C}" srcOrd="0" destOrd="1" presId="urn:microsoft.com/office/officeart/2005/8/layout/list1"/>
    <dgm:cxn modelId="{021C56F7-E626-45D4-A0C5-7CA4ACA65440}" type="presOf" srcId="{4C55EA57-B9A5-473E-9404-F1A15BA2A5B2}" destId="{B3C05A1C-8B57-4161-AB39-CA8DBA5C842F}" srcOrd="0" destOrd="0" presId="urn:microsoft.com/office/officeart/2005/8/layout/list1"/>
    <dgm:cxn modelId="{0587A8FD-E796-4CA5-8FBA-95EE6FE2B7F4}" type="presOf" srcId="{EB039953-5055-4B70-97AD-99C3261296C7}" destId="{20B04DD1-C12B-40F7-9409-58F03C92846D}" srcOrd="0" destOrd="1" presId="urn:microsoft.com/office/officeart/2005/8/layout/list1"/>
    <dgm:cxn modelId="{F781FCFF-9D8C-41A3-8757-331259B89B2F}" type="presOf" srcId="{4C55EA57-B9A5-473E-9404-F1A15BA2A5B2}" destId="{77E822E9-CCCD-40C6-8711-914E742500CC}" srcOrd="1" destOrd="0" presId="urn:microsoft.com/office/officeart/2005/8/layout/list1"/>
    <dgm:cxn modelId="{1413B054-5404-4557-A77A-DAC83719291E}" type="presParOf" srcId="{0FAC9522-D905-48FB-A816-CE796808CE5E}" destId="{0840BA7F-92FA-45BC-8426-7DDED0ADDA61}" srcOrd="0" destOrd="0" presId="urn:microsoft.com/office/officeart/2005/8/layout/list1"/>
    <dgm:cxn modelId="{A3F35600-16DA-470F-B666-B08984C160A8}" type="presParOf" srcId="{0840BA7F-92FA-45BC-8426-7DDED0ADDA61}" destId="{B32C4CDE-B0F0-41CD-A698-0EC0B1F80F19}" srcOrd="0" destOrd="0" presId="urn:microsoft.com/office/officeart/2005/8/layout/list1"/>
    <dgm:cxn modelId="{FD0AEA42-810F-4308-84B4-CCCCA302C9B2}" type="presParOf" srcId="{0840BA7F-92FA-45BC-8426-7DDED0ADDA61}" destId="{477A7A39-BDAE-43EB-B12A-9478810B94BE}" srcOrd="1" destOrd="0" presId="urn:microsoft.com/office/officeart/2005/8/layout/list1"/>
    <dgm:cxn modelId="{93CC9760-2800-4ED1-A586-212559851397}" type="presParOf" srcId="{0FAC9522-D905-48FB-A816-CE796808CE5E}" destId="{9D6C562C-35EA-480B-837B-0312380302EE}" srcOrd="1" destOrd="0" presId="urn:microsoft.com/office/officeart/2005/8/layout/list1"/>
    <dgm:cxn modelId="{81152577-EA50-445A-B6BA-E52B7C4CE8DF}" type="presParOf" srcId="{0FAC9522-D905-48FB-A816-CE796808CE5E}" destId="{A523AD36-D512-4752-A02A-1B2FC2BC32A0}" srcOrd="2" destOrd="0" presId="urn:microsoft.com/office/officeart/2005/8/layout/list1"/>
    <dgm:cxn modelId="{2F65C282-08AC-4B74-B6CF-FACAF137A6C1}" type="presParOf" srcId="{0FAC9522-D905-48FB-A816-CE796808CE5E}" destId="{3E9B109C-B5B6-4AEE-9339-1FA1A376FBB9}" srcOrd="3" destOrd="0" presId="urn:microsoft.com/office/officeart/2005/8/layout/list1"/>
    <dgm:cxn modelId="{A0338CDA-9AC1-43E7-80C4-AEE1203B37F1}" type="presParOf" srcId="{0FAC9522-D905-48FB-A816-CE796808CE5E}" destId="{F7C3E9F0-8126-4FED-B037-917BF5B553AB}" srcOrd="4" destOrd="0" presId="urn:microsoft.com/office/officeart/2005/8/layout/list1"/>
    <dgm:cxn modelId="{AFA592B8-876C-4E54-94DA-9E043BF7C2D7}" type="presParOf" srcId="{F7C3E9F0-8126-4FED-B037-917BF5B553AB}" destId="{B3C05A1C-8B57-4161-AB39-CA8DBA5C842F}" srcOrd="0" destOrd="0" presId="urn:microsoft.com/office/officeart/2005/8/layout/list1"/>
    <dgm:cxn modelId="{6E8B4FA4-D1AF-4E2A-9289-8D56988F707E}" type="presParOf" srcId="{F7C3E9F0-8126-4FED-B037-917BF5B553AB}" destId="{77E822E9-CCCD-40C6-8711-914E742500CC}" srcOrd="1" destOrd="0" presId="urn:microsoft.com/office/officeart/2005/8/layout/list1"/>
    <dgm:cxn modelId="{D0EC2B66-7711-4EE0-AACF-3681D0DBF34C}" type="presParOf" srcId="{0FAC9522-D905-48FB-A816-CE796808CE5E}" destId="{4DED0271-36C8-481D-83E7-DE4B9A3B61AF}" srcOrd="5" destOrd="0" presId="urn:microsoft.com/office/officeart/2005/8/layout/list1"/>
    <dgm:cxn modelId="{72E8F3BE-8724-4359-B6A4-7452AB0F7CE1}" type="presParOf" srcId="{0FAC9522-D905-48FB-A816-CE796808CE5E}" destId="{C7818121-D9BC-44BB-ACF0-C737A762050C}" srcOrd="6" destOrd="0" presId="urn:microsoft.com/office/officeart/2005/8/layout/list1"/>
    <dgm:cxn modelId="{9EF7ECFA-E69C-481F-9B31-8004384EF580}" type="presParOf" srcId="{0FAC9522-D905-48FB-A816-CE796808CE5E}" destId="{074048F7-74AF-4595-8A9A-A79CCA806EA0}" srcOrd="7" destOrd="0" presId="urn:microsoft.com/office/officeart/2005/8/layout/list1"/>
    <dgm:cxn modelId="{6FB25833-E107-4050-AB52-781ACC513F1D}" type="presParOf" srcId="{0FAC9522-D905-48FB-A816-CE796808CE5E}" destId="{3BB32D62-F5E6-44B2-943F-CFADA5562F06}" srcOrd="8" destOrd="0" presId="urn:microsoft.com/office/officeart/2005/8/layout/list1"/>
    <dgm:cxn modelId="{9FA82984-A08A-409A-8F29-984891B285BE}" type="presParOf" srcId="{3BB32D62-F5E6-44B2-943F-CFADA5562F06}" destId="{D2A760DA-A5FE-42FF-9BAB-DE7D42C01131}" srcOrd="0" destOrd="0" presId="urn:microsoft.com/office/officeart/2005/8/layout/list1"/>
    <dgm:cxn modelId="{25D4D33B-A486-4818-BC34-FA070D347701}" type="presParOf" srcId="{3BB32D62-F5E6-44B2-943F-CFADA5562F06}" destId="{CE1C69AA-FEFB-4B7A-930F-30792BDD26A4}" srcOrd="1" destOrd="0" presId="urn:microsoft.com/office/officeart/2005/8/layout/list1"/>
    <dgm:cxn modelId="{B8AA0E38-E7D8-43D4-B14A-4AF758C7CE2C}" type="presParOf" srcId="{0FAC9522-D905-48FB-A816-CE796808CE5E}" destId="{3328EC69-F33E-40B9-A4C1-07ADC0F98BBB}" srcOrd="9" destOrd="0" presId="urn:microsoft.com/office/officeart/2005/8/layout/list1"/>
    <dgm:cxn modelId="{48F0A6F7-89EC-43BD-A3D7-850598F80EFC}" type="presParOf" srcId="{0FAC9522-D905-48FB-A816-CE796808CE5E}" destId="{20B04DD1-C12B-40F7-9409-58F03C92846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6A1286-8921-4F7F-98AA-59CE6EB93530}" type="doc">
      <dgm:prSet loTypeId="urn:microsoft.com/office/officeart/2016/7/layout/VerticalSolidAction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D5E8F76-E4FA-4B3C-B37E-010DB4DCB7F0}">
      <dgm:prSet/>
      <dgm:spPr/>
      <dgm:t>
        <a:bodyPr/>
        <a:lstStyle/>
        <a:p>
          <a:r>
            <a:rPr lang="en-US"/>
            <a:t>A bitcoin transaction authorizes </a:t>
          </a:r>
        </a:p>
      </dgm:t>
    </dgm:pt>
    <dgm:pt modelId="{09BFE2F8-D119-4788-A500-760A3DB2BDBC}" type="parTrans" cxnId="{33F38C88-F913-4820-B96F-7D8DE613798E}">
      <dgm:prSet/>
      <dgm:spPr/>
      <dgm:t>
        <a:bodyPr/>
        <a:lstStyle/>
        <a:p>
          <a:endParaRPr lang="en-US"/>
        </a:p>
      </dgm:t>
    </dgm:pt>
    <dgm:pt modelId="{EE7A5A04-F289-499F-B5FA-1741C0D0F99F}" type="sibTrans" cxnId="{33F38C88-F913-4820-B96F-7D8DE613798E}">
      <dgm:prSet/>
      <dgm:spPr/>
      <dgm:t>
        <a:bodyPr/>
        <a:lstStyle/>
        <a:p>
          <a:endParaRPr lang="en-US"/>
        </a:p>
      </dgm:t>
    </dgm:pt>
    <dgm:pt modelId="{9F95E5A2-CC71-477F-B2E8-AFE8432523CF}">
      <dgm:prSet/>
      <dgm:spPr/>
      <dgm:t>
        <a:bodyPr/>
        <a:lstStyle/>
        <a:p>
          <a:r>
            <a:rPr lang="en-US"/>
            <a:t>only a specific value</a:t>
          </a:r>
          <a:r>
            <a:rPr lang="tr-TR"/>
            <a:t> </a:t>
          </a:r>
          <a:r>
            <a:rPr lang="en-US"/>
            <a:t>to a specific recipient</a:t>
          </a:r>
        </a:p>
      </dgm:t>
    </dgm:pt>
    <dgm:pt modelId="{F328EDB1-992B-40AF-A3A4-16CD911511B9}" type="parTrans" cxnId="{177AD4E8-5928-4474-BD7A-452E2601992E}">
      <dgm:prSet/>
      <dgm:spPr/>
      <dgm:t>
        <a:bodyPr/>
        <a:lstStyle/>
        <a:p>
          <a:endParaRPr lang="en-US"/>
        </a:p>
      </dgm:t>
    </dgm:pt>
    <dgm:pt modelId="{A89AD74D-85A8-485D-B810-4D8E65597C21}" type="sibTrans" cxnId="{177AD4E8-5928-4474-BD7A-452E2601992E}">
      <dgm:prSet/>
      <dgm:spPr/>
      <dgm:t>
        <a:bodyPr/>
        <a:lstStyle/>
        <a:p>
          <a:endParaRPr lang="en-US"/>
        </a:p>
      </dgm:t>
    </dgm:pt>
    <dgm:pt modelId="{BCE3F108-BEDD-4051-B00B-9D9172D3215B}">
      <dgm:prSet/>
      <dgm:spPr/>
      <dgm:t>
        <a:bodyPr/>
        <a:lstStyle/>
        <a:p>
          <a:r>
            <a:rPr lang="en-US"/>
            <a:t>cannot be forged or modified.</a:t>
          </a:r>
        </a:p>
      </dgm:t>
    </dgm:pt>
    <dgm:pt modelId="{AEAF64A8-5FD8-4ADD-8054-CF7E617EF69C}" type="parTrans" cxnId="{6905DBCE-8548-41DA-8B25-2DFD713FCBD7}">
      <dgm:prSet/>
      <dgm:spPr/>
      <dgm:t>
        <a:bodyPr/>
        <a:lstStyle/>
        <a:p>
          <a:endParaRPr lang="en-US"/>
        </a:p>
      </dgm:t>
    </dgm:pt>
    <dgm:pt modelId="{68D535B0-4880-4DC1-A222-E95C420FA17A}" type="sibTrans" cxnId="{6905DBCE-8548-41DA-8B25-2DFD713FCBD7}">
      <dgm:prSet/>
      <dgm:spPr/>
      <dgm:t>
        <a:bodyPr/>
        <a:lstStyle/>
        <a:p>
          <a:endParaRPr lang="en-US"/>
        </a:p>
      </dgm:t>
    </dgm:pt>
    <dgm:pt modelId="{02781FCB-0E7A-4D5D-A914-B19D77B50C6A}">
      <dgm:prSet/>
      <dgm:spPr/>
      <dgm:t>
        <a:bodyPr/>
        <a:lstStyle/>
        <a:p>
          <a:r>
            <a:rPr lang="en-US"/>
            <a:t>It does not reveal any private</a:t>
          </a:r>
          <a:r>
            <a:rPr lang="tr-TR"/>
            <a:t> </a:t>
          </a:r>
          <a:r>
            <a:rPr lang="en-US"/>
            <a:t>information, </a:t>
          </a:r>
        </a:p>
      </dgm:t>
    </dgm:pt>
    <dgm:pt modelId="{02931D8E-2CDE-4349-BE21-05B7B86EBA2C}" type="parTrans" cxnId="{F359135D-A0AB-4835-A0E3-0606EA8874A4}">
      <dgm:prSet/>
      <dgm:spPr/>
      <dgm:t>
        <a:bodyPr/>
        <a:lstStyle/>
        <a:p>
          <a:endParaRPr lang="en-US"/>
        </a:p>
      </dgm:t>
    </dgm:pt>
    <dgm:pt modelId="{E39286B6-14C3-4400-A10D-A02D4E2DBA6B}" type="sibTrans" cxnId="{F359135D-A0AB-4835-A0E3-0606EA8874A4}">
      <dgm:prSet/>
      <dgm:spPr/>
      <dgm:t>
        <a:bodyPr/>
        <a:lstStyle/>
        <a:p>
          <a:endParaRPr lang="en-US"/>
        </a:p>
      </dgm:t>
    </dgm:pt>
    <dgm:pt modelId="{283821A4-00AE-414A-A0C1-406DA723035C}">
      <dgm:prSet/>
      <dgm:spPr/>
      <dgm:t>
        <a:bodyPr/>
        <a:lstStyle/>
        <a:p>
          <a:r>
            <a:rPr lang="en-US"/>
            <a:t>such as the identities of the parties, </a:t>
          </a:r>
        </a:p>
      </dgm:t>
    </dgm:pt>
    <dgm:pt modelId="{EE1076F6-4496-4B44-8F46-E24D16391764}" type="parTrans" cxnId="{CAD89D55-19F1-4FDE-AA24-F1DD52C8A132}">
      <dgm:prSet/>
      <dgm:spPr/>
      <dgm:t>
        <a:bodyPr/>
        <a:lstStyle/>
        <a:p>
          <a:endParaRPr lang="en-US"/>
        </a:p>
      </dgm:t>
    </dgm:pt>
    <dgm:pt modelId="{E60BC150-103D-4180-A6CB-4E92CE99BF18}" type="sibTrans" cxnId="{CAD89D55-19F1-4FDE-AA24-F1DD52C8A132}">
      <dgm:prSet/>
      <dgm:spPr/>
      <dgm:t>
        <a:bodyPr/>
        <a:lstStyle/>
        <a:p>
          <a:endParaRPr lang="en-US"/>
        </a:p>
      </dgm:t>
    </dgm:pt>
    <dgm:pt modelId="{8C657BC2-7644-401E-BC43-1FDC47658FA5}">
      <dgm:prSet/>
      <dgm:spPr/>
      <dgm:t>
        <a:bodyPr/>
        <a:lstStyle/>
        <a:p>
          <a:r>
            <a:rPr lang="en-US"/>
            <a:t>cannot be used </a:t>
          </a:r>
        </a:p>
      </dgm:t>
    </dgm:pt>
    <dgm:pt modelId="{FBE700DC-C73A-46E7-9F84-1394588054AD}" type="parTrans" cxnId="{E4AC0A48-B75D-4323-A477-EBFAC1BB8A94}">
      <dgm:prSet/>
      <dgm:spPr/>
      <dgm:t>
        <a:bodyPr/>
        <a:lstStyle/>
        <a:p>
          <a:endParaRPr lang="en-US"/>
        </a:p>
      </dgm:t>
    </dgm:pt>
    <dgm:pt modelId="{D9099C2E-14A3-4F3F-B05B-FA0848DB45A7}" type="sibTrans" cxnId="{E4AC0A48-B75D-4323-A477-EBFAC1BB8A94}">
      <dgm:prSet/>
      <dgm:spPr/>
      <dgm:t>
        <a:bodyPr/>
        <a:lstStyle/>
        <a:p>
          <a:endParaRPr lang="en-US"/>
        </a:p>
      </dgm:t>
    </dgm:pt>
    <dgm:pt modelId="{D232A1AC-9531-4614-A03D-C5F70DBEB217}">
      <dgm:prSet/>
      <dgm:spPr/>
      <dgm:t>
        <a:bodyPr/>
        <a:lstStyle/>
        <a:p>
          <a:r>
            <a:rPr lang="en-US"/>
            <a:t>to authorize</a:t>
          </a:r>
          <a:r>
            <a:rPr lang="tr-TR"/>
            <a:t> additional payments.</a:t>
          </a:r>
          <a:endParaRPr lang="en-US"/>
        </a:p>
      </dgm:t>
    </dgm:pt>
    <dgm:pt modelId="{5994902E-F564-4D44-87B4-CB9A6D36D6CA}" type="parTrans" cxnId="{E0470ED8-7479-4EA8-87FC-CEC385B3B5C2}">
      <dgm:prSet/>
      <dgm:spPr/>
      <dgm:t>
        <a:bodyPr/>
        <a:lstStyle/>
        <a:p>
          <a:endParaRPr lang="en-US"/>
        </a:p>
      </dgm:t>
    </dgm:pt>
    <dgm:pt modelId="{6E050CD8-AE87-44AA-AC0B-CD008C7A83D6}" type="sibTrans" cxnId="{E0470ED8-7479-4EA8-87FC-CEC385B3B5C2}">
      <dgm:prSet/>
      <dgm:spPr/>
      <dgm:t>
        <a:bodyPr/>
        <a:lstStyle/>
        <a:p>
          <a:endParaRPr lang="en-US"/>
        </a:p>
      </dgm:t>
    </dgm:pt>
    <dgm:pt modelId="{775F88EA-6D1D-4B2F-9FB2-B07F66DA78DC}">
      <dgm:prSet/>
      <dgm:spPr/>
      <dgm:t>
        <a:bodyPr/>
        <a:lstStyle/>
        <a:p>
          <a:r>
            <a:rPr lang="en-US"/>
            <a:t>a bitcoin payment network does not need </a:t>
          </a:r>
        </a:p>
      </dgm:t>
    </dgm:pt>
    <dgm:pt modelId="{3503B7A1-59D4-42B0-82E6-F7CC18B192F5}" type="parTrans" cxnId="{8929390B-8994-440E-81BC-025636D888CA}">
      <dgm:prSet/>
      <dgm:spPr/>
      <dgm:t>
        <a:bodyPr/>
        <a:lstStyle/>
        <a:p>
          <a:endParaRPr lang="en-US"/>
        </a:p>
      </dgm:t>
    </dgm:pt>
    <dgm:pt modelId="{87579BD7-4D7F-4542-8E52-0F25944C213F}" type="sibTrans" cxnId="{8929390B-8994-440E-81BC-025636D888CA}">
      <dgm:prSet/>
      <dgm:spPr/>
      <dgm:t>
        <a:bodyPr/>
        <a:lstStyle/>
        <a:p>
          <a:endParaRPr lang="en-US"/>
        </a:p>
      </dgm:t>
    </dgm:pt>
    <dgm:pt modelId="{0EE03687-972B-47E1-9EA3-F1604DB9569E}">
      <dgm:prSet/>
      <dgm:spPr/>
      <dgm:t>
        <a:bodyPr/>
        <a:lstStyle/>
        <a:p>
          <a:r>
            <a:rPr lang="en-US"/>
            <a:t>to be</a:t>
          </a:r>
          <a:r>
            <a:rPr lang="tr-TR"/>
            <a:t> </a:t>
          </a:r>
          <a:r>
            <a:rPr lang="en-US"/>
            <a:t>encrypted or protected from eavesdropping</a:t>
          </a:r>
        </a:p>
      </dgm:t>
    </dgm:pt>
    <dgm:pt modelId="{C728C2C7-A3C1-4328-83DE-740C3066187C}" type="parTrans" cxnId="{36926484-F48E-4400-9269-7FE72837431E}">
      <dgm:prSet/>
      <dgm:spPr/>
      <dgm:t>
        <a:bodyPr/>
        <a:lstStyle/>
        <a:p>
          <a:endParaRPr lang="en-US"/>
        </a:p>
      </dgm:t>
    </dgm:pt>
    <dgm:pt modelId="{364B58E4-211C-4412-8625-4D8CEB796112}" type="sibTrans" cxnId="{36926484-F48E-4400-9269-7FE72837431E}">
      <dgm:prSet/>
      <dgm:spPr/>
      <dgm:t>
        <a:bodyPr/>
        <a:lstStyle/>
        <a:p>
          <a:endParaRPr lang="en-US"/>
        </a:p>
      </dgm:t>
    </dgm:pt>
    <dgm:pt modelId="{3CE1C449-2F19-4784-BFA6-3890AED89DB9}">
      <dgm:prSet/>
      <dgm:spPr/>
      <dgm:t>
        <a:bodyPr/>
        <a:lstStyle/>
        <a:p>
          <a:r>
            <a:rPr lang="en-US"/>
            <a:t>you can broadcast bitcoin transactions</a:t>
          </a:r>
          <a:r>
            <a:rPr lang="tr-TR"/>
            <a:t> </a:t>
          </a:r>
          <a:endParaRPr lang="en-US"/>
        </a:p>
      </dgm:t>
    </dgm:pt>
    <dgm:pt modelId="{1D75058E-28FB-4ACA-8389-6018E52DEB56}" type="parTrans" cxnId="{53F55B0B-2848-417B-9D73-F221E939F17F}">
      <dgm:prSet/>
      <dgm:spPr/>
      <dgm:t>
        <a:bodyPr/>
        <a:lstStyle/>
        <a:p>
          <a:endParaRPr lang="en-US"/>
        </a:p>
      </dgm:t>
    </dgm:pt>
    <dgm:pt modelId="{BCC1E140-2163-4065-8D85-C7DFF7C7A356}" type="sibTrans" cxnId="{53F55B0B-2848-417B-9D73-F221E939F17F}">
      <dgm:prSet/>
      <dgm:spPr/>
      <dgm:t>
        <a:bodyPr/>
        <a:lstStyle/>
        <a:p>
          <a:endParaRPr lang="en-US"/>
        </a:p>
      </dgm:t>
    </dgm:pt>
    <dgm:pt modelId="{F14C34C5-6F59-4798-A14A-952A18F05D5D}">
      <dgm:prSet/>
      <dgm:spPr/>
      <dgm:t>
        <a:bodyPr/>
        <a:lstStyle/>
        <a:p>
          <a:r>
            <a:rPr lang="en-US"/>
            <a:t>over an open public channel, </a:t>
          </a:r>
        </a:p>
      </dgm:t>
    </dgm:pt>
    <dgm:pt modelId="{D5AC7282-B5E8-445E-A358-42BEAA5DEDF2}" type="parTrans" cxnId="{9AEDC1AA-9E6F-4065-BF6D-B912239E2F08}">
      <dgm:prSet/>
      <dgm:spPr/>
      <dgm:t>
        <a:bodyPr/>
        <a:lstStyle/>
        <a:p>
          <a:endParaRPr lang="en-US"/>
        </a:p>
      </dgm:t>
    </dgm:pt>
    <dgm:pt modelId="{52046B4A-C4FF-430E-A3DE-50DDB8CFD21E}" type="sibTrans" cxnId="{9AEDC1AA-9E6F-4065-BF6D-B912239E2F08}">
      <dgm:prSet/>
      <dgm:spPr/>
      <dgm:t>
        <a:bodyPr/>
        <a:lstStyle/>
        <a:p>
          <a:endParaRPr lang="en-US"/>
        </a:p>
      </dgm:t>
    </dgm:pt>
    <dgm:pt modelId="{DD25ADC3-B05A-4832-9E82-47886AD019E7}">
      <dgm:prSet/>
      <dgm:spPr/>
      <dgm:t>
        <a:bodyPr/>
        <a:lstStyle/>
        <a:p>
          <a:r>
            <a:rPr lang="en-US"/>
            <a:t>such as unsecured WiFi or Bluetooth</a:t>
          </a:r>
        </a:p>
      </dgm:t>
    </dgm:pt>
    <dgm:pt modelId="{94F8B951-20B5-4088-8989-8425A8E8DC0F}" type="parTrans" cxnId="{DB336B74-25D7-4693-8FE7-46A16D7C037D}">
      <dgm:prSet/>
      <dgm:spPr/>
      <dgm:t>
        <a:bodyPr/>
        <a:lstStyle/>
        <a:p>
          <a:endParaRPr lang="en-US"/>
        </a:p>
      </dgm:t>
    </dgm:pt>
    <dgm:pt modelId="{E775AD57-A8B9-4DD2-BB68-A6A024DE04CA}" type="sibTrans" cxnId="{DB336B74-25D7-4693-8FE7-46A16D7C037D}">
      <dgm:prSet/>
      <dgm:spPr/>
      <dgm:t>
        <a:bodyPr/>
        <a:lstStyle/>
        <a:p>
          <a:endParaRPr lang="en-US"/>
        </a:p>
      </dgm:t>
    </dgm:pt>
    <dgm:pt modelId="{48F791BF-E4F1-40BD-AA41-A98511168E2D}" type="pres">
      <dgm:prSet presAssocID="{446A1286-8921-4F7F-98AA-59CE6EB93530}" presName="Name0" presStyleCnt="0">
        <dgm:presLayoutVars>
          <dgm:dir/>
          <dgm:animLvl val="lvl"/>
          <dgm:resizeHandles val="exact"/>
        </dgm:presLayoutVars>
      </dgm:prSet>
      <dgm:spPr/>
    </dgm:pt>
    <dgm:pt modelId="{02607C82-C55E-48B8-8010-CA2E06AADF7C}" type="pres">
      <dgm:prSet presAssocID="{7D5E8F76-E4FA-4B3C-B37E-010DB4DCB7F0}" presName="linNode" presStyleCnt="0"/>
      <dgm:spPr/>
    </dgm:pt>
    <dgm:pt modelId="{7B1BB450-18E8-4C52-B8C1-2AC7F2B38253}" type="pres">
      <dgm:prSet presAssocID="{7D5E8F76-E4FA-4B3C-B37E-010DB4DCB7F0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E3D423B1-22CD-4A94-9369-ADB70B63D041}" type="pres">
      <dgm:prSet presAssocID="{7D5E8F76-E4FA-4B3C-B37E-010DB4DCB7F0}" presName="descendantText" presStyleLbl="alignAccFollowNode1" presStyleIdx="0" presStyleCnt="5">
        <dgm:presLayoutVars>
          <dgm:bulletEnabled/>
        </dgm:presLayoutVars>
      </dgm:prSet>
      <dgm:spPr/>
    </dgm:pt>
    <dgm:pt modelId="{232C95DA-A3D1-4855-8804-0B19930A728D}" type="pres">
      <dgm:prSet presAssocID="{EE7A5A04-F289-499F-B5FA-1741C0D0F99F}" presName="sp" presStyleCnt="0"/>
      <dgm:spPr/>
    </dgm:pt>
    <dgm:pt modelId="{DF2DF084-945B-427F-92F8-7CE8616BC353}" type="pres">
      <dgm:prSet presAssocID="{02781FCB-0E7A-4D5D-A914-B19D77B50C6A}" presName="linNode" presStyleCnt="0"/>
      <dgm:spPr/>
    </dgm:pt>
    <dgm:pt modelId="{55D46702-17EF-4665-A568-02BE223D57DD}" type="pres">
      <dgm:prSet presAssocID="{02781FCB-0E7A-4D5D-A914-B19D77B50C6A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A1FF07AD-D771-47F7-858D-070F92713C74}" type="pres">
      <dgm:prSet presAssocID="{02781FCB-0E7A-4D5D-A914-B19D77B50C6A}" presName="descendantText" presStyleLbl="alignAccFollowNode1" presStyleIdx="1" presStyleCnt="5">
        <dgm:presLayoutVars>
          <dgm:bulletEnabled/>
        </dgm:presLayoutVars>
      </dgm:prSet>
      <dgm:spPr/>
    </dgm:pt>
    <dgm:pt modelId="{F2C7D8A8-2F55-4792-8ECB-37FB039952E4}" type="pres">
      <dgm:prSet presAssocID="{E39286B6-14C3-4400-A10D-A02D4E2DBA6B}" presName="sp" presStyleCnt="0"/>
      <dgm:spPr/>
    </dgm:pt>
    <dgm:pt modelId="{8C32FB29-0007-4F3D-ACE2-BF55DF184BA1}" type="pres">
      <dgm:prSet presAssocID="{8C657BC2-7644-401E-BC43-1FDC47658FA5}" presName="linNode" presStyleCnt="0"/>
      <dgm:spPr/>
    </dgm:pt>
    <dgm:pt modelId="{EF930E83-103F-4279-8583-28B5A0A349F9}" type="pres">
      <dgm:prSet presAssocID="{8C657BC2-7644-401E-BC43-1FDC47658FA5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B0C8A206-785F-448C-B591-2E8AB7D5ADA3}" type="pres">
      <dgm:prSet presAssocID="{8C657BC2-7644-401E-BC43-1FDC47658FA5}" presName="descendantText" presStyleLbl="alignAccFollowNode1" presStyleIdx="2" presStyleCnt="5">
        <dgm:presLayoutVars>
          <dgm:bulletEnabled/>
        </dgm:presLayoutVars>
      </dgm:prSet>
      <dgm:spPr/>
    </dgm:pt>
    <dgm:pt modelId="{4821AE90-9197-486E-A89E-E7C1DF5CD6B7}" type="pres">
      <dgm:prSet presAssocID="{D9099C2E-14A3-4F3F-B05B-FA0848DB45A7}" presName="sp" presStyleCnt="0"/>
      <dgm:spPr/>
    </dgm:pt>
    <dgm:pt modelId="{54E9F18D-16DC-4FC1-9935-A8153613D9C4}" type="pres">
      <dgm:prSet presAssocID="{775F88EA-6D1D-4B2F-9FB2-B07F66DA78DC}" presName="linNode" presStyleCnt="0"/>
      <dgm:spPr/>
    </dgm:pt>
    <dgm:pt modelId="{18C08DE4-A1BE-4034-80C6-0F812F1C7ECE}" type="pres">
      <dgm:prSet presAssocID="{775F88EA-6D1D-4B2F-9FB2-B07F66DA78DC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F3F4D1B2-2725-4C21-9055-CD2A58EC1FE0}" type="pres">
      <dgm:prSet presAssocID="{775F88EA-6D1D-4B2F-9FB2-B07F66DA78DC}" presName="descendantText" presStyleLbl="alignAccFollowNode1" presStyleIdx="3" presStyleCnt="5">
        <dgm:presLayoutVars>
          <dgm:bulletEnabled/>
        </dgm:presLayoutVars>
      </dgm:prSet>
      <dgm:spPr/>
    </dgm:pt>
    <dgm:pt modelId="{0F9200EB-E91E-4903-994B-2D82EDAF9E54}" type="pres">
      <dgm:prSet presAssocID="{87579BD7-4D7F-4542-8E52-0F25944C213F}" presName="sp" presStyleCnt="0"/>
      <dgm:spPr/>
    </dgm:pt>
    <dgm:pt modelId="{3BA0A0BA-FB46-42B0-9D08-DF9988326687}" type="pres">
      <dgm:prSet presAssocID="{3CE1C449-2F19-4784-BFA6-3890AED89DB9}" presName="linNode" presStyleCnt="0"/>
      <dgm:spPr/>
    </dgm:pt>
    <dgm:pt modelId="{CA556795-DFA4-4181-A489-7ACD84C91EAA}" type="pres">
      <dgm:prSet presAssocID="{3CE1C449-2F19-4784-BFA6-3890AED89DB9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FE78B1DF-9F7E-4959-A283-5A60A3A2A16A}" type="pres">
      <dgm:prSet presAssocID="{3CE1C449-2F19-4784-BFA6-3890AED89DB9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10722308-01E8-41B7-8F14-95C2A96870A0}" type="presOf" srcId="{446A1286-8921-4F7F-98AA-59CE6EB93530}" destId="{48F791BF-E4F1-40BD-AA41-A98511168E2D}" srcOrd="0" destOrd="0" presId="urn:microsoft.com/office/officeart/2016/7/layout/VerticalSolidActionList"/>
    <dgm:cxn modelId="{8929390B-8994-440E-81BC-025636D888CA}" srcId="{446A1286-8921-4F7F-98AA-59CE6EB93530}" destId="{775F88EA-6D1D-4B2F-9FB2-B07F66DA78DC}" srcOrd="3" destOrd="0" parTransId="{3503B7A1-59D4-42B0-82E6-F7CC18B192F5}" sibTransId="{87579BD7-4D7F-4542-8E52-0F25944C213F}"/>
    <dgm:cxn modelId="{53F55B0B-2848-417B-9D73-F221E939F17F}" srcId="{446A1286-8921-4F7F-98AA-59CE6EB93530}" destId="{3CE1C449-2F19-4784-BFA6-3890AED89DB9}" srcOrd="4" destOrd="0" parTransId="{1D75058E-28FB-4ACA-8389-6018E52DEB56}" sibTransId="{BCC1E140-2163-4065-8D85-C7DFF7C7A356}"/>
    <dgm:cxn modelId="{E619CD0C-960A-4F67-9313-B1E5E998BCF9}" type="presOf" srcId="{F14C34C5-6F59-4798-A14A-952A18F05D5D}" destId="{FE78B1DF-9F7E-4959-A283-5A60A3A2A16A}" srcOrd="0" destOrd="0" presId="urn:microsoft.com/office/officeart/2016/7/layout/VerticalSolidActionList"/>
    <dgm:cxn modelId="{C919E11D-BF1E-42DC-96F0-91612260D0F1}" type="presOf" srcId="{BCE3F108-BEDD-4051-B00B-9D9172D3215B}" destId="{E3D423B1-22CD-4A94-9369-ADB70B63D041}" srcOrd="0" destOrd="1" presId="urn:microsoft.com/office/officeart/2016/7/layout/VerticalSolidActionList"/>
    <dgm:cxn modelId="{2D48702D-DFEB-4321-AD03-723EFBA155EA}" type="presOf" srcId="{3CE1C449-2F19-4784-BFA6-3890AED89DB9}" destId="{CA556795-DFA4-4181-A489-7ACD84C91EAA}" srcOrd="0" destOrd="0" presId="urn:microsoft.com/office/officeart/2016/7/layout/VerticalSolidActionList"/>
    <dgm:cxn modelId="{65F84837-1CF9-4F93-BD25-7653EDE12B2A}" type="presOf" srcId="{8C657BC2-7644-401E-BC43-1FDC47658FA5}" destId="{EF930E83-103F-4279-8583-28B5A0A349F9}" srcOrd="0" destOrd="0" presId="urn:microsoft.com/office/officeart/2016/7/layout/VerticalSolidActionList"/>
    <dgm:cxn modelId="{F359135D-A0AB-4835-A0E3-0606EA8874A4}" srcId="{446A1286-8921-4F7F-98AA-59CE6EB93530}" destId="{02781FCB-0E7A-4D5D-A914-B19D77B50C6A}" srcOrd="1" destOrd="0" parTransId="{02931D8E-2CDE-4349-BE21-05B7B86EBA2C}" sibTransId="{E39286B6-14C3-4400-A10D-A02D4E2DBA6B}"/>
    <dgm:cxn modelId="{E4AC0A48-B75D-4323-A477-EBFAC1BB8A94}" srcId="{446A1286-8921-4F7F-98AA-59CE6EB93530}" destId="{8C657BC2-7644-401E-BC43-1FDC47658FA5}" srcOrd="2" destOrd="0" parTransId="{FBE700DC-C73A-46E7-9F84-1394588054AD}" sibTransId="{D9099C2E-14A3-4F3F-B05B-FA0848DB45A7}"/>
    <dgm:cxn modelId="{2876A150-85EF-4833-A33C-2E8324E58AC6}" type="presOf" srcId="{775F88EA-6D1D-4B2F-9FB2-B07F66DA78DC}" destId="{18C08DE4-A1BE-4034-80C6-0F812F1C7ECE}" srcOrd="0" destOrd="0" presId="urn:microsoft.com/office/officeart/2016/7/layout/VerticalSolidActionList"/>
    <dgm:cxn modelId="{DB336B74-25D7-4693-8FE7-46A16D7C037D}" srcId="{3CE1C449-2F19-4784-BFA6-3890AED89DB9}" destId="{DD25ADC3-B05A-4832-9E82-47886AD019E7}" srcOrd="1" destOrd="0" parTransId="{94F8B951-20B5-4088-8989-8425A8E8DC0F}" sibTransId="{E775AD57-A8B9-4DD2-BB68-A6A024DE04CA}"/>
    <dgm:cxn modelId="{CAD89D55-19F1-4FDE-AA24-F1DD52C8A132}" srcId="{02781FCB-0E7A-4D5D-A914-B19D77B50C6A}" destId="{283821A4-00AE-414A-A0C1-406DA723035C}" srcOrd="0" destOrd="0" parTransId="{EE1076F6-4496-4B44-8F46-E24D16391764}" sibTransId="{E60BC150-103D-4180-A6CB-4E92CE99BF18}"/>
    <dgm:cxn modelId="{4E78695A-B3B7-4EF3-8686-0CD91B3F9D6A}" type="presOf" srcId="{DD25ADC3-B05A-4832-9E82-47886AD019E7}" destId="{FE78B1DF-9F7E-4959-A283-5A60A3A2A16A}" srcOrd="0" destOrd="1" presId="urn:microsoft.com/office/officeart/2016/7/layout/VerticalSolidActionList"/>
    <dgm:cxn modelId="{00B14F80-FC03-4BD3-AA0B-F07084FB0F63}" type="presOf" srcId="{02781FCB-0E7A-4D5D-A914-B19D77B50C6A}" destId="{55D46702-17EF-4665-A568-02BE223D57DD}" srcOrd="0" destOrd="0" presId="urn:microsoft.com/office/officeart/2016/7/layout/VerticalSolidActionList"/>
    <dgm:cxn modelId="{36926484-F48E-4400-9269-7FE72837431E}" srcId="{775F88EA-6D1D-4B2F-9FB2-B07F66DA78DC}" destId="{0EE03687-972B-47E1-9EA3-F1604DB9569E}" srcOrd="0" destOrd="0" parTransId="{C728C2C7-A3C1-4328-83DE-740C3066187C}" sibTransId="{364B58E4-211C-4412-8625-4D8CEB796112}"/>
    <dgm:cxn modelId="{33F38C88-F913-4820-B96F-7D8DE613798E}" srcId="{446A1286-8921-4F7F-98AA-59CE6EB93530}" destId="{7D5E8F76-E4FA-4B3C-B37E-010DB4DCB7F0}" srcOrd="0" destOrd="0" parTransId="{09BFE2F8-D119-4788-A500-760A3DB2BDBC}" sibTransId="{EE7A5A04-F289-499F-B5FA-1741C0D0F99F}"/>
    <dgm:cxn modelId="{9AEDC1AA-9E6F-4065-BF6D-B912239E2F08}" srcId="{3CE1C449-2F19-4784-BFA6-3890AED89DB9}" destId="{F14C34C5-6F59-4798-A14A-952A18F05D5D}" srcOrd="0" destOrd="0" parTransId="{D5AC7282-B5E8-445E-A358-42BEAA5DEDF2}" sibTransId="{52046B4A-C4FF-430E-A3DE-50DDB8CFD21E}"/>
    <dgm:cxn modelId="{C142A3AC-226E-4B9D-B860-35293CFDA993}" type="presOf" srcId="{7D5E8F76-E4FA-4B3C-B37E-010DB4DCB7F0}" destId="{7B1BB450-18E8-4C52-B8C1-2AC7F2B38253}" srcOrd="0" destOrd="0" presId="urn:microsoft.com/office/officeart/2016/7/layout/VerticalSolidActionList"/>
    <dgm:cxn modelId="{264D99CD-5929-4A3D-AC2B-A943DE873A00}" type="presOf" srcId="{283821A4-00AE-414A-A0C1-406DA723035C}" destId="{A1FF07AD-D771-47F7-858D-070F92713C74}" srcOrd="0" destOrd="0" presId="urn:microsoft.com/office/officeart/2016/7/layout/VerticalSolidActionList"/>
    <dgm:cxn modelId="{3957F6CD-E407-4637-9B9D-B971B2A866B0}" type="presOf" srcId="{D232A1AC-9531-4614-A03D-C5F70DBEB217}" destId="{B0C8A206-785F-448C-B591-2E8AB7D5ADA3}" srcOrd="0" destOrd="0" presId="urn:microsoft.com/office/officeart/2016/7/layout/VerticalSolidActionList"/>
    <dgm:cxn modelId="{6905DBCE-8548-41DA-8B25-2DFD713FCBD7}" srcId="{7D5E8F76-E4FA-4B3C-B37E-010DB4DCB7F0}" destId="{BCE3F108-BEDD-4051-B00B-9D9172D3215B}" srcOrd="1" destOrd="0" parTransId="{AEAF64A8-5FD8-4ADD-8054-CF7E617EF69C}" sibTransId="{68D535B0-4880-4DC1-A222-E95C420FA17A}"/>
    <dgm:cxn modelId="{E0470ED8-7479-4EA8-87FC-CEC385B3B5C2}" srcId="{8C657BC2-7644-401E-BC43-1FDC47658FA5}" destId="{D232A1AC-9531-4614-A03D-C5F70DBEB217}" srcOrd="0" destOrd="0" parTransId="{5994902E-F564-4D44-87B4-CB9A6D36D6CA}" sibTransId="{6E050CD8-AE87-44AA-AC0B-CD008C7A83D6}"/>
    <dgm:cxn modelId="{67C229DA-DBB6-4F5C-8ABC-029D2651F212}" type="presOf" srcId="{0EE03687-972B-47E1-9EA3-F1604DB9569E}" destId="{F3F4D1B2-2725-4C21-9055-CD2A58EC1FE0}" srcOrd="0" destOrd="0" presId="urn:microsoft.com/office/officeart/2016/7/layout/VerticalSolidActionList"/>
    <dgm:cxn modelId="{177AD4E8-5928-4474-BD7A-452E2601992E}" srcId="{7D5E8F76-E4FA-4B3C-B37E-010DB4DCB7F0}" destId="{9F95E5A2-CC71-477F-B2E8-AFE8432523CF}" srcOrd="0" destOrd="0" parTransId="{F328EDB1-992B-40AF-A3A4-16CD911511B9}" sibTransId="{A89AD74D-85A8-485D-B810-4D8E65597C21}"/>
    <dgm:cxn modelId="{D23342F2-87ED-49B7-A803-DA5599D93BC8}" type="presOf" srcId="{9F95E5A2-CC71-477F-B2E8-AFE8432523CF}" destId="{E3D423B1-22CD-4A94-9369-ADB70B63D041}" srcOrd="0" destOrd="0" presId="urn:microsoft.com/office/officeart/2016/7/layout/VerticalSolidActionList"/>
    <dgm:cxn modelId="{DCF27663-4DE6-424C-9347-4AEFCF814EA5}" type="presParOf" srcId="{48F791BF-E4F1-40BD-AA41-A98511168E2D}" destId="{02607C82-C55E-48B8-8010-CA2E06AADF7C}" srcOrd="0" destOrd="0" presId="urn:microsoft.com/office/officeart/2016/7/layout/VerticalSolidActionList"/>
    <dgm:cxn modelId="{136D7C78-B39D-49DB-8647-163F9B3501CD}" type="presParOf" srcId="{02607C82-C55E-48B8-8010-CA2E06AADF7C}" destId="{7B1BB450-18E8-4C52-B8C1-2AC7F2B38253}" srcOrd="0" destOrd="0" presId="urn:microsoft.com/office/officeart/2016/7/layout/VerticalSolidActionList"/>
    <dgm:cxn modelId="{01797143-E46E-4673-9C24-2B861086E46F}" type="presParOf" srcId="{02607C82-C55E-48B8-8010-CA2E06AADF7C}" destId="{E3D423B1-22CD-4A94-9369-ADB70B63D041}" srcOrd="1" destOrd="0" presId="urn:microsoft.com/office/officeart/2016/7/layout/VerticalSolidActionList"/>
    <dgm:cxn modelId="{97537BD8-E426-432E-B9F1-45C867ED0CF2}" type="presParOf" srcId="{48F791BF-E4F1-40BD-AA41-A98511168E2D}" destId="{232C95DA-A3D1-4855-8804-0B19930A728D}" srcOrd="1" destOrd="0" presId="urn:microsoft.com/office/officeart/2016/7/layout/VerticalSolidActionList"/>
    <dgm:cxn modelId="{4B75AE07-10AB-43A6-9D9C-71FB1CA1B01A}" type="presParOf" srcId="{48F791BF-E4F1-40BD-AA41-A98511168E2D}" destId="{DF2DF084-945B-427F-92F8-7CE8616BC353}" srcOrd="2" destOrd="0" presId="urn:microsoft.com/office/officeart/2016/7/layout/VerticalSolidActionList"/>
    <dgm:cxn modelId="{9DEC608F-4D32-4087-AD41-8E64B1B15DC0}" type="presParOf" srcId="{DF2DF084-945B-427F-92F8-7CE8616BC353}" destId="{55D46702-17EF-4665-A568-02BE223D57DD}" srcOrd="0" destOrd="0" presId="urn:microsoft.com/office/officeart/2016/7/layout/VerticalSolidActionList"/>
    <dgm:cxn modelId="{A21695DE-95F4-4EB6-94D1-811A742B925B}" type="presParOf" srcId="{DF2DF084-945B-427F-92F8-7CE8616BC353}" destId="{A1FF07AD-D771-47F7-858D-070F92713C74}" srcOrd="1" destOrd="0" presId="urn:microsoft.com/office/officeart/2016/7/layout/VerticalSolidActionList"/>
    <dgm:cxn modelId="{3FB2FF0D-42BB-4F50-8397-F4A2FBACA211}" type="presParOf" srcId="{48F791BF-E4F1-40BD-AA41-A98511168E2D}" destId="{F2C7D8A8-2F55-4792-8ECB-37FB039952E4}" srcOrd="3" destOrd="0" presId="urn:microsoft.com/office/officeart/2016/7/layout/VerticalSolidActionList"/>
    <dgm:cxn modelId="{DDB5602F-B193-470C-9B84-F522F86DAB77}" type="presParOf" srcId="{48F791BF-E4F1-40BD-AA41-A98511168E2D}" destId="{8C32FB29-0007-4F3D-ACE2-BF55DF184BA1}" srcOrd="4" destOrd="0" presId="urn:microsoft.com/office/officeart/2016/7/layout/VerticalSolidActionList"/>
    <dgm:cxn modelId="{39D9E2E8-AB6B-4A71-A596-4BA889D47F2C}" type="presParOf" srcId="{8C32FB29-0007-4F3D-ACE2-BF55DF184BA1}" destId="{EF930E83-103F-4279-8583-28B5A0A349F9}" srcOrd="0" destOrd="0" presId="urn:microsoft.com/office/officeart/2016/7/layout/VerticalSolidActionList"/>
    <dgm:cxn modelId="{438F3501-C9D0-42AF-AB0D-DDCD50AAA598}" type="presParOf" srcId="{8C32FB29-0007-4F3D-ACE2-BF55DF184BA1}" destId="{B0C8A206-785F-448C-B591-2E8AB7D5ADA3}" srcOrd="1" destOrd="0" presId="urn:microsoft.com/office/officeart/2016/7/layout/VerticalSolidActionList"/>
    <dgm:cxn modelId="{B518048B-47DE-4DB8-AD18-D70D65A23CA8}" type="presParOf" srcId="{48F791BF-E4F1-40BD-AA41-A98511168E2D}" destId="{4821AE90-9197-486E-A89E-E7C1DF5CD6B7}" srcOrd="5" destOrd="0" presId="urn:microsoft.com/office/officeart/2016/7/layout/VerticalSolidActionList"/>
    <dgm:cxn modelId="{10DBC7CF-2A30-406E-B09B-5932509D2F87}" type="presParOf" srcId="{48F791BF-E4F1-40BD-AA41-A98511168E2D}" destId="{54E9F18D-16DC-4FC1-9935-A8153613D9C4}" srcOrd="6" destOrd="0" presId="urn:microsoft.com/office/officeart/2016/7/layout/VerticalSolidActionList"/>
    <dgm:cxn modelId="{0120CCE1-31EE-49D1-9B54-30A7F9064342}" type="presParOf" srcId="{54E9F18D-16DC-4FC1-9935-A8153613D9C4}" destId="{18C08DE4-A1BE-4034-80C6-0F812F1C7ECE}" srcOrd="0" destOrd="0" presId="urn:microsoft.com/office/officeart/2016/7/layout/VerticalSolidActionList"/>
    <dgm:cxn modelId="{5174B207-A8D8-4E29-AA19-0162C22D83C3}" type="presParOf" srcId="{54E9F18D-16DC-4FC1-9935-A8153613D9C4}" destId="{F3F4D1B2-2725-4C21-9055-CD2A58EC1FE0}" srcOrd="1" destOrd="0" presId="urn:microsoft.com/office/officeart/2016/7/layout/VerticalSolidActionList"/>
    <dgm:cxn modelId="{D75307B3-7230-4788-9F1D-7996A03F2042}" type="presParOf" srcId="{48F791BF-E4F1-40BD-AA41-A98511168E2D}" destId="{0F9200EB-E91E-4903-994B-2D82EDAF9E54}" srcOrd="7" destOrd="0" presId="urn:microsoft.com/office/officeart/2016/7/layout/VerticalSolidActionList"/>
    <dgm:cxn modelId="{EF46758D-CCC9-4A72-A31F-55CAD215898B}" type="presParOf" srcId="{48F791BF-E4F1-40BD-AA41-A98511168E2D}" destId="{3BA0A0BA-FB46-42B0-9D08-DF9988326687}" srcOrd="8" destOrd="0" presId="urn:microsoft.com/office/officeart/2016/7/layout/VerticalSolidActionList"/>
    <dgm:cxn modelId="{AF286E8F-29B8-42F4-BEE4-11500201930E}" type="presParOf" srcId="{3BA0A0BA-FB46-42B0-9D08-DF9988326687}" destId="{CA556795-DFA4-4181-A489-7ACD84C91EAA}" srcOrd="0" destOrd="0" presId="urn:microsoft.com/office/officeart/2016/7/layout/VerticalSolidActionList"/>
    <dgm:cxn modelId="{6B733BC0-BED6-492A-AC7F-5DF67CA84C7E}" type="presParOf" srcId="{3BA0A0BA-FB46-42B0-9D08-DF9988326687}" destId="{FE78B1DF-9F7E-4959-A283-5A60A3A2A16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22F23EC-90D7-46FD-89F0-5CA1A12097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998E328-907B-45C3-A2EC-776FE1F942C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puts a lot of power </a:t>
          </a:r>
        </a:p>
      </dgm:t>
    </dgm:pt>
    <dgm:pt modelId="{299149AB-5031-49CC-8F60-A52B0AC15E53}" type="parTrans" cxnId="{F5C8C4E2-2870-4D37-A521-541AAE555646}">
      <dgm:prSet/>
      <dgm:spPr/>
      <dgm:t>
        <a:bodyPr/>
        <a:lstStyle/>
        <a:p>
          <a:endParaRPr lang="en-US"/>
        </a:p>
      </dgm:t>
    </dgm:pt>
    <dgm:pt modelId="{21359A52-0855-4B52-B249-6640C4771869}" type="sibTrans" cxnId="{F5C8C4E2-2870-4D37-A521-541AAE555646}">
      <dgm:prSet/>
      <dgm:spPr/>
      <dgm:t>
        <a:bodyPr/>
        <a:lstStyle/>
        <a:p>
          <a:endParaRPr lang="en-US"/>
        </a:p>
      </dgm:t>
    </dgm:pt>
    <dgm:pt modelId="{107781A5-78EA-4562-AA5F-108245234A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hands of the users.</a:t>
          </a:r>
        </a:p>
      </dgm:t>
    </dgm:pt>
    <dgm:pt modelId="{8B23FFF0-0290-400D-B830-9212C4BCB82C}" type="parTrans" cxnId="{5C8A6126-A882-4A69-8E6A-E4876F35AE38}">
      <dgm:prSet/>
      <dgm:spPr/>
      <dgm:t>
        <a:bodyPr/>
        <a:lstStyle/>
        <a:p>
          <a:endParaRPr lang="en-US"/>
        </a:p>
      </dgm:t>
    </dgm:pt>
    <dgm:pt modelId="{303BEE34-5915-4E59-836D-E8EFF72C75DE}" type="sibTrans" cxnId="{5C8A6126-A882-4A69-8E6A-E4876F35AE38}">
      <dgm:prSet/>
      <dgm:spPr/>
      <dgm:t>
        <a:bodyPr/>
        <a:lstStyle/>
        <a:p>
          <a:endParaRPr lang="en-US"/>
        </a:p>
      </dgm:t>
    </dgm:pt>
    <dgm:pt modelId="{5BA7E871-E701-413F-B79E-9722E9BF33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that power </a:t>
          </a:r>
        </a:p>
      </dgm:t>
    </dgm:pt>
    <dgm:pt modelId="{28B7E3FC-E50D-4EB2-AF60-FE4DB5BF9D3C}" type="parTrans" cxnId="{5AC798EC-B4E9-4A57-87E2-3FA99E2D93E6}">
      <dgm:prSet/>
      <dgm:spPr/>
      <dgm:t>
        <a:bodyPr/>
        <a:lstStyle/>
        <a:p>
          <a:endParaRPr lang="en-US"/>
        </a:p>
      </dgm:t>
    </dgm:pt>
    <dgm:pt modelId="{8644640F-81E2-43A9-95B5-9733E03A3C44}" type="sibTrans" cxnId="{5AC798EC-B4E9-4A57-87E2-3FA99E2D93E6}">
      <dgm:prSet/>
      <dgm:spPr/>
      <dgm:t>
        <a:bodyPr/>
        <a:lstStyle/>
        <a:p>
          <a:endParaRPr lang="en-US"/>
        </a:p>
      </dgm:t>
    </dgm:pt>
    <dgm:pt modelId="{B20607D2-D7FB-4CF0-8F8D-FD3F98B81F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comes responsibility </a:t>
          </a:r>
          <a:r>
            <a:rPr lang="tr-TR"/>
            <a:t>to the users</a:t>
          </a:r>
          <a:endParaRPr lang="en-US"/>
        </a:p>
      </dgm:t>
    </dgm:pt>
    <dgm:pt modelId="{C1C650F9-D7DD-46D3-96B8-178DC915CFFD}" type="parTrans" cxnId="{0730A858-D646-44B9-BACE-503CF8B1FF63}">
      <dgm:prSet/>
      <dgm:spPr/>
      <dgm:t>
        <a:bodyPr/>
        <a:lstStyle/>
        <a:p>
          <a:endParaRPr lang="en-US"/>
        </a:p>
      </dgm:t>
    </dgm:pt>
    <dgm:pt modelId="{8D89F397-D105-429A-ABC7-6FEB2E14BB6E}" type="sibTrans" cxnId="{0730A858-D646-44B9-BACE-503CF8B1FF63}">
      <dgm:prSet/>
      <dgm:spPr/>
      <dgm:t>
        <a:bodyPr/>
        <a:lstStyle/>
        <a:p>
          <a:endParaRPr lang="en-US"/>
        </a:p>
      </dgm:t>
    </dgm:pt>
    <dgm:pt modelId="{4A998A10-5F0C-4CCE-B10E-BB4CFE423D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maintaining the secrecy of the keys. </a:t>
          </a:r>
        </a:p>
      </dgm:t>
    </dgm:pt>
    <dgm:pt modelId="{14654A9F-FD2F-462E-850F-FA542274E3F0}" type="parTrans" cxnId="{9D259744-04A2-46DC-9583-15DD228ADBB1}">
      <dgm:prSet/>
      <dgm:spPr/>
      <dgm:t>
        <a:bodyPr/>
        <a:lstStyle/>
        <a:p>
          <a:endParaRPr lang="en-US"/>
        </a:p>
      </dgm:t>
    </dgm:pt>
    <dgm:pt modelId="{758544A0-D8A1-4429-A58A-6A6DEE5E67D1}" type="sibTrans" cxnId="{9D259744-04A2-46DC-9583-15DD228ADBB1}">
      <dgm:prSet/>
      <dgm:spPr/>
      <dgm:t>
        <a:bodyPr/>
        <a:lstStyle/>
        <a:p>
          <a:endParaRPr lang="en-US"/>
        </a:p>
      </dgm:t>
    </dgm:pt>
    <dgm:pt modelId="{8086197B-AE32-4155-8DAE-B94557E736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For</a:t>
          </a:r>
          <a:r>
            <a:rPr lang="tr-TR"/>
            <a:t> </a:t>
          </a:r>
          <a:r>
            <a:rPr lang="en-US"/>
            <a:t>most users that is not easy to do, </a:t>
          </a:r>
        </a:p>
      </dgm:t>
    </dgm:pt>
    <dgm:pt modelId="{79991EA2-2CC9-4E8E-A886-177A58617A5C}" type="parTrans" cxnId="{3C357448-352F-4C6D-9BDA-790767B47623}">
      <dgm:prSet/>
      <dgm:spPr/>
      <dgm:t>
        <a:bodyPr/>
        <a:lstStyle/>
        <a:p>
          <a:endParaRPr lang="en-US"/>
        </a:p>
      </dgm:t>
    </dgm:pt>
    <dgm:pt modelId="{BC24EBDE-D0B1-471F-8B2D-F300CD2119F0}" type="sibTrans" cxnId="{3C357448-352F-4C6D-9BDA-790767B47623}">
      <dgm:prSet/>
      <dgm:spPr/>
      <dgm:t>
        <a:bodyPr/>
        <a:lstStyle/>
        <a:p>
          <a:endParaRPr lang="en-US"/>
        </a:p>
      </dgm:t>
    </dgm:pt>
    <dgm:pt modelId="{253C56A9-BBBC-454E-B9C6-240A875C6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especially on general-purpose computing devices</a:t>
          </a:r>
        </a:p>
      </dgm:t>
    </dgm:pt>
    <dgm:pt modelId="{3ED50816-915A-4A45-B783-E81949D0BC58}" type="parTrans" cxnId="{E9203F4B-EE7D-47E3-88F5-8BF46D941C63}">
      <dgm:prSet/>
      <dgm:spPr/>
      <dgm:t>
        <a:bodyPr/>
        <a:lstStyle/>
        <a:p>
          <a:endParaRPr lang="en-US"/>
        </a:p>
      </dgm:t>
    </dgm:pt>
    <dgm:pt modelId="{335CF403-2507-4258-B800-B4FCAA3E5EE4}" type="sibTrans" cxnId="{E9203F4B-EE7D-47E3-88F5-8BF46D941C63}">
      <dgm:prSet/>
      <dgm:spPr/>
      <dgm:t>
        <a:bodyPr/>
        <a:lstStyle/>
        <a:p>
          <a:endParaRPr lang="en-US"/>
        </a:p>
      </dgm:t>
    </dgm:pt>
    <dgm:pt modelId="{CFD7DD4F-DA65-4120-A2F5-15CCA1F12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internet-connected smartphones or laptops</a:t>
          </a:r>
        </a:p>
      </dgm:t>
    </dgm:pt>
    <dgm:pt modelId="{3D9B8EF9-C309-4FFA-9938-068705D475EB}" type="parTrans" cxnId="{42C642F2-89DD-463F-84D8-88BFFAF2C978}">
      <dgm:prSet/>
      <dgm:spPr/>
      <dgm:t>
        <a:bodyPr/>
        <a:lstStyle/>
        <a:p>
          <a:endParaRPr lang="en-US"/>
        </a:p>
      </dgm:t>
    </dgm:pt>
    <dgm:pt modelId="{86486099-4596-4272-AFCC-09E27DD28146}" type="sibTrans" cxnId="{42C642F2-89DD-463F-84D8-88BFFAF2C978}">
      <dgm:prSet/>
      <dgm:spPr/>
      <dgm:t>
        <a:bodyPr/>
        <a:lstStyle/>
        <a:p>
          <a:endParaRPr lang="en-US"/>
        </a:p>
      </dgm:t>
    </dgm:pt>
    <dgm:pt modelId="{C3300B92-4EAF-44E7-A1FD-FD9DED0E39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many users are </a:t>
          </a:r>
          <a:r>
            <a:rPr lang="en-US"/>
            <a:t>not able </a:t>
          </a:r>
        </a:p>
      </dgm:t>
    </dgm:pt>
    <dgm:pt modelId="{F75CEA90-C280-478C-9013-F08779198BDE}" type="parTrans" cxnId="{3244E40F-0241-409B-9011-459DCCF95538}">
      <dgm:prSet/>
      <dgm:spPr/>
      <dgm:t>
        <a:bodyPr/>
        <a:lstStyle/>
        <a:p>
          <a:endParaRPr lang="en-US"/>
        </a:p>
      </dgm:t>
    </dgm:pt>
    <dgm:pt modelId="{B03257AA-2AE3-475B-ABD8-100B374D9B3F}" type="sibTrans" cxnId="{3244E40F-0241-409B-9011-459DCCF95538}">
      <dgm:prSet/>
      <dgm:spPr/>
      <dgm:t>
        <a:bodyPr/>
        <a:lstStyle/>
        <a:p>
          <a:endParaRPr lang="en-US"/>
        </a:p>
      </dgm:t>
    </dgm:pt>
    <dgm:pt modelId="{23D2C01E-C203-4570-8558-91EDB0FDD1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adequately secure their keys </a:t>
          </a:r>
        </a:p>
      </dgm:t>
    </dgm:pt>
    <dgm:pt modelId="{29DC42FC-2020-458F-BEAC-E0D2D2F75900}" type="parTrans" cxnId="{4281B6A7-F9B0-4DC0-82AA-31B80D966C88}">
      <dgm:prSet/>
      <dgm:spPr/>
      <dgm:t>
        <a:bodyPr/>
        <a:lstStyle/>
        <a:p>
          <a:endParaRPr lang="en-US"/>
        </a:p>
      </dgm:t>
    </dgm:pt>
    <dgm:pt modelId="{3827AA6F-53BA-4191-85E5-7FAC383AC78B}" type="sibTrans" cxnId="{4281B6A7-F9B0-4DC0-82AA-31B80D966C88}">
      <dgm:prSet/>
      <dgm:spPr/>
      <dgm:t>
        <a:bodyPr/>
        <a:lstStyle/>
        <a:p>
          <a:endParaRPr lang="en-US"/>
        </a:p>
      </dgm:t>
    </dgm:pt>
    <dgm:pt modelId="{62561A87-E895-4274-A143-42ABACEDC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get hacked, one by one.</a:t>
          </a:r>
        </a:p>
      </dgm:t>
    </dgm:pt>
    <dgm:pt modelId="{E74E560C-1283-40D5-B223-42EA5BD774D1}" type="parTrans" cxnId="{E03B458B-ED6C-49A4-8150-C10802CEA618}">
      <dgm:prSet/>
      <dgm:spPr/>
      <dgm:t>
        <a:bodyPr/>
        <a:lstStyle/>
        <a:p>
          <a:endParaRPr lang="en-US"/>
        </a:p>
      </dgm:t>
    </dgm:pt>
    <dgm:pt modelId="{103CCFA4-8564-42B6-A332-389F4262C1A8}" type="sibTrans" cxnId="{E03B458B-ED6C-49A4-8150-C10802CEA618}">
      <dgm:prSet/>
      <dgm:spPr/>
      <dgm:t>
        <a:bodyPr/>
        <a:lstStyle/>
        <a:p>
          <a:endParaRPr lang="en-US"/>
        </a:p>
      </dgm:t>
    </dgm:pt>
    <dgm:pt modelId="{1F5EA3EC-543F-4779-912B-0F7D98924CBD}" type="pres">
      <dgm:prSet presAssocID="{422F23EC-90D7-46FD-89F0-5CA1A12097C5}" presName="root" presStyleCnt="0">
        <dgm:presLayoutVars>
          <dgm:dir/>
          <dgm:resizeHandles val="exact"/>
        </dgm:presLayoutVars>
      </dgm:prSet>
      <dgm:spPr/>
    </dgm:pt>
    <dgm:pt modelId="{D42E324B-9483-418A-AFA0-6891B6E1F826}" type="pres">
      <dgm:prSet presAssocID="{B998E328-907B-45C3-A2EC-776FE1F942CA}" presName="compNode" presStyleCnt="0"/>
      <dgm:spPr/>
    </dgm:pt>
    <dgm:pt modelId="{53B29185-A5ED-4434-B468-A917DD1E55F1}" type="pres">
      <dgm:prSet presAssocID="{B998E328-907B-45C3-A2EC-776FE1F942C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 değil"/>
        </a:ext>
      </dgm:extLst>
    </dgm:pt>
    <dgm:pt modelId="{EEEA1C8A-E84E-40D9-8ECA-E995638FF6FA}" type="pres">
      <dgm:prSet presAssocID="{B998E328-907B-45C3-A2EC-776FE1F942CA}" presName="iconSpace" presStyleCnt="0"/>
      <dgm:spPr/>
    </dgm:pt>
    <dgm:pt modelId="{15FBE6B0-FEC5-46FB-BF09-39713C9862B1}" type="pres">
      <dgm:prSet presAssocID="{B998E328-907B-45C3-A2EC-776FE1F942CA}" presName="parTx" presStyleLbl="revTx" presStyleIdx="0" presStyleCnt="8">
        <dgm:presLayoutVars>
          <dgm:chMax val="0"/>
          <dgm:chPref val="0"/>
        </dgm:presLayoutVars>
      </dgm:prSet>
      <dgm:spPr/>
    </dgm:pt>
    <dgm:pt modelId="{470CC1F1-AAE9-49DC-B4AF-109DCB7A8FCC}" type="pres">
      <dgm:prSet presAssocID="{B998E328-907B-45C3-A2EC-776FE1F942CA}" presName="txSpace" presStyleCnt="0"/>
      <dgm:spPr/>
    </dgm:pt>
    <dgm:pt modelId="{9D96C102-5018-4DF2-A716-6000EBC0A5B5}" type="pres">
      <dgm:prSet presAssocID="{B998E328-907B-45C3-A2EC-776FE1F942CA}" presName="desTx" presStyleLbl="revTx" presStyleIdx="1" presStyleCnt="8">
        <dgm:presLayoutVars/>
      </dgm:prSet>
      <dgm:spPr/>
    </dgm:pt>
    <dgm:pt modelId="{3FA161F2-8AA2-47E5-9BC9-A95E50A69B04}" type="pres">
      <dgm:prSet presAssocID="{21359A52-0855-4B52-B249-6640C4771869}" presName="sibTrans" presStyleCnt="0"/>
      <dgm:spPr/>
    </dgm:pt>
    <dgm:pt modelId="{EC8E8741-C1FA-4A16-9DF0-8BBCBB92002F}" type="pres">
      <dgm:prSet presAssocID="{5BA7E871-E701-413F-B79E-9722E9BF333A}" presName="compNode" presStyleCnt="0"/>
      <dgm:spPr/>
    </dgm:pt>
    <dgm:pt modelId="{65823CA1-D184-490D-A0C9-B89C773737E8}" type="pres">
      <dgm:prSet presAssocID="{5BA7E871-E701-413F-B79E-9722E9BF33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ahtar"/>
        </a:ext>
      </dgm:extLst>
    </dgm:pt>
    <dgm:pt modelId="{D56C66F5-67DF-4859-BC69-6EAADFE63A1F}" type="pres">
      <dgm:prSet presAssocID="{5BA7E871-E701-413F-B79E-9722E9BF333A}" presName="iconSpace" presStyleCnt="0"/>
      <dgm:spPr/>
    </dgm:pt>
    <dgm:pt modelId="{A0006B07-2A63-47F1-B7F0-6037D60B3D6A}" type="pres">
      <dgm:prSet presAssocID="{5BA7E871-E701-413F-B79E-9722E9BF333A}" presName="parTx" presStyleLbl="revTx" presStyleIdx="2" presStyleCnt="8">
        <dgm:presLayoutVars>
          <dgm:chMax val="0"/>
          <dgm:chPref val="0"/>
        </dgm:presLayoutVars>
      </dgm:prSet>
      <dgm:spPr/>
    </dgm:pt>
    <dgm:pt modelId="{92A0E06F-C7C7-4FD9-AF61-BDC9866A6816}" type="pres">
      <dgm:prSet presAssocID="{5BA7E871-E701-413F-B79E-9722E9BF333A}" presName="txSpace" presStyleCnt="0"/>
      <dgm:spPr/>
    </dgm:pt>
    <dgm:pt modelId="{E22BDC67-2EA5-4FCF-9BE6-0A7AE63809E6}" type="pres">
      <dgm:prSet presAssocID="{5BA7E871-E701-413F-B79E-9722E9BF333A}" presName="desTx" presStyleLbl="revTx" presStyleIdx="3" presStyleCnt="8">
        <dgm:presLayoutVars/>
      </dgm:prSet>
      <dgm:spPr/>
    </dgm:pt>
    <dgm:pt modelId="{AB3D3F11-A316-4DA8-9849-868775A3F160}" type="pres">
      <dgm:prSet presAssocID="{8644640F-81E2-43A9-95B5-9733E03A3C44}" presName="sibTrans" presStyleCnt="0"/>
      <dgm:spPr/>
    </dgm:pt>
    <dgm:pt modelId="{0A558EE3-C507-4ABD-BC17-F1D211A6495F}" type="pres">
      <dgm:prSet presAssocID="{8086197B-AE32-4155-8DAE-B94557E7367E}" presName="compNode" presStyleCnt="0"/>
      <dgm:spPr/>
    </dgm:pt>
    <dgm:pt modelId="{08D9D49F-CDFE-448A-A281-53011382055E}" type="pres">
      <dgm:prSet presAssocID="{8086197B-AE32-4155-8DAE-B94557E736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züstü Bilgisayar"/>
        </a:ext>
      </dgm:extLst>
    </dgm:pt>
    <dgm:pt modelId="{87A81937-897F-4BDA-B272-CE83FC463AF4}" type="pres">
      <dgm:prSet presAssocID="{8086197B-AE32-4155-8DAE-B94557E7367E}" presName="iconSpace" presStyleCnt="0"/>
      <dgm:spPr/>
    </dgm:pt>
    <dgm:pt modelId="{423846E7-57B6-4C53-9504-6512AFC61B75}" type="pres">
      <dgm:prSet presAssocID="{8086197B-AE32-4155-8DAE-B94557E7367E}" presName="parTx" presStyleLbl="revTx" presStyleIdx="4" presStyleCnt="8">
        <dgm:presLayoutVars>
          <dgm:chMax val="0"/>
          <dgm:chPref val="0"/>
        </dgm:presLayoutVars>
      </dgm:prSet>
      <dgm:spPr/>
    </dgm:pt>
    <dgm:pt modelId="{DCC6513E-C611-4D5B-91F8-5C1409C206BF}" type="pres">
      <dgm:prSet presAssocID="{8086197B-AE32-4155-8DAE-B94557E7367E}" presName="txSpace" presStyleCnt="0"/>
      <dgm:spPr/>
    </dgm:pt>
    <dgm:pt modelId="{AAB4457F-2EB9-4559-A549-08B0F2A8F5E3}" type="pres">
      <dgm:prSet presAssocID="{8086197B-AE32-4155-8DAE-B94557E7367E}" presName="desTx" presStyleLbl="revTx" presStyleIdx="5" presStyleCnt="8">
        <dgm:presLayoutVars/>
      </dgm:prSet>
      <dgm:spPr/>
    </dgm:pt>
    <dgm:pt modelId="{30937585-4D10-4A61-BF17-EE514FD06FD7}" type="pres">
      <dgm:prSet presAssocID="{BC24EBDE-D0B1-471F-8B2D-F300CD2119F0}" presName="sibTrans" presStyleCnt="0"/>
      <dgm:spPr/>
    </dgm:pt>
    <dgm:pt modelId="{65961CB6-1708-4D37-A892-D401B4261121}" type="pres">
      <dgm:prSet presAssocID="{C3300B92-4EAF-44E7-A1FD-FD9DED0E3926}" presName="compNode" presStyleCnt="0"/>
      <dgm:spPr/>
    </dgm:pt>
    <dgm:pt modelId="{07A8A163-4403-470D-813B-C14A1EA820FC}" type="pres">
      <dgm:prSet presAssocID="{C3300B92-4EAF-44E7-A1FD-FD9DED0E39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di Aç"/>
        </a:ext>
      </dgm:extLst>
    </dgm:pt>
    <dgm:pt modelId="{4BA2D949-4CAD-40EC-ABDB-02F03FFF3786}" type="pres">
      <dgm:prSet presAssocID="{C3300B92-4EAF-44E7-A1FD-FD9DED0E3926}" presName="iconSpace" presStyleCnt="0"/>
      <dgm:spPr/>
    </dgm:pt>
    <dgm:pt modelId="{AFCC97BB-43EC-4ACD-B587-92232287DADA}" type="pres">
      <dgm:prSet presAssocID="{C3300B92-4EAF-44E7-A1FD-FD9DED0E3926}" presName="parTx" presStyleLbl="revTx" presStyleIdx="6" presStyleCnt="8">
        <dgm:presLayoutVars>
          <dgm:chMax val="0"/>
          <dgm:chPref val="0"/>
        </dgm:presLayoutVars>
      </dgm:prSet>
      <dgm:spPr/>
    </dgm:pt>
    <dgm:pt modelId="{698EDB6B-AFDA-4063-A615-8D6C42030036}" type="pres">
      <dgm:prSet presAssocID="{C3300B92-4EAF-44E7-A1FD-FD9DED0E3926}" presName="txSpace" presStyleCnt="0"/>
      <dgm:spPr/>
    </dgm:pt>
    <dgm:pt modelId="{C4ABE8FF-27C7-4E9E-8D56-7A75E9CDAF4B}" type="pres">
      <dgm:prSet presAssocID="{C3300B92-4EAF-44E7-A1FD-FD9DED0E3926}" presName="desTx" presStyleLbl="revTx" presStyleIdx="7" presStyleCnt="8">
        <dgm:presLayoutVars/>
      </dgm:prSet>
      <dgm:spPr/>
    </dgm:pt>
  </dgm:ptLst>
  <dgm:cxnLst>
    <dgm:cxn modelId="{87FD120F-35CB-47AA-BC96-856829A27250}" type="presOf" srcId="{62561A87-E895-4274-A143-42ABACEDCD31}" destId="{C4ABE8FF-27C7-4E9E-8D56-7A75E9CDAF4B}" srcOrd="0" destOrd="1" presId="urn:microsoft.com/office/officeart/2018/5/layout/CenteredIconLabelDescriptionList"/>
    <dgm:cxn modelId="{3244E40F-0241-409B-9011-459DCCF95538}" srcId="{422F23EC-90D7-46FD-89F0-5CA1A12097C5}" destId="{C3300B92-4EAF-44E7-A1FD-FD9DED0E3926}" srcOrd="3" destOrd="0" parTransId="{F75CEA90-C280-478C-9013-F08779198BDE}" sibTransId="{B03257AA-2AE3-475B-ABD8-100B374D9B3F}"/>
    <dgm:cxn modelId="{A49EE61E-947C-4E8B-9B66-81C868423986}" type="presOf" srcId="{B998E328-907B-45C3-A2EC-776FE1F942CA}" destId="{15FBE6B0-FEC5-46FB-BF09-39713C9862B1}" srcOrd="0" destOrd="0" presId="urn:microsoft.com/office/officeart/2018/5/layout/CenteredIconLabelDescriptionList"/>
    <dgm:cxn modelId="{CEA3BF21-0F68-4A87-98D7-780FDB8EFFC0}" type="presOf" srcId="{5BA7E871-E701-413F-B79E-9722E9BF333A}" destId="{A0006B07-2A63-47F1-B7F0-6037D60B3D6A}" srcOrd="0" destOrd="0" presId="urn:microsoft.com/office/officeart/2018/5/layout/CenteredIconLabelDescriptionList"/>
    <dgm:cxn modelId="{5C8A6126-A882-4A69-8E6A-E4876F35AE38}" srcId="{B998E328-907B-45C3-A2EC-776FE1F942CA}" destId="{107781A5-78EA-4562-AA5F-108245234A2A}" srcOrd="0" destOrd="0" parTransId="{8B23FFF0-0290-400D-B830-9212C4BCB82C}" sibTransId="{303BEE34-5915-4E59-836D-E8EFF72C75DE}"/>
    <dgm:cxn modelId="{F3D03028-B1FD-4A64-84C5-4154E5D9BDC9}" type="presOf" srcId="{107781A5-78EA-4562-AA5F-108245234A2A}" destId="{9D96C102-5018-4DF2-A716-6000EBC0A5B5}" srcOrd="0" destOrd="0" presId="urn:microsoft.com/office/officeart/2018/5/layout/CenteredIconLabelDescriptionList"/>
    <dgm:cxn modelId="{9D259744-04A2-46DC-9583-15DD228ADBB1}" srcId="{5BA7E871-E701-413F-B79E-9722E9BF333A}" destId="{4A998A10-5F0C-4CCE-B10E-BB4CFE423D71}" srcOrd="1" destOrd="0" parTransId="{14654A9F-FD2F-462E-850F-FA542274E3F0}" sibTransId="{758544A0-D8A1-4429-A58A-6A6DEE5E67D1}"/>
    <dgm:cxn modelId="{3C357448-352F-4C6D-9BDA-790767B47623}" srcId="{422F23EC-90D7-46FD-89F0-5CA1A12097C5}" destId="{8086197B-AE32-4155-8DAE-B94557E7367E}" srcOrd="2" destOrd="0" parTransId="{79991EA2-2CC9-4E8E-A886-177A58617A5C}" sibTransId="{BC24EBDE-D0B1-471F-8B2D-F300CD2119F0}"/>
    <dgm:cxn modelId="{F8EFB14A-C64A-4D8A-AD44-D76E2DC5F735}" type="presOf" srcId="{8086197B-AE32-4155-8DAE-B94557E7367E}" destId="{423846E7-57B6-4C53-9504-6512AFC61B75}" srcOrd="0" destOrd="0" presId="urn:microsoft.com/office/officeart/2018/5/layout/CenteredIconLabelDescriptionList"/>
    <dgm:cxn modelId="{C829F96A-1D0F-4B20-BDE0-4A80B18DF436}" type="presOf" srcId="{4A998A10-5F0C-4CCE-B10E-BB4CFE423D71}" destId="{E22BDC67-2EA5-4FCF-9BE6-0A7AE63809E6}" srcOrd="0" destOrd="1" presId="urn:microsoft.com/office/officeart/2018/5/layout/CenteredIconLabelDescriptionList"/>
    <dgm:cxn modelId="{E9203F4B-EE7D-47E3-88F5-8BF46D941C63}" srcId="{8086197B-AE32-4155-8DAE-B94557E7367E}" destId="{253C56A9-BBBC-454E-B9C6-240A875C62CB}" srcOrd="0" destOrd="0" parTransId="{3ED50816-915A-4A45-B783-E81949D0BC58}" sibTransId="{335CF403-2507-4258-B800-B4FCAA3E5EE4}"/>
    <dgm:cxn modelId="{65346871-519B-48F3-89D9-52C690376E8A}" type="presOf" srcId="{23D2C01E-C203-4570-8558-91EDB0FDD180}" destId="{C4ABE8FF-27C7-4E9E-8D56-7A75E9CDAF4B}" srcOrd="0" destOrd="0" presId="urn:microsoft.com/office/officeart/2018/5/layout/CenteredIconLabelDescriptionList"/>
    <dgm:cxn modelId="{0730A858-D646-44B9-BACE-503CF8B1FF63}" srcId="{5BA7E871-E701-413F-B79E-9722E9BF333A}" destId="{B20607D2-D7FB-4CF0-8F8D-FD3F98B81FC6}" srcOrd="0" destOrd="0" parTransId="{C1C650F9-D7DD-46D3-96B8-178DC915CFFD}" sibTransId="{8D89F397-D105-429A-ABC7-6FEB2E14BB6E}"/>
    <dgm:cxn modelId="{C4C26284-B4C1-4DA8-AD83-0143902B9EC2}" type="presOf" srcId="{422F23EC-90D7-46FD-89F0-5CA1A12097C5}" destId="{1F5EA3EC-543F-4779-912B-0F7D98924CBD}" srcOrd="0" destOrd="0" presId="urn:microsoft.com/office/officeart/2018/5/layout/CenteredIconLabelDescriptionList"/>
    <dgm:cxn modelId="{E03B458B-ED6C-49A4-8150-C10802CEA618}" srcId="{C3300B92-4EAF-44E7-A1FD-FD9DED0E3926}" destId="{62561A87-E895-4274-A143-42ABACEDCD31}" srcOrd="1" destOrd="0" parTransId="{E74E560C-1283-40D5-B223-42EA5BD774D1}" sibTransId="{103CCFA4-8564-42B6-A332-389F4262C1A8}"/>
    <dgm:cxn modelId="{69D14D8D-995E-45A2-9999-BAB4CB94D0BF}" type="presOf" srcId="{CFD7DD4F-DA65-4120-A2F5-15CCA1F124F4}" destId="{AAB4457F-2EB9-4559-A549-08B0F2A8F5E3}" srcOrd="0" destOrd="1" presId="urn:microsoft.com/office/officeart/2018/5/layout/CenteredIconLabelDescriptionList"/>
    <dgm:cxn modelId="{4281B6A7-F9B0-4DC0-82AA-31B80D966C88}" srcId="{C3300B92-4EAF-44E7-A1FD-FD9DED0E3926}" destId="{23D2C01E-C203-4570-8558-91EDB0FDD180}" srcOrd="0" destOrd="0" parTransId="{29DC42FC-2020-458F-BEAC-E0D2D2F75900}" sibTransId="{3827AA6F-53BA-4191-85E5-7FAC383AC78B}"/>
    <dgm:cxn modelId="{625B56C5-C34C-48DB-9A41-1935ADC360FB}" type="presOf" srcId="{253C56A9-BBBC-454E-B9C6-240A875C62CB}" destId="{AAB4457F-2EB9-4559-A549-08B0F2A8F5E3}" srcOrd="0" destOrd="0" presId="urn:microsoft.com/office/officeart/2018/5/layout/CenteredIconLabelDescriptionList"/>
    <dgm:cxn modelId="{F5C8C4E2-2870-4D37-A521-541AAE555646}" srcId="{422F23EC-90D7-46FD-89F0-5CA1A12097C5}" destId="{B998E328-907B-45C3-A2EC-776FE1F942CA}" srcOrd="0" destOrd="0" parTransId="{299149AB-5031-49CC-8F60-A52B0AC15E53}" sibTransId="{21359A52-0855-4B52-B249-6640C4771869}"/>
    <dgm:cxn modelId="{85231CE5-6F38-47CF-9413-F827D0B8CD11}" type="presOf" srcId="{B20607D2-D7FB-4CF0-8F8D-FD3F98B81FC6}" destId="{E22BDC67-2EA5-4FCF-9BE6-0A7AE63809E6}" srcOrd="0" destOrd="0" presId="urn:microsoft.com/office/officeart/2018/5/layout/CenteredIconLabelDescriptionList"/>
    <dgm:cxn modelId="{5AC798EC-B4E9-4A57-87E2-3FA99E2D93E6}" srcId="{422F23EC-90D7-46FD-89F0-5CA1A12097C5}" destId="{5BA7E871-E701-413F-B79E-9722E9BF333A}" srcOrd="1" destOrd="0" parTransId="{28B7E3FC-E50D-4EB2-AF60-FE4DB5BF9D3C}" sibTransId="{8644640F-81E2-43A9-95B5-9733E03A3C44}"/>
    <dgm:cxn modelId="{42C642F2-89DD-463F-84D8-88BFFAF2C978}" srcId="{8086197B-AE32-4155-8DAE-B94557E7367E}" destId="{CFD7DD4F-DA65-4120-A2F5-15CCA1F124F4}" srcOrd="1" destOrd="0" parTransId="{3D9B8EF9-C309-4FFA-9938-068705D475EB}" sibTransId="{86486099-4596-4272-AFCC-09E27DD28146}"/>
    <dgm:cxn modelId="{F68245F9-BB38-4326-861D-ECCF5662E932}" type="presOf" srcId="{C3300B92-4EAF-44E7-A1FD-FD9DED0E3926}" destId="{AFCC97BB-43EC-4ACD-B587-92232287DADA}" srcOrd="0" destOrd="0" presId="urn:microsoft.com/office/officeart/2018/5/layout/CenteredIconLabelDescriptionList"/>
    <dgm:cxn modelId="{52F5A4EB-CEDC-4072-BAC7-3D2B49463C79}" type="presParOf" srcId="{1F5EA3EC-543F-4779-912B-0F7D98924CBD}" destId="{D42E324B-9483-418A-AFA0-6891B6E1F826}" srcOrd="0" destOrd="0" presId="urn:microsoft.com/office/officeart/2018/5/layout/CenteredIconLabelDescriptionList"/>
    <dgm:cxn modelId="{44B4CCD7-CF67-4818-938E-CC64ED4F7864}" type="presParOf" srcId="{D42E324B-9483-418A-AFA0-6891B6E1F826}" destId="{53B29185-A5ED-4434-B468-A917DD1E55F1}" srcOrd="0" destOrd="0" presId="urn:microsoft.com/office/officeart/2018/5/layout/CenteredIconLabelDescriptionList"/>
    <dgm:cxn modelId="{52202C31-2729-4576-8E72-14E17F1FA72C}" type="presParOf" srcId="{D42E324B-9483-418A-AFA0-6891B6E1F826}" destId="{EEEA1C8A-E84E-40D9-8ECA-E995638FF6FA}" srcOrd="1" destOrd="0" presId="urn:microsoft.com/office/officeart/2018/5/layout/CenteredIconLabelDescriptionList"/>
    <dgm:cxn modelId="{D19E1662-F694-4A19-A8AB-ABAC5DD1C9D5}" type="presParOf" srcId="{D42E324B-9483-418A-AFA0-6891B6E1F826}" destId="{15FBE6B0-FEC5-46FB-BF09-39713C9862B1}" srcOrd="2" destOrd="0" presId="urn:microsoft.com/office/officeart/2018/5/layout/CenteredIconLabelDescriptionList"/>
    <dgm:cxn modelId="{9B08C355-1946-4B5C-9DC9-F44ED6E1C31D}" type="presParOf" srcId="{D42E324B-9483-418A-AFA0-6891B6E1F826}" destId="{470CC1F1-AAE9-49DC-B4AF-109DCB7A8FCC}" srcOrd="3" destOrd="0" presId="urn:microsoft.com/office/officeart/2018/5/layout/CenteredIconLabelDescriptionList"/>
    <dgm:cxn modelId="{BD6394E1-5ADE-4AC3-B728-1D199656852D}" type="presParOf" srcId="{D42E324B-9483-418A-AFA0-6891B6E1F826}" destId="{9D96C102-5018-4DF2-A716-6000EBC0A5B5}" srcOrd="4" destOrd="0" presId="urn:microsoft.com/office/officeart/2018/5/layout/CenteredIconLabelDescriptionList"/>
    <dgm:cxn modelId="{CE1D45C3-E031-4E7D-ABBA-CDA2EC3028C4}" type="presParOf" srcId="{1F5EA3EC-543F-4779-912B-0F7D98924CBD}" destId="{3FA161F2-8AA2-47E5-9BC9-A95E50A69B04}" srcOrd="1" destOrd="0" presId="urn:microsoft.com/office/officeart/2018/5/layout/CenteredIconLabelDescriptionList"/>
    <dgm:cxn modelId="{A00D1DD6-06DF-4AC8-9F6B-BF418C05801D}" type="presParOf" srcId="{1F5EA3EC-543F-4779-912B-0F7D98924CBD}" destId="{EC8E8741-C1FA-4A16-9DF0-8BBCBB92002F}" srcOrd="2" destOrd="0" presId="urn:microsoft.com/office/officeart/2018/5/layout/CenteredIconLabelDescriptionList"/>
    <dgm:cxn modelId="{A9B83C17-6F38-437E-BFE2-10D589048FA8}" type="presParOf" srcId="{EC8E8741-C1FA-4A16-9DF0-8BBCBB92002F}" destId="{65823CA1-D184-490D-A0C9-B89C773737E8}" srcOrd="0" destOrd="0" presId="urn:microsoft.com/office/officeart/2018/5/layout/CenteredIconLabelDescriptionList"/>
    <dgm:cxn modelId="{D73785FF-C285-4973-B43D-2CBB4BAB095B}" type="presParOf" srcId="{EC8E8741-C1FA-4A16-9DF0-8BBCBB92002F}" destId="{D56C66F5-67DF-4859-BC69-6EAADFE63A1F}" srcOrd="1" destOrd="0" presId="urn:microsoft.com/office/officeart/2018/5/layout/CenteredIconLabelDescriptionList"/>
    <dgm:cxn modelId="{E9671465-5A18-44F5-AB9E-5D809EED582B}" type="presParOf" srcId="{EC8E8741-C1FA-4A16-9DF0-8BBCBB92002F}" destId="{A0006B07-2A63-47F1-B7F0-6037D60B3D6A}" srcOrd="2" destOrd="0" presId="urn:microsoft.com/office/officeart/2018/5/layout/CenteredIconLabelDescriptionList"/>
    <dgm:cxn modelId="{37625EE8-D77C-4A34-B650-D4039F97EC37}" type="presParOf" srcId="{EC8E8741-C1FA-4A16-9DF0-8BBCBB92002F}" destId="{92A0E06F-C7C7-4FD9-AF61-BDC9866A6816}" srcOrd="3" destOrd="0" presId="urn:microsoft.com/office/officeart/2018/5/layout/CenteredIconLabelDescriptionList"/>
    <dgm:cxn modelId="{20B395CD-6FFD-4D91-B9E5-6E673EFB4D25}" type="presParOf" srcId="{EC8E8741-C1FA-4A16-9DF0-8BBCBB92002F}" destId="{E22BDC67-2EA5-4FCF-9BE6-0A7AE63809E6}" srcOrd="4" destOrd="0" presId="urn:microsoft.com/office/officeart/2018/5/layout/CenteredIconLabelDescriptionList"/>
    <dgm:cxn modelId="{FD62141C-9981-48DE-8965-7B0AFB80FB4D}" type="presParOf" srcId="{1F5EA3EC-543F-4779-912B-0F7D98924CBD}" destId="{AB3D3F11-A316-4DA8-9849-868775A3F160}" srcOrd="3" destOrd="0" presId="urn:microsoft.com/office/officeart/2018/5/layout/CenteredIconLabelDescriptionList"/>
    <dgm:cxn modelId="{3A61FDDE-EDED-490F-A583-C8C96410B60B}" type="presParOf" srcId="{1F5EA3EC-543F-4779-912B-0F7D98924CBD}" destId="{0A558EE3-C507-4ABD-BC17-F1D211A6495F}" srcOrd="4" destOrd="0" presId="urn:microsoft.com/office/officeart/2018/5/layout/CenteredIconLabelDescriptionList"/>
    <dgm:cxn modelId="{38AAFC09-7956-487B-B032-73FAF777C7F8}" type="presParOf" srcId="{0A558EE3-C507-4ABD-BC17-F1D211A6495F}" destId="{08D9D49F-CDFE-448A-A281-53011382055E}" srcOrd="0" destOrd="0" presId="urn:microsoft.com/office/officeart/2018/5/layout/CenteredIconLabelDescriptionList"/>
    <dgm:cxn modelId="{3E8DF213-0F59-4555-84F8-EEACF67D70C9}" type="presParOf" srcId="{0A558EE3-C507-4ABD-BC17-F1D211A6495F}" destId="{87A81937-897F-4BDA-B272-CE83FC463AF4}" srcOrd="1" destOrd="0" presId="urn:microsoft.com/office/officeart/2018/5/layout/CenteredIconLabelDescriptionList"/>
    <dgm:cxn modelId="{FF00C105-9EBB-4CC6-8BB9-F46A44872DBD}" type="presParOf" srcId="{0A558EE3-C507-4ABD-BC17-F1D211A6495F}" destId="{423846E7-57B6-4C53-9504-6512AFC61B75}" srcOrd="2" destOrd="0" presId="urn:microsoft.com/office/officeart/2018/5/layout/CenteredIconLabelDescriptionList"/>
    <dgm:cxn modelId="{A8632BB8-1B30-4AE5-8AF5-9949EA018E05}" type="presParOf" srcId="{0A558EE3-C507-4ABD-BC17-F1D211A6495F}" destId="{DCC6513E-C611-4D5B-91F8-5C1409C206BF}" srcOrd="3" destOrd="0" presId="urn:microsoft.com/office/officeart/2018/5/layout/CenteredIconLabelDescriptionList"/>
    <dgm:cxn modelId="{9FB3152C-3E6C-4591-9A9F-175CBF4739C9}" type="presParOf" srcId="{0A558EE3-C507-4ABD-BC17-F1D211A6495F}" destId="{AAB4457F-2EB9-4559-A549-08B0F2A8F5E3}" srcOrd="4" destOrd="0" presId="urn:microsoft.com/office/officeart/2018/5/layout/CenteredIconLabelDescriptionList"/>
    <dgm:cxn modelId="{081C4F62-72FD-487A-964A-A7919939741B}" type="presParOf" srcId="{1F5EA3EC-543F-4779-912B-0F7D98924CBD}" destId="{30937585-4D10-4A61-BF17-EE514FD06FD7}" srcOrd="5" destOrd="0" presId="urn:microsoft.com/office/officeart/2018/5/layout/CenteredIconLabelDescriptionList"/>
    <dgm:cxn modelId="{734B2927-BBE6-4341-BDDF-50BF76F2B43A}" type="presParOf" srcId="{1F5EA3EC-543F-4779-912B-0F7D98924CBD}" destId="{65961CB6-1708-4D37-A892-D401B4261121}" srcOrd="6" destOrd="0" presId="urn:microsoft.com/office/officeart/2018/5/layout/CenteredIconLabelDescriptionList"/>
    <dgm:cxn modelId="{DE2039CC-83B3-4732-8733-9F9A0C9058B8}" type="presParOf" srcId="{65961CB6-1708-4D37-A892-D401B4261121}" destId="{07A8A163-4403-470D-813B-C14A1EA820FC}" srcOrd="0" destOrd="0" presId="urn:microsoft.com/office/officeart/2018/5/layout/CenteredIconLabelDescriptionList"/>
    <dgm:cxn modelId="{0CD39169-5884-4DF2-ABD3-EDAC6EDBDEC2}" type="presParOf" srcId="{65961CB6-1708-4D37-A892-D401B4261121}" destId="{4BA2D949-4CAD-40EC-ABDB-02F03FFF3786}" srcOrd="1" destOrd="0" presId="urn:microsoft.com/office/officeart/2018/5/layout/CenteredIconLabelDescriptionList"/>
    <dgm:cxn modelId="{1C2A4390-2AFC-4CBF-97D2-EDD9567EA950}" type="presParOf" srcId="{65961CB6-1708-4D37-A892-D401B4261121}" destId="{AFCC97BB-43EC-4ACD-B587-92232287DADA}" srcOrd="2" destOrd="0" presId="urn:microsoft.com/office/officeart/2018/5/layout/CenteredIconLabelDescriptionList"/>
    <dgm:cxn modelId="{AD03DF32-325A-4D62-B3DE-815145BE026B}" type="presParOf" srcId="{65961CB6-1708-4D37-A892-D401B4261121}" destId="{698EDB6B-AFDA-4063-A615-8D6C42030036}" srcOrd="3" destOrd="0" presId="urn:microsoft.com/office/officeart/2018/5/layout/CenteredIconLabelDescriptionList"/>
    <dgm:cxn modelId="{0A961E05-36EE-430D-BB0F-399340D267AC}" type="presParOf" srcId="{65961CB6-1708-4D37-A892-D401B4261121}" destId="{C4ABE8FF-27C7-4E9E-8D56-7A75E9CDAF4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C2B6C5-6806-4FD3-A188-C0B3A29816DD}" type="doc">
      <dgm:prSet loTypeId="urn:microsoft.com/office/officeart/2005/8/layout/vList5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3213CE-4759-4E8F-8DA4-B22DF75FF6C9}">
      <dgm:prSet/>
      <dgm:spPr/>
      <dgm:t>
        <a:bodyPr/>
        <a:lstStyle/>
        <a:p>
          <a:r>
            <a:rPr lang="en-US"/>
            <a:t>decentralization </a:t>
          </a:r>
          <a:r>
            <a:rPr lang="tr-TR"/>
            <a:t>is </a:t>
          </a:r>
          <a:endParaRPr lang="en-US"/>
        </a:p>
      </dgm:t>
    </dgm:pt>
    <dgm:pt modelId="{CD892384-34C4-4D95-901F-ABC08A7D3E69}" type="parTrans" cxnId="{1D2AC382-6ED4-4075-BA95-302C3C108541}">
      <dgm:prSet/>
      <dgm:spPr/>
      <dgm:t>
        <a:bodyPr/>
        <a:lstStyle/>
        <a:p>
          <a:endParaRPr lang="en-US"/>
        </a:p>
      </dgm:t>
    </dgm:pt>
    <dgm:pt modelId="{5FAFEFCE-AE52-4698-B10C-DD3704FF68B2}" type="sibTrans" cxnId="{1D2AC382-6ED4-4075-BA95-302C3C108541}">
      <dgm:prSet/>
      <dgm:spPr/>
      <dgm:t>
        <a:bodyPr/>
        <a:lstStyle/>
        <a:p>
          <a:endParaRPr lang="en-US"/>
        </a:p>
      </dgm:t>
    </dgm:pt>
    <dgm:pt modelId="{B39911AA-809E-4F8A-80CC-D21D3229226C}">
      <dgm:prSet/>
      <dgm:spPr/>
      <dgm:t>
        <a:bodyPr/>
        <a:lstStyle/>
        <a:p>
          <a:r>
            <a:rPr lang="en-US"/>
            <a:t>The most important principle for bitcoin developers</a:t>
          </a:r>
        </a:p>
      </dgm:t>
    </dgm:pt>
    <dgm:pt modelId="{2067A06D-6D43-49C4-BC1B-3CD831FC895E}" type="parTrans" cxnId="{584D84BB-6D84-47FE-953A-E2577C5EA6AB}">
      <dgm:prSet/>
      <dgm:spPr/>
      <dgm:t>
        <a:bodyPr/>
        <a:lstStyle/>
        <a:p>
          <a:endParaRPr lang="en-US"/>
        </a:p>
      </dgm:t>
    </dgm:pt>
    <dgm:pt modelId="{7EEA3FE0-3E56-472B-9C32-8E5B394D8A3E}" type="sibTrans" cxnId="{584D84BB-6D84-47FE-953A-E2577C5EA6AB}">
      <dgm:prSet/>
      <dgm:spPr/>
      <dgm:t>
        <a:bodyPr/>
        <a:lstStyle/>
        <a:p>
          <a:endParaRPr lang="en-US"/>
        </a:p>
      </dgm:t>
    </dgm:pt>
    <dgm:pt modelId="{30418479-A01A-49FC-B9A6-F2D14F10553D}">
      <dgm:prSet/>
      <dgm:spPr/>
      <dgm:t>
        <a:bodyPr/>
        <a:lstStyle/>
        <a:p>
          <a:r>
            <a:rPr lang="tr-TR"/>
            <a:t>Relies </a:t>
          </a:r>
          <a:r>
            <a:rPr lang="en-US"/>
            <a:t>on </a:t>
          </a:r>
        </a:p>
      </dgm:t>
    </dgm:pt>
    <dgm:pt modelId="{33CF2488-71AC-4290-A204-48B104349C9E}" type="parTrans" cxnId="{7AFA148C-638F-4A29-958E-8C7250A88F1E}">
      <dgm:prSet/>
      <dgm:spPr/>
      <dgm:t>
        <a:bodyPr/>
        <a:lstStyle/>
        <a:p>
          <a:endParaRPr lang="en-US"/>
        </a:p>
      </dgm:t>
    </dgm:pt>
    <dgm:pt modelId="{F96938A9-3441-4B0C-AF43-04D194989570}" type="sibTrans" cxnId="{7AFA148C-638F-4A29-958E-8C7250A88F1E}">
      <dgm:prSet/>
      <dgm:spPr/>
      <dgm:t>
        <a:bodyPr/>
        <a:lstStyle/>
        <a:p>
          <a:endParaRPr lang="en-US"/>
        </a:p>
      </dgm:t>
    </dgm:pt>
    <dgm:pt modelId="{CCF82B6A-4BF9-4BA1-AE7A-C0E7B20456F7}">
      <dgm:prSet/>
      <dgm:spPr/>
      <dgm:t>
        <a:bodyPr/>
        <a:lstStyle/>
        <a:p>
          <a:r>
            <a:rPr lang="en-US"/>
            <a:t>decentralized control over keys </a:t>
          </a:r>
        </a:p>
      </dgm:t>
    </dgm:pt>
    <dgm:pt modelId="{F5364916-7D3C-4F8D-AC21-FE25F1C506A9}" type="parTrans" cxnId="{57A79FEA-2D7A-4074-8D71-015668D26B56}">
      <dgm:prSet/>
      <dgm:spPr/>
      <dgm:t>
        <a:bodyPr/>
        <a:lstStyle/>
        <a:p>
          <a:endParaRPr lang="en-US"/>
        </a:p>
      </dgm:t>
    </dgm:pt>
    <dgm:pt modelId="{F98ACD8E-A90D-40DD-B15A-62C1D841DF2D}" type="sibTrans" cxnId="{57A79FEA-2D7A-4074-8D71-015668D26B56}">
      <dgm:prSet/>
      <dgm:spPr/>
      <dgm:t>
        <a:bodyPr/>
        <a:lstStyle/>
        <a:p>
          <a:endParaRPr lang="en-US"/>
        </a:p>
      </dgm:t>
    </dgm:pt>
    <dgm:pt modelId="{2396C7B3-87CB-45E0-BCDD-18E68BBC035D}">
      <dgm:prSet/>
      <dgm:spPr/>
      <dgm:t>
        <a:bodyPr/>
        <a:lstStyle/>
        <a:p>
          <a:r>
            <a:rPr lang="en-US"/>
            <a:t>and on independent transaction</a:t>
          </a:r>
          <a:r>
            <a:rPr lang="tr-TR"/>
            <a:t> </a:t>
          </a:r>
          <a:r>
            <a:rPr lang="en-US"/>
            <a:t>validation by miners</a:t>
          </a:r>
        </a:p>
      </dgm:t>
    </dgm:pt>
    <dgm:pt modelId="{58DA6DFC-1025-437E-AA89-2641A601ECB2}" type="parTrans" cxnId="{2D521C77-3690-472E-BED0-1E443149B37B}">
      <dgm:prSet/>
      <dgm:spPr/>
      <dgm:t>
        <a:bodyPr/>
        <a:lstStyle/>
        <a:p>
          <a:endParaRPr lang="en-US"/>
        </a:p>
      </dgm:t>
    </dgm:pt>
    <dgm:pt modelId="{A39CFA7B-E53F-4F19-80F6-603A2E45DD70}" type="sibTrans" cxnId="{2D521C77-3690-472E-BED0-1E443149B37B}">
      <dgm:prSet/>
      <dgm:spPr/>
      <dgm:t>
        <a:bodyPr/>
        <a:lstStyle/>
        <a:p>
          <a:endParaRPr lang="en-US"/>
        </a:p>
      </dgm:t>
    </dgm:pt>
    <dgm:pt modelId="{2AB5DE72-DF4B-4985-9F90-E7A7A4C874CC}">
      <dgm:prSet/>
      <dgm:spPr/>
      <dgm:t>
        <a:bodyPr/>
        <a:lstStyle/>
        <a:p>
          <a:r>
            <a:rPr lang="en-US"/>
            <a:t>ensure </a:t>
          </a:r>
        </a:p>
      </dgm:t>
    </dgm:pt>
    <dgm:pt modelId="{A2F60545-8608-45D5-948C-87849C71237F}" type="parTrans" cxnId="{B3C4B8FD-4D92-491C-A491-CD828F416A50}">
      <dgm:prSet/>
      <dgm:spPr/>
      <dgm:t>
        <a:bodyPr/>
        <a:lstStyle/>
        <a:p>
          <a:endParaRPr lang="en-US"/>
        </a:p>
      </dgm:t>
    </dgm:pt>
    <dgm:pt modelId="{3B59AFB3-060C-4268-BF03-2CE26941C17B}" type="sibTrans" cxnId="{B3C4B8FD-4D92-491C-A491-CD828F416A50}">
      <dgm:prSet/>
      <dgm:spPr/>
      <dgm:t>
        <a:bodyPr/>
        <a:lstStyle/>
        <a:p>
          <a:endParaRPr lang="en-US"/>
        </a:p>
      </dgm:t>
    </dgm:pt>
    <dgm:pt modelId="{F8FDD795-7C95-4B5E-8908-C0E3F89DEF6F}">
      <dgm:prSet/>
      <dgm:spPr/>
      <dgm:t>
        <a:bodyPr/>
        <a:lstStyle/>
        <a:p>
          <a:r>
            <a:rPr lang="en-US"/>
            <a:t>you remain within the bitcoin security model </a:t>
          </a:r>
        </a:p>
      </dgm:t>
    </dgm:pt>
    <dgm:pt modelId="{850E18B1-AF45-4FE0-AB74-4F76585439A2}" type="parTrans" cxnId="{81776FFA-929E-4DC4-9C7E-C9C16558CF35}">
      <dgm:prSet/>
      <dgm:spPr/>
      <dgm:t>
        <a:bodyPr/>
        <a:lstStyle/>
        <a:p>
          <a:endParaRPr lang="en-US"/>
        </a:p>
      </dgm:t>
    </dgm:pt>
    <dgm:pt modelId="{58516615-9B6C-4A85-8B5A-15954C257817}" type="sibTrans" cxnId="{81776FFA-929E-4DC4-9C7E-C9C16558CF35}">
      <dgm:prSet/>
      <dgm:spPr/>
      <dgm:t>
        <a:bodyPr/>
        <a:lstStyle/>
        <a:p>
          <a:endParaRPr lang="en-US"/>
        </a:p>
      </dgm:t>
    </dgm:pt>
    <dgm:pt modelId="{524C0E41-B428-4294-911F-5DFDF67A1CA4}">
      <dgm:prSet/>
      <dgm:spPr/>
      <dgm:t>
        <a:bodyPr/>
        <a:lstStyle/>
        <a:p>
          <a:r>
            <a:rPr lang="en-US"/>
            <a:t>If you want to leverage bitcoin’s security  </a:t>
          </a:r>
        </a:p>
      </dgm:t>
    </dgm:pt>
    <dgm:pt modelId="{0F8EBA53-F08E-4185-9EE5-73E251B82A03}" type="parTrans" cxnId="{3EE4A682-D42B-4C78-A3C2-F7AE7F303883}">
      <dgm:prSet/>
      <dgm:spPr/>
      <dgm:t>
        <a:bodyPr/>
        <a:lstStyle/>
        <a:p>
          <a:endParaRPr lang="en-US"/>
        </a:p>
      </dgm:t>
    </dgm:pt>
    <dgm:pt modelId="{1472E6AB-592F-4F0E-BF5C-0E4E956DD383}" type="sibTrans" cxnId="{3EE4A682-D42B-4C78-A3C2-F7AE7F303883}">
      <dgm:prSet/>
      <dgm:spPr/>
      <dgm:t>
        <a:bodyPr/>
        <a:lstStyle/>
        <a:p>
          <a:endParaRPr lang="en-US"/>
        </a:p>
      </dgm:t>
    </dgm:pt>
    <dgm:pt modelId="{31F29D60-5F0A-4FFB-B3F2-5EBD741ADC4A}">
      <dgm:prSet/>
      <dgm:spPr/>
      <dgm:t>
        <a:bodyPr/>
        <a:lstStyle/>
        <a:p>
          <a:r>
            <a:rPr lang="en-US"/>
            <a:t>In simple terms </a:t>
          </a:r>
        </a:p>
      </dgm:t>
    </dgm:pt>
    <dgm:pt modelId="{906514A9-DA53-4781-96E1-529E6218E171}" type="parTrans" cxnId="{FB364C91-BDEE-44FB-B7F7-8D4EAE6B8BF6}">
      <dgm:prSet/>
      <dgm:spPr/>
      <dgm:t>
        <a:bodyPr/>
        <a:lstStyle/>
        <a:p>
          <a:endParaRPr lang="en-US"/>
        </a:p>
      </dgm:t>
    </dgm:pt>
    <dgm:pt modelId="{F2131AC3-7C6C-4D22-AE0B-D602C1F0AB0F}" type="sibTrans" cxnId="{FB364C91-BDEE-44FB-B7F7-8D4EAE6B8BF6}">
      <dgm:prSet/>
      <dgm:spPr/>
      <dgm:t>
        <a:bodyPr/>
        <a:lstStyle/>
        <a:p>
          <a:endParaRPr lang="en-US"/>
        </a:p>
      </dgm:t>
    </dgm:pt>
    <dgm:pt modelId="{A55E7724-BB0D-4F3A-BFF6-0DC33F0CB27F}">
      <dgm:prSet/>
      <dgm:spPr/>
      <dgm:t>
        <a:bodyPr/>
        <a:lstStyle/>
        <a:p>
          <a:r>
            <a:rPr lang="en-US"/>
            <a:t>don’t take</a:t>
          </a:r>
          <a:r>
            <a:rPr lang="tr-TR"/>
            <a:t> </a:t>
          </a:r>
          <a:r>
            <a:rPr lang="en-US"/>
            <a:t>control of keys away from users</a:t>
          </a:r>
        </a:p>
      </dgm:t>
    </dgm:pt>
    <dgm:pt modelId="{8AF93D7F-AF0C-40DC-8B01-3ABF323BCE81}" type="parTrans" cxnId="{096BB05D-2BFC-4D49-B8B8-59521D7778E1}">
      <dgm:prSet/>
      <dgm:spPr/>
      <dgm:t>
        <a:bodyPr/>
        <a:lstStyle/>
        <a:p>
          <a:endParaRPr lang="en-US"/>
        </a:p>
      </dgm:t>
    </dgm:pt>
    <dgm:pt modelId="{7229AF85-2B06-4BC7-B03A-A33A4972F0FA}" type="sibTrans" cxnId="{096BB05D-2BFC-4D49-B8B8-59521D7778E1}">
      <dgm:prSet/>
      <dgm:spPr/>
      <dgm:t>
        <a:bodyPr/>
        <a:lstStyle/>
        <a:p>
          <a:endParaRPr lang="en-US"/>
        </a:p>
      </dgm:t>
    </dgm:pt>
    <dgm:pt modelId="{88A739A6-3567-4C72-A2D3-DFA0996CBA3B}">
      <dgm:prSet/>
      <dgm:spPr/>
      <dgm:t>
        <a:bodyPr/>
        <a:lstStyle/>
        <a:p>
          <a:r>
            <a:rPr lang="en-US"/>
            <a:t>and don’t take transactions off the blockchain</a:t>
          </a:r>
        </a:p>
      </dgm:t>
    </dgm:pt>
    <dgm:pt modelId="{7A49ADB5-075E-4759-B440-32DDF77804DE}" type="parTrans" cxnId="{27936796-3772-41D8-981D-B8577EA5F9C7}">
      <dgm:prSet/>
      <dgm:spPr/>
      <dgm:t>
        <a:bodyPr/>
        <a:lstStyle/>
        <a:p>
          <a:endParaRPr lang="en-US"/>
        </a:p>
      </dgm:t>
    </dgm:pt>
    <dgm:pt modelId="{0AD78E89-D922-420C-8F88-91C9CBD53E3D}" type="sibTrans" cxnId="{27936796-3772-41D8-981D-B8577EA5F9C7}">
      <dgm:prSet/>
      <dgm:spPr/>
      <dgm:t>
        <a:bodyPr/>
        <a:lstStyle/>
        <a:p>
          <a:endParaRPr lang="en-US"/>
        </a:p>
      </dgm:t>
    </dgm:pt>
    <dgm:pt modelId="{946C2353-626A-45D8-944A-6F0451512C9B}" type="pres">
      <dgm:prSet presAssocID="{BAC2B6C5-6806-4FD3-A188-C0B3A29816DD}" presName="Name0" presStyleCnt="0">
        <dgm:presLayoutVars>
          <dgm:dir/>
          <dgm:animLvl val="lvl"/>
          <dgm:resizeHandles val="exact"/>
        </dgm:presLayoutVars>
      </dgm:prSet>
      <dgm:spPr/>
    </dgm:pt>
    <dgm:pt modelId="{9A486189-30EC-456A-9F30-D46A16886BD8}" type="pres">
      <dgm:prSet presAssocID="{6B3213CE-4759-4E8F-8DA4-B22DF75FF6C9}" presName="linNode" presStyleCnt="0"/>
      <dgm:spPr/>
    </dgm:pt>
    <dgm:pt modelId="{6EC05F9D-1922-4008-AE2D-5D5A58D3C6E4}" type="pres">
      <dgm:prSet presAssocID="{6B3213CE-4759-4E8F-8DA4-B22DF75FF6C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CEE7C62-1CF8-42AC-9D9E-DB514BFC07C4}" type="pres">
      <dgm:prSet presAssocID="{6B3213CE-4759-4E8F-8DA4-B22DF75FF6C9}" presName="descendantText" presStyleLbl="alignAccFollowNode1" presStyleIdx="0" presStyleCnt="4">
        <dgm:presLayoutVars>
          <dgm:bulletEnabled val="1"/>
        </dgm:presLayoutVars>
      </dgm:prSet>
      <dgm:spPr/>
    </dgm:pt>
    <dgm:pt modelId="{579127F1-E7AB-494E-A841-0608CF72EC43}" type="pres">
      <dgm:prSet presAssocID="{5FAFEFCE-AE52-4698-B10C-DD3704FF68B2}" presName="sp" presStyleCnt="0"/>
      <dgm:spPr/>
    </dgm:pt>
    <dgm:pt modelId="{1442B253-2A40-4BC9-ACE5-A6904D4D4F11}" type="pres">
      <dgm:prSet presAssocID="{30418479-A01A-49FC-B9A6-F2D14F10553D}" presName="linNode" presStyleCnt="0"/>
      <dgm:spPr/>
    </dgm:pt>
    <dgm:pt modelId="{E4E0CB6E-86D7-4E40-90D9-2531A7087D54}" type="pres">
      <dgm:prSet presAssocID="{30418479-A01A-49FC-B9A6-F2D14F10553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AA25777-CD1A-4955-A9FE-959CD1E208D7}" type="pres">
      <dgm:prSet presAssocID="{30418479-A01A-49FC-B9A6-F2D14F10553D}" presName="descendantText" presStyleLbl="alignAccFollowNode1" presStyleIdx="1" presStyleCnt="4">
        <dgm:presLayoutVars>
          <dgm:bulletEnabled val="1"/>
        </dgm:presLayoutVars>
      </dgm:prSet>
      <dgm:spPr/>
    </dgm:pt>
    <dgm:pt modelId="{1B7436F2-E4D8-49BC-927D-57B3E8617777}" type="pres">
      <dgm:prSet presAssocID="{F96938A9-3441-4B0C-AF43-04D194989570}" presName="sp" presStyleCnt="0"/>
      <dgm:spPr/>
    </dgm:pt>
    <dgm:pt modelId="{66F06645-8BEC-4720-831B-05FCD35E1B44}" type="pres">
      <dgm:prSet presAssocID="{2AB5DE72-DF4B-4985-9F90-E7A7A4C874CC}" presName="linNode" presStyleCnt="0"/>
      <dgm:spPr/>
    </dgm:pt>
    <dgm:pt modelId="{2A7DFD30-9A40-4345-9A6C-C2528D3672B8}" type="pres">
      <dgm:prSet presAssocID="{2AB5DE72-DF4B-4985-9F90-E7A7A4C874C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BEF0E35-32DF-4A27-90C3-CEE601DC5E80}" type="pres">
      <dgm:prSet presAssocID="{2AB5DE72-DF4B-4985-9F90-E7A7A4C874CC}" presName="descendantText" presStyleLbl="alignAccFollowNode1" presStyleIdx="2" presStyleCnt="4">
        <dgm:presLayoutVars>
          <dgm:bulletEnabled val="1"/>
        </dgm:presLayoutVars>
      </dgm:prSet>
      <dgm:spPr/>
    </dgm:pt>
    <dgm:pt modelId="{8A97DD43-8F74-4918-AAA4-9EA32FE8EF6A}" type="pres">
      <dgm:prSet presAssocID="{3B59AFB3-060C-4268-BF03-2CE26941C17B}" presName="sp" presStyleCnt="0"/>
      <dgm:spPr/>
    </dgm:pt>
    <dgm:pt modelId="{D48A6D1F-C9D0-497D-A15A-8173D306D3C3}" type="pres">
      <dgm:prSet presAssocID="{31F29D60-5F0A-4FFB-B3F2-5EBD741ADC4A}" presName="linNode" presStyleCnt="0"/>
      <dgm:spPr/>
    </dgm:pt>
    <dgm:pt modelId="{67FE48E8-1FA9-4221-94A2-3B57653FFE2B}" type="pres">
      <dgm:prSet presAssocID="{31F29D60-5F0A-4FFB-B3F2-5EBD741ADC4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45F4328-8D07-4106-9078-13D8EA668AAF}" type="pres">
      <dgm:prSet presAssocID="{31F29D60-5F0A-4FFB-B3F2-5EBD741ADC4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96BB05D-2BFC-4D49-B8B8-59521D7778E1}" srcId="{31F29D60-5F0A-4FFB-B3F2-5EBD741ADC4A}" destId="{A55E7724-BB0D-4F3A-BFF6-0DC33F0CB27F}" srcOrd="0" destOrd="0" parTransId="{8AF93D7F-AF0C-40DC-8B01-3ABF323BCE81}" sibTransId="{7229AF85-2B06-4BC7-B03A-A33A4972F0FA}"/>
    <dgm:cxn modelId="{A3BAB345-072A-4942-8957-83FE48A1601A}" type="presOf" srcId="{A55E7724-BB0D-4F3A-BFF6-0DC33F0CB27F}" destId="{245F4328-8D07-4106-9078-13D8EA668AAF}" srcOrd="0" destOrd="0" presId="urn:microsoft.com/office/officeart/2005/8/layout/vList5"/>
    <dgm:cxn modelId="{24D96247-A7EC-451D-A6A3-AE3F41ACBD3F}" type="presOf" srcId="{30418479-A01A-49FC-B9A6-F2D14F10553D}" destId="{E4E0CB6E-86D7-4E40-90D9-2531A7087D54}" srcOrd="0" destOrd="0" presId="urn:microsoft.com/office/officeart/2005/8/layout/vList5"/>
    <dgm:cxn modelId="{2D521C77-3690-472E-BED0-1E443149B37B}" srcId="{30418479-A01A-49FC-B9A6-F2D14F10553D}" destId="{2396C7B3-87CB-45E0-BCDD-18E68BBC035D}" srcOrd="1" destOrd="0" parTransId="{58DA6DFC-1025-437E-AA89-2641A601ECB2}" sibTransId="{A39CFA7B-E53F-4F19-80F6-603A2E45DD70}"/>
    <dgm:cxn modelId="{D79ACA79-DE4A-4AE2-AA58-D1A1F4A8CB88}" type="presOf" srcId="{B39911AA-809E-4F8A-80CC-D21D3229226C}" destId="{5CEE7C62-1CF8-42AC-9D9E-DB514BFC07C4}" srcOrd="0" destOrd="0" presId="urn:microsoft.com/office/officeart/2005/8/layout/vList5"/>
    <dgm:cxn modelId="{3EE4A682-D42B-4C78-A3C2-F7AE7F303883}" srcId="{2AB5DE72-DF4B-4985-9F90-E7A7A4C874CC}" destId="{524C0E41-B428-4294-911F-5DFDF67A1CA4}" srcOrd="1" destOrd="0" parTransId="{0F8EBA53-F08E-4185-9EE5-73E251B82A03}" sibTransId="{1472E6AB-592F-4F0E-BF5C-0E4E956DD383}"/>
    <dgm:cxn modelId="{1D2AC382-6ED4-4075-BA95-302C3C108541}" srcId="{BAC2B6C5-6806-4FD3-A188-C0B3A29816DD}" destId="{6B3213CE-4759-4E8F-8DA4-B22DF75FF6C9}" srcOrd="0" destOrd="0" parTransId="{CD892384-34C4-4D95-901F-ABC08A7D3E69}" sibTransId="{5FAFEFCE-AE52-4698-B10C-DD3704FF68B2}"/>
    <dgm:cxn modelId="{45F4E78A-95AD-48DF-A01A-F9EA1628DFB0}" type="presOf" srcId="{BAC2B6C5-6806-4FD3-A188-C0B3A29816DD}" destId="{946C2353-626A-45D8-944A-6F0451512C9B}" srcOrd="0" destOrd="0" presId="urn:microsoft.com/office/officeart/2005/8/layout/vList5"/>
    <dgm:cxn modelId="{7AFA148C-638F-4A29-958E-8C7250A88F1E}" srcId="{BAC2B6C5-6806-4FD3-A188-C0B3A29816DD}" destId="{30418479-A01A-49FC-B9A6-F2D14F10553D}" srcOrd="1" destOrd="0" parTransId="{33CF2488-71AC-4290-A204-48B104349C9E}" sibTransId="{F96938A9-3441-4B0C-AF43-04D194989570}"/>
    <dgm:cxn modelId="{FB364C91-BDEE-44FB-B7F7-8D4EAE6B8BF6}" srcId="{BAC2B6C5-6806-4FD3-A188-C0B3A29816DD}" destId="{31F29D60-5F0A-4FFB-B3F2-5EBD741ADC4A}" srcOrd="3" destOrd="0" parTransId="{906514A9-DA53-4781-96E1-529E6218E171}" sibTransId="{F2131AC3-7C6C-4D22-AE0B-D602C1F0AB0F}"/>
    <dgm:cxn modelId="{27936796-3772-41D8-981D-B8577EA5F9C7}" srcId="{31F29D60-5F0A-4FFB-B3F2-5EBD741ADC4A}" destId="{88A739A6-3567-4C72-A2D3-DFA0996CBA3B}" srcOrd="1" destOrd="0" parTransId="{7A49ADB5-075E-4759-B440-32DDF77804DE}" sibTransId="{0AD78E89-D922-420C-8F88-91C9CBD53E3D}"/>
    <dgm:cxn modelId="{0AC89497-5603-4980-A9FB-D9A0D3ACCEEC}" type="presOf" srcId="{2396C7B3-87CB-45E0-BCDD-18E68BBC035D}" destId="{6AA25777-CD1A-4955-A9FE-959CD1E208D7}" srcOrd="0" destOrd="1" presId="urn:microsoft.com/office/officeart/2005/8/layout/vList5"/>
    <dgm:cxn modelId="{A9A2099A-B70D-4D9E-AD58-EFCD017EA116}" type="presOf" srcId="{F8FDD795-7C95-4B5E-8908-C0E3F89DEF6F}" destId="{EBEF0E35-32DF-4A27-90C3-CEE601DC5E80}" srcOrd="0" destOrd="0" presId="urn:microsoft.com/office/officeart/2005/8/layout/vList5"/>
    <dgm:cxn modelId="{DC34789C-A5F4-4708-81F9-C921CB77DF81}" type="presOf" srcId="{6B3213CE-4759-4E8F-8DA4-B22DF75FF6C9}" destId="{6EC05F9D-1922-4008-AE2D-5D5A58D3C6E4}" srcOrd="0" destOrd="0" presId="urn:microsoft.com/office/officeart/2005/8/layout/vList5"/>
    <dgm:cxn modelId="{9428F7B3-8C9B-4FCF-918A-4179944B18E3}" type="presOf" srcId="{2AB5DE72-DF4B-4985-9F90-E7A7A4C874CC}" destId="{2A7DFD30-9A40-4345-9A6C-C2528D3672B8}" srcOrd="0" destOrd="0" presId="urn:microsoft.com/office/officeart/2005/8/layout/vList5"/>
    <dgm:cxn modelId="{5AAC59B4-69FD-4982-AA33-8E3D87E1123D}" type="presOf" srcId="{CCF82B6A-4BF9-4BA1-AE7A-C0E7B20456F7}" destId="{6AA25777-CD1A-4955-A9FE-959CD1E208D7}" srcOrd="0" destOrd="0" presId="urn:microsoft.com/office/officeart/2005/8/layout/vList5"/>
    <dgm:cxn modelId="{584D84BB-6D84-47FE-953A-E2577C5EA6AB}" srcId="{6B3213CE-4759-4E8F-8DA4-B22DF75FF6C9}" destId="{B39911AA-809E-4F8A-80CC-D21D3229226C}" srcOrd="0" destOrd="0" parTransId="{2067A06D-6D43-49C4-BC1B-3CD831FC895E}" sibTransId="{7EEA3FE0-3E56-472B-9C32-8E5B394D8A3E}"/>
    <dgm:cxn modelId="{D67F6AD7-6D27-439D-BFF7-DEFD6135630C}" type="presOf" srcId="{31F29D60-5F0A-4FFB-B3F2-5EBD741ADC4A}" destId="{67FE48E8-1FA9-4221-94A2-3B57653FFE2B}" srcOrd="0" destOrd="0" presId="urn:microsoft.com/office/officeart/2005/8/layout/vList5"/>
    <dgm:cxn modelId="{57A79FEA-2D7A-4074-8D71-015668D26B56}" srcId="{30418479-A01A-49FC-B9A6-F2D14F10553D}" destId="{CCF82B6A-4BF9-4BA1-AE7A-C0E7B20456F7}" srcOrd="0" destOrd="0" parTransId="{F5364916-7D3C-4F8D-AC21-FE25F1C506A9}" sibTransId="{F98ACD8E-A90D-40DD-B15A-62C1D841DF2D}"/>
    <dgm:cxn modelId="{1CFFFFF9-4C00-47D3-B529-BB67381E9577}" type="presOf" srcId="{524C0E41-B428-4294-911F-5DFDF67A1CA4}" destId="{EBEF0E35-32DF-4A27-90C3-CEE601DC5E80}" srcOrd="0" destOrd="1" presId="urn:microsoft.com/office/officeart/2005/8/layout/vList5"/>
    <dgm:cxn modelId="{81776FFA-929E-4DC4-9C7E-C9C16558CF35}" srcId="{2AB5DE72-DF4B-4985-9F90-E7A7A4C874CC}" destId="{F8FDD795-7C95-4B5E-8908-C0E3F89DEF6F}" srcOrd="0" destOrd="0" parTransId="{850E18B1-AF45-4FE0-AB74-4F76585439A2}" sibTransId="{58516615-9B6C-4A85-8B5A-15954C257817}"/>
    <dgm:cxn modelId="{64B84BFB-614B-4953-88AE-F32856FB6D84}" type="presOf" srcId="{88A739A6-3567-4C72-A2D3-DFA0996CBA3B}" destId="{245F4328-8D07-4106-9078-13D8EA668AAF}" srcOrd="0" destOrd="1" presId="urn:microsoft.com/office/officeart/2005/8/layout/vList5"/>
    <dgm:cxn modelId="{B3C4B8FD-4D92-491C-A491-CD828F416A50}" srcId="{BAC2B6C5-6806-4FD3-A188-C0B3A29816DD}" destId="{2AB5DE72-DF4B-4985-9F90-E7A7A4C874CC}" srcOrd="2" destOrd="0" parTransId="{A2F60545-8608-45D5-948C-87849C71237F}" sibTransId="{3B59AFB3-060C-4268-BF03-2CE26941C17B}"/>
    <dgm:cxn modelId="{EA9E8474-C7A1-4577-A9DE-70645FB64BD7}" type="presParOf" srcId="{946C2353-626A-45D8-944A-6F0451512C9B}" destId="{9A486189-30EC-456A-9F30-D46A16886BD8}" srcOrd="0" destOrd="0" presId="urn:microsoft.com/office/officeart/2005/8/layout/vList5"/>
    <dgm:cxn modelId="{B2244FEF-5549-49E2-9442-A379859F1FED}" type="presParOf" srcId="{9A486189-30EC-456A-9F30-D46A16886BD8}" destId="{6EC05F9D-1922-4008-AE2D-5D5A58D3C6E4}" srcOrd="0" destOrd="0" presId="urn:microsoft.com/office/officeart/2005/8/layout/vList5"/>
    <dgm:cxn modelId="{1695BFF9-B512-4295-8959-A02EFDABAE9B}" type="presParOf" srcId="{9A486189-30EC-456A-9F30-D46A16886BD8}" destId="{5CEE7C62-1CF8-42AC-9D9E-DB514BFC07C4}" srcOrd="1" destOrd="0" presId="urn:microsoft.com/office/officeart/2005/8/layout/vList5"/>
    <dgm:cxn modelId="{B22E9753-87C8-4BB9-B993-8CC5936BEE93}" type="presParOf" srcId="{946C2353-626A-45D8-944A-6F0451512C9B}" destId="{579127F1-E7AB-494E-A841-0608CF72EC43}" srcOrd="1" destOrd="0" presId="urn:microsoft.com/office/officeart/2005/8/layout/vList5"/>
    <dgm:cxn modelId="{B1C1DC07-1B51-487C-9EF0-571B8898266D}" type="presParOf" srcId="{946C2353-626A-45D8-944A-6F0451512C9B}" destId="{1442B253-2A40-4BC9-ACE5-A6904D4D4F11}" srcOrd="2" destOrd="0" presId="urn:microsoft.com/office/officeart/2005/8/layout/vList5"/>
    <dgm:cxn modelId="{89AEEA4E-B140-4A26-802B-01C55B33624D}" type="presParOf" srcId="{1442B253-2A40-4BC9-ACE5-A6904D4D4F11}" destId="{E4E0CB6E-86D7-4E40-90D9-2531A7087D54}" srcOrd="0" destOrd="0" presId="urn:microsoft.com/office/officeart/2005/8/layout/vList5"/>
    <dgm:cxn modelId="{E8761C1B-FB12-4B64-B0AA-6E13DC07AA86}" type="presParOf" srcId="{1442B253-2A40-4BC9-ACE5-A6904D4D4F11}" destId="{6AA25777-CD1A-4955-A9FE-959CD1E208D7}" srcOrd="1" destOrd="0" presId="urn:microsoft.com/office/officeart/2005/8/layout/vList5"/>
    <dgm:cxn modelId="{6EA3F418-CF12-44DA-94C8-A29236912D3B}" type="presParOf" srcId="{946C2353-626A-45D8-944A-6F0451512C9B}" destId="{1B7436F2-E4D8-49BC-927D-57B3E8617777}" srcOrd="3" destOrd="0" presId="urn:microsoft.com/office/officeart/2005/8/layout/vList5"/>
    <dgm:cxn modelId="{C04B7DD5-248D-4093-B79A-2FF130892401}" type="presParOf" srcId="{946C2353-626A-45D8-944A-6F0451512C9B}" destId="{66F06645-8BEC-4720-831B-05FCD35E1B44}" srcOrd="4" destOrd="0" presId="urn:microsoft.com/office/officeart/2005/8/layout/vList5"/>
    <dgm:cxn modelId="{798DE1D1-A02E-4978-B114-1991CB332DC9}" type="presParOf" srcId="{66F06645-8BEC-4720-831B-05FCD35E1B44}" destId="{2A7DFD30-9A40-4345-9A6C-C2528D3672B8}" srcOrd="0" destOrd="0" presId="urn:microsoft.com/office/officeart/2005/8/layout/vList5"/>
    <dgm:cxn modelId="{E4C3B304-8FC0-4A37-A92D-E8197FDDE2D2}" type="presParOf" srcId="{66F06645-8BEC-4720-831B-05FCD35E1B44}" destId="{EBEF0E35-32DF-4A27-90C3-CEE601DC5E80}" srcOrd="1" destOrd="0" presId="urn:microsoft.com/office/officeart/2005/8/layout/vList5"/>
    <dgm:cxn modelId="{B45A4FF6-B5F2-4A45-BA58-E819C24A078E}" type="presParOf" srcId="{946C2353-626A-45D8-944A-6F0451512C9B}" destId="{8A97DD43-8F74-4918-AAA4-9EA32FE8EF6A}" srcOrd="5" destOrd="0" presId="urn:microsoft.com/office/officeart/2005/8/layout/vList5"/>
    <dgm:cxn modelId="{AB1E0341-DDE2-4DD7-B200-5A69747089A7}" type="presParOf" srcId="{946C2353-626A-45D8-944A-6F0451512C9B}" destId="{D48A6D1F-C9D0-497D-A15A-8173D306D3C3}" srcOrd="6" destOrd="0" presId="urn:microsoft.com/office/officeart/2005/8/layout/vList5"/>
    <dgm:cxn modelId="{A2C08A58-D5EE-411B-8902-B4C5F1E942E2}" type="presParOf" srcId="{D48A6D1F-C9D0-497D-A15A-8173D306D3C3}" destId="{67FE48E8-1FA9-4221-94A2-3B57653FFE2B}" srcOrd="0" destOrd="0" presId="urn:microsoft.com/office/officeart/2005/8/layout/vList5"/>
    <dgm:cxn modelId="{F5C1279D-0AFC-4CB0-97ED-B61CA98403E8}" type="presParOf" srcId="{D48A6D1F-C9D0-497D-A15A-8173D306D3C3}" destId="{245F4328-8D07-4106-9078-13D8EA668AA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29EDE19-F89E-48BD-996B-2D9C5E174C5B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948F855-14B6-4FD1-A7E5-030433FF817C}">
      <dgm:prSet/>
      <dgm:spPr/>
      <dgm:t>
        <a:bodyPr/>
        <a:lstStyle/>
        <a:p>
          <a:r>
            <a:rPr lang="en-US"/>
            <a:t>many early bitcoin exchanges </a:t>
          </a:r>
        </a:p>
      </dgm:t>
    </dgm:pt>
    <dgm:pt modelId="{7706F192-2D25-45AB-A88D-644356F1E824}" type="parTrans" cxnId="{B44225A0-4162-4417-BCDC-C58164DD2CA0}">
      <dgm:prSet/>
      <dgm:spPr/>
      <dgm:t>
        <a:bodyPr/>
        <a:lstStyle/>
        <a:p>
          <a:endParaRPr lang="en-US"/>
        </a:p>
      </dgm:t>
    </dgm:pt>
    <dgm:pt modelId="{7B40A6BD-7C33-4948-93BF-0475D0615395}" type="sibTrans" cxnId="{B44225A0-4162-4417-BCDC-C58164DD2CA0}">
      <dgm:prSet/>
      <dgm:spPr/>
      <dgm:t>
        <a:bodyPr/>
        <a:lstStyle/>
        <a:p>
          <a:endParaRPr lang="en-US"/>
        </a:p>
      </dgm:t>
    </dgm:pt>
    <dgm:pt modelId="{4BB76863-A435-4A65-A97B-5440A9FE699F}">
      <dgm:prSet/>
      <dgm:spPr/>
      <dgm:t>
        <a:bodyPr/>
        <a:lstStyle/>
        <a:p>
          <a:r>
            <a:rPr lang="en-US"/>
            <a:t>concentrated all user funds in a single</a:t>
          </a:r>
          <a:r>
            <a:rPr lang="tr-TR"/>
            <a:t> </a:t>
          </a:r>
          <a:r>
            <a:rPr lang="en-US"/>
            <a:t>“hot” wallet </a:t>
          </a:r>
        </a:p>
      </dgm:t>
    </dgm:pt>
    <dgm:pt modelId="{85F9F943-FFD1-41B6-A871-E23E9F1C350E}" type="parTrans" cxnId="{60E816B0-4BFB-461E-926F-B1514A919522}">
      <dgm:prSet/>
      <dgm:spPr/>
      <dgm:t>
        <a:bodyPr/>
        <a:lstStyle/>
        <a:p>
          <a:endParaRPr lang="en-US"/>
        </a:p>
      </dgm:t>
    </dgm:pt>
    <dgm:pt modelId="{824F2528-5FA6-4A66-81B0-38CA496D67AB}" type="sibTrans" cxnId="{60E816B0-4BFB-461E-926F-B1514A919522}">
      <dgm:prSet/>
      <dgm:spPr/>
      <dgm:t>
        <a:bodyPr/>
        <a:lstStyle/>
        <a:p>
          <a:endParaRPr lang="en-US"/>
        </a:p>
      </dgm:t>
    </dgm:pt>
    <dgm:pt modelId="{3DCE4D57-E024-4337-97E1-75AF347B4003}">
      <dgm:prSet/>
      <dgm:spPr/>
      <dgm:t>
        <a:bodyPr/>
        <a:lstStyle/>
        <a:p>
          <a:r>
            <a:rPr lang="en-US"/>
            <a:t>with keys stored on a single server. </a:t>
          </a:r>
        </a:p>
      </dgm:t>
    </dgm:pt>
    <dgm:pt modelId="{A19E4F4F-D5E8-464C-94F1-1E40DBDC7B3E}" type="parTrans" cxnId="{F16BEBC2-F840-491C-8A2F-7734FB735146}">
      <dgm:prSet/>
      <dgm:spPr/>
      <dgm:t>
        <a:bodyPr/>
        <a:lstStyle/>
        <a:p>
          <a:endParaRPr lang="en-US"/>
        </a:p>
      </dgm:t>
    </dgm:pt>
    <dgm:pt modelId="{D4B401FF-9D2F-402F-B4EB-21138CE3108D}" type="sibTrans" cxnId="{F16BEBC2-F840-491C-8A2F-7734FB735146}">
      <dgm:prSet/>
      <dgm:spPr/>
      <dgm:t>
        <a:bodyPr/>
        <a:lstStyle/>
        <a:p>
          <a:endParaRPr lang="en-US"/>
        </a:p>
      </dgm:t>
    </dgm:pt>
    <dgm:pt modelId="{927ABEA0-55EA-453B-A596-83A59713ABBD}">
      <dgm:prSet/>
      <dgm:spPr/>
      <dgm:t>
        <a:bodyPr/>
        <a:lstStyle/>
        <a:p>
          <a:r>
            <a:rPr lang="en-US"/>
            <a:t>Such a design </a:t>
          </a:r>
        </a:p>
      </dgm:t>
    </dgm:pt>
    <dgm:pt modelId="{391F96F1-BE97-461B-A3A0-D2D15AC33E79}" type="parTrans" cxnId="{24672C2B-BDA8-498C-91AD-1C8DC540BE87}">
      <dgm:prSet/>
      <dgm:spPr/>
      <dgm:t>
        <a:bodyPr/>
        <a:lstStyle/>
        <a:p>
          <a:endParaRPr lang="en-US"/>
        </a:p>
      </dgm:t>
    </dgm:pt>
    <dgm:pt modelId="{664D5BE3-943D-45E9-8739-7FED1A73D757}" type="sibTrans" cxnId="{24672C2B-BDA8-498C-91AD-1C8DC540BE87}">
      <dgm:prSet/>
      <dgm:spPr/>
      <dgm:t>
        <a:bodyPr/>
        <a:lstStyle/>
        <a:p>
          <a:endParaRPr lang="en-US"/>
        </a:p>
      </dgm:t>
    </dgm:pt>
    <dgm:pt modelId="{10EA1922-54CE-498D-AAA4-31B88C77DEC7}">
      <dgm:prSet/>
      <dgm:spPr/>
      <dgm:t>
        <a:bodyPr/>
        <a:lstStyle/>
        <a:p>
          <a:r>
            <a:rPr lang="en-US"/>
            <a:t>removes control from</a:t>
          </a:r>
          <a:r>
            <a:rPr lang="tr-TR"/>
            <a:t> </a:t>
          </a:r>
          <a:r>
            <a:rPr lang="en-US"/>
            <a:t>users </a:t>
          </a:r>
        </a:p>
      </dgm:t>
    </dgm:pt>
    <dgm:pt modelId="{A9E05145-B11B-4552-B16B-07B6D2C93D98}" type="parTrans" cxnId="{BFC75335-35C2-4FAC-99BD-6257D4CE91D3}">
      <dgm:prSet/>
      <dgm:spPr/>
      <dgm:t>
        <a:bodyPr/>
        <a:lstStyle/>
        <a:p>
          <a:endParaRPr lang="en-US"/>
        </a:p>
      </dgm:t>
    </dgm:pt>
    <dgm:pt modelId="{8EEC3054-D75C-4B40-9494-C273F3AFABD4}" type="sibTrans" cxnId="{BFC75335-35C2-4FAC-99BD-6257D4CE91D3}">
      <dgm:prSet/>
      <dgm:spPr/>
      <dgm:t>
        <a:bodyPr/>
        <a:lstStyle/>
        <a:p>
          <a:endParaRPr lang="en-US"/>
        </a:p>
      </dgm:t>
    </dgm:pt>
    <dgm:pt modelId="{5065AC5E-4346-4A73-BB2C-B08D4899C110}">
      <dgm:prSet/>
      <dgm:spPr/>
      <dgm:t>
        <a:bodyPr/>
        <a:lstStyle/>
        <a:p>
          <a:r>
            <a:rPr lang="en-US"/>
            <a:t>and centralizes control over keys in a single system.</a:t>
          </a:r>
        </a:p>
      </dgm:t>
    </dgm:pt>
    <dgm:pt modelId="{D5EFD552-4271-4986-A15C-B8B57DBEE992}" type="parTrans" cxnId="{1168612A-C902-427C-9BD2-0665912EEB84}">
      <dgm:prSet/>
      <dgm:spPr/>
      <dgm:t>
        <a:bodyPr/>
        <a:lstStyle/>
        <a:p>
          <a:endParaRPr lang="en-US"/>
        </a:p>
      </dgm:t>
    </dgm:pt>
    <dgm:pt modelId="{ECFC9564-22D6-43D7-A84C-3DA77ADCDD89}" type="sibTrans" cxnId="{1168612A-C902-427C-9BD2-0665912EEB84}">
      <dgm:prSet/>
      <dgm:spPr/>
      <dgm:t>
        <a:bodyPr/>
        <a:lstStyle/>
        <a:p>
          <a:endParaRPr lang="en-US"/>
        </a:p>
      </dgm:t>
    </dgm:pt>
    <dgm:pt modelId="{90A0C0F7-99C6-4BEE-8BBC-A4482D0D8601}">
      <dgm:prSet/>
      <dgm:spPr/>
      <dgm:t>
        <a:bodyPr/>
        <a:lstStyle/>
        <a:p>
          <a:r>
            <a:rPr lang="en-US"/>
            <a:t>Many such systems have</a:t>
          </a:r>
          <a:r>
            <a:rPr lang="tr-TR"/>
            <a:t> </a:t>
          </a:r>
          <a:r>
            <a:rPr lang="en-US"/>
            <a:t>been hacked, </a:t>
          </a:r>
        </a:p>
      </dgm:t>
    </dgm:pt>
    <dgm:pt modelId="{B479BD86-45F4-47D9-AF2C-B406E3E2C100}" type="parTrans" cxnId="{962B0CDF-409B-4100-8FD8-E387214689B5}">
      <dgm:prSet/>
      <dgm:spPr/>
      <dgm:t>
        <a:bodyPr/>
        <a:lstStyle/>
        <a:p>
          <a:endParaRPr lang="en-US"/>
        </a:p>
      </dgm:t>
    </dgm:pt>
    <dgm:pt modelId="{80AE5B51-5B32-45D8-A8A2-0965E548883E}" type="sibTrans" cxnId="{962B0CDF-409B-4100-8FD8-E387214689B5}">
      <dgm:prSet/>
      <dgm:spPr/>
      <dgm:t>
        <a:bodyPr/>
        <a:lstStyle/>
        <a:p>
          <a:endParaRPr lang="en-US"/>
        </a:p>
      </dgm:t>
    </dgm:pt>
    <dgm:pt modelId="{6385F9B2-D511-49B2-BD3F-BDD5312A5120}">
      <dgm:prSet/>
      <dgm:spPr/>
      <dgm:t>
        <a:bodyPr/>
        <a:lstStyle/>
        <a:p>
          <a:r>
            <a:rPr lang="en-US"/>
            <a:t>with disastrous consequences for their customers.</a:t>
          </a:r>
        </a:p>
      </dgm:t>
    </dgm:pt>
    <dgm:pt modelId="{864D70A8-9E4C-4C15-A835-00C0FA1D472E}" type="parTrans" cxnId="{61F25EEB-7ED3-4EF8-AAF5-EA356354DB5B}">
      <dgm:prSet/>
      <dgm:spPr/>
      <dgm:t>
        <a:bodyPr/>
        <a:lstStyle/>
        <a:p>
          <a:endParaRPr lang="en-US"/>
        </a:p>
      </dgm:t>
    </dgm:pt>
    <dgm:pt modelId="{DA23DB58-BDFB-4340-856C-43290F20DAA4}" type="sibTrans" cxnId="{61F25EEB-7ED3-4EF8-AAF5-EA356354DB5B}">
      <dgm:prSet/>
      <dgm:spPr/>
      <dgm:t>
        <a:bodyPr/>
        <a:lstStyle/>
        <a:p>
          <a:endParaRPr lang="en-US"/>
        </a:p>
      </dgm:t>
    </dgm:pt>
    <dgm:pt modelId="{128CB5B1-A0E9-472E-85E0-24E3B89CBEE8}" type="pres">
      <dgm:prSet presAssocID="{D29EDE19-F89E-48BD-996B-2D9C5E174C5B}" presName="linear" presStyleCnt="0">
        <dgm:presLayoutVars>
          <dgm:dir/>
          <dgm:animLvl val="lvl"/>
          <dgm:resizeHandles val="exact"/>
        </dgm:presLayoutVars>
      </dgm:prSet>
      <dgm:spPr/>
    </dgm:pt>
    <dgm:pt modelId="{9614EC7D-5C7A-4B3E-BA8F-59B605F3A5EF}" type="pres">
      <dgm:prSet presAssocID="{B948F855-14B6-4FD1-A7E5-030433FF817C}" presName="parentLin" presStyleCnt="0"/>
      <dgm:spPr/>
    </dgm:pt>
    <dgm:pt modelId="{73658D75-5EC1-49A3-985E-7E8A69534F4D}" type="pres">
      <dgm:prSet presAssocID="{B948F855-14B6-4FD1-A7E5-030433FF817C}" presName="parentLeftMargin" presStyleLbl="node1" presStyleIdx="0" presStyleCnt="3"/>
      <dgm:spPr/>
    </dgm:pt>
    <dgm:pt modelId="{DAEA848E-66C0-4309-B467-467DC7F07B38}" type="pres">
      <dgm:prSet presAssocID="{B948F855-14B6-4FD1-A7E5-030433FF81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3BC0B68-28F8-4807-B5C9-5387BD1C0D1C}" type="pres">
      <dgm:prSet presAssocID="{B948F855-14B6-4FD1-A7E5-030433FF817C}" presName="negativeSpace" presStyleCnt="0"/>
      <dgm:spPr/>
    </dgm:pt>
    <dgm:pt modelId="{BC38002F-B8CE-4C61-B51F-5ED334FBC1D5}" type="pres">
      <dgm:prSet presAssocID="{B948F855-14B6-4FD1-A7E5-030433FF817C}" presName="childText" presStyleLbl="conFgAcc1" presStyleIdx="0" presStyleCnt="3">
        <dgm:presLayoutVars>
          <dgm:bulletEnabled val="1"/>
        </dgm:presLayoutVars>
      </dgm:prSet>
      <dgm:spPr/>
    </dgm:pt>
    <dgm:pt modelId="{D1033619-86A7-496D-A124-D09E01D1DA1A}" type="pres">
      <dgm:prSet presAssocID="{7B40A6BD-7C33-4948-93BF-0475D0615395}" presName="spaceBetweenRectangles" presStyleCnt="0"/>
      <dgm:spPr/>
    </dgm:pt>
    <dgm:pt modelId="{59423E44-D59F-4B64-B39B-CBF3500CDE78}" type="pres">
      <dgm:prSet presAssocID="{927ABEA0-55EA-453B-A596-83A59713ABBD}" presName="parentLin" presStyleCnt="0"/>
      <dgm:spPr/>
    </dgm:pt>
    <dgm:pt modelId="{0BD8D5DC-B2D2-4908-AD59-85C98F0EBDE9}" type="pres">
      <dgm:prSet presAssocID="{927ABEA0-55EA-453B-A596-83A59713ABBD}" presName="parentLeftMargin" presStyleLbl="node1" presStyleIdx="0" presStyleCnt="3"/>
      <dgm:spPr/>
    </dgm:pt>
    <dgm:pt modelId="{B2F84140-307E-411C-8BAF-9A67FA9C21C1}" type="pres">
      <dgm:prSet presAssocID="{927ABEA0-55EA-453B-A596-83A59713ABB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195885-DABE-4B23-B760-D12F78DD31DF}" type="pres">
      <dgm:prSet presAssocID="{927ABEA0-55EA-453B-A596-83A59713ABBD}" presName="negativeSpace" presStyleCnt="0"/>
      <dgm:spPr/>
    </dgm:pt>
    <dgm:pt modelId="{F9175640-A1FC-443E-98B2-56D172A05CB4}" type="pres">
      <dgm:prSet presAssocID="{927ABEA0-55EA-453B-A596-83A59713ABBD}" presName="childText" presStyleLbl="conFgAcc1" presStyleIdx="1" presStyleCnt="3">
        <dgm:presLayoutVars>
          <dgm:bulletEnabled val="1"/>
        </dgm:presLayoutVars>
      </dgm:prSet>
      <dgm:spPr/>
    </dgm:pt>
    <dgm:pt modelId="{D87BF048-A10D-4BB6-BD39-3F60D13D8D00}" type="pres">
      <dgm:prSet presAssocID="{664D5BE3-943D-45E9-8739-7FED1A73D757}" presName="spaceBetweenRectangles" presStyleCnt="0"/>
      <dgm:spPr/>
    </dgm:pt>
    <dgm:pt modelId="{FA273A82-075C-483A-9B25-9FCC23DFC97B}" type="pres">
      <dgm:prSet presAssocID="{90A0C0F7-99C6-4BEE-8BBC-A4482D0D8601}" presName="parentLin" presStyleCnt="0"/>
      <dgm:spPr/>
    </dgm:pt>
    <dgm:pt modelId="{1AAECD9D-5251-4249-BE69-8CA7314125C3}" type="pres">
      <dgm:prSet presAssocID="{90A0C0F7-99C6-4BEE-8BBC-A4482D0D8601}" presName="parentLeftMargin" presStyleLbl="node1" presStyleIdx="1" presStyleCnt="3"/>
      <dgm:spPr/>
    </dgm:pt>
    <dgm:pt modelId="{5B9ABFB0-D846-4EFB-8D5C-01B302612CE9}" type="pres">
      <dgm:prSet presAssocID="{90A0C0F7-99C6-4BEE-8BBC-A4482D0D860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2873A27-34BD-4614-8CEE-664CE0EEFADE}" type="pres">
      <dgm:prSet presAssocID="{90A0C0F7-99C6-4BEE-8BBC-A4482D0D8601}" presName="negativeSpace" presStyleCnt="0"/>
      <dgm:spPr/>
    </dgm:pt>
    <dgm:pt modelId="{F041F3D9-AE0A-4FCD-9269-9CA63A0FC5BC}" type="pres">
      <dgm:prSet presAssocID="{90A0C0F7-99C6-4BEE-8BBC-A4482D0D860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83AA05-E4E5-41C9-9CE4-09F0F699A0B2}" type="presOf" srcId="{5065AC5E-4346-4A73-BB2C-B08D4899C110}" destId="{F9175640-A1FC-443E-98B2-56D172A05CB4}" srcOrd="0" destOrd="1" presId="urn:microsoft.com/office/officeart/2005/8/layout/list1"/>
    <dgm:cxn modelId="{81F22223-3497-4D0B-808B-DF71CF5D6122}" type="presOf" srcId="{4BB76863-A435-4A65-A97B-5440A9FE699F}" destId="{BC38002F-B8CE-4C61-B51F-5ED334FBC1D5}" srcOrd="0" destOrd="0" presId="urn:microsoft.com/office/officeart/2005/8/layout/list1"/>
    <dgm:cxn modelId="{1168612A-C902-427C-9BD2-0665912EEB84}" srcId="{927ABEA0-55EA-453B-A596-83A59713ABBD}" destId="{5065AC5E-4346-4A73-BB2C-B08D4899C110}" srcOrd="1" destOrd="0" parTransId="{D5EFD552-4271-4986-A15C-B8B57DBEE992}" sibTransId="{ECFC9564-22D6-43D7-A84C-3DA77ADCDD89}"/>
    <dgm:cxn modelId="{24672C2B-BDA8-498C-91AD-1C8DC540BE87}" srcId="{D29EDE19-F89E-48BD-996B-2D9C5E174C5B}" destId="{927ABEA0-55EA-453B-A596-83A59713ABBD}" srcOrd="1" destOrd="0" parTransId="{391F96F1-BE97-461B-A3A0-D2D15AC33E79}" sibTransId="{664D5BE3-943D-45E9-8739-7FED1A73D757}"/>
    <dgm:cxn modelId="{BFC75335-35C2-4FAC-99BD-6257D4CE91D3}" srcId="{927ABEA0-55EA-453B-A596-83A59713ABBD}" destId="{10EA1922-54CE-498D-AAA4-31B88C77DEC7}" srcOrd="0" destOrd="0" parTransId="{A9E05145-B11B-4552-B16B-07B6D2C93D98}" sibTransId="{8EEC3054-D75C-4B40-9494-C273F3AFABD4}"/>
    <dgm:cxn modelId="{3954085F-B23B-44E4-9B6F-1C68D440C8AE}" type="presOf" srcId="{6385F9B2-D511-49B2-BD3F-BDD5312A5120}" destId="{F041F3D9-AE0A-4FCD-9269-9CA63A0FC5BC}" srcOrd="0" destOrd="0" presId="urn:microsoft.com/office/officeart/2005/8/layout/list1"/>
    <dgm:cxn modelId="{BFC4506A-F842-445E-AC78-E3BD8496851B}" type="presOf" srcId="{D29EDE19-F89E-48BD-996B-2D9C5E174C5B}" destId="{128CB5B1-A0E9-472E-85E0-24E3B89CBEE8}" srcOrd="0" destOrd="0" presId="urn:microsoft.com/office/officeart/2005/8/layout/list1"/>
    <dgm:cxn modelId="{11554E6B-5DF0-4D9F-9937-7885142C6A49}" type="presOf" srcId="{B948F855-14B6-4FD1-A7E5-030433FF817C}" destId="{DAEA848E-66C0-4309-B467-467DC7F07B38}" srcOrd="1" destOrd="0" presId="urn:microsoft.com/office/officeart/2005/8/layout/list1"/>
    <dgm:cxn modelId="{AED20953-179A-4E8C-919C-8E762C3FA1D5}" type="presOf" srcId="{90A0C0F7-99C6-4BEE-8BBC-A4482D0D8601}" destId="{1AAECD9D-5251-4249-BE69-8CA7314125C3}" srcOrd="0" destOrd="0" presId="urn:microsoft.com/office/officeart/2005/8/layout/list1"/>
    <dgm:cxn modelId="{B44225A0-4162-4417-BCDC-C58164DD2CA0}" srcId="{D29EDE19-F89E-48BD-996B-2D9C5E174C5B}" destId="{B948F855-14B6-4FD1-A7E5-030433FF817C}" srcOrd="0" destOrd="0" parTransId="{7706F192-2D25-45AB-A88D-644356F1E824}" sibTransId="{7B40A6BD-7C33-4948-93BF-0475D0615395}"/>
    <dgm:cxn modelId="{1035BDA8-5140-43C6-92F3-0494945A3900}" type="presOf" srcId="{90A0C0F7-99C6-4BEE-8BBC-A4482D0D8601}" destId="{5B9ABFB0-D846-4EFB-8D5C-01B302612CE9}" srcOrd="1" destOrd="0" presId="urn:microsoft.com/office/officeart/2005/8/layout/list1"/>
    <dgm:cxn modelId="{425EB2AD-6B93-4109-AF06-36AE21E008BF}" type="presOf" srcId="{10EA1922-54CE-498D-AAA4-31B88C77DEC7}" destId="{F9175640-A1FC-443E-98B2-56D172A05CB4}" srcOrd="0" destOrd="0" presId="urn:microsoft.com/office/officeart/2005/8/layout/list1"/>
    <dgm:cxn modelId="{60E816B0-4BFB-461E-926F-B1514A919522}" srcId="{B948F855-14B6-4FD1-A7E5-030433FF817C}" destId="{4BB76863-A435-4A65-A97B-5440A9FE699F}" srcOrd="0" destOrd="0" parTransId="{85F9F943-FFD1-41B6-A871-E23E9F1C350E}" sibTransId="{824F2528-5FA6-4A66-81B0-38CA496D67AB}"/>
    <dgm:cxn modelId="{13BAE1B4-1746-4DE3-841F-46475499097B}" type="presOf" srcId="{B948F855-14B6-4FD1-A7E5-030433FF817C}" destId="{73658D75-5EC1-49A3-985E-7E8A69534F4D}" srcOrd="0" destOrd="0" presId="urn:microsoft.com/office/officeart/2005/8/layout/list1"/>
    <dgm:cxn modelId="{F16BEBC2-F840-491C-8A2F-7734FB735146}" srcId="{B948F855-14B6-4FD1-A7E5-030433FF817C}" destId="{3DCE4D57-E024-4337-97E1-75AF347B4003}" srcOrd="1" destOrd="0" parTransId="{A19E4F4F-D5E8-464C-94F1-1E40DBDC7B3E}" sibTransId="{D4B401FF-9D2F-402F-B4EB-21138CE3108D}"/>
    <dgm:cxn modelId="{849E48C7-F4E2-4C91-9CEC-7129E708CD23}" type="presOf" srcId="{927ABEA0-55EA-453B-A596-83A59713ABBD}" destId="{B2F84140-307E-411C-8BAF-9A67FA9C21C1}" srcOrd="1" destOrd="0" presId="urn:microsoft.com/office/officeart/2005/8/layout/list1"/>
    <dgm:cxn modelId="{C6E3EED9-7658-4F42-8E14-BD979A418BE1}" type="presOf" srcId="{3DCE4D57-E024-4337-97E1-75AF347B4003}" destId="{BC38002F-B8CE-4C61-B51F-5ED334FBC1D5}" srcOrd="0" destOrd="1" presId="urn:microsoft.com/office/officeart/2005/8/layout/list1"/>
    <dgm:cxn modelId="{962B0CDF-409B-4100-8FD8-E387214689B5}" srcId="{D29EDE19-F89E-48BD-996B-2D9C5E174C5B}" destId="{90A0C0F7-99C6-4BEE-8BBC-A4482D0D8601}" srcOrd="2" destOrd="0" parTransId="{B479BD86-45F4-47D9-AF2C-B406E3E2C100}" sibTransId="{80AE5B51-5B32-45D8-A8A2-0965E548883E}"/>
    <dgm:cxn modelId="{D7323DE4-DD72-43A8-8680-F729E42329A0}" type="presOf" srcId="{927ABEA0-55EA-453B-A596-83A59713ABBD}" destId="{0BD8D5DC-B2D2-4908-AD59-85C98F0EBDE9}" srcOrd="0" destOrd="0" presId="urn:microsoft.com/office/officeart/2005/8/layout/list1"/>
    <dgm:cxn modelId="{61F25EEB-7ED3-4EF8-AAF5-EA356354DB5B}" srcId="{90A0C0F7-99C6-4BEE-8BBC-A4482D0D8601}" destId="{6385F9B2-D511-49B2-BD3F-BDD5312A5120}" srcOrd="0" destOrd="0" parTransId="{864D70A8-9E4C-4C15-A835-00C0FA1D472E}" sibTransId="{DA23DB58-BDFB-4340-856C-43290F20DAA4}"/>
    <dgm:cxn modelId="{4F1ABF49-39FC-44C5-9956-27A5ABDE7A60}" type="presParOf" srcId="{128CB5B1-A0E9-472E-85E0-24E3B89CBEE8}" destId="{9614EC7D-5C7A-4B3E-BA8F-59B605F3A5EF}" srcOrd="0" destOrd="0" presId="urn:microsoft.com/office/officeart/2005/8/layout/list1"/>
    <dgm:cxn modelId="{CA7D1FBD-2477-4667-AFB2-444A3AA1303C}" type="presParOf" srcId="{9614EC7D-5C7A-4B3E-BA8F-59B605F3A5EF}" destId="{73658D75-5EC1-49A3-985E-7E8A69534F4D}" srcOrd="0" destOrd="0" presId="urn:microsoft.com/office/officeart/2005/8/layout/list1"/>
    <dgm:cxn modelId="{559D215D-712A-4C30-83B1-BF566BE0C05A}" type="presParOf" srcId="{9614EC7D-5C7A-4B3E-BA8F-59B605F3A5EF}" destId="{DAEA848E-66C0-4309-B467-467DC7F07B38}" srcOrd="1" destOrd="0" presId="urn:microsoft.com/office/officeart/2005/8/layout/list1"/>
    <dgm:cxn modelId="{94B83972-BEB7-4391-B8CA-175671C506B4}" type="presParOf" srcId="{128CB5B1-A0E9-472E-85E0-24E3B89CBEE8}" destId="{53BC0B68-28F8-4807-B5C9-5387BD1C0D1C}" srcOrd="1" destOrd="0" presId="urn:microsoft.com/office/officeart/2005/8/layout/list1"/>
    <dgm:cxn modelId="{D73DBE36-8A98-4FCF-AF3F-34756FD384CB}" type="presParOf" srcId="{128CB5B1-A0E9-472E-85E0-24E3B89CBEE8}" destId="{BC38002F-B8CE-4C61-B51F-5ED334FBC1D5}" srcOrd="2" destOrd="0" presId="urn:microsoft.com/office/officeart/2005/8/layout/list1"/>
    <dgm:cxn modelId="{8FB8D1A0-5941-4782-9311-9C2B9422D42F}" type="presParOf" srcId="{128CB5B1-A0E9-472E-85E0-24E3B89CBEE8}" destId="{D1033619-86A7-496D-A124-D09E01D1DA1A}" srcOrd="3" destOrd="0" presId="urn:microsoft.com/office/officeart/2005/8/layout/list1"/>
    <dgm:cxn modelId="{BFCAD6A2-A81F-4EAB-9070-BD3D9AEFFE8A}" type="presParOf" srcId="{128CB5B1-A0E9-472E-85E0-24E3B89CBEE8}" destId="{59423E44-D59F-4B64-B39B-CBF3500CDE78}" srcOrd="4" destOrd="0" presId="urn:microsoft.com/office/officeart/2005/8/layout/list1"/>
    <dgm:cxn modelId="{9535006D-C885-40DB-9832-39CBCA99ED8F}" type="presParOf" srcId="{59423E44-D59F-4B64-B39B-CBF3500CDE78}" destId="{0BD8D5DC-B2D2-4908-AD59-85C98F0EBDE9}" srcOrd="0" destOrd="0" presId="urn:microsoft.com/office/officeart/2005/8/layout/list1"/>
    <dgm:cxn modelId="{F5F3DDE6-C1FD-48E3-8D9C-F5E3305B9DF9}" type="presParOf" srcId="{59423E44-D59F-4B64-B39B-CBF3500CDE78}" destId="{B2F84140-307E-411C-8BAF-9A67FA9C21C1}" srcOrd="1" destOrd="0" presId="urn:microsoft.com/office/officeart/2005/8/layout/list1"/>
    <dgm:cxn modelId="{1C842FB3-0EC0-4454-9C6A-DA532B35D2FB}" type="presParOf" srcId="{128CB5B1-A0E9-472E-85E0-24E3B89CBEE8}" destId="{12195885-DABE-4B23-B760-D12F78DD31DF}" srcOrd="5" destOrd="0" presId="urn:microsoft.com/office/officeart/2005/8/layout/list1"/>
    <dgm:cxn modelId="{FC109000-EEC7-4F4F-A5F0-9AA5876A7363}" type="presParOf" srcId="{128CB5B1-A0E9-472E-85E0-24E3B89CBEE8}" destId="{F9175640-A1FC-443E-98B2-56D172A05CB4}" srcOrd="6" destOrd="0" presId="urn:microsoft.com/office/officeart/2005/8/layout/list1"/>
    <dgm:cxn modelId="{E6027367-CF69-4117-8ABF-FC92AEF259A4}" type="presParOf" srcId="{128CB5B1-A0E9-472E-85E0-24E3B89CBEE8}" destId="{D87BF048-A10D-4BB6-BD39-3F60D13D8D00}" srcOrd="7" destOrd="0" presId="urn:microsoft.com/office/officeart/2005/8/layout/list1"/>
    <dgm:cxn modelId="{5324AF82-0CD6-4981-A2F6-90AAF45CED05}" type="presParOf" srcId="{128CB5B1-A0E9-472E-85E0-24E3B89CBEE8}" destId="{FA273A82-075C-483A-9B25-9FCC23DFC97B}" srcOrd="8" destOrd="0" presId="urn:microsoft.com/office/officeart/2005/8/layout/list1"/>
    <dgm:cxn modelId="{19B2A92F-42ED-4664-8631-CCF0906BCAE6}" type="presParOf" srcId="{FA273A82-075C-483A-9B25-9FCC23DFC97B}" destId="{1AAECD9D-5251-4249-BE69-8CA7314125C3}" srcOrd="0" destOrd="0" presId="urn:microsoft.com/office/officeart/2005/8/layout/list1"/>
    <dgm:cxn modelId="{C8387D72-3CB9-4E05-A0C8-186D467192CA}" type="presParOf" srcId="{FA273A82-075C-483A-9B25-9FCC23DFC97B}" destId="{5B9ABFB0-D846-4EFB-8D5C-01B302612CE9}" srcOrd="1" destOrd="0" presId="urn:microsoft.com/office/officeart/2005/8/layout/list1"/>
    <dgm:cxn modelId="{BDB2B085-94E0-465A-A54F-EB548C6DE1D5}" type="presParOf" srcId="{128CB5B1-A0E9-472E-85E0-24E3B89CBEE8}" destId="{42873A27-34BD-4614-8CEE-664CE0EEFADE}" srcOrd="9" destOrd="0" presId="urn:microsoft.com/office/officeart/2005/8/layout/list1"/>
    <dgm:cxn modelId="{6F09DCDC-5E47-4B9B-B09B-D8F2C7D6AC73}" type="presParOf" srcId="{128CB5B1-A0E9-472E-85E0-24E3B89CBEE8}" destId="{F041F3D9-AE0A-4FCD-9269-9CA63A0FC5B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CBAEF20-74F4-4707-A7B9-3F00959F635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FC05E2-A491-4567-B4CB-4D67D8A8FD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0C46D36C-F34D-4441-92AA-4F9F3168EB1B}" type="parTrans" cxnId="{44DCEF1D-8911-405B-B1C3-11097A37847D}">
      <dgm:prSet/>
      <dgm:spPr/>
      <dgm:t>
        <a:bodyPr/>
        <a:lstStyle/>
        <a:p>
          <a:endParaRPr lang="en-US"/>
        </a:p>
      </dgm:t>
    </dgm:pt>
    <dgm:pt modelId="{0694AD1D-0D4D-4F34-95F0-E6F70651A4C8}" type="sibTrans" cxnId="{44DCEF1D-8911-405B-B1C3-11097A37847D}">
      <dgm:prSet/>
      <dgm:spPr/>
      <dgm:t>
        <a:bodyPr/>
        <a:lstStyle/>
        <a:p>
          <a:endParaRPr lang="en-US"/>
        </a:p>
      </dgm:t>
    </dgm:pt>
    <dgm:pt modelId="{7D8D0C04-5742-45BB-854C-278BE7D289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reduce transaction fees </a:t>
          </a:r>
        </a:p>
      </dgm:t>
    </dgm:pt>
    <dgm:pt modelId="{71363E9E-B944-492C-8B84-622C4EA51DE4}" type="parTrans" cxnId="{C7714B5B-F634-488E-B52A-F5A9640BF33F}">
      <dgm:prSet/>
      <dgm:spPr/>
      <dgm:t>
        <a:bodyPr/>
        <a:lstStyle/>
        <a:p>
          <a:endParaRPr lang="en-US"/>
        </a:p>
      </dgm:t>
    </dgm:pt>
    <dgm:pt modelId="{E4259808-ADC5-4864-88D0-49C98A0A67D9}" type="sibTrans" cxnId="{C7714B5B-F634-488E-B52A-F5A9640BF33F}">
      <dgm:prSet/>
      <dgm:spPr/>
      <dgm:t>
        <a:bodyPr/>
        <a:lstStyle/>
        <a:p>
          <a:endParaRPr lang="en-US"/>
        </a:p>
      </dgm:t>
    </dgm:pt>
    <dgm:pt modelId="{EDAA6ABD-455E-4B6B-907A-4A07BAE53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accelerate transaction processing.</a:t>
          </a:r>
        </a:p>
      </dgm:t>
    </dgm:pt>
    <dgm:pt modelId="{9328306C-7E78-4EE1-98C8-FAB13B1A21D7}" type="parTrans" cxnId="{61E02AA2-6683-48A9-9F81-A64ECEEF87A9}">
      <dgm:prSet/>
      <dgm:spPr/>
      <dgm:t>
        <a:bodyPr/>
        <a:lstStyle/>
        <a:p>
          <a:endParaRPr lang="en-US"/>
        </a:p>
      </dgm:t>
    </dgm:pt>
    <dgm:pt modelId="{815FDD35-3388-4214-82F0-6505B91312CF}" type="sibTrans" cxnId="{61E02AA2-6683-48A9-9F81-A64ECEEF87A9}">
      <dgm:prSet/>
      <dgm:spPr/>
      <dgm:t>
        <a:bodyPr/>
        <a:lstStyle/>
        <a:p>
          <a:endParaRPr lang="en-US"/>
        </a:p>
      </dgm:t>
    </dgm:pt>
    <dgm:pt modelId="{6F6FF52F-8317-43ED-9258-D9EB1D4816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An “off blockchain” </a:t>
          </a:r>
          <a:r>
            <a:rPr lang="en-US"/>
            <a:t>system</a:t>
          </a:r>
        </a:p>
      </dgm:t>
    </dgm:pt>
    <dgm:pt modelId="{F6A5E642-8788-48E4-9D6B-CEA2AAA4BE1D}" type="parTrans" cxnId="{45D1C924-3DA3-420C-8224-97E801CA101B}">
      <dgm:prSet/>
      <dgm:spPr/>
      <dgm:t>
        <a:bodyPr/>
        <a:lstStyle/>
        <a:p>
          <a:endParaRPr lang="en-US"/>
        </a:p>
      </dgm:t>
    </dgm:pt>
    <dgm:pt modelId="{00B8D9BB-F737-4B6D-A30F-CA758092C427}" type="sibTrans" cxnId="{45D1C924-3DA3-420C-8224-97E801CA101B}">
      <dgm:prSet/>
      <dgm:spPr/>
      <dgm:t>
        <a:bodyPr/>
        <a:lstStyle/>
        <a:p>
          <a:endParaRPr lang="en-US"/>
        </a:p>
      </dgm:t>
    </dgm:pt>
    <dgm:pt modelId="{1B3C7147-77D0-41BF-A1C6-8F3E823533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will record transactions on an internal, centralized ledger</a:t>
          </a:r>
        </a:p>
      </dgm:t>
    </dgm:pt>
    <dgm:pt modelId="{8D6E6752-555A-4C9E-8086-3B45F07B65EE}" type="parTrans" cxnId="{9E026DF9-EB9A-4EC5-9CF1-2BFC982D76C6}">
      <dgm:prSet/>
      <dgm:spPr/>
      <dgm:t>
        <a:bodyPr/>
        <a:lstStyle/>
        <a:p>
          <a:endParaRPr lang="en-US"/>
        </a:p>
      </dgm:t>
    </dgm:pt>
    <dgm:pt modelId="{EC3AF5EB-2182-4FC1-ADD6-8F6DFF3B5B13}" type="sibTrans" cxnId="{9E026DF9-EB9A-4EC5-9CF1-2BFC982D76C6}">
      <dgm:prSet/>
      <dgm:spPr/>
      <dgm:t>
        <a:bodyPr/>
        <a:lstStyle/>
        <a:p>
          <a:endParaRPr lang="en-US"/>
        </a:p>
      </dgm:t>
    </dgm:pt>
    <dgm:pt modelId="{0D6755C8-EC12-4C13-8E0C-978352D3EC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</a:t>
          </a:r>
          <a:r>
            <a:rPr lang="tr-TR"/>
            <a:t> </a:t>
          </a:r>
          <a:r>
            <a:rPr lang="en-US"/>
            <a:t>occasionally synchronize them to the bitcoin blockchain.</a:t>
          </a:r>
        </a:p>
      </dgm:t>
    </dgm:pt>
    <dgm:pt modelId="{3D490224-87E2-48E1-9626-DCA2FE9219E5}" type="parTrans" cxnId="{9B6D2F56-083B-4CE4-8EF9-FD483E5258F5}">
      <dgm:prSet/>
      <dgm:spPr/>
      <dgm:t>
        <a:bodyPr/>
        <a:lstStyle/>
        <a:p>
          <a:endParaRPr lang="en-US"/>
        </a:p>
      </dgm:t>
    </dgm:pt>
    <dgm:pt modelId="{F162AED4-B111-4865-84CD-8DD26B035915}" type="sibTrans" cxnId="{9B6D2F56-083B-4CE4-8EF9-FD483E5258F5}">
      <dgm:prSet/>
      <dgm:spPr/>
      <dgm:t>
        <a:bodyPr/>
        <a:lstStyle/>
        <a:p>
          <a:endParaRPr lang="en-US"/>
        </a:p>
      </dgm:t>
    </dgm:pt>
    <dgm:pt modelId="{8C62A610-8B50-4A56-9FC3-D214B99EE7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Substitutes </a:t>
          </a:r>
          <a:endParaRPr lang="en-US"/>
        </a:p>
      </dgm:t>
    </dgm:pt>
    <dgm:pt modelId="{158C934C-4B5C-4749-A682-CC4E1AAB4CCB}" type="parTrans" cxnId="{1C490C8F-BB50-41B6-AA04-DD0E7920BFCA}">
      <dgm:prSet/>
      <dgm:spPr/>
      <dgm:t>
        <a:bodyPr/>
        <a:lstStyle/>
        <a:p>
          <a:endParaRPr lang="en-US"/>
        </a:p>
      </dgm:t>
    </dgm:pt>
    <dgm:pt modelId="{8AA00CA7-0F38-4905-A567-53332EE406A2}" type="sibTrans" cxnId="{1C490C8F-BB50-41B6-AA04-DD0E7920BFCA}">
      <dgm:prSet/>
      <dgm:spPr/>
      <dgm:t>
        <a:bodyPr/>
        <a:lstStyle/>
        <a:p>
          <a:endParaRPr lang="en-US"/>
        </a:p>
      </dgm:t>
    </dgm:pt>
    <dgm:pt modelId="{E4788130-D4A0-4C89-8BFC-94A2DB2404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decentralized bitcoin security </a:t>
          </a:r>
        </a:p>
      </dgm:t>
    </dgm:pt>
    <dgm:pt modelId="{BD38AC28-E42A-43E3-BD35-4A95E3608FC5}" type="parTrans" cxnId="{E0A5A831-F94E-4EAD-AF11-2A5B16825EB0}">
      <dgm:prSet/>
      <dgm:spPr/>
      <dgm:t>
        <a:bodyPr/>
        <a:lstStyle/>
        <a:p>
          <a:endParaRPr lang="en-US"/>
        </a:p>
      </dgm:t>
    </dgm:pt>
    <dgm:pt modelId="{0445FD7E-C88A-48DB-9794-BA58FD73D1FC}" type="sibTrans" cxnId="{E0A5A831-F94E-4EAD-AF11-2A5B16825EB0}">
      <dgm:prSet/>
      <dgm:spPr/>
      <dgm:t>
        <a:bodyPr/>
        <a:lstStyle/>
        <a:p>
          <a:endParaRPr lang="en-US"/>
        </a:p>
      </dgm:t>
    </dgm:pt>
    <dgm:pt modelId="{235564A5-25A8-4041-B48B-F3FB5D8ED4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proprietary and centralized approach</a:t>
          </a:r>
        </a:p>
      </dgm:t>
    </dgm:pt>
    <dgm:pt modelId="{DB91F582-FB7D-405E-895C-B48A13FB97D6}" type="parTrans" cxnId="{009BE582-54D7-4936-92B3-C16D8E611BA3}">
      <dgm:prSet/>
      <dgm:spPr/>
      <dgm:t>
        <a:bodyPr/>
        <a:lstStyle/>
        <a:p>
          <a:endParaRPr lang="en-US"/>
        </a:p>
      </dgm:t>
    </dgm:pt>
    <dgm:pt modelId="{0DD136DB-9B5B-4CAA-865A-21814BD855A6}" type="sibTrans" cxnId="{009BE582-54D7-4936-92B3-C16D8E611BA3}">
      <dgm:prSet/>
      <dgm:spPr/>
      <dgm:t>
        <a:bodyPr/>
        <a:lstStyle/>
        <a:p>
          <a:endParaRPr lang="en-US"/>
        </a:p>
      </dgm:t>
    </dgm:pt>
    <dgm:pt modelId="{C06B0191-6E10-4923-8C1D-60CD5AA8CD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Falsification of centralized ledgers</a:t>
          </a:r>
          <a:endParaRPr lang="en-US"/>
        </a:p>
      </dgm:t>
    </dgm:pt>
    <dgm:pt modelId="{FA3DA5EA-BF62-4CFC-B721-416648C7EC7E}" type="parTrans" cxnId="{93257888-04B5-4C45-B412-3F01B15F215C}">
      <dgm:prSet/>
      <dgm:spPr/>
      <dgm:t>
        <a:bodyPr/>
        <a:lstStyle/>
        <a:p>
          <a:endParaRPr lang="en-US"/>
        </a:p>
      </dgm:t>
    </dgm:pt>
    <dgm:pt modelId="{4164F1BD-431C-4135-BF26-A690A66B8082}" type="sibTrans" cxnId="{93257888-04B5-4C45-B412-3F01B15F215C}">
      <dgm:prSet/>
      <dgm:spPr/>
      <dgm:t>
        <a:bodyPr/>
        <a:lstStyle/>
        <a:p>
          <a:endParaRPr lang="en-US"/>
        </a:p>
      </dgm:t>
    </dgm:pt>
    <dgm:pt modelId="{DDFEB9E0-0D1D-4A92-823C-8D73C2066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transactions are off blockchain </a:t>
          </a:r>
        </a:p>
      </dgm:t>
    </dgm:pt>
    <dgm:pt modelId="{E0CA6BDA-8D7D-4A27-A808-B87A66CE79D2}" type="parTrans" cxnId="{CEA509BB-48AA-4B70-9EC2-E66A03BF5DAC}">
      <dgm:prSet/>
      <dgm:spPr/>
      <dgm:t>
        <a:bodyPr/>
        <a:lstStyle/>
        <a:p>
          <a:endParaRPr lang="en-US"/>
        </a:p>
      </dgm:t>
    </dgm:pt>
    <dgm:pt modelId="{7F25FDA7-8677-4430-8609-A8F925C832FF}" type="sibTrans" cxnId="{CEA509BB-48AA-4B70-9EC2-E66A03BF5DAC}">
      <dgm:prSet/>
      <dgm:spPr/>
      <dgm:t>
        <a:bodyPr/>
        <a:lstStyle/>
        <a:p>
          <a:endParaRPr lang="en-US"/>
        </a:p>
      </dgm:t>
    </dgm:pt>
    <dgm:pt modelId="{C1B74EE7-2502-47ED-B3D6-56285F843E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improperly secured centralized ledgers can be</a:t>
          </a:r>
          <a:r>
            <a:rPr lang="tr-TR"/>
            <a:t> </a:t>
          </a:r>
          <a:r>
            <a:rPr lang="en-US"/>
            <a:t>falsified</a:t>
          </a:r>
        </a:p>
      </dgm:t>
    </dgm:pt>
    <dgm:pt modelId="{1F57A2CB-50FE-44C7-8132-9D52A84C0EBD}" type="parTrans" cxnId="{D09A7274-E973-4898-B3E4-812AF45B74FC}">
      <dgm:prSet/>
      <dgm:spPr/>
      <dgm:t>
        <a:bodyPr/>
        <a:lstStyle/>
        <a:p>
          <a:endParaRPr lang="en-US"/>
        </a:p>
      </dgm:t>
    </dgm:pt>
    <dgm:pt modelId="{FB7C983D-3090-401E-8F5C-030A25E5D463}" type="sibTrans" cxnId="{D09A7274-E973-4898-B3E4-812AF45B74FC}">
      <dgm:prSet/>
      <dgm:spPr/>
      <dgm:t>
        <a:bodyPr/>
        <a:lstStyle/>
        <a:p>
          <a:endParaRPr lang="en-US"/>
        </a:p>
      </dgm:t>
    </dgm:pt>
    <dgm:pt modelId="{B9B070F8-5F74-4CD6-A04B-AE3664613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diverting funds and depleting reserves, unnoticed.</a:t>
          </a:r>
        </a:p>
      </dgm:t>
    </dgm:pt>
    <dgm:pt modelId="{63355EAD-72E9-40CC-A611-9984CDB12557}" type="parTrans" cxnId="{5E8DD77C-2591-4794-9027-D671BC79BCEC}">
      <dgm:prSet/>
      <dgm:spPr/>
      <dgm:t>
        <a:bodyPr/>
        <a:lstStyle/>
        <a:p>
          <a:endParaRPr lang="en-US"/>
        </a:p>
      </dgm:t>
    </dgm:pt>
    <dgm:pt modelId="{3659A17E-7B1E-4AA0-BC26-74214A33789C}" type="sibTrans" cxnId="{5E8DD77C-2591-4794-9027-D671BC79BCEC}">
      <dgm:prSet/>
      <dgm:spPr/>
      <dgm:t>
        <a:bodyPr/>
        <a:lstStyle/>
        <a:p>
          <a:endParaRPr lang="en-US"/>
        </a:p>
      </dgm:t>
    </dgm:pt>
    <dgm:pt modelId="{39C7FA48-8C91-4B29-9BE1-67B78F4ACF96}" type="pres">
      <dgm:prSet presAssocID="{2CBAEF20-74F4-4707-A7B9-3F00959F6357}" presName="root" presStyleCnt="0">
        <dgm:presLayoutVars>
          <dgm:dir/>
          <dgm:resizeHandles val="exact"/>
        </dgm:presLayoutVars>
      </dgm:prSet>
      <dgm:spPr/>
    </dgm:pt>
    <dgm:pt modelId="{A1B264EA-76DD-4698-8DE3-89BC7A2A0381}" type="pres">
      <dgm:prSet presAssocID="{85FC05E2-A491-4567-B4CB-4D67D8A8FD27}" presName="compNode" presStyleCnt="0"/>
      <dgm:spPr/>
    </dgm:pt>
    <dgm:pt modelId="{F9D05BFF-0D98-41DB-B8D5-C482C8E6DA6B}" type="pres">
      <dgm:prSet presAssocID="{85FC05E2-A491-4567-B4CB-4D67D8A8FD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"/>
        </a:ext>
      </dgm:extLst>
    </dgm:pt>
    <dgm:pt modelId="{4AADC36A-C989-4D86-90D6-E522B02D7CCF}" type="pres">
      <dgm:prSet presAssocID="{85FC05E2-A491-4567-B4CB-4D67D8A8FD27}" presName="iconSpace" presStyleCnt="0"/>
      <dgm:spPr/>
    </dgm:pt>
    <dgm:pt modelId="{F85619F7-AE27-4827-AC2D-4BDF33493B61}" type="pres">
      <dgm:prSet presAssocID="{85FC05E2-A491-4567-B4CB-4D67D8A8FD27}" presName="parTx" presStyleLbl="revTx" presStyleIdx="0" presStyleCnt="8">
        <dgm:presLayoutVars>
          <dgm:chMax val="0"/>
          <dgm:chPref val="0"/>
        </dgm:presLayoutVars>
      </dgm:prSet>
      <dgm:spPr/>
    </dgm:pt>
    <dgm:pt modelId="{674E60A2-4AF6-418C-830C-D77E80311D20}" type="pres">
      <dgm:prSet presAssocID="{85FC05E2-A491-4567-B4CB-4D67D8A8FD27}" presName="txSpace" presStyleCnt="0"/>
      <dgm:spPr/>
    </dgm:pt>
    <dgm:pt modelId="{BE931485-3AB3-4EA4-9624-8D9368B33C03}" type="pres">
      <dgm:prSet presAssocID="{85FC05E2-A491-4567-B4CB-4D67D8A8FD27}" presName="desTx" presStyleLbl="revTx" presStyleIdx="1" presStyleCnt="8">
        <dgm:presLayoutVars/>
      </dgm:prSet>
      <dgm:spPr/>
    </dgm:pt>
    <dgm:pt modelId="{10F00C94-C9A9-4FAC-8D5E-40E9DC64B9F5}" type="pres">
      <dgm:prSet presAssocID="{0694AD1D-0D4D-4F34-95F0-E6F70651A4C8}" presName="sibTrans" presStyleCnt="0"/>
      <dgm:spPr/>
    </dgm:pt>
    <dgm:pt modelId="{78D4C303-19FA-41BC-82F3-3CC98E93508C}" type="pres">
      <dgm:prSet presAssocID="{6F6FF52F-8317-43ED-9258-D9EB1D4816FA}" presName="compNode" presStyleCnt="0"/>
      <dgm:spPr/>
    </dgm:pt>
    <dgm:pt modelId="{02FC0EB6-6E27-4DDB-BBF2-E80703EA689B}" type="pres">
      <dgm:prSet presAssocID="{6F6FF52F-8317-43ED-9258-D9EB1D4816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di Aç"/>
        </a:ext>
      </dgm:extLst>
    </dgm:pt>
    <dgm:pt modelId="{35C2FD07-32E3-4698-BD63-8E90EF5CA8AC}" type="pres">
      <dgm:prSet presAssocID="{6F6FF52F-8317-43ED-9258-D9EB1D4816FA}" presName="iconSpace" presStyleCnt="0"/>
      <dgm:spPr/>
    </dgm:pt>
    <dgm:pt modelId="{4F4ABA5D-6DF6-441C-ABBF-177367B60C7B}" type="pres">
      <dgm:prSet presAssocID="{6F6FF52F-8317-43ED-9258-D9EB1D4816FA}" presName="parTx" presStyleLbl="revTx" presStyleIdx="2" presStyleCnt="8">
        <dgm:presLayoutVars>
          <dgm:chMax val="0"/>
          <dgm:chPref val="0"/>
        </dgm:presLayoutVars>
      </dgm:prSet>
      <dgm:spPr/>
    </dgm:pt>
    <dgm:pt modelId="{AE9E1C39-F826-4AE4-9AEE-CBCE0B13B964}" type="pres">
      <dgm:prSet presAssocID="{6F6FF52F-8317-43ED-9258-D9EB1D4816FA}" presName="txSpace" presStyleCnt="0"/>
      <dgm:spPr/>
    </dgm:pt>
    <dgm:pt modelId="{A180045D-2403-48A6-A069-6BEFAFADF261}" type="pres">
      <dgm:prSet presAssocID="{6F6FF52F-8317-43ED-9258-D9EB1D4816FA}" presName="desTx" presStyleLbl="revTx" presStyleIdx="3" presStyleCnt="8">
        <dgm:presLayoutVars/>
      </dgm:prSet>
      <dgm:spPr/>
    </dgm:pt>
    <dgm:pt modelId="{A02657C1-BD9E-44F6-BF4A-D7026413E149}" type="pres">
      <dgm:prSet presAssocID="{00B8D9BB-F737-4B6D-A30F-CA758092C427}" presName="sibTrans" presStyleCnt="0"/>
      <dgm:spPr/>
    </dgm:pt>
    <dgm:pt modelId="{3D0C19B5-8E17-499A-B6DB-6F161443B7CF}" type="pres">
      <dgm:prSet presAssocID="{8C62A610-8B50-4A56-9FC3-D214B99EE72A}" presName="compNode" presStyleCnt="0"/>
      <dgm:spPr/>
    </dgm:pt>
    <dgm:pt modelId="{29776BC0-8C21-4DFD-B8AD-1A3A1716D3A6}" type="pres">
      <dgm:prSet presAssocID="{8C62A610-8B50-4A56-9FC3-D214B99EE7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ğ"/>
        </a:ext>
      </dgm:extLst>
    </dgm:pt>
    <dgm:pt modelId="{35661BF6-4375-4D8C-A78E-FF9EAFC456AC}" type="pres">
      <dgm:prSet presAssocID="{8C62A610-8B50-4A56-9FC3-D214B99EE72A}" presName="iconSpace" presStyleCnt="0"/>
      <dgm:spPr/>
    </dgm:pt>
    <dgm:pt modelId="{8A588090-FB2C-474D-97CA-073CAFBF926B}" type="pres">
      <dgm:prSet presAssocID="{8C62A610-8B50-4A56-9FC3-D214B99EE72A}" presName="parTx" presStyleLbl="revTx" presStyleIdx="4" presStyleCnt="8">
        <dgm:presLayoutVars>
          <dgm:chMax val="0"/>
          <dgm:chPref val="0"/>
        </dgm:presLayoutVars>
      </dgm:prSet>
      <dgm:spPr/>
    </dgm:pt>
    <dgm:pt modelId="{93011E3B-2E96-43BC-BBC5-A81ABFA39EC2}" type="pres">
      <dgm:prSet presAssocID="{8C62A610-8B50-4A56-9FC3-D214B99EE72A}" presName="txSpace" presStyleCnt="0"/>
      <dgm:spPr/>
    </dgm:pt>
    <dgm:pt modelId="{D7678435-DA6A-4C7B-8952-8E3EC1DE6290}" type="pres">
      <dgm:prSet presAssocID="{8C62A610-8B50-4A56-9FC3-D214B99EE72A}" presName="desTx" presStyleLbl="revTx" presStyleIdx="5" presStyleCnt="8">
        <dgm:presLayoutVars/>
      </dgm:prSet>
      <dgm:spPr/>
    </dgm:pt>
    <dgm:pt modelId="{27542255-74FB-43CA-BBFF-6754C1CFE6EA}" type="pres">
      <dgm:prSet presAssocID="{8AA00CA7-0F38-4905-A567-53332EE406A2}" presName="sibTrans" presStyleCnt="0"/>
      <dgm:spPr/>
    </dgm:pt>
    <dgm:pt modelId="{BED01D89-C4E8-4F3B-8174-925017DD3584}" type="pres">
      <dgm:prSet presAssocID="{C06B0191-6E10-4923-8C1D-60CD5AA8CD33}" presName="compNode" presStyleCnt="0"/>
      <dgm:spPr/>
    </dgm:pt>
    <dgm:pt modelId="{13EB753C-C3A1-4BE8-AA50-08DB9BE1134D}" type="pres">
      <dgm:prSet presAssocID="{C06B0191-6E10-4923-8C1D-60CD5AA8CD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a"/>
        </a:ext>
      </dgm:extLst>
    </dgm:pt>
    <dgm:pt modelId="{DCDD9CAD-F681-4715-A17C-D3BA2CF0DB60}" type="pres">
      <dgm:prSet presAssocID="{C06B0191-6E10-4923-8C1D-60CD5AA8CD33}" presName="iconSpace" presStyleCnt="0"/>
      <dgm:spPr/>
    </dgm:pt>
    <dgm:pt modelId="{C0BDCF27-2874-495C-8201-B9218A54F35A}" type="pres">
      <dgm:prSet presAssocID="{C06B0191-6E10-4923-8C1D-60CD5AA8CD33}" presName="parTx" presStyleLbl="revTx" presStyleIdx="6" presStyleCnt="8">
        <dgm:presLayoutVars>
          <dgm:chMax val="0"/>
          <dgm:chPref val="0"/>
        </dgm:presLayoutVars>
      </dgm:prSet>
      <dgm:spPr/>
    </dgm:pt>
    <dgm:pt modelId="{B36B884F-3D47-4467-94A3-0F9F17826D25}" type="pres">
      <dgm:prSet presAssocID="{C06B0191-6E10-4923-8C1D-60CD5AA8CD33}" presName="txSpace" presStyleCnt="0"/>
      <dgm:spPr/>
    </dgm:pt>
    <dgm:pt modelId="{7D19DBC3-57F7-4EE2-B870-5223EDF9B96E}" type="pres">
      <dgm:prSet presAssocID="{C06B0191-6E10-4923-8C1D-60CD5AA8CD33}" presName="desTx" presStyleLbl="revTx" presStyleIdx="7" presStyleCnt="8">
        <dgm:presLayoutVars/>
      </dgm:prSet>
      <dgm:spPr/>
    </dgm:pt>
  </dgm:ptLst>
  <dgm:cxnLst>
    <dgm:cxn modelId="{E3734D03-60BD-4C47-8FBE-9ACB470664F2}" type="presOf" srcId="{6F6FF52F-8317-43ED-9258-D9EB1D4816FA}" destId="{4F4ABA5D-6DF6-441C-ABBF-177367B60C7B}" srcOrd="0" destOrd="0" presId="urn:microsoft.com/office/officeart/2018/5/layout/CenteredIconLabelDescriptionList"/>
    <dgm:cxn modelId="{4797B807-EC4E-447F-A9D0-5D2A50CD051A}" type="presOf" srcId="{C1B74EE7-2502-47ED-B3D6-56285F843EA2}" destId="{7D19DBC3-57F7-4EE2-B870-5223EDF9B96E}" srcOrd="0" destOrd="1" presId="urn:microsoft.com/office/officeart/2018/5/layout/CenteredIconLabelDescriptionList"/>
    <dgm:cxn modelId="{DD403211-5BB5-44A0-9CB7-BA635DEB5D5C}" type="presOf" srcId="{EDAA6ABD-455E-4B6B-907A-4A07BAE53B00}" destId="{BE931485-3AB3-4EA4-9624-8D9368B33C03}" srcOrd="0" destOrd="1" presId="urn:microsoft.com/office/officeart/2018/5/layout/CenteredIconLabelDescriptionList"/>
    <dgm:cxn modelId="{CA1CE912-5783-4EBC-855D-BB6A7F2D5055}" type="presOf" srcId="{85FC05E2-A491-4567-B4CB-4D67D8A8FD27}" destId="{F85619F7-AE27-4827-AC2D-4BDF33493B61}" srcOrd="0" destOrd="0" presId="urn:microsoft.com/office/officeart/2018/5/layout/CenteredIconLabelDescriptionList"/>
    <dgm:cxn modelId="{50C0DA16-447C-45FD-BADC-6EBCFB567560}" type="presOf" srcId="{DDFEB9E0-0D1D-4A92-823C-8D73C206681D}" destId="{7D19DBC3-57F7-4EE2-B870-5223EDF9B96E}" srcOrd="0" destOrd="0" presId="urn:microsoft.com/office/officeart/2018/5/layout/CenteredIconLabelDescriptionList"/>
    <dgm:cxn modelId="{44DCEF1D-8911-405B-B1C3-11097A37847D}" srcId="{2CBAEF20-74F4-4707-A7B9-3F00959F6357}" destId="{85FC05E2-A491-4567-B4CB-4D67D8A8FD27}" srcOrd="0" destOrd="0" parTransId="{0C46D36C-F34D-4441-92AA-4F9F3168EB1B}" sibTransId="{0694AD1D-0D4D-4F34-95F0-E6F70651A4C8}"/>
    <dgm:cxn modelId="{45D1C924-3DA3-420C-8224-97E801CA101B}" srcId="{2CBAEF20-74F4-4707-A7B9-3F00959F6357}" destId="{6F6FF52F-8317-43ED-9258-D9EB1D4816FA}" srcOrd="1" destOrd="0" parTransId="{F6A5E642-8788-48E4-9D6B-CEA2AAA4BE1D}" sibTransId="{00B8D9BB-F737-4B6D-A30F-CA758092C427}"/>
    <dgm:cxn modelId="{64967229-FFB1-40D3-B411-B137556127B3}" type="presOf" srcId="{8C62A610-8B50-4A56-9FC3-D214B99EE72A}" destId="{8A588090-FB2C-474D-97CA-073CAFBF926B}" srcOrd="0" destOrd="0" presId="urn:microsoft.com/office/officeart/2018/5/layout/CenteredIconLabelDescriptionList"/>
    <dgm:cxn modelId="{E78EB02A-55FF-4312-AD75-8C33D372F76C}" type="presOf" srcId="{1B3C7147-77D0-41BF-A1C6-8F3E8235330E}" destId="{A180045D-2403-48A6-A069-6BEFAFADF261}" srcOrd="0" destOrd="0" presId="urn:microsoft.com/office/officeart/2018/5/layout/CenteredIconLabelDescriptionList"/>
    <dgm:cxn modelId="{E0A5A831-F94E-4EAD-AF11-2A5B16825EB0}" srcId="{8C62A610-8B50-4A56-9FC3-D214B99EE72A}" destId="{E4788130-D4A0-4C89-8BFC-94A2DB240494}" srcOrd="0" destOrd="0" parTransId="{BD38AC28-E42A-43E3-BD35-4A95E3608FC5}" sibTransId="{0445FD7E-C88A-48DB-9794-BA58FD73D1FC}"/>
    <dgm:cxn modelId="{C7714B5B-F634-488E-B52A-F5A9640BF33F}" srcId="{85FC05E2-A491-4567-B4CB-4D67D8A8FD27}" destId="{7D8D0C04-5742-45BB-854C-278BE7D28924}" srcOrd="0" destOrd="0" parTransId="{71363E9E-B944-492C-8B84-622C4EA51DE4}" sibTransId="{E4259808-ADC5-4864-88D0-49C98A0A67D9}"/>
    <dgm:cxn modelId="{50766F41-D93F-402A-835B-AE94A1CD1FCD}" type="presOf" srcId="{7D8D0C04-5742-45BB-854C-278BE7D28924}" destId="{BE931485-3AB3-4EA4-9624-8D9368B33C03}" srcOrd="0" destOrd="0" presId="urn:microsoft.com/office/officeart/2018/5/layout/CenteredIconLabelDescriptionList"/>
    <dgm:cxn modelId="{7FC6C544-C475-4D93-B8AB-9F7A2CAC0F0E}" type="presOf" srcId="{2CBAEF20-74F4-4707-A7B9-3F00959F6357}" destId="{39C7FA48-8C91-4B29-9BE1-67B78F4ACF96}" srcOrd="0" destOrd="0" presId="urn:microsoft.com/office/officeart/2018/5/layout/CenteredIconLabelDescriptionList"/>
    <dgm:cxn modelId="{D09A7274-E973-4898-B3E4-812AF45B74FC}" srcId="{C06B0191-6E10-4923-8C1D-60CD5AA8CD33}" destId="{C1B74EE7-2502-47ED-B3D6-56285F843EA2}" srcOrd="1" destOrd="0" parTransId="{1F57A2CB-50FE-44C7-8132-9D52A84C0EBD}" sibTransId="{FB7C983D-3090-401E-8F5C-030A25E5D463}"/>
    <dgm:cxn modelId="{9B6D2F56-083B-4CE4-8EF9-FD483E5258F5}" srcId="{6F6FF52F-8317-43ED-9258-D9EB1D4816FA}" destId="{0D6755C8-EC12-4C13-8E0C-978352D3EC10}" srcOrd="1" destOrd="0" parTransId="{3D490224-87E2-48E1-9626-DCA2FE9219E5}" sibTransId="{F162AED4-B111-4865-84CD-8DD26B035915}"/>
    <dgm:cxn modelId="{5E8DD77C-2591-4794-9027-D671BC79BCEC}" srcId="{C06B0191-6E10-4923-8C1D-60CD5AA8CD33}" destId="{B9B070F8-5F74-4CD6-A04B-AE36646136CE}" srcOrd="2" destOrd="0" parTransId="{63355EAD-72E9-40CC-A611-9984CDB12557}" sibTransId="{3659A17E-7B1E-4AA0-BC26-74214A33789C}"/>
    <dgm:cxn modelId="{009BE582-54D7-4936-92B3-C16D8E611BA3}" srcId="{8C62A610-8B50-4A56-9FC3-D214B99EE72A}" destId="{235564A5-25A8-4041-B48B-F3FB5D8ED4CC}" srcOrd="1" destOrd="0" parTransId="{DB91F582-FB7D-405E-895C-B48A13FB97D6}" sibTransId="{0DD136DB-9B5B-4CAA-865A-21814BD855A6}"/>
    <dgm:cxn modelId="{93257888-04B5-4C45-B412-3F01B15F215C}" srcId="{2CBAEF20-74F4-4707-A7B9-3F00959F6357}" destId="{C06B0191-6E10-4923-8C1D-60CD5AA8CD33}" srcOrd="3" destOrd="0" parTransId="{FA3DA5EA-BF62-4CFC-B721-416648C7EC7E}" sibTransId="{4164F1BD-431C-4135-BF26-A690A66B8082}"/>
    <dgm:cxn modelId="{1C490C8F-BB50-41B6-AA04-DD0E7920BFCA}" srcId="{2CBAEF20-74F4-4707-A7B9-3F00959F6357}" destId="{8C62A610-8B50-4A56-9FC3-D214B99EE72A}" srcOrd="2" destOrd="0" parTransId="{158C934C-4B5C-4749-A682-CC4E1AAB4CCB}" sibTransId="{8AA00CA7-0F38-4905-A567-53332EE406A2}"/>
    <dgm:cxn modelId="{0167019C-923F-4B1C-BA22-10C96E937E69}" type="presOf" srcId="{B9B070F8-5F74-4CD6-A04B-AE36646136CE}" destId="{7D19DBC3-57F7-4EE2-B870-5223EDF9B96E}" srcOrd="0" destOrd="2" presId="urn:microsoft.com/office/officeart/2018/5/layout/CenteredIconLabelDescriptionList"/>
    <dgm:cxn modelId="{61E02AA2-6683-48A9-9F81-A64ECEEF87A9}" srcId="{85FC05E2-A491-4567-B4CB-4D67D8A8FD27}" destId="{EDAA6ABD-455E-4B6B-907A-4A07BAE53B00}" srcOrd="1" destOrd="0" parTransId="{9328306C-7E78-4EE1-98C8-FAB13B1A21D7}" sibTransId="{815FDD35-3388-4214-82F0-6505B91312CF}"/>
    <dgm:cxn modelId="{38E66BBA-99ED-4BC8-BA86-7D0D5D401E06}" type="presOf" srcId="{E4788130-D4A0-4C89-8BFC-94A2DB240494}" destId="{D7678435-DA6A-4C7B-8952-8E3EC1DE6290}" srcOrd="0" destOrd="0" presId="urn:microsoft.com/office/officeart/2018/5/layout/CenteredIconLabelDescriptionList"/>
    <dgm:cxn modelId="{CEA509BB-48AA-4B70-9EC2-E66A03BF5DAC}" srcId="{C06B0191-6E10-4923-8C1D-60CD5AA8CD33}" destId="{DDFEB9E0-0D1D-4A92-823C-8D73C206681D}" srcOrd="0" destOrd="0" parTransId="{E0CA6BDA-8D7D-4A27-A808-B87A66CE79D2}" sibTransId="{7F25FDA7-8677-4430-8609-A8F925C832FF}"/>
    <dgm:cxn modelId="{407117BC-405C-467B-AF1A-1A254196FAA9}" type="presOf" srcId="{235564A5-25A8-4041-B48B-F3FB5D8ED4CC}" destId="{D7678435-DA6A-4C7B-8952-8E3EC1DE6290}" srcOrd="0" destOrd="1" presId="urn:microsoft.com/office/officeart/2018/5/layout/CenteredIconLabelDescriptionList"/>
    <dgm:cxn modelId="{A18E25C3-846A-4554-81F7-C6101EBA3DCB}" type="presOf" srcId="{0D6755C8-EC12-4C13-8E0C-978352D3EC10}" destId="{A180045D-2403-48A6-A069-6BEFAFADF261}" srcOrd="0" destOrd="1" presId="urn:microsoft.com/office/officeart/2018/5/layout/CenteredIconLabelDescriptionList"/>
    <dgm:cxn modelId="{D1F14DD0-7E1F-49A6-91FC-E5F9729082C3}" type="presOf" srcId="{C06B0191-6E10-4923-8C1D-60CD5AA8CD33}" destId="{C0BDCF27-2874-495C-8201-B9218A54F35A}" srcOrd="0" destOrd="0" presId="urn:microsoft.com/office/officeart/2018/5/layout/CenteredIconLabelDescriptionList"/>
    <dgm:cxn modelId="{9E026DF9-EB9A-4EC5-9CF1-2BFC982D76C6}" srcId="{6F6FF52F-8317-43ED-9258-D9EB1D4816FA}" destId="{1B3C7147-77D0-41BF-A1C6-8F3E8235330E}" srcOrd="0" destOrd="0" parTransId="{8D6E6752-555A-4C9E-8086-3B45F07B65EE}" sibTransId="{EC3AF5EB-2182-4FC1-ADD6-8F6DFF3B5B13}"/>
    <dgm:cxn modelId="{C5FB0F10-9193-4734-B869-A6369FF82934}" type="presParOf" srcId="{39C7FA48-8C91-4B29-9BE1-67B78F4ACF96}" destId="{A1B264EA-76DD-4698-8DE3-89BC7A2A0381}" srcOrd="0" destOrd="0" presId="urn:microsoft.com/office/officeart/2018/5/layout/CenteredIconLabelDescriptionList"/>
    <dgm:cxn modelId="{323EF45D-3B26-4E1B-87DF-A56395693409}" type="presParOf" srcId="{A1B264EA-76DD-4698-8DE3-89BC7A2A0381}" destId="{F9D05BFF-0D98-41DB-B8D5-C482C8E6DA6B}" srcOrd="0" destOrd="0" presId="urn:microsoft.com/office/officeart/2018/5/layout/CenteredIconLabelDescriptionList"/>
    <dgm:cxn modelId="{71BBB07A-8F26-4396-BE58-EA072D92F11C}" type="presParOf" srcId="{A1B264EA-76DD-4698-8DE3-89BC7A2A0381}" destId="{4AADC36A-C989-4D86-90D6-E522B02D7CCF}" srcOrd="1" destOrd="0" presId="urn:microsoft.com/office/officeart/2018/5/layout/CenteredIconLabelDescriptionList"/>
    <dgm:cxn modelId="{158AB6B3-A9AD-4FD3-8A41-8B0BB40A3181}" type="presParOf" srcId="{A1B264EA-76DD-4698-8DE3-89BC7A2A0381}" destId="{F85619F7-AE27-4827-AC2D-4BDF33493B61}" srcOrd="2" destOrd="0" presId="urn:microsoft.com/office/officeart/2018/5/layout/CenteredIconLabelDescriptionList"/>
    <dgm:cxn modelId="{BAFEA7C2-7516-41E1-9A97-C0F8A41AF3DD}" type="presParOf" srcId="{A1B264EA-76DD-4698-8DE3-89BC7A2A0381}" destId="{674E60A2-4AF6-418C-830C-D77E80311D20}" srcOrd="3" destOrd="0" presId="urn:microsoft.com/office/officeart/2018/5/layout/CenteredIconLabelDescriptionList"/>
    <dgm:cxn modelId="{DF4B5FE9-4935-4A1D-8511-007976F25063}" type="presParOf" srcId="{A1B264EA-76DD-4698-8DE3-89BC7A2A0381}" destId="{BE931485-3AB3-4EA4-9624-8D9368B33C03}" srcOrd="4" destOrd="0" presId="urn:microsoft.com/office/officeart/2018/5/layout/CenteredIconLabelDescriptionList"/>
    <dgm:cxn modelId="{E3BA6DE4-31AC-47C6-9874-36DF76836DAD}" type="presParOf" srcId="{39C7FA48-8C91-4B29-9BE1-67B78F4ACF96}" destId="{10F00C94-C9A9-4FAC-8D5E-40E9DC64B9F5}" srcOrd="1" destOrd="0" presId="urn:microsoft.com/office/officeart/2018/5/layout/CenteredIconLabelDescriptionList"/>
    <dgm:cxn modelId="{29C9E279-5B89-41C9-BCC6-F71E39E7E451}" type="presParOf" srcId="{39C7FA48-8C91-4B29-9BE1-67B78F4ACF96}" destId="{78D4C303-19FA-41BC-82F3-3CC98E93508C}" srcOrd="2" destOrd="0" presId="urn:microsoft.com/office/officeart/2018/5/layout/CenteredIconLabelDescriptionList"/>
    <dgm:cxn modelId="{4851ED84-007C-4E5D-85F4-C629F9006266}" type="presParOf" srcId="{78D4C303-19FA-41BC-82F3-3CC98E93508C}" destId="{02FC0EB6-6E27-4DDB-BBF2-E80703EA689B}" srcOrd="0" destOrd="0" presId="urn:microsoft.com/office/officeart/2018/5/layout/CenteredIconLabelDescriptionList"/>
    <dgm:cxn modelId="{34ABE4AC-CF31-4467-ADEB-42DF302C220E}" type="presParOf" srcId="{78D4C303-19FA-41BC-82F3-3CC98E93508C}" destId="{35C2FD07-32E3-4698-BD63-8E90EF5CA8AC}" srcOrd="1" destOrd="0" presId="urn:microsoft.com/office/officeart/2018/5/layout/CenteredIconLabelDescriptionList"/>
    <dgm:cxn modelId="{A83E97FD-657C-4565-801B-0A9CAE678FA2}" type="presParOf" srcId="{78D4C303-19FA-41BC-82F3-3CC98E93508C}" destId="{4F4ABA5D-6DF6-441C-ABBF-177367B60C7B}" srcOrd="2" destOrd="0" presId="urn:microsoft.com/office/officeart/2018/5/layout/CenteredIconLabelDescriptionList"/>
    <dgm:cxn modelId="{CAA6FE7C-8D3A-4550-885D-DFF96B76F505}" type="presParOf" srcId="{78D4C303-19FA-41BC-82F3-3CC98E93508C}" destId="{AE9E1C39-F826-4AE4-9AEE-CBCE0B13B964}" srcOrd="3" destOrd="0" presId="urn:microsoft.com/office/officeart/2018/5/layout/CenteredIconLabelDescriptionList"/>
    <dgm:cxn modelId="{583CC400-67DB-4B4F-AB42-331518618AF1}" type="presParOf" srcId="{78D4C303-19FA-41BC-82F3-3CC98E93508C}" destId="{A180045D-2403-48A6-A069-6BEFAFADF261}" srcOrd="4" destOrd="0" presId="urn:microsoft.com/office/officeart/2018/5/layout/CenteredIconLabelDescriptionList"/>
    <dgm:cxn modelId="{B96EBD39-341B-4D10-9845-24ADB4A15891}" type="presParOf" srcId="{39C7FA48-8C91-4B29-9BE1-67B78F4ACF96}" destId="{A02657C1-BD9E-44F6-BF4A-D7026413E149}" srcOrd="3" destOrd="0" presId="urn:microsoft.com/office/officeart/2018/5/layout/CenteredIconLabelDescriptionList"/>
    <dgm:cxn modelId="{1EC11396-3C8C-4302-8982-4CD5AFF2DAA9}" type="presParOf" srcId="{39C7FA48-8C91-4B29-9BE1-67B78F4ACF96}" destId="{3D0C19B5-8E17-499A-B6DB-6F161443B7CF}" srcOrd="4" destOrd="0" presId="urn:microsoft.com/office/officeart/2018/5/layout/CenteredIconLabelDescriptionList"/>
    <dgm:cxn modelId="{E23DD667-E3EB-4A33-9985-8A1F3324598D}" type="presParOf" srcId="{3D0C19B5-8E17-499A-B6DB-6F161443B7CF}" destId="{29776BC0-8C21-4DFD-B8AD-1A3A1716D3A6}" srcOrd="0" destOrd="0" presId="urn:microsoft.com/office/officeart/2018/5/layout/CenteredIconLabelDescriptionList"/>
    <dgm:cxn modelId="{7BB0390B-81ED-4D4A-9C9F-708F0EDC8248}" type="presParOf" srcId="{3D0C19B5-8E17-499A-B6DB-6F161443B7CF}" destId="{35661BF6-4375-4D8C-A78E-FF9EAFC456AC}" srcOrd="1" destOrd="0" presId="urn:microsoft.com/office/officeart/2018/5/layout/CenteredIconLabelDescriptionList"/>
    <dgm:cxn modelId="{0CA29179-405A-420C-9C05-901977B981CC}" type="presParOf" srcId="{3D0C19B5-8E17-499A-B6DB-6F161443B7CF}" destId="{8A588090-FB2C-474D-97CA-073CAFBF926B}" srcOrd="2" destOrd="0" presId="urn:microsoft.com/office/officeart/2018/5/layout/CenteredIconLabelDescriptionList"/>
    <dgm:cxn modelId="{382E4B9D-8B73-4FCF-A0ED-263766DC362A}" type="presParOf" srcId="{3D0C19B5-8E17-499A-B6DB-6F161443B7CF}" destId="{93011E3B-2E96-43BC-BBC5-A81ABFA39EC2}" srcOrd="3" destOrd="0" presId="urn:microsoft.com/office/officeart/2018/5/layout/CenteredIconLabelDescriptionList"/>
    <dgm:cxn modelId="{7BF33FDD-1301-4671-A772-2C42FA7BECF8}" type="presParOf" srcId="{3D0C19B5-8E17-499A-B6DB-6F161443B7CF}" destId="{D7678435-DA6A-4C7B-8952-8E3EC1DE6290}" srcOrd="4" destOrd="0" presId="urn:microsoft.com/office/officeart/2018/5/layout/CenteredIconLabelDescriptionList"/>
    <dgm:cxn modelId="{B266A12C-37D8-4360-9558-288BC4C26A1E}" type="presParOf" srcId="{39C7FA48-8C91-4B29-9BE1-67B78F4ACF96}" destId="{27542255-74FB-43CA-BBFF-6754C1CFE6EA}" srcOrd="5" destOrd="0" presId="urn:microsoft.com/office/officeart/2018/5/layout/CenteredIconLabelDescriptionList"/>
    <dgm:cxn modelId="{2896C092-7E2E-45D4-8339-13BBBAE5B0AA}" type="presParOf" srcId="{39C7FA48-8C91-4B29-9BE1-67B78F4ACF96}" destId="{BED01D89-C4E8-4F3B-8174-925017DD3584}" srcOrd="6" destOrd="0" presId="urn:microsoft.com/office/officeart/2018/5/layout/CenteredIconLabelDescriptionList"/>
    <dgm:cxn modelId="{C6C33D95-3363-44B6-8450-EFD86CDE9D1F}" type="presParOf" srcId="{BED01D89-C4E8-4F3B-8174-925017DD3584}" destId="{13EB753C-C3A1-4BE8-AA50-08DB9BE1134D}" srcOrd="0" destOrd="0" presId="urn:microsoft.com/office/officeart/2018/5/layout/CenteredIconLabelDescriptionList"/>
    <dgm:cxn modelId="{8B958B2A-40A8-4FEC-B233-A13B4170F1BC}" type="presParOf" srcId="{BED01D89-C4E8-4F3B-8174-925017DD3584}" destId="{DCDD9CAD-F681-4715-A17C-D3BA2CF0DB60}" srcOrd="1" destOrd="0" presId="urn:microsoft.com/office/officeart/2018/5/layout/CenteredIconLabelDescriptionList"/>
    <dgm:cxn modelId="{C683FFB5-809E-4F9B-994C-32AEDC04BED7}" type="presParOf" srcId="{BED01D89-C4E8-4F3B-8174-925017DD3584}" destId="{C0BDCF27-2874-495C-8201-B9218A54F35A}" srcOrd="2" destOrd="0" presId="urn:microsoft.com/office/officeart/2018/5/layout/CenteredIconLabelDescriptionList"/>
    <dgm:cxn modelId="{BC23D254-F752-487D-A221-2CF070AF18D8}" type="presParOf" srcId="{BED01D89-C4E8-4F3B-8174-925017DD3584}" destId="{B36B884F-3D47-4467-94A3-0F9F17826D25}" srcOrd="3" destOrd="0" presId="urn:microsoft.com/office/officeart/2018/5/layout/CenteredIconLabelDescriptionList"/>
    <dgm:cxn modelId="{D88BA9D7-5D9A-4014-AAD9-8AD70B9C0367}" type="presParOf" srcId="{BED01D89-C4E8-4F3B-8174-925017DD3584}" destId="{7D19DBC3-57F7-4EE2-B870-5223EDF9B96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F002DE-A77A-4D41-8C1E-B5801E1D59A0}" type="doc">
      <dgm:prSet loTypeId="urn:microsoft.com/office/officeart/2005/8/layout/vList5" loCatId="list" qsTypeId="urn:microsoft.com/office/officeart/2005/8/quickstyle/simple3" qsCatId="simple" csTypeId="urn:microsoft.com/office/officeart/2005/8/colors/accent5_1" csCatId="accent5"/>
      <dgm:spPr/>
      <dgm:t>
        <a:bodyPr/>
        <a:lstStyle/>
        <a:p>
          <a:endParaRPr lang="en-US"/>
        </a:p>
      </dgm:t>
    </dgm:pt>
    <dgm:pt modelId="{53DA95A0-1825-4834-A3FD-DCCEE7160698}">
      <dgm:prSet/>
      <dgm:spPr/>
      <dgm:t>
        <a:bodyPr/>
        <a:lstStyle/>
        <a:p>
          <a:r>
            <a:rPr lang="tr-TR"/>
            <a:t>Too risky </a:t>
          </a:r>
          <a:endParaRPr lang="en-US"/>
        </a:p>
      </dgm:t>
    </dgm:pt>
    <dgm:pt modelId="{046C2D60-6ED5-44D5-A8FA-61292BF2F825}" type="parTrans" cxnId="{AE651212-DEFE-4BE0-B138-A22AB6B35ED6}">
      <dgm:prSet/>
      <dgm:spPr/>
      <dgm:t>
        <a:bodyPr/>
        <a:lstStyle/>
        <a:p>
          <a:endParaRPr lang="en-US"/>
        </a:p>
      </dgm:t>
    </dgm:pt>
    <dgm:pt modelId="{F8B34FCB-25FE-4801-AFE4-620932B04BB5}" type="sibTrans" cxnId="{AE651212-DEFE-4BE0-B138-A22AB6B35ED6}">
      <dgm:prSet/>
      <dgm:spPr/>
      <dgm:t>
        <a:bodyPr/>
        <a:lstStyle/>
        <a:p>
          <a:endParaRPr lang="en-US"/>
        </a:p>
      </dgm:t>
    </dgm:pt>
    <dgm:pt modelId="{087195D9-E534-4E40-8DDA-03152A115DC6}">
      <dgm:prSet/>
      <dgm:spPr/>
      <dgm:t>
        <a:bodyPr/>
        <a:lstStyle/>
        <a:p>
          <a:r>
            <a:rPr lang="tr-TR"/>
            <a:t>to take funds </a:t>
          </a:r>
          <a:r>
            <a:rPr lang="en-US"/>
            <a:t>outside of </a:t>
          </a:r>
        </a:p>
      </dgm:t>
    </dgm:pt>
    <dgm:pt modelId="{542F7926-EE9D-4ACB-9748-119EED6B59F9}" type="parTrans" cxnId="{59C1A4B5-838E-4AA0-8F01-22CEC4947420}">
      <dgm:prSet/>
      <dgm:spPr/>
      <dgm:t>
        <a:bodyPr/>
        <a:lstStyle/>
        <a:p>
          <a:endParaRPr lang="en-US"/>
        </a:p>
      </dgm:t>
    </dgm:pt>
    <dgm:pt modelId="{DEA54DB1-4FBF-4964-BECA-D20658F6F036}" type="sibTrans" cxnId="{59C1A4B5-838E-4AA0-8F01-22CEC4947420}">
      <dgm:prSet/>
      <dgm:spPr/>
      <dgm:t>
        <a:bodyPr/>
        <a:lstStyle/>
        <a:p>
          <a:endParaRPr lang="en-US"/>
        </a:p>
      </dgm:t>
    </dgm:pt>
    <dgm:pt modelId="{910132E6-F3DD-4FDB-915E-0B3C7ADDEFD9}">
      <dgm:prSet/>
      <dgm:spPr/>
      <dgm:t>
        <a:bodyPr/>
        <a:lstStyle/>
        <a:p>
          <a:r>
            <a:rPr lang="en-US"/>
            <a:t>bitcoin’s decentralized security context. </a:t>
          </a:r>
        </a:p>
      </dgm:t>
    </dgm:pt>
    <dgm:pt modelId="{2C9B3CAA-FA4F-42C3-A29F-19E16E38F383}" type="parTrans" cxnId="{AFDE7E30-AD40-4E15-8676-7C53726DD5DD}">
      <dgm:prSet/>
      <dgm:spPr/>
      <dgm:t>
        <a:bodyPr/>
        <a:lstStyle/>
        <a:p>
          <a:endParaRPr lang="en-US"/>
        </a:p>
      </dgm:t>
    </dgm:pt>
    <dgm:pt modelId="{EBD26E27-00FB-4885-A58A-0BBF3C27ACE4}" type="sibTrans" cxnId="{AFDE7E30-AD40-4E15-8676-7C53726DD5DD}">
      <dgm:prSet/>
      <dgm:spPr/>
      <dgm:t>
        <a:bodyPr/>
        <a:lstStyle/>
        <a:p>
          <a:endParaRPr lang="en-US"/>
        </a:p>
      </dgm:t>
    </dgm:pt>
    <dgm:pt modelId="{FDE73CCA-5ED2-4AA8-A14E-6D85CF261524}">
      <dgm:prSet/>
      <dgm:spPr/>
      <dgm:t>
        <a:bodyPr/>
        <a:lstStyle/>
        <a:p>
          <a:r>
            <a:rPr lang="tr-TR"/>
            <a:t>Central systems need </a:t>
          </a:r>
          <a:r>
            <a:rPr lang="en-US"/>
            <a:t>to invest </a:t>
          </a:r>
          <a:r>
            <a:rPr lang="tr-TR"/>
            <a:t>in</a:t>
          </a:r>
          <a:endParaRPr lang="en-US"/>
        </a:p>
      </dgm:t>
    </dgm:pt>
    <dgm:pt modelId="{965E95A6-56E2-4623-BA3C-6F50F7BF8D0B}" type="parTrans" cxnId="{2FC67681-3559-4CE0-82CC-C7144B244A16}">
      <dgm:prSet/>
      <dgm:spPr/>
      <dgm:t>
        <a:bodyPr/>
        <a:lstStyle/>
        <a:p>
          <a:endParaRPr lang="en-US"/>
        </a:p>
      </dgm:t>
    </dgm:pt>
    <dgm:pt modelId="{8C9478D2-7AA6-4ED3-B9A3-FDC68EA04D7E}" type="sibTrans" cxnId="{2FC67681-3559-4CE0-82CC-C7144B244A16}">
      <dgm:prSet/>
      <dgm:spPr/>
      <dgm:t>
        <a:bodyPr/>
        <a:lstStyle/>
        <a:p>
          <a:endParaRPr lang="en-US"/>
        </a:p>
      </dgm:t>
    </dgm:pt>
    <dgm:pt modelId="{2029C8C8-E5A8-4FDD-B3E6-3CB6FCD5DB5F}">
      <dgm:prSet/>
      <dgm:spPr/>
      <dgm:t>
        <a:bodyPr/>
        <a:lstStyle/>
        <a:p>
          <a:r>
            <a:rPr lang="en-US"/>
            <a:t>operational security</a:t>
          </a:r>
        </a:p>
      </dgm:t>
    </dgm:pt>
    <dgm:pt modelId="{CA54D617-8F20-45FC-92C1-7D418E8484CE}" type="parTrans" cxnId="{5D8E9C16-078B-48B6-A5EB-3CF7A1B04B0D}">
      <dgm:prSet/>
      <dgm:spPr/>
      <dgm:t>
        <a:bodyPr/>
        <a:lstStyle/>
        <a:p>
          <a:endParaRPr lang="en-US"/>
        </a:p>
      </dgm:t>
    </dgm:pt>
    <dgm:pt modelId="{FD9358AE-C532-4F93-903B-DC986CDDDE1E}" type="sibTrans" cxnId="{5D8E9C16-078B-48B6-A5EB-3CF7A1B04B0D}">
      <dgm:prSet/>
      <dgm:spPr/>
      <dgm:t>
        <a:bodyPr/>
        <a:lstStyle/>
        <a:p>
          <a:endParaRPr lang="en-US"/>
        </a:p>
      </dgm:t>
    </dgm:pt>
    <dgm:pt modelId="{11022288-76D8-4FBC-BCD7-8C02D15FA0F7}">
      <dgm:prSet/>
      <dgm:spPr/>
      <dgm:t>
        <a:bodyPr/>
        <a:lstStyle/>
        <a:p>
          <a:r>
            <a:rPr lang="en-US"/>
            <a:t>multiple layers of</a:t>
          </a:r>
          <a:r>
            <a:rPr lang="tr-TR"/>
            <a:t> </a:t>
          </a:r>
          <a:r>
            <a:rPr lang="en-US"/>
            <a:t>access control</a:t>
          </a:r>
        </a:p>
      </dgm:t>
    </dgm:pt>
    <dgm:pt modelId="{D305F0A6-C10F-4FCD-A457-EB67AE662EE6}" type="parTrans" cxnId="{BD2F00D7-FE95-4B46-BD89-5D3B2408D1B5}">
      <dgm:prSet/>
      <dgm:spPr/>
      <dgm:t>
        <a:bodyPr/>
        <a:lstStyle/>
        <a:p>
          <a:endParaRPr lang="en-US"/>
        </a:p>
      </dgm:t>
    </dgm:pt>
    <dgm:pt modelId="{F9E014CF-EFF8-4E8C-81C9-401CA3554E04}" type="sibTrans" cxnId="{BD2F00D7-FE95-4B46-BD89-5D3B2408D1B5}">
      <dgm:prSet/>
      <dgm:spPr/>
      <dgm:t>
        <a:bodyPr/>
        <a:lstStyle/>
        <a:p>
          <a:endParaRPr lang="en-US"/>
        </a:p>
      </dgm:t>
    </dgm:pt>
    <dgm:pt modelId="{BEB6F683-AF01-4C4A-8818-F3D5F926144E}">
      <dgm:prSet/>
      <dgm:spPr/>
      <dgm:t>
        <a:bodyPr/>
        <a:lstStyle/>
        <a:p>
          <a:r>
            <a:rPr lang="en-US"/>
            <a:t>and audits as the traditional banks do</a:t>
          </a:r>
        </a:p>
      </dgm:t>
    </dgm:pt>
    <dgm:pt modelId="{42E9158F-BBFF-40C7-AB38-F64B403650E3}" type="parTrans" cxnId="{5320A6F5-74B1-43D7-A74D-2DDC934065D4}">
      <dgm:prSet/>
      <dgm:spPr/>
      <dgm:t>
        <a:bodyPr/>
        <a:lstStyle/>
        <a:p>
          <a:endParaRPr lang="en-US"/>
        </a:p>
      </dgm:t>
    </dgm:pt>
    <dgm:pt modelId="{5CFF4E26-45E7-4392-82DD-132FADE7D35D}" type="sibTrans" cxnId="{5320A6F5-74B1-43D7-A74D-2DDC934065D4}">
      <dgm:prSet/>
      <dgm:spPr/>
      <dgm:t>
        <a:bodyPr/>
        <a:lstStyle/>
        <a:p>
          <a:endParaRPr lang="en-US"/>
        </a:p>
      </dgm:t>
    </dgm:pt>
    <dgm:pt modelId="{BDDAA248-D024-4FB7-9617-536C3FB05C4A}">
      <dgm:prSet/>
      <dgm:spPr/>
      <dgm:t>
        <a:bodyPr/>
        <a:lstStyle/>
        <a:p>
          <a:r>
            <a:rPr lang="tr-TR"/>
            <a:t>Still</a:t>
          </a:r>
          <a:endParaRPr lang="en-US"/>
        </a:p>
      </dgm:t>
    </dgm:pt>
    <dgm:pt modelId="{98A790EE-4C04-4060-A4E5-57E162DE529B}" type="parTrans" cxnId="{0BAFF5BA-D9B5-42E1-9EE6-1C5C25FAFA1B}">
      <dgm:prSet/>
      <dgm:spPr/>
      <dgm:t>
        <a:bodyPr/>
        <a:lstStyle/>
        <a:p>
          <a:endParaRPr lang="en-US"/>
        </a:p>
      </dgm:t>
    </dgm:pt>
    <dgm:pt modelId="{9C81DCE1-7AE1-4CA7-BDAA-3F557B8BEAE8}" type="sibTrans" cxnId="{0BAFF5BA-D9B5-42E1-9EE6-1C5C25FAFA1B}">
      <dgm:prSet/>
      <dgm:spPr/>
      <dgm:t>
        <a:bodyPr/>
        <a:lstStyle/>
        <a:p>
          <a:endParaRPr lang="en-US"/>
        </a:p>
      </dgm:t>
    </dgm:pt>
    <dgm:pt modelId="{FFD21BC5-FF6C-4150-8BC3-18F205488D92}">
      <dgm:prSet/>
      <dgm:spPr/>
      <dgm:t>
        <a:bodyPr/>
        <a:lstStyle/>
        <a:p>
          <a:r>
            <a:rPr lang="en-US"/>
            <a:t>such a</a:t>
          </a:r>
          <a:r>
            <a:rPr lang="tr-TR"/>
            <a:t> </a:t>
          </a:r>
          <a:r>
            <a:rPr lang="en-US"/>
            <a:t>design merely replicates the fragile model of traditional financial networks,</a:t>
          </a:r>
        </a:p>
      </dgm:t>
    </dgm:pt>
    <dgm:pt modelId="{E86D461F-D3F9-4239-AD96-11956B251C51}" type="parTrans" cxnId="{935E783B-E1BD-4BE8-A0A9-1BC63DD661CE}">
      <dgm:prSet/>
      <dgm:spPr/>
      <dgm:t>
        <a:bodyPr/>
        <a:lstStyle/>
        <a:p>
          <a:endParaRPr lang="en-US"/>
        </a:p>
      </dgm:t>
    </dgm:pt>
    <dgm:pt modelId="{1815EA85-8D2A-4C39-AB34-58F84390D4FE}" type="sibTrans" cxnId="{935E783B-E1BD-4BE8-A0A9-1BC63DD661CE}">
      <dgm:prSet/>
      <dgm:spPr/>
      <dgm:t>
        <a:bodyPr/>
        <a:lstStyle/>
        <a:p>
          <a:endParaRPr lang="en-US"/>
        </a:p>
      </dgm:t>
    </dgm:pt>
    <dgm:pt modelId="{AC9817C8-72B2-4DA3-87FB-0C7AA1211EBA}">
      <dgm:prSet/>
      <dgm:spPr/>
      <dgm:t>
        <a:bodyPr/>
        <a:lstStyle/>
        <a:p>
          <a:r>
            <a:rPr lang="en-US"/>
            <a:t>plagued</a:t>
          </a:r>
          <a:r>
            <a:rPr lang="tr-TR"/>
            <a:t> </a:t>
          </a:r>
          <a:r>
            <a:rPr lang="en-US"/>
            <a:t>by identity theft, corruption, and embezzlement. </a:t>
          </a:r>
        </a:p>
      </dgm:t>
    </dgm:pt>
    <dgm:pt modelId="{962FF558-3AE9-49D5-A961-CBE9848E531D}" type="parTrans" cxnId="{B3EA4787-06CF-4B05-AB1E-EDE2BD805DAD}">
      <dgm:prSet/>
      <dgm:spPr/>
      <dgm:t>
        <a:bodyPr/>
        <a:lstStyle/>
        <a:p>
          <a:endParaRPr lang="en-US"/>
        </a:p>
      </dgm:t>
    </dgm:pt>
    <dgm:pt modelId="{EAEBAB04-125A-4652-9036-D131B2DA3C71}" type="sibTrans" cxnId="{B3EA4787-06CF-4B05-AB1E-EDE2BD805DAD}">
      <dgm:prSet/>
      <dgm:spPr/>
      <dgm:t>
        <a:bodyPr/>
        <a:lstStyle/>
        <a:p>
          <a:endParaRPr lang="en-US"/>
        </a:p>
      </dgm:t>
    </dgm:pt>
    <dgm:pt modelId="{574BB5FE-30E7-45E3-A089-5A7FC8A988AA}">
      <dgm:prSet/>
      <dgm:spPr/>
      <dgm:t>
        <a:bodyPr/>
        <a:lstStyle/>
        <a:p>
          <a:r>
            <a:rPr lang="tr-TR"/>
            <a:t>Avoid </a:t>
          </a:r>
          <a:r>
            <a:rPr lang="en-US"/>
            <a:t>centralized</a:t>
          </a:r>
          <a:r>
            <a:rPr lang="tr-TR"/>
            <a:t> </a:t>
          </a:r>
          <a:r>
            <a:rPr lang="en-US"/>
            <a:t>architectures </a:t>
          </a:r>
        </a:p>
      </dgm:t>
    </dgm:pt>
    <dgm:pt modelId="{3526BBCB-EFB5-40D6-A0D9-47C5024B885D}" type="parTrans" cxnId="{45CBACAC-003B-4176-B5CD-7D28D9F90CE5}">
      <dgm:prSet/>
      <dgm:spPr/>
      <dgm:t>
        <a:bodyPr/>
        <a:lstStyle/>
        <a:p>
          <a:endParaRPr lang="en-US"/>
        </a:p>
      </dgm:t>
    </dgm:pt>
    <dgm:pt modelId="{964A96B2-065E-409B-B2C9-F087F16AD3D5}" type="sibTrans" cxnId="{45CBACAC-003B-4176-B5CD-7D28D9F90CE5}">
      <dgm:prSet/>
      <dgm:spPr/>
      <dgm:t>
        <a:bodyPr/>
        <a:lstStyle/>
        <a:p>
          <a:endParaRPr lang="en-US"/>
        </a:p>
      </dgm:t>
    </dgm:pt>
    <dgm:pt modelId="{B02D7F32-B311-49A6-8876-56B92D255B69}">
      <dgm:prSet/>
      <dgm:spPr/>
      <dgm:t>
        <a:bodyPr/>
        <a:lstStyle/>
        <a:p>
          <a:r>
            <a:rPr lang="en-US"/>
            <a:t>To take advantage of bitcoin’s</a:t>
          </a:r>
          <a:r>
            <a:rPr lang="tr-TR"/>
            <a:t> </a:t>
          </a:r>
          <a:r>
            <a:rPr lang="en-US"/>
            <a:t>decentralized security model</a:t>
          </a:r>
        </a:p>
      </dgm:t>
    </dgm:pt>
    <dgm:pt modelId="{79B4AAAA-0661-4EA5-BF84-9ACF106B3D9E}" type="parTrans" cxnId="{B4965763-5C63-4914-87B9-6CF2D13694E0}">
      <dgm:prSet/>
      <dgm:spPr/>
      <dgm:t>
        <a:bodyPr/>
        <a:lstStyle/>
        <a:p>
          <a:endParaRPr lang="en-US"/>
        </a:p>
      </dgm:t>
    </dgm:pt>
    <dgm:pt modelId="{1F7F0D62-3439-4C60-875C-99A199977906}" type="sibTrans" cxnId="{B4965763-5C63-4914-87B9-6CF2D13694E0}">
      <dgm:prSet/>
      <dgm:spPr/>
      <dgm:t>
        <a:bodyPr/>
        <a:lstStyle/>
        <a:p>
          <a:endParaRPr lang="en-US"/>
        </a:p>
      </dgm:t>
    </dgm:pt>
    <dgm:pt modelId="{330921FB-7B71-4273-A493-58D116F1C03C}">
      <dgm:prSet/>
      <dgm:spPr/>
      <dgm:t>
        <a:bodyPr/>
        <a:lstStyle/>
        <a:p>
          <a:r>
            <a:rPr lang="en-US"/>
            <a:t>avoid the temptation of centralized</a:t>
          </a:r>
          <a:r>
            <a:rPr lang="tr-TR"/>
            <a:t> </a:t>
          </a:r>
          <a:r>
            <a:rPr lang="en-US"/>
            <a:t>architectures </a:t>
          </a:r>
        </a:p>
      </dgm:t>
    </dgm:pt>
    <dgm:pt modelId="{8E27D0F7-DBB4-4B2C-9F5B-E574AF5C6DB7}" type="parTrans" cxnId="{1E217602-7A67-4F5C-8800-BA0CFA922D7B}">
      <dgm:prSet/>
      <dgm:spPr/>
      <dgm:t>
        <a:bodyPr/>
        <a:lstStyle/>
        <a:p>
          <a:endParaRPr lang="en-US"/>
        </a:p>
      </dgm:t>
    </dgm:pt>
    <dgm:pt modelId="{877DAD3E-69E5-4833-822A-C9C56CB7D249}" type="sibTrans" cxnId="{1E217602-7A67-4F5C-8800-BA0CFA922D7B}">
      <dgm:prSet/>
      <dgm:spPr/>
      <dgm:t>
        <a:bodyPr/>
        <a:lstStyle/>
        <a:p>
          <a:endParaRPr lang="en-US"/>
        </a:p>
      </dgm:t>
    </dgm:pt>
    <dgm:pt modelId="{66E8EA6F-1BF8-40D7-B51A-B4DB32A34A89}" type="pres">
      <dgm:prSet presAssocID="{FCF002DE-A77A-4D41-8C1E-B5801E1D59A0}" presName="Name0" presStyleCnt="0">
        <dgm:presLayoutVars>
          <dgm:dir/>
          <dgm:animLvl val="lvl"/>
          <dgm:resizeHandles val="exact"/>
        </dgm:presLayoutVars>
      </dgm:prSet>
      <dgm:spPr/>
    </dgm:pt>
    <dgm:pt modelId="{576B1025-7527-457F-B1FD-2FE3A1B7F26B}" type="pres">
      <dgm:prSet presAssocID="{53DA95A0-1825-4834-A3FD-DCCEE7160698}" presName="linNode" presStyleCnt="0"/>
      <dgm:spPr/>
    </dgm:pt>
    <dgm:pt modelId="{886C6FDA-1D3F-4F89-97D9-9A4979A27C9B}" type="pres">
      <dgm:prSet presAssocID="{53DA95A0-1825-4834-A3FD-DCCEE716069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8E68B4A-059C-45A3-B911-E31965418F06}" type="pres">
      <dgm:prSet presAssocID="{53DA95A0-1825-4834-A3FD-DCCEE7160698}" presName="descendantText" presStyleLbl="alignAccFollowNode1" presStyleIdx="0" presStyleCnt="4">
        <dgm:presLayoutVars>
          <dgm:bulletEnabled val="1"/>
        </dgm:presLayoutVars>
      </dgm:prSet>
      <dgm:spPr/>
    </dgm:pt>
    <dgm:pt modelId="{8773F678-7F3E-431C-A36D-5B9EC196CEA8}" type="pres">
      <dgm:prSet presAssocID="{F8B34FCB-25FE-4801-AFE4-620932B04BB5}" presName="sp" presStyleCnt="0"/>
      <dgm:spPr/>
    </dgm:pt>
    <dgm:pt modelId="{AE21B89A-52C1-4B20-92EF-EE72C8B95D00}" type="pres">
      <dgm:prSet presAssocID="{FDE73CCA-5ED2-4AA8-A14E-6D85CF261524}" presName="linNode" presStyleCnt="0"/>
      <dgm:spPr/>
    </dgm:pt>
    <dgm:pt modelId="{A369CC3C-66C1-4F8A-A138-A4B5763FB661}" type="pres">
      <dgm:prSet presAssocID="{FDE73CCA-5ED2-4AA8-A14E-6D85CF26152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B324E14-75E2-472C-BEF7-6F383632A07B}" type="pres">
      <dgm:prSet presAssocID="{FDE73CCA-5ED2-4AA8-A14E-6D85CF261524}" presName="descendantText" presStyleLbl="alignAccFollowNode1" presStyleIdx="1" presStyleCnt="4">
        <dgm:presLayoutVars>
          <dgm:bulletEnabled val="1"/>
        </dgm:presLayoutVars>
      </dgm:prSet>
      <dgm:spPr/>
    </dgm:pt>
    <dgm:pt modelId="{D7298665-E2E1-4951-9136-852C50D1AB2A}" type="pres">
      <dgm:prSet presAssocID="{8C9478D2-7AA6-4ED3-B9A3-FDC68EA04D7E}" presName="sp" presStyleCnt="0"/>
      <dgm:spPr/>
    </dgm:pt>
    <dgm:pt modelId="{0ABF184C-7677-4F2C-8A9A-F097E1FFB04B}" type="pres">
      <dgm:prSet presAssocID="{BDDAA248-D024-4FB7-9617-536C3FB05C4A}" presName="linNode" presStyleCnt="0"/>
      <dgm:spPr/>
    </dgm:pt>
    <dgm:pt modelId="{C5CDB059-A338-4724-A63C-372E8ABB747A}" type="pres">
      <dgm:prSet presAssocID="{BDDAA248-D024-4FB7-9617-536C3FB05C4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2838F74-88BB-4961-B953-52FC7CB05319}" type="pres">
      <dgm:prSet presAssocID="{BDDAA248-D024-4FB7-9617-536C3FB05C4A}" presName="descendantText" presStyleLbl="alignAccFollowNode1" presStyleIdx="2" presStyleCnt="4">
        <dgm:presLayoutVars>
          <dgm:bulletEnabled val="1"/>
        </dgm:presLayoutVars>
      </dgm:prSet>
      <dgm:spPr/>
    </dgm:pt>
    <dgm:pt modelId="{7EF3EF23-6466-425A-9E65-95159D11D4C2}" type="pres">
      <dgm:prSet presAssocID="{9C81DCE1-7AE1-4CA7-BDAA-3F557B8BEAE8}" presName="sp" presStyleCnt="0"/>
      <dgm:spPr/>
    </dgm:pt>
    <dgm:pt modelId="{7323F18C-F509-4A39-9FBA-B2EE8DEA371E}" type="pres">
      <dgm:prSet presAssocID="{574BB5FE-30E7-45E3-A089-5A7FC8A988AA}" presName="linNode" presStyleCnt="0"/>
      <dgm:spPr/>
    </dgm:pt>
    <dgm:pt modelId="{FB6940B4-C983-440F-AA74-0FC2B4AA80CB}" type="pres">
      <dgm:prSet presAssocID="{574BB5FE-30E7-45E3-A089-5A7FC8A988A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18378D1-9598-4535-A731-49243F1D9B63}" type="pres">
      <dgm:prSet presAssocID="{574BB5FE-30E7-45E3-A089-5A7FC8A988A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E217602-7A67-4F5C-8800-BA0CFA922D7B}" srcId="{574BB5FE-30E7-45E3-A089-5A7FC8A988AA}" destId="{330921FB-7B71-4273-A493-58D116F1C03C}" srcOrd="1" destOrd="0" parTransId="{8E27D0F7-DBB4-4B2C-9F5B-E574AF5C6DB7}" sibTransId="{877DAD3E-69E5-4833-822A-C9C56CB7D249}"/>
    <dgm:cxn modelId="{AE651212-DEFE-4BE0-B138-A22AB6B35ED6}" srcId="{FCF002DE-A77A-4D41-8C1E-B5801E1D59A0}" destId="{53DA95A0-1825-4834-A3FD-DCCEE7160698}" srcOrd="0" destOrd="0" parTransId="{046C2D60-6ED5-44D5-A8FA-61292BF2F825}" sibTransId="{F8B34FCB-25FE-4801-AFE4-620932B04BB5}"/>
    <dgm:cxn modelId="{5D8E9C16-078B-48B6-A5EB-3CF7A1B04B0D}" srcId="{FDE73CCA-5ED2-4AA8-A14E-6D85CF261524}" destId="{2029C8C8-E5A8-4FDD-B3E6-3CB6FCD5DB5F}" srcOrd="0" destOrd="0" parTransId="{CA54D617-8F20-45FC-92C1-7D418E8484CE}" sibTransId="{FD9358AE-C532-4F93-903B-DC986CDDDE1E}"/>
    <dgm:cxn modelId="{FA0A081B-32A6-400C-A754-A003FEF99FDF}" type="presOf" srcId="{FFD21BC5-FF6C-4150-8BC3-18F205488D92}" destId="{A2838F74-88BB-4961-B953-52FC7CB05319}" srcOrd="0" destOrd="0" presId="urn:microsoft.com/office/officeart/2005/8/layout/vList5"/>
    <dgm:cxn modelId="{AFDE7E30-AD40-4E15-8676-7C53726DD5DD}" srcId="{53DA95A0-1825-4834-A3FD-DCCEE7160698}" destId="{910132E6-F3DD-4FDB-915E-0B3C7ADDEFD9}" srcOrd="1" destOrd="0" parTransId="{2C9B3CAA-FA4F-42C3-A29F-19E16E38F383}" sibTransId="{EBD26E27-00FB-4885-A58A-0BBF3C27ACE4}"/>
    <dgm:cxn modelId="{6D903D34-8AB6-4298-A807-1683FCFF24FB}" type="presOf" srcId="{330921FB-7B71-4273-A493-58D116F1C03C}" destId="{D18378D1-9598-4535-A731-49243F1D9B63}" srcOrd="0" destOrd="1" presId="urn:microsoft.com/office/officeart/2005/8/layout/vList5"/>
    <dgm:cxn modelId="{935E783B-E1BD-4BE8-A0A9-1BC63DD661CE}" srcId="{BDDAA248-D024-4FB7-9617-536C3FB05C4A}" destId="{FFD21BC5-FF6C-4150-8BC3-18F205488D92}" srcOrd="0" destOrd="0" parTransId="{E86D461F-D3F9-4239-AD96-11956B251C51}" sibTransId="{1815EA85-8D2A-4C39-AB34-58F84390D4FE}"/>
    <dgm:cxn modelId="{B4965763-5C63-4914-87B9-6CF2D13694E0}" srcId="{574BB5FE-30E7-45E3-A089-5A7FC8A988AA}" destId="{B02D7F32-B311-49A6-8876-56B92D255B69}" srcOrd="0" destOrd="0" parTransId="{79B4AAAA-0661-4EA5-BF84-9ACF106B3D9E}" sibTransId="{1F7F0D62-3439-4C60-875C-99A199977906}"/>
    <dgm:cxn modelId="{ED12BC6E-1D0B-4B27-84EF-17E053562F89}" type="presOf" srcId="{2029C8C8-E5A8-4FDD-B3E6-3CB6FCD5DB5F}" destId="{9B324E14-75E2-472C-BEF7-6F383632A07B}" srcOrd="0" destOrd="0" presId="urn:microsoft.com/office/officeart/2005/8/layout/vList5"/>
    <dgm:cxn modelId="{4C8C8F6F-4E0C-44A8-A732-031EACFA9491}" type="presOf" srcId="{910132E6-F3DD-4FDB-915E-0B3C7ADDEFD9}" destId="{48E68B4A-059C-45A3-B911-E31965418F06}" srcOrd="0" destOrd="1" presId="urn:microsoft.com/office/officeart/2005/8/layout/vList5"/>
    <dgm:cxn modelId="{D961FE77-D6CB-43AF-8980-945772D162FC}" type="presOf" srcId="{B02D7F32-B311-49A6-8876-56B92D255B69}" destId="{D18378D1-9598-4535-A731-49243F1D9B63}" srcOrd="0" destOrd="0" presId="urn:microsoft.com/office/officeart/2005/8/layout/vList5"/>
    <dgm:cxn modelId="{2FC67681-3559-4CE0-82CC-C7144B244A16}" srcId="{FCF002DE-A77A-4D41-8C1E-B5801E1D59A0}" destId="{FDE73CCA-5ED2-4AA8-A14E-6D85CF261524}" srcOrd="1" destOrd="0" parTransId="{965E95A6-56E2-4623-BA3C-6F50F7BF8D0B}" sibTransId="{8C9478D2-7AA6-4ED3-B9A3-FDC68EA04D7E}"/>
    <dgm:cxn modelId="{82B91085-A3F1-4C2A-ACDC-0C1C1D34544A}" type="presOf" srcId="{FDE73CCA-5ED2-4AA8-A14E-6D85CF261524}" destId="{A369CC3C-66C1-4F8A-A138-A4B5763FB661}" srcOrd="0" destOrd="0" presId="urn:microsoft.com/office/officeart/2005/8/layout/vList5"/>
    <dgm:cxn modelId="{B3EA4787-06CF-4B05-AB1E-EDE2BD805DAD}" srcId="{BDDAA248-D024-4FB7-9617-536C3FB05C4A}" destId="{AC9817C8-72B2-4DA3-87FB-0C7AA1211EBA}" srcOrd="1" destOrd="0" parTransId="{962FF558-3AE9-49D5-A961-CBE9848E531D}" sibTransId="{EAEBAB04-125A-4652-9036-D131B2DA3C71}"/>
    <dgm:cxn modelId="{3CAC748F-ED95-43C0-B714-6C384E4B15FE}" type="presOf" srcId="{AC9817C8-72B2-4DA3-87FB-0C7AA1211EBA}" destId="{A2838F74-88BB-4961-B953-52FC7CB05319}" srcOrd="0" destOrd="1" presId="urn:microsoft.com/office/officeart/2005/8/layout/vList5"/>
    <dgm:cxn modelId="{45CBACAC-003B-4176-B5CD-7D28D9F90CE5}" srcId="{FCF002DE-A77A-4D41-8C1E-B5801E1D59A0}" destId="{574BB5FE-30E7-45E3-A089-5A7FC8A988AA}" srcOrd="3" destOrd="0" parTransId="{3526BBCB-EFB5-40D6-A0D9-47C5024B885D}" sibTransId="{964A96B2-065E-409B-B2C9-F087F16AD3D5}"/>
    <dgm:cxn modelId="{D66F39AE-F67F-462C-8D4B-AA2D52EBFABD}" type="presOf" srcId="{BEB6F683-AF01-4C4A-8818-F3D5F926144E}" destId="{9B324E14-75E2-472C-BEF7-6F383632A07B}" srcOrd="0" destOrd="2" presId="urn:microsoft.com/office/officeart/2005/8/layout/vList5"/>
    <dgm:cxn modelId="{59C1A4B5-838E-4AA0-8F01-22CEC4947420}" srcId="{53DA95A0-1825-4834-A3FD-DCCEE7160698}" destId="{087195D9-E534-4E40-8DDA-03152A115DC6}" srcOrd="0" destOrd="0" parTransId="{542F7926-EE9D-4ACB-9748-119EED6B59F9}" sibTransId="{DEA54DB1-4FBF-4964-BECA-D20658F6F036}"/>
    <dgm:cxn modelId="{0BAFF5BA-D9B5-42E1-9EE6-1C5C25FAFA1B}" srcId="{FCF002DE-A77A-4D41-8C1E-B5801E1D59A0}" destId="{BDDAA248-D024-4FB7-9617-536C3FB05C4A}" srcOrd="2" destOrd="0" parTransId="{98A790EE-4C04-4060-A4E5-57E162DE529B}" sibTransId="{9C81DCE1-7AE1-4CA7-BDAA-3F557B8BEAE8}"/>
    <dgm:cxn modelId="{4CCEF0C6-4756-4AD0-9A50-6596964F5101}" type="presOf" srcId="{BDDAA248-D024-4FB7-9617-536C3FB05C4A}" destId="{C5CDB059-A338-4724-A63C-372E8ABB747A}" srcOrd="0" destOrd="0" presId="urn:microsoft.com/office/officeart/2005/8/layout/vList5"/>
    <dgm:cxn modelId="{BCBD09D4-2380-4AF1-8140-B006A6617A92}" type="presOf" srcId="{087195D9-E534-4E40-8DDA-03152A115DC6}" destId="{48E68B4A-059C-45A3-B911-E31965418F06}" srcOrd="0" destOrd="0" presId="urn:microsoft.com/office/officeart/2005/8/layout/vList5"/>
    <dgm:cxn modelId="{BD2F00D7-FE95-4B46-BD89-5D3B2408D1B5}" srcId="{FDE73CCA-5ED2-4AA8-A14E-6D85CF261524}" destId="{11022288-76D8-4FBC-BCD7-8C02D15FA0F7}" srcOrd="1" destOrd="0" parTransId="{D305F0A6-C10F-4FCD-A457-EB67AE662EE6}" sibTransId="{F9E014CF-EFF8-4E8C-81C9-401CA3554E04}"/>
    <dgm:cxn modelId="{410AEEDA-0D6E-4D8C-8636-80E84005283B}" type="presOf" srcId="{FCF002DE-A77A-4D41-8C1E-B5801E1D59A0}" destId="{66E8EA6F-1BF8-40D7-B51A-B4DB32A34A89}" srcOrd="0" destOrd="0" presId="urn:microsoft.com/office/officeart/2005/8/layout/vList5"/>
    <dgm:cxn modelId="{E34DBAE1-9054-4A2B-A173-132BC0593C13}" type="presOf" srcId="{574BB5FE-30E7-45E3-A089-5A7FC8A988AA}" destId="{FB6940B4-C983-440F-AA74-0FC2B4AA80CB}" srcOrd="0" destOrd="0" presId="urn:microsoft.com/office/officeart/2005/8/layout/vList5"/>
    <dgm:cxn modelId="{44206EE3-1AE4-4220-A8B2-B1B662E86243}" type="presOf" srcId="{53DA95A0-1825-4834-A3FD-DCCEE7160698}" destId="{886C6FDA-1D3F-4F89-97D9-9A4979A27C9B}" srcOrd="0" destOrd="0" presId="urn:microsoft.com/office/officeart/2005/8/layout/vList5"/>
    <dgm:cxn modelId="{300A7EED-D006-492F-9A77-61B0C30E02C3}" type="presOf" srcId="{11022288-76D8-4FBC-BCD7-8C02D15FA0F7}" destId="{9B324E14-75E2-472C-BEF7-6F383632A07B}" srcOrd="0" destOrd="1" presId="urn:microsoft.com/office/officeart/2005/8/layout/vList5"/>
    <dgm:cxn modelId="{5320A6F5-74B1-43D7-A74D-2DDC934065D4}" srcId="{FDE73CCA-5ED2-4AA8-A14E-6D85CF261524}" destId="{BEB6F683-AF01-4C4A-8818-F3D5F926144E}" srcOrd="2" destOrd="0" parTransId="{42E9158F-BBFF-40C7-AB38-F64B403650E3}" sibTransId="{5CFF4E26-45E7-4392-82DD-132FADE7D35D}"/>
    <dgm:cxn modelId="{13FD92B9-1CD6-4F94-97C2-5DB9846D08A6}" type="presParOf" srcId="{66E8EA6F-1BF8-40D7-B51A-B4DB32A34A89}" destId="{576B1025-7527-457F-B1FD-2FE3A1B7F26B}" srcOrd="0" destOrd="0" presId="urn:microsoft.com/office/officeart/2005/8/layout/vList5"/>
    <dgm:cxn modelId="{D7661E6A-29C0-4416-BB23-672BEA4FD688}" type="presParOf" srcId="{576B1025-7527-457F-B1FD-2FE3A1B7F26B}" destId="{886C6FDA-1D3F-4F89-97D9-9A4979A27C9B}" srcOrd="0" destOrd="0" presId="urn:microsoft.com/office/officeart/2005/8/layout/vList5"/>
    <dgm:cxn modelId="{56E36E78-70FE-42B1-BD92-2B35A85279E2}" type="presParOf" srcId="{576B1025-7527-457F-B1FD-2FE3A1B7F26B}" destId="{48E68B4A-059C-45A3-B911-E31965418F06}" srcOrd="1" destOrd="0" presId="urn:microsoft.com/office/officeart/2005/8/layout/vList5"/>
    <dgm:cxn modelId="{5B88978A-84E9-4D6F-8FFF-D283EBE0995E}" type="presParOf" srcId="{66E8EA6F-1BF8-40D7-B51A-B4DB32A34A89}" destId="{8773F678-7F3E-431C-A36D-5B9EC196CEA8}" srcOrd="1" destOrd="0" presId="urn:microsoft.com/office/officeart/2005/8/layout/vList5"/>
    <dgm:cxn modelId="{1E5FCC24-E6BD-4CF2-8D05-7B298D1A671A}" type="presParOf" srcId="{66E8EA6F-1BF8-40D7-B51A-B4DB32A34A89}" destId="{AE21B89A-52C1-4B20-92EF-EE72C8B95D00}" srcOrd="2" destOrd="0" presId="urn:microsoft.com/office/officeart/2005/8/layout/vList5"/>
    <dgm:cxn modelId="{5824EA20-8814-4FB8-AA77-0C81F5404598}" type="presParOf" srcId="{AE21B89A-52C1-4B20-92EF-EE72C8B95D00}" destId="{A369CC3C-66C1-4F8A-A138-A4B5763FB661}" srcOrd="0" destOrd="0" presId="urn:microsoft.com/office/officeart/2005/8/layout/vList5"/>
    <dgm:cxn modelId="{1B6127D7-4060-4809-AABB-77E0745142B0}" type="presParOf" srcId="{AE21B89A-52C1-4B20-92EF-EE72C8B95D00}" destId="{9B324E14-75E2-472C-BEF7-6F383632A07B}" srcOrd="1" destOrd="0" presId="urn:microsoft.com/office/officeart/2005/8/layout/vList5"/>
    <dgm:cxn modelId="{7BA3A01F-70EE-4707-B923-CD71F8719F52}" type="presParOf" srcId="{66E8EA6F-1BF8-40D7-B51A-B4DB32A34A89}" destId="{D7298665-E2E1-4951-9136-852C50D1AB2A}" srcOrd="3" destOrd="0" presId="urn:microsoft.com/office/officeart/2005/8/layout/vList5"/>
    <dgm:cxn modelId="{CF1F8A82-8234-4EF7-8551-25C32329CE5D}" type="presParOf" srcId="{66E8EA6F-1BF8-40D7-B51A-B4DB32A34A89}" destId="{0ABF184C-7677-4F2C-8A9A-F097E1FFB04B}" srcOrd="4" destOrd="0" presId="urn:microsoft.com/office/officeart/2005/8/layout/vList5"/>
    <dgm:cxn modelId="{965E4C2D-45F2-4A02-AF01-D2FE5465665F}" type="presParOf" srcId="{0ABF184C-7677-4F2C-8A9A-F097E1FFB04B}" destId="{C5CDB059-A338-4724-A63C-372E8ABB747A}" srcOrd="0" destOrd="0" presId="urn:microsoft.com/office/officeart/2005/8/layout/vList5"/>
    <dgm:cxn modelId="{5CB5995A-4253-48D7-B5C8-4AC28A5AE307}" type="presParOf" srcId="{0ABF184C-7677-4F2C-8A9A-F097E1FFB04B}" destId="{A2838F74-88BB-4961-B953-52FC7CB05319}" srcOrd="1" destOrd="0" presId="urn:microsoft.com/office/officeart/2005/8/layout/vList5"/>
    <dgm:cxn modelId="{9A4960E9-64E9-4353-AA1B-4EC341AFF935}" type="presParOf" srcId="{66E8EA6F-1BF8-40D7-B51A-B4DB32A34A89}" destId="{7EF3EF23-6466-425A-9E65-95159D11D4C2}" srcOrd="5" destOrd="0" presId="urn:microsoft.com/office/officeart/2005/8/layout/vList5"/>
    <dgm:cxn modelId="{052651F8-F1BF-449D-9CAC-E6C7B1C59C47}" type="presParOf" srcId="{66E8EA6F-1BF8-40D7-B51A-B4DB32A34A89}" destId="{7323F18C-F509-4A39-9FBA-B2EE8DEA371E}" srcOrd="6" destOrd="0" presId="urn:microsoft.com/office/officeart/2005/8/layout/vList5"/>
    <dgm:cxn modelId="{807241AC-BE95-4B56-A6F1-F0D99655F722}" type="presParOf" srcId="{7323F18C-F509-4A39-9FBA-B2EE8DEA371E}" destId="{FB6940B4-C983-440F-AA74-0FC2B4AA80CB}" srcOrd="0" destOrd="0" presId="urn:microsoft.com/office/officeart/2005/8/layout/vList5"/>
    <dgm:cxn modelId="{F71CD65D-E890-4650-94AA-13DD64A67B86}" type="presParOf" srcId="{7323F18C-F509-4A39-9FBA-B2EE8DEA371E}" destId="{D18378D1-9598-4535-A731-49243F1D9B6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B30A5A1-9DC4-4453-B837-3E8219361A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6CD8962-C7DF-4E50-8C6D-EE2165F54A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Trusted</a:t>
          </a:r>
          <a:r>
            <a:rPr lang="tr-TR"/>
            <a:t> </a:t>
          </a:r>
          <a:r>
            <a:rPr lang="en-US"/>
            <a:t>core </a:t>
          </a:r>
          <a:r>
            <a:rPr lang="tr-TR"/>
            <a:t>of traditional security architectures</a:t>
          </a:r>
          <a:endParaRPr lang="en-US"/>
        </a:p>
      </dgm:t>
    </dgm:pt>
    <dgm:pt modelId="{828AE28C-764B-43B2-8583-7FFA64B3FD38}" type="parTrans" cxnId="{CF9EA576-6825-40DF-939D-6F1341177B10}">
      <dgm:prSet/>
      <dgm:spPr/>
      <dgm:t>
        <a:bodyPr/>
        <a:lstStyle/>
        <a:p>
          <a:endParaRPr lang="en-US"/>
        </a:p>
      </dgm:t>
    </dgm:pt>
    <dgm:pt modelId="{1753F17A-6697-4C3D-9B1B-96E628BCE0E5}" type="sibTrans" cxnId="{CF9EA576-6825-40DF-939D-6F1341177B10}">
      <dgm:prSet/>
      <dgm:spPr/>
      <dgm:t>
        <a:bodyPr/>
        <a:lstStyle/>
        <a:p>
          <a:endParaRPr lang="en-US"/>
        </a:p>
      </dgm:t>
    </dgm:pt>
    <dgm:pt modelId="{4F3C6D96-8BF7-41CA-9BDC-ACA045DC74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security of the overall system or</a:t>
          </a:r>
          <a:r>
            <a:rPr lang="tr-TR"/>
            <a:t> </a:t>
          </a:r>
          <a:r>
            <a:rPr lang="en-US"/>
            <a:t>application</a:t>
          </a:r>
        </a:p>
      </dgm:t>
    </dgm:pt>
    <dgm:pt modelId="{6F406885-92D6-44D9-9F5F-828979D456B8}" type="parTrans" cxnId="{D8E2B16B-F47D-480F-95B4-FAE2879BA682}">
      <dgm:prSet/>
      <dgm:spPr/>
      <dgm:t>
        <a:bodyPr/>
        <a:lstStyle/>
        <a:p>
          <a:endParaRPr lang="en-US"/>
        </a:p>
      </dgm:t>
    </dgm:pt>
    <dgm:pt modelId="{531B2085-6D84-47B5-A15D-A21588F92493}" type="sibTrans" cxnId="{D8E2B16B-F47D-480F-95B4-FAE2879BA682}">
      <dgm:prSet/>
      <dgm:spPr/>
      <dgm:t>
        <a:bodyPr/>
        <a:lstStyle/>
        <a:p>
          <a:endParaRPr lang="en-US"/>
        </a:p>
      </dgm:t>
    </dgm:pt>
    <dgm:pt modelId="{30E4B991-C106-45DC-9A86-F9D5EEF52A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trusted core used as the foundation </a:t>
          </a:r>
        </a:p>
      </dgm:t>
    </dgm:pt>
    <dgm:pt modelId="{8ECC5BB8-1E67-4B08-B3D1-A70FCA14A6CC}" type="parTrans" cxnId="{42FD8DCC-3019-4484-B00C-3A7C4D0FFD99}">
      <dgm:prSet/>
      <dgm:spPr/>
      <dgm:t>
        <a:bodyPr/>
        <a:lstStyle/>
        <a:p>
          <a:endParaRPr lang="en-US"/>
        </a:p>
      </dgm:t>
    </dgm:pt>
    <dgm:pt modelId="{D947E204-191F-4139-B72B-78F8628DBD3D}" type="sibTrans" cxnId="{42FD8DCC-3019-4484-B00C-3A7C4D0FFD99}">
      <dgm:prSet/>
      <dgm:spPr/>
      <dgm:t>
        <a:bodyPr/>
        <a:lstStyle/>
        <a:p>
          <a:endParaRPr lang="en-US"/>
        </a:p>
      </dgm:t>
    </dgm:pt>
    <dgm:pt modelId="{F096230E-4184-4F34-A0E0-18D614A3818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Security architecture </a:t>
          </a:r>
        </a:p>
      </dgm:t>
    </dgm:pt>
    <dgm:pt modelId="{62010C6D-C7BF-4F73-B45B-78B4296E266E}" type="parTrans" cxnId="{E9321F20-4563-43A3-B410-3742E6CCA966}">
      <dgm:prSet/>
      <dgm:spPr/>
      <dgm:t>
        <a:bodyPr/>
        <a:lstStyle/>
        <a:p>
          <a:endParaRPr lang="en-US"/>
        </a:p>
      </dgm:t>
    </dgm:pt>
    <dgm:pt modelId="{43957F1A-748E-4E34-88B5-68523616185C}" type="sibTrans" cxnId="{E9321F20-4563-43A3-B410-3742E6CCA966}">
      <dgm:prSet/>
      <dgm:spPr/>
      <dgm:t>
        <a:bodyPr/>
        <a:lstStyle/>
        <a:p>
          <a:endParaRPr lang="en-US"/>
        </a:p>
      </dgm:t>
    </dgm:pt>
    <dgm:pt modelId="{B5D1B940-6522-47B0-85EC-EE3CA4DD0E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developed around the root of trust </a:t>
          </a:r>
        </a:p>
      </dgm:t>
    </dgm:pt>
    <dgm:pt modelId="{E7642A10-C834-4D97-B013-DF5FC2F3C05C}" type="parTrans" cxnId="{1F3DB8E2-08A2-4C17-B5D9-C3D5B666E343}">
      <dgm:prSet/>
      <dgm:spPr/>
      <dgm:t>
        <a:bodyPr/>
        <a:lstStyle/>
        <a:p>
          <a:endParaRPr lang="en-US"/>
        </a:p>
      </dgm:t>
    </dgm:pt>
    <dgm:pt modelId="{050D6896-7C2B-4E64-B4C1-5746348C1E74}" type="sibTrans" cxnId="{1F3DB8E2-08A2-4C17-B5D9-C3D5B666E343}">
      <dgm:prSet/>
      <dgm:spPr/>
      <dgm:t>
        <a:bodyPr/>
        <a:lstStyle/>
        <a:p>
          <a:endParaRPr lang="en-US"/>
        </a:p>
      </dgm:t>
    </dgm:pt>
    <dgm:pt modelId="{CD76D24C-1C5B-49A4-BA53-F0476DCCDE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Onion layers</a:t>
          </a:r>
          <a:endParaRPr lang="en-US"/>
        </a:p>
      </dgm:t>
    </dgm:pt>
    <dgm:pt modelId="{8E35AD33-A6B1-4234-BC7C-5C5984D4D008}" type="parTrans" cxnId="{EC6EBADB-E9DC-4157-94B4-290E007D5F67}">
      <dgm:prSet/>
      <dgm:spPr/>
      <dgm:t>
        <a:bodyPr/>
        <a:lstStyle/>
        <a:p>
          <a:endParaRPr lang="en-US"/>
        </a:p>
      </dgm:t>
    </dgm:pt>
    <dgm:pt modelId="{8654937C-77B9-471C-8ED6-851F20AC235E}" type="sibTrans" cxnId="{EC6EBADB-E9DC-4157-94B4-290E007D5F67}">
      <dgm:prSet/>
      <dgm:spPr/>
      <dgm:t>
        <a:bodyPr/>
        <a:lstStyle/>
        <a:p>
          <a:endParaRPr lang="en-US"/>
        </a:p>
      </dgm:t>
    </dgm:pt>
    <dgm:pt modelId="{D5C0A750-CFC1-42F8-B51C-9B4716B683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series of</a:t>
          </a:r>
          <a:r>
            <a:rPr lang="tr-TR"/>
            <a:t> </a:t>
          </a:r>
          <a:r>
            <a:rPr lang="en-US"/>
            <a:t>concentric circles</a:t>
          </a:r>
        </a:p>
      </dgm:t>
    </dgm:pt>
    <dgm:pt modelId="{76BD8F7F-1E29-4213-9423-2B36B596C607}" type="parTrans" cxnId="{C86A0C62-43A9-4D18-A2E9-6EB55D845C52}">
      <dgm:prSet/>
      <dgm:spPr/>
      <dgm:t>
        <a:bodyPr/>
        <a:lstStyle/>
        <a:p>
          <a:endParaRPr lang="en-US"/>
        </a:p>
      </dgm:t>
    </dgm:pt>
    <dgm:pt modelId="{F987DA3E-646B-4C79-B52D-867FFEC45866}" type="sibTrans" cxnId="{C86A0C62-43A9-4D18-A2E9-6EB55D845C52}">
      <dgm:prSet/>
      <dgm:spPr/>
      <dgm:t>
        <a:bodyPr/>
        <a:lstStyle/>
        <a:p>
          <a:endParaRPr lang="en-US"/>
        </a:p>
      </dgm:t>
    </dgm:pt>
    <dgm:pt modelId="{7596C129-A5B8-4458-857E-7A77EDDF98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extending trust outward from the center.</a:t>
          </a:r>
        </a:p>
      </dgm:t>
    </dgm:pt>
    <dgm:pt modelId="{D9081674-4D6F-4205-B44E-1FDCCC5B8135}" type="parTrans" cxnId="{ABAE1764-4CE0-49FB-A2C5-E377A1AB7E1D}">
      <dgm:prSet/>
      <dgm:spPr/>
      <dgm:t>
        <a:bodyPr/>
        <a:lstStyle/>
        <a:p>
          <a:endParaRPr lang="en-US"/>
        </a:p>
      </dgm:t>
    </dgm:pt>
    <dgm:pt modelId="{5F995009-CE3E-4966-B2B5-26D01E67A828}" type="sibTrans" cxnId="{ABAE1764-4CE0-49FB-A2C5-E377A1AB7E1D}">
      <dgm:prSet/>
      <dgm:spPr/>
      <dgm:t>
        <a:bodyPr/>
        <a:lstStyle/>
        <a:p>
          <a:endParaRPr lang="en-US"/>
        </a:p>
      </dgm:t>
    </dgm:pt>
    <dgm:pt modelId="{351CAAD5-F0BC-455C-9C36-1CD95BC358F3}" type="pres">
      <dgm:prSet presAssocID="{3B30A5A1-9DC4-4453-B837-3E8219361A7F}" presName="root" presStyleCnt="0">
        <dgm:presLayoutVars>
          <dgm:dir/>
          <dgm:resizeHandles val="exact"/>
        </dgm:presLayoutVars>
      </dgm:prSet>
      <dgm:spPr/>
    </dgm:pt>
    <dgm:pt modelId="{68666046-A54E-4EF2-A806-3134290045E6}" type="pres">
      <dgm:prSet presAssocID="{86CD8962-C7DF-4E50-8C6D-EE2165F54AE2}" presName="compNode" presStyleCnt="0"/>
      <dgm:spPr/>
    </dgm:pt>
    <dgm:pt modelId="{8E20FCBD-289A-45F4-B6EE-4529BCB447E0}" type="pres">
      <dgm:prSet presAssocID="{86CD8962-C7DF-4E50-8C6D-EE2165F54A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2D56C0CE-03F4-43A2-B086-8EF4D3CDA9BA}" type="pres">
      <dgm:prSet presAssocID="{86CD8962-C7DF-4E50-8C6D-EE2165F54AE2}" presName="iconSpace" presStyleCnt="0"/>
      <dgm:spPr/>
    </dgm:pt>
    <dgm:pt modelId="{1BCCB925-17E6-4211-B182-61BA4F5CB382}" type="pres">
      <dgm:prSet presAssocID="{86CD8962-C7DF-4E50-8C6D-EE2165F54AE2}" presName="parTx" presStyleLbl="revTx" presStyleIdx="0" presStyleCnt="6">
        <dgm:presLayoutVars>
          <dgm:chMax val="0"/>
          <dgm:chPref val="0"/>
        </dgm:presLayoutVars>
      </dgm:prSet>
      <dgm:spPr/>
    </dgm:pt>
    <dgm:pt modelId="{55CD07D5-27A4-413A-AC64-133DAF326F6F}" type="pres">
      <dgm:prSet presAssocID="{86CD8962-C7DF-4E50-8C6D-EE2165F54AE2}" presName="txSpace" presStyleCnt="0"/>
      <dgm:spPr/>
    </dgm:pt>
    <dgm:pt modelId="{4F47C231-388A-4E1C-957A-688888D366CC}" type="pres">
      <dgm:prSet presAssocID="{86CD8962-C7DF-4E50-8C6D-EE2165F54AE2}" presName="desTx" presStyleLbl="revTx" presStyleIdx="1" presStyleCnt="6">
        <dgm:presLayoutVars/>
      </dgm:prSet>
      <dgm:spPr/>
    </dgm:pt>
    <dgm:pt modelId="{86EE6753-2B9F-4119-9B83-074E5332FE89}" type="pres">
      <dgm:prSet presAssocID="{1753F17A-6697-4C3D-9B1B-96E628BCE0E5}" presName="sibTrans" presStyleCnt="0"/>
      <dgm:spPr/>
    </dgm:pt>
    <dgm:pt modelId="{3DAEDE93-DBF4-471F-8CF9-67831743190A}" type="pres">
      <dgm:prSet presAssocID="{F096230E-4184-4F34-A0E0-18D614A3818C}" presName="compNode" presStyleCnt="0"/>
      <dgm:spPr/>
    </dgm:pt>
    <dgm:pt modelId="{8C8B8120-CF33-4153-B443-3235928C98E3}" type="pres">
      <dgm:prSet presAssocID="{F096230E-4184-4F34-A0E0-18D614A381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ahtar"/>
        </a:ext>
      </dgm:extLst>
    </dgm:pt>
    <dgm:pt modelId="{5E662298-9D7B-4BF7-8799-557E35B73B46}" type="pres">
      <dgm:prSet presAssocID="{F096230E-4184-4F34-A0E0-18D614A3818C}" presName="iconSpace" presStyleCnt="0"/>
      <dgm:spPr/>
    </dgm:pt>
    <dgm:pt modelId="{7CDF4DD7-A8E0-4B96-98AD-0F35EB18B28D}" type="pres">
      <dgm:prSet presAssocID="{F096230E-4184-4F34-A0E0-18D614A3818C}" presName="parTx" presStyleLbl="revTx" presStyleIdx="2" presStyleCnt="6">
        <dgm:presLayoutVars>
          <dgm:chMax val="0"/>
          <dgm:chPref val="0"/>
        </dgm:presLayoutVars>
      </dgm:prSet>
      <dgm:spPr/>
    </dgm:pt>
    <dgm:pt modelId="{D548B6A0-7CA1-44F8-837C-11FBF3FF0A14}" type="pres">
      <dgm:prSet presAssocID="{F096230E-4184-4F34-A0E0-18D614A3818C}" presName="txSpace" presStyleCnt="0"/>
      <dgm:spPr/>
    </dgm:pt>
    <dgm:pt modelId="{263CF910-712C-4DE9-B987-D612DA4551C5}" type="pres">
      <dgm:prSet presAssocID="{F096230E-4184-4F34-A0E0-18D614A3818C}" presName="desTx" presStyleLbl="revTx" presStyleIdx="3" presStyleCnt="6">
        <dgm:presLayoutVars/>
      </dgm:prSet>
      <dgm:spPr/>
    </dgm:pt>
    <dgm:pt modelId="{3FB0478A-4F21-483B-BBD5-53F190306B51}" type="pres">
      <dgm:prSet presAssocID="{43957F1A-748E-4E34-88B5-68523616185C}" presName="sibTrans" presStyleCnt="0"/>
      <dgm:spPr/>
    </dgm:pt>
    <dgm:pt modelId="{007FDF63-9136-4B6E-B53C-8D204F53E5B5}" type="pres">
      <dgm:prSet presAssocID="{CD76D24C-1C5B-49A4-BA53-F0476DCCDE4C}" presName="compNode" presStyleCnt="0"/>
      <dgm:spPr/>
    </dgm:pt>
    <dgm:pt modelId="{64CB941E-916C-4843-8615-5EDA95A23A7C}" type="pres">
      <dgm:prSet presAssocID="{CD76D24C-1C5B-49A4-BA53-F0476DCCDE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CE405E88-A04E-43C4-B37B-583900ED8897}" type="pres">
      <dgm:prSet presAssocID="{CD76D24C-1C5B-49A4-BA53-F0476DCCDE4C}" presName="iconSpace" presStyleCnt="0"/>
      <dgm:spPr/>
    </dgm:pt>
    <dgm:pt modelId="{573C995F-18EF-4B01-8639-BE4D3A33341E}" type="pres">
      <dgm:prSet presAssocID="{CD76D24C-1C5B-49A4-BA53-F0476DCCDE4C}" presName="parTx" presStyleLbl="revTx" presStyleIdx="4" presStyleCnt="6">
        <dgm:presLayoutVars>
          <dgm:chMax val="0"/>
          <dgm:chPref val="0"/>
        </dgm:presLayoutVars>
      </dgm:prSet>
      <dgm:spPr/>
    </dgm:pt>
    <dgm:pt modelId="{3352A52E-8B7F-4761-BF10-AAE6A7529216}" type="pres">
      <dgm:prSet presAssocID="{CD76D24C-1C5B-49A4-BA53-F0476DCCDE4C}" presName="txSpace" presStyleCnt="0"/>
      <dgm:spPr/>
    </dgm:pt>
    <dgm:pt modelId="{CB1CE867-F307-4C06-BF30-4E19E8452A52}" type="pres">
      <dgm:prSet presAssocID="{CD76D24C-1C5B-49A4-BA53-F0476DCCDE4C}" presName="desTx" presStyleLbl="revTx" presStyleIdx="5" presStyleCnt="6">
        <dgm:presLayoutVars/>
      </dgm:prSet>
      <dgm:spPr/>
    </dgm:pt>
  </dgm:ptLst>
  <dgm:cxnLst>
    <dgm:cxn modelId="{F8E72915-BA9A-4968-AA66-64A58A73A749}" type="presOf" srcId="{30E4B991-C106-45DC-9A86-F9D5EEF52A26}" destId="{4F47C231-388A-4E1C-957A-688888D366CC}" srcOrd="0" destOrd="1" presId="urn:microsoft.com/office/officeart/2018/5/layout/CenteredIconLabelDescriptionList"/>
    <dgm:cxn modelId="{E9321F20-4563-43A3-B410-3742E6CCA966}" srcId="{3B30A5A1-9DC4-4453-B837-3E8219361A7F}" destId="{F096230E-4184-4F34-A0E0-18D614A3818C}" srcOrd="1" destOrd="0" parTransId="{62010C6D-C7BF-4F73-B45B-78B4296E266E}" sibTransId="{43957F1A-748E-4E34-88B5-68523616185C}"/>
    <dgm:cxn modelId="{EC8E2F2A-DE53-458B-8D44-CF54E058685F}" type="presOf" srcId="{7596C129-A5B8-4458-857E-7A77EDDF9853}" destId="{CB1CE867-F307-4C06-BF30-4E19E8452A52}" srcOrd="0" destOrd="1" presId="urn:microsoft.com/office/officeart/2018/5/layout/CenteredIconLabelDescriptionList"/>
    <dgm:cxn modelId="{2852873C-FB14-4680-B11F-C822CE96F465}" type="presOf" srcId="{3B30A5A1-9DC4-4453-B837-3E8219361A7F}" destId="{351CAAD5-F0BC-455C-9C36-1CD95BC358F3}" srcOrd="0" destOrd="0" presId="urn:microsoft.com/office/officeart/2018/5/layout/CenteredIconLabelDescriptionList"/>
    <dgm:cxn modelId="{C86A0C62-43A9-4D18-A2E9-6EB55D845C52}" srcId="{CD76D24C-1C5B-49A4-BA53-F0476DCCDE4C}" destId="{D5C0A750-CFC1-42F8-B51C-9B4716B683E5}" srcOrd="0" destOrd="0" parTransId="{76BD8F7F-1E29-4213-9423-2B36B596C607}" sibTransId="{F987DA3E-646B-4C79-B52D-867FFEC45866}"/>
    <dgm:cxn modelId="{ABAE1764-4CE0-49FB-A2C5-E377A1AB7E1D}" srcId="{CD76D24C-1C5B-49A4-BA53-F0476DCCDE4C}" destId="{7596C129-A5B8-4458-857E-7A77EDDF9853}" srcOrd="1" destOrd="0" parTransId="{D9081674-4D6F-4205-B44E-1FDCCC5B8135}" sibTransId="{5F995009-CE3E-4966-B2B5-26D01E67A828}"/>
    <dgm:cxn modelId="{31974645-571B-4AC8-BD38-6D97C8AFE7E8}" type="presOf" srcId="{86CD8962-C7DF-4E50-8C6D-EE2165F54AE2}" destId="{1BCCB925-17E6-4211-B182-61BA4F5CB382}" srcOrd="0" destOrd="0" presId="urn:microsoft.com/office/officeart/2018/5/layout/CenteredIconLabelDescriptionList"/>
    <dgm:cxn modelId="{08EA7566-ACAF-400D-830C-83CA924CDF9A}" type="presOf" srcId="{CD76D24C-1C5B-49A4-BA53-F0476DCCDE4C}" destId="{573C995F-18EF-4B01-8639-BE4D3A33341E}" srcOrd="0" destOrd="0" presId="urn:microsoft.com/office/officeart/2018/5/layout/CenteredIconLabelDescriptionList"/>
    <dgm:cxn modelId="{D8E2B16B-F47D-480F-95B4-FAE2879BA682}" srcId="{86CD8962-C7DF-4E50-8C6D-EE2165F54AE2}" destId="{4F3C6D96-8BF7-41CA-9BDC-ACA045DC7411}" srcOrd="0" destOrd="0" parTransId="{6F406885-92D6-44D9-9F5F-828979D456B8}" sibTransId="{531B2085-6D84-47B5-A15D-A21588F92493}"/>
    <dgm:cxn modelId="{CF9EA576-6825-40DF-939D-6F1341177B10}" srcId="{3B30A5A1-9DC4-4453-B837-3E8219361A7F}" destId="{86CD8962-C7DF-4E50-8C6D-EE2165F54AE2}" srcOrd="0" destOrd="0" parTransId="{828AE28C-764B-43B2-8583-7FFA64B3FD38}" sibTransId="{1753F17A-6697-4C3D-9B1B-96E628BCE0E5}"/>
    <dgm:cxn modelId="{63F8F998-7409-4B30-A615-85E9308CC68E}" type="presOf" srcId="{F096230E-4184-4F34-A0E0-18D614A3818C}" destId="{7CDF4DD7-A8E0-4B96-98AD-0F35EB18B28D}" srcOrd="0" destOrd="0" presId="urn:microsoft.com/office/officeart/2018/5/layout/CenteredIconLabelDescriptionList"/>
    <dgm:cxn modelId="{D83FA99D-0EC9-43FF-A5C1-92A080CDAEA5}" type="presOf" srcId="{D5C0A750-CFC1-42F8-B51C-9B4716B683E5}" destId="{CB1CE867-F307-4C06-BF30-4E19E8452A52}" srcOrd="0" destOrd="0" presId="urn:microsoft.com/office/officeart/2018/5/layout/CenteredIconLabelDescriptionList"/>
    <dgm:cxn modelId="{E9B071AF-1ABF-4778-B280-AEDC874B67FD}" type="presOf" srcId="{B5D1B940-6522-47B0-85EC-EE3CA4DD0E59}" destId="{263CF910-712C-4DE9-B987-D612DA4551C5}" srcOrd="0" destOrd="0" presId="urn:microsoft.com/office/officeart/2018/5/layout/CenteredIconLabelDescriptionList"/>
    <dgm:cxn modelId="{0A6933BD-8685-427C-AF33-BD33A11B073B}" type="presOf" srcId="{4F3C6D96-8BF7-41CA-9BDC-ACA045DC7411}" destId="{4F47C231-388A-4E1C-957A-688888D366CC}" srcOrd="0" destOrd="0" presId="urn:microsoft.com/office/officeart/2018/5/layout/CenteredIconLabelDescriptionList"/>
    <dgm:cxn modelId="{42FD8DCC-3019-4484-B00C-3A7C4D0FFD99}" srcId="{86CD8962-C7DF-4E50-8C6D-EE2165F54AE2}" destId="{30E4B991-C106-45DC-9A86-F9D5EEF52A26}" srcOrd="1" destOrd="0" parTransId="{8ECC5BB8-1E67-4B08-B3D1-A70FCA14A6CC}" sibTransId="{D947E204-191F-4139-B72B-78F8628DBD3D}"/>
    <dgm:cxn modelId="{EC6EBADB-E9DC-4157-94B4-290E007D5F67}" srcId="{3B30A5A1-9DC4-4453-B837-3E8219361A7F}" destId="{CD76D24C-1C5B-49A4-BA53-F0476DCCDE4C}" srcOrd="2" destOrd="0" parTransId="{8E35AD33-A6B1-4234-BC7C-5C5984D4D008}" sibTransId="{8654937C-77B9-471C-8ED6-851F20AC235E}"/>
    <dgm:cxn modelId="{1F3DB8E2-08A2-4C17-B5D9-C3D5B666E343}" srcId="{F096230E-4184-4F34-A0E0-18D614A3818C}" destId="{B5D1B940-6522-47B0-85EC-EE3CA4DD0E59}" srcOrd="0" destOrd="0" parTransId="{E7642A10-C834-4D97-B013-DF5FC2F3C05C}" sibTransId="{050D6896-7C2B-4E64-B4C1-5746348C1E74}"/>
    <dgm:cxn modelId="{760A1C5A-7774-4025-8066-43A913595626}" type="presParOf" srcId="{351CAAD5-F0BC-455C-9C36-1CD95BC358F3}" destId="{68666046-A54E-4EF2-A806-3134290045E6}" srcOrd="0" destOrd="0" presId="urn:microsoft.com/office/officeart/2018/5/layout/CenteredIconLabelDescriptionList"/>
    <dgm:cxn modelId="{478FD8E3-0A1C-44D7-B2E4-4E99A5361C38}" type="presParOf" srcId="{68666046-A54E-4EF2-A806-3134290045E6}" destId="{8E20FCBD-289A-45F4-B6EE-4529BCB447E0}" srcOrd="0" destOrd="0" presId="urn:microsoft.com/office/officeart/2018/5/layout/CenteredIconLabelDescriptionList"/>
    <dgm:cxn modelId="{EDA5A676-189C-49AD-936A-14B1340C2E5F}" type="presParOf" srcId="{68666046-A54E-4EF2-A806-3134290045E6}" destId="{2D56C0CE-03F4-43A2-B086-8EF4D3CDA9BA}" srcOrd="1" destOrd="0" presId="urn:microsoft.com/office/officeart/2018/5/layout/CenteredIconLabelDescriptionList"/>
    <dgm:cxn modelId="{E78584F0-E05C-486F-916F-9A57F6BCBAF0}" type="presParOf" srcId="{68666046-A54E-4EF2-A806-3134290045E6}" destId="{1BCCB925-17E6-4211-B182-61BA4F5CB382}" srcOrd="2" destOrd="0" presId="urn:microsoft.com/office/officeart/2018/5/layout/CenteredIconLabelDescriptionList"/>
    <dgm:cxn modelId="{52315A95-B68F-4247-B32B-80D140186BBE}" type="presParOf" srcId="{68666046-A54E-4EF2-A806-3134290045E6}" destId="{55CD07D5-27A4-413A-AC64-133DAF326F6F}" srcOrd="3" destOrd="0" presId="urn:microsoft.com/office/officeart/2018/5/layout/CenteredIconLabelDescriptionList"/>
    <dgm:cxn modelId="{B84563DF-866A-49F8-8E3F-48A4DCD407D6}" type="presParOf" srcId="{68666046-A54E-4EF2-A806-3134290045E6}" destId="{4F47C231-388A-4E1C-957A-688888D366CC}" srcOrd="4" destOrd="0" presId="urn:microsoft.com/office/officeart/2018/5/layout/CenteredIconLabelDescriptionList"/>
    <dgm:cxn modelId="{C87BAE80-C9E1-463D-A8CA-011CF9BAD4E9}" type="presParOf" srcId="{351CAAD5-F0BC-455C-9C36-1CD95BC358F3}" destId="{86EE6753-2B9F-4119-9B83-074E5332FE89}" srcOrd="1" destOrd="0" presId="urn:microsoft.com/office/officeart/2018/5/layout/CenteredIconLabelDescriptionList"/>
    <dgm:cxn modelId="{3434CFAE-7280-4E3F-ABA1-CD638ACE8913}" type="presParOf" srcId="{351CAAD5-F0BC-455C-9C36-1CD95BC358F3}" destId="{3DAEDE93-DBF4-471F-8CF9-67831743190A}" srcOrd="2" destOrd="0" presId="urn:microsoft.com/office/officeart/2018/5/layout/CenteredIconLabelDescriptionList"/>
    <dgm:cxn modelId="{6DCDF716-E677-4A91-A5CF-1C636F6F0A99}" type="presParOf" srcId="{3DAEDE93-DBF4-471F-8CF9-67831743190A}" destId="{8C8B8120-CF33-4153-B443-3235928C98E3}" srcOrd="0" destOrd="0" presId="urn:microsoft.com/office/officeart/2018/5/layout/CenteredIconLabelDescriptionList"/>
    <dgm:cxn modelId="{F3A315F9-758C-4FBA-AFB1-18C71D72E478}" type="presParOf" srcId="{3DAEDE93-DBF4-471F-8CF9-67831743190A}" destId="{5E662298-9D7B-4BF7-8799-557E35B73B46}" srcOrd="1" destOrd="0" presId="urn:microsoft.com/office/officeart/2018/5/layout/CenteredIconLabelDescriptionList"/>
    <dgm:cxn modelId="{709F85F1-A449-447D-9404-3B58AD944F56}" type="presParOf" srcId="{3DAEDE93-DBF4-471F-8CF9-67831743190A}" destId="{7CDF4DD7-A8E0-4B96-98AD-0F35EB18B28D}" srcOrd="2" destOrd="0" presId="urn:microsoft.com/office/officeart/2018/5/layout/CenteredIconLabelDescriptionList"/>
    <dgm:cxn modelId="{A4B87EBB-5F85-4D77-A1BC-CA0272DFEA0C}" type="presParOf" srcId="{3DAEDE93-DBF4-471F-8CF9-67831743190A}" destId="{D548B6A0-7CA1-44F8-837C-11FBF3FF0A14}" srcOrd="3" destOrd="0" presId="urn:microsoft.com/office/officeart/2018/5/layout/CenteredIconLabelDescriptionList"/>
    <dgm:cxn modelId="{D70381EF-8DAF-4F87-93A0-CFCBDC6B8F47}" type="presParOf" srcId="{3DAEDE93-DBF4-471F-8CF9-67831743190A}" destId="{263CF910-712C-4DE9-B987-D612DA4551C5}" srcOrd="4" destOrd="0" presId="urn:microsoft.com/office/officeart/2018/5/layout/CenteredIconLabelDescriptionList"/>
    <dgm:cxn modelId="{CAF7BB04-2B90-4C93-B360-09ACC7C6297C}" type="presParOf" srcId="{351CAAD5-F0BC-455C-9C36-1CD95BC358F3}" destId="{3FB0478A-4F21-483B-BBD5-53F190306B51}" srcOrd="3" destOrd="0" presId="urn:microsoft.com/office/officeart/2018/5/layout/CenteredIconLabelDescriptionList"/>
    <dgm:cxn modelId="{0880644B-402B-4509-B342-2B607ADD3036}" type="presParOf" srcId="{351CAAD5-F0BC-455C-9C36-1CD95BC358F3}" destId="{007FDF63-9136-4B6E-B53C-8D204F53E5B5}" srcOrd="4" destOrd="0" presId="urn:microsoft.com/office/officeart/2018/5/layout/CenteredIconLabelDescriptionList"/>
    <dgm:cxn modelId="{F624F01E-4491-4795-BC31-0A6B1C62513A}" type="presParOf" srcId="{007FDF63-9136-4B6E-B53C-8D204F53E5B5}" destId="{64CB941E-916C-4843-8615-5EDA95A23A7C}" srcOrd="0" destOrd="0" presId="urn:microsoft.com/office/officeart/2018/5/layout/CenteredIconLabelDescriptionList"/>
    <dgm:cxn modelId="{4285E3F4-C712-47E1-BF2D-F1BC00CBCAB9}" type="presParOf" srcId="{007FDF63-9136-4B6E-B53C-8D204F53E5B5}" destId="{CE405E88-A04E-43C4-B37B-583900ED8897}" srcOrd="1" destOrd="0" presId="urn:microsoft.com/office/officeart/2018/5/layout/CenteredIconLabelDescriptionList"/>
    <dgm:cxn modelId="{3922984B-287F-404A-975F-5C8F95A26D26}" type="presParOf" srcId="{007FDF63-9136-4B6E-B53C-8D204F53E5B5}" destId="{573C995F-18EF-4B01-8639-BE4D3A33341E}" srcOrd="2" destOrd="0" presId="urn:microsoft.com/office/officeart/2018/5/layout/CenteredIconLabelDescriptionList"/>
    <dgm:cxn modelId="{880588B6-05DF-4AC1-970E-DC430ACDDBA4}" type="presParOf" srcId="{007FDF63-9136-4B6E-B53C-8D204F53E5B5}" destId="{3352A52E-8B7F-4761-BF10-AAE6A7529216}" srcOrd="3" destOrd="0" presId="urn:microsoft.com/office/officeart/2018/5/layout/CenteredIconLabelDescriptionList"/>
    <dgm:cxn modelId="{F40B78C2-1541-482B-8BE7-6BD97B84B007}" type="presParOf" srcId="{007FDF63-9136-4B6E-B53C-8D204F53E5B5}" destId="{CB1CE867-F307-4C06-BF30-4E19E8452A5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A42435E-7F52-488C-95D6-8215D1984C7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02AA579-2080-4845-A2D6-E218420302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Layering</a:t>
          </a:r>
          <a:endParaRPr lang="en-US"/>
        </a:p>
      </dgm:t>
    </dgm:pt>
    <dgm:pt modelId="{6195E4A8-DF20-464C-9A95-A677E938CCA2}" type="parTrans" cxnId="{24300315-E978-4837-909B-04864071442D}">
      <dgm:prSet/>
      <dgm:spPr/>
      <dgm:t>
        <a:bodyPr/>
        <a:lstStyle/>
        <a:p>
          <a:endParaRPr lang="en-US"/>
        </a:p>
      </dgm:t>
    </dgm:pt>
    <dgm:pt modelId="{7A3B1F09-BA71-4871-8FD6-0157D25BEB04}" type="sibTrans" cxnId="{24300315-E978-4837-909B-04864071442D}">
      <dgm:prSet/>
      <dgm:spPr/>
      <dgm:t>
        <a:bodyPr/>
        <a:lstStyle/>
        <a:p>
          <a:endParaRPr lang="en-US"/>
        </a:p>
      </dgm:t>
    </dgm:pt>
    <dgm:pt modelId="{02897066-2CBD-41C8-BE9F-C86BD3312A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layer builds upon the more-trusted inner layer</a:t>
          </a:r>
        </a:p>
      </dgm:t>
    </dgm:pt>
    <dgm:pt modelId="{2A206402-9D41-4CA6-AE54-766A7F19BA50}" type="parTrans" cxnId="{452B4E85-DFA7-4884-8D25-6C1E523BD2C1}">
      <dgm:prSet/>
      <dgm:spPr/>
      <dgm:t>
        <a:bodyPr/>
        <a:lstStyle/>
        <a:p>
          <a:endParaRPr lang="en-US"/>
        </a:p>
      </dgm:t>
    </dgm:pt>
    <dgm:pt modelId="{02A0BB7E-44D9-4C02-8A0D-725F10A9C0ED}" type="sibTrans" cxnId="{452B4E85-DFA7-4884-8D25-6C1E523BD2C1}">
      <dgm:prSet/>
      <dgm:spPr/>
      <dgm:t>
        <a:bodyPr/>
        <a:lstStyle/>
        <a:p>
          <a:endParaRPr lang="en-US"/>
        </a:p>
      </dgm:t>
    </dgm:pt>
    <dgm:pt modelId="{0CA67607-E7F1-4392-8CB4-C9D605352D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Using</a:t>
          </a:r>
        </a:p>
      </dgm:t>
    </dgm:pt>
    <dgm:pt modelId="{56D4771D-9EE0-4E4A-80FF-AD1E1C6120EE}" type="parTrans" cxnId="{007C0C0A-7E01-4C9D-98D5-B7BBC21ED83E}">
      <dgm:prSet/>
      <dgm:spPr/>
      <dgm:t>
        <a:bodyPr/>
        <a:lstStyle/>
        <a:p>
          <a:endParaRPr lang="en-US"/>
        </a:p>
      </dgm:t>
    </dgm:pt>
    <dgm:pt modelId="{F827EE53-9D7E-47C1-B840-9D54F1FF3FDA}" type="sibTrans" cxnId="{007C0C0A-7E01-4C9D-98D5-B7BBC21ED83E}">
      <dgm:prSet/>
      <dgm:spPr/>
      <dgm:t>
        <a:bodyPr/>
        <a:lstStyle/>
        <a:p>
          <a:endParaRPr lang="en-US"/>
        </a:p>
      </dgm:t>
    </dgm:pt>
    <dgm:pt modelId="{DE96B725-D147-4295-B101-68FDDE742D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other security primitives. </a:t>
          </a:r>
        </a:p>
      </dgm:t>
    </dgm:pt>
    <dgm:pt modelId="{E3670322-843F-4DCF-8439-856C34D829D7}" type="parTrans" cxnId="{ED152A11-796E-43EC-8F51-2C65F1895E4E}">
      <dgm:prSet/>
      <dgm:spPr/>
      <dgm:t>
        <a:bodyPr/>
        <a:lstStyle/>
        <a:p>
          <a:endParaRPr lang="en-US"/>
        </a:p>
      </dgm:t>
    </dgm:pt>
    <dgm:pt modelId="{6B3C8343-8BEA-4ABB-AD64-234CB6C59D95}" type="sibTrans" cxnId="{ED152A11-796E-43EC-8F51-2C65F1895E4E}">
      <dgm:prSet/>
      <dgm:spPr/>
      <dgm:t>
        <a:bodyPr/>
        <a:lstStyle/>
        <a:p>
          <a:endParaRPr lang="en-US"/>
        </a:p>
      </dgm:t>
    </dgm:pt>
    <dgm:pt modelId="{58291F5D-31A8-4EAF-9F7A-047379F715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root of trust</a:t>
          </a:r>
        </a:p>
      </dgm:t>
    </dgm:pt>
    <dgm:pt modelId="{F689E0DE-D0D3-4304-A70E-D389DA7D195D}" type="parTrans" cxnId="{15866C70-5BFA-4787-A8E6-E01E9A6D6DEF}">
      <dgm:prSet/>
      <dgm:spPr/>
      <dgm:t>
        <a:bodyPr/>
        <a:lstStyle/>
        <a:p>
          <a:endParaRPr lang="en-US"/>
        </a:p>
      </dgm:t>
    </dgm:pt>
    <dgm:pt modelId="{A99B015E-39A2-40D3-B221-FE4E46E089A7}" type="sibTrans" cxnId="{15866C70-5BFA-4787-A8E6-E01E9A6D6DEF}">
      <dgm:prSet/>
      <dgm:spPr/>
      <dgm:t>
        <a:bodyPr/>
        <a:lstStyle/>
        <a:p>
          <a:endParaRPr lang="en-US"/>
        </a:p>
      </dgm:t>
    </dgm:pt>
    <dgm:pt modelId="{6374B9B1-645F-4D19-B91B-4BAFA3CB96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that most of the trust is placed</a:t>
          </a:r>
          <a:r>
            <a:rPr lang="tr-TR"/>
            <a:t> </a:t>
          </a:r>
          <a:endParaRPr lang="en-US"/>
        </a:p>
      </dgm:t>
    </dgm:pt>
    <dgm:pt modelId="{4D50FC9F-3DE3-4935-95A1-B41EB951BC2F}" type="parTrans" cxnId="{44D0B037-3693-41A0-B9B4-252FDBCECE49}">
      <dgm:prSet/>
      <dgm:spPr/>
      <dgm:t>
        <a:bodyPr/>
        <a:lstStyle/>
        <a:p>
          <a:endParaRPr lang="en-US"/>
        </a:p>
      </dgm:t>
    </dgm:pt>
    <dgm:pt modelId="{FFEA9045-61C2-43F8-B273-F50A2917B45A}" type="sibTrans" cxnId="{44D0B037-3693-41A0-B9B4-252FDBCECE49}">
      <dgm:prSet/>
      <dgm:spPr/>
      <dgm:t>
        <a:bodyPr/>
        <a:lstStyle/>
        <a:p>
          <a:endParaRPr lang="en-US"/>
        </a:p>
      </dgm:t>
    </dgm:pt>
    <dgm:pt modelId="{7421B546-02B8-4F3B-912F-AEF0A1BA3B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within the least complex part of the system</a:t>
          </a:r>
        </a:p>
      </dgm:t>
    </dgm:pt>
    <dgm:pt modelId="{A7920C29-1671-45B6-AFB0-10D8AF6074A1}" type="parTrans" cxnId="{F7ABF8B7-80A9-4B70-A876-480A93D11B15}">
      <dgm:prSet/>
      <dgm:spPr/>
      <dgm:t>
        <a:bodyPr/>
        <a:lstStyle/>
        <a:p>
          <a:endParaRPr lang="en-US"/>
        </a:p>
      </dgm:t>
    </dgm:pt>
    <dgm:pt modelId="{84AF36FF-0854-465C-91D1-9ADCA68D8E3E}" type="sibTrans" cxnId="{F7ABF8B7-80A9-4B70-A876-480A93D11B15}">
      <dgm:prSet/>
      <dgm:spPr/>
      <dgm:t>
        <a:bodyPr/>
        <a:lstStyle/>
        <a:p>
          <a:endParaRPr lang="en-US"/>
        </a:p>
      </dgm:t>
    </dgm:pt>
    <dgm:pt modelId="{2AC6B2AF-A5F4-46C0-AA95-FCD1D1ED06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More complex</a:t>
          </a:r>
          <a:endParaRPr lang="en-US"/>
        </a:p>
      </dgm:t>
    </dgm:pt>
    <dgm:pt modelId="{39727D0E-A69A-4009-8D0E-C84CDDD11976}" type="parTrans" cxnId="{92440679-7D73-4CDB-AA0C-987B27641929}">
      <dgm:prSet/>
      <dgm:spPr/>
      <dgm:t>
        <a:bodyPr/>
        <a:lstStyle/>
        <a:p>
          <a:endParaRPr lang="en-US"/>
        </a:p>
      </dgm:t>
    </dgm:pt>
    <dgm:pt modelId="{766C0752-839A-47B4-9123-D74243A282EE}" type="sibTrans" cxnId="{92440679-7D73-4CDB-AA0C-987B27641929}">
      <dgm:prSet/>
      <dgm:spPr/>
      <dgm:t>
        <a:bodyPr/>
        <a:lstStyle/>
        <a:p>
          <a:endParaRPr lang="en-US"/>
        </a:p>
      </dgm:t>
    </dgm:pt>
    <dgm:pt modelId="{E68D4A5B-3E12-4ADB-A64A-8063E44C2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Least</a:t>
          </a:r>
          <a:r>
            <a:rPr lang="tr-TR"/>
            <a:t> </a:t>
          </a:r>
          <a:r>
            <a:rPr lang="en-US"/>
            <a:t>complex</a:t>
          </a:r>
        </a:p>
      </dgm:t>
    </dgm:pt>
    <dgm:pt modelId="{75BE1FD2-D986-4E0E-8D37-CAF746C7E65F}" type="parTrans" cxnId="{4847E061-FA4B-4654-AE21-16F6DA21865A}">
      <dgm:prSet/>
      <dgm:spPr/>
      <dgm:t>
        <a:bodyPr/>
        <a:lstStyle/>
        <a:p>
          <a:endParaRPr lang="tr-TR"/>
        </a:p>
      </dgm:t>
    </dgm:pt>
    <dgm:pt modelId="{EC4693D8-0F3F-4355-8B85-D9815B396AA4}" type="sibTrans" cxnId="{4847E061-FA4B-4654-AE21-16F6DA21865A}">
      <dgm:prSet/>
      <dgm:spPr/>
      <dgm:t>
        <a:bodyPr/>
        <a:lstStyle/>
        <a:p>
          <a:endParaRPr lang="tr-TR"/>
        </a:p>
      </dgm:t>
    </dgm:pt>
    <dgm:pt modelId="{E8182218-4813-4122-99D2-2305D95180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least vulnerable, parts of</a:t>
          </a:r>
          <a:r>
            <a:rPr lang="tr-TR" dirty="0"/>
            <a:t> </a:t>
          </a:r>
          <a:r>
            <a:rPr lang="en-US" dirty="0"/>
            <a:t>the system</a:t>
          </a:r>
        </a:p>
      </dgm:t>
    </dgm:pt>
    <dgm:pt modelId="{CF4B8497-CAAA-428C-A15D-52CB13C530DF}" type="parTrans" cxnId="{1AECCF0B-2E5C-4F26-AD8B-E4C89EAF0204}">
      <dgm:prSet/>
      <dgm:spPr/>
      <dgm:t>
        <a:bodyPr/>
        <a:lstStyle/>
        <a:p>
          <a:endParaRPr lang="tr-TR"/>
        </a:p>
      </dgm:t>
    </dgm:pt>
    <dgm:pt modelId="{32E28BFF-38C4-4D37-864B-D7227361A40B}" type="sibTrans" cxnId="{1AECCF0B-2E5C-4F26-AD8B-E4C89EAF0204}">
      <dgm:prSet/>
      <dgm:spPr/>
      <dgm:t>
        <a:bodyPr/>
        <a:lstStyle/>
        <a:p>
          <a:endParaRPr lang="tr-TR"/>
        </a:p>
      </dgm:t>
    </dgm:pt>
    <dgm:pt modelId="{B12EF285-DA5C-41E1-B48D-CBCF8629F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while </a:t>
          </a:r>
          <a:r>
            <a:rPr lang="en-US" dirty="0"/>
            <a:t>more complex software is layered around it</a:t>
          </a:r>
        </a:p>
      </dgm:t>
    </dgm:pt>
    <dgm:pt modelId="{3BE91FAE-2801-4A11-A439-4C0436BB3755}" type="parTrans" cxnId="{CCB04533-59D1-4B84-8FE1-38976E02B54E}">
      <dgm:prSet/>
      <dgm:spPr/>
      <dgm:t>
        <a:bodyPr/>
        <a:lstStyle/>
        <a:p>
          <a:endParaRPr lang="tr-TR"/>
        </a:p>
      </dgm:t>
    </dgm:pt>
    <dgm:pt modelId="{2A2F6CE2-24E5-4532-87B9-A7B4B7397061}" type="sibTrans" cxnId="{CCB04533-59D1-4B84-8FE1-38976E02B54E}">
      <dgm:prSet/>
      <dgm:spPr/>
      <dgm:t>
        <a:bodyPr/>
        <a:lstStyle/>
        <a:p>
          <a:endParaRPr lang="tr-TR"/>
        </a:p>
      </dgm:t>
    </dgm:pt>
    <dgm:pt modelId="{B4DCAA7D-92B6-4501-A941-7EBE40C9F4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access </a:t>
          </a:r>
          <a:r>
            <a:rPr lang="en-US" dirty="0"/>
            <a:t>controls, digital signatures,</a:t>
          </a:r>
          <a:r>
            <a:rPr lang="tr-TR" dirty="0"/>
            <a:t> </a:t>
          </a:r>
          <a:r>
            <a:rPr lang="en-US" dirty="0"/>
            <a:t>encryption</a:t>
          </a:r>
        </a:p>
      </dgm:t>
    </dgm:pt>
    <dgm:pt modelId="{17801368-7EE7-4522-B2C3-72F8B99C2248}" type="parTrans" cxnId="{43342B7C-8088-4B63-8E5E-C2AF1D2E9778}">
      <dgm:prSet/>
      <dgm:spPr/>
      <dgm:t>
        <a:bodyPr/>
        <a:lstStyle/>
        <a:p>
          <a:endParaRPr lang="tr-TR"/>
        </a:p>
      </dgm:t>
    </dgm:pt>
    <dgm:pt modelId="{BEF6929F-A986-412D-B4DE-C3386ED1581F}" type="sibTrans" cxnId="{43342B7C-8088-4B63-8E5E-C2AF1D2E9778}">
      <dgm:prSet/>
      <dgm:spPr/>
      <dgm:t>
        <a:bodyPr/>
        <a:lstStyle/>
        <a:p>
          <a:endParaRPr lang="tr-TR"/>
        </a:p>
      </dgm:t>
    </dgm:pt>
    <dgm:pt modelId="{ABAD85EA-EF9C-4B6B-8DCD-C930F9AECE73}" type="pres">
      <dgm:prSet presAssocID="{9A42435E-7F52-488C-95D6-8215D1984C74}" presName="root" presStyleCnt="0">
        <dgm:presLayoutVars>
          <dgm:dir/>
          <dgm:resizeHandles val="exact"/>
        </dgm:presLayoutVars>
      </dgm:prSet>
      <dgm:spPr/>
    </dgm:pt>
    <dgm:pt modelId="{BD6BD3A4-AC95-43BB-A097-463E45499F34}" type="pres">
      <dgm:prSet presAssocID="{902AA579-2080-4845-A2D6-E21842030243}" presName="compNode" presStyleCnt="0"/>
      <dgm:spPr/>
    </dgm:pt>
    <dgm:pt modelId="{A7951517-0119-4163-A355-336383456C70}" type="pres">
      <dgm:prSet presAssocID="{902AA579-2080-4845-A2D6-E218420302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 değil"/>
        </a:ext>
      </dgm:extLst>
    </dgm:pt>
    <dgm:pt modelId="{1386ABB4-C07A-4BEF-8241-BA4C07CCFF8B}" type="pres">
      <dgm:prSet presAssocID="{902AA579-2080-4845-A2D6-E21842030243}" presName="iconSpace" presStyleCnt="0"/>
      <dgm:spPr/>
    </dgm:pt>
    <dgm:pt modelId="{65D9F7ED-22F0-46DE-A5BF-B197B9F093F5}" type="pres">
      <dgm:prSet presAssocID="{902AA579-2080-4845-A2D6-E21842030243}" presName="parTx" presStyleLbl="revTx" presStyleIdx="0" presStyleCnt="10">
        <dgm:presLayoutVars>
          <dgm:chMax val="0"/>
          <dgm:chPref val="0"/>
        </dgm:presLayoutVars>
      </dgm:prSet>
      <dgm:spPr/>
    </dgm:pt>
    <dgm:pt modelId="{68D8D02F-CD3F-4572-9F3D-E03BED22AF7F}" type="pres">
      <dgm:prSet presAssocID="{902AA579-2080-4845-A2D6-E21842030243}" presName="txSpace" presStyleCnt="0"/>
      <dgm:spPr/>
    </dgm:pt>
    <dgm:pt modelId="{A4F3B97A-A533-4D84-AC6B-7343C7C4227B}" type="pres">
      <dgm:prSet presAssocID="{902AA579-2080-4845-A2D6-E21842030243}" presName="desTx" presStyleLbl="revTx" presStyleIdx="1" presStyleCnt="10">
        <dgm:presLayoutVars/>
      </dgm:prSet>
      <dgm:spPr/>
    </dgm:pt>
    <dgm:pt modelId="{C3CDC12E-9126-4184-A613-FEAA561322B9}" type="pres">
      <dgm:prSet presAssocID="{7A3B1F09-BA71-4871-8FD6-0157D25BEB04}" presName="sibTrans" presStyleCnt="0"/>
      <dgm:spPr/>
    </dgm:pt>
    <dgm:pt modelId="{A3CB748B-D5F3-4046-9F09-42A236B80A2A}" type="pres">
      <dgm:prSet presAssocID="{0CA67607-E7F1-4392-8CB4-C9D605352D8A}" presName="compNode" presStyleCnt="0"/>
      <dgm:spPr/>
    </dgm:pt>
    <dgm:pt modelId="{CEAE7F22-69E6-4EF4-BAD2-B8EAF5A60A20}" type="pres">
      <dgm:prSet presAssocID="{0CA67607-E7F1-4392-8CB4-C9D605352D8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di Aç"/>
        </a:ext>
      </dgm:extLst>
    </dgm:pt>
    <dgm:pt modelId="{88B063B9-79B3-466E-A60E-E703FC5AD8E5}" type="pres">
      <dgm:prSet presAssocID="{0CA67607-E7F1-4392-8CB4-C9D605352D8A}" presName="iconSpace" presStyleCnt="0"/>
      <dgm:spPr/>
    </dgm:pt>
    <dgm:pt modelId="{396ED2C2-336E-45E5-A4B4-87B20B10C7AE}" type="pres">
      <dgm:prSet presAssocID="{0CA67607-E7F1-4392-8CB4-C9D605352D8A}" presName="parTx" presStyleLbl="revTx" presStyleIdx="2" presStyleCnt="10">
        <dgm:presLayoutVars>
          <dgm:chMax val="0"/>
          <dgm:chPref val="0"/>
        </dgm:presLayoutVars>
      </dgm:prSet>
      <dgm:spPr/>
    </dgm:pt>
    <dgm:pt modelId="{D995BC3A-67F3-4418-A5A6-B40372A94C9F}" type="pres">
      <dgm:prSet presAssocID="{0CA67607-E7F1-4392-8CB4-C9D605352D8A}" presName="txSpace" presStyleCnt="0"/>
      <dgm:spPr/>
    </dgm:pt>
    <dgm:pt modelId="{A9BF7ED0-403D-4F7C-9049-015185DF4CC6}" type="pres">
      <dgm:prSet presAssocID="{0CA67607-E7F1-4392-8CB4-C9D605352D8A}" presName="desTx" presStyleLbl="revTx" presStyleIdx="3" presStyleCnt="10">
        <dgm:presLayoutVars/>
      </dgm:prSet>
      <dgm:spPr/>
    </dgm:pt>
    <dgm:pt modelId="{779FB8B2-60A5-478D-A613-F704A4167261}" type="pres">
      <dgm:prSet presAssocID="{F827EE53-9D7E-47C1-B840-9D54F1FF3FDA}" presName="sibTrans" presStyleCnt="0"/>
      <dgm:spPr/>
    </dgm:pt>
    <dgm:pt modelId="{F011ADDC-E1FA-47AA-954D-D28A2C424360}" type="pres">
      <dgm:prSet presAssocID="{58291F5D-31A8-4EAF-9F7A-047379F715B1}" presName="compNode" presStyleCnt="0"/>
      <dgm:spPr/>
    </dgm:pt>
    <dgm:pt modelId="{4CC561D8-CC23-4962-9B3A-55174782816D}" type="pres">
      <dgm:prSet presAssocID="{58291F5D-31A8-4EAF-9F7A-047379F715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kalaşma"/>
        </a:ext>
      </dgm:extLst>
    </dgm:pt>
    <dgm:pt modelId="{49FC822D-AB55-4B38-922A-1B921022B345}" type="pres">
      <dgm:prSet presAssocID="{58291F5D-31A8-4EAF-9F7A-047379F715B1}" presName="iconSpace" presStyleCnt="0"/>
      <dgm:spPr/>
    </dgm:pt>
    <dgm:pt modelId="{377178A7-90D9-4264-9D0B-2F6ED0BF9309}" type="pres">
      <dgm:prSet presAssocID="{58291F5D-31A8-4EAF-9F7A-047379F715B1}" presName="parTx" presStyleLbl="revTx" presStyleIdx="4" presStyleCnt="10">
        <dgm:presLayoutVars>
          <dgm:chMax val="0"/>
          <dgm:chPref val="0"/>
        </dgm:presLayoutVars>
      </dgm:prSet>
      <dgm:spPr/>
    </dgm:pt>
    <dgm:pt modelId="{2A24C02B-EAB3-43B7-9ED9-8CCB22B17A03}" type="pres">
      <dgm:prSet presAssocID="{58291F5D-31A8-4EAF-9F7A-047379F715B1}" presName="txSpace" presStyleCnt="0"/>
      <dgm:spPr/>
    </dgm:pt>
    <dgm:pt modelId="{996DD49A-DBFB-44DF-B568-2FF8526E92B9}" type="pres">
      <dgm:prSet presAssocID="{58291F5D-31A8-4EAF-9F7A-047379F715B1}" presName="desTx" presStyleLbl="revTx" presStyleIdx="5" presStyleCnt="10">
        <dgm:presLayoutVars/>
      </dgm:prSet>
      <dgm:spPr/>
    </dgm:pt>
    <dgm:pt modelId="{EE64AEB7-A50F-46DB-B434-4A377A8327B9}" type="pres">
      <dgm:prSet presAssocID="{A99B015E-39A2-40D3-B221-FE4E46E089A7}" presName="sibTrans" presStyleCnt="0"/>
      <dgm:spPr/>
    </dgm:pt>
    <dgm:pt modelId="{8FF66639-8AA8-4B79-B39F-746CA18B97CD}" type="pres">
      <dgm:prSet presAssocID="{E68D4A5B-3E12-4ADB-A64A-8063E44C2265}" presName="compNode" presStyleCnt="0"/>
      <dgm:spPr/>
    </dgm:pt>
    <dgm:pt modelId="{0EF81178-2D92-4C4D-BBB9-FFA7BFF3CE0B}" type="pres">
      <dgm:prSet presAssocID="{E68D4A5B-3E12-4ADB-A64A-8063E44C226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lgisayar"/>
        </a:ext>
      </dgm:extLst>
    </dgm:pt>
    <dgm:pt modelId="{091EB001-69F5-4F5D-8FC6-44BDB4F5CD0F}" type="pres">
      <dgm:prSet presAssocID="{E68D4A5B-3E12-4ADB-A64A-8063E44C2265}" presName="iconSpace" presStyleCnt="0"/>
      <dgm:spPr/>
    </dgm:pt>
    <dgm:pt modelId="{7EBEDC2C-CF0D-4361-A4D4-8530666B704F}" type="pres">
      <dgm:prSet presAssocID="{E68D4A5B-3E12-4ADB-A64A-8063E44C2265}" presName="parTx" presStyleLbl="revTx" presStyleIdx="6" presStyleCnt="10">
        <dgm:presLayoutVars>
          <dgm:chMax val="0"/>
          <dgm:chPref val="0"/>
        </dgm:presLayoutVars>
      </dgm:prSet>
      <dgm:spPr/>
    </dgm:pt>
    <dgm:pt modelId="{00CA9ECA-2886-408D-A003-97AD69F3994F}" type="pres">
      <dgm:prSet presAssocID="{E68D4A5B-3E12-4ADB-A64A-8063E44C2265}" presName="txSpace" presStyleCnt="0"/>
      <dgm:spPr/>
    </dgm:pt>
    <dgm:pt modelId="{5D0591F0-EA14-460B-B0F2-74F70A3563C8}" type="pres">
      <dgm:prSet presAssocID="{E68D4A5B-3E12-4ADB-A64A-8063E44C2265}" presName="desTx" presStyleLbl="revTx" presStyleIdx="7" presStyleCnt="10">
        <dgm:presLayoutVars/>
      </dgm:prSet>
      <dgm:spPr/>
    </dgm:pt>
    <dgm:pt modelId="{6CBCA30E-31D6-4B9B-9018-D6EC39B76D5A}" type="pres">
      <dgm:prSet presAssocID="{EC4693D8-0F3F-4355-8B85-D9815B396AA4}" presName="sibTrans" presStyleCnt="0"/>
      <dgm:spPr/>
    </dgm:pt>
    <dgm:pt modelId="{9FD20832-AF8E-4FDB-BE6C-F80E1F10E0BF}" type="pres">
      <dgm:prSet presAssocID="{2AC6B2AF-A5F4-46C0-AA95-FCD1D1ED06EE}" presName="compNode" presStyleCnt="0"/>
      <dgm:spPr/>
    </dgm:pt>
    <dgm:pt modelId="{37B8061D-C616-4013-95D7-DFE2B4B44052}" type="pres">
      <dgm:prSet presAssocID="{2AC6B2AF-A5F4-46C0-AA95-FCD1D1ED06E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82070830-4A8C-4A0F-85B4-AB33B4AB43B1}" type="pres">
      <dgm:prSet presAssocID="{2AC6B2AF-A5F4-46C0-AA95-FCD1D1ED06EE}" presName="iconSpace" presStyleCnt="0"/>
      <dgm:spPr/>
    </dgm:pt>
    <dgm:pt modelId="{A96108BB-1D32-4545-AB89-504A42919E38}" type="pres">
      <dgm:prSet presAssocID="{2AC6B2AF-A5F4-46C0-AA95-FCD1D1ED06EE}" presName="parTx" presStyleLbl="revTx" presStyleIdx="8" presStyleCnt="10">
        <dgm:presLayoutVars>
          <dgm:chMax val="0"/>
          <dgm:chPref val="0"/>
        </dgm:presLayoutVars>
      </dgm:prSet>
      <dgm:spPr/>
    </dgm:pt>
    <dgm:pt modelId="{0EA8B2B7-24D5-4F99-BAD6-C8A931DB9EB9}" type="pres">
      <dgm:prSet presAssocID="{2AC6B2AF-A5F4-46C0-AA95-FCD1D1ED06EE}" presName="txSpace" presStyleCnt="0"/>
      <dgm:spPr/>
    </dgm:pt>
    <dgm:pt modelId="{5C8C5949-C9CA-4326-A60A-93BC389F8A42}" type="pres">
      <dgm:prSet presAssocID="{2AC6B2AF-A5F4-46C0-AA95-FCD1D1ED06EE}" presName="desTx" presStyleLbl="revTx" presStyleIdx="9" presStyleCnt="10">
        <dgm:presLayoutVars/>
      </dgm:prSet>
      <dgm:spPr/>
    </dgm:pt>
  </dgm:ptLst>
  <dgm:cxnLst>
    <dgm:cxn modelId="{ED5A8205-6C9D-4E89-B0A7-A8364AE95EFB}" type="presOf" srcId="{902AA579-2080-4845-A2D6-E21842030243}" destId="{65D9F7ED-22F0-46DE-A5BF-B197B9F093F5}" srcOrd="0" destOrd="0" presId="urn:microsoft.com/office/officeart/2018/5/layout/CenteredIconLabelDescriptionList"/>
    <dgm:cxn modelId="{007C0C0A-7E01-4C9D-98D5-B7BBC21ED83E}" srcId="{9A42435E-7F52-488C-95D6-8215D1984C74}" destId="{0CA67607-E7F1-4392-8CB4-C9D605352D8A}" srcOrd="1" destOrd="0" parTransId="{56D4771D-9EE0-4E4A-80FF-AD1E1C6120EE}" sibTransId="{F827EE53-9D7E-47C1-B840-9D54F1FF3FDA}"/>
    <dgm:cxn modelId="{0025400B-56F8-4606-809D-7502357B591A}" type="presOf" srcId="{E68D4A5B-3E12-4ADB-A64A-8063E44C2265}" destId="{7EBEDC2C-CF0D-4361-A4D4-8530666B704F}" srcOrd="0" destOrd="0" presId="urn:microsoft.com/office/officeart/2018/5/layout/CenteredIconLabelDescriptionList"/>
    <dgm:cxn modelId="{1AECCF0B-2E5C-4F26-AD8B-E4C89EAF0204}" srcId="{E68D4A5B-3E12-4ADB-A64A-8063E44C2265}" destId="{E8182218-4813-4122-99D2-2305D95180D7}" srcOrd="0" destOrd="0" parTransId="{CF4B8497-CAAA-428C-A15D-52CB13C530DF}" sibTransId="{32E28BFF-38C4-4D37-864B-D7227361A40B}"/>
    <dgm:cxn modelId="{ED152A11-796E-43EC-8F51-2C65F1895E4E}" srcId="{0CA67607-E7F1-4392-8CB4-C9D605352D8A}" destId="{DE96B725-D147-4295-B101-68FDDE742D87}" srcOrd="1" destOrd="0" parTransId="{E3670322-843F-4DCF-8439-856C34D829D7}" sibTransId="{6B3C8343-8BEA-4ABB-AD64-234CB6C59D95}"/>
    <dgm:cxn modelId="{24300315-E978-4837-909B-04864071442D}" srcId="{9A42435E-7F52-488C-95D6-8215D1984C74}" destId="{902AA579-2080-4845-A2D6-E21842030243}" srcOrd="0" destOrd="0" parTransId="{6195E4A8-DF20-464C-9A95-A677E938CCA2}" sibTransId="{7A3B1F09-BA71-4871-8FD6-0157D25BEB04}"/>
    <dgm:cxn modelId="{A3E29615-A0D6-4809-BCBC-E15FB3898D20}" type="presOf" srcId="{9A42435E-7F52-488C-95D6-8215D1984C74}" destId="{ABAD85EA-EF9C-4B6B-8DCD-C930F9AECE73}" srcOrd="0" destOrd="0" presId="urn:microsoft.com/office/officeart/2018/5/layout/CenteredIconLabelDescriptionList"/>
    <dgm:cxn modelId="{91761222-2D96-4A96-A8DD-8C7470BA114A}" type="presOf" srcId="{2AC6B2AF-A5F4-46C0-AA95-FCD1D1ED06EE}" destId="{A96108BB-1D32-4545-AB89-504A42919E38}" srcOrd="0" destOrd="0" presId="urn:microsoft.com/office/officeart/2018/5/layout/CenteredIconLabelDescriptionList"/>
    <dgm:cxn modelId="{3E721A27-E4AA-4591-84FA-531DF472CA76}" type="presOf" srcId="{0CA67607-E7F1-4392-8CB4-C9D605352D8A}" destId="{396ED2C2-336E-45E5-A4B4-87B20B10C7AE}" srcOrd="0" destOrd="0" presId="urn:microsoft.com/office/officeart/2018/5/layout/CenteredIconLabelDescriptionList"/>
    <dgm:cxn modelId="{CCB04533-59D1-4B84-8FE1-38976E02B54E}" srcId="{2AC6B2AF-A5F4-46C0-AA95-FCD1D1ED06EE}" destId="{B12EF285-DA5C-41E1-B48D-CBCF8629FA51}" srcOrd="0" destOrd="0" parTransId="{3BE91FAE-2801-4A11-A439-4C0436BB3755}" sibTransId="{2A2F6CE2-24E5-4532-87B9-A7B4B7397061}"/>
    <dgm:cxn modelId="{44D0B037-3693-41A0-B9B4-252FDBCECE49}" srcId="{58291F5D-31A8-4EAF-9F7A-047379F715B1}" destId="{6374B9B1-645F-4D19-B91B-4BAFA3CB9677}" srcOrd="0" destOrd="0" parTransId="{4D50FC9F-3DE3-4935-95A1-B41EB951BC2F}" sibTransId="{FFEA9045-61C2-43F8-B273-F50A2917B45A}"/>
    <dgm:cxn modelId="{B9F9C337-15EF-4DFC-BC66-21A847AE4A0B}" type="presOf" srcId="{58291F5D-31A8-4EAF-9F7A-047379F715B1}" destId="{377178A7-90D9-4264-9D0B-2F6ED0BF9309}" srcOrd="0" destOrd="0" presId="urn:microsoft.com/office/officeart/2018/5/layout/CenteredIconLabelDescriptionList"/>
    <dgm:cxn modelId="{0FD29C5D-2333-4F8D-996D-7376B50C22C1}" type="presOf" srcId="{E8182218-4813-4122-99D2-2305D95180D7}" destId="{5D0591F0-EA14-460B-B0F2-74F70A3563C8}" srcOrd="0" destOrd="0" presId="urn:microsoft.com/office/officeart/2018/5/layout/CenteredIconLabelDescriptionList"/>
    <dgm:cxn modelId="{4847E061-FA4B-4654-AE21-16F6DA21865A}" srcId="{9A42435E-7F52-488C-95D6-8215D1984C74}" destId="{E68D4A5B-3E12-4ADB-A64A-8063E44C2265}" srcOrd="3" destOrd="0" parTransId="{75BE1FD2-D986-4E0E-8D37-CAF746C7E65F}" sibTransId="{EC4693D8-0F3F-4355-8B85-D9815B396AA4}"/>
    <dgm:cxn modelId="{50914D67-1EED-49A4-905C-78DA80E5B146}" type="presOf" srcId="{6374B9B1-645F-4D19-B91B-4BAFA3CB9677}" destId="{996DD49A-DBFB-44DF-B568-2FF8526E92B9}" srcOrd="0" destOrd="0" presId="urn:microsoft.com/office/officeart/2018/5/layout/CenteredIconLabelDescriptionList"/>
    <dgm:cxn modelId="{15866C70-5BFA-4787-A8E6-E01E9A6D6DEF}" srcId="{9A42435E-7F52-488C-95D6-8215D1984C74}" destId="{58291F5D-31A8-4EAF-9F7A-047379F715B1}" srcOrd="2" destOrd="0" parTransId="{F689E0DE-D0D3-4304-A70E-D389DA7D195D}" sibTransId="{A99B015E-39A2-40D3-B221-FE4E46E089A7}"/>
    <dgm:cxn modelId="{990C5573-D56F-4234-AEDD-66F099C3D777}" type="presOf" srcId="{B4DCAA7D-92B6-4501-A941-7EBE40C9F4AE}" destId="{A9BF7ED0-403D-4F7C-9049-015185DF4CC6}" srcOrd="0" destOrd="0" presId="urn:microsoft.com/office/officeart/2018/5/layout/CenteredIconLabelDescriptionList"/>
    <dgm:cxn modelId="{40E43A54-0095-4733-8493-393763B9A6DC}" type="presOf" srcId="{7421B546-02B8-4F3B-912F-AEF0A1BA3BAF}" destId="{996DD49A-DBFB-44DF-B568-2FF8526E92B9}" srcOrd="0" destOrd="1" presId="urn:microsoft.com/office/officeart/2018/5/layout/CenteredIconLabelDescriptionList"/>
    <dgm:cxn modelId="{0883F057-C6D8-40FB-8EA8-48B80E2DCB7A}" type="presOf" srcId="{DE96B725-D147-4295-B101-68FDDE742D87}" destId="{A9BF7ED0-403D-4F7C-9049-015185DF4CC6}" srcOrd="0" destOrd="1" presId="urn:microsoft.com/office/officeart/2018/5/layout/CenteredIconLabelDescriptionList"/>
    <dgm:cxn modelId="{92440679-7D73-4CDB-AA0C-987B27641929}" srcId="{9A42435E-7F52-488C-95D6-8215D1984C74}" destId="{2AC6B2AF-A5F4-46C0-AA95-FCD1D1ED06EE}" srcOrd="4" destOrd="0" parTransId="{39727D0E-A69A-4009-8D0E-C84CDDD11976}" sibTransId="{766C0752-839A-47B4-9123-D74243A282EE}"/>
    <dgm:cxn modelId="{A0EE8179-237F-4B98-8984-128100D18F0B}" type="presOf" srcId="{B12EF285-DA5C-41E1-B48D-CBCF8629FA51}" destId="{5C8C5949-C9CA-4326-A60A-93BC389F8A42}" srcOrd="0" destOrd="0" presId="urn:microsoft.com/office/officeart/2018/5/layout/CenteredIconLabelDescriptionList"/>
    <dgm:cxn modelId="{43342B7C-8088-4B63-8E5E-C2AF1D2E9778}" srcId="{0CA67607-E7F1-4392-8CB4-C9D605352D8A}" destId="{B4DCAA7D-92B6-4501-A941-7EBE40C9F4AE}" srcOrd="0" destOrd="0" parTransId="{17801368-7EE7-4522-B2C3-72F8B99C2248}" sibTransId="{BEF6929F-A986-412D-B4DE-C3386ED1581F}"/>
    <dgm:cxn modelId="{452B4E85-DFA7-4884-8D25-6C1E523BD2C1}" srcId="{902AA579-2080-4845-A2D6-E21842030243}" destId="{02897066-2CBD-41C8-BE9F-C86BD3312AE3}" srcOrd="0" destOrd="0" parTransId="{2A206402-9D41-4CA6-AE54-766A7F19BA50}" sibTransId="{02A0BB7E-44D9-4C02-8A0D-725F10A9C0ED}"/>
    <dgm:cxn modelId="{42D8268D-0FEF-4B75-983C-5F1827270BF2}" type="presOf" srcId="{02897066-2CBD-41C8-BE9F-C86BD3312AE3}" destId="{A4F3B97A-A533-4D84-AC6B-7343C7C4227B}" srcOrd="0" destOrd="0" presId="urn:microsoft.com/office/officeart/2018/5/layout/CenteredIconLabelDescriptionList"/>
    <dgm:cxn modelId="{F7ABF8B7-80A9-4B70-A876-480A93D11B15}" srcId="{58291F5D-31A8-4EAF-9F7A-047379F715B1}" destId="{7421B546-02B8-4F3B-912F-AEF0A1BA3BAF}" srcOrd="1" destOrd="0" parTransId="{A7920C29-1671-45B6-AFB0-10D8AF6074A1}" sibTransId="{84AF36FF-0854-465C-91D1-9ADCA68D8E3E}"/>
    <dgm:cxn modelId="{09ABE6B0-98C9-4E80-BC30-1BA8AFF03A9D}" type="presParOf" srcId="{ABAD85EA-EF9C-4B6B-8DCD-C930F9AECE73}" destId="{BD6BD3A4-AC95-43BB-A097-463E45499F34}" srcOrd="0" destOrd="0" presId="urn:microsoft.com/office/officeart/2018/5/layout/CenteredIconLabelDescriptionList"/>
    <dgm:cxn modelId="{1A2FADE8-FCAA-453C-8733-A2FD8CBD6FBB}" type="presParOf" srcId="{BD6BD3A4-AC95-43BB-A097-463E45499F34}" destId="{A7951517-0119-4163-A355-336383456C70}" srcOrd="0" destOrd="0" presId="urn:microsoft.com/office/officeart/2018/5/layout/CenteredIconLabelDescriptionList"/>
    <dgm:cxn modelId="{D0FEEF92-9316-4758-A52F-AFE41702C578}" type="presParOf" srcId="{BD6BD3A4-AC95-43BB-A097-463E45499F34}" destId="{1386ABB4-C07A-4BEF-8241-BA4C07CCFF8B}" srcOrd="1" destOrd="0" presId="urn:microsoft.com/office/officeart/2018/5/layout/CenteredIconLabelDescriptionList"/>
    <dgm:cxn modelId="{6959491D-4C00-4C31-A2AA-34C0E1B06FF0}" type="presParOf" srcId="{BD6BD3A4-AC95-43BB-A097-463E45499F34}" destId="{65D9F7ED-22F0-46DE-A5BF-B197B9F093F5}" srcOrd="2" destOrd="0" presId="urn:microsoft.com/office/officeart/2018/5/layout/CenteredIconLabelDescriptionList"/>
    <dgm:cxn modelId="{F52B4BA1-E368-4FAC-9C7C-39D6B14AE256}" type="presParOf" srcId="{BD6BD3A4-AC95-43BB-A097-463E45499F34}" destId="{68D8D02F-CD3F-4572-9F3D-E03BED22AF7F}" srcOrd="3" destOrd="0" presId="urn:microsoft.com/office/officeart/2018/5/layout/CenteredIconLabelDescriptionList"/>
    <dgm:cxn modelId="{B550BDC0-0A97-47A6-8650-72B4B1032F16}" type="presParOf" srcId="{BD6BD3A4-AC95-43BB-A097-463E45499F34}" destId="{A4F3B97A-A533-4D84-AC6B-7343C7C4227B}" srcOrd="4" destOrd="0" presId="urn:microsoft.com/office/officeart/2018/5/layout/CenteredIconLabelDescriptionList"/>
    <dgm:cxn modelId="{31BC5D8B-617B-4E88-8E32-8E88CE3452E3}" type="presParOf" srcId="{ABAD85EA-EF9C-4B6B-8DCD-C930F9AECE73}" destId="{C3CDC12E-9126-4184-A613-FEAA561322B9}" srcOrd="1" destOrd="0" presId="urn:microsoft.com/office/officeart/2018/5/layout/CenteredIconLabelDescriptionList"/>
    <dgm:cxn modelId="{DD4164DF-DBCE-473A-A8B1-F84FF558E002}" type="presParOf" srcId="{ABAD85EA-EF9C-4B6B-8DCD-C930F9AECE73}" destId="{A3CB748B-D5F3-4046-9F09-42A236B80A2A}" srcOrd="2" destOrd="0" presId="urn:microsoft.com/office/officeart/2018/5/layout/CenteredIconLabelDescriptionList"/>
    <dgm:cxn modelId="{D9702A6D-A05E-42BF-BC31-D89B899F213D}" type="presParOf" srcId="{A3CB748B-D5F3-4046-9F09-42A236B80A2A}" destId="{CEAE7F22-69E6-4EF4-BAD2-B8EAF5A60A20}" srcOrd="0" destOrd="0" presId="urn:microsoft.com/office/officeart/2018/5/layout/CenteredIconLabelDescriptionList"/>
    <dgm:cxn modelId="{9841FDBC-A2C7-4536-8B0B-462846E5D2B0}" type="presParOf" srcId="{A3CB748B-D5F3-4046-9F09-42A236B80A2A}" destId="{88B063B9-79B3-466E-A60E-E703FC5AD8E5}" srcOrd="1" destOrd="0" presId="urn:microsoft.com/office/officeart/2018/5/layout/CenteredIconLabelDescriptionList"/>
    <dgm:cxn modelId="{5EC6B9C2-8AC9-4587-A996-F90B37DB58B5}" type="presParOf" srcId="{A3CB748B-D5F3-4046-9F09-42A236B80A2A}" destId="{396ED2C2-336E-45E5-A4B4-87B20B10C7AE}" srcOrd="2" destOrd="0" presId="urn:microsoft.com/office/officeart/2018/5/layout/CenteredIconLabelDescriptionList"/>
    <dgm:cxn modelId="{19D15BA6-D4E5-484B-B680-CFB8632A38EC}" type="presParOf" srcId="{A3CB748B-D5F3-4046-9F09-42A236B80A2A}" destId="{D995BC3A-67F3-4418-A5A6-B40372A94C9F}" srcOrd="3" destOrd="0" presId="urn:microsoft.com/office/officeart/2018/5/layout/CenteredIconLabelDescriptionList"/>
    <dgm:cxn modelId="{0BADECE9-CDA6-4ED4-A62A-05F4F246A13C}" type="presParOf" srcId="{A3CB748B-D5F3-4046-9F09-42A236B80A2A}" destId="{A9BF7ED0-403D-4F7C-9049-015185DF4CC6}" srcOrd="4" destOrd="0" presId="urn:microsoft.com/office/officeart/2018/5/layout/CenteredIconLabelDescriptionList"/>
    <dgm:cxn modelId="{23E429AC-E7C8-4482-B58E-91D8F18AE045}" type="presParOf" srcId="{ABAD85EA-EF9C-4B6B-8DCD-C930F9AECE73}" destId="{779FB8B2-60A5-478D-A613-F704A4167261}" srcOrd="3" destOrd="0" presId="urn:microsoft.com/office/officeart/2018/5/layout/CenteredIconLabelDescriptionList"/>
    <dgm:cxn modelId="{188AE29B-5F3F-4825-B996-9C17F5E515D4}" type="presParOf" srcId="{ABAD85EA-EF9C-4B6B-8DCD-C930F9AECE73}" destId="{F011ADDC-E1FA-47AA-954D-D28A2C424360}" srcOrd="4" destOrd="0" presId="urn:microsoft.com/office/officeart/2018/5/layout/CenteredIconLabelDescriptionList"/>
    <dgm:cxn modelId="{75643080-B8E4-44C9-86F0-CF4A928D056B}" type="presParOf" srcId="{F011ADDC-E1FA-47AA-954D-D28A2C424360}" destId="{4CC561D8-CC23-4962-9B3A-55174782816D}" srcOrd="0" destOrd="0" presId="urn:microsoft.com/office/officeart/2018/5/layout/CenteredIconLabelDescriptionList"/>
    <dgm:cxn modelId="{6B7F28DE-D496-4444-846B-61D6040975AB}" type="presParOf" srcId="{F011ADDC-E1FA-47AA-954D-D28A2C424360}" destId="{49FC822D-AB55-4B38-922A-1B921022B345}" srcOrd="1" destOrd="0" presId="urn:microsoft.com/office/officeart/2018/5/layout/CenteredIconLabelDescriptionList"/>
    <dgm:cxn modelId="{461B78DD-EF4F-41C6-ADFE-8014A5050DE2}" type="presParOf" srcId="{F011ADDC-E1FA-47AA-954D-D28A2C424360}" destId="{377178A7-90D9-4264-9D0B-2F6ED0BF9309}" srcOrd="2" destOrd="0" presId="urn:microsoft.com/office/officeart/2018/5/layout/CenteredIconLabelDescriptionList"/>
    <dgm:cxn modelId="{C442FB1E-B66F-49B7-9C81-765F68FB01B6}" type="presParOf" srcId="{F011ADDC-E1FA-47AA-954D-D28A2C424360}" destId="{2A24C02B-EAB3-43B7-9ED9-8CCB22B17A03}" srcOrd="3" destOrd="0" presId="urn:microsoft.com/office/officeart/2018/5/layout/CenteredIconLabelDescriptionList"/>
    <dgm:cxn modelId="{4639523D-DD60-483A-A9C3-55DB6D829B32}" type="presParOf" srcId="{F011ADDC-E1FA-47AA-954D-D28A2C424360}" destId="{996DD49A-DBFB-44DF-B568-2FF8526E92B9}" srcOrd="4" destOrd="0" presId="urn:microsoft.com/office/officeart/2018/5/layout/CenteredIconLabelDescriptionList"/>
    <dgm:cxn modelId="{9241E080-ADFF-4ED5-A23C-78708767BC32}" type="presParOf" srcId="{ABAD85EA-EF9C-4B6B-8DCD-C930F9AECE73}" destId="{EE64AEB7-A50F-46DB-B434-4A377A8327B9}" srcOrd="5" destOrd="0" presId="urn:microsoft.com/office/officeart/2018/5/layout/CenteredIconLabelDescriptionList"/>
    <dgm:cxn modelId="{B6514BF0-09C2-49BD-8261-7CB4BDAB9631}" type="presParOf" srcId="{ABAD85EA-EF9C-4B6B-8DCD-C930F9AECE73}" destId="{8FF66639-8AA8-4B79-B39F-746CA18B97CD}" srcOrd="6" destOrd="0" presId="urn:microsoft.com/office/officeart/2018/5/layout/CenteredIconLabelDescriptionList"/>
    <dgm:cxn modelId="{479DE936-D3AA-4961-A2E4-12259FA4D076}" type="presParOf" srcId="{8FF66639-8AA8-4B79-B39F-746CA18B97CD}" destId="{0EF81178-2D92-4C4D-BBB9-FFA7BFF3CE0B}" srcOrd="0" destOrd="0" presId="urn:microsoft.com/office/officeart/2018/5/layout/CenteredIconLabelDescriptionList"/>
    <dgm:cxn modelId="{0E46EFC4-CAF9-4486-ACB3-0B5D24B5FF3D}" type="presParOf" srcId="{8FF66639-8AA8-4B79-B39F-746CA18B97CD}" destId="{091EB001-69F5-4F5D-8FC6-44BDB4F5CD0F}" srcOrd="1" destOrd="0" presId="urn:microsoft.com/office/officeart/2018/5/layout/CenteredIconLabelDescriptionList"/>
    <dgm:cxn modelId="{ED2905F5-CE81-45A4-BE29-3EDD69E95FE9}" type="presParOf" srcId="{8FF66639-8AA8-4B79-B39F-746CA18B97CD}" destId="{7EBEDC2C-CF0D-4361-A4D4-8530666B704F}" srcOrd="2" destOrd="0" presId="urn:microsoft.com/office/officeart/2018/5/layout/CenteredIconLabelDescriptionList"/>
    <dgm:cxn modelId="{5B703BFC-29D3-4D86-BBE5-3BE819808FBC}" type="presParOf" srcId="{8FF66639-8AA8-4B79-B39F-746CA18B97CD}" destId="{00CA9ECA-2886-408D-A003-97AD69F3994F}" srcOrd="3" destOrd="0" presId="urn:microsoft.com/office/officeart/2018/5/layout/CenteredIconLabelDescriptionList"/>
    <dgm:cxn modelId="{B324FD60-5028-4725-9B21-82007C75328A}" type="presParOf" srcId="{8FF66639-8AA8-4B79-B39F-746CA18B97CD}" destId="{5D0591F0-EA14-460B-B0F2-74F70A3563C8}" srcOrd="4" destOrd="0" presId="urn:microsoft.com/office/officeart/2018/5/layout/CenteredIconLabelDescriptionList"/>
    <dgm:cxn modelId="{3AEB3339-1B23-44C9-983C-8CC169268522}" type="presParOf" srcId="{ABAD85EA-EF9C-4B6B-8DCD-C930F9AECE73}" destId="{6CBCA30E-31D6-4B9B-9018-D6EC39B76D5A}" srcOrd="7" destOrd="0" presId="urn:microsoft.com/office/officeart/2018/5/layout/CenteredIconLabelDescriptionList"/>
    <dgm:cxn modelId="{1186D660-0006-4264-AC5A-E4DB7DB990E2}" type="presParOf" srcId="{ABAD85EA-EF9C-4B6B-8DCD-C930F9AECE73}" destId="{9FD20832-AF8E-4FDB-BE6C-F80E1F10E0BF}" srcOrd="8" destOrd="0" presId="urn:microsoft.com/office/officeart/2018/5/layout/CenteredIconLabelDescriptionList"/>
    <dgm:cxn modelId="{3C276FE9-2EFC-4E71-AA31-96E82D187870}" type="presParOf" srcId="{9FD20832-AF8E-4FDB-BE6C-F80E1F10E0BF}" destId="{37B8061D-C616-4013-95D7-DFE2B4B44052}" srcOrd="0" destOrd="0" presId="urn:microsoft.com/office/officeart/2018/5/layout/CenteredIconLabelDescriptionList"/>
    <dgm:cxn modelId="{AAD02235-BEC3-467F-A987-5737F10CD16C}" type="presParOf" srcId="{9FD20832-AF8E-4FDB-BE6C-F80E1F10E0BF}" destId="{82070830-4A8C-4A0F-85B4-AB33B4AB43B1}" srcOrd="1" destOrd="0" presId="urn:microsoft.com/office/officeart/2018/5/layout/CenteredIconLabelDescriptionList"/>
    <dgm:cxn modelId="{AEEE72CA-C9CB-4B5F-AB92-50442EDE60F2}" type="presParOf" srcId="{9FD20832-AF8E-4FDB-BE6C-F80E1F10E0BF}" destId="{A96108BB-1D32-4545-AB89-504A42919E38}" srcOrd="2" destOrd="0" presId="urn:microsoft.com/office/officeart/2018/5/layout/CenteredIconLabelDescriptionList"/>
    <dgm:cxn modelId="{9EF55FD6-BEF7-4048-BEA7-72B27C97C79A}" type="presParOf" srcId="{9FD20832-AF8E-4FDB-BE6C-F80E1F10E0BF}" destId="{0EA8B2B7-24D5-4F99-BAD6-C8A931DB9EB9}" srcOrd="3" destOrd="0" presId="urn:microsoft.com/office/officeart/2018/5/layout/CenteredIconLabelDescriptionList"/>
    <dgm:cxn modelId="{C1141D11-1B56-4576-A6C7-FB6820CA5813}" type="presParOf" srcId="{9FD20832-AF8E-4FDB-BE6C-F80E1F10E0BF}" destId="{5C8C5949-C9CA-4326-A60A-93BC389F8A4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43BA61D-AB32-47C2-B24C-F684A3B30E12}" type="doc">
      <dgm:prSet loTypeId="urn:microsoft.com/office/officeart/2005/8/layout/chevron2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7E87F9-8603-46BF-A56A-9C20C6858411}">
      <dgm:prSet/>
      <dgm:spPr/>
      <dgm:t>
        <a:bodyPr/>
        <a:lstStyle/>
        <a:p>
          <a:r>
            <a:rPr lang="tr-TR" dirty="0"/>
            <a:t>This security architecture</a:t>
          </a:r>
          <a:endParaRPr lang="en-US" dirty="0"/>
        </a:p>
      </dgm:t>
    </dgm:pt>
    <dgm:pt modelId="{88B6EF72-3E36-4439-81A4-CED1B6CFD2E2}" type="parTrans" cxnId="{8B760E58-D270-436E-AE97-21C27C46CAAB}">
      <dgm:prSet/>
      <dgm:spPr/>
      <dgm:t>
        <a:bodyPr/>
        <a:lstStyle/>
        <a:p>
          <a:endParaRPr lang="en-US"/>
        </a:p>
      </dgm:t>
    </dgm:pt>
    <dgm:pt modelId="{D24FE5D7-454F-43B4-AEE2-52A0DF9BAE3B}" type="sibTrans" cxnId="{8B760E58-D270-436E-AE97-21C27C46CAAB}">
      <dgm:prSet/>
      <dgm:spPr/>
      <dgm:t>
        <a:bodyPr/>
        <a:lstStyle/>
        <a:p>
          <a:endParaRPr lang="en-US"/>
        </a:p>
      </dgm:t>
    </dgm:pt>
    <dgm:pt modelId="{2C524D82-E943-4F6D-BEF2-2DCDCDB628CC}">
      <dgm:prSet/>
      <dgm:spPr/>
      <dgm:t>
        <a:bodyPr/>
        <a:lstStyle/>
        <a:p>
          <a:r>
            <a:rPr lang="en-US"/>
            <a:t>is repeated at different scales </a:t>
          </a:r>
        </a:p>
      </dgm:t>
    </dgm:pt>
    <dgm:pt modelId="{42F59FB3-D248-4DEC-8114-E661CDE51D83}" type="parTrans" cxnId="{3F1FCF6E-EF55-4031-A672-24626D05557B}">
      <dgm:prSet/>
      <dgm:spPr/>
      <dgm:t>
        <a:bodyPr/>
        <a:lstStyle/>
        <a:p>
          <a:endParaRPr lang="en-US"/>
        </a:p>
      </dgm:t>
    </dgm:pt>
    <dgm:pt modelId="{B0468C52-47C7-4883-A839-00B1F1F6F937}" type="sibTrans" cxnId="{3F1FCF6E-EF55-4031-A672-24626D05557B}">
      <dgm:prSet/>
      <dgm:spPr/>
      <dgm:t>
        <a:bodyPr/>
        <a:lstStyle/>
        <a:p>
          <a:endParaRPr lang="en-US"/>
        </a:p>
      </dgm:t>
    </dgm:pt>
    <dgm:pt modelId="{33A1A153-D80F-4F6B-AB51-E1A40AE3924F}">
      <dgm:prSet/>
      <dgm:spPr/>
      <dgm:t>
        <a:bodyPr/>
        <a:lstStyle/>
        <a:p>
          <a:r>
            <a:rPr lang="en-US" dirty="0"/>
            <a:t>First</a:t>
          </a:r>
          <a:r>
            <a:rPr lang="tr-TR" dirty="0"/>
            <a:t> </a:t>
          </a:r>
          <a:endParaRPr lang="en-US" dirty="0"/>
        </a:p>
      </dgm:t>
    </dgm:pt>
    <dgm:pt modelId="{080FA759-5B67-41FA-8C93-41E12C427A7C}" type="parTrans" cxnId="{69652D25-1C15-4456-BFF4-480B0615AB82}">
      <dgm:prSet/>
      <dgm:spPr/>
      <dgm:t>
        <a:bodyPr/>
        <a:lstStyle/>
        <a:p>
          <a:endParaRPr lang="en-US"/>
        </a:p>
      </dgm:t>
    </dgm:pt>
    <dgm:pt modelId="{F6F8B8AF-D44D-4543-BE02-BC34F6F7847B}" type="sibTrans" cxnId="{69652D25-1C15-4456-BFF4-480B0615AB82}">
      <dgm:prSet/>
      <dgm:spPr/>
      <dgm:t>
        <a:bodyPr/>
        <a:lstStyle/>
        <a:p>
          <a:endParaRPr lang="en-US"/>
        </a:p>
      </dgm:t>
    </dgm:pt>
    <dgm:pt modelId="{9F64DCCA-6636-41C4-8774-2918FD25D686}">
      <dgm:prSet/>
      <dgm:spPr/>
      <dgm:t>
        <a:bodyPr/>
        <a:lstStyle/>
        <a:p>
          <a:r>
            <a:rPr lang="en-US" dirty="0"/>
            <a:t>establishing a root of trust within the hardware</a:t>
          </a:r>
          <a:r>
            <a:rPr lang="tr-TR" dirty="0"/>
            <a:t> </a:t>
          </a:r>
          <a:r>
            <a:rPr lang="en-US" dirty="0"/>
            <a:t>of a single system</a:t>
          </a:r>
        </a:p>
      </dgm:t>
    </dgm:pt>
    <dgm:pt modelId="{FB344F63-437F-4D03-B8CD-F7836E4CA6C3}" type="parTrans" cxnId="{2F72CCE4-EB2D-47FE-9AA7-DFB18ADBFE52}">
      <dgm:prSet/>
      <dgm:spPr/>
      <dgm:t>
        <a:bodyPr/>
        <a:lstStyle/>
        <a:p>
          <a:endParaRPr lang="en-US"/>
        </a:p>
      </dgm:t>
    </dgm:pt>
    <dgm:pt modelId="{E4C8A9E7-84B1-47ED-BD2D-4FF5E1F346C2}" type="sibTrans" cxnId="{2F72CCE4-EB2D-47FE-9AA7-DFB18ADBFE52}">
      <dgm:prSet/>
      <dgm:spPr/>
      <dgm:t>
        <a:bodyPr/>
        <a:lstStyle/>
        <a:p>
          <a:endParaRPr lang="en-US"/>
        </a:p>
      </dgm:t>
    </dgm:pt>
    <dgm:pt modelId="{422C7C40-F7B6-4493-A229-670F6FEF802C}">
      <dgm:prSet/>
      <dgm:spPr/>
      <dgm:t>
        <a:bodyPr/>
        <a:lstStyle/>
        <a:p>
          <a:r>
            <a:rPr lang="en-US"/>
            <a:t>Then</a:t>
          </a:r>
        </a:p>
      </dgm:t>
    </dgm:pt>
    <dgm:pt modelId="{FB6806B2-EA46-4C79-8482-491151C75EC0}" type="parTrans" cxnId="{69FA95E5-0CD6-448C-BCF7-E70A970FCA5F}">
      <dgm:prSet/>
      <dgm:spPr/>
      <dgm:t>
        <a:bodyPr/>
        <a:lstStyle/>
        <a:p>
          <a:endParaRPr lang="en-US"/>
        </a:p>
      </dgm:t>
    </dgm:pt>
    <dgm:pt modelId="{82F7FC8F-76DD-4E86-A9C0-8EA543FDA28F}" type="sibTrans" cxnId="{69FA95E5-0CD6-448C-BCF7-E70A970FCA5F}">
      <dgm:prSet/>
      <dgm:spPr/>
      <dgm:t>
        <a:bodyPr/>
        <a:lstStyle/>
        <a:p>
          <a:endParaRPr lang="en-US"/>
        </a:p>
      </dgm:t>
    </dgm:pt>
    <dgm:pt modelId="{7510C981-5D5B-4170-BDCA-B5B19E6E865C}">
      <dgm:prSet/>
      <dgm:spPr/>
      <dgm:t>
        <a:bodyPr/>
        <a:lstStyle/>
        <a:p>
          <a:r>
            <a:rPr lang="en-US"/>
            <a:t>extending that root of trust through the operating</a:t>
          </a:r>
          <a:r>
            <a:rPr lang="tr-TR"/>
            <a:t> </a:t>
          </a:r>
          <a:r>
            <a:rPr lang="en-US"/>
            <a:t>system </a:t>
          </a:r>
        </a:p>
      </dgm:t>
    </dgm:pt>
    <dgm:pt modelId="{1F16724C-5A40-4FB7-95F8-9CF4062ABEC2}" type="parTrans" cxnId="{C22180BE-9940-495A-A97A-9D63268AF42A}">
      <dgm:prSet/>
      <dgm:spPr/>
      <dgm:t>
        <a:bodyPr/>
        <a:lstStyle/>
        <a:p>
          <a:endParaRPr lang="en-US"/>
        </a:p>
      </dgm:t>
    </dgm:pt>
    <dgm:pt modelId="{3DBA15D9-1666-4BFA-9149-B3371D5BD35A}" type="sibTrans" cxnId="{C22180BE-9940-495A-A97A-9D63268AF42A}">
      <dgm:prSet/>
      <dgm:spPr/>
      <dgm:t>
        <a:bodyPr/>
        <a:lstStyle/>
        <a:p>
          <a:endParaRPr lang="en-US"/>
        </a:p>
      </dgm:t>
    </dgm:pt>
    <dgm:pt modelId="{E061805C-FF5D-4F07-B6B3-1B74C034DC82}">
      <dgm:prSet/>
      <dgm:spPr/>
      <dgm:t>
        <a:bodyPr/>
        <a:lstStyle/>
        <a:p>
          <a:r>
            <a:rPr lang="en-US"/>
            <a:t>to higher-level system services</a:t>
          </a:r>
        </a:p>
      </dgm:t>
    </dgm:pt>
    <dgm:pt modelId="{636188ED-D3B3-4C55-B7E9-F353F35CA0F9}" type="parTrans" cxnId="{053EA79C-FE8B-4E84-9CA1-0FB95CB2EF3F}">
      <dgm:prSet/>
      <dgm:spPr/>
      <dgm:t>
        <a:bodyPr/>
        <a:lstStyle/>
        <a:p>
          <a:endParaRPr lang="en-US"/>
        </a:p>
      </dgm:t>
    </dgm:pt>
    <dgm:pt modelId="{045EB803-CBBC-4A71-A247-D3B5F7725602}" type="sibTrans" cxnId="{053EA79C-FE8B-4E84-9CA1-0FB95CB2EF3F}">
      <dgm:prSet/>
      <dgm:spPr/>
      <dgm:t>
        <a:bodyPr/>
        <a:lstStyle/>
        <a:p>
          <a:endParaRPr lang="en-US"/>
        </a:p>
      </dgm:t>
    </dgm:pt>
    <dgm:pt modelId="{732C67BE-BC3D-477A-AC7E-A2FFE5BC0461}">
      <dgm:prSet/>
      <dgm:spPr/>
      <dgm:t>
        <a:bodyPr/>
        <a:lstStyle/>
        <a:p>
          <a:r>
            <a:rPr lang="en-US" dirty="0"/>
            <a:t>Finally</a:t>
          </a:r>
          <a:r>
            <a:rPr lang="tr-TR" dirty="0"/>
            <a:t> </a:t>
          </a:r>
          <a:r>
            <a:rPr lang="en-US" dirty="0"/>
            <a:t> </a:t>
          </a:r>
        </a:p>
      </dgm:t>
    </dgm:pt>
    <dgm:pt modelId="{0994757B-CED3-4ED3-B2BB-3444DE2DF5F8}" type="parTrans" cxnId="{E800D107-4E11-451A-B6B7-68E47B065FE0}">
      <dgm:prSet/>
      <dgm:spPr/>
      <dgm:t>
        <a:bodyPr/>
        <a:lstStyle/>
        <a:p>
          <a:endParaRPr lang="en-US"/>
        </a:p>
      </dgm:t>
    </dgm:pt>
    <dgm:pt modelId="{4331BC3C-5F6E-459A-B3B3-7F9D2A10E66F}" type="sibTrans" cxnId="{E800D107-4E11-451A-B6B7-68E47B065FE0}">
      <dgm:prSet/>
      <dgm:spPr/>
      <dgm:t>
        <a:bodyPr/>
        <a:lstStyle/>
        <a:p>
          <a:endParaRPr lang="en-US"/>
        </a:p>
      </dgm:t>
    </dgm:pt>
    <dgm:pt modelId="{5A7F6F42-9C4C-45B5-8358-18268FD0AA96}">
      <dgm:prSet/>
      <dgm:spPr/>
      <dgm:t>
        <a:bodyPr/>
        <a:lstStyle/>
        <a:p>
          <a:r>
            <a:rPr lang="en-US"/>
            <a:t>across many servers layered </a:t>
          </a:r>
        </a:p>
      </dgm:t>
    </dgm:pt>
    <dgm:pt modelId="{D2F0FDD0-D850-4596-979E-1684B8D1D599}" type="parTrans" cxnId="{636F2534-AE22-482C-87A3-D1C31D378168}">
      <dgm:prSet/>
      <dgm:spPr/>
      <dgm:t>
        <a:bodyPr/>
        <a:lstStyle/>
        <a:p>
          <a:endParaRPr lang="en-US"/>
        </a:p>
      </dgm:t>
    </dgm:pt>
    <dgm:pt modelId="{90999A2B-7009-403E-B886-C6662A86720F}" type="sibTrans" cxnId="{636F2534-AE22-482C-87A3-D1C31D378168}">
      <dgm:prSet/>
      <dgm:spPr/>
      <dgm:t>
        <a:bodyPr/>
        <a:lstStyle/>
        <a:p>
          <a:endParaRPr lang="en-US"/>
        </a:p>
      </dgm:t>
    </dgm:pt>
    <dgm:pt modelId="{635D1755-A229-499F-93BE-29AD1E74C644}">
      <dgm:prSet/>
      <dgm:spPr/>
      <dgm:t>
        <a:bodyPr/>
        <a:lstStyle/>
        <a:p>
          <a:r>
            <a:rPr lang="en-US"/>
            <a:t>in concentric</a:t>
          </a:r>
          <a:r>
            <a:rPr lang="tr-TR"/>
            <a:t> circles of diminishing trust</a:t>
          </a:r>
          <a:endParaRPr lang="en-US"/>
        </a:p>
      </dgm:t>
    </dgm:pt>
    <dgm:pt modelId="{FB3DEA95-5CCB-404F-B8F1-6EA30D05BB27}" type="parTrans" cxnId="{49E6515A-8746-4331-AA17-7A734B7F488D}">
      <dgm:prSet/>
      <dgm:spPr/>
      <dgm:t>
        <a:bodyPr/>
        <a:lstStyle/>
        <a:p>
          <a:endParaRPr lang="en-US"/>
        </a:p>
      </dgm:t>
    </dgm:pt>
    <dgm:pt modelId="{23819E94-2566-4F04-A945-4AABBAD5735C}" type="sibTrans" cxnId="{49E6515A-8746-4331-AA17-7A734B7F488D}">
      <dgm:prSet/>
      <dgm:spPr/>
      <dgm:t>
        <a:bodyPr/>
        <a:lstStyle/>
        <a:p>
          <a:endParaRPr lang="en-US"/>
        </a:p>
      </dgm:t>
    </dgm:pt>
    <dgm:pt modelId="{CDF69B23-6704-46A5-A2BA-E9B0B3239390}">
      <dgm:prSet/>
      <dgm:spPr/>
      <dgm:t>
        <a:bodyPr/>
        <a:lstStyle/>
        <a:p>
          <a:r>
            <a:rPr lang="tr-TR" dirty="0"/>
            <a:t>Repeat</a:t>
          </a:r>
          <a:endParaRPr lang="en-US" dirty="0"/>
        </a:p>
      </dgm:t>
    </dgm:pt>
    <dgm:pt modelId="{1565949E-148F-49CF-9B9C-CA88CF4D1BCF}" type="parTrans" cxnId="{B3FC0D99-C830-464F-A92D-090FCF92B0B6}">
      <dgm:prSet/>
      <dgm:spPr/>
      <dgm:t>
        <a:bodyPr/>
        <a:lstStyle/>
        <a:p>
          <a:endParaRPr lang="tr-TR"/>
        </a:p>
      </dgm:t>
    </dgm:pt>
    <dgm:pt modelId="{2322E0A4-4321-4B12-89E2-528554B60CB7}" type="sibTrans" cxnId="{B3FC0D99-C830-464F-A92D-090FCF92B0B6}">
      <dgm:prSet/>
      <dgm:spPr/>
      <dgm:t>
        <a:bodyPr/>
        <a:lstStyle/>
        <a:p>
          <a:endParaRPr lang="tr-TR"/>
        </a:p>
      </dgm:t>
    </dgm:pt>
    <dgm:pt modelId="{33FE8C5F-4FC5-4994-902A-C30E48E55E61}" type="pres">
      <dgm:prSet presAssocID="{043BA61D-AB32-47C2-B24C-F684A3B30E12}" presName="linearFlow" presStyleCnt="0">
        <dgm:presLayoutVars>
          <dgm:dir/>
          <dgm:animLvl val="lvl"/>
          <dgm:resizeHandles val="exact"/>
        </dgm:presLayoutVars>
      </dgm:prSet>
      <dgm:spPr/>
    </dgm:pt>
    <dgm:pt modelId="{9665CCEC-0B16-40CE-B0D3-8D68CDAAA5BA}" type="pres">
      <dgm:prSet presAssocID="{CDF69B23-6704-46A5-A2BA-E9B0B3239390}" presName="composite" presStyleCnt="0"/>
      <dgm:spPr/>
    </dgm:pt>
    <dgm:pt modelId="{8AD1FB73-5E54-4459-806B-9D43AC645B10}" type="pres">
      <dgm:prSet presAssocID="{CDF69B23-6704-46A5-A2BA-E9B0B3239390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4B6407B1-7125-4CF2-AD57-0D893CB00B6E}" type="pres">
      <dgm:prSet presAssocID="{CDF69B23-6704-46A5-A2BA-E9B0B3239390}" presName="descendantText" presStyleLbl="alignAcc1" presStyleIdx="0" presStyleCnt="4">
        <dgm:presLayoutVars>
          <dgm:bulletEnabled val="1"/>
        </dgm:presLayoutVars>
      </dgm:prSet>
      <dgm:spPr/>
    </dgm:pt>
    <dgm:pt modelId="{E00D58F7-039D-416B-A913-D1CC2926725A}" type="pres">
      <dgm:prSet presAssocID="{2322E0A4-4321-4B12-89E2-528554B60CB7}" presName="sp" presStyleCnt="0"/>
      <dgm:spPr/>
    </dgm:pt>
    <dgm:pt modelId="{5FEE8C18-4021-466A-912B-E796F2ACD9BC}" type="pres">
      <dgm:prSet presAssocID="{33A1A153-D80F-4F6B-AB51-E1A40AE3924F}" presName="composite" presStyleCnt="0"/>
      <dgm:spPr/>
    </dgm:pt>
    <dgm:pt modelId="{F796A267-C4E6-4CC4-B8C1-30385C0D3DAB}" type="pres">
      <dgm:prSet presAssocID="{33A1A153-D80F-4F6B-AB51-E1A40AE3924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88775B3F-195A-4141-A9FB-D4D6C96015A9}" type="pres">
      <dgm:prSet presAssocID="{33A1A153-D80F-4F6B-AB51-E1A40AE3924F}" presName="descendantText" presStyleLbl="alignAcc1" presStyleIdx="1" presStyleCnt="4">
        <dgm:presLayoutVars>
          <dgm:bulletEnabled val="1"/>
        </dgm:presLayoutVars>
      </dgm:prSet>
      <dgm:spPr/>
    </dgm:pt>
    <dgm:pt modelId="{E4649CCF-8CD9-4655-92F2-8371F7DAFF7C}" type="pres">
      <dgm:prSet presAssocID="{F6F8B8AF-D44D-4543-BE02-BC34F6F7847B}" presName="sp" presStyleCnt="0"/>
      <dgm:spPr/>
    </dgm:pt>
    <dgm:pt modelId="{65CCC0F8-18F9-44C8-AECD-C4EA2B0945A2}" type="pres">
      <dgm:prSet presAssocID="{422C7C40-F7B6-4493-A229-670F6FEF802C}" presName="composite" presStyleCnt="0"/>
      <dgm:spPr/>
    </dgm:pt>
    <dgm:pt modelId="{24817EBE-A120-4C50-9B22-5555E7DD5D2C}" type="pres">
      <dgm:prSet presAssocID="{422C7C40-F7B6-4493-A229-670F6FEF802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6A7E2545-26F8-4E61-9808-78451F11E4C4}" type="pres">
      <dgm:prSet presAssocID="{422C7C40-F7B6-4493-A229-670F6FEF802C}" presName="descendantText" presStyleLbl="alignAcc1" presStyleIdx="2" presStyleCnt="4">
        <dgm:presLayoutVars>
          <dgm:bulletEnabled val="1"/>
        </dgm:presLayoutVars>
      </dgm:prSet>
      <dgm:spPr/>
    </dgm:pt>
    <dgm:pt modelId="{C6ADBC15-FA1B-49A6-84A2-84BF68683C9C}" type="pres">
      <dgm:prSet presAssocID="{82F7FC8F-76DD-4E86-A9C0-8EA543FDA28F}" presName="sp" presStyleCnt="0"/>
      <dgm:spPr/>
    </dgm:pt>
    <dgm:pt modelId="{BD82B916-DFFD-44A3-94EB-BCACF287663A}" type="pres">
      <dgm:prSet presAssocID="{732C67BE-BC3D-477A-AC7E-A2FFE5BC0461}" presName="composite" presStyleCnt="0"/>
      <dgm:spPr/>
    </dgm:pt>
    <dgm:pt modelId="{E056E58E-7D28-4E8F-9E4C-80F2ACD58B10}" type="pres">
      <dgm:prSet presAssocID="{732C67BE-BC3D-477A-AC7E-A2FFE5BC0461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2B45871-11B3-4349-8AE8-AE87262F49C4}" type="pres">
      <dgm:prSet presAssocID="{732C67BE-BC3D-477A-AC7E-A2FFE5BC0461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800D107-4E11-451A-B6B7-68E47B065FE0}" srcId="{043BA61D-AB32-47C2-B24C-F684A3B30E12}" destId="{732C67BE-BC3D-477A-AC7E-A2FFE5BC0461}" srcOrd="3" destOrd="0" parTransId="{0994757B-CED3-4ED3-B2BB-3444DE2DF5F8}" sibTransId="{4331BC3C-5F6E-459A-B3B3-7F9D2A10E66F}"/>
    <dgm:cxn modelId="{37AC1711-F41C-4165-BF1A-9A590A46437E}" type="presOf" srcId="{33A1A153-D80F-4F6B-AB51-E1A40AE3924F}" destId="{F796A267-C4E6-4CC4-B8C1-30385C0D3DAB}" srcOrd="0" destOrd="0" presId="urn:microsoft.com/office/officeart/2005/8/layout/chevron2"/>
    <dgm:cxn modelId="{C5241F1A-9536-4C43-9D4F-585AC5C9A690}" type="presOf" srcId="{7510C981-5D5B-4170-BDCA-B5B19E6E865C}" destId="{6A7E2545-26F8-4E61-9808-78451F11E4C4}" srcOrd="0" destOrd="0" presId="urn:microsoft.com/office/officeart/2005/8/layout/chevron2"/>
    <dgm:cxn modelId="{69652D25-1C15-4456-BFF4-480B0615AB82}" srcId="{043BA61D-AB32-47C2-B24C-F684A3B30E12}" destId="{33A1A153-D80F-4F6B-AB51-E1A40AE3924F}" srcOrd="1" destOrd="0" parTransId="{080FA759-5B67-41FA-8C93-41E12C427A7C}" sibTransId="{F6F8B8AF-D44D-4543-BE02-BC34F6F7847B}"/>
    <dgm:cxn modelId="{636F2534-AE22-482C-87A3-D1C31D378168}" srcId="{732C67BE-BC3D-477A-AC7E-A2FFE5BC0461}" destId="{5A7F6F42-9C4C-45B5-8358-18268FD0AA96}" srcOrd="0" destOrd="0" parTransId="{D2F0FDD0-D850-4596-979E-1684B8D1D599}" sibTransId="{90999A2B-7009-403E-B886-C6662A86720F}"/>
    <dgm:cxn modelId="{EA3B3039-71DF-431E-B47A-3523657C2DCC}" type="presOf" srcId="{2C524D82-E943-4F6D-BEF2-2DCDCDB628CC}" destId="{4B6407B1-7125-4CF2-AD57-0D893CB00B6E}" srcOrd="0" destOrd="1" presId="urn:microsoft.com/office/officeart/2005/8/layout/chevron2"/>
    <dgm:cxn modelId="{4816A93D-5BC3-4681-A103-9F899B47B685}" type="presOf" srcId="{CDF69B23-6704-46A5-A2BA-E9B0B3239390}" destId="{8AD1FB73-5E54-4459-806B-9D43AC645B10}" srcOrd="0" destOrd="0" presId="urn:microsoft.com/office/officeart/2005/8/layout/chevron2"/>
    <dgm:cxn modelId="{C5D4B36B-00C5-4316-A4C9-6FF93F8FCCB2}" type="presOf" srcId="{5A7F6F42-9C4C-45B5-8358-18268FD0AA96}" destId="{A2B45871-11B3-4349-8AE8-AE87262F49C4}" srcOrd="0" destOrd="0" presId="urn:microsoft.com/office/officeart/2005/8/layout/chevron2"/>
    <dgm:cxn modelId="{81AFC94D-AAF8-494D-B7F0-A93C2151427F}" type="presOf" srcId="{1A7E87F9-8603-46BF-A56A-9C20C6858411}" destId="{4B6407B1-7125-4CF2-AD57-0D893CB00B6E}" srcOrd="0" destOrd="0" presId="urn:microsoft.com/office/officeart/2005/8/layout/chevron2"/>
    <dgm:cxn modelId="{3F1FCF6E-EF55-4031-A672-24626D05557B}" srcId="{CDF69B23-6704-46A5-A2BA-E9B0B3239390}" destId="{2C524D82-E943-4F6D-BEF2-2DCDCDB628CC}" srcOrd="1" destOrd="0" parTransId="{42F59FB3-D248-4DEC-8114-E661CDE51D83}" sibTransId="{B0468C52-47C7-4883-A839-00B1F1F6F937}"/>
    <dgm:cxn modelId="{C1FFA84F-3B3A-498F-8C9C-BAA6C58EBED8}" type="presOf" srcId="{9F64DCCA-6636-41C4-8774-2918FD25D686}" destId="{88775B3F-195A-4141-A9FB-D4D6C96015A9}" srcOrd="0" destOrd="0" presId="urn:microsoft.com/office/officeart/2005/8/layout/chevron2"/>
    <dgm:cxn modelId="{867D5276-2738-422C-9DE1-90FE09581839}" type="presOf" srcId="{043BA61D-AB32-47C2-B24C-F684A3B30E12}" destId="{33FE8C5F-4FC5-4994-902A-C30E48E55E61}" srcOrd="0" destOrd="0" presId="urn:microsoft.com/office/officeart/2005/8/layout/chevron2"/>
    <dgm:cxn modelId="{8B760E58-D270-436E-AE97-21C27C46CAAB}" srcId="{CDF69B23-6704-46A5-A2BA-E9B0B3239390}" destId="{1A7E87F9-8603-46BF-A56A-9C20C6858411}" srcOrd="0" destOrd="0" parTransId="{88B6EF72-3E36-4439-81A4-CED1B6CFD2E2}" sibTransId="{D24FE5D7-454F-43B4-AEE2-52A0DF9BAE3B}"/>
    <dgm:cxn modelId="{49E6515A-8746-4331-AA17-7A734B7F488D}" srcId="{732C67BE-BC3D-477A-AC7E-A2FFE5BC0461}" destId="{635D1755-A229-499F-93BE-29AD1E74C644}" srcOrd="1" destOrd="0" parTransId="{FB3DEA95-5CCB-404F-B8F1-6EA30D05BB27}" sibTransId="{23819E94-2566-4F04-A945-4AABBAD5735C}"/>
    <dgm:cxn modelId="{25A8C489-E0F3-42E2-BFE9-CF600169E5D6}" type="presOf" srcId="{635D1755-A229-499F-93BE-29AD1E74C644}" destId="{A2B45871-11B3-4349-8AE8-AE87262F49C4}" srcOrd="0" destOrd="1" presId="urn:microsoft.com/office/officeart/2005/8/layout/chevron2"/>
    <dgm:cxn modelId="{B3FC0D99-C830-464F-A92D-090FCF92B0B6}" srcId="{043BA61D-AB32-47C2-B24C-F684A3B30E12}" destId="{CDF69B23-6704-46A5-A2BA-E9B0B3239390}" srcOrd="0" destOrd="0" parTransId="{1565949E-148F-49CF-9B9C-CA88CF4D1BCF}" sibTransId="{2322E0A4-4321-4B12-89E2-528554B60CB7}"/>
    <dgm:cxn modelId="{053EA79C-FE8B-4E84-9CA1-0FB95CB2EF3F}" srcId="{422C7C40-F7B6-4493-A229-670F6FEF802C}" destId="{E061805C-FF5D-4F07-B6B3-1B74C034DC82}" srcOrd="1" destOrd="0" parTransId="{636188ED-D3B3-4C55-B7E9-F353F35CA0F9}" sibTransId="{045EB803-CBBC-4A71-A247-D3B5F7725602}"/>
    <dgm:cxn modelId="{F5A14FAA-09B7-4AB6-A22B-9ABE3524277D}" type="presOf" srcId="{E061805C-FF5D-4F07-B6B3-1B74C034DC82}" destId="{6A7E2545-26F8-4E61-9808-78451F11E4C4}" srcOrd="0" destOrd="1" presId="urn:microsoft.com/office/officeart/2005/8/layout/chevron2"/>
    <dgm:cxn modelId="{C22180BE-9940-495A-A97A-9D63268AF42A}" srcId="{422C7C40-F7B6-4493-A229-670F6FEF802C}" destId="{7510C981-5D5B-4170-BDCA-B5B19E6E865C}" srcOrd="0" destOrd="0" parTransId="{1F16724C-5A40-4FB7-95F8-9CF4062ABEC2}" sibTransId="{3DBA15D9-1666-4BFA-9149-B3371D5BD35A}"/>
    <dgm:cxn modelId="{2533DCE3-DE53-45AA-88AF-7FAA8058D804}" type="presOf" srcId="{422C7C40-F7B6-4493-A229-670F6FEF802C}" destId="{24817EBE-A120-4C50-9B22-5555E7DD5D2C}" srcOrd="0" destOrd="0" presId="urn:microsoft.com/office/officeart/2005/8/layout/chevron2"/>
    <dgm:cxn modelId="{2F72CCE4-EB2D-47FE-9AA7-DFB18ADBFE52}" srcId="{33A1A153-D80F-4F6B-AB51-E1A40AE3924F}" destId="{9F64DCCA-6636-41C4-8774-2918FD25D686}" srcOrd="0" destOrd="0" parTransId="{FB344F63-437F-4D03-B8CD-F7836E4CA6C3}" sibTransId="{E4C8A9E7-84B1-47ED-BD2D-4FF5E1F346C2}"/>
    <dgm:cxn modelId="{69FA95E5-0CD6-448C-BCF7-E70A970FCA5F}" srcId="{043BA61D-AB32-47C2-B24C-F684A3B30E12}" destId="{422C7C40-F7B6-4493-A229-670F6FEF802C}" srcOrd="2" destOrd="0" parTransId="{FB6806B2-EA46-4C79-8482-491151C75EC0}" sibTransId="{82F7FC8F-76DD-4E86-A9C0-8EA543FDA28F}"/>
    <dgm:cxn modelId="{BF3967FD-3945-486B-BDBA-C3275CA3DC03}" type="presOf" srcId="{732C67BE-BC3D-477A-AC7E-A2FFE5BC0461}" destId="{E056E58E-7D28-4E8F-9E4C-80F2ACD58B10}" srcOrd="0" destOrd="0" presId="urn:microsoft.com/office/officeart/2005/8/layout/chevron2"/>
    <dgm:cxn modelId="{C7103A48-2550-4426-BC1E-288476CF0D01}" type="presParOf" srcId="{33FE8C5F-4FC5-4994-902A-C30E48E55E61}" destId="{9665CCEC-0B16-40CE-B0D3-8D68CDAAA5BA}" srcOrd="0" destOrd="0" presId="urn:microsoft.com/office/officeart/2005/8/layout/chevron2"/>
    <dgm:cxn modelId="{26958295-9DB9-4597-B2BA-C5BC2B79F77E}" type="presParOf" srcId="{9665CCEC-0B16-40CE-B0D3-8D68CDAAA5BA}" destId="{8AD1FB73-5E54-4459-806B-9D43AC645B10}" srcOrd="0" destOrd="0" presId="urn:microsoft.com/office/officeart/2005/8/layout/chevron2"/>
    <dgm:cxn modelId="{BEAE7221-B94F-4EC0-8A7A-1CB1A6FF6636}" type="presParOf" srcId="{9665CCEC-0B16-40CE-B0D3-8D68CDAAA5BA}" destId="{4B6407B1-7125-4CF2-AD57-0D893CB00B6E}" srcOrd="1" destOrd="0" presId="urn:microsoft.com/office/officeart/2005/8/layout/chevron2"/>
    <dgm:cxn modelId="{5CFB59FB-0DCF-47B9-BA8E-BADDD525AF30}" type="presParOf" srcId="{33FE8C5F-4FC5-4994-902A-C30E48E55E61}" destId="{E00D58F7-039D-416B-A913-D1CC2926725A}" srcOrd="1" destOrd="0" presId="urn:microsoft.com/office/officeart/2005/8/layout/chevron2"/>
    <dgm:cxn modelId="{CE7EFB89-7549-4856-A443-96F61651DA27}" type="presParOf" srcId="{33FE8C5F-4FC5-4994-902A-C30E48E55E61}" destId="{5FEE8C18-4021-466A-912B-E796F2ACD9BC}" srcOrd="2" destOrd="0" presId="urn:microsoft.com/office/officeart/2005/8/layout/chevron2"/>
    <dgm:cxn modelId="{0078E256-BA49-4F44-B845-C3FF43605977}" type="presParOf" srcId="{5FEE8C18-4021-466A-912B-E796F2ACD9BC}" destId="{F796A267-C4E6-4CC4-B8C1-30385C0D3DAB}" srcOrd="0" destOrd="0" presId="urn:microsoft.com/office/officeart/2005/8/layout/chevron2"/>
    <dgm:cxn modelId="{B84ED871-FCCD-407B-9ED3-2E06E92D7724}" type="presParOf" srcId="{5FEE8C18-4021-466A-912B-E796F2ACD9BC}" destId="{88775B3F-195A-4141-A9FB-D4D6C96015A9}" srcOrd="1" destOrd="0" presId="urn:microsoft.com/office/officeart/2005/8/layout/chevron2"/>
    <dgm:cxn modelId="{5402AB3B-D07D-4E8C-B406-B7B4CD77CEAA}" type="presParOf" srcId="{33FE8C5F-4FC5-4994-902A-C30E48E55E61}" destId="{E4649CCF-8CD9-4655-92F2-8371F7DAFF7C}" srcOrd="3" destOrd="0" presId="urn:microsoft.com/office/officeart/2005/8/layout/chevron2"/>
    <dgm:cxn modelId="{5C167AB5-5A0D-4252-ACD6-B64B69E45D25}" type="presParOf" srcId="{33FE8C5F-4FC5-4994-902A-C30E48E55E61}" destId="{65CCC0F8-18F9-44C8-AECD-C4EA2B0945A2}" srcOrd="4" destOrd="0" presId="urn:microsoft.com/office/officeart/2005/8/layout/chevron2"/>
    <dgm:cxn modelId="{3E3618A8-1C89-4293-A3A6-7AA9D67C3B0C}" type="presParOf" srcId="{65CCC0F8-18F9-44C8-AECD-C4EA2B0945A2}" destId="{24817EBE-A120-4C50-9B22-5555E7DD5D2C}" srcOrd="0" destOrd="0" presId="urn:microsoft.com/office/officeart/2005/8/layout/chevron2"/>
    <dgm:cxn modelId="{F97016DD-5C16-4B07-AE7F-749A3A633A6E}" type="presParOf" srcId="{65CCC0F8-18F9-44C8-AECD-C4EA2B0945A2}" destId="{6A7E2545-26F8-4E61-9808-78451F11E4C4}" srcOrd="1" destOrd="0" presId="urn:microsoft.com/office/officeart/2005/8/layout/chevron2"/>
    <dgm:cxn modelId="{E3624BA8-90F7-4C2D-8F94-F4C13C6BB588}" type="presParOf" srcId="{33FE8C5F-4FC5-4994-902A-C30E48E55E61}" destId="{C6ADBC15-FA1B-49A6-84A2-84BF68683C9C}" srcOrd="5" destOrd="0" presId="urn:microsoft.com/office/officeart/2005/8/layout/chevron2"/>
    <dgm:cxn modelId="{6A8B94C3-C1AD-4978-AD9B-755D880F0432}" type="presParOf" srcId="{33FE8C5F-4FC5-4994-902A-C30E48E55E61}" destId="{BD82B916-DFFD-44A3-94EB-BCACF287663A}" srcOrd="6" destOrd="0" presId="urn:microsoft.com/office/officeart/2005/8/layout/chevron2"/>
    <dgm:cxn modelId="{53EF2043-F394-44EB-AC01-6D574510B14A}" type="presParOf" srcId="{BD82B916-DFFD-44A3-94EB-BCACF287663A}" destId="{E056E58E-7D28-4E8F-9E4C-80F2ACD58B10}" srcOrd="0" destOrd="0" presId="urn:microsoft.com/office/officeart/2005/8/layout/chevron2"/>
    <dgm:cxn modelId="{ABEB7242-6BF0-41A0-A8E4-B7651F206E11}" type="presParOf" srcId="{BD82B916-DFFD-44A3-94EB-BCACF287663A}" destId="{A2B45871-11B3-4349-8AE8-AE87262F49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B559A7D-DE0F-4362-A2CA-89ACC3D21F27}" type="doc">
      <dgm:prSet loTypeId="urn:microsoft.com/office/officeart/2005/8/layout/list1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753A4E2-6C87-4C39-B288-B28E1F5B5029}">
      <dgm:prSet/>
      <dgm:spPr/>
      <dgm:t>
        <a:bodyPr/>
        <a:lstStyle/>
        <a:p>
          <a:r>
            <a:rPr lang="tr-TR" dirty="0"/>
            <a:t>Complexity: more bugs</a:t>
          </a:r>
          <a:endParaRPr lang="en-US" dirty="0"/>
        </a:p>
      </dgm:t>
    </dgm:pt>
    <dgm:pt modelId="{87847FF8-37D5-40A2-8A35-14BF965F6907}" type="parTrans" cxnId="{99E6E9CD-CCD5-4BEC-82AE-52E853F30D8A}">
      <dgm:prSet/>
      <dgm:spPr/>
      <dgm:t>
        <a:bodyPr/>
        <a:lstStyle/>
        <a:p>
          <a:endParaRPr lang="en-US"/>
        </a:p>
      </dgm:t>
    </dgm:pt>
    <dgm:pt modelId="{F8982C24-AB0A-4852-BB99-B72BC627042F}" type="sibTrans" cxnId="{99E6E9CD-CCD5-4BEC-82AE-52E853F30D8A}">
      <dgm:prSet/>
      <dgm:spPr/>
      <dgm:t>
        <a:bodyPr/>
        <a:lstStyle/>
        <a:p>
          <a:endParaRPr lang="en-US"/>
        </a:p>
      </dgm:t>
    </dgm:pt>
    <dgm:pt modelId="{D053EBDB-01F7-4733-8F04-8D7A9373EAA1}">
      <dgm:prSet/>
      <dgm:spPr/>
      <dgm:t>
        <a:bodyPr/>
        <a:lstStyle/>
        <a:p>
          <a:r>
            <a:rPr lang="en-US"/>
            <a:t>As software systems become more</a:t>
          </a:r>
          <a:r>
            <a:rPr lang="tr-TR"/>
            <a:t> </a:t>
          </a:r>
          <a:r>
            <a:rPr lang="en-US"/>
            <a:t>complex </a:t>
          </a:r>
        </a:p>
      </dgm:t>
    </dgm:pt>
    <dgm:pt modelId="{583F0E0A-F12A-455F-A35F-A6D59C91CF7E}" type="parTrans" cxnId="{B35E8C05-6A08-4AA6-8811-CE65877BD29A}">
      <dgm:prSet/>
      <dgm:spPr/>
      <dgm:t>
        <a:bodyPr/>
        <a:lstStyle/>
        <a:p>
          <a:endParaRPr lang="en-US"/>
        </a:p>
      </dgm:t>
    </dgm:pt>
    <dgm:pt modelId="{77B054C7-5BF8-443F-901B-57BB57498FB8}" type="sibTrans" cxnId="{B35E8C05-6A08-4AA6-8811-CE65877BD29A}">
      <dgm:prSet/>
      <dgm:spPr/>
      <dgm:t>
        <a:bodyPr/>
        <a:lstStyle/>
        <a:p>
          <a:endParaRPr lang="en-US"/>
        </a:p>
      </dgm:t>
    </dgm:pt>
    <dgm:pt modelId="{81C5B566-F43F-4930-B381-0EB9473D9506}">
      <dgm:prSet/>
      <dgm:spPr/>
      <dgm:t>
        <a:bodyPr/>
        <a:lstStyle/>
        <a:p>
          <a:r>
            <a:rPr lang="en-US" dirty="0"/>
            <a:t>they are more likely to contain bugs</a:t>
          </a:r>
        </a:p>
      </dgm:t>
    </dgm:pt>
    <dgm:pt modelId="{E14627BB-17B7-4DB1-9057-A62F8D69336C}" type="parTrans" cxnId="{6208B91E-16F8-4607-85E3-061FC453F71E}">
      <dgm:prSet/>
      <dgm:spPr/>
      <dgm:t>
        <a:bodyPr/>
        <a:lstStyle/>
        <a:p>
          <a:endParaRPr lang="en-US"/>
        </a:p>
      </dgm:t>
    </dgm:pt>
    <dgm:pt modelId="{C4EC99E9-B030-45A3-ACCA-A4B04737C0B5}" type="sibTrans" cxnId="{6208B91E-16F8-4607-85E3-061FC453F71E}">
      <dgm:prSet/>
      <dgm:spPr/>
      <dgm:t>
        <a:bodyPr/>
        <a:lstStyle/>
        <a:p>
          <a:endParaRPr lang="en-US"/>
        </a:p>
      </dgm:t>
    </dgm:pt>
    <dgm:pt modelId="{294D525A-363C-441C-BDE1-E4F66FEADE03}">
      <dgm:prSet/>
      <dgm:spPr/>
      <dgm:t>
        <a:bodyPr/>
        <a:lstStyle/>
        <a:p>
          <a:r>
            <a:rPr lang="en-US"/>
            <a:t>which make them vulnerable to security</a:t>
          </a:r>
          <a:r>
            <a:rPr lang="tr-TR"/>
            <a:t> </a:t>
          </a:r>
          <a:r>
            <a:rPr lang="en-US"/>
            <a:t>compromise. </a:t>
          </a:r>
        </a:p>
      </dgm:t>
    </dgm:pt>
    <dgm:pt modelId="{5B0AD168-E360-4600-9E2A-2C3BCE7D91A4}" type="parTrans" cxnId="{AAD2FE19-1A7D-4C6C-92BF-99AE27A0E1A6}">
      <dgm:prSet/>
      <dgm:spPr/>
      <dgm:t>
        <a:bodyPr/>
        <a:lstStyle/>
        <a:p>
          <a:endParaRPr lang="en-US"/>
        </a:p>
      </dgm:t>
    </dgm:pt>
    <dgm:pt modelId="{697D798A-BB87-4A28-8147-BD4693C6F8D3}" type="sibTrans" cxnId="{AAD2FE19-1A7D-4C6C-92BF-99AE27A0E1A6}">
      <dgm:prSet/>
      <dgm:spPr/>
      <dgm:t>
        <a:bodyPr/>
        <a:lstStyle/>
        <a:p>
          <a:endParaRPr lang="en-US"/>
        </a:p>
      </dgm:t>
    </dgm:pt>
    <dgm:pt modelId="{5918045B-CFD4-40F4-A44D-4D3C8DF31F1E}">
      <dgm:prSet/>
      <dgm:spPr/>
      <dgm:t>
        <a:bodyPr/>
        <a:lstStyle/>
        <a:p>
          <a:r>
            <a:rPr lang="tr-TR" dirty="0"/>
            <a:t>How to secure?</a:t>
          </a:r>
          <a:endParaRPr lang="en-US" dirty="0"/>
        </a:p>
      </dgm:t>
    </dgm:pt>
    <dgm:pt modelId="{A06CF836-5058-4726-8B2C-4EFD8809C987}" type="parTrans" cxnId="{78D26F27-686E-4C92-A5F7-B7B2BD5960EB}">
      <dgm:prSet/>
      <dgm:spPr/>
      <dgm:t>
        <a:bodyPr/>
        <a:lstStyle/>
        <a:p>
          <a:endParaRPr lang="en-US"/>
        </a:p>
      </dgm:t>
    </dgm:pt>
    <dgm:pt modelId="{72F50869-CD53-4D7B-964E-ABD9BD82DC7A}" type="sibTrans" cxnId="{78D26F27-686E-4C92-A5F7-B7B2BD5960EB}">
      <dgm:prSet/>
      <dgm:spPr/>
      <dgm:t>
        <a:bodyPr/>
        <a:lstStyle/>
        <a:p>
          <a:endParaRPr lang="en-US"/>
        </a:p>
      </dgm:t>
    </dgm:pt>
    <dgm:pt modelId="{73217205-776D-4D1F-8B16-5C504CC730BE}">
      <dgm:prSet/>
      <dgm:spPr/>
      <dgm:t>
        <a:bodyPr/>
        <a:lstStyle/>
        <a:p>
          <a:r>
            <a:rPr lang="en-US" dirty="0"/>
            <a:t>As a result, the more complex a software system </a:t>
          </a:r>
        </a:p>
      </dgm:t>
    </dgm:pt>
    <dgm:pt modelId="{8AF01AE2-B0E8-4DA9-BACE-FF99D172C4CD}" type="parTrans" cxnId="{5B1285E7-C989-4B9D-8B8C-F1EA8699CE5F}">
      <dgm:prSet/>
      <dgm:spPr/>
      <dgm:t>
        <a:bodyPr/>
        <a:lstStyle/>
        <a:p>
          <a:endParaRPr lang="en-US"/>
        </a:p>
      </dgm:t>
    </dgm:pt>
    <dgm:pt modelId="{1227E25C-8B31-4B35-AFD0-F414D6867C0E}" type="sibTrans" cxnId="{5B1285E7-C989-4B9D-8B8C-F1EA8699CE5F}">
      <dgm:prSet/>
      <dgm:spPr/>
      <dgm:t>
        <a:bodyPr/>
        <a:lstStyle/>
        <a:p>
          <a:endParaRPr lang="en-US"/>
        </a:p>
      </dgm:t>
    </dgm:pt>
    <dgm:pt modelId="{F3933C88-0932-4D5F-8FF3-8A33D657EF40}">
      <dgm:prSet/>
      <dgm:spPr/>
      <dgm:t>
        <a:bodyPr/>
        <a:lstStyle/>
        <a:p>
          <a:r>
            <a:rPr lang="en-US"/>
            <a:t>becomes, the</a:t>
          </a:r>
          <a:r>
            <a:rPr lang="tr-TR"/>
            <a:t> </a:t>
          </a:r>
          <a:r>
            <a:rPr lang="en-US"/>
            <a:t>harder it is to secure.</a:t>
          </a:r>
        </a:p>
      </dgm:t>
    </dgm:pt>
    <dgm:pt modelId="{15F9E0D6-EB2D-48A2-9820-1A23821D3FDA}" type="parTrans" cxnId="{EB67A4F3-C62D-47D3-B75C-EF91CDF8F927}">
      <dgm:prSet/>
      <dgm:spPr/>
      <dgm:t>
        <a:bodyPr/>
        <a:lstStyle/>
        <a:p>
          <a:endParaRPr lang="en-US"/>
        </a:p>
      </dgm:t>
    </dgm:pt>
    <dgm:pt modelId="{AF95BEC2-8D5A-44C2-8599-29594EC31FAC}" type="sibTrans" cxnId="{EB67A4F3-C62D-47D3-B75C-EF91CDF8F927}">
      <dgm:prSet/>
      <dgm:spPr/>
      <dgm:t>
        <a:bodyPr/>
        <a:lstStyle/>
        <a:p>
          <a:endParaRPr lang="en-US"/>
        </a:p>
      </dgm:t>
    </dgm:pt>
    <dgm:pt modelId="{DD674CA7-1EE1-4CFD-90CC-DD8442E0E67D}" type="pres">
      <dgm:prSet presAssocID="{AB559A7D-DE0F-4362-A2CA-89ACC3D21F27}" presName="linear" presStyleCnt="0">
        <dgm:presLayoutVars>
          <dgm:dir/>
          <dgm:animLvl val="lvl"/>
          <dgm:resizeHandles val="exact"/>
        </dgm:presLayoutVars>
      </dgm:prSet>
      <dgm:spPr/>
    </dgm:pt>
    <dgm:pt modelId="{F7DE31C9-0BEB-45C9-AC0F-F42D74B7C614}" type="pres">
      <dgm:prSet presAssocID="{6753A4E2-6C87-4C39-B288-B28E1F5B5029}" presName="parentLin" presStyleCnt="0"/>
      <dgm:spPr/>
    </dgm:pt>
    <dgm:pt modelId="{F4F93114-2E13-4C83-AFFC-D43E0FC4813C}" type="pres">
      <dgm:prSet presAssocID="{6753A4E2-6C87-4C39-B288-B28E1F5B5029}" presName="parentLeftMargin" presStyleLbl="node1" presStyleIdx="0" presStyleCnt="2"/>
      <dgm:spPr/>
    </dgm:pt>
    <dgm:pt modelId="{79839294-7483-40C7-8E57-D1BA949D25E1}" type="pres">
      <dgm:prSet presAssocID="{6753A4E2-6C87-4C39-B288-B28E1F5B502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73EF73-B467-4DDC-A977-E18A5FAF7431}" type="pres">
      <dgm:prSet presAssocID="{6753A4E2-6C87-4C39-B288-B28E1F5B5029}" presName="negativeSpace" presStyleCnt="0"/>
      <dgm:spPr/>
    </dgm:pt>
    <dgm:pt modelId="{8FC6E8E5-8473-466E-91E9-64C0C3E8E4F4}" type="pres">
      <dgm:prSet presAssocID="{6753A4E2-6C87-4C39-B288-B28E1F5B5029}" presName="childText" presStyleLbl="conFgAcc1" presStyleIdx="0" presStyleCnt="2">
        <dgm:presLayoutVars>
          <dgm:bulletEnabled val="1"/>
        </dgm:presLayoutVars>
      </dgm:prSet>
      <dgm:spPr/>
    </dgm:pt>
    <dgm:pt modelId="{8D613A16-5399-4014-A92F-A0B775C3E309}" type="pres">
      <dgm:prSet presAssocID="{F8982C24-AB0A-4852-BB99-B72BC627042F}" presName="spaceBetweenRectangles" presStyleCnt="0"/>
      <dgm:spPr/>
    </dgm:pt>
    <dgm:pt modelId="{16297E6C-950A-4666-B3FB-39E82C400E56}" type="pres">
      <dgm:prSet presAssocID="{5918045B-CFD4-40F4-A44D-4D3C8DF31F1E}" presName="parentLin" presStyleCnt="0"/>
      <dgm:spPr/>
    </dgm:pt>
    <dgm:pt modelId="{166392B3-09D4-47CB-B96F-F1E31F4FE4A1}" type="pres">
      <dgm:prSet presAssocID="{5918045B-CFD4-40F4-A44D-4D3C8DF31F1E}" presName="parentLeftMargin" presStyleLbl="node1" presStyleIdx="0" presStyleCnt="2"/>
      <dgm:spPr/>
    </dgm:pt>
    <dgm:pt modelId="{B4AB8358-235D-4589-AFB8-B67F4720516E}" type="pres">
      <dgm:prSet presAssocID="{5918045B-CFD4-40F4-A44D-4D3C8DF31F1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96222C3-572B-4B14-BCB5-8EB0EA52C33F}" type="pres">
      <dgm:prSet presAssocID="{5918045B-CFD4-40F4-A44D-4D3C8DF31F1E}" presName="negativeSpace" presStyleCnt="0"/>
      <dgm:spPr/>
    </dgm:pt>
    <dgm:pt modelId="{D8D6B0B2-9BE8-47E4-B499-369C50FDC1C5}" type="pres">
      <dgm:prSet presAssocID="{5918045B-CFD4-40F4-A44D-4D3C8DF31F1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35E8C05-6A08-4AA6-8811-CE65877BD29A}" srcId="{6753A4E2-6C87-4C39-B288-B28E1F5B5029}" destId="{D053EBDB-01F7-4733-8F04-8D7A9373EAA1}" srcOrd="0" destOrd="0" parTransId="{583F0E0A-F12A-455F-A35F-A6D59C91CF7E}" sibTransId="{77B054C7-5BF8-443F-901B-57BB57498FB8}"/>
    <dgm:cxn modelId="{9A36F70D-A465-4CF4-A206-4977111B5DD6}" type="presOf" srcId="{AB559A7D-DE0F-4362-A2CA-89ACC3D21F27}" destId="{DD674CA7-1EE1-4CFD-90CC-DD8442E0E67D}" srcOrd="0" destOrd="0" presId="urn:microsoft.com/office/officeart/2005/8/layout/list1"/>
    <dgm:cxn modelId="{6F6B8110-212F-43CD-A851-5240B9357793}" type="presOf" srcId="{294D525A-363C-441C-BDE1-E4F66FEADE03}" destId="{8FC6E8E5-8473-466E-91E9-64C0C3E8E4F4}" srcOrd="0" destOrd="2" presId="urn:microsoft.com/office/officeart/2005/8/layout/list1"/>
    <dgm:cxn modelId="{AAD2FE19-1A7D-4C6C-92BF-99AE27A0E1A6}" srcId="{6753A4E2-6C87-4C39-B288-B28E1F5B5029}" destId="{294D525A-363C-441C-BDE1-E4F66FEADE03}" srcOrd="2" destOrd="0" parTransId="{5B0AD168-E360-4600-9E2A-2C3BCE7D91A4}" sibTransId="{697D798A-BB87-4A28-8147-BD4693C6F8D3}"/>
    <dgm:cxn modelId="{6208B91E-16F8-4607-85E3-061FC453F71E}" srcId="{6753A4E2-6C87-4C39-B288-B28E1F5B5029}" destId="{81C5B566-F43F-4930-B381-0EB9473D9506}" srcOrd="1" destOrd="0" parTransId="{E14627BB-17B7-4DB1-9057-A62F8D69336C}" sibTransId="{C4EC99E9-B030-45A3-ACCA-A4B04737C0B5}"/>
    <dgm:cxn modelId="{78D26F27-686E-4C92-A5F7-B7B2BD5960EB}" srcId="{AB559A7D-DE0F-4362-A2CA-89ACC3D21F27}" destId="{5918045B-CFD4-40F4-A44D-4D3C8DF31F1E}" srcOrd="1" destOrd="0" parTransId="{A06CF836-5058-4726-8B2C-4EFD8809C987}" sibTransId="{72F50869-CD53-4D7B-964E-ABD9BD82DC7A}"/>
    <dgm:cxn modelId="{A5009E30-57D6-4822-91B8-30AA3B7D53F8}" type="presOf" srcId="{81C5B566-F43F-4930-B381-0EB9473D9506}" destId="{8FC6E8E5-8473-466E-91E9-64C0C3E8E4F4}" srcOrd="0" destOrd="1" presId="urn:microsoft.com/office/officeart/2005/8/layout/list1"/>
    <dgm:cxn modelId="{CE284A34-11CE-47D2-A2BA-98379DE4A4A5}" type="presOf" srcId="{5918045B-CFD4-40F4-A44D-4D3C8DF31F1E}" destId="{B4AB8358-235D-4589-AFB8-B67F4720516E}" srcOrd="1" destOrd="0" presId="urn:microsoft.com/office/officeart/2005/8/layout/list1"/>
    <dgm:cxn modelId="{35614076-52C0-47DB-97AB-D451E0A48C51}" type="presOf" srcId="{6753A4E2-6C87-4C39-B288-B28E1F5B5029}" destId="{79839294-7483-40C7-8E57-D1BA949D25E1}" srcOrd="1" destOrd="0" presId="urn:microsoft.com/office/officeart/2005/8/layout/list1"/>
    <dgm:cxn modelId="{D08BD786-E286-4E61-8112-8ECE79B12314}" type="presOf" srcId="{73217205-776D-4D1F-8B16-5C504CC730BE}" destId="{D8D6B0B2-9BE8-47E4-B499-369C50FDC1C5}" srcOrd="0" destOrd="0" presId="urn:microsoft.com/office/officeart/2005/8/layout/list1"/>
    <dgm:cxn modelId="{7ABF0ACB-E7C2-473D-ADBF-297E7231829C}" type="presOf" srcId="{5918045B-CFD4-40F4-A44D-4D3C8DF31F1E}" destId="{166392B3-09D4-47CB-B96F-F1E31F4FE4A1}" srcOrd="0" destOrd="0" presId="urn:microsoft.com/office/officeart/2005/8/layout/list1"/>
    <dgm:cxn modelId="{99E6E9CD-CCD5-4BEC-82AE-52E853F30D8A}" srcId="{AB559A7D-DE0F-4362-A2CA-89ACC3D21F27}" destId="{6753A4E2-6C87-4C39-B288-B28E1F5B5029}" srcOrd="0" destOrd="0" parTransId="{87847FF8-37D5-40A2-8A35-14BF965F6907}" sibTransId="{F8982C24-AB0A-4852-BB99-B72BC627042F}"/>
    <dgm:cxn modelId="{518E4DDE-DFE6-466B-B34B-10E9AADD1C9F}" type="presOf" srcId="{F3933C88-0932-4D5F-8FF3-8A33D657EF40}" destId="{D8D6B0B2-9BE8-47E4-B499-369C50FDC1C5}" srcOrd="0" destOrd="1" presId="urn:microsoft.com/office/officeart/2005/8/layout/list1"/>
    <dgm:cxn modelId="{559FF6E0-35AE-41AC-B7DC-0EA09DBB34CD}" type="presOf" srcId="{D053EBDB-01F7-4733-8F04-8D7A9373EAA1}" destId="{8FC6E8E5-8473-466E-91E9-64C0C3E8E4F4}" srcOrd="0" destOrd="0" presId="urn:microsoft.com/office/officeart/2005/8/layout/list1"/>
    <dgm:cxn modelId="{5B1285E7-C989-4B9D-8B8C-F1EA8699CE5F}" srcId="{5918045B-CFD4-40F4-A44D-4D3C8DF31F1E}" destId="{73217205-776D-4D1F-8B16-5C504CC730BE}" srcOrd="0" destOrd="0" parTransId="{8AF01AE2-B0E8-4DA9-BACE-FF99D172C4CD}" sibTransId="{1227E25C-8B31-4B35-AFD0-F414D6867C0E}"/>
    <dgm:cxn modelId="{7D5268ED-A4B0-44E9-B321-CD7536C0B84B}" type="presOf" srcId="{6753A4E2-6C87-4C39-B288-B28E1F5B5029}" destId="{F4F93114-2E13-4C83-AFFC-D43E0FC4813C}" srcOrd="0" destOrd="0" presId="urn:microsoft.com/office/officeart/2005/8/layout/list1"/>
    <dgm:cxn modelId="{EB67A4F3-C62D-47D3-B75C-EF91CDF8F927}" srcId="{5918045B-CFD4-40F4-A44D-4D3C8DF31F1E}" destId="{F3933C88-0932-4D5F-8FF3-8A33D657EF40}" srcOrd="1" destOrd="0" parTransId="{15F9E0D6-EB2D-48A2-9820-1A23821D3FDA}" sibTransId="{AF95BEC2-8D5A-44C2-8599-29594EC31FAC}"/>
    <dgm:cxn modelId="{6B874216-399C-45F1-89DD-3DFF0367D355}" type="presParOf" srcId="{DD674CA7-1EE1-4CFD-90CC-DD8442E0E67D}" destId="{F7DE31C9-0BEB-45C9-AC0F-F42D74B7C614}" srcOrd="0" destOrd="0" presId="urn:microsoft.com/office/officeart/2005/8/layout/list1"/>
    <dgm:cxn modelId="{C6E80C62-E814-47E8-8CB7-0DAE21AB09CC}" type="presParOf" srcId="{F7DE31C9-0BEB-45C9-AC0F-F42D74B7C614}" destId="{F4F93114-2E13-4C83-AFFC-D43E0FC4813C}" srcOrd="0" destOrd="0" presId="urn:microsoft.com/office/officeart/2005/8/layout/list1"/>
    <dgm:cxn modelId="{EE29BB8A-00A1-47F7-9BCC-18A5E2D5FF23}" type="presParOf" srcId="{F7DE31C9-0BEB-45C9-AC0F-F42D74B7C614}" destId="{79839294-7483-40C7-8E57-D1BA949D25E1}" srcOrd="1" destOrd="0" presId="urn:microsoft.com/office/officeart/2005/8/layout/list1"/>
    <dgm:cxn modelId="{07EFE1B0-1D06-4884-869A-1639731CA322}" type="presParOf" srcId="{DD674CA7-1EE1-4CFD-90CC-DD8442E0E67D}" destId="{B273EF73-B467-4DDC-A977-E18A5FAF7431}" srcOrd="1" destOrd="0" presId="urn:microsoft.com/office/officeart/2005/8/layout/list1"/>
    <dgm:cxn modelId="{D316F003-F80B-4680-85F8-538B762345EE}" type="presParOf" srcId="{DD674CA7-1EE1-4CFD-90CC-DD8442E0E67D}" destId="{8FC6E8E5-8473-466E-91E9-64C0C3E8E4F4}" srcOrd="2" destOrd="0" presId="urn:microsoft.com/office/officeart/2005/8/layout/list1"/>
    <dgm:cxn modelId="{9FA1E28D-DF5F-49ED-9C0A-3D9EAA95FCFF}" type="presParOf" srcId="{DD674CA7-1EE1-4CFD-90CC-DD8442E0E67D}" destId="{8D613A16-5399-4014-A92F-A0B775C3E309}" srcOrd="3" destOrd="0" presId="urn:microsoft.com/office/officeart/2005/8/layout/list1"/>
    <dgm:cxn modelId="{DC4FD644-4CA5-4112-8803-1BF49ACED69B}" type="presParOf" srcId="{DD674CA7-1EE1-4CFD-90CC-DD8442E0E67D}" destId="{16297E6C-950A-4666-B3FB-39E82C400E56}" srcOrd="4" destOrd="0" presId="urn:microsoft.com/office/officeart/2005/8/layout/list1"/>
    <dgm:cxn modelId="{5F4890A9-F436-44BA-8756-C8FE4B76EAEC}" type="presParOf" srcId="{16297E6C-950A-4666-B3FB-39E82C400E56}" destId="{166392B3-09D4-47CB-B96F-F1E31F4FE4A1}" srcOrd="0" destOrd="0" presId="urn:microsoft.com/office/officeart/2005/8/layout/list1"/>
    <dgm:cxn modelId="{C0A4BAD7-5B01-4A60-A2B1-A05656E104CF}" type="presParOf" srcId="{16297E6C-950A-4666-B3FB-39E82C400E56}" destId="{B4AB8358-235D-4589-AFB8-B67F4720516E}" srcOrd="1" destOrd="0" presId="urn:microsoft.com/office/officeart/2005/8/layout/list1"/>
    <dgm:cxn modelId="{A56F3015-0E70-4F44-B858-CD98C682B564}" type="presParOf" srcId="{DD674CA7-1EE1-4CFD-90CC-DD8442E0E67D}" destId="{B96222C3-572B-4B14-BCB5-8EB0EA52C33F}" srcOrd="5" destOrd="0" presId="urn:microsoft.com/office/officeart/2005/8/layout/list1"/>
    <dgm:cxn modelId="{BACF7DFD-DF37-4398-81FD-E86BDA9480FE}" type="presParOf" srcId="{DD674CA7-1EE1-4CFD-90CC-DD8442E0E67D}" destId="{D8D6B0B2-9BE8-47E4-B499-369C50FDC1C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4E71744-8B47-4ACB-B9D6-CA5B6A56A4EB}" type="doc">
      <dgm:prSet loTypeId="urn:microsoft.com/office/officeart/2005/8/layout/vList5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F41EA076-C26A-4A7A-B1CD-40C2DDEADADA}">
      <dgm:prSet/>
      <dgm:spPr/>
      <dgm:t>
        <a:bodyPr/>
        <a:lstStyle/>
        <a:p>
          <a:r>
            <a:rPr lang="en-US" dirty="0"/>
            <a:t>Bitcoin</a:t>
          </a:r>
        </a:p>
      </dgm:t>
    </dgm:pt>
    <dgm:pt modelId="{945E3D22-6C9A-40CD-A844-18CB0A664C54}" type="parTrans" cxnId="{60664C2E-CCE2-4891-851E-CAA5CBC86EDA}">
      <dgm:prSet/>
      <dgm:spPr/>
      <dgm:t>
        <a:bodyPr/>
        <a:lstStyle/>
        <a:p>
          <a:endParaRPr lang="en-US"/>
        </a:p>
      </dgm:t>
    </dgm:pt>
    <dgm:pt modelId="{6D585F5C-938E-4B4A-ADBC-10E0C2FE3694}" type="sibTrans" cxnId="{60664C2E-CCE2-4891-851E-CAA5CBC86EDA}">
      <dgm:prSet/>
      <dgm:spPr/>
      <dgm:t>
        <a:bodyPr/>
        <a:lstStyle/>
        <a:p>
          <a:endParaRPr lang="en-US"/>
        </a:p>
      </dgm:t>
    </dgm:pt>
    <dgm:pt modelId="{D8D96CC4-74D4-4C6E-B4F2-F25D898A123C}">
      <dgm:prSet/>
      <dgm:spPr/>
      <dgm:t>
        <a:bodyPr/>
        <a:lstStyle/>
        <a:p>
          <a:r>
            <a:rPr lang="en-US"/>
            <a:t>Bitcoin systems can and should </a:t>
          </a:r>
        </a:p>
      </dgm:t>
    </dgm:pt>
    <dgm:pt modelId="{B62995EE-C94A-437B-BC52-B39A4C3393CB}" type="parTrans" cxnId="{AC18E23A-8A37-4FF2-9AF5-570AB0831201}">
      <dgm:prSet/>
      <dgm:spPr/>
      <dgm:t>
        <a:bodyPr/>
        <a:lstStyle/>
        <a:p>
          <a:endParaRPr lang="en-US"/>
        </a:p>
      </dgm:t>
    </dgm:pt>
    <dgm:pt modelId="{C1CB3DB0-1905-4C8C-98DC-EBFE70A97370}" type="sibTrans" cxnId="{AC18E23A-8A37-4FF2-9AF5-570AB0831201}">
      <dgm:prSet/>
      <dgm:spPr/>
      <dgm:t>
        <a:bodyPr/>
        <a:lstStyle/>
        <a:p>
          <a:endParaRPr lang="en-US"/>
        </a:p>
      </dgm:t>
    </dgm:pt>
    <dgm:pt modelId="{6B2F41CE-9730-490C-94CF-104E5703006E}">
      <dgm:prSet/>
      <dgm:spPr/>
      <dgm:t>
        <a:bodyPr/>
        <a:lstStyle/>
        <a:p>
          <a:r>
            <a:rPr lang="en-US"/>
            <a:t>use the blockchain as their root of</a:t>
          </a:r>
          <a:r>
            <a:rPr lang="tr-TR"/>
            <a:t> </a:t>
          </a:r>
          <a:r>
            <a:rPr lang="en-US"/>
            <a:t>trust.</a:t>
          </a:r>
        </a:p>
      </dgm:t>
    </dgm:pt>
    <dgm:pt modelId="{FED824C2-6F94-4496-9060-E7DBFE3C937C}" type="parTrans" cxnId="{E08B1068-9957-44AB-8069-BB92536907C6}">
      <dgm:prSet/>
      <dgm:spPr/>
      <dgm:t>
        <a:bodyPr/>
        <a:lstStyle/>
        <a:p>
          <a:endParaRPr lang="en-US"/>
        </a:p>
      </dgm:t>
    </dgm:pt>
    <dgm:pt modelId="{B6A1D850-AD28-4075-A185-8C8FA4713053}" type="sibTrans" cxnId="{E08B1068-9957-44AB-8069-BB92536907C6}">
      <dgm:prSet/>
      <dgm:spPr/>
      <dgm:t>
        <a:bodyPr/>
        <a:lstStyle/>
        <a:p>
          <a:endParaRPr lang="en-US"/>
        </a:p>
      </dgm:t>
    </dgm:pt>
    <dgm:pt modelId="{EFB411E6-120D-4A60-BC08-FC30A8ECDFFA}">
      <dgm:prSet/>
      <dgm:spPr/>
      <dgm:t>
        <a:bodyPr/>
        <a:lstStyle/>
        <a:p>
          <a:r>
            <a:rPr lang="tr-TR" dirty="0"/>
            <a:t>Consensus</a:t>
          </a:r>
          <a:endParaRPr lang="en-US" dirty="0"/>
        </a:p>
      </dgm:t>
    </dgm:pt>
    <dgm:pt modelId="{997FF527-94C7-4921-A488-4C9E0F8BDDDE}" type="parTrans" cxnId="{CE33BED8-E6BD-46CD-94AA-FD148539BA0E}">
      <dgm:prSet/>
      <dgm:spPr/>
      <dgm:t>
        <a:bodyPr/>
        <a:lstStyle/>
        <a:p>
          <a:endParaRPr lang="en-US"/>
        </a:p>
      </dgm:t>
    </dgm:pt>
    <dgm:pt modelId="{EFB5CABE-DD0D-4DB8-9695-156B74B6F3E8}" type="sibTrans" cxnId="{CE33BED8-E6BD-46CD-94AA-FD148539BA0E}">
      <dgm:prSet/>
      <dgm:spPr/>
      <dgm:t>
        <a:bodyPr/>
        <a:lstStyle/>
        <a:p>
          <a:endParaRPr lang="en-US"/>
        </a:p>
      </dgm:t>
    </dgm:pt>
    <dgm:pt modelId="{3DCE924A-C222-4545-B3A6-F45153286651}">
      <dgm:prSet/>
      <dgm:spPr/>
      <dgm:t>
        <a:bodyPr/>
        <a:lstStyle/>
        <a:p>
          <a:r>
            <a:rPr lang="en-US"/>
            <a:t>that is completely decentralized</a:t>
          </a:r>
        </a:p>
      </dgm:t>
    </dgm:pt>
    <dgm:pt modelId="{937FB206-E543-4583-B8FA-8DD8002D88D8}" type="parTrans" cxnId="{4275E365-6674-4634-9F30-855FD083BEA9}">
      <dgm:prSet/>
      <dgm:spPr/>
      <dgm:t>
        <a:bodyPr/>
        <a:lstStyle/>
        <a:p>
          <a:endParaRPr lang="en-US"/>
        </a:p>
      </dgm:t>
    </dgm:pt>
    <dgm:pt modelId="{6B05BC62-EE24-4A02-B79B-8FE716A84127}" type="sibTrans" cxnId="{4275E365-6674-4634-9F30-855FD083BEA9}">
      <dgm:prSet/>
      <dgm:spPr/>
      <dgm:t>
        <a:bodyPr/>
        <a:lstStyle/>
        <a:p>
          <a:endParaRPr lang="en-US"/>
        </a:p>
      </dgm:t>
    </dgm:pt>
    <dgm:pt modelId="{DB6D1D99-0BA7-4E94-86B2-79EFB13A4C06}">
      <dgm:prSet/>
      <dgm:spPr/>
      <dgm:t>
        <a:bodyPr/>
        <a:lstStyle/>
        <a:p>
          <a:r>
            <a:rPr lang="en-US" dirty="0"/>
            <a:t>Genesis</a:t>
          </a:r>
          <a:r>
            <a:rPr lang="tr-TR" dirty="0"/>
            <a:t> </a:t>
          </a:r>
          <a:r>
            <a:rPr lang="en-US" dirty="0"/>
            <a:t>block</a:t>
          </a:r>
        </a:p>
      </dgm:t>
    </dgm:pt>
    <dgm:pt modelId="{B5BD2863-B34C-47E4-815E-0206DD69A8EA}" type="parTrans" cxnId="{FFB702F6-0F25-474A-88B9-84890563092D}">
      <dgm:prSet/>
      <dgm:spPr/>
      <dgm:t>
        <a:bodyPr/>
        <a:lstStyle/>
        <a:p>
          <a:endParaRPr lang="en-US"/>
        </a:p>
      </dgm:t>
    </dgm:pt>
    <dgm:pt modelId="{B84E1B10-C712-489E-9A10-C2C4E510C896}" type="sibTrans" cxnId="{FFB702F6-0F25-474A-88B9-84890563092D}">
      <dgm:prSet/>
      <dgm:spPr/>
      <dgm:t>
        <a:bodyPr/>
        <a:lstStyle/>
        <a:p>
          <a:endParaRPr lang="en-US"/>
        </a:p>
      </dgm:t>
    </dgm:pt>
    <dgm:pt modelId="{455B5206-25BF-42C9-8409-AAC9979769F9}">
      <dgm:prSet/>
      <dgm:spPr/>
      <dgm:t>
        <a:bodyPr/>
        <a:lstStyle/>
        <a:p>
          <a:r>
            <a:rPr lang="en-US" dirty="0"/>
            <a:t>A correctly validated blockchain</a:t>
          </a:r>
          <a:r>
            <a:rPr lang="tr-TR" dirty="0"/>
            <a:t> </a:t>
          </a:r>
          <a:endParaRPr lang="en-US" dirty="0"/>
        </a:p>
      </dgm:t>
    </dgm:pt>
    <dgm:pt modelId="{EE6DA8F6-3C4C-4D68-A72A-BBDDE8F9381D}" type="parTrans" cxnId="{7BE62CBA-E423-4607-B9B3-859132AA1F48}">
      <dgm:prSet/>
      <dgm:spPr/>
      <dgm:t>
        <a:bodyPr/>
        <a:lstStyle/>
        <a:p>
          <a:endParaRPr lang="en-US"/>
        </a:p>
      </dgm:t>
    </dgm:pt>
    <dgm:pt modelId="{92A3667A-15B7-45D4-B9D8-44D0C4B20292}" type="sibTrans" cxnId="{7BE62CBA-E423-4607-B9B3-859132AA1F48}">
      <dgm:prSet/>
      <dgm:spPr/>
      <dgm:t>
        <a:bodyPr/>
        <a:lstStyle/>
        <a:p>
          <a:endParaRPr lang="en-US"/>
        </a:p>
      </dgm:t>
    </dgm:pt>
    <dgm:pt modelId="{E4FE3093-CE13-4717-9DD5-48A723817DE2}">
      <dgm:prSet/>
      <dgm:spPr/>
      <dgm:t>
        <a:bodyPr/>
        <a:lstStyle/>
        <a:p>
          <a:r>
            <a:rPr lang="en-US"/>
            <a:t>uses the genesis block as the root of trust </a:t>
          </a:r>
        </a:p>
      </dgm:t>
    </dgm:pt>
    <dgm:pt modelId="{3DDCEA34-ACC4-4C78-BE93-A4411623D845}" type="parTrans" cxnId="{C1A1863B-1F80-4704-BB22-693CB8FDFC62}">
      <dgm:prSet/>
      <dgm:spPr/>
      <dgm:t>
        <a:bodyPr/>
        <a:lstStyle/>
        <a:p>
          <a:endParaRPr lang="en-US"/>
        </a:p>
      </dgm:t>
    </dgm:pt>
    <dgm:pt modelId="{8D1DC23F-347B-44CF-B8C5-3835F24B2D67}" type="sibTrans" cxnId="{C1A1863B-1F80-4704-BB22-693CB8FDFC62}">
      <dgm:prSet/>
      <dgm:spPr/>
      <dgm:t>
        <a:bodyPr/>
        <a:lstStyle/>
        <a:p>
          <a:endParaRPr lang="en-US"/>
        </a:p>
      </dgm:t>
    </dgm:pt>
    <dgm:pt modelId="{CCCD9454-8A65-4AB8-933C-F9CA8D647F3B}">
      <dgm:prSet/>
      <dgm:spPr/>
      <dgm:t>
        <a:bodyPr/>
        <a:lstStyle/>
        <a:p>
          <a:r>
            <a:rPr lang="en-US"/>
            <a:t>Chain</a:t>
          </a:r>
          <a:r>
            <a:rPr lang="tr-TR"/>
            <a:t> </a:t>
          </a:r>
          <a:r>
            <a:rPr lang="en-US"/>
            <a:t>of trust </a:t>
          </a:r>
        </a:p>
      </dgm:t>
    </dgm:pt>
    <dgm:pt modelId="{80EEE3B7-E5B3-497B-9E5B-B8BAB8809E53}" type="parTrans" cxnId="{F9208C6D-94F1-4504-BD7C-E5D3C5F602F4}">
      <dgm:prSet/>
      <dgm:spPr/>
      <dgm:t>
        <a:bodyPr/>
        <a:lstStyle/>
        <a:p>
          <a:endParaRPr lang="en-US"/>
        </a:p>
      </dgm:t>
    </dgm:pt>
    <dgm:pt modelId="{74142D75-1D9D-4F5B-AE71-65F6407CA1ED}" type="sibTrans" cxnId="{F9208C6D-94F1-4504-BD7C-E5D3C5F602F4}">
      <dgm:prSet/>
      <dgm:spPr/>
      <dgm:t>
        <a:bodyPr/>
        <a:lstStyle/>
        <a:p>
          <a:endParaRPr lang="en-US"/>
        </a:p>
      </dgm:t>
    </dgm:pt>
    <dgm:pt modelId="{72215375-CB03-469B-8106-1A78B58280C8}">
      <dgm:prSet/>
      <dgm:spPr/>
      <dgm:t>
        <a:bodyPr/>
        <a:lstStyle/>
        <a:p>
          <a:r>
            <a:rPr lang="en-US"/>
            <a:t>building a chain of trust up to the</a:t>
          </a:r>
          <a:r>
            <a:rPr lang="tr-TR"/>
            <a:t> current block</a:t>
          </a:r>
          <a:endParaRPr lang="en-US"/>
        </a:p>
      </dgm:t>
    </dgm:pt>
    <dgm:pt modelId="{7DE64790-1403-49A7-A0D7-1366728776EA}" type="parTrans" cxnId="{4AEFAD93-C89A-48AE-88DB-40C1DC2539E8}">
      <dgm:prSet/>
      <dgm:spPr/>
      <dgm:t>
        <a:bodyPr/>
        <a:lstStyle/>
        <a:p>
          <a:endParaRPr lang="en-US"/>
        </a:p>
      </dgm:t>
    </dgm:pt>
    <dgm:pt modelId="{7FAFFE46-A0C1-47C3-8BF5-74E490B8C5E6}" type="sibTrans" cxnId="{4AEFAD93-C89A-48AE-88DB-40C1DC2539E8}">
      <dgm:prSet/>
      <dgm:spPr/>
      <dgm:t>
        <a:bodyPr/>
        <a:lstStyle/>
        <a:p>
          <a:endParaRPr lang="en-US"/>
        </a:p>
      </dgm:t>
    </dgm:pt>
    <dgm:pt modelId="{2F3F16F9-7ED5-405F-94B7-B600C1A7D731}">
      <dgm:prSet/>
      <dgm:spPr/>
      <dgm:t>
        <a:bodyPr/>
        <a:lstStyle/>
        <a:p>
          <a:r>
            <a:rPr lang="en-US"/>
            <a:t> security architecture is different.</a:t>
          </a:r>
        </a:p>
      </dgm:t>
    </dgm:pt>
    <dgm:pt modelId="{3B3E484E-12D8-468D-B76A-D365E8421CC1}" type="parTrans" cxnId="{DFDA0EE9-A80A-4BBA-AED9-455AC29FFBAE}">
      <dgm:prSet/>
      <dgm:spPr/>
      <dgm:t>
        <a:bodyPr/>
        <a:lstStyle/>
        <a:p>
          <a:endParaRPr lang="tr-TR"/>
        </a:p>
      </dgm:t>
    </dgm:pt>
    <dgm:pt modelId="{5D602E1E-154C-4ADC-BCF4-BDA8FDCF56B0}" type="sibTrans" cxnId="{DFDA0EE9-A80A-4BBA-AED9-455AC29FFBAE}">
      <dgm:prSet/>
      <dgm:spPr/>
      <dgm:t>
        <a:bodyPr/>
        <a:lstStyle/>
        <a:p>
          <a:endParaRPr lang="tr-TR"/>
        </a:p>
      </dgm:t>
    </dgm:pt>
    <dgm:pt modelId="{30835A25-E71C-4C96-9A24-3A50BACDCA67}">
      <dgm:prSet/>
      <dgm:spPr/>
      <dgm:t>
        <a:bodyPr/>
        <a:lstStyle/>
        <a:p>
          <a:r>
            <a:rPr lang="en-US" dirty="0"/>
            <a:t>In bitcoin, the consensus system creates a</a:t>
          </a:r>
          <a:r>
            <a:rPr lang="tr-TR" dirty="0"/>
            <a:t> </a:t>
          </a:r>
          <a:r>
            <a:rPr lang="en-US" dirty="0"/>
            <a:t>trusted public ledger</a:t>
          </a:r>
        </a:p>
      </dgm:t>
    </dgm:pt>
    <dgm:pt modelId="{DD086D06-A579-4559-ACEF-6AB3BC17F096}" type="parTrans" cxnId="{1B144706-7848-40C1-AC28-EDA3D2477A37}">
      <dgm:prSet/>
      <dgm:spPr/>
      <dgm:t>
        <a:bodyPr/>
        <a:lstStyle/>
        <a:p>
          <a:endParaRPr lang="tr-TR"/>
        </a:p>
      </dgm:t>
    </dgm:pt>
    <dgm:pt modelId="{3A33B5B4-2C82-4100-A279-CD278C1DDD1E}" type="sibTrans" cxnId="{1B144706-7848-40C1-AC28-EDA3D2477A37}">
      <dgm:prSet/>
      <dgm:spPr/>
      <dgm:t>
        <a:bodyPr/>
        <a:lstStyle/>
        <a:p>
          <a:endParaRPr lang="tr-TR"/>
        </a:p>
      </dgm:t>
    </dgm:pt>
    <dgm:pt modelId="{2C89B7B7-E433-48AC-9F7B-266A500DDF5D}" type="pres">
      <dgm:prSet presAssocID="{04E71744-8B47-4ACB-B9D6-CA5B6A56A4EB}" presName="Name0" presStyleCnt="0">
        <dgm:presLayoutVars>
          <dgm:dir/>
          <dgm:animLvl val="lvl"/>
          <dgm:resizeHandles val="exact"/>
        </dgm:presLayoutVars>
      </dgm:prSet>
      <dgm:spPr/>
    </dgm:pt>
    <dgm:pt modelId="{026FE371-BF20-46C4-A12A-EE71E85F3DBF}" type="pres">
      <dgm:prSet presAssocID="{F41EA076-C26A-4A7A-B1CD-40C2DDEADADA}" presName="linNode" presStyleCnt="0"/>
      <dgm:spPr/>
    </dgm:pt>
    <dgm:pt modelId="{9464735D-A148-4504-825C-F8BCEA70F433}" type="pres">
      <dgm:prSet presAssocID="{F41EA076-C26A-4A7A-B1CD-40C2DDEADAD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0592552-2619-4BF1-B38E-4ED6238A1A34}" type="pres">
      <dgm:prSet presAssocID="{F41EA076-C26A-4A7A-B1CD-40C2DDEADADA}" presName="descendantText" presStyleLbl="alignAccFollowNode1" presStyleIdx="0" presStyleCnt="4">
        <dgm:presLayoutVars>
          <dgm:bulletEnabled val="1"/>
        </dgm:presLayoutVars>
      </dgm:prSet>
      <dgm:spPr/>
    </dgm:pt>
    <dgm:pt modelId="{92B81850-6E36-4EA7-B0E6-E7875555F413}" type="pres">
      <dgm:prSet presAssocID="{6D585F5C-938E-4B4A-ADBC-10E0C2FE3694}" presName="sp" presStyleCnt="0"/>
      <dgm:spPr/>
    </dgm:pt>
    <dgm:pt modelId="{1D6B5C8A-8522-47A6-9E24-33F6B12CF9F4}" type="pres">
      <dgm:prSet presAssocID="{EFB411E6-120D-4A60-BC08-FC30A8ECDFFA}" presName="linNode" presStyleCnt="0"/>
      <dgm:spPr/>
    </dgm:pt>
    <dgm:pt modelId="{E0BE9EA6-51F0-4074-85BF-5D4B1CE5400E}" type="pres">
      <dgm:prSet presAssocID="{EFB411E6-120D-4A60-BC08-FC30A8ECDFF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4DB9509-64D2-4DB1-AA7A-6CD51EFCEEDA}" type="pres">
      <dgm:prSet presAssocID="{EFB411E6-120D-4A60-BC08-FC30A8ECDFFA}" presName="descendantText" presStyleLbl="alignAccFollowNode1" presStyleIdx="1" presStyleCnt="4">
        <dgm:presLayoutVars>
          <dgm:bulletEnabled val="1"/>
        </dgm:presLayoutVars>
      </dgm:prSet>
      <dgm:spPr/>
    </dgm:pt>
    <dgm:pt modelId="{6E3B3DD0-8842-493B-B690-03794B000F4A}" type="pres">
      <dgm:prSet presAssocID="{EFB5CABE-DD0D-4DB8-9695-156B74B6F3E8}" presName="sp" presStyleCnt="0"/>
      <dgm:spPr/>
    </dgm:pt>
    <dgm:pt modelId="{3989EBF5-CEF7-44A6-9DC8-85131DC0A43A}" type="pres">
      <dgm:prSet presAssocID="{DB6D1D99-0BA7-4E94-86B2-79EFB13A4C06}" presName="linNode" presStyleCnt="0"/>
      <dgm:spPr/>
    </dgm:pt>
    <dgm:pt modelId="{C18959AE-0634-483C-89A9-AEFBE09F0F87}" type="pres">
      <dgm:prSet presAssocID="{DB6D1D99-0BA7-4E94-86B2-79EFB13A4C0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773A870-D366-4091-9721-7081ACDE2935}" type="pres">
      <dgm:prSet presAssocID="{DB6D1D99-0BA7-4E94-86B2-79EFB13A4C06}" presName="descendantText" presStyleLbl="alignAccFollowNode1" presStyleIdx="2" presStyleCnt="4">
        <dgm:presLayoutVars>
          <dgm:bulletEnabled val="1"/>
        </dgm:presLayoutVars>
      </dgm:prSet>
      <dgm:spPr/>
    </dgm:pt>
    <dgm:pt modelId="{EDA837FC-A84A-4AF6-84BF-AE42BD9C6EC2}" type="pres">
      <dgm:prSet presAssocID="{B84E1B10-C712-489E-9A10-C2C4E510C896}" presName="sp" presStyleCnt="0"/>
      <dgm:spPr/>
    </dgm:pt>
    <dgm:pt modelId="{A7F0BF5A-77C7-4579-9FD0-B6214C487E83}" type="pres">
      <dgm:prSet presAssocID="{CCCD9454-8A65-4AB8-933C-F9CA8D647F3B}" presName="linNode" presStyleCnt="0"/>
      <dgm:spPr/>
    </dgm:pt>
    <dgm:pt modelId="{83E54792-707D-476E-9230-D1EA6C359C0D}" type="pres">
      <dgm:prSet presAssocID="{CCCD9454-8A65-4AB8-933C-F9CA8D647F3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1D8DBB3-B9D3-4184-B998-9F0F95EF13F9}" type="pres">
      <dgm:prSet presAssocID="{CCCD9454-8A65-4AB8-933C-F9CA8D647F3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BFBE704-FBDD-4577-9554-71DE9AD76993}" type="presOf" srcId="{30835A25-E71C-4C96-9A24-3A50BACDCA67}" destId="{F4DB9509-64D2-4DB1-AA7A-6CD51EFCEEDA}" srcOrd="0" destOrd="0" presId="urn:microsoft.com/office/officeart/2005/8/layout/vList5"/>
    <dgm:cxn modelId="{1B144706-7848-40C1-AC28-EDA3D2477A37}" srcId="{EFB411E6-120D-4A60-BC08-FC30A8ECDFFA}" destId="{30835A25-E71C-4C96-9A24-3A50BACDCA67}" srcOrd="0" destOrd="0" parTransId="{DD086D06-A579-4559-ACEF-6AB3BC17F096}" sibTransId="{3A33B5B4-2C82-4100-A279-CD278C1DDD1E}"/>
    <dgm:cxn modelId="{8E01210A-2AF9-44B4-A654-77474F8CB897}" type="presOf" srcId="{F41EA076-C26A-4A7A-B1CD-40C2DDEADADA}" destId="{9464735D-A148-4504-825C-F8BCEA70F433}" srcOrd="0" destOrd="0" presId="urn:microsoft.com/office/officeart/2005/8/layout/vList5"/>
    <dgm:cxn modelId="{48B3C41F-885E-4978-9F69-6F4D8426A7E7}" type="presOf" srcId="{2F3F16F9-7ED5-405F-94B7-B600C1A7D731}" destId="{80592552-2619-4BF1-B38E-4ED6238A1A34}" srcOrd="0" destOrd="0" presId="urn:microsoft.com/office/officeart/2005/8/layout/vList5"/>
    <dgm:cxn modelId="{FE5CC51F-6903-4454-8283-E5EE2852B477}" type="presOf" srcId="{3DCE924A-C222-4545-B3A6-F45153286651}" destId="{F4DB9509-64D2-4DB1-AA7A-6CD51EFCEEDA}" srcOrd="0" destOrd="1" presId="urn:microsoft.com/office/officeart/2005/8/layout/vList5"/>
    <dgm:cxn modelId="{60664C2E-CCE2-4891-851E-CAA5CBC86EDA}" srcId="{04E71744-8B47-4ACB-B9D6-CA5B6A56A4EB}" destId="{F41EA076-C26A-4A7A-B1CD-40C2DDEADADA}" srcOrd="0" destOrd="0" parTransId="{945E3D22-6C9A-40CD-A844-18CB0A664C54}" sibTransId="{6D585F5C-938E-4B4A-ADBC-10E0C2FE3694}"/>
    <dgm:cxn modelId="{AC18E23A-8A37-4FF2-9AF5-570AB0831201}" srcId="{F41EA076-C26A-4A7A-B1CD-40C2DDEADADA}" destId="{D8D96CC4-74D4-4C6E-B4F2-F25D898A123C}" srcOrd="1" destOrd="0" parTransId="{B62995EE-C94A-437B-BC52-B39A4C3393CB}" sibTransId="{C1CB3DB0-1905-4C8C-98DC-EBFE70A97370}"/>
    <dgm:cxn modelId="{C1A1863B-1F80-4704-BB22-693CB8FDFC62}" srcId="{DB6D1D99-0BA7-4E94-86B2-79EFB13A4C06}" destId="{E4FE3093-CE13-4717-9DD5-48A723817DE2}" srcOrd="1" destOrd="0" parTransId="{3DDCEA34-ACC4-4C78-BE93-A4411623D845}" sibTransId="{8D1DC23F-347B-44CF-B8C5-3835F24B2D67}"/>
    <dgm:cxn modelId="{3F393B5C-10CC-4CB5-BDA2-2985D47D04F1}" type="presOf" srcId="{6B2F41CE-9730-490C-94CF-104E5703006E}" destId="{80592552-2619-4BF1-B38E-4ED6238A1A34}" srcOrd="0" destOrd="2" presId="urn:microsoft.com/office/officeart/2005/8/layout/vList5"/>
    <dgm:cxn modelId="{2AA9CE5D-4799-437A-AA61-57B87DCAB73D}" type="presOf" srcId="{D8D96CC4-74D4-4C6E-B4F2-F25D898A123C}" destId="{80592552-2619-4BF1-B38E-4ED6238A1A34}" srcOrd="0" destOrd="1" presId="urn:microsoft.com/office/officeart/2005/8/layout/vList5"/>
    <dgm:cxn modelId="{4DEBDE5F-DE46-4E4B-9BFC-4C0882D175A0}" type="presOf" srcId="{CCCD9454-8A65-4AB8-933C-F9CA8D647F3B}" destId="{83E54792-707D-476E-9230-D1EA6C359C0D}" srcOrd="0" destOrd="0" presId="urn:microsoft.com/office/officeart/2005/8/layout/vList5"/>
    <dgm:cxn modelId="{4275E365-6674-4634-9F30-855FD083BEA9}" srcId="{EFB411E6-120D-4A60-BC08-FC30A8ECDFFA}" destId="{3DCE924A-C222-4545-B3A6-F45153286651}" srcOrd="1" destOrd="0" parTransId="{937FB206-E543-4583-B8FA-8DD8002D88D8}" sibTransId="{6B05BC62-EE24-4A02-B79B-8FE716A84127}"/>
    <dgm:cxn modelId="{E08B1068-9957-44AB-8069-BB92536907C6}" srcId="{F41EA076-C26A-4A7A-B1CD-40C2DDEADADA}" destId="{6B2F41CE-9730-490C-94CF-104E5703006E}" srcOrd="2" destOrd="0" parTransId="{FED824C2-6F94-4496-9060-E7DBFE3C937C}" sibTransId="{B6A1D850-AD28-4075-A185-8C8FA4713053}"/>
    <dgm:cxn modelId="{F9208C6D-94F1-4504-BD7C-E5D3C5F602F4}" srcId="{04E71744-8B47-4ACB-B9D6-CA5B6A56A4EB}" destId="{CCCD9454-8A65-4AB8-933C-F9CA8D647F3B}" srcOrd="3" destOrd="0" parTransId="{80EEE3B7-E5B3-497B-9E5B-B8BAB8809E53}" sibTransId="{74142D75-1D9D-4F5B-AE71-65F6407CA1ED}"/>
    <dgm:cxn modelId="{87D1D274-5888-46A4-A338-7335764D332F}" type="presOf" srcId="{72215375-CB03-469B-8106-1A78B58280C8}" destId="{21D8DBB3-B9D3-4184-B998-9F0F95EF13F9}" srcOrd="0" destOrd="0" presId="urn:microsoft.com/office/officeart/2005/8/layout/vList5"/>
    <dgm:cxn modelId="{0C8B4E7E-E88C-45BF-AAAC-9680F9F7015A}" type="presOf" srcId="{455B5206-25BF-42C9-8409-AAC9979769F9}" destId="{4773A870-D366-4091-9721-7081ACDE2935}" srcOrd="0" destOrd="0" presId="urn:microsoft.com/office/officeart/2005/8/layout/vList5"/>
    <dgm:cxn modelId="{4AEFAD93-C89A-48AE-88DB-40C1DC2539E8}" srcId="{CCCD9454-8A65-4AB8-933C-F9CA8D647F3B}" destId="{72215375-CB03-469B-8106-1A78B58280C8}" srcOrd="0" destOrd="0" parTransId="{7DE64790-1403-49A7-A0D7-1366728776EA}" sibTransId="{7FAFFE46-A0C1-47C3-8BF5-74E490B8C5E6}"/>
    <dgm:cxn modelId="{7BE62CBA-E423-4607-B9B3-859132AA1F48}" srcId="{DB6D1D99-0BA7-4E94-86B2-79EFB13A4C06}" destId="{455B5206-25BF-42C9-8409-AAC9979769F9}" srcOrd="0" destOrd="0" parTransId="{EE6DA8F6-3C4C-4D68-A72A-BBDDE8F9381D}" sibTransId="{92A3667A-15B7-45D4-B9D8-44D0C4B20292}"/>
    <dgm:cxn modelId="{259099BD-1D88-4A00-8B10-A8CE43CAD124}" type="presOf" srcId="{E4FE3093-CE13-4717-9DD5-48A723817DE2}" destId="{4773A870-D366-4091-9721-7081ACDE2935}" srcOrd="0" destOrd="1" presId="urn:microsoft.com/office/officeart/2005/8/layout/vList5"/>
    <dgm:cxn modelId="{70C8FFBE-5AC1-4D61-9370-FB4FC21641F4}" type="presOf" srcId="{04E71744-8B47-4ACB-B9D6-CA5B6A56A4EB}" destId="{2C89B7B7-E433-48AC-9F7B-266A500DDF5D}" srcOrd="0" destOrd="0" presId="urn:microsoft.com/office/officeart/2005/8/layout/vList5"/>
    <dgm:cxn modelId="{CE33BED8-E6BD-46CD-94AA-FD148539BA0E}" srcId="{04E71744-8B47-4ACB-B9D6-CA5B6A56A4EB}" destId="{EFB411E6-120D-4A60-BC08-FC30A8ECDFFA}" srcOrd="1" destOrd="0" parTransId="{997FF527-94C7-4921-A488-4C9E0F8BDDDE}" sibTransId="{EFB5CABE-DD0D-4DB8-9695-156B74B6F3E8}"/>
    <dgm:cxn modelId="{DFDA0EE9-A80A-4BBA-AED9-455AC29FFBAE}" srcId="{F41EA076-C26A-4A7A-B1CD-40C2DDEADADA}" destId="{2F3F16F9-7ED5-405F-94B7-B600C1A7D731}" srcOrd="0" destOrd="0" parTransId="{3B3E484E-12D8-468D-B76A-D365E8421CC1}" sibTransId="{5D602E1E-154C-4ADC-BCF4-BDA8FDCF56B0}"/>
    <dgm:cxn modelId="{A71B40E9-B85A-4F8D-B247-9D3C6F759356}" type="presOf" srcId="{EFB411E6-120D-4A60-BC08-FC30A8ECDFFA}" destId="{E0BE9EA6-51F0-4074-85BF-5D4B1CE5400E}" srcOrd="0" destOrd="0" presId="urn:microsoft.com/office/officeart/2005/8/layout/vList5"/>
    <dgm:cxn modelId="{A56FA3EB-B314-4477-9CC3-EFB73CC8D443}" type="presOf" srcId="{DB6D1D99-0BA7-4E94-86B2-79EFB13A4C06}" destId="{C18959AE-0634-483C-89A9-AEFBE09F0F87}" srcOrd="0" destOrd="0" presId="urn:microsoft.com/office/officeart/2005/8/layout/vList5"/>
    <dgm:cxn modelId="{FFB702F6-0F25-474A-88B9-84890563092D}" srcId="{04E71744-8B47-4ACB-B9D6-CA5B6A56A4EB}" destId="{DB6D1D99-0BA7-4E94-86B2-79EFB13A4C06}" srcOrd="2" destOrd="0" parTransId="{B5BD2863-B34C-47E4-815E-0206DD69A8EA}" sibTransId="{B84E1B10-C712-489E-9A10-C2C4E510C896}"/>
    <dgm:cxn modelId="{B38CE94F-5F8D-4546-8581-E4685BC2A7F7}" type="presParOf" srcId="{2C89B7B7-E433-48AC-9F7B-266A500DDF5D}" destId="{026FE371-BF20-46C4-A12A-EE71E85F3DBF}" srcOrd="0" destOrd="0" presId="urn:microsoft.com/office/officeart/2005/8/layout/vList5"/>
    <dgm:cxn modelId="{07356EC5-AFF4-406F-B4CB-BDDF062510D5}" type="presParOf" srcId="{026FE371-BF20-46C4-A12A-EE71E85F3DBF}" destId="{9464735D-A148-4504-825C-F8BCEA70F433}" srcOrd="0" destOrd="0" presId="urn:microsoft.com/office/officeart/2005/8/layout/vList5"/>
    <dgm:cxn modelId="{BC75A2FA-C5C2-4E6A-A40E-6030D6E6367A}" type="presParOf" srcId="{026FE371-BF20-46C4-A12A-EE71E85F3DBF}" destId="{80592552-2619-4BF1-B38E-4ED6238A1A34}" srcOrd="1" destOrd="0" presId="urn:microsoft.com/office/officeart/2005/8/layout/vList5"/>
    <dgm:cxn modelId="{8A232279-ABCE-43F2-AA30-74B510458A5E}" type="presParOf" srcId="{2C89B7B7-E433-48AC-9F7B-266A500DDF5D}" destId="{92B81850-6E36-4EA7-B0E6-E7875555F413}" srcOrd="1" destOrd="0" presId="urn:microsoft.com/office/officeart/2005/8/layout/vList5"/>
    <dgm:cxn modelId="{32B3D2AD-456E-4A99-A9A5-EDAD91B619EF}" type="presParOf" srcId="{2C89B7B7-E433-48AC-9F7B-266A500DDF5D}" destId="{1D6B5C8A-8522-47A6-9E24-33F6B12CF9F4}" srcOrd="2" destOrd="0" presId="urn:microsoft.com/office/officeart/2005/8/layout/vList5"/>
    <dgm:cxn modelId="{86F10817-EA88-41FC-9218-22E862A34C6B}" type="presParOf" srcId="{1D6B5C8A-8522-47A6-9E24-33F6B12CF9F4}" destId="{E0BE9EA6-51F0-4074-85BF-5D4B1CE5400E}" srcOrd="0" destOrd="0" presId="urn:microsoft.com/office/officeart/2005/8/layout/vList5"/>
    <dgm:cxn modelId="{F842CD72-7126-4D0E-8B8D-43877463EC14}" type="presParOf" srcId="{1D6B5C8A-8522-47A6-9E24-33F6B12CF9F4}" destId="{F4DB9509-64D2-4DB1-AA7A-6CD51EFCEEDA}" srcOrd="1" destOrd="0" presId="urn:microsoft.com/office/officeart/2005/8/layout/vList5"/>
    <dgm:cxn modelId="{2F6E834D-70B6-488A-8114-07B2FC42A75C}" type="presParOf" srcId="{2C89B7B7-E433-48AC-9F7B-266A500DDF5D}" destId="{6E3B3DD0-8842-493B-B690-03794B000F4A}" srcOrd="3" destOrd="0" presId="urn:microsoft.com/office/officeart/2005/8/layout/vList5"/>
    <dgm:cxn modelId="{1BB78460-E92A-4328-B92A-8FA1608B49DB}" type="presParOf" srcId="{2C89B7B7-E433-48AC-9F7B-266A500DDF5D}" destId="{3989EBF5-CEF7-44A6-9DC8-85131DC0A43A}" srcOrd="4" destOrd="0" presId="urn:microsoft.com/office/officeart/2005/8/layout/vList5"/>
    <dgm:cxn modelId="{E46F961D-F5F2-41B3-8988-54EE7697C2F9}" type="presParOf" srcId="{3989EBF5-CEF7-44A6-9DC8-85131DC0A43A}" destId="{C18959AE-0634-483C-89A9-AEFBE09F0F87}" srcOrd="0" destOrd="0" presId="urn:microsoft.com/office/officeart/2005/8/layout/vList5"/>
    <dgm:cxn modelId="{85EB4A86-3A64-46F9-9473-B3EF7BF7906A}" type="presParOf" srcId="{3989EBF5-CEF7-44A6-9DC8-85131DC0A43A}" destId="{4773A870-D366-4091-9721-7081ACDE2935}" srcOrd="1" destOrd="0" presId="urn:microsoft.com/office/officeart/2005/8/layout/vList5"/>
    <dgm:cxn modelId="{DA3395A8-45EC-4E03-B5FA-EF6BC51E0201}" type="presParOf" srcId="{2C89B7B7-E433-48AC-9F7B-266A500DDF5D}" destId="{EDA837FC-A84A-4AF6-84BF-AE42BD9C6EC2}" srcOrd="5" destOrd="0" presId="urn:microsoft.com/office/officeart/2005/8/layout/vList5"/>
    <dgm:cxn modelId="{E306D864-6235-49E7-AB44-21DBDA451B1F}" type="presParOf" srcId="{2C89B7B7-E433-48AC-9F7B-266A500DDF5D}" destId="{A7F0BF5A-77C7-4579-9FD0-B6214C487E83}" srcOrd="6" destOrd="0" presId="urn:microsoft.com/office/officeart/2005/8/layout/vList5"/>
    <dgm:cxn modelId="{DD381A68-8358-4E40-9494-0FA62B041A3A}" type="presParOf" srcId="{A7F0BF5A-77C7-4579-9FD0-B6214C487E83}" destId="{83E54792-707D-476E-9230-D1EA6C359C0D}" srcOrd="0" destOrd="0" presId="urn:microsoft.com/office/officeart/2005/8/layout/vList5"/>
    <dgm:cxn modelId="{6D2B2E53-9090-4A40-B3EC-94697A71C4D6}" type="presParOf" srcId="{A7F0BF5A-77C7-4579-9FD0-B6214C487E83}" destId="{21D8DBB3-B9D3-4184-B998-9F0F95EF13F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79DDE41-D302-4290-8AE8-6D4277E9AF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173B1F7-A81D-4BC9-96AF-43A67CB0ED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designing a complex bitcoin application </a:t>
          </a:r>
        </a:p>
      </dgm:t>
    </dgm:pt>
    <dgm:pt modelId="{6617E156-12A8-4B92-9612-6E3D5C15BCE0}" type="parTrans" cxnId="{864FBE39-2F9E-4D6A-A2CE-D36730E880EA}">
      <dgm:prSet/>
      <dgm:spPr/>
      <dgm:t>
        <a:bodyPr/>
        <a:lstStyle/>
        <a:p>
          <a:endParaRPr lang="en-US"/>
        </a:p>
      </dgm:t>
    </dgm:pt>
    <dgm:pt modelId="{D58D5D4D-9D4C-448C-B76F-D65719460A4E}" type="sibTrans" cxnId="{864FBE39-2F9E-4D6A-A2CE-D36730E880EA}">
      <dgm:prSet/>
      <dgm:spPr/>
      <dgm:t>
        <a:bodyPr/>
        <a:lstStyle/>
        <a:p>
          <a:endParaRPr lang="en-US"/>
        </a:p>
      </dgm:t>
    </dgm:pt>
    <dgm:pt modelId="{1CEF1E8F-F177-4697-B5F3-BCE9F9DB7C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consists of services on</a:t>
          </a:r>
          <a:r>
            <a:rPr lang="tr-TR"/>
            <a:t> </a:t>
          </a:r>
          <a:r>
            <a:rPr lang="en-US"/>
            <a:t>many different systems  </a:t>
          </a:r>
        </a:p>
      </dgm:t>
    </dgm:pt>
    <dgm:pt modelId="{6F0530DA-21D3-4EBB-ACFF-718A6F8698DF}" type="parTrans" cxnId="{D946A26D-4161-4080-AA48-6F988ED09F8D}">
      <dgm:prSet/>
      <dgm:spPr/>
      <dgm:t>
        <a:bodyPr/>
        <a:lstStyle/>
        <a:p>
          <a:endParaRPr lang="en-US"/>
        </a:p>
      </dgm:t>
    </dgm:pt>
    <dgm:pt modelId="{27B9AD73-9251-47FC-B448-D8C3AB0F8CFE}" type="sibTrans" cxnId="{D946A26D-4161-4080-AA48-6F988ED09F8D}">
      <dgm:prSet/>
      <dgm:spPr/>
      <dgm:t>
        <a:bodyPr/>
        <a:lstStyle/>
        <a:p>
          <a:endParaRPr lang="en-US"/>
        </a:p>
      </dgm:t>
    </dgm:pt>
    <dgm:pt modelId="{B78E4BE2-6248-4989-BDD7-1C04B0CF43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carefully examine the security architecture </a:t>
          </a:r>
        </a:p>
      </dgm:t>
    </dgm:pt>
    <dgm:pt modelId="{DF3E38CB-5BD4-4261-A4EF-68F7A0B0C4A9}" type="parTrans" cxnId="{61BAF353-78F7-453C-80A8-D47226DD173C}">
      <dgm:prSet/>
      <dgm:spPr/>
      <dgm:t>
        <a:bodyPr/>
        <a:lstStyle/>
        <a:p>
          <a:endParaRPr lang="en-US"/>
        </a:p>
      </dgm:t>
    </dgm:pt>
    <dgm:pt modelId="{B7AE6422-05A6-4F01-9C9C-D9DD69160A84}" type="sibTrans" cxnId="{61BAF353-78F7-453C-80A8-D47226DD173C}">
      <dgm:prSet/>
      <dgm:spPr/>
      <dgm:t>
        <a:bodyPr/>
        <a:lstStyle/>
        <a:p>
          <a:endParaRPr lang="en-US"/>
        </a:p>
      </dgm:t>
    </dgm:pt>
    <dgm:pt modelId="{70C25445-AF28-419B-8E19-7F0CB5E49A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</a:t>
          </a:r>
          <a:r>
            <a:rPr lang="tr-TR"/>
            <a:t> </a:t>
          </a:r>
          <a:r>
            <a:rPr lang="en-US"/>
            <a:t>order to ascertain where trust is being placed </a:t>
          </a:r>
        </a:p>
      </dgm:t>
    </dgm:pt>
    <dgm:pt modelId="{BE2A5239-5DB0-480A-A1CE-B7742D99F08A}" type="parTrans" cxnId="{8CD62C51-AA7F-4862-A34B-DF881754602D}">
      <dgm:prSet/>
      <dgm:spPr/>
      <dgm:t>
        <a:bodyPr/>
        <a:lstStyle/>
        <a:p>
          <a:endParaRPr lang="en-US"/>
        </a:p>
      </dgm:t>
    </dgm:pt>
    <dgm:pt modelId="{E842E26D-8880-4C61-8358-435261AC2D0B}" type="sibTrans" cxnId="{8CD62C51-AA7F-4862-A34B-DF881754602D}">
      <dgm:prSet/>
      <dgm:spPr/>
      <dgm:t>
        <a:bodyPr/>
        <a:lstStyle/>
        <a:p>
          <a:endParaRPr lang="en-US"/>
        </a:p>
      </dgm:t>
    </dgm:pt>
    <dgm:pt modelId="{3C9EAE19-1A9E-4C4F-A767-3AA7717455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Trust</a:t>
          </a:r>
          <a:r>
            <a:rPr lang="en-US"/>
            <a:t> </a:t>
          </a:r>
        </a:p>
      </dgm:t>
    </dgm:pt>
    <dgm:pt modelId="{D3328A5E-0BA7-44B3-8D81-CBBD805F042A}" type="parTrans" cxnId="{095748F7-5A7A-4FBE-879A-4C90EC1F6D7C}">
      <dgm:prSet/>
      <dgm:spPr/>
      <dgm:t>
        <a:bodyPr/>
        <a:lstStyle/>
        <a:p>
          <a:endParaRPr lang="en-US"/>
        </a:p>
      </dgm:t>
    </dgm:pt>
    <dgm:pt modelId="{C15B74AA-A0C6-4600-B307-2623CD101440}" type="sibTrans" cxnId="{095748F7-5A7A-4FBE-879A-4C90EC1F6D7C}">
      <dgm:prSet/>
      <dgm:spPr/>
      <dgm:t>
        <a:bodyPr/>
        <a:lstStyle/>
        <a:p>
          <a:endParaRPr lang="en-US"/>
        </a:p>
      </dgm:t>
    </dgm:pt>
    <dgm:pt modelId="{DF40DFCF-76CC-43DC-A730-2C206231D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only thing that should</a:t>
          </a:r>
          <a:r>
            <a:rPr lang="tr-TR"/>
            <a:t> </a:t>
          </a:r>
          <a:r>
            <a:rPr lang="en-US"/>
            <a:t>be explicitly trusted</a:t>
          </a:r>
        </a:p>
      </dgm:t>
    </dgm:pt>
    <dgm:pt modelId="{0DAB9054-DFDB-483D-B245-9AAFD82D2CDD}" type="parTrans" cxnId="{94E20EDA-DDB5-4B27-B1AB-418AA014BCFB}">
      <dgm:prSet/>
      <dgm:spPr/>
      <dgm:t>
        <a:bodyPr/>
        <a:lstStyle/>
        <a:p>
          <a:endParaRPr lang="en-US"/>
        </a:p>
      </dgm:t>
    </dgm:pt>
    <dgm:pt modelId="{265E7F3C-044C-4163-842C-DAFB57355810}" type="sibTrans" cxnId="{94E20EDA-DDB5-4B27-B1AB-418AA014BCFB}">
      <dgm:prSet/>
      <dgm:spPr/>
      <dgm:t>
        <a:bodyPr/>
        <a:lstStyle/>
        <a:p>
          <a:endParaRPr lang="en-US"/>
        </a:p>
      </dgm:t>
    </dgm:pt>
    <dgm:pt modelId="{E5FF2DF0-EF02-4703-8EDC-9D19AE0055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fully validated blockchain.</a:t>
          </a:r>
        </a:p>
      </dgm:t>
    </dgm:pt>
    <dgm:pt modelId="{4099C371-E01B-489E-BC80-1BE97693C28D}" type="parTrans" cxnId="{C64B656D-678C-4032-99A1-D075ED76A930}">
      <dgm:prSet/>
      <dgm:spPr/>
      <dgm:t>
        <a:bodyPr/>
        <a:lstStyle/>
        <a:p>
          <a:endParaRPr lang="en-US"/>
        </a:p>
      </dgm:t>
    </dgm:pt>
    <dgm:pt modelId="{93058BE2-EE36-4BDB-BF76-D5A45664D13E}" type="sibTrans" cxnId="{C64B656D-678C-4032-99A1-D075ED76A930}">
      <dgm:prSet/>
      <dgm:spPr/>
      <dgm:t>
        <a:bodyPr/>
        <a:lstStyle/>
        <a:p>
          <a:endParaRPr lang="en-US"/>
        </a:p>
      </dgm:t>
    </dgm:pt>
    <dgm:pt modelId="{EC617AB6-91E1-48BE-9582-B773644A67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Complexity</a:t>
          </a:r>
          <a:endParaRPr lang="en-US"/>
        </a:p>
      </dgm:t>
    </dgm:pt>
    <dgm:pt modelId="{C9386202-361B-4134-BE18-A3662939599F}" type="parTrans" cxnId="{E2ACED03-C018-46F2-85DC-29DCC4CF3F5E}">
      <dgm:prSet/>
      <dgm:spPr/>
    </dgm:pt>
    <dgm:pt modelId="{54B90438-29CE-4A9F-8343-F203F4A38B67}" type="sibTrans" cxnId="{E2ACED03-C018-46F2-85DC-29DCC4CF3F5E}">
      <dgm:prSet/>
      <dgm:spPr/>
    </dgm:pt>
    <dgm:pt modelId="{E601EE65-D704-4946-BD02-31F8D3744B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architecture</a:t>
          </a:r>
          <a:endParaRPr lang="en-US"/>
        </a:p>
      </dgm:t>
    </dgm:pt>
    <dgm:pt modelId="{E515F94B-074B-4D21-861F-28E8F7DE8B4A}" type="parTrans" cxnId="{D1F62789-262C-49C8-B7D1-F231DF6926AC}">
      <dgm:prSet/>
      <dgm:spPr/>
    </dgm:pt>
    <dgm:pt modelId="{6E90D1A7-34E2-4757-82EA-A094F619FDB0}" type="sibTrans" cxnId="{D1F62789-262C-49C8-B7D1-F231DF6926AC}">
      <dgm:prSet/>
      <dgm:spPr/>
    </dgm:pt>
    <dgm:pt modelId="{B405B800-131B-4B73-A2C3-14ECEDF88B6A}" type="pres">
      <dgm:prSet presAssocID="{D79DDE41-D302-4290-8AE8-6D4277E9AF0A}" presName="root" presStyleCnt="0">
        <dgm:presLayoutVars>
          <dgm:dir/>
          <dgm:resizeHandles val="exact"/>
        </dgm:presLayoutVars>
      </dgm:prSet>
      <dgm:spPr/>
    </dgm:pt>
    <dgm:pt modelId="{9B31DAA2-F386-44E4-B7DD-A62E1FC9F997}" type="pres">
      <dgm:prSet presAssocID="{EC617AB6-91E1-48BE-9582-B773644A67D5}" presName="compNode" presStyleCnt="0"/>
      <dgm:spPr/>
    </dgm:pt>
    <dgm:pt modelId="{B18F5B48-436B-45BC-9855-1F02F9CF54AF}" type="pres">
      <dgm:prSet presAssocID="{EC617AB6-91E1-48BE-9582-B773644A67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di Aç"/>
        </a:ext>
      </dgm:extLst>
    </dgm:pt>
    <dgm:pt modelId="{A4EDDF19-DBE0-4E08-A1CC-A062A2097401}" type="pres">
      <dgm:prSet presAssocID="{EC617AB6-91E1-48BE-9582-B773644A67D5}" presName="iconSpace" presStyleCnt="0"/>
      <dgm:spPr/>
    </dgm:pt>
    <dgm:pt modelId="{3D4A652B-25F3-47AB-AE7E-4CF244878224}" type="pres">
      <dgm:prSet presAssocID="{EC617AB6-91E1-48BE-9582-B773644A67D5}" presName="parTx" presStyleLbl="revTx" presStyleIdx="0" presStyleCnt="6">
        <dgm:presLayoutVars>
          <dgm:chMax val="0"/>
          <dgm:chPref val="0"/>
        </dgm:presLayoutVars>
      </dgm:prSet>
      <dgm:spPr/>
    </dgm:pt>
    <dgm:pt modelId="{91E49FAE-A9A3-451C-92A9-458D08050F5A}" type="pres">
      <dgm:prSet presAssocID="{EC617AB6-91E1-48BE-9582-B773644A67D5}" presName="txSpace" presStyleCnt="0"/>
      <dgm:spPr/>
    </dgm:pt>
    <dgm:pt modelId="{2BD94BDD-FACA-4764-BC56-C95669B8EF30}" type="pres">
      <dgm:prSet presAssocID="{EC617AB6-91E1-48BE-9582-B773644A67D5}" presName="desTx" presStyleLbl="revTx" presStyleIdx="1" presStyleCnt="6">
        <dgm:presLayoutVars/>
      </dgm:prSet>
      <dgm:spPr/>
    </dgm:pt>
    <dgm:pt modelId="{700770CD-D4EE-4CF9-A67E-8D4B7BAA5C68}" type="pres">
      <dgm:prSet presAssocID="{54B90438-29CE-4A9F-8343-F203F4A38B67}" presName="sibTrans" presStyleCnt="0"/>
      <dgm:spPr/>
    </dgm:pt>
    <dgm:pt modelId="{82774FE8-775B-4D64-8AC6-7483071CA0AE}" type="pres">
      <dgm:prSet presAssocID="{E601EE65-D704-4946-BD02-31F8D3744B29}" presName="compNode" presStyleCnt="0"/>
      <dgm:spPr/>
    </dgm:pt>
    <dgm:pt modelId="{9D54066B-3E9A-4B42-9576-09D2D9923062}" type="pres">
      <dgm:prSet presAssocID="{E601EE65-D704-4946-BD02-31F8D3744B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43E9ED5E-4185-47B3-B675-C6A3AF944505}" type="pres">
      <dgm:prSet presAssocID="{E601EE65-D704-4946-BD02-31F8D3744B29}" presName="iconSpace" presStyleCnt="0"/>
      <dgm:spPr/>
    </dgm:pt>
    <dgm:pt modelId="{4E41DD2A-4704-4945-B14F-82BEDA899840}" type="pres">
      <dgm:prSet presAssocID="{E601EE65-D704-4946-BD02-31F8D3744B29}" presName="parTx" presStyleLbl="revTx" presStyleIdx="2" presStyleCnt="6">
        <dgm:presLayoutVars>
          <dgm:chMax val="0"/>
          <dgm:chPref val="0"/>
        </dgm:presLayoutVars>
      </dgm:prSet>
      <dgm:spPr/>
    </dgm:pt>
    <dgm:pt modelId="{A44503E9-67DB-4481-905D-43838C63AF6C}" type="pres">
      <dgm:prSet presAssocID="{E601EE65-D704-4946-BD02-31F8D3744B29}" presName="txSpace" presStyleCnt="0"/>
      <dgm:spPr/>
    </dgm:pt>
    <dgm:pt modelId="{2D05CA68-04C9-48C5-A1BA-A56B9BD2B6F6}" type="pres">
      <dgm:prSet presAssocID="{E601EE65-D704-4946-BD02-31F8D3744B29}" presName="desTx" presStyleLbl="revTx" presStyleIdx="3" presStyleCnt="6">
        <dgm:presLayoutVars/>
      </dgm:prSet>
      <dgm:spPr/>
    </dgm:pt>
    <dgm:pt modelId="{6E245CF5-808B-4ADB-A2D8-70B91F5B9A5D}" type="pres">
      <dgm:prSet presAssocID="{6E90D1A7-34E2-4757-82EA-A094F619FDB0}" presName="sibTrans" presStyleCnt="0"/>
      <dgm:spPr/>
    </dgm:pt>
    <dgm:pt modelId="{5A997290-422C-4467-B285-9769D987E3D9}" type="pres">
      <dgm:prSet presAssocID="{3C9EAE19-1A9E-4C4F-A767-3AA771745590}" presName="compNode" presStyleCnt="0"/>
      <dgm:spPr/>
    </dgm:pt>
    <dgm:pt modelId="{A1981603-DA2B-4A25-A565-6C937D6DC166}" type="pres">
      <dgm:prSet presAssocID="{3C9EAE19-1A9E-4C4F-A767-3AA7717455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883E06C0-FE23-4BF1-93D9-C1CC8D6DF669}" type="pres">
      <dgm:prSet presAssocID="{3C9EAE19-1A9E-4C4F-A767-3AA771745590}" presName="iconSpace" presStyleCnt="0"/>
      <dgm:spPr/>
    </dgm:pt>
    <dgm:pt modelId="{06CB4832-81A4-4672-AE17-77BBDB98BAED}" type="pres">
      <dgm:prSet presAssocID="{3C9EAE19-1A9E-4C4F-A767-3AA771745590}" presName="parTx" presStyleLbl="revTx" presStyleIdx="4" presStyleCnt="6">
        <dgm:presLayoutVars>
          <dgm:chMax val="0"/>
          <dgm:chPref val="0"/>
        </dgm:presLayoutVars>
      </dgm:prSet>
      <dgm:spPr/>
    </dgm:pt>
    <dgm:pt modelId="{3DCE2A5D-2B0A-424F-BF1F-E2225E74CF5C}" type="pres">
      <dgm:prSet presAssocID="{3C9EAE19-1A9E-4C4F-A767-3AA771745590}" presName="txSpace" presStyleCnt="0"/>
      <dgm:spPr/>
    </dgm:pt>
    <dgm:pt modelId="{2ACB2B53-3801-41A0-B0B5-26B5EAC45F4D}" type="pres">
      <dgm:prSet presAssocID="{3C9EAE19-1A9E-4C4F-A767-3AA771745590}" presName="desTx" presStyleLbl="revTx" presStyleIdx="5" presStyleCnt="6">
        <dgm:presLayoutVars/>
      </dgm:prSet>
      <dgm:spPr/>
    </dgm:pt>
  </dgm:ptLst>
  <dgm:cxnLst>
    <dgm:cxn modelId="{E2ACED03-C018-46F2-85DC-29DCC4CF3F5E}" srcId="{D79DDE41-D302-4290-8AE8-6D4277E9AF0A}" destId="{EC617AB6-91E1-48BE-9582-B773644A67D5}" srcOrd="0" destOrd="0" parTransId="{C9386202-361B-4134-BE18-A3662939599F}" sibTransId="{54B90438-29CE-4A9F-8343-F203F4A38B67}"/>
    <dgm:cxn modelId="{604F5712-8572-4706-8A0C-F998539DF789}" type="presOf" srcId="{DF40DFCF-76CC-43DC-A730-2C206231D5A5}" destId="{2ACB2B53-3801-41A0-B0B5-26B5EAC45F4D}" srcOrd="0" destOrd="0" presId="urn:microsoft.com/office/officeart/2018/5/layout/CenteredIconLabelDescriptionList"/>
    <dgm:cxn modelId="{2711A22A-A822-4921-B514-AFA58391FC9B}" type="presOf" srcId="{D79DDE41-D302-4290-8AE8-6D4277E9AF0A}" destId="{B405B800-131B-4B73-A2C3-14ECEDF88B6A}" srcOrd="0" destOrd="0" presId="urn:microsoft.com/office/officeart/2018/5/layout/CenteredIconLabelDescriptionList"/>
    <dgm:cxn modelId="{864FBE39-2F9E-4D6A-A2CE-D36730E880EA}" srcId="{EC617AB6-91E1-48BE-9582-B773644A67D5}" destId="{A173B1F7-A81D-4BC9-96AF-43A67CB0ED65}" srcOrd="0" destOrd="0" parTransId="{6617E156-12A8-4B92-9612-6E3D5C15BCE0}" sibTransId="{D58D5D4D-9D4C-448C-B76F-D65719460A4E}"/>
    <dgm:cxn modelId="{25187760-0BD1-4FAD-B802-303A1307D854}" type="presOf" srcId="{EC617AB6-91E1-48BE-9582-B773644A67D5}" destId="{3D4A652B-25F3-47AB-AE7E-4CF244878224}" srcOrd="0" destOrd="0" presId="urn:microsoft.com/office/officeart/2018/5/layout/CenteredIconLabelDescriptionList"/>
    <dgm:cxn modelId="{EC541641-E4A6-4836-8696-6F2056B583C2}" type="presOf" srcId="{E601EE65-D704-4946-BD02-31F8D3744B29}" destId="{4E41DD2A-4704-4945-B14F-82BEDA899840}" srcOrd="0" destOrd="0" presId="urn:microsoft.com/office/officeart/2018/5/layout/CenteredIconLabelDescriptionList"/>
    <dgm:cxn modelId="{74696148-B66E-4AE1-86CD-A1F594851717}" type="presOf" srcId="{3C9EAE19-1A9E-4C4F-A767-3AA771745590}" destId="{06CB4832-81A4-4672-AE17-77BBDB98BAED}" srcOrd="0" destOrd="0" presId="urn:microsoft.com/office/officeart/2018/5/layout/CenteredIconLabelDescriptionList"/>
    <dgm:cxn modelId="{C64B656D-678C-4032-99A1-D075ED76A930}" srcId="{3C9EAE19-1A9E-4C4F-A767-3AA771745590}" destId="{E5FF2DF0-EF02-4703-8EDC-9D19AE005503}" srcOrd="1" destOrd="0" parTransId="{4099C371-E01B-489E-BC80-1BE97693C28D}" sibTransId="{93058BE2-EE36-4BDB-BF76-D5A45664D13E}"/>
    <dgm:cxn modelId="{D946A26D-4161-4080-AA48-6F988ED09F8D}" srcId="{EC617AB6-91E1-48BE-9582-B773644A67D5}" destId="{1CEF1E8F-F177-4697-B5F3-BCE9F9DB7C0A}" srcOrd="1" destOrd="0" parTransId="{6F0530DA-21D3-4EBB-ACFF-718A6F8698DF}" sibTransId="{27B9AD73-9251-47FC-B448-D8C3AB0F8CFE}"/>
    <dgm:cxn modelId="{8CD62C51-AA7F-4862-A34B-DF881754602D}" srcId="{E601EE65-D704-4946-BD02-31F8D3744B29}" destId="{70C25445-AF28-419B-8E19-7F0CB5E49A3F}" srcOrd="1" destOrd="0" parTransId="{BE2A5239-5DB0-480A-A1CE-B7742D99F08A}" sibTransId="{E842E26D-8880-4C61-8358-435261AC2D0B}"/>
    <dgm:cxn modelId="{D1255E53-945B-4621-B839-C8D84C52558E}" type="presOf" srcId="{70C25445-AF28-419B-8E19-7F0CB5E49A3F}" destId="{2D05CA68-04C9-48C5-A1BA-A56B9BD2B6F6}" srcOrd="0" destOrd="1" presId="urn:microsoft.com/office/officeart/2018/5/layout/CenteredIconLabelDescriptionList"/>
    <dgm:cxn modelId="{61BAF353-78F7-453C-80A8-D47226DD173C}" srcId="{E601EE65-D704-4946-BD02-31F8D3744B29}" destId="{B78E4BE2-6248-4989-BDD7-1C04B0CF43D1}" srcOrd="0" destOrd="0" parTransId="{DF3E38CB-5BD4-4261-A4EF-68F7A0B0C4A9}" sibTransId="{B7AE6422-05A6-4F01-9C9C-D9DD69160A84}"/>
    <dgm:cxn modelId="{D1F62789-262C-49C8-B7D1-F231DF6926AC}" srcId="{D79DDE41-D302-4290-8AE8-6D4277E9AF0A}" destId="{E601EE65-D704-4946-BD02-31F8D3744B29}" srcOrd="1" destOrd="0" parTransId="{E515F94B-074B-4D21-861F-28E8F7DE8B4A}" sibTransId="{6E90D1A7-34E2-4757-82EA-A094F619FDB0}"/>
    <dgm:cxn modelId="{0C4087A1-357E-479D-B79D-9A2279E54D89}" type="presOf" srcId="{A173B1F7-A81D-4BC9-96AF-43A67CB0ED65}" destId="{2BD94BDD-FACA-4764-BC56-C95669B8EF30}" srcOrd="0" destOrd="0" presId="urn:microsoft.com/office/officeart/2018/5/layout/CenteredIconLabelDescriptionList"/>
    <dgm:cxn modelId="{E4C37EAD-369F-48BE-943A-F0E143323752}" type="presOf" srcId="{B78E4BE2-6248-4989-BDD7-1C04B0CF43D1}" destId="{2D05CA68-04C9-48C5-A1BA-A56B9BD2B6F6}" srcOrd="0" destOrd="0" presId="urn:microsoft.com/office/officeart/2018/5/layout/CenteredIconLabelDescriptionList"/>
    <dgm:cxn modelId="{6DDF92BA-2075-4DF2-B474-312882118100}" type="presOf" srcId="{1CEF1E8F-F177-4697-B5F3-BCE9F9DB7C0A}" destId="{2BD94BDD-FACA-4764-BC56-C95669B8EF30}" srcOrd="0" destOrd="1" presId="urn:microsoft.com/office/officeart/2018/5/layout/CenteredIconLabelDescriptionList"/>
    <dgm:cxn modelId="{94E20EDA-DDB5-4B27-B1AB-418AA014BCFB}" srcId="{3C9EAE19-1A9E-4C4F-A767-3AA771745590}" destId="{DF40DFCF-76CC-43DC-A730-2C206231D5A5}" srcOrd="0" destOrd="0" parTransId="{0DAB9054-DFDB-483D-B245-9AAFD82D2CDD}" sibTransId="{265E7F3C-044C-4163-842C-DAFB57355810}"/>
    <dgm:cxn modelId="{095748F7-5A7A-4FBE-879A-4C90EC1F6D7C}" srcId="{D79DDE41-D302-4290-8AE8-6D4277E9AF0A}" destId="{3C9EAE19-1A9E-4C4F-A767-3AA771745590}" srcOrd="2" destOrd="0" parTransId="{D3328A5E-0BA7-44B3-8D81-CBBD805F042A}" sibTransId="{C15B74AA-A0C6-4600-B307-2623CD101440}"/>
    <dgm:cxn modelId="{5C8220F9-1E96-47B9-802B-DE804D7ED82D}" type="presOf" srcId="{E5FF2DF0-EF02-4703-8EDC-9D19AE005503}" destId="{2ACB2B53-3801-41A0-B0B5-26B5EAC45F4D}" srcOrd="0" destOrd="1" presId="urn:microsoft.com/office/officeart/2018/5/layout/CenteredIconLabelDescriptionList"/>
    <dgm:cxn modelId="{03D69E0F-0CE4-4E0B-B55F-535F84AF8D08}" type="presParOf" srcId="{B405B800-131B-4B73-A2C3-14ECEDF88B6A}" destId="{9B31DAA2-F386-44E4-B7DD-A62E1FC9F997}" srcOrd="0" destOrd="0" presId="urn:microsoft.com/office/officeart/2018/5/layout/CenteredIconLabelDescriptionList"/>
    <dgm:cxn modelId="{273B4108-8970-4462-BA85-02717AFD4748}" type="presParOf" srcId="{9B31DAA2-F386-44E4-B7DD-A62E1FC9F997}" destId="{B18F5B48-436B-45BC-9855-1F02F9CF54AF}" srcOrd="0" destOrd="0" presId="urn:microsoft.com/office/officeart/2018/5/layout/CenteredIconLabelDescriptionList"/>
    <dgm:cxn modelId="{EF7B82E0-8652-4DA6-9362-DDBABE252AFC}" type="presParOf" srcId="{9B31DAA2-F386-44E4-B7DD-A62E1FC9F997}" destId="{A4EDDF19-DBE0-4E08-A1CC-A062A2097401}" srcOrd="1" destOrd="0" presId="urn:microsoft.com/office/officeart/2018/5/layout/CenteredIconLabelDescriptionList"/>
    <dgm:cxn modelId="{B39065B9-66AB-4A08-A2BD-71E20508AE35}" type="presParOf" srcId="{9B31DAA2-F386-44E4-B7DD-A62E1FC9F997}" destId="{3D4A652B-25F3-47AB-AE7E-4CF244878224}" srcOrd="2" destOrd="0" presId="urn:microsoft.com/office/officeart/2018/5/layout/CenteredIconLabelDescriptionList"/>
    <dgm:cxn modelId="{FB997C68-0B0D-4C7C-8B2C-9815E0EEB2E2}" type="presParOf" srcId="{9B31DAA2-F386-44E4-B7DD-A62E1FC9F997}" destId="{91E49FAE-A9A3-451C-92A9-458D08050F5A}" srcOrd="3" destOrd="0" presId="urn:microsoft.com/office/officeart/2018/5/layout/CenteredIconLabelDescriptionList"/>
    <dgm:cxn modelId="{14B3DD6E-CA8F-4B3A-8AD9-22228757C4DE}" type="presParOf" srcId="{9B31DAA2-F386-44E4-B7DD-A62E1FC9F997}" destId="{2BD94BDD-FACA-4764-BC56-C95669B8EF30}" srcOrd="4" destOrd="0" presId="urn:microsoft.com/office/officeart/2018/5/layout/CenteredIconLabelDescriptionList"/>
    <dgm:cxn modelId="{6CC5AE9B-092A-4B60-84EA-DA8201AD609A}" type="presParOf" srcId="{B405B800-131B-4B73-A2C3-14ECEDF88B6A}" destId="{700770CD-D4EE-4CF9-A67E-8D4B7BAA5C68}" srcOrd="1" destOrd="0" presId="urn:microsoft.com/office/officeart/2018/5/layout/CenteredIconLabelDescriptionList"/>
    <dgm:cxn modelId="{6BCA087E-E262-4289-9785-116FDE2663AE}" type="presParOf" srcId="{B405B800-131B-4B73-A2C3-14ECEDF88B6A}" destId="{82774FE8-775B-4D64-8AC6-7483071CA0AE}" srcOrd="2" destOrd="0" presId="urn:microsoft.com/office/officeart/2018/5/layout/CenteredIconLabelDescriptionList"/>
    <dgm:cxn modelId="{82673AF0-9260-498F-B859-261EB8E354E3}" type="presParOf" srcId="{82774FE8-775B-4D64-8AC6-7483071CA0AE}" destId="{9D54066B-3E9A-4B42-9576-09D2D9923062}" srcOrd="0" destOrd="0" presId="urn:microsoft.com/office/officeart/2018/5/layout/CenteredIconLabelDescriptionList"/>
    <dgm:cxn modelId="{AC022C17-6BA1-479A-8852-1ADF2F75A702}" type="presParOf" srcId="{82774FE8-775B-4D64-8AC6-7483071CA0AE}" destId="{43E9ED5E-4185-47B3-B675-C6A3AF944505}" srcOrd="1" destOrd="0" presId="urn:microsoft.com/office/officeart/2018/5/layout/CenteredIconLabelDescriptionList"/>
    <dgm:cxn modelId="{8FB06B88-81C0-4DE8-B0EC-872628248FDB}" type="presParOf" srcId="{82774FE8-775B-4D64-8AC6-7483071CA0AE}" destId="{4E41DD2A-4704-4945-B14F-82BEDA899840}" srcOrd="2" destOrd="0" presId="urn:microsoft.com/office/officeart/2018/5/layout/CenteredIconLabelDescriptionList"/>
    <dgm:cxn modelId="{DCCC157A-AD8E-4B2D-A423-E19AE0C4C60E}" type="presParOf" srcId="{82774FE8-775B-4D64-8AC6-7483071CA0AE}" destId="{A44503E9-67DB-4481-905D-43838C63AF6C}" srcOrd="3" destOrd="0" presId="urn:microsoft.com/office/officeart/2018/5/layout/CenteredIconLabelDescriptionList"/>
    <dgm:cxn modelId="{A7FA23C4-0C02-4AE1-B8DF-CB979DA645B6}" type="presParOf" srcId="{82774FE8-775B-4D64-8AC6-7483071CA0AE}" destId="{2D05CA68-04C9-48C5-A1BA-A56B9BD2B6F6}" srcOrd="4" destOrd="0" presId="urn:microsoft.com/office/officeart/2018/5/layout/CenteredIconLabelDescriptionList"/>
    <dgm:cxn modelId="{1F763270-C4FD-4C52-BC0F-8927D7F88C25}" type="presParOf" srcId="{B405B800-131B-4B73-A2C3-14ECEDF88B6A}" destId="{6E245CF5-808B-4ADB-A2D8-70B91F5B9A5D}" srcOrd="3" destOrd="0" presId="urn:microsoft.com/office/officeart/2018/5/layout/CenteredIconLabelDescriptionList"/>
    <dgm:cxn modelId="{46E77767-C39A-43C4-AE39-C60D677C8F4E}" type="presParOf" srcId="{B405B800-131B-4B73-A2C3-14ECEDF88B6A}" destId="{5A997290-422C-4467-B285-9769D987E3D9}" srcOrd="4" destOrd="0" presId="urn:microsoft.com/office/officeart/2018/5/layout/CenteredIconLabelDescriptionList"/>
    <dgm:cxn modelId="{1D27FD21-FBE3-45B8-BE72-9C6F85CB5419}" type="presParOf" srcId="{5A997290-422C-4467-B285-9769D987E3D9}" destId="{A1981603-DA2B-4A25-A565-6C937D6DC166}" srcOrd="0" destOrd="0" presId="urn:microsoft.com/office/officeart/2018/5/layout/CenteredIconLabelDescriptionList"/>
    <dgm:cxn modelId="{6365BE07-6FAD-44F2-851B-4FAF1CCFD861}" type="presParOf" srcId="{5A997290-422C-4467-B285-9769D987E3D9}" destId="{883E06C0-FE23-4BF1-93D9-C1CC8D6DF669}" srcOrd="1" destOrd="0" presId="urn:microsoft.com/office/officeart/2018/5/layout/CenteredIconLabelDescriptionList"/>
    <dgm:cxn modelId="{16DC6643-4502-4433-AABB-32500423B139}" type="presParOf" srcId="{5A997290-422C-4467-B285-9769D987E3D9}" destId="{06CB4832-81A4-4672-AE17-77BBDB98BAED}" srcOrd="2" destOrd="0" presId="urn:microsoft.com/office/officeart/2018/5/layout/CenteredIconLabelDescriptionList"/>
    <dgm:cxn modelId="{FC0B5ECC-4B6E-46FA-A0C6-F818A93E3F83}" type="presParOf" srcId="{5A997290-422C-4467-B285-9769D987E3D9}" destId="{3DCE2A5D-2B0A-424F-BF1F-E2225E74CF5C}" srcOrd="3" destOrd="0" presId="urn:microsoft.com/office/officeart/2018/5/layout/CenteredIconLabelDescriptionList"/>
    <dgm:cxn modelId="{600982B7-A75F-40B1-8985-C58D7ACE3D01}" type="presParOf" srcId="{5A997290-422C-4467-B285-9769D987E3D9}" destId="{2ACB2B53-3801-41A0-B0B5-26B5EAC45F4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A83A28C-9B44-4B4C-BAAA-B515CE586F0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81E8B26-7254-465A-BD70-AC75CABD47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Examination</a:t>
          </a:r>
          <a:endParaRPr lang="en-US"/>
        </a:p>
      </dgm:t>
    </dgm:pt>
    <dgm:pt modelId="{6476628B-786A-4293-8B8D-12FE6F74EDA9}" type="parTrans" cxnId="{FBB9CFCE-BC4B-499D-ADB3-FE3B59106E07}">
      <dgm:prSet/>
      <dgm:spPr/>
      <dgm:t>
        <a:bodyPr/>
        <a:lstStyle/>
        <a:p>
          <a:endParaRPr lang="en-US"/>
        </a:p>
      </dgm:t>
    </dgm:pt>
    <dgm:pt modelId="{9D42CF66-5D5D-45BA-A34E-595B37E91B78}" type="sibTrans" cxnId="{FBB9CFCE-BC4B-499D-ADB3-FE3B59106E07}">
      <dgm:prSet/>
      <dgm:spPr/>
      <dgm:t>
        <a:bodyPr/>
        <a:lstStyle/>
        <a:p>
          <a:endParaRPr lang="en-US"/>
        </a:p>
      </dgm:t>
    </dgm:pt>
    <dgm:pt modelId="{DB4A47E7-3515-4AB1-A364-134B1F28C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carefully examine the security architecture </a:t>
          </a:r>
        </a:p>
      </dgm:t>
    </dgm:pt>
    <dgm:pt modelId="{C4726A88-2342-4EBC-8D8B-63BE8B98EF6A}" type="parTrans" cxnId="{BB0096DE-5352-4E16-9C35-6B474A219719}">
      <dgm:prSet/>
      <dgm:spPr/>
      <dgm:t>
        <a:bodyPr/>
        <a:lstStyle/>
        <a:p>
          <a:endParaRPr lang="en-US"/>
        </a:p>
      </dgm:t>
    </dgm:pt>
    <dgm:pt modelId="{8B8951B4-F314-4F6E-9CC9-1230BBDE7D8E}" type="sibTrans" cxnId="{BB0096DE-5352-4E16-9C35-6B474A219719}">
      <dgm:prSet/>
      <dgm:spPr/>
      <dgm:t>
        <a:bodyPr/>
        <a:lstStyle/>
        <a:p>
          <a:endParaRPr lang="en-US"/>
        </a:p>
      </dgm:t>
    </dgm:pt>
    <dgm:pt modelId="{E3E325C8-58AC-48E5-8F24-766D8E4180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</a:t>
          </a:r>
          <a:r>
            <a:rPr lang="tr-TR"/>
            <a:t> </a:t>
          </a:r>
          <a:r>
            <a:rPr lang="en-US"/>
            <a:t>order to ascertain where trust is being placed </a:t>
          </a:r>
        </a:p>
      </dgm:t>
    </dgm:pt>
    <dgm:pt modelId="{547847B4-CC1B-4E9C-898C-E7FE8547F126}" type="parTrans" cxnId="{07250A25-F436-440D-9259-80D25782DD9D}">
      <dgm:prSet/>
      <dgm:spPr/>
      <dgm:t>
        <a:bodyPr/>
        <a:lstStyle/>
        <a:p>
          <a:endParaRPr lang="en-US"/>
        </a:p>
      </dgm:t>
    </dgm:pt>
    <dgm:pt modelId="{352E13CE-3A4C-42F8-B005-68BDB3BC2CA8}" type="sibTrans" cxnId="{07250A25-F436-440D-9259-80D25782DD9D}">
      <dgm:prSet/>
      <dgm:spPr/>
      <dgm:t>
        <a:bodyPr/>
        <a:lstStyle/>
        <a:p>
          <a:endParaRPr lang="en-US"/>
        </a:p>
      </dgm:t>
    </dgm:pt>
    <dgm:pt modelId="{E8A9FC3E-3634-437C-9B05-616167EE0E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Concern</a:t>
          </a:r>
          <a:endParaRPr lang="en-US"/>
        </a:p>
      </dgm:t>
    </dgm:pt>
    <dgm:pt modelId="{367246E9-006F-4756-BB94-E88B876CF592}" type="parTrans" cxnId="{7F5834F9-08E8-413A-8CAF-F3A29EA92E68}">
      <dgm:prSet/>
      <dgm:spPr/>
      <dgm:t>
        <a:bodyPr/>
        <a:lstStyle/>
        <a:p>
          <a:endParaRPr lang="en-US"/>
        </a:p>
      </dgm:t>
    </dgm:pt>
    <dgm:pt modelId="{7C639A57-836C-4575-8F4D-188C564EC6E9}" type="sibTrans" cxnId="{7F5834F9-08E8-413A-8CAF-F3A29EA92E68}">
      <dgm:prSet/>
      <dgm:spPr/>
      <dgm:t>
        <a:bodyPr/>
        <a:lstStyle/>
        <a:p>
          <a:endParaRPr lang="en-US"/>
        </a:p>
      </dgm:t>
    </dgm:pt>
    <dgm:pt modelId="{89861F64-61AD-48A8-9DB5-3924518290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explicitly or</a:t>
          </a:r>
          <a:r>
            <a:rPr lang="tr-TR" dirty="0"/>
            <a:t> </a:t>
          </a:r>
          <a:r>
            <a:rPr lang="en-US" dirty="0"/>
            <a:t>implicitly vest</a:t>
          </a:r>
          <a:r>
            <a:rPr lang="tr-TR" dirty="0"/>
            <a:t>ing</a:t>
          </a:r>
          <a:r>
            <a:rPr lang="en-US" dirty="0"/>
            <a:t> trust</a:t>
          </a:r>
        </a:p>
      </dgm:t>
    </dgm:pt>
    <dgm:pt modelId="{06A6BE11-CB07-4996-A42F-7E0E5B169995}" type="parTrans" cxnId="{DC8313FA-9AE6-4DCA-816E-986D7299576A}">
      <dgm:prSet/>
      <dgm:spPr/>
      <dgm:t>
        <a:bodyPr/>
        <a:lstStyle/>
        <a:p>
          <a:endParaRPr lang="en-US"/>
        </a:p>
      </dgm:t>
    </dgm:pt>
    <dgm:pt modelId="{047AF64D-9706-48A7-8360-0214F5DCCFE4}" type="sibTrans" cxnId="{DC8313FA-9AE6-4DCA-816E-986D7299576A}">
      <dgm:prSet/>
      <dgm:spPr/>
      <dgm:t>
        <a:bodyPr/>
        <a:lstStyle/>
        <a:p>
          <a:endParaRPr lang="en-US"/>
        </a:p>
      </dgm:t>
    </dgm:pt>
    <dgm:pt modelId="{9A26526A-E82D-439E-BCA4-A29BA1B84A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that should be a source of concern</a:t>
          </a:r>
          <a:r>
            <a:rPr lang="tr-TR" dirty="0"/>
            <a:t> </a:t>
          </a:r>
          <a:endParaRPr lang="en-US" dirty="0"/>
        </a:p>
      </dgm:t>
    </dgm:pt>
    <dgm:pt modelId="{36BD267E-CA03-4F56-95D1-92BE80704138}" type="parTrans" cxnId="{005F763B-D398-42E1-8492-BB6CF8BDA23A}">
      <dgm:prSet/>
      <dgm:spPr/>
      <dgm:t>
        <a:bodyPr/>
        <a:lstStyle/>
        <a:p>
          <a:endParaRPr lang="en-US"/>
        </a:p>
      </dgm:t>
    </dgm:pt>
    <dgm:pt modelId="{556CFB03-8D0E-4FDD-95F7-CA29C48535F8}" type="sibTrans" cxnId="{005F763B-D398-42E1-8492-BB6CF8BDA23A}">
      <dgm:prSet/>
      <dgm:spPr/>
      <dgm:t>
        <a:bodyPr/>
        <a:lstStyle/>
        <a:p>
          <a:endParaRPr lang="en-US"/>
        </a:p>
      </dgm:t>
    </dgm:pt>
    <dgm:pt modelId="{216B0C9C-6241-4E08-87B3-117A58D7C1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DA14AB68-14DC-47A8-A8D6-F8A38F1C6C96}" type="parTrans" cxnId="{5E18C7D5-CE37-4CF3-A3C1-9926F9008BBC}">
      <dgm:prSet/>
      <dgm:spPr/>
      <dgm:t>
        <a:bodyPr/>
        <a:lstStyle/>
        <a:p>
          <a:endParaRPr lang="en-US"/>
        </a:p>
      </dgm:t>
    </dgm:pt>
    <dgm:pt modelId="{2E9D64B4-0B3C-4F29-8AF7-1B597E02272E}" type="sibTrans" cxnId="{5E18C7D5-CE37-4CF3-A3C1-9926F9008BBC}">
      <dgm:prSet/>
      <dgm:spPr/>
      <dgm:t>
        <a:bodyPr/>
        <a:lstStyle/>
        <a:p>
          <a:endParaRPr lang="en-US"/>
        </a:p>
      </dgm:t>
    </dgm:pt>
    <dgm:pt modelId="{2113CF5D-E522-4FE0-A763-ABE24DAC5C2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because it introduces vulnerability</a:t>
          </a:r>
          <a:endParaRPr lang="en-US"/>
        </a:p>
      </dgm:t>
    </dgm:pt>
    <dgm:pt modelId="{E6B70CD2-59B0-4562-B709-7280CD3DD80A}" type="parTrans" cxnId="{19D97E31-3470-40FA-9D52-0434A70D88D0}">
      <dgm:prSet/>
      <dgm:spPr/>
      <dgm:t>
        <a:bodyPr/>
        <a:lstStyle/>
        <a:p>
          <a:endParaRPr lang="en-US"/>
        </a:p>
      </dgm:t>
    </dgm:pt>
    <dgm:pt modelId="{557A67FE-574A-48A3-813D-67490EAEB24D}" type="sibTrans" cxnId="{19D97E31-3470-40FA-9D52-0434A70D88D0}">
      <dgm:prSet/>
      <dgm:spPr/>
      <dgm:t>
        <a:bodyPr/>
        <a:lstStyle/>
        <a:p>
          <a:endParaRPr lang="en-US"/>
        </a:p>
      </dgm:t>
    </dgm:pt>
    <dgm:pt modelId="{BEF798A1-482C-44B9-8DFE-E7BC443BF4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anything but the blockchain </a:t>
          </a:r>
        </a:p>
      </dgm:t>
    </dgm:pt>
    <dgm:pt modelId="{CF5747E7-B44A-424E-9E08-D4C299340653}" type="parTrans" cxnId="{9E6DA57E-1F29-483A-9A9C-6EAEF7DDE016}">
      <dgm:prSet/>
      <dgm:spPr/>
      <dgm:t>
        <a:bodyPr/>
        <a:lstStyle/>
        <a:p>
          <a:endParaRPr lang="tr-TR"/>
        </a:p>
      </dgm:t>
    </dgm:pt>
    <dgm:pt modelId="{4F73490D-E8D0-4163-B4DB-D8C41495E750}" type="sibTrans" cxnId="{9E6DA57E-1F29-483A-9A9C-6EAEF7DDE016}">
      <dgm:prSet/>
      <dgm:spPr/>
      <dgm:t>
        <a:bodyPr/>
        <a:lstStyle/>
        <a:p>
          <a:endParaRPr lang="tr-TR"/>
        </a:p>
      </dgm:t>
    </dgm:pt>
    <dgm:pt modelId="{3FC054F3-A043-4A1B-A8ED-E29B1C0681AD}" type="pres">
      <dgm:prSet presAssocID="{DA83A28C-9B44-4B4C-BAAA-B515CE586F02}" presName="root" presStyleCnt="0">
        <dgm:presLayoutVars>
          <dgm:dir/>
          <dgm:resizeHandles val="exact"/>
        </dgm:presLayoutVars>
      </dgm:prSet>
      <dgm:spPr/>
    </dgm:pt>
    <dgm:pt modelId="{0122EEA4-A5C5-458F-8194-6495D9370A61}" type="pres">
      <dgm:prSet presAssocID="{781E8B26-7254-465A-BD70-AC75CABD47D7}" presName="compNode" presStyleCnt="0"/>
      <dgm:spPr/>
    </dgm:pt>
    <dgm:pt modelId="{AB288E92-EA0B-46DA-A36C-C54E953B3CFA}" type="pres">
      <dgm:prSet presAssocID="{781E8B26-7254-465A-BD70-AC75CABD47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47EB03B-4F71-41AA-801C-BAEAA4B57DBA}" type="pres">
      <dgm:prSet presAssocID="{781E8B26-7254-465A-BD70-AC75CABD47D7}" presName="iconSpace" presStyleCnt="0"/>
      <dgm:spPr/>
    </dgm:pt>
    <dgm:pt modelId="{DB544919-E01B-43DF-9843-46163EBA9B51}" type="pres">
      <dgm:prSet presAssocID="{781E8B26-7254-465A-BD70-AC75CABD47D7}" presName="parTx" presStyleLbl="revTx" presStyleIdx="0" presStyleCnt="6">
        <dgm:presLayoutVars>
          <dgm:chMax val="0"/>
          <dgm:chPref val="0"/>
        </dgm:presLayoutVars>
      </dgm:prSet>
      <dgm:spPr/>
    </dgm:pt>
    <dgm:pt modelId="{70908202-B624-42E9-963D-36BB19F7789F}" type="pres">
      <dgm:prSet presAssocID="{781E8B26-7254-465A-BD70-AC75CABD47D7}" presName="txSpace" presStyleCnt="0"/>
      <dgm:spPr/>
    </dgm:pt>
    <dgm:pt modelId="{6AD53498-9BF3-4DA4-A111-C85707632723}" type="pres">
      <dgm:prSet presAssocID="{781E8B26-7254-465A-BD70-AC75CABD47D7}" presName="desTx" presStyleLbl="revTx" presStyleIdx="1" presStyleCnt="6">
        <dgm:presLayoutVars/>
      </dgm:prSet>
      <dgm:spPr/>
    </dgm:pt>
    <dgm:pt modelId="{9A8656C9-999A-4F02-8CA4-CD1101CCF59B}" type="pres">
      <dgm:prSet presAssocID="{9D42CF66-5D5D-45BA-A34E-595B37E91B78}" presName="sibTrans" presStyleCnt="0"/>
      <dgm:spPr/>
    </dgm:pt>
    <dgm:pt modelId="{AEE1CF6B-69E8-4CB5-B47E-B995265468D5}" type="pres">
      <dgm:prSet presAssocID="{E8A9FC3E-3634-437C-9B05-616167EE0E2F}" presName="compNode" presStyleCnt="0"/>
      <dgm:spPr/>
    </dgm:pt>
    <dgm:pt modelId="{4B5E4F0C-47A7-47CA-A4AA-75A143373715}" type="pres">
      <dgm:prSet presAssocID="{E8A9FC3E-3634-437C-9B05-616167EE0E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hriş edici"/>
        </a:ext>
      </dgm:extLst>
    </dgm:pt>
    <dgm:pt modelId="{EA2A9611-0888-4E1A-AFC3-746995C7FA29}" type="pres">
      <dgm:prSet presAssocID="{E8A9FC3E-3634-437C-9B05-616167EE0E2F}" presName="iconSpace" presStyleCnt="0"/>
      <dgm:spPr/>
    </dgm:pt>
    <dgm:pt modelId="{381D3910-477B-44AD-A0B7-A02ACB74DA6E}" type="pres">
      <dgm:prSet presAssocID="{E8A9FC3E-3634-437C-9B05-616167EE0E2F}" presName="parTx" presStyleLbl="revTx" presStyleIdx="2" presStyleCnt="6">
        <dgm:presLayoutVars>
          <dgm:chMax val="0"/>
          <dgm:chPref val="0"/>
        </dgm:presLayoutVars>
      </dgm:prSet>
      <dgm:spPr/>
    </dgm:pt>
    <dgm:pt modelId="{25D491FA-5437-4EB8-AD27-70FE50D90364}" type="pres">
      <dgm:prSet presAssocID="{E8A9FC3E-3634-437C-9B05-616167EE0E2F}" presName="txSpace" presStyleCnt="0"/>
      <dgm:spPr/>
    </dgm:pt>
    <dgm:pt modelId="{22CC6D24-B272-45CC-BAFA-7B40D012F636}" type="pres">
      <dgm:prSet presAssocID="{E8A9FC3E-3634-437C-9B05-616167EE0E2F}" presName="desTx" presStyleLbl="revTx" presStyleIdx="3" presStyleCnt="6">
        <dgm:presLayoutVars/>
      </dgm:prSet>
      <dgm:spPr/>
    </dgm:pt>
    <dgm:pt modelId="{9837303B-1093-48BB-A448-E0AAD1510761}" type="pres">
      <dgm:prSet presAssocID="{7C639A57-836C-4575-8F4D-188C564EC6E9}" presName="sibTrans" presStyleCnt="0"/>
      <dgm:spPr/>
    </dgm:pt>
    <dgm:pt modelId="{4847FBE5-0D78-4C18-840A-A4E2BAC4650F}" type="pres">
      <dgm:prSet presAssocID="{216B0C9C-6241-4E08-87B3-117A58D7C1CF}" presName="compNode" presStyleCnt="0"/>
      <dgm:spPr/>
    </dgm:pt>
    <dgm:pt modelId="{B1CA1A54-EB68-48C1-835A-D7DC461A29FA}" type="pres">
      <dgm:prSet presAssocID="{216B0C9C-6241-4E08-87B3-117A58D7C1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yarı"/>
        </a:ext>
      </dgm:extLst>
    </dgm:pt>
    <dgm:pt modelId="{E81B3D99-0A9F-4B03-A8A8-54CD2B949D2C}" type="pres">
      <dgm:prSet presAssocID="{216B0C9C-6241-4E08-87B3-117A58D7C1CF}" presName="iconSpace" presStyleCnt="0"/>
      <dgm:spPr/>
    </dgm:pt>
    <dgm:pt modelId="{4B987E07-EBC3-4910-9D90-6F1CBE81F03B}" type="pres">
      <dgm:prSet presAssocID="{216B0C9C-6241-4E08-87B3-117A58D7C1CF}" presName="parTx" presStyleLbl="revTx" presStyleIdx="4" presStyleCnt="6">
        <dgm:presLayoutVars>
          <dgm:chMax val="0"/>
          <dgm:chPref val="0"/>
        </dgm:presLayoutVars>
      </dgm:prSet>
      <dgm:spPr/>
    </dgm:pt>
    <dgm:pt modelId="{D8F95CEE-32FB-417F-9EA1-E4D33363B4BC}" type="pres">
      <dgm:prSet presAssocID="{216B0C9C-6241-4E08-87B3-117A58D7C1CF}" presName="txSpace" presStyleCnt="0"/>
      <dgm:spPr/>
    </dgm:pt>
    <dgm:pt modelId="{E755C021-B4BE-4D77-9C5C-58F2B5A2FBBF}" type="pres">
      <dgm:prSet presAssocID="{216B0C9C-6241-4E08-87B3-117A58D7C1CF}" presName="desTx" presStyleLbl="revTx" presStyleIdx="5" presStyleCnt="6">
        <dgm:presLayoutVars/>
      </dgm:prSet>
      <dgm:spPr/>
    </dgm:pt>
  </dgm:ptLst>
  <dgm:cxnLst>
    <dgm:cxn modelId="{5E7F9404-1845-448C-A074-0DC4331C20DD}" type="presOf" srcId="{DB4A47E7-3515-4AB1-A364-134B1F28C1EF}" destId="{6AD53498-9BF3-4DA4-A111-C85707632723}" srcOrd="0" destOrd="0" presId="urn:microsoft.com/office/officeart/2018/5/layout/CenteredIconLabelDescriptionList"/>
    <dgm:cxn modelId="{852C1405-65B0-41AD-B9C8-9CDA99C10BCB}" type="presOf" srcId="{781E8B26-7254-465A-BD70-AC75CABD47D7}" destId="{DB544919-E01B-43DF-9843-46163EBA9B51}" srcOrd="0" destOrd="0" presId="urn:microsoft.com/office/officeart/2018/5/layout/CenteredIconLabelDescriptionList"/>
    <dgm:cxn modelId="{30061B1F-0AA8-41D6-AECA-C27A04C67377}" type="presOf" srcId="{216B0C9C-6241-4E08-87B3-117A58D7C1CF}" destId="{4B987E07-EBC3-4910-9D90-6F1CBE81F03B}" srcOrd="0" destOrd="0" presId="urn:microsoft.com/office/officeart/2018/5/layout/CenteredIconLabelDescriptionList"/>
    <dgm:cxn modelId="{1BED7D21-4B54-4BAD-BE8C-42BD70D81AA1}" type="presOf" srcId="{E3E325C8-58AC-48E5-8F24-766D8E4180FF}" destId="{6AD53498-9BF3-4DA4-A111-C85707632723}" srcOrd="0" destOrd="1" presId="urn:microsoft.com/office/officeart/2018/5/layout/CenteredIconLabelDescriptionList"/>
    <dgm:cxn modelId="{07250A25-F436-440D-9259-80D25782DD9D}" srcId="{781E8B26-7254-465A-BD70-AC75CABD47D7}" destId="{E3E325C8-58AC-48E5-8F24-766D8E4180FF}" srcOrd="1" destOrd="0" parTransId="{547847B4-CC1B-4E9C-898C-E7FE8547F126}" sibTransId="{352E13CE-3A4C-42F8-B005-68BDB3BC2CA8}"/>
    <dgm:cxn modelId="{BF9BD226-C08A-449C-9B02-7A0730D6D111}" type="presOf" srcId="{DA83A28C-9B44-4B4C-BAAA-B515CE586F02}" destId="{3FC054F3-A043-4A1B-A8ED-E29B1C0681AD}" srcOrd="0" destOrd="0" presId="urn:microsoft.com/office/officeart/2018/5/layout/CenteredIconLabelDescriptionList"/>
    <dgm:cxn modelId="{19D97E31-3470-40FA-9D52-0434A70D88D0}" srcId="{216B0C9C-6241-4E08-87B3-117A58D7C1CF}" destId="{2113CF5D-E522-4FE0-A763-ABE24DAC5C23}" srcOrd="0" destOrd="0" parTransId="{E6B70CD2-59B0-4562-B709-7280CD3DD80A}" sibTransId="{557A67FE-574A-48A3-813D-67490EAEB24D}"/>
    <dgm:cxn modelId="{005F763B-D398-42E1-8492-BB6CF8BDA23A}" srcId="{E8A9FC3E-3634-437C-9B05-616167EE0E2F}" destId="{9A26526A-E82D-439E-BCA4-A29BA1B84ADF}" srcOrd="2" destOrd="0" parTransId="{36BD267E-CA03-4F56-95D1-92BE80704138}" sibTransId="{556CFB03-8D0E-4FDD-95F7-CA29C48535F8}"/>
    <dgm:cxn modelId="{9E6DA57E-1F29-483A-9A9C-6EAEF7DDE016}" srcId="{E8A9FC3E-3634-437C-9B05-616167EE0E2F}" destId="{BEF798A1-482C-44B9-8DFE-E7BC443BF4D7}" srcOrd="1" destOrd="0" parTransId="{CF5747E7-B44A-424E-9E08-D4C299340653}" sibTransId="{4F73490D-E8D0-4163-B4DB-D8C41495E750}"/>
    <dgm:cxn modelId="{6797B0A7-E224-4388-8AFD-BD1F310336A8}" type="presOf" srcId="{89861F64-61AD-48A8-9DB5-3924518290EC}" destId="{22CC6D24-B272-45CC-BAFA-7B40D012F636}" srcOrd="0" destOrd="0" presId="urn:microsoft.com/office/officeart/2018/5/layout/CenteredIconLabelDescriptionList"/>
    <dgm:cxn modelId="{336FE8AA-29AB-4509-9C40-0F09E3E2794E}" type="presOf" srcId="{9A26526A-E82D-439E-BCA4-A29BA1B84ADF}" destId="{22CC6D24-B272-45CC-BAFA-7B40D012F636}" srcOrd="0" destOrd="2" presId="urn:microsoft.com/office/officeart/2018/5/layout/CenteredIconLabelDescriptionList"/>
    <dgm:cxn modelId="{700C41B1-90B4-4B3B-BDBC-DF5B1F0C97D7}" type="presOf" srcId="{BEF798A1-482C-44B9-8DFE-E7BC443BF4D7}" destId="{22CC6D24-B272-45CC-BAFA-7B40D012F636}" srcOrd="0" destOrd="1" presId="urn:microsoft.com/office/officeart/2018/5/layout/CenteredIconLabelDescriptionList"/>
    <dgm:cxn modelId="{3D5E8FBF-CC84-4160-959F-4218295386F8}" type="presOf" srcId="{2113CF5D-E522-4FE0-A763-ABE24DAC5C23}" destId="{E755C021-B4BE-4D77-9C5C-58F2B5A2FBBF}" srcOrd="0" destOrd="0" presId="urn:microsoft.com/office/officeart/2018/5/layout/CenteredIconLabelDescriptionList"/>
    <dgm:cxn modelId="{FBB9CFCE-BC4B-499D-ADB3-FE3B59106E07}" srcId="{DA83A28C-9B44-4B4C-BAAA-B515CE586F02}" destId="{781E8B26-7254-465A-BD70-AC75CABD47D7}" srcOrd="0" destOrd="0" parTransId="{6476628B-786A-4293-8B8D-12FE6F74EDA9}" sibTransId="{9D42CF66-5D5D-45BA-A34E-595B37E91B78}"/>
    <dgm:cxn modelId="{EE324CCF-5B1D-4E11-94B1-219E586D3E4B}" type="presOf" srcId="{E8A9FC3E-3634-437C-9B05-616167EE0E2F}" destId="{381D3910-477B-44AD-A0B7-A02ACB74DA6E}" srcOrd="0" destOrd="0" presId="urn:microsoft.com/office/officeart/2018/5/layout/CenteredIconLabelDescriptionList"/>
    <dgm:cxn modelId="{5E18C7D5-CE37-4CF3-A3C1-9926F9008BBC}" srcId="{DA83A28C-9B44-4B4C-BAAA-B515CE586F02}" destId="{216B0C9C-6241-4E08-87B3-117A58D7C1CF}" srcOrd="2" destOrd="0" parTransId="{DA14AB68-14DC-47A8-A8D6-F8A38F1C6C96}" sibTransId="{2E9D64B4-0B3C-4F29-8AF7-1B597E02272E}"/>
    <dgm:cxn modelId="{BB0096DE-5352-4E16-9C35-6B474A219719}" srcId="{781E8B26-7254-465A-BD70-AC75CABD47D7}" destId="{DB4A47E7-3515-4AB1-A364-134B1F28C1EF}" srcOrd="0" destOrd="0" parTransId="{C4726A88-2342-4EBC-8D8B-63BE8B98EF6A}" sibTransId="{8B8951B4-F314-4F6E-9CC9-1230BBDE7D8E}"/>
    <dgm:cxn modelId="{7F5834F9-08E8-413A-8CAF-F3A29EA92E68}" srcId="{DA83A28C-9B44-4B4C-BAAA-B515CE586F02}" destId="{E8A9FC3E-3634-437C-9B05-616167EE0E2F}" srcOrd="1" destOrd="0" parTransId="{367246E9-006F-4756-BB94-E88B876CF592}" sibTransId="{7C639A57-836C-4575-8F4D-188C564EC6E9}"/>
    <dgm:cxn modelId="{DC8313FA-9AE6-4DCA-816E-986D7299576A}" srcId="{E8A9FC3E-3634-437C-9B05-616167EE0E2F}" destId="{89861F64-61AD-48A8-9DB5-3924518290EC}" srcOrd="0" destOrd="0" parTransId="{06A6BE11-CB07-4996-A42F-7E0E5B169995}" sibTransId="{047AF64D-9706-48A7-8360-0214F5DCCFE4}"/>
    <dgm:cxn modelId="{28CA905D-A7E8-4695-9FAB-77FD2E58D4C7}" type="presParOf" srcId="{3FC054F3-A043-4A1B-A8ED-E29B1C0681AD}" destId="{0122EEA4-A5C5-458F-8194-6495D9370A61}" srcOrd="0" destOrd="0" presId="urn:microsoft.com/office/officeart/2018/5/layout/CenteredIconLabelDescriptionList"/>
    <dgm:cxn modelId="{2FA64AF4-75AA-4BFD-B7AD-AEF788BEE160}" type="presParOf" srcId="{0122EEA4-A5C5-458F-8194-6495D9370A61}" destId="{AB288E92-EA0B-46DA-A36C-C54E953B3CFA}" srcOrd="0" destOrd="0" presId="urn:microsoft.com/office/officeart/2018/5/layout/CenteredIconLabelDescriptionList"/>
    <dgm:cxn modelId="{14DDBA52-1DD4-4AB7-876D-EC9EFE3F7118}" type="presParOf" srcId="{0122EEA4-A5C5-458F-8194-6495D9370A61}" destId="{E47EB03B-4F71-41AA-801C-BAEAA4B57DBA}" srcOrd="1" destOrd="0" presId="urn:microsoft.com/office/officeart/2018/5/layout/CenteredIconLabelDescriptionList"/>
    <dgm:cxn modelId="{05F657C5-C075-42BE-9B4C-FAAF5F304609}" type="presParOf" srcId="{0122EEA4-A5C5-458F-8194-6495D9370A61}" destId="{DB544919-E01B-43DF-9843-46163EBA9B51}" srcOrd="2" destOrd="0" presId="urn:microsoft.com/office/officeart/2018/5/layout/CenteredIconLabelDescriptionList"/>
    <dgm:cxn modelId="{97C98857-F6AD-4E6C-8658-C474548E4DD0}" type="presParOf" srcId="{0122EEA4-A5C5-458F-8194-6495D9370A61}" destId="{70908202-B624-42E9-963D-36BB19F7789F}" srcOrd="3" destOrd="0" presId="urn:microsoft.com/office/officeart/2018/5/layout/CenteredIconLabelDescriptionList"/>
    <dgm:cxn modelId="{3505C27F-9B04-4B20-A0AE-C83184E7AFC6}" type="presParOf" srcId="{0122EEA4-A5C5-458F-8194-6495D9370A61}" destId="{6AD53498-9BF3-4DA4-A111-C85707632723}" srcOrd="4" destOrd="0" presId="urn:microsoft.com/office/officeart/2018/5/layout/CenteredIconLabelDescriptionList"/>
    <dgm:cxn modelId="{22A20CBD-40A2-47C7-AE87-5A8800054C82}" type="presParOf" srcId="{3FC054F3-A043-4A1B-A8ED-E29B1C0681AD}" destId="{9A8656C9-999A-4F02-8CA4-CD1101CCF59B}" srcOrd="1" destOrd="0" presId="urn:microsoft.com/office/officeart/2018/5/layout/CenteredIconLabelDescriptionList"/>
    <dgm:cxn modelId="{F17A2F16-7900-4600-A115-76EE99630808}" type="presParOf" srcId="{3FC054F3-A043-4A1B-A8ED-E29B1C0681AD}" destId="{AEE1CF6B-69E8-4CB5-B47E-B995265468D5}" srcOrd="2" destOrd="0" presId="urn:microsoft.com/office/officeart/2018/5/layout/CenteredIconLabelDescriptionList"/>
    <dgm:cxn modelId="{C763B026-028D-4A63-B3CE-A8E6E29C251D}" type="presParOf" srcId="{AEE1CF6B-69E8-4CB5-B47E-B995265468D5}" destId="{4B5E4F0C-47A7-47CA-A4AA-75A143373715}" srcOrd="0" destOrd="0" presId="urn:microsoft.com/office/officeart/2018/5/layout/CenteredIconLabelDescriptionList"/>
    <dgm:cxn modelId="{F66ECEA3-C794-4FF9-AD9E-A117FCE8C4CC}" type="presParOf" srcId="{AEE1CF6B-69E8-4CB5-B47E-B995265468D5}" destId="{EA2A9611-0888-4E1A-AFC3-746995C7FA29}" srcOrd="1" destOrd="0" presId="urn:microsoft.com/office/officeart/2018/5/layout/CenteredIconLabelDescriptionList"/>
    <dgm:cxn modelId="{A9588A02-F9D8-4A26-8C50-0F6003A70516}" type="presParOf" srcId="{AEE1CF6B-69E8-4CB5-B47E-B995265468D5}" destId="{381D3910-477B-44AD-A0B7-A02ACB74DA6E}" srcOrd="2" destOrd="0" presId="urn:microsoft.com/office/officeart/2018/5/layout/CenteredIconLabelDescriptionList"/>
    <dgm:cxn modelId="{ACECB949-3EDF-49BC-84FC-9A5A9152DF2F}" type="presParOf" srcId="{AEE1CF6B-69E8-4CB5-B47E-B995265468D5}" destId="{25D491FA-5437-4EB8-AD27-70FE50D90364}" srcOrd="3" destOrd="0" presId="urn:microsoft.com/office/officeart/2018/5/layout/CenteredIconLabelDescriptionList"/>
    <dgm:cxn modelId="{C3450058-2311-4243-A0E0-55CF02C2EF1C}" type="presParOf" srcId="{AEE1CF6B-69E8-4CB5-B47E-B995265468D5}" destId="{22CC6D24-B272-45CC-BAFA-7B40D012F636}" srcOrd="4" destOrd="0" presId="urn:microsoft.com/office/officeart/2018/5/layout/CenteredIconLabelDescriptionList"/>
    <dgm:cxn modelId="{814A443F-D2B5-4B88-B512-4D69DFE49C9A}" type="presParOf" srcId="{3FC054F3-A043-4A1B-A8ED-E29B1C0681AD}" destId="{9837303B-1093-48BB-A448-E0AAD1510761}" srcOrd="3" destOrd="0" presId="urn:microsoft.com/office/officeart/2018/5/layout/CenteredIconLabelDescriptionList"/>
    <dgm:cxn modelId="{68789A95-731E-4E34-946B-16E9AED9492B}" type="presParOf" srcId="{3FC054F3-A043-4A1B-A8ED-E29B1C0681AD}" destId="{4847FBE5-0D78-4C18-840A-A4E2BAC4650F}" srcOrd="4" destOrd="0" presId="urn:microsoft.com/office/officeart/2018/5/layout/CenteredIconLabelDescriptionList"/>
    <dgm:cxn modelId="{05FDB262-927B-445C-8C45-0D447082902F}" type="presParOf" srcId="{4847FBE5-0D78-4C18-840A-A4E2BAC4650F}" destId="{B1CA1A54-EB68-48C1-835A-D7DC461A29FA}" srcOrd="0" destOrd="0" presId="urn:microsoft.com/office/officeart/2018/5/layout/CenteredIconLabelDescriptionList"/>
    <dgm:cxn modelId="{3013F53A-144B-40CE-9241-46CA4AD9E96C}" type="presParOf" srcId="{4847FBE5-0D78-4C18-840A-A4E2BAC4650F}" destId="{E81B3D99-0A9F-4B03-A8A8-54CD2B949D2C}" srcOrd="1" destOrd="0" presId="urn:microsoft.com/office/officeart/2018/5/layout/CenteredIconLabelDescriptionList"/>
    <dgm:cxn modelId="{643D1BD2-13A4-46CA-A377-AFA05755BE91}" type="presParOf" srcId="{4847FBE5-0D78-4C18-840A-A4E2BAC4650F}" destId="{4B987E07-EBC3-4910-9D90-6F1CBE81F03B}" srcOrd="2" destOrd="0" presId="urn:microsoft.com/office/officeart/2018/5/layout/CenteredIconLabelDescriptionList"/>
    <dgm:cxn modelId="{A4604C7E-2ED4-4F98-8AC9-05068D25261E}" type="presParOf" srcId="{4847FBE5-0D78-4C18-840A-A4E2BAC4650F}" destId="{D8F95CEE-32FB-417F-9EA1-E4D33363B4BC}" srcOrd="3" destOrd="0" presId="urn:microsoft.com/office/officeart/2018/5/layout/CenteredIconLabelDescriptionList"/>
    <dgm:cxn modelId="{B1B5B9C6-9457-4BBA-B5C4-51B446F043B9}" type="presParOf" srcId="{4847FBE5-0D78-4C18-840A-A4E2BAC4650F}" destId="{E755C021-B4BE-4D77-9C5C-58F2B5A2FBB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75380D7-57FE-4994-AEF7-694859E076E4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F282AE9-9720-4EB2-B388-51D74AA21E2D}">
      <dgm:prSet/>
      <dgm:spPr/>
      <dgm:t>
        <a:bodyPr/>
        <a:lstStyle/>
        <a:p>
          <a:r>
            <a:rPr lang="en-US" dirty="0"/>
            <a:t>consider each individual component </a:t>
          </a:r>
        </a:p>
      </dgm:t>
    </dgm:pt>
    <dgm:pt modelId="{326D0C70-05F9-4C33-B334-1A7BC4E02022}" type="parTrans" cxnId="{4C197887-DC21-4D7C-B2FD-3F552E37F9A2}">
      <dgm:prSet/>
      <dgm:spPr/>
      <dgm:t>
        <a:bodyPr/>
        <a:lstStyle/>
        <a:p>
          <a:endParaRPr lang="en-US"/>
        </a:p>
      </dgm:t>
    </dgm:pt>
    <dgm:pt modelId="{D364082F-2762-4946-BFE8-15D940F900D3}" type="sibTrans" cxnId="{4C197887-DC21-4D7C-B2FD-3F552E37F9A2}">
      <dgm:prSet/>
      <dgm:spPr/>
      <dgm:t>
        <a:bodyPr/>
        <a:lstStyle/>
        <a:p>
          <a:endParaRPr lang="en-US"/>
        </a:p>
      </dgm:t>
    </dgm:pt>
    <dgm:pt modelId="{AE18E78C-B323-40A6-AAC1-333EF7812274}">
      <dgm:prSet/>
      <dgm:spPr/>
      <dgm:t>
        <a:bodyPr/>
        <a:lstStyle/>
        <a:p>
          <a:r>
            <a:rPr lang="en-US" dirty="0"/>
            <a:t>evaluate</a:t>
          </a:r>
          <a:r>
            <a:rPr lang="tr-TR" dirty="0"/>
            <a:t> </a:t>
          </a:r>
          <a:r>
            <a:rPr lang="en-US" dirty="0"/>
            <a:t>a hypothetical scenario </a:t>
          </a:r>
        </a:p>
      </dgm:t>
    </dgm:pt>
    <dgm:pt modelId="{4C36BEAF-308F-475A-B131-9C878EE2BB42}" type="parTrans" cxnId="{2D1ABC4D-2691-4FE6-AA48-6F696618C799}">
      <dgm:prSet/>
      <dgm:spPr/>
      <dgm:t>
        <a:bodyPr/>
        <a:lstStyle/>
        <a:p>
          <a:endParaRPr lang="en-US"/>
        </a:p>
      </dgm:t>
    </dgm:pt>
    <dgm:pt modelId="{ECE39C58-31FF-4C50-894F-8EFCEB0894C3}" type="sibTrans" cxnId="{2D1ABC4D-2691-4FE6-AA48-6F696618C799}">
      <dgm:prSet/>
      <dgm:spPr/>
      <dgm:t>
        <a:bodyPr/>
        <a:lstStyle/>
        <a:p>
          <a:endParaRPr lang="en-US"/>
        </a:p>
      </dgm:t>
    </dgm:pt>
    <dgm:pt modelId="{F942928F-6661-4839-A825-A79D791D8156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/>
            <a:t>under the control of a malicious actor</a:t>
          </a:r>
        </a:p>
      </dgm:t>
    </dgm:pt>
    <dgm:pt modelId="{E7EAC4EA-82CE-48B1-B59A-2B8310CB5DB1}" type="parTrans" cxnId="{1ACE66C9-BFAF-4BA5-A11D-3EDCF389B2EC}">
      <dgm:prSet/>
      <dgm:spPr/>
      <dgm:t>
        <a:bodyPr/>
        <a:lstStyle/>
        <a:p>
          <a:endParaRPr lang="en-US"/>
        </a:p>
      </dgm:t>
    </dgm:pt>
    <dgm:pt modelId="{9B5B6369-B591-4A9C-878B-E0C7E37C0B4D}" type="sibTrans" cxnId="{1ACE66C9-BFAF-4BA5-A11D-3EDCF389B2EC}">
      <dgm:prSet/>
      <dgm:spPr/>
      <dgm:t>
        <a:bodyPr/>
        <a:lstStyle/>
        <a:p>
          <a:endParaRPr lang="en-US"/>
        </a:p>
      </dgm:t>
    </dgm:pt>
    <dgm:pt modelId="{BA65EE68-CBF4-4AE3-B014-354B8661833D}">
      <dgm:prSet/>
      <dgm:spPr/>
      <dgm:t>
        <a:bodyPr/>
        <a:lstStyle/>
        <a:p>
          <a:r>
            <a:rPr lang="en-US" dirty="0"/>
            <a:t>assess the impacts on the overall security</a:t>
          </a:r>
        </a:p>
      </dgm:t>
    </dgm:pt>
    <dgm:pt modelId="{65B025B2-097B-4BC2-BACC-CA2AE7CE149A}" type="parTrans" cxnId="{6BE28865-ED84-4B4E-85C7-54D63F5FE592}">
      <dgm:prSet/>
      <dgm:spPr/>
      <dgm:t>
        <a:bodyPr/>
        <a:lstStyle/>
        <a:p>
          <a:endParaRPr lang="en-US"/>
        </a:p>
      </dgm:t>
    </dgm:pt>
    <dgm:pt modelId="{AC0AC33D-1D9B-4CFD-AE72-3D12BDF26D77}" type="sibTrans" cxnId="{6BE28865-ED84-4B4E-85C7-54D63F5FE592}">
      <dgm:prSet/>
      <dgm:spPr/>
      <dgm:t>
        <a:bodyPr/>
        <a:lstStyle/>
        <a:p>
          <a:endParaRPr lang="en-US"/>
        </a:p>
      </dgm:t>
    </dgm:pt>
    <dgm:pt modelId="{E759E90E-32D0-43CB-AE57-2CBC4238FFDC}">
      <dgm:prSet/>
      <dgm:spPr/>
      <dgm:t>
        <a:bodyPr/>
        <a:lstStyle/>
        <a:p>
          <a:r>
            <a:rPr lang="tr-TR" dirty="0"/>
            <a:t>Component by component</a:t>
          </a:r>
          <a:endParaRPr lang="en-US" dirty="0"/>
        </a:p>
      </dgm:t>
    </dgm:pt>
    <dgm:pt modelId="{15215727-951E-423D-BF90-17CFE269720F}" type="parTrans" cxnId="{07633B48-9462-4BC9-9B7F-761942FE963E}">
      <dgm:prSet/>
      <dgm:spPr/>
      <dgm:t>
        <a:bodyPr/>
        <a:lstStyle/>
        <a:p>
          <a:endParaRPr lang="tr-TR"/>
        </a:p>
      </dgm:t>
    </dgm:pt>
    <dgm:pt modelId="{E78A4F5C-109A-4F9D-BC8C-302214EE8D80}" type="sibTrans" cxnId="{07633B48-9462-4BC9-9B7F-761942FE963E}">
      <dgm:prSet/>
      <dgm:spPr/>
      <dgm:t>
        <a:bodyPr/>
        <a:lstStyle/>
        <a:p>
          <a:endParaRPr lang="tr-TR"/>
        </a:p>
      </dgm:t>
    </dgm:pt>
    <dgm:pt modelId="{5104E5B8-D9A9-46F8-A3A8-AAA4303318F9}">
      <dgm:prSet/>
      <dgm:spPr/>
      <dgm:t>
        <a:bodyPr/>
        <a:lstStyle/>
        <a:p>
          <a:r>
            <a:rPr lang="tr-TR" dirty="0"/>
            <a:t>Impacts</a:t>
          </a:r>
          <a:endParaRPr lang="en-US" dirty="0"/>
        </a:p>
      </dgm:t>
    </dgm:pt>
    <dgm:pt modelId="{7512B1B6-8778-4D4F-B5A9-941A33A0635F}" type="parTrans" cxnId="{24B96C78-E934-4BC0-82E7-D12F66E2805D}">
      <dgm:prSet/>
      <dgm:spPr/>
      <dgm:t>
        <a:bodyPr/>
        <a:lstStyle/>
        <a:p>
          <a:endParaRPr lang="tr-TR"/>
        </a:p>
      </dgm:t>
    </dgm:pt>
    <dgm:pt modelId="{D92E78C8-B898-4D72-BB20-188D65B399CE}" type="sibTrans" cxnId="{24B96C78-E934-4BC0-82E7-D12F66E2805D}">
      <dgm:prSet/>
      <dgm:spPr/>
      <dgm:t>
        <a:bodyPr/>
        <a:lstStyle/>
        <a:p>
          <a:endParaRPr lang="tr-TR"/>
        </a:p>
      </dgm:t>
    </dgm:pt>
    <dgm:pt modelId="{C58698DF-9C97-4376-A0C5-A684F1B0A7C7}">
      <dgm:prSet/>
      <dgm:spPr/>
      <dgm:t>
        <a:bodyPr/>
        <a:lstStyle/>
        <a:p>
          <a:r>
            <a:rPr lang="en-US"/>
            <a:t>if </a:t>
          </a:r>
          <a:r>
            <a:rPr lang="en-US" dirty="0"/>
            <a:t>that component is compromised.</a:t>
          </a:r>
        </a:p>
      </dgm:t>
    </dgm:pt>
    <dgm:pt modelId="{0526CFC3-6DF5-4FCB-B6C5-F1C55A5D371F}" type="parTrans" cxnId="{4E7E2CE1-D9DF-40A4-9EB0-DF4EEFAB0085}">
      <dgm:prSet/>
      <dgm:spPr/>
      <dgm:t>
        <a:bodyPr/>
        <a:lstStyle/>
        <a:p>
          <a:endParaRPr lang="tr-TR"/>
        </a:p>
      </dgm:t>
    </dgm:pt>
    <dgm:pt modelId="{CF41B55D-0B38-42B3-9709-301A714B9374}" type="sibTrans" cxnId="{4E7E2CE1-D9DF-40A4-9EB0-DF4EEFAB0085}">
      <dgm:prSet/>
      <dgm:spPr/>
      <dgm:t>
        <a:bodyPr/>
        <a:lstStyle/>
        <a:p>
          <a:endParaRPr lang="tr-TR"/>
        </a:p>
      </dgm:t>
    </dgm:pt>
    <dgm:pt modelId="{38D001C2-EA08-468C-A4B2-393BB0789AAD}">
      <dgm:prSet/>
      <dgm:spPr/>
      <dgm:t>
        <a:bodyPr/>
        <a:lstStyle/>
        <a:p>
          <a:r>
            <a:rPr lang="tr-TR" dirty="0"/>
            <a:t>Assume</a:t>
          </a:r>
          <a:endParaRPr lang="en-US" dirty="0"/>
        </a:p>
      </dgm:t>
    </dgm:pt>
    <dgm:pt modelId="{ACFD1D78-9A1D-4AFD-BCEE-64B08BBC44C0}" type="sibTrans" cxnId="{A0F05111-0F1D-4719-8D15-B4E7F7CC60DD}">
      <dgm:prSet/>
      <dgm:spPr/>
      <dgm:t>
        <a:bodyPr/>
        <a:lstStyle/>
        <a:p>
          <a:endParaRPr lang="tr-TR"/>
        </a:p>
      </dgm:t>
    </dgm:pt>
    <dgm:pt modelId="{F002F3C8-0824-4325-976C-147FA5063704}" type="parTrans" cxnId="{A0F05111-0F1D-4719-8D15-B4E7F7CC60DD}">
      <dgm:prSet/>
      <dgm:spPr/>
      <dgm:t>
        <a:bodyPr/>
        <a:lstStyle/>
        <a:p>
          <a:endParaRPr lang="tr-TR"/>
        </a:p>
      </dgm:t>
    </dgm:pt>
    <dgm:pt modelId="{62B3E5C8-4E5C-48DF-A38E-C93A39EF2891}">
      <dgm:prSet/>
      <dgm:spPr/>
      <dgm:t>
        <a:bodyPr/>
        <a:lstStyle/>
        <a:p>
          <a:r>
            <a:rPr lang="en-US"/>
            <a:t>where </a:t>
          </a:r>
          <a:r>
            <a:rPr lang="tr-TR"/>
            <a:t>each</a:t>
          </a:r>
          <a:r>
            <a:rPr lang="en-US"/>
            <a:t> component is completely compromised </a:t>
          </a:r>
          <a:endParaRPr lang="en-US" dirty="0"/>
        </a:p>
      </dgm:t>
    </dgm:pt>
    <dgm:pt modelId="{58FAEDAD-E677-4182-82EE-B8B1687DA5E7}" type="parTrans" cxnId="{D40EFEBA-CD5D-41D3-9767-C5EF23A3F3CD}">
      <dgm:prSet/>
      <dgm:spPr/>
      <dgm:t>
        <a:bodyPr/>
        <a:lstStyle/>
        <a:p>
          <a:endParaRPr lang="tr-TR"/>
        </a:p>
      </dgm:t>
    </dgm:pt>
    <dgm:pt modelId="{9B742D1E-9F40-4858-B274-8AB47315689D}" type="sibTrans" cxnId="{D40EFEBA-CD5D-41D3-9767-C5EF23A3F3CD}">
      <dgm:prSet/>
      <dgm:spPr/>
      <dgm:t>
        <a:bodyPr/>
        <a:lstStyle/>
        <a:p>
          <a:endParaRPr lang="tr-TR"/>
        </a:p>
      </dgm:t>
    </dgm:pt>
    <dgm:pt modelId="{AA1FDC8A-20CC-45B1-8105-2D2C3E984A23}" type="pres">
      <dgm:prSet presAssocID="{775380D7-57FE-4994-AEF7-694859E076E4}" presName="linear" presStyleCnt="0">
        <dgm:presLayoutVars>
          <dgm:dir/>
          <dgm:animLvl val="lvl"/>
          <dgm:resizeHandles val="exact"/>
        </dgm:presLayoutVars>
      </dgm:prSet>
      <dgm:spPr/>
    </dgm:pt>
    <dgm:pt modelId="{2C0BC260-B426-4957-BE00-4F45EDC4B055}" type="pres">
      <dgm:prSet presAssocID="{E759E90E-32D0-43CB-AE57-2CBC4238FFDC}" presName="parentLin" presStyleCnt="0"/>
      <dgm:spPr/>
    </dgm:pt>
    <dgm:pt modelId="{BD284BBE-5F30-4F0D-B2EB-594262D06F18}" type="pres">
      <dgm:prSet presAssocID="{E759E90E-32D0-43CB-AE57-2CBC4238FFDC}" presName="parentLeftMargin" presStyleLbl="node1" presStyleIdx="0" presStyleCnt="3"/>
      <dgm:spPr/>
    </dgm:pt>
    <dgm:pt modelId="{665848DB-52B7-4227-8A75-ED2D704FF3F9}" type="pres">
      <dgm:prSet presAssocID="{E759E90E-32D0-43CB-AE57-2CBC4238FF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7C7B8A-2FD1-4C0B-93C4-F9092B47F6A5}" type="pres">
      <dgm:prSet presAssocID="{E759E90E-32D0-43CB-AE57-2CBC4238FFDC}" presName="negativeSpace" presStyleCnt="0"/>
      <dgm:spPr/>
    </dgm:pt>
    <dgm:pt modelId="{4FD4A8BC-9938-4383-96D8-57143BD3DD5D}" type="pres">
      <dgm:prSet presAssocID="{E759E90E-32D0-43CB-AE57-2CBC4238FFDC}" presName="childText" presStyleLbl="conFgAcc1" presStyleIdx="0" presStyleCnt="3">
        <dgm:presLayoutVars>
          <dgm:bulletEnabled val="1"/>
        </dgm:presLayoutVars>
      </dgm:prSet>
      <dgm:spPr/>
    </dgm:pt>
    <dgm:pt modelId="{9ED696A6-B4A5-47D6-9844-618C54C5339E}" type="pres">
      <dgm:prSet presAssocID="{E78A4F5C-109A-4F9D-BC8C-302214EE8D80}" presName="spaceBetweenRectangles" presStyleCnt="0"/>
      <dgm:spPr/>
    </dgm:pt>
    <dgm:pt modelId="{59631849-E888-4E55-9815-5457B30BC127}" type="pres">
      <dgm:prSet presAssocID="{38D001C2-EA08-468C-A4B2-393BB0789AAD}" presName="parentLin" presStyleCnt="0"/>
      <dgm:spPr/>
    </dgm:pt>
    <dgm:pt modelId="{87B21B4C-85E4-4360-B492-2DBDD03EE719}" type="pres">
      <dgm:prSet presAssocID="{38D001C2-EA08-468C-A4B2-393BB0789AAD}" presName="parentLeftMargin" presStyleLbl="node1" presStyleIdx="0" presStyleCnt="3"/>
      <dgm:spPr/>
    </dgm:pt>
    <dgm:pt modelId="{7BDC56D4-A0A7-4E93-B6B7-E1687FB9B7A3}" type="pres">
      <dgm:prSet presAssocID="{38D001C2-EA08-468C-A4B2-393BB0789A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E8BD30-BF9A-4B82-B75F-0A8C0E43F692}" type="pres">
      <dgm:prSet presAssocID="{38D001C2-EA08-468C-A4B2-393BB0789AAD}" presName="negativeSpace" presStyleCnt="0"/>
      <dgm:spPr/>
    </dgm:pt>
    <dgm:pt modelId="{299CB9A6-AE48-48B3-85F3-514889B1E9D5}" type="pres">
      <dgm:prSet presAssocID="{38D001C2-EA08-468C-A4B2-393BB0789AAD}" presName="childText" presStyleLbl="conFgAcc1" presStyleIdx="1" presStyleCnt="3">
        <dgm:presLayoutVars>
          <dgm:bulletEnabled val="1"/>
        </dgm:presLayoutVars>
      </dgm:prSet>
      <dgm:spPr/>
    </dgm:pt>
    <dgm:pt modelId="{00AA7442-C5EF-47E1-98E2-E628BE24A2D4}" type="pres">
      <dgm:prSet presAssocID="{ACFD1D78-9A1D-4AFD-BCEE-64B08BBC44C0}" presName="spaceBetweenRectangles" presStyleCnt="0"/>
      <dgm:spPr/>
    </dgm:pt>
    <dgm:pt modelId="{9BC0FB41-84D1-4935-990C-6A13E4BC6AA6}" type="pres">
      <dgm:prSet presAssocID="{5104E5B8-D9A9-46F8-A3A8-AAA4303318F9}" presName="parentLin" presStyleCnt="0"/>
      <dgm:spPr/>
    </dgm:pt>
    <dgm:pt modelId="{28F0037E-1D0F-450B-BD71-0957B55AD0F5}" type="pres">
      <dgm:prSet presAssocID="{5104E5B8-D9A9-46F8-A3A8-AAA4303318F9}" presName="parentLeftMargin" presStyleLbl="node1" presStyleIdx="1" presStyleCnt="3"/>
      <dgm:spPr/>
    </dgm:pt>
    <dgm:pt modelId="{D06B71BB-03BE-4E27-8C93-BD5C196F8E37}" type="pres">
      <dgm:prSet presAssocID="{5104E5B8-D9A9-46F8-A3A8-AAA4303318F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51B2A3E-7775-41C0-9F4D-5C6BB283DB39}" type="pres">
      <dgm:prSet presAssocID="{5104E5B8-D9A9-46F8-A3A8-AAA4303318F9}" presName="negativeSpace" presStyleCnt="0"/>
      <dgm:spPr/>
    </dgm:pt>
    <dgm:pt modelId="{ED1CB06F-6948-44AD-AC43-89A9A9EFB2FB}" type="pres">
      <dgm:prSet presAssocID="{5104E5B8-D9A9-46F8-A3A8-AAA4303318F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0F05111-0F1D-4719-8D15-B4E7F7CC60DD}" srcId="{775380D7-57FE-4994-AEF7-694859E076E4}" destId="{38D001C2-EA08-468C-A4B2-393BB0789AAD}" srcOrd="1" destOrd="0" parTransId="{F002F3C8-0824-4325-976C-147FA5063704}" sibTransId="{ACFD1D78-9A1D-4AFD-BCEE-64B08BBC44C0}"/>
    <dgm:cxn modelId="{954F2814-2A79-448F-B155-C4992EB80CFB}" type="presOf" srcId="{E759E90E-32D0-43CB-AE57-2CBC4238FFDC}" destId="{BD284BBE-5F30-4F0D-B2EB-594262D06F18}" srcOrd="0" destOrd="0" presId="urn:microsoft.com/office/officeart/2005/8/layout/list1"/>
    <dgm:cxn modelId="{62A2062A-BD6B-4509-B037-CDB8F6B7AE7F}" type="presOf" srcId="{C58698DF-9C97-4376-A0C5-A684F1B0A7C7}" destId="{ED1CB06F-6948-44AD-AC43-89A9A9EFB2FB}" srcOrd="0" destOrd="1" presId="urn:microsoft.com/office/officeart/2005/8/layout/list1"/>
    <dgm:cxn modelId="{6BE28865-ED84-4B4E-85C7-54D63F5FE592}" srcId="{5104E5B8-D9A9-46F8-A3A8-AAA4303318F9}" destId="{BA65EE68-CBF4-4AE3-B014-354B8661833D}" srcOrd="0" destOrd="0" parTransId="{65B025B2-097B-4BC2-BACC-CA2AE7CE149A}" sibTransId="{AC0AC33D-1D9B-4CFD-AE72-3D12BDF26D77}"/>
    <dgm:cxn modelId="{07633B48-9462-4BC9-9B7F-761942FE963E}" srcId="{775380D7-57FE-4994-AEF7-694859E076E4}" destId="{E759E90E-32D0-43CB-AE57-2CBC4238FFDC}" srcOrd="0" destOrd="0" parTransId="{15215727-951E-423D-BF90-17CFE269720F}" sibTransId="{E78A4F5C-109A-4F9D-BC8C-302214EE8D80}"/>
    <dgm:cxn modelId="{B7D81B6B-641C-4364-90EF-542F8E9CF8DB}" type="presOf" srcId="{62B3E5C8-4E5C-48DF-A38E-C93A39EF2891}" destId="{299CB9A6-AE48-48B3-85F3-514889B1E9D5}" srcOrd="0" destOrd="0" presId="urn:microsoft.com/office/officeart/2005/8/layout/list1"/>
    <dgm:cxn modelId="{4063BF4C-47A8-49AD-BA21-AD7E66CA6E97}" type="presOf" srcId="{38D001C2-EA08-468C-A4B2-393BB0789AAD}" destId="{87B21B4C-85E4-4360-B492-2DBDD03EE719}" srcOrd="0" destOrd="0" presId="urn:microsoft.com/office/officeart/2005/8/layout/list1"/>
    <dgm:cxn modelId="{2D1ABC4D-2691-4FE6-AA48-6F696618C799}" srcId="{E759E90E-32D0-43CB-AE57-2CBC4238FFDC}" destId="{AE18E78C-B323-40A6-AAC1-333EF7812274}" srcOrd="1" destOrd="0" parTransId="{4C36BEAF-308F-475A-B131-9C878EE2BB42}" sibTransId="{ECE39C58-31FF-4C50-894F-8EFCEB0894C3}"/>
    <dgm:cxn modelId="{24B96C78-E934-4BC0-82E7-D12F66E2805D}" srcId="{775380D7-57FE-4994-AEF7-694859E076E4}" destId="{5104E5B8-D9A9-46F8-A3A8-AAA4303318F9}" srcOrd="2" destOrd="0" parTransId="{7512B1B6-8778-4D4F-B5A9-941A33A0635F}" sibTransId="{D92E78C8-B898-4D72-BB20-188D65B399CE}"/>
    <dgm:cxn modelId="{A10F0A79-9979-4B78-9A62-E3859D866CC3}" type="presOf" srcId="{AE18E78C-B323-40A6-AAC1-333EF7812274}" destId="{4FD4A8BC-9938-4383-96D8-57143BD3DD5D}" srcOrd="0" destOrd="1" presId="urn:microsoft.com/office/officeart/2005/8/layout/list1"/>
    <dgm:cxn modelId="{6F04717E-4F24-43DE-865E-7CBFC560C3FE}" type="presOf" srcId="{5104E5B8-D9A9-46F8-A3A8-AAA4303318F9}" destId="{28F0037E-1D0F-450B-BD71-0957B55AD0F5}" srcOrd="0" destOrd="0" presId="urn:microsoft.com/office/officeart/2005/8/layout/list1"/>
    <dgm:cxn modelId="{D43D557E-152E-4F6A-90C7-1F3A2A09E25E}" type="presOf" srcId="{38D001C2-EA08-468C-A4B2-393BB0789AAD}" destId="{7BDC56D4-A0A7-4E93-B6B7-E1687FB9B7A3}" srcOrd="1" destOrd="0" presId="urn:microsoft.com/office/officeart/2005/8/layout/list1"/>
    <dgm:cxn modelId="{4C197887-DC21-4D7C-B2FD-3F552E37F9A2}" srcId="{E759E90E-32D0-43CB-AE57-2CBC4238FFDC}" destId="{0F282AE9-9720-4EB2-B388-51D74AA21E2D}" srcOrd="0" destOrd="0" parTransId="{326D0C70-05F9-4C33-B334-1A7BC4E02022}" sibTransId="{D364082F-2762-4946-BFE8-15D940F900D3}"/>
    <dgm:cxn modelId="{4C027DA0-27BB-4A4A-8732-9332083924E4}" type="presOf" srcId="{F942928F-6661-4839-A825-A79D791D8156}" destId="{299CB9A6-AE48-48B3-85F3-514889B1E9D5}" srcOrd="0" destOrd="1" presId="urn:microsoft.com/office/officeart/2005/8/layout/list1"/>
    <dgm:cxn modelId="{7D0043B0-0F5E-42FE-9F03-3FFE5A0B855C}" type="presOf" srcId="{0F282AE9-9720-4EB2-B388-51D74AA21E2D}" destId="{4FD4A8BC-9938-4383-96D8-57143BD3DD5D}" srcOrd="0" destOrd="0" presId="urn:microsoft.com/office/officeart/2005/8/layout/list1"/>
    <dgm:cxn modelId="{D40EFEBA-CD5D-41D3-9767-C5EF23A3F3CD}" srcId="{38D001C2-EA08-468C-A4B2-393BB0789AAD}" destId="{62B3E5C8-4E5C-48DF-A38E-C93A39EF2891}" srcOrd="0" destOrd="0" parTransId="{58FAEDAD-E677-4182-82EE-B8B1687DA5E7}" sibTransId="{9B742D1E-9F40-4858-B274-8AB47315689D}"/>
    <dgm:cxn modelId="{1ACE66C9-BFAF-4BA5-A11D-3EDCF389B2EC}" srcId="{38D001C2-EA08-468C-A4B2-393BB0789AAD}" destId="{F942928F-6661-4839-A825-A79D791D8156}" srcOrd="1" destOrd="0" parTransId="{E7EAC4EA-82CE-48B1-B59A-2B8310CB5DB1}" sibTransId="{9B5B6369-B591-4A9C-878B-E0C7E37C0B4D}"/>
    <dgm:cxn modelId="{AAF1FDCC-922D-46D1-87FE-C75FC9B5CD89}" type="presOf" srcId="{5104E5B8-D9A9-46F8-A3A8-AAA4303318F9}" destId="{D06B71BB-03BE-4E27-8C93-BD5C196F8E37}" srcOrd="1" destOrd="0" presId="urn:microsoft.com/office/officeart/2005/8/layout/list1"/>
    <dgm:cxn modelId="{120091CD-33C9-48CA-82BE-3E74D5A38156}" type="presOf" srcId="{BA65EE68-CBF4-4AE3-B014-354B8661833D}" destId="{ED1CB06F-6948-44AD-AC43-89A9A9EFB2FB}" srcOrd="0" destOrd="0" presId="urn:microsoft.com/office/officeart/2005/8/layout/list1"/>
    <dgm:cxn modelId="{20E70AD4-B906-495F-A06C-A255D2A6E2F2}" type="presOf" srcId="{775380D7-57FE-4994-AEF7-694859E076E4}" destId="{AA1FDC8A-20CC-45B1-8105-2D2C3E984A23}" srcOrd="0" destOrd="0" presId="urn:microsoft.com/office/officeart/2005/8/layout/list1"/>
    <dgm:cxn modelId="{4E7E2CE1-D9DF-40A4-9EB0-DF4EEFAB0085}" srcId="{5104E5B8-D9A9-46F8-A3A8-AAA4303318F9}" destId="{C58698DF-9C97-4376-A0C5-A684F1B0A7C7}" srcOrd="1" destOrd="0" parTransId="{0526CFC3-6DF5-4FCB-B6C5-F1C55A5D371F}" sibTransId="{CF41B55D-0B38-42B3-9709-301A714B9374}"/>
    <dgm:cxn modelId="{6B36C0E9-4828-4B7E-8F7C-FD9B46881CBE}" type="presOf" srcId="{E759E90E-32D0-43CB-AE57-2CBC4238FFDC}" destId="{665848DB-52B7-4227-8A75-ED2D704FF3F9}" srcOrd="1" destOrd="0" presId="urn:microsoft.com/office/officeart/2005/8/layout/list1"/>
    <dgm:cxn modelId="{EDBBFE6F-71C0-4FF4-87B2-2ADDABC4CEE4}" type="presParOf" srcId="{AA1FDC8A-20CC-45B1-8105-2D2C3E984A23}" destId="{2C0BC260-B426-4957-BE00-4F45EDC4B055}" srcOrd="0" destOrd="0" presId="urn:microsoft.com/office/officeart/2005/8/layout/list1"/>
    <dgm:cxn modelId="{03DFEC85-A947-45A1-BFCA-B4957A8E7B67}" type="presParOf" srcId="{2C0BC260-B426-4957-BE00-4F45EDC4B055}" destId="{BD284BBE-5F30-4F0D-B2EB-594262D06F18}" srcOrd="0" destOrd="0" presId="urn:microsoft.com/office/officeart/2005/8/layout/list1"/>
    <dgm:cxn modelId="{C64A9137-DCF7-4383-8407-69FB91112FDE}" type="presParOf" srcId="{2C0BC260-B426-4957-BE00-4F45EDC4B055}" destId="{665848DB-52B7-4227-8A75-ED2D704FF3F9}" srcOrd="1" destOrd="0" presId="urn:microsoft.com/office/officeart/2005/8/layout/list1"/>
    <dgm:cxn modelId="{9E29BC3E-BAC3-4154-B6D5-FE92C72517AF}" type="presParOf" srcId="{AA1FDC8A-20CC-45B1-8105-2D2C3E984A23}" destId="{2B7C7B8A-2FD1-4C0B-93C4-F9092B47F6A5}" srcOrd="1" destOrd="0" presId="urn:microsoft.com/office/officeart/2005/8/layout/list1"/>
    <dgm:cxn modelId="{2297E202-8A1D-4862-BB9B-EFB993CE166A}" type="presParOf" srcId="{AA1FDC8A-20CC-45B1-8105-2D2C3E984A23}" destId="{4FD4A8BC-9938-4383-96D8-57143BD3DD5D}" srcOrd="2" destOrd="0" presId="urn:microsoft.com/office/officeart/2005/8/layout/list1"/>
    <dgm:cxn modelId="{544EDABD-8B06-4919-B953-C201D260D4C8}" type="presParOf" srcId="{AA1FDC8A-20CC-45B1-8105-2D2C3E984A23}" destId="{9ED696A6-B4A5-47D6-9844-618C54C5339E}" srcOrd="3" destOrd="0" presId="urn:microsoft.com/office/officeart/2005/8/layout/list1"/>
    <dgm:cxn modelId="{B1EC65B6-813C-42BD-AEEC-05427132F91D}" type="presParOf" srcId="{AA1FDC8A-20CC-45B1-8105-2D2C3E984A23}" destId="{59631849-E888-4E55-9815-5457B30BC127}" srcOrd="4" destOrd="0" presId="urn:microsoft.com/office/officeart/2005/8/layout/list1"/>
    <dgm:cxn modelId="{39482773-B333-436C-95CE-BB5FFD82E9B1}" type="presParOf" srcId="{59631849-E888-4E55-9815-5457B30BC127}" destId="{87B21B4C-85E4-4360-B492-2DBDD03EE719}" srcOrd="0" destOrd="0" presId="urn:microsoft.com/office/officeart/2005/8/layout/list1"/>
    <dgm:cxn modelId="{E6246EC2-AC1F-4478-B3D8-4C4247897A35}" type="presParOf" srcId="{59631849-E888-4E55-9815-5457B30BC127}" destId="{7BDC56D4-A0A7-4E93-B6B7-E1687FB9B7A3}" srcOrd="1" destOrd="0" presId="urn:microsoft.com/office/officeart/2005/8/layout/list1"/>
    <dgm:cxn modelId="{628B5BBD-1856-4387-9593-79D8C3BAE7C3}" type="presParOf" srcId="{AA1FDC8A-20CC-45B1-8105-2D2C3E984A23}" destId="{E2E8BD30-BF9A-4B82-B75F-0A8C0E43F692}" srcOrd="5" destOrd="0" presId="urn:microsoft.com/office/officeart/2005/8/layout/list1"/>
    <dgm:cxn modelId="{B8EB60DD-AB37-45B0-BF5D-A36F77F1065A}" type="presParOf" srcId="{AA1FDC8A-20CC-45B1-8105-2D2C3E984A23}" destId="{299CB9A6-AE48-48B3-85F3-514889B1E9D5}" srcOrd="6" destOrd="0" presId="urn:microsoft.com/office/officeart/2005/8/layout/list1"/>
    <dgm:cxn modelId="{A8CAFCB4-1047-401C-88E9-EFBCB2260ACD}" type="presParOf" srcId="{AA1FDC8A-20CC-45B1-8105-2D2C3E984A23}" destId="{00AA7442-C5EF-47E1-98E2-E628BE24A2D4}" srcOrd="7" destOrd="0" presId="urn:microsoft.com/office/officeart/2005/8/layout/list1"/>
    <dgm:cxn modelId="{D91C5448-ED5A-42C3-BD1F-91D48E8FFAFD}" type="presParOf" srcId="{AA1FDC8A-20CC-45B1-8105-2D2C3E984A23}" destId="{9BC0FB41-84D1-4935-990C-6A13E4BC6AA6}" srcOrd="8" destOrd="0" presId="urn:microsoft.com/office/officeart/2005/8/layout/list1"/>
    <dgm:cxn modelId="{88DE2F2D-32EA-4700-AA5B-CBFE243A68E6}" type="presParOf" srcId="{9BC0FB41-84D1-4935-990C-6A13E4BC6AA6}" destId="{28F0037E-1D0F-450B-BD71-0957B55AD0F5}" srcOrd="0" destOrd="0" presId="urn:microsoft.com/office/officeart/2005/8/layout/list1"/>
    <dgm:cxn modelId="{39283F17-66B9-40E7-A7FB-3DA34FAC944B}" type="presParOf" srcId="{9BC0FB41-84D1-4935-990C-6A13E4BC6AA6}" destId="{D06B71BB-03BE-4E27-8C93-BD5C196F8E37}" srcOrd="1" destOrd="0" presId="urn:microsoft.com/office/officeart/2005/8/layout/list1"/>
    <dgm:cxn modelId="{8B00830D-7209-4BE4-8155-B0DC2BC6840D}" type="presParOf" srcId="{AA1FDC8A-20CC-45B1-8105-2D2C3E984A23}" destId="{851B2A3E-7775-41C0-9F4D-5C6BB283DB39}" srcOrd="9" destOrd="0" presId="urn:microsoft.com/office/officeart/2005/8/layout/list1"/>
    <dgm:cxn modelId="{EA164100-0622-4AEB-82BB-582EF7A472BD}" type="presParOf" srcId="{AA1FDC8A-20CC-45B1-8105-2D2C3E984A23}" destId="{ED1CB06F-6948-44AD-AC43-89A9A9EFB2F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15F56D7-E141-440C-AC20-DDB00FD7680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AB76569-0983-40E1-9A4D-BA5E94B8B0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Hacking Examples</a:t>
          </a:r>
          <a:endParaRPr lang="en-US"/>
        </a:p>
      </dgm:t>
    </dgm:pt>
    <dgm:pt modelId="{04940A1D-1825-4F8A-A905-69B5B0C3A199}" type="parTrans" cxnId="{80960BF0-EF15-4902-95C1-BB381CDE341D}">
      <dgm:prSet/>
      <dgm:spPr/>
      <dgm:t>
        <a:bodyPr/>
        <a:lstStyle/>
        <a:p>
          <a:endParaRPr lang="en-US"/>
        </a:p>
      </dgm:t>
    </dgm:pt>
    <dgm:pt modelId="{9F859940-27C1-4933-B663-0FDCF9B70477}" type="sibTrans" cxnId="{80960BF0-EF15-4902-95C1-BB381CDE341D}">
      <dgm:prSet/>
      <dgm:spPr/>
      <dgm:t>
        <a:bodyPr/>
        <a:lstStyle/>
        <a:p>
          <a:endParaRPr lang="en-US"/>
        </a:p>
      </dgm:t>
    </dgm:pt>
    <dgm:pt modelId="{89BAFFC6-1707-4168-A268-A377A74C46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their security architecture and design fails </a:t>
          </a:r>
        </a:p>
      </dgm:t>
    </dgm:pt>
    <dgm:pt modelId="{2F1CBE56-E2BF-4459-98E8-35C6E04CB84A}" type="parTrans" cxnId="{A2DE900A-AAFF-416B-84D0-C5B6DB0ADB66}">
      <dgm:prSet/>
      <dgm:spPr/>
      <dgm:t>
        <a:bodyPr/>
        <a:lstStyle/>
        <a:p>
          <a:endParaRPr lang="en-US"/>
        </a:p>
      </dgm:t>
    </dgm:pt>
    <dgm:pt modelId="{37737FD8-6393-439B-BBE7-325BDF6216F1}" type="sibTrans" cxnId="{A2DE900A-AAFF-416B-84D0-C5B6DB0ADB66}">
      <dgm:prSet/>
      <dgm:spPr/>
      <dgm:t>
        <a:bodyPr/>
        <a:lstStyle/>
        <a:p>
          <a:endParaRPr lang="en-US"/>
        </a:p>
      </dgm:t>
    </dgm:pt>
    <dgm:pt modelId="{3F4D9779-8899-4D85-83F8-1A49706914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 under the most casual scrutiny.</a:t>
          </a:r>
        </a:p>
      </dgm:t>
    </dgm:pt>
    <dgm:pt modelId="{1DB0044F-B80D-459F-80EA-721C94F43B8A}" type="parTrans" cxnId="{FE164286-2EF9-4ABD-B0E2-6A6B4503378E}">
      <dgm:prSet/>
      <dgm:spPr/>
      <dgm:t>
        <a:bodyPr/>
        <a:lstStyle/>
        <a:p>
          <a:endParaRPr lang="en-US"/>
        </a:p>
      </dgm:t>
    </dgm:pt>
    <dgm:pt modelId="{FC02D9FA-0C2D-473D-8710-C4E405A4CF52}" type="sibTrans" cxnId="{FE164286-2EF9-4ABD-B0E2-6A6B4503378E}">
      <dgm:prSet/>
      <dgm:spPr/>
      <dgm:t>
        <a:bodyPr/>
        <a:lstStyle/>
        <a:p>
          <a:endParaRPr lang="en-US"/>
        </a:p>
      </dgm:t>
    </dgm:pt>
    <dgm:pt modelId="{D4C52F43-CEC2-4F43-B042-75A53FFB67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centralized implementations</a:t>
          </a:r>
        </a:p>
      </dgm:t>
    </dgm:pt>
    <dgm:pt modelId="{5402EBB4-426E-4547-8129-EDE4EADEB27A}" type="parTrans" cxnId="{00D05767-9BB4-4EC3-BA10-491643173C27}">
      <dgm:prSet/>
      <dgm:spPr/>
      <dgm:t>
        <a:bodyPr/>
        <a:lstStyle/>
        <a:p>
          <a:endParaRPr lang="en-US"/>
        </a:p>
      </dgm:t>
    </dgm:pt>
    <dgm:pt modelId="{27932F78-F72A-400A-B012-304AC2381FE1}" type="sibTrans" cxnId="{00D05767-9BB4-4EC3-BA10-491643173C27}">
      <dgm:prSet/>
      <dgm:spPr/>
      <dgm:t>
        <a:bodyPr/>
        <a:lstStyle/>
        <a:p>
          <a:endParaRPr lang="en-US"/>
        </a:p>
      </dgm:t>
    </dgm:pt>
    <dgm:pt modelId="{49B25EAD-768C-4AAA-9F07-D610CE3B42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had invested trust explicitly in numerous</a:t>
          </a:r>
          <a:r>
            <a:rPr lang="tr-TR"/>
            <a:t> </a:t>
          </a:r>
          <a:r>
            <a:rPr lang="en-US"/>
            <a:t>components </a:t>
          </a:r>
        </a:p>
      </dgm:t>
    </dgm:pt>
    <dgm:pt modelId="{AAE52C9A-E1AA-4F12-B399-DF1484687179}" type="parTrans" cxnId="{0AAFB6CA-D513-4445-A747-A513B811A887}">
      <dgm:prSet/>
      <dgm:spPr/>
      <dgm:t>
        <a:bodyPr/>
        <a:lstStyle/>
        <a:p>
          <a:endParaRPr lang="en-US"/>
        </a:p>
      </dgm:t>
    </dgm:pt>
    <dgm:pt modelId="{4AC5A4D4-179B-4613-9457-EB329A630705}" type="sibTrans" cxnId="{0AAFB6CA-D513-4445-A747-A513B811A887}">
      <dgm:prSet/>
      <dgm:spPr/>
      <dgm:t>
        <a:bodyPr/>
        <a:lstStyle/>
        <a:p>
          <a:endParaRPr lang="en-US"/>
        </a:p>
      </dgm:t>
    </dgm:pt>
    <dgm:pt modelId="{C3EEA4F7-E01B-4972-8E20-3591D5BBD0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outside the bitcoin blockchain </a:t>
          </a:r>
        </a:p>
      </dgm:t>
    </dgm:pt>
    <dgm:pt modelId="{0A3262F1-CD75-4A58-B541-929200382F9D}" type="parTrans" cxnId="{07E54CB1-BDCB-4D3A-B15B-69B65D6DF9B4}">
      <dgm:prSet/>
      <dgm:spPr/>
      <dgm:t>
        <a:bodyPr/>
        <a:lstStyle/>
        <a:p>
          <a:endParaRPr lang="en-US"/>
        </a:p>
      </dgm:t>
    </dgm:pt>
    <dgm:pt modelId="{378BB62B-D7E4-45A7-874A-AF2F53EDF362}" type="sibTrans" cxnId="{07E54CB1-BDCB-4D3A-B15B-69B65D6DF9B4}">
      <dgm:prSet/>
      <dgm:spPr/>
      <dgm:t>
        <a:bodyPr/>
        <a:lstStyle/>
        <a:p>
          <a:endParaRPr lang="en-US"/>
        </a:p>
      </dgm:t>
    </dgm:pt>
    <dgm:pt modelId="{E18CA9F1-1480-4443-90CD-78008E1152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such as </a:t>
          </a:r>
        </a:p>
      </dgm:t>
    </dgm:pt>
    <dgm:pt modelId="{5AB42D3B-81DA-4C87-9CEC-9C87B0D3A5B1}" type="parTrans" cxnId="{CCA92501-99E7-43AD-8186-348598C5A81D}">
      <dgm:prSet/>
      <dgm:spPr/>
      <dgm:t>
        <a:bodyPr/>
        <a:lstStyle/>
        <a:p>
          <a:endParaRPr lang="en-US"/>
        </a:p>
      </dgm:t>
    </dgm:pt>
    <dgm:pt modelId="{EEE01D28-969B-4164-8537-CAA611D56C6F}" type="sibTrans" cxnId="{CCA92501-99E7-43AD-8186-348598C5A81D}">
      <dgm:prSet/>
      <dgm:spPr/>
      <dgm:t>
        <a:bodyPr/>
        <a:lstStyle/>
        <a:p>
          <a:endParaRPr lang="en-US"/>
        </a:p>
      </dgm:t>
    </dgm:pt>
    <dgm:pt modelId="{9FE55F36-E5C7-49D0-B1F3-657857BA59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hot wallets, centralized ledger</a:t>
          </a:r>
          <a:r>
            <a:rPr lang="tr-TR"/>
            <a:t> </a:t>
          </a:r>
          <a:r>
            <a:rPr lang="en-US"/>
            <a:t>databases, </a:t>
          </a:r>
        </a:p>
      </dgm:t>
    </dgm:pt>
    <dgm:pt modelId="{6A2696AB-1DB5-4FDA-B795-4C5CC025DEAD}" type="parTrans" cxnId="{FAA7DB73-DBC6-42DC-A009-A5F5B15FF05F}">
      <dgm:prSet/>
      <dgm:spPr/>
      <dgm:t>
        <a:bodyPr/>
        <a:lstStyle/>
        <a:p>
          <a:endParaRPr lang="en-US"/>
        </a:p>
      </dgm:t>
    </dgm:pt>
    <dgm:pt modelId="{ED186ED0-358B-4E61-8182-0558D0CB4386}" type="sibTrans" cxnId="{FAA7DB73-DBC6-42DC-A009-A5F5B15FF05F}">
      <dgm:prSet/>
      <dgm:spPr/>
      <dgm:t>
        <a:bodyPr/>
        <a:lstStyle/>
        <a:p>
          <a:endParaRPr lang="en-US"/>
        </a:p>
      </dgm:t>
    </dgm:pt>
    <dgm:pt modelId="{0FFA8AFB-9634-4250-B427-613A63D260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vulnerable encryption keys, and similar schemes.</a:t>
          </a:r>
        </a:p>
      </dgm:t>
    </dgm:pt>
    <dgm:pt modelId="{B4814F84-AED3-404C-AFCB-D2013940FA53}" type="parTrans" cxnId="{12D2F7B3-B2A3-492C-B38C-CD2A7DDB7FEE}">
      <dgm:prSet/>
      <dgm:spPr/>
      <dgm:t>
        <a:bodyPr/>
        <a:lstStyle/>
        <a:p>
          <a:endParaRPr lang="en-US"/>
        </a:p>
      </dgm:t>
    </dgm:pt>
    <dgm:pt modelId="{36ABD49A-B0D7-47A9-9C9F-DF4DA75D42CA}" type="sibTrans" cxnId="{12D2F7B3-B2A3-492C-B38C-CD2A7DDB7FEE}">
      <dgm:prSet/>
      <dgm:spPr/>
      <dgm:t>
        <a:bodyPr/>
        <a:lstStyle/>
        <a:p>
          <a:endParaRPr lang="en-US"/>
        </a:p>
      </dgm:t>
    </dgm:pt>
    <dgm:pt modelId="{8C3156F0-72BB-4932-BE3D-F2AA1BE1C8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examples of hacked bitcoin exchanges </a:t>
          </a:r>
        </a:p>
      </dgm:t>
    </dgm:pt>
    <dgm:pt modelId="{4A03D4BA-A80E-4347-84C6-2B1B2CCB4BC5}" type="parTrans" cxnId="{64F93054-4D93-4853-B0CA-948F7CB6EF13}">
      <dgm:prSet/>
      <dgm:spPr/>
      <dgm:t>
        <a:bodyPr/>
        <a:lstStyle/>
        <a:p>
          <a:endParaRPr lang="tr-TR"/>
        </a:p>
      </dgm:t>
    </dgm:pt>
    <dgm:pt modelId="{06FF3AD6-1726-471A-96C9-8344B18B88A5}" type="sibTrans" cxnId="{64F93054-4D93-4853-B0CA-948F7CB6EF13}">
      <dgm:prSet/>
      <dgm:spPr/>
      <dgm:t>
        <a:bodyPr/>
        <a:lstStyle/>
        <a:p>
          <a:endParaRPr lang="tr-TR"/>
        </a:p>
      </dgm:t>
    </dgm:pt>
    <dgm:pt modelId="{BABE6AFE-42E4-4544-9A12-B15112866461}" type="pres">
      <dgm:prSet presAssocID="{A15F56D7-E141-440C-AC20-DDB00FD76806}" presName="root" presStyleCnt="0">
        <dgm:presLayoutVars>
          <dgm:dir/>
          <dgm:resizeHandles val="exact"/>
        </dgm:presLayoutVars>
      </dgm:prSet>
      <dgm:spPr/>
    </dgm:pt>
    <dgm:pt modelId="{7BA2A2A3-0884-4298-BBAF-BBC499DE4CBF}" type="pres">
      <dgm:prSet presAssocID="{1AB76569-0983-40E1-9A4D-BA5E94B8B0C0}" presName="compNode" presStyleCnt="0"/>
      <dgm:spPr/>
    </dgm:pt>
    <dgm:pt modelId="{91707B62-A9D8-450D-B473-C7BCF3C1FF44}" type="pres">
      <dgm:prSet presAssocID="{1AB76569-0983-40E1-9A4D-BA5E94B8B0C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6340E153-FB63-4DA0-81D3-5783B6B93289}" type="pres">
      <dgm:prSet presAssocID="{1AB76569-0983-40E1-9A4D-BA5E94B8B0C0}" presName="iconSpace" presStyleCnt="0"/>
      <dgm:spPr/>
    </dgm:pt>
    <dgm:pt modelId="{9BB413CF-A10E-4410-9EC8-0D2722511C7A}" type="pres">
      <dgm:prSet presAssocID="{1AB76569-0983-40E1-9A4D-BA5E94B8B0C0}" presName="parTx" presStyleLbl="revTx" presStyleIdx="0" presStyleCnt="6">
        <dgm:presLayoutVars>
          <dgm:chMax val="0"/>
          <dgm:chPref val="0"/>
        </dgm:presLayoutVars>
      </dgm:prSet>
      <dgm:spPr/>
    </dgm:pt>
    <dgm:pt modelId="{3C5E9280-7E14-47BD-8D35-F947C9DFB8C5}" type="pres">
      <dgm:prSet presAssocID="{1AB76569-0983-40E1-9A4D-BA5E94B8B0C0}" presName="txSpace" presStyleCnt="0"/>
      <dgm:spPr/>
    </dgm:pt>
    <dgm:pt modelId="{48DF2555-EE4C-4A35-823E-A89DBA26658E}" type="pres">
      <dgm:prSet presAssocID="{1AB76569-0983-40E1-9A4D-BA5E94B8B0C0}" presName="desTx" presStyleLbl="revTx" presStyleIdx="1" presStyleCnt="6">
        <dgm:presLayoutVars/>
      </dgm:prSet>
      <dgm:spPr/>
    </dgm:pt>
    <dgm:pt modelId="{253CB3D1-B6BC-4A53-8A21-94735634BF2D}" type="pres">
      <dgm:prSet presAssocID="{9F859940-27C1-4933-B663-0FDCF9B70477}" presName="sibTrans" presStyleCnt="0"/>
      <dgm:spPr/>
    </dgm:pt>
    <dgm:pt modelId="{E1D49557-3AED-4653-B04A-498633B089B6}" type="pres">
      <dgm:prSet presAssocID="{D4C52F43-CEC2-4F43-B042-75A53FFB6790}" presName="compNode" presStyleCnt="0"/>
      <dgm:spPr/>
    </dgm:pt>
    <dgm:pt modelId="{55090ACF-17FA-4FC8-A0D9-3D20C89394B3}" type="pres">
      <dgm:prSet presAssocID="{D4C52F43-CEC2-4F43-B042-75A53FFB67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30B449A7-A336-48F4-8B8A-8E662DAAD657}" type="pres">
      <dgm:prSet presAssocID="{D4C52F43-CEC2-4F43-B042-75A53FFB6790}" presName="iconSpace" presStyleCnt="0"/>
      <dgm:spPr/>
    </dgm:pt>
    <dgm:pt modelId="{F2D27C4A-2195-4F00-835B-5D48D12249B4}" type="pres">
      <dgm:prSet presAssocID="{D4C52F43-CEC2-4F43-B042-75A53FFB6790}" presName="parTx" presStyleLbl="revTx" presStyleIdx="2" presStyleCnt="6">
        <dgm:presLayoutVars>
          <dgm:chMax val="0"/>
          <dgm:chPref val="0"/>
        </dgm:presLayoutVars>
      </dgm:prSet>
      <dgm:spPr/>
    </dgm:pt>
    <dgm:pt modelId="{E1794427-124C-431A-ACE8-330D78C73E44}" type="pres">
      <dgm:prSet presAssocID="{D4C52F43-CEC2-4F43-B042-75A53FFB6790}" presName="txSpace" presStyleCnt="0"/>
      <dgm:spPr/>
    </dgm:pt>
    <dgm:pt modelId="{1344FE89-561E-4436-BD88-2E509A17AC23}" type="pres">
      <dgm:prSet presAssocID="{D4C52F43-CEC2-4F43-B042-75A53FFB6790}" presName="desTx" presStyleLbl="revTx" presStyleIdx="3" presStyleCnt="6">
        <dgm:presLayoutVars/>
      </dgm:prSet>
      <dgm:spPr/>
    </dgm:pt>
    <dgm:pt modelId="{27D974B4-25F0-4305-86A4-4721698039ED}" type="pres">
      <dgm:prSet presAssocID="{27932F78-F72A-400A-B012-304AC2381FE1}" presName="sibTrans" presStyleCnt="0"/>
      <dgm:spPr/>
    </dgm:pt>
    <dgm:pt modelId="{AF91E1C4-6DC6-425D-8D2E-9246EA9F61C6}" type="pres">
      <dgm:prSet presAssocID="{E18CA9F1-1480-4443-90CD-78008E1152B2}" presName="compNode" presStyleCnt="0"/>
      <dgm:spPr/>
    </dgm:pt>
    <dgm:pt modelId="{8D8B7EAF-9598-46EC-9673-20051A50F16E}" type="pres">
      <dgm:prSet presAssocID="{E18CA9F1-1480-4443-90CD-78008E1152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üzdan"/>
        </a:ext>
      </dgm:extLst>
    </dgm:pt>
    <dgm:pt modelId="{894C7897-CDD7-475C-BFFF-8B8659F67B8D}" type="pres">
      <dgm:prSet presAssocID="{E18CA9F1-1480-4443-90CD-78008E1152B2}" presName="iconSpace" presStyleCnt="0"/>
      <dgm:spPr/>
    </dgm:pt>
    <dgm:pt modelId="{C967DD14-C81B-4339-BD61-FD3C60317CE1}" type="pres">
      <dgm:prSet presAssocID="{E18CA9F1-1480-4443-90CD-78008E1152B2}" presName="parTx" presStyleLbl="revTx" presStyleIdx="4" presStyleCnt="6">
        <dgm:presLayoutVars>
          <dgm:chMax val="0"/>
          <dgm:chPref val="0"/>
        </dgm:presLayoutVars>
      </dgm:prSet>
      <dgm:spPr/>
    </dgm:pt>
    <dgm:pt modelId="{99DE4C1E-E068-470F-AEC9-B3F11162D1E9}" type="pres">
      <dgm:prSet presAssocID="{E18CA9F1-1480-4443-90CD-78008E1152B2}" presName="txSpace" presStyleCnt="0"/>
      <dgm:spPr/>
    </dgm:pt>
    <dgm:pt modelId="{98A3778E-B5F4-4058-950A-341E668924E2}" type="pres">
      <dgm:prSet presAssocID="{E18CA9F1-1480-4443-90CD-78008E1152B2}" presName="desTx" presStyleLbl="revTx" presStyleIdx="5" presStyleCnt="6">
        <dgm:presLayoutVars/>
      </dgm:prSet>
      <dgm:spPr/>
    </dgm:pt>
  </dgm:ptLst>
  <dgm:cxnLst>
    <dgm:cxn modelId="{CCA92501-99E7-43AD-8186-348598C5A81D}" srcId="{A15F56D7-E141-440C-AC20-DDB00FD76806}" destId="{E18CA9F1-1480-4443-90CD-78008E1152B2}" srcOrd="2" destOrd="0" parTransId="{5AB42D3B-81DA-4C87-9CEC-9C87B0D3A5B1}" sibTransId="{EEE01D28-969B-4164-8537-CAA611D56C6F}"/>
    <dgm:cxn modelId="{A2DE900A-AAFF-416B-84D0-C5B6DB0ADB66}" srcId="{1AB76569-0983-40E1-9A4D-BA5E94B8B0C0}" destId="{89BAFFC6-1707-4168-A268-A377A74C46C4}" srcOrd="1" destOrd="0" parTransId="{2F1CBE56-E2BF-4459-98E8-35C6E04CB84A}" sibTransId="{37737FD8-6393-439B-BBE7-325BDF6216F1}"/>
    <dgm:cxn modelId="{2BAFBB14-F001-4614-B8C6-5598E7ADB1C2}" type="presOf" srcId="{9FE55F36-E5C7-49D0-B1F3-657857BA5978}" destId="{98A3778E-B5F4-4058-950A-341E668924E2}" srcOrd="0" destOrd="0" presId="urn:microsoft.com/office/officeart/2018/5/layout/CenteredIconLabelDescriptionList"/>
    <dgm:cxn modelId="{7F06EC14-8AD2-4EF4-9971-F517D6B2DAFE}" type="presOf" srcId="{1AB76569-0983-40E1-9A4D-BA5E94B8B0C0}" destId="{9BB413CF-A10E-4410-9EC8-0D2722511C7A}" srcOrd="0" destOrd="0" presId="urn:microsoft.com/office/officeart/2018/5/layout/CenteredIconLabelDescriptionList"/>
    <dgm:cxn modelId="{458CC417-7C95-4958-8B6F-76B426A3F9FC}" type="presOf" srcId="{8C3156F0-72BB-4932-BE3D-F2AA1BE1C872}" destId="{48DF2555-EE4C-4A35-823E-A89DBA26658E}" srcOrd="0" destOrd="0" presId="urn:microsoft.com/office/officeart/2018/5/layout/CenteredIconLabelDescriptionList"/>
    <dgm:cxn modelId="{88EB612D-AD34-4A84-AA59-D0EE2CA93F36}" type="presOf" srcId="{89BAFFC6-1707-4168-A268-A377A74C46C4}" destId="{48DF2555-EE4C-4A35-823E-A89DBA26658E}" srcOrd="0" destOrd="1" presId="urn:microsoft.com/office/officeart/2018/5/layout/CenteredIconLabelDescriptionList"/>
    <dgm:cxn modelId="{86D8BD32-3015-42C7-9B33-F9F4713320AE}" type="presOf" srcId="{A15F56D7-E141-440C-AC20-DDB00FD76806}" destId="{BABE6AFE-42E4-4544-9A12-B15112866461}" srcOrd="0" destOrd="0" presId="urn:microsoft.com/office/officeart/2018/5/layout/CenteredIconLabelDescriptionList"/>
    <dgm:cxn modelId="{87B5633E-F9D1-40A5-9195-51DC187B4822}" type="presOf" srcId="{D4C52F43-CEC2-4F43-B042-75A53FFB6790}" destId="{F2D27C4A-2195-4F00-835B-5D48D12249B4}" srcOrd="0" destOrd="0" presId="urn:microsoft.com/office/officeart/2018/5/layout/CenteredIconLabelDescriptionList"/>
    <dgm:cxn modelId="{00D05767-9BB4-4EC3-BA10-491643173C27}" srcId="{A15F56D7-E141-440C-AC20-DDB00FD76806}" destId="{D4C52F43-CEC2-4F43-B042-75A53FFB6790}" srcOrd="1" destOrd="0" parTransId="{5402EBB4-426E-4547-8129-EDE4EADEB27A}" sibTransId="{27932F78-F72A-400A-B012-304AC2381FE1}"/>
    <dgm:cxn modelId="{82023949-6A59-4396-A695-9B76CFE5FDDF}" type="presOf" srcId="{49B25EAD-768C-4AAA-9F07-D610CE3B428F}" destId="{1344FE89-561E-4436-BD88-2E509A17AC23}" srcOrd="0" destOrd="0" presId="urn:microsoft.com/office/officeart/2018/5/layout/CenteredIconLabelDescriptionList"/>
    <dgm:cxn modelId="{58412C6E-6571-41AF-A837-EE1F676A6B0B}" type="presOf" srcId="{C3EEA4F7-E01B-4972-8E20-3591D5BBD09D}" destId="{1344FE89-561E-4436-BD88-2E509A17AC23}" srcOrd="0" destOrd="1" presId="urn:microsoft.com/office/officeart/2018/5/layout/CenteredIconLabelDescriptionList"/>
    <dgm:cxn modelId="{FAA7DB73-DBC6-42DC-A009-A5F5B15FF05F}" srcId="{E18CA9F1-1480-4443-90CD-78008E1152B2}" destId="{9FE55F36-E5C7-49D0-B1F3-657857BA5978}" srcOrd="0" destOrd="0" parTransId="{6A2696AB-1DB5-4FDA-B795-4C5CC025DEAD}" sibTransId="{ED186ED0-358B-4E61-8182-0558D0CB4386}"/>
    <dgm:cxn modelId="{64F93054-4D93-4853-B0CA-948F7CB6EF13}" srcId="{1AB76569-0983-40E1-9A4D-BA5E94B8B0C0}" destId="{8C3156F0-72BB-4932-BE3D-F2AA1BE1C872}" srcOrd="0" destOrd="0" parTransId="{4A03D4BA-A80E-4347-84C6-2B1B2CCB4BC5}" sibTransId="{06FF3AD6-1726-471A-96C9-8344B18B88A5}"/>
    <dgm:cxn modelId="{FE164286-2EF9-4ABD-B0E2-6A6B4503378E}" srcId="{1AB76569-0983-40E1-9A4D-BA5E94B8B0C0}" destId="{3F4D9779-8899-4D85-83F8-1A4970691417}" srcOrd="2" destOrd="0" parTransId="{1DB0044F-B80D-459F-80EA-721C94F43B8A}" sibTransId="{FC02D9FA-0C2D-473D-8710-C4E405A4CF52}"/>
    <dgm:cxn modelId="{0A50068D-675B-4A91-9247-A3FE1133EB6D}" type="presOf" srcId="{E18CA9F1-1480-4443-90CD-78008E1152B2}" destId="{C967DD14-C81B-4339-BD61-FD3C60317CE1}" srcOrd="0" destOrd="0" presId="urn:microsoft.com/office/officeart/2018/5/layout/CenteredIconLabelDescriptionList"/>
    <dgm:cxn modelId="{07E54CB1-BDCB-4D3A-B15B-69B65D6DF9B4}" srcId="{D4C52F43-CEC2-4F43-B042-75A53FFB6790}" destId="{C3EEA4F7-E01B-4972-8E20-3591D5BBD09D}" srcOrd="1" destOrd="0" parTransId="{0A3262F1-CD75-4A58-B541-929200382F9D}" sibTransId="{378BB62B-D7E4-45A7-874A-AF2F53EDF362}"/>
    <dgm:cxn modelId="{F0B0AEB1-8AB6-456C-A452-FE5D9D9333F3}" type="presOf" srcId="{0FFA8AFB-9634-4250-B427-613A63D260A1}" destId="{98A3778E-B5F4-4058-950A-341E668924E2}" srcOrd="0" destOrd="1" presId="urn:microsoft.com/office/officeart/2018/5/layout/CenteredIconLabelDescriptionList"/>
    <dgm:cxn modelId="{12D2F7B3-B2A3-492C-B38C-CD2A7DDB7FEE}" srcId="{E18CA9F1-1480-4443-90CD-78008E1152B2}" destId="{0FFA8AFB-9634-4250-B427-613A63D260A1}" srcOrd="1" destOrd="0" parTransId="{B4814F84-AED3-404C-AFCB-D2013940FA53}" sibTransId="{36ABD49A-B0D7-47A9-9C9F-DF4DA75D42CA}"/>
    <dgm:cxn modelId="{0AAFB6CA-D513-4445-A747-A513B811A887}" srcId="{D4C52F43-CEC2-4F43-B042-75A53FFB6790}" destId="{49B25EAD-768C-4AAA-9F07-D610CE3B428F}" srcOrd="0" destOrd="0" parTransId="{AAE52C9A-E1AA-4F12-B399-DF1484687179}" sibTransId="{4AC5A4D4-179B-4613-9457-EB329A630705}"/>
    <dgm:cxn modelId="{CEFBBBDC-81F0-433F-9205-E60FBCAE1F58}" type="presOf" srcId="{3F4D9779-8899-4D85-83F8-1A4970691417}" destId="{48DF2555-EE4C-4A35-823E-A89DBA26658E}" srcOrd="0" destOrd="2" presId="urn:microsoft.com/office/officeart/2018/5/layout/CenteredIconLabelDescriptionList"/>
    <dgm:cxn modelId="{80960BF0-EF15-4902-95C1-BB381CDE341D}" srcId="{A15F56D7-E141-440C-AC20-DDB00FD76806}" destId="{1AB76569-0983-40E1-9A4D-BA5E94B8B0C0}" srcOrd="0" destOrd="0" parTransId="{04940A1D-1825-4F8A-A905-69B5B0C3A199}" sibTransId="{9F859940-27C1-4933-B663-0FDCF9B70477}"/>
    <dgm:cxn modelId="{F1D04E5E-0C3B-4BB5-844B-F587D5C2AACE}" type="presParOf" srcId="{BABE6AFE-42E4-4544-9A12-B15112866461}" destId="{7BA2A2A3-0884-4298-BBAF-BBC499DE4CBF}" srcOrd="0" destOrd="0" presId="urn:microsoft.com/office/officeart/2018/5/layout/CenteredIconLabelDescriptionList"/>
    <dgm:cxn modelId="{1EDD0180-1F3D-4E35-B3E2-F22858C23A3D}" type="presParOf" srcId="{7BA2A2A3-0884-4298-BBAF-BBC499DE4CBF}" destId="{91707B62-A9D8-450D-B473-C7BCF3C1FF44}" srcOrd="0" destOrd="0" presId="urn:microsoft.com/office/officeart/2018/5/layout/CenteredIconLabelDescriptionList"/>
    <dgm:cxn modelId="{542DAF7A-3A2A-4CFD-A476-8AFB61477A96}" type="presParOf" srcId="{7BA2A2A3-0884-4298-BBAF-BBC499DE4CBF}" destId="{6340E153-FB63-4DA0-81D3-5783B6B93289}" srcOrd="1" destOrd="0" presId="urn:microsoft.com/office/officeart/2018/5/layout/CenteredIconLabelDescriptionList"/>
    <dgm:cxn modelId="{BDC0BD54-5C2F-4183-A110-8256152A4CAA}" type="presParOf" srcId="{7BA2A2A3-0884-4298-BBAF-BBC499DE4CBF}" destId="{9BB413CF-A10E-4410-9EC8-0D2722511C7A}" srcOrd="2" destOrd="0" presId="urn:microsoft.com/office/officeart/2018/5/layout/CenteredIconLabelDescriptionList"/>
    <dgm:cxn modelId="{0E3CE079-4BEF-4F1F-83BF-872E4E919E98}" type="presParOf" srcId="{7BA2A2A3-0884-4298-BBAF-BBC499DE4CBF}" destId="{3C5E9280-7E14-47BD-8D35-F947C9DFB8C5}" srcOrd="3" destOrd="0" presId="urn:microsoft.com/office/officeart/2018/5/layout/CenteredIconLabelDescriptionList"/>
    <dgm:cxn modelId="{5D2221D6-3F2E-490A-BFAE-16A5BD2D026A}" type="presParOf" srcId="{7BA2A2A3-0884-4298-BBAF-BBC499DE4CBF}" destId="{48DF2555-EE4C-4A35-823E-A89DBA26658E}" srcOrd="4" destOrd="0" presId="urn:microsoft.com/office/officeart/2018/5/layout/CenteredIconLabelDescriptionList"/>
    <dgm:cxn modelId="{8CA7B1E1-C15C-4181-BF59-00D84AEFA7F9}" type="presParOf" srcId="{BABE6AFE-42E4-4544-9A12-B15112866461}" destId="{253CB3D1-B6BC-4A53-8A21-94735634BF2D}" srcOrd="1" destOrd="0" presId="urn:microsoft.com/office/officeart/2018/5/layout/CenteredIconLabelDescriptionList"/>
    <dgm:cxn modelId="{B77D1157-06AC-4FE6-A295-D5174994BB9E}" type="presParOf" srcId="{BABE6AFE-42E4-4544-9A12-B15112866461}" destId="{E1D49557-3AED-4653-B04A-498633B089B6}" srcOrd="2" destOrd="0" presId="urn:microsoft.com/office/officeart/2018/5/layout/CenteredIconLabelDescriptionList"/>
    <dgm:cxn modelId="{1A9AF766-967A-42E5-8E9C-2588C876E4D5}" type="presParOf" srcId="{E1D49557-3AED-4653-B04A-498633B089B6}" destId="{55090ACF-17FA-4FC8-A0D9-3D20C89394B3}" srcOrd="0" destOrd="0" presId="urn:microsoft.com/office/officeart/2018/5/layout/CenteredIconLabelDescriptionList"/>
    <dgm:cxn modelId="{7AE91607-34FF-4C76-BFB7-D450A9CDD0C6}" type="presParOf" srcId="{E1D49557-3AED-4653-B04A-498633B089B6}" destId="{30B449A7-A336-48F4-8B8A-8E662DAAD657}" srcOrd="1" destOrd="0" presId="urn:microsoft.com/office/officeart/2018/5/layout/CenteredIconLabelDescriptionList"/>
    <dgm:cxn modelId="{5DCFE5C2-451D-419A-9D84-27F6ADAB2961}" type="presParOf" srcId="{E1D49557-3AED-4653-B04A-498633B089B6}" destId="{F2D27C4A-2195-4F00-835B-5D48D12249B4}" srcOrd="2" destOrd="0" presId="urn:microsoft.com/office/officeart/2018/5/layout/CenteredIconLabelDescriptionList"/>
    <dgm:cxn modelId="{01634A76-BA50-4508-A4DE-5732AA76843A}" type="presParOf" srcId="{E1D49557-3AED-4653-B04A-498633B089B6}" destId="{E1794427-124C-431A-ACE8-330D78C73E44}" srcOrd="3" destOrd="0" presId="urn:microsoft.com/office/officeart/2018/5/layout/CenteredIconLabelDescriptionList"/>
    <dgm:cxn modelId="{832D5B72-1188-49F7-B170-EC1CEFFAA5BF}" type="presParOf" srcId="{E1D49557-3AED-4653-B04A-498633B089B6}" destId="{1344FE89-561E-4436-BD88-2E509A17AC23}" srcOrd="4" destOrd="0" presId="urn:microsoft.com/office/officeart/2018/5/layout/CenteredIconLabelDescriptionList"/>
    <dgm:cxn modelId="{43E0EA9E-301F-44E2-98CD-BD816C008F47}" type="presParOf" srcId="{BABE6AFE-42E4-4544-9A12-B15112866461}" destId="{27D974B4-25F0-4305-86A4-4721698039ED}" srcOrd="3" destOrd="0" presId="urn:microsoft.com/office/officeart/2018/5/layout/CenteredIconLabelDescriptionList"/>
    <dgm:cxn modelId="{906FC822-5D9F-4395-8B63-121FA7694C35}" type="presParOf" srcId="{BABE6AFE-42E4-4544-9A12-B15112866461}" destId="{AF91E1C4-6DC6-425D-8D2E-9246EA9F61C6}" srcOrd="4" destOrd="0" presId="urn:microsoft.com/office/officeart/2018/5/layout/CenteredIconLabelDescriptionList"/>
    <dgm:cxn modelId="{D6F23661-14CE-4A5D-B33C-5161F3BC7E45}" type="presParOf" srcId="{AF91E1C4-6DC6-425D-8D2E-9246EA9F61C6}" destId="{8D8B7EAF-9598-46EC-9673-20051A50F16E}" srcOrd="0" destOrd="0" presId="urn:microsoft.com/office/officeart/2018/5/layout/CenteredIconLabelDescriptionList"/>
    <dgm:cxn modelId="{AF88951C-638B-4663-9B5D-0B1C9C85AE5E}" type="presParOf" srcId="{AF91E1C4-6DC6-425D-8D2E-9246EA9F61C6}" destId="{894C7897-CDD7-475C-BFFF-8B8659F67B8D}" srcOrd="1" destOrd="0" presId="urn:microsoft.com/office/officeart/2018/5/layout/CenteredIconLabelDescriptionList"/>
    <dgm:cxn modelId="{52A2E01C-F063-4798-A51E-01C1EE4C3AA2}" type="presParOf" srcId="{AF91E1C4-6DC6-425D-8D2E-9246EA9F61C6}" destId="{C967DD14-C81B-4339-BD61-FD3C60317CE1}" srcOrd="2" destOrd="0" presId="urn:microsoft.com/office/officeart/2018/5/layout/CenteredIconLabelDescriptionList"/>
    <dgm:cxn modelId="{3507AB08-DE60-41AC-A04E-0D4FD761AF41}" type="presParOf" srcId="{AF91E1C4-6DC6-425D-8D2E-9246EA9F61C6}" destId="{99DE4C1E-E068-470F-AEC9-B3F11162D1E9}" srcOrd="3" destOrd="0" presId="urn:microsoft.com/office/officeart/2018/5/layout/CenteredIconLabelDescriptionList"/>
    <dgm:cxn modelId="{9520E777-01F0-47F0-838F-ECD9837262BA}" type="presParOf" srcId="{AF91E1C4-6DC6-425D-8D2E-9246EA9F61C6}" destId="{98A3778E-B5F4-4058-950A-341E668924E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C965A25-F6D4-4100-AF73-3D86839093ED}" type="doc">
      <dgm:prSet loTypeId="urn:microsoft.com/office/officeart/2005/8/layout/vList5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F270560-5E93-4840-9BA8-AF16CFD92C80}">
      <dgm:prSet/>
      <dgm:spPr/>
      <dgm:t>
        <a:bodyPr/>
        <a:lstStyle/>
        <a:p>
          <a:r>
            <a:rPr lang="tr-TR" dirty="0"/>
            <a:t>OS’s security</a:t>
          </a:r>
          <a:endParaRPr lang="en-US" dirty="0"/>
        </a:p>
      </dgm:t>
    </dgm:pt>
    <dgm:pt modelId="{63BC4147-53D6-4B88-9A78-6A372ED9C4B1}" type="parTrans" cxnId="{4918AFAA-3989-47B8-9631-4256F42E177C}">
      <dgm:prSet/>
      <dgm:spPr/>
      <dgm:t>
        <a:bodyPr/>
        <a:lstStyle/>
        <a:p>
          <a:endParaRPr lang="en-US"/>
        </a:p>
      </dgm:t>
    </dgm:pt>
    <dgm:pt modelId="{A61F853E-7F6B-47AA-A298-79203EAE66AF}" type="sibTrans" cxnId="{4918AFAA-3989-47B8-9631-4256F42E177C}">
      <dgm:prSet/>
      <dgm:spPr/>
      <dgm:t>
        <a:bodyPr/>
        <a:lstStyle/>
        <a:p>
          <a:endParaRPr lang="en-US"/>
        </a:p>
      </dgm:t>
    </dgm:pt>
    <dgm:pt modelId="{58D47D92-7702-4092-B23A-FE94F001D8FC}">
      <dgm:prSet/>
      <dgm:spPr/>
      <dgm:t>
        <a:bodyPr/>
        <a:lstStyle/>
        <a:p>
          <a:r>
            <a:rPr lang="en-US"/>
            <a:t>Modern general-purpose</a:t>
          </a:r>
          <a:r>
            <a:rPr lang="tr-TR"/>
            <a:t> </a:t>
          </a:r>
          <a:r>
            <a:rPr lang="en-US"/>
            <a:t>operating systems are not very secure</a:t>
          </a:r>
        </a:p>
      </dgm:t>
    </dgm:pt>
    <dgm:pt modelId="{648C150A-3BD3-4FA6-8485-BED181679562}" type="parTrans" cxnId="{FFE35322-EC0A-4F8A-8D17-23916361ECD4}">
      <dgm:prSet/>
      <dgm:spPr/>
      <dgm:t>
        <a:bodyPr/>
        <a:lstStyle/>
        <a:p>
          <a:endParaRPr lang="en-US"/>
        </a:p>
      </dgm:t>
    </dgm:pt>
    <dgm:pt modelId="{7C9CFFB2-1D36-4437-BADB-9E047FF4CD92}" type="sibTrans" cxnId="{FFE35322-EC0A-4F8A-8D17-23916361ECD4}">
      <dgm:prSet/>
      <dgm:spPr/>
      <dgm:t>
        <a:bodyPr/>
        <a:lstStyle/>
        <a:p>
          <a:endParaRPr lang="en-US"/>
        </a:p>
      </dgm:t>
    </dgm:pt>
    <dgm:pt modelId="{AFF0D593-7C5D-494A-9CCF-76473642EFF8}">
      <dgm:prSet/>
      <dgm:spPr/>
      <dgm:t>
        <a:bodyPr/>
        <a:lstStyle/>
        <a:p>
          <a:r>
            <a:rPr lang="en-US"/>
            <a:t>not particularly suited to storing digital</a:t>
          </a:r>
          <a:r>
            <a:rPr lang="tr-TR"/>
            <a:t> </a:t>
          </a:r>
          <a:r>
            <a:rPr lang="en-US"/>
            <a:t>money. </a:t>
          </a:r>
        </a:p>
      </dgm:t>
    </dgm:pt>
    <dgm:pt modelId="{06D21EBC-6AD1-44E8-8E90-63A4CAC2D1B2}" type="parTrans" cxnId="{A9D1E95B-B86A-41EB-A52B-90E321FF14E0}">
      <dgm:prSet/>
      <dgm:spPr/>
      <dgm:t>
        <a:bodyPr/>
        <a:lstStyle/>
        <a:p>
          <a:endParaRPr lang="en-US"/>
        </a:p>
      </dgm:t>
    </dgm:pt>
    <dgm:pt modelId="{189592BE-6514-4093-A4C9-A6BDF134BEE7}" type="sibTrans" cxnId="{A9D1E95B-B86A-41EB-A52B-90E321FF14E0}">
      <dgm:prSet/>
      <dgm:spPr/>
      <dgm:t>
        <a:bodyPr/>
        <a:lstStyle/>
        <a:p>
          <a:endParaRPr lang="en-US"/>
        </a:p>
      </dgm:t>
    </dgm:pt>
    <dgm:pt modelId="{EAF710FF-2FAF-47AE-AADD-329CA16452AD}">
      <dgm:prSet/>
      <dgm:spPr/>
      <dgm:t>
        <a:bodyPr/>
        <a:lstStyle/>
        <a:p>
          <a:r>
            <a:rPr lang="tr-TR" dirty="0"/>
            <a:t>Threats</a:t>
          </a:r>
          <a:endParaRPr lang="en-US" dirty="0"/>
        </a:p>
      </dgm:t>
    </dgm:pt>
    <dgm:pt modelId="{8D41E855-7E05-4231-9752-8EF1090EA19D}" type="parTrans" cxnId="{68B611CB-F205-40E8-A14F-1F9FE70F0114}">
      <dgm:prSet/>
      <dgm:spPr/>
      <dgm:t>
        <a:bodyPr/>
        <a:lstStyle/>
        <a:p>
          <a:endParaRPr lang="en-US"/>
        </a:p>
      </dgm:t>
    </dgm:pt>
    <dgm:pt modelId="{E7114820-F9BE-4404-B8C1-350F49BF31EC}" type="sibTrans" cxnId="{68B611CB-F205-40E8-A14F-1F9FE70F0114}">
      <dgm:prSet/>
      <dgm:spPr/>
      <dgm:t>
        <a:bodyPr/>
        <a:lstStyle/>
        <a:p>
          <a:endParaRPr lang="en-US"/>
        </a:p>
      </dgm:t>
    </dgm:pt>
    <dgm:pt modelId="{6B7E7D7B-E250-4E4E-8D83-2A30CDDC4201}">
      <dgm:prSet/>
      <dgm:spPr/>
      <dgm:t>
        <a:bodyPr/>
        <a:lstStyle/>
        <a:p>
          <a:r>
            <a:rPr lang="en-US"/>
            <a:t>Our computers are constantly exposed to external threats </a:t>
          </a:r>
        </a:p>
      </dgm:t>
    </dgm:pt>
    <dgm:pt modelId="{1AD64FFF-DDA4-4812-BDE8-B4A6B9B5DFF4}" type="parTrans" cxnId="{39B7C732-9A1B-4982-A949-60C666D3A04C}">
      <dgm:prSet/>
      <dgm:spPr/>
      <dgm:t>
        <a:bodyPr/>
        <a:lstStyle/>
        <a:p>
          <a:endParaRPr lang="en-US"/>
        </a:p>
      </dgm:t>
    </dgm:pt>
    <dgm:pt modelId="{D6C8AEC5-C41C-4545-ADC8-3F52A9272D6C}" type="sibTrans" cxnId="{39B7C732-9A1B-4982-A949-60C666D3A04C}">
      <dgm:prSet/>
      <dgm:spPr/>
      <dgm:t>
        <a:bodyPr/>
        <a:lstStyle/>
        <a:p>
          <a:endParaRPr lang="en-US"/>
        </a:p>
      </dgm:t>
    </dgm:pt>
    <dgm:pt modelId="{2D2A95D9-DF54-4340-967C-4206583A278C}">
      <dgm:prSet/>
      <dgm:spPr/>
      <dgm:t>
        <a:bodyPr/>
        <a:lstStyle/>
        <a:p>
          <a:r>
            <a:rPr lang="en-US"/>
            <a:t>via always-on internet</a:t>
          </a:r>
          <a:r>
            <a:rPr lang="tr-TR"/>
            <a:t> </a:t>
          </a:r>
          <a:r>
            <a:rPr lang="en-US"/>
            <a:t>connections</a:t>
          </a:r>
        </a:p>
      </dgm:t>
    </dgm:pt>
    <dgm:pt modelId="{497548E4-74D1-487B-92FA-47657C21A6DE}" type="parTrans" cxnId="{4E32821B-9111-4D8C-81D8-069EBEF42DAB}">
      <dgm:prSet/>
      <dgm:spPr/>
      <dgm:t>
        <a:bodyPr/>
        <a:lstStyle/>
        <a:p>
          <a:endParaRPr lang="en-US"/>
        </a:p>
      </dgm:t>
    </dgm:pt>
    <dgm:pt modelId="{2831DBAE-458E-4769-99CC-8909E8D20D9C}" type="sibTrans" cxnId="{4E32821B-9111-4D8C-81D8-069EBEF42DAB}">
      <dgm:prSet/>
      <dgm:spPr/>
      <dgm:t>
        <a:bodyPr/>
        <a:lstStyle/>
        <a:p>
          <a:endParaRPr lang="en-US"/>
        </a:p>
      </dgm:t>
    </dgm:pt>
    <dgm:pt modelId="{D79EE454-DFE4-4734-AD93-94A1D33BC6BE}">
      <dgm:prSet/>
      <dgm:spPr/>
      <dgm:t>
        <a:bodyPr/>
        <a:lstStyle/>
        <a:p>
          <a:r>
            <a:rPr lang="tr-TR" dirty="0"/>
            <a:t>SW Components</a:t>
          </a:r>
          <a:endParaRPr lang="en-US" dirty="0"/>
        </a:p>
      </dgm:t>
    </dgm:pt>
    <dgm:pt modelId="{DF4029D1-F0B8-42A6-AEF8-FCF93380C1A2}" type="parTrans" cxnId="{67C54E05-2882-49EB-B73B-095DB5397D28}">
      <dgm:prSet/>
      <dgm:spPr/>
      <dgm:t>
        <a:bodyPr/>
        <a:lstStyle/>
        <a:p>
          <a:endParaRPr lang="en-US"/>
        </a:p>
      </dgm:t>
    </dgm:pt>
    <dgm:pt modelId="{6BCC21C4-63B3-4130-886C-CC8DCD64A33C}" type="sibTrans" cxnId="{67C54E05-2882-49EB-B73B-095DB5397D28}">
      <dgm:prSet/>
      <dgm:spPr/>
      <dgm:t>
        <a:bodyPr/>
        <a:lstStyle/>
        <a:p>
          <a:endParaRPr lang="en-US"/>
        </a:p>
      </dgm:t>
    </dgm:pt>
    <dgm:pt modelId="{D45D11E1-E8A1-4842-B062-673AEEB180DE}">
      <dgm:prSet/>
      <dgm:spPr/>
      <dgm:t>
        <a:bodyPr/>
        <a:lstStyle/>
        <a:p>
          <a:r>
            <a:rPr lang="en-US"/>
            <a:t>from hundreds of</a:t>
          </a:r>
          <a:r>
            <a:rPr lang="tr-TR"/>
            <a:t> </a:t>
          </a:r>
          <a:r>
            <a:rPr lang="en-US"/>
            <a:t>authors</a:t>
          </a:r>
          <a:r>
            <a:rPr lang="tr-TR"/>
            <a:t> are running</a:t>
          </a:r>
          <a:endParaRPr lang="en-US"/>
        </a:p>
      </dgm:t>
    </dgm:pt>
    <dgm:pt modelId="{74363C10-68AB-4A55-9FED-D8A13703C37E}" type="parTrans" cxnId="{6B27C8C7-CFB6-4FC9-9232-0749CB7F92A9}">
      <dgm:prSet/>
      <dgm:spPr/>
      <dgm:t>
        <a:bodyPr/>
        <a:lstStyle/>
        <a:p>
          <a:endParaRPr lang="en-US"/>
        </a:p>
      </dgm:t>
    </dgm:pt>
    <dgm:pt modelId="{A992CE0D-BA86-4927-A291-E5EB8FA0CC97}" type="sibTrans" cxnId="{6B27C8C7-CFB6-4FC9-9232-0749CB7F92A9}">
      <dgm:prSet/>
      <dgm:spPr/>
      <dgm:t>
        <a:bodyPr/>
        <a:lstStyle/>
        <a:p>
          <a:endParaRPr lang="en-US"/>
        </a:p>
      </dgm:t>
    </dgm:pt>
    <dgm:pt modelId="{85356D0E-21B1-44D7-9EF2-37DFA69B3B57}">
      <dgm:prSet/>
      <dgm:spPr/>
      <dgm:t>
        <a:bodyPr/>
        <a:lstStyle/>
        <a:p>
          <a:r>
            <a:rPr lang="en-US"/>
            <a:t>often with unconstrained access to the user’s files</a:t>
          </a:r>
        </a:p>
      </dgm:t>
    </dgm:pt>
    <dgm:pt modelId="{162EFE60-495F-4551-A1C9-A61AF30EE34F}" type="parTrans" cxnId="{A0B3A986-BB7A-4126-B1D6-2E2249B18C55}">
      <dgm:prSet/>
      <dgm:spPr/>
      <dgm:t>
        <a:bodyPr/>
        <a:lstStyle/>
        <a:p>
          <a:endParaRPr lang="en-US"/>
        </a:p>
      </dgm:t>
    </dgm:pt>
    <dgm:pt modelId="{FE738957-6B77-4103-8FAE-25CDE8EE45B1}" type="sibTrans" cxnId="{A0B3A986-BB7A-4126-B1D6-2E2249B18C55}">
      <dgm:prSet/>
      <dgm:spPr/>
      <dgm:t>
        <a:bodyPr/>
        <a:lstStyle/>
        <a:p>
          <a:endParaRPr lang="en-US"/>
        </a:p>
      </dgm:t>
    </dgm:pt>
    <dgm:pt modelId="{2169EA7D-0ED1-4FFA-A0C3-C72CDC35D4F8}" type="pres">
      <dgm:prSet presAssocID="{0C965A25-F6D4-4100-AF73-3D86839093ED}" presName="Name0" presStyleCnt="0">
        <dgm:presLayoutVars>
          <dgm:dir/>
          <dgm:animLvl val="lvl"/>
          <dgm:resizeHandles val="exact"/>
        </dgm:presLayoutVars>
      </dgm:prSet>
      <dgm:spPr/>
    </dgm:pt>
    <dgm:pt modelId="{691691B4-A879-412A-9285-C5CBEDF50B6F}" type="pres">
      <dgm:prSet presAssocID="{2F270560-5E93-4840-9BA8-AF16CFD92C80}" presName="linNode" presStyleCnt="0"/>
      <dgm:spPr/>
    </dgm:pt>
    <dgm:pt modelId="{F24BA2B7-C660-4E99-83C6-EA67DE575D2E}" type="pres">
      <dgm:prSet presAssocID="{2F270560-5E93-4840-9BA8-AF16CFD92C8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55F98BB-4A5F-4AE7-A382-1AEA33C376D6}" type="pres">
      <dgm:prSet presAssocID="{2F270560-5E93-4840-9BA8-AF16CFD92C80}" presName="descendantText" presStyleLbl="alignAccFollowNode1" presStyleIdx="0" presStyleCnt="3">
        <dgm:presLayoutVars>
          <dgm:bulletEnabled val="1"/>
        </dgm:presLayoutVars>
      </dgm:prSet>
      <dgm:spPr/>
    </dgm:pt>
    <dgm:pt modelId="{44F54152-D4CE-4780-8F62-FB497F9C4F05}" type="pres">
      <dgm:prSet presAssocID="{A61F853E-7F6B-47AA-A298-79203EAE66AF}" presName="sp" presStyleCnt="0"/>
      <dgm:spPr/>
    </dgm:pt>
    <dgm:pt modelId="{6D0FFD2D-276B-4818-9D0C-AC24C17B9F42}" type="pres">
      <dgm:prSet presAssocID="{EAF710FF-2FAF-47AE-AADD-329CA16452AD}" presName="linNode" presStyleCnt="0"/>
      <dgm:spPr/>
    </dgm:pt>
    <dgm:pt modelId="{A007B7CC-6063-4DA8-8C7A-F7A9F0E60838}" type="pres">
      <dgm:prSet presAssocID="{EAF710FF-2FAF-47AE-AADD-329CA16452A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10B9A25-6563-41DF-A996-84F6872DDC4E}" type="pres">
      <dgm:prSet presAssocID="{EAF710FF-2FAF-47AE-AADD-329CA16452AD}" presName="descendantText" presStyleLbl="alignAccFollowNode1" presStyleIdx="1" presStyleCnt="3">
        <dgm:presLayoutVars>
          <dgm:bulletEnabled val="1"/>
        </dgm:presLayoutVars>
      </dgm:prSet>
      <dgm:spPr/>
    </dgm:pt>
    <dgm:pt modelId="{F4082E1C-97AB-4E94-8922-4998C0E302BB}" type="pres">
      <dgm:prSet presAssocID="{E7114820-F9BE-4404-B8C1-350F49BF31EC}" presName="sp" presStyleCnt="0"/>
      <dgm:spPr/>
    </dgm:pt>
    <dgm:pt modelId="{67BE8A6C-5C38-4F7C-8AEA-871252D8147E}" type="pres">
      <dgm:prSet presAssocID="{D79EE454-DFE4-4734-AD93-94A1D33BC6BE}" presName="linNode" presStyleCnt="0"/>
      <dgm:spPr/>
    </dgm:pt>
    <dgm:pt modelId="{1981FC7E-F96A-4DD0-8FC2-855616DEACE2}" type="pres">
      <dgm:prSet presAssocID="{D79EE454-DFE4-4734-AD93-94A1D33BC6B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38CA2C3-C37F-4CF1-B7F7-174C448B4E2C}" type="pres">
      <dgm:prSet presAssocID="{D79EE454-DFE4-4734-AD93-94A1D33BC6B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E0C4501-C1CE-41CE-9DF7-030C96F19820}" type="presOf" srcId="{0C965A25-F6D4-4100-AF73-3D86839093ED}" destId="{2169EA7D-0ED1-4FFA-A0C3-C72CDC35D4F8}" srcOrd="0" destOrd="0" presId="urn:microsoft.com/office/officeart/2005/8/layout/vList5"/>
    <dgm:cxn modelId="{67C54E05-2882-49EB-B73B-095DB5397D28}" srcId="{0C965A25-F6D4-4100-AF73-3D86839093ED}" destId="{D79EE454-DFE4-4734-AD93-94A1D33BC6BE}" srcOrd="2" destOrd="0" parTransId="{DF4029D1-F0B8-42A6-AEF8-FCF93380C1A2}" sibTransId="{6BCC21C4-63B3-4130-886C-CC8DCD64A33C}"/>
    <dgm:cxn modelId="{6F9B940B-E72A-4F9E-B919-A8CB1DCA860F}" type="presOf" srcId="{EAF710FF-2FAF-47AE-AADD-329CA16452AD}" destId="{A007B7CC-6063-4DA8-8C7A-F7A9F0E60838}" srcOrd="0" destOrd="0" presId="urn:microsoft.com/office/officeart/2005/8/layout/vList5"/>
    <dgm:cxn modelId="{4E32821B-9111-4D8C-81D8-069EBEF42DAB}" srcId="{EAF710FF-2FAF-47AE-AADD-329CA16452AD}" destId="{2D2A95D9-DF54-4340-967C-4206583A278C}" srcOrd="1" destOrd="0" parTransId="{497548E4-74D1-487B-92FA-47657C21A6DE}" sibTransId="{2831DBAE-458E-4769-99CC-8909E8D20D9C}"/>
    <dgm:cxn modelId="{FFE35322-EC0A-4F8A-8D17-23916361ECD4}" srcId="{2F270560-5E93-4840-9BA8-AF16CFD92C80}" destId="{58D47D92-7702-4092-B23A-FE94F001D8FC}" srcOrd="0" destOrd="0" parTransId="{648C150A-3BD3-4FA6-8485-BED181679562}" sibTransId="{7C9CFFB2-1D36-4437-BADB-9E047FF4CD92}"/>
    <dgm:cxn modelId="{12031A24-95DF-4BAE-A0EF-A650C25231F8}" type="presOf" srcId="{58D47D92-7702-4092-B23A-FE94F001D8FC}" destId="{355F98BB-4A5F-4AE7-A382-1AEA33C376D6}" srcOrd="0" destOrd="0" presId="urn:microsoft.com/office/officeart/2005/8/layout/vList5"/>
    <dgm:cxn modelId="{84231D2B-3360-4E2E-8020-8E1F917C8D84}" type="presOf" srcId="{D45D11E1-E8A1-4842-B062-673AEEB180DE}" destId="{D38CA2C3-C37F-4CF1-B7F7-174C448B4E2C}" srcOrd="0" destOrd="0" presId="urn:microsoft.com/office/officeart/2005/8/layout/vList5"/>
    <dgm:cxn modelId="{39B7C732-9A1B-4982-A949-60C666D3A04C}" srcId="{EAF710FF-2FAF-47AE-AADD-329CA16452AD}" destId="{6B7E7D7B-E250-4E4E-8D83-2A30CDDC4201}" srcOrd="0" destOrd="0" parTransId="{1AD64FFF-DDA4-4812-BDE8-B4A6B9B5DFF4}" sibTransId="{D6C8AEC5-C41C-4545-ADC8-3F52A9272D6C}"/>
    <dgm:cxn modelId="{A9D1E95B-B86A-41EB-A52B-90E321FF14E0}" srcId="{2F270560-5E93-4840-9BA8-AF16CFD92C80}" destId="{AFF0D593-7C5D-494A-9CCF-76473642EFF8}" srcOrd="1" destOrd="0" parTransId="{06D21EBC-6AD1-44E8-8E90-63A4CAC2D1B2}" sibTransId="{189592BE-6514-4093-A4C9-A6BDF134BEE7}"/>
    <dgm:cxn modelId="{AB47B244-908B-49E9-8EE6-322322633D6D}" type="presOf" srcId="{2F270560-5E93-4840-9BA8-AF16CFD92C80}" destId="{F24BA2B7-C660-4E99-83C6-EA67DE575D2E}" srcOrd="0" destOrd="0" presId="urn:microsoft.com/office/officeart/2005/8/layout/vList5"/>
    <dgm:cxn modelId="{BA435351-0375-4F48-8F4A-67246041742E}" type="presOf" srcId="{2D2A95D9-DF54-4340-967C-4206583A278C}" destId="{F10B9A25-6563-41DF-A996-84F6872DDC4E}" srcOrd="0" destOrd="1" presId="urn:microsoft.com/office/officeart/2005/8/layout/vList5"/>
    <dgm:cxn modelId="{1A37AA56-79DA-4841-852C-7BEA8BBBB7C0}" type="presOf" srcId="{D79EE454-DFE4-4734-AD93-94A1D33BC6BE}" destId="{1981FC7E-F96A-4DD0-8FC2-855616DEACE2}" srcOrd="0" destOrd="0" presId="urn:microsoft.com/office/officeart/2005/8/layout/vList5"/>
    <dgm:cxn modelId="{A0B3A986-BB7A-4126-B1D6-2E2249B18C55}" srcId="{D79EE454-DFE4-4734-AD93-94A1D33BC6BE}" destId="{85356D0E-21B1-44D7-9EF2-37DFA69B3B57}" srcOrd="1" destOrd="0" parTransId="{162EFE60-495F-4551-A1C9-A61AF30EE34F}" sibTransId="{FE738957-6B77-4103-8FAE-25CDE8EE45B1}"/>
    <dgm:cxn modelId="{4918AFAA-3989-47B8-9631-4256F42E177C}" srcId="{0C965A25-F6D4-4100-AF73-3D86839093ED}" destId="{2F270560-5E93-4840-9BA8-AF16CFD92C80}" srcOrd="0" destOrd="0" parTransId="{63BC4147-53D6-4B88-9A78-6A372ED9C4B1}" sibTransId="{A61F853E-7F6B-47AA-A298-79203EAE66AF}"/>
    <dgm:cxn modelId="{CCFB34AE-3667-48D7-B618-6BB090A52320}" type="presOf" srcId="{6B7E7D7B-E250-4E4E-8D83-2A30CDDC4201}" destId="{F10B9A25-6563-41DF-A996-84F6872DDC4E}" srcOrd="0" destOrd="0" presId="urn:microsoft.com/office/officeart/2005/8/layout/vList5"/>
    <dgm:cxn modelId="{6B27C8C7-CFB6-4FC9-9232-0749CB7F92A9}" srcId="{D79EE454-DFE4-4734-AD93-94A1D33BC6BE}" destId="{D45D11E1-E8A1-4842-B062-673AEEB180DE}" srcOrd="0" destOrd="0" parTransId="{74363C10-68AB-4A55-9FED-D8A13703C37E}" sibTransId="{A992CE0D-BA86-4927-A291-E5EB8FA0CC97}"/>
    <dgm:cxn modelId="{68B611CB-F205-40E8-A14F-1F9FE70F0114}" srcId="{0C965A25-F6D4-4100-AF73-3D86839093ED}" destId="{EAF710FF-2FAF-47AE-AADD-329CA16452AD}" srcOrd="1" destOrd="0" parTransId="{8D41E855-7E05-4231-9752-8EF1090EA19D}" sibTransId="{E7114820-F9BE-4404-B8C1-350F49BF31EC}"/>
    <dgm:cxn modelId="{92BB0FD9-3122-4111-9F64-277FF5D2C9CE}" type="presOf" srcId="{AFF0D593-7C5D-494A-9CCF-76473642EFF8}" destId="{355F98BB-4A5F-4AE7-A382-1AEA33C376D6}" srcOrd="0" destOrd="1" presId="urn:microsoft.com/office/officeart/2005/8/layout/vList5"/>
    <dgm:cxn modelId="{6564F0DC-CB21-4BAC-BCE3-BE6E6EB9F400}" type="presOf" srcId="{85356D0E-21B1-44D7-9EF2-37DFA69B3B57}" destId="{D38CA2C3-C37F-4CF1-B7F7-174C448B4E2C}" srcOrd="0" destOrd="1" presId="urn:microsoft.com/office/officeart/2005/8/layout/vList5"/>
    <dgm:cxn modelId="{F812DA7C-FDED-4050-A33C-DF4BF830352F}" type="presParOf" srcId="{2169EA7D-0ED1-4FFA-A0C3-C72CDC35D4F8}" destId="{691691B4-A879-412A-9285-C5CBEDF50B6F}" srcOrd="0" destOrd="0" presId="urn:microsoft.com/office/officeart/2005/8/layout/vList5"/>
    <dgm:cxn modelId="{0B0EAAD4-810B-465C-AABC-82FB96C52C82}" type="presParOf" srcId="{691691B4-A879-412A-9285-C5CBEDF50B6F}" destId="{F24BA2B7-C660-4E99-83C6-EA67DE575D2E}" srcOrd="0" destOrd="0" presId="urn:microsoft.com/office/officeart/2005/8/layout/vList5"/>
    <dgm:cxn modelId="{CDE7E6CF-BC08-4AA4-96D2-EE4420E7989E}" type="presParOf" srcId="{691691B4-A879-412A-9285-C5CBEDF50B6F}" destId="{355F98BB-4A5F-4AE7-A382-1AEA33C376D6}" srcOrd="1" destOrd="0" presId="urn:microsoft.com/office/officeart/2005/8/layout/vList5"/>
    <dgm:cxn modelId="{AAFD2A2F-51E8-48B3-BC57-920416649633}" type="presParOf" srcId="{2169EA7D-0ED1-4FFA-A0C3-C72CDC35D4F8}" destId="{44F54152-D4CE-4780-8F62-FB497F9C4F05}" srcOrd="1" destOrd="0" presId="urn:microsoft.com/office/officeart/2005/8/layout/vList5"/>
    <dgm:cxn modelId="{9CED983B-1E40-4178-A84E-E483BF4B3D59}" type="presParOf" srcId="{2169EA7D-0ED1-4FFA-A0C3-C72CDC35D4F8}" destId="{6D0FFD2D-276B-4818-9D0C-AC24C17B9F42}" srcOrd="2" destOrd="0" presId="urn:microsoft.com/office/officeart/2005/8/layout/vList5"/>
    <dgm:cxn modelId="{A1F11121-3AE5-4F76-AC84-E5F40F5CBD42}" type="presParOf" srcId="{6D0FFD2D-276B-4818-9D0C-AC24C17B9F42}" destId="{A007B7CC-6063-4DA8-8C7A-F7A9F0E60838}" srcOrd="0" destOrd="0" presId="urn:microsoft.com/office/officeart/2005/8/layout/vList5"/>
    <dgm:cxn modelId="{4FD5FC45-938D-41AA-9703-2F67423B764C}" type="presParOf" srcId="{6D0FFD2D-276B-4818-9D0C-AC24C17B9F42}" destId="{F10B9A25-6563-41DF-A996-84F6872DDC4E}" srcOrd="1" destOrd="0" presId="urn:microsoft.com/office/officeart/2005/8/layout/vList5"/>
    <dgm:cxn modelId="{D9A5EA7A-D044-4874-8267-72A433177206}" type="presParOf" srcId="{2169EA7D-0ED1-4FFA-A0C3-C72CDC35D4F8}" destId="{F4082E1C-97AB-4E94-8922-4998C0E302BB}" srcOrd="3" destOrd="0" presId="urn:microsoft.com/office/officeart/2005/8/layout/vList5"/>
    <dgm:cxn modelId="{E8F0EC55-AE0C-4D33-813E-FE0C518525E3}" type="presParOf" srcId="{2169EA7D-0ED1-4FFA-A0C3-C72CDC35D4F8}" destId="{67BE8A6C-5C38-4F7C-8AEA-871252D8147E}" srcOrd="4" destOrd="0" presId="urn:microsoft.com/office/officeart/2005/8/layout/vList5"/>
    <dgm:cxn modelId="{1B3BD0FD-9127-403D-8921-63F7D4A55664}" type="presParOf" srcId="{67BE8A6C-5C38-4F7C-8AEA-871252D8147E}" destId="{1981FC7E-F96A-4DD0-8FC2-855616DEACE2}" srcOrd="0" destOrd="0" presId="urn:microsoft.com/office/officeart/2005/8/layout/vList5"/>
    <dgm:cxn modelId="{6C19B410-9C16-43B0-93A7-3176AC92DC05}" type="presParOf" srcId="{67BE8A6C-5C38-4F7C-8AEA-871252D8147E}" destId="{D38CA2C3-C37F-4CF1-B7F7-174C448B4E2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42FEF85-6AFA-45E4-A44E-3B323D8DCDE4}" type="doc">
      <dgm:prSet loTypeId="urn:microsoft.com/office/officeart/2005/8/layout/list1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CD3258F-1E94-4616-AE7B-16BB43CBD8B1}">
      <dgm:prSet/>
      <dgm:spPr/>
      <dgm:t>
        <a:bodyPr/>
        <a:lstStyle/>
        <a:p>
          <a:r>
            <a:rPr lang="tr-TR"/>
            <a:t>A single rogue SW is enough</a:t>
          </a:r>
          <a:endParaRPr lang="en-US"/>
        </a:p>
      </dgm:t>
    </dgm:pt>
    <dgm:pt modelId="{45995CA6-F036-4865-A26B-8B987E712E54}" type="parTrans" cxnId="{365DF2A6-1296-425B-9D26-028ECBBE1590}">
      <dgm:prSet/>
      <dgm:spPr/>
      <dgm:t>
        <a:bodyPr/>
        <a:lstStyle/>
        <a:p>
          <a:endParaRPr lang="en-US"/>
        </a:p>
      </dgm:t>
    </dgm:pt>
    <dgm:pt modelId="{99BE23CA-34CA-434C-8591-607626704FD9}" type="sibTrans" cxnId="{365DF2A6-1296-425B-9D26-028ECBBE1590}">
      <dgm:prSet/>
      <dgm:spPr/>
      <dgm:t>
        <a:bodyPr/>
        <a:lstStyle/>
        <a:p>
          <a:endParaRPr lang="en-US"/>
        </a:p>
      </dgm:t>
    </dgm:pt>
    <dgm:pt modelId="{DEFD7193-C567-4863-867B-6E608AFD66E9}">
      <dgm:prSet/>
      <dgm:spPr/>
      <dgm:t>
        <a:bodyPr/>
        <a:lstStyle/>
        <a:p>
          <a:r>
            <a:rPr lang="en-US"/>
            <a:t>A single piece of rogue</a:t>
          </a:r>
          <a:r>
            <a:rPr lang="tr-TR"/>
            <a:t> </a:t>
          </a:r>
          <a:r>
            <a:rPr lang="en-US"/>
            <a:t>software installed on your computer</a:t>
          </a:r>
        </a:p>
      </dgm:t>
    </dgm:pt>
    <dgm:pt modelId="{40F5C903-1F23-4132-9557-A597B55B684D}" type="parTrans" cxnId="{60F75B80-A6DF-4179-98D2-3245E13D764A}">
      <dgm:prSet/>
      <dgm:spPr/>
      <dgm:t>
        <a:bodyPr/>
        <a:lstStyle/>
        <a:p>
          <a:endParaRPr lang="en-US"/>
        </a:p>
      </dgm:t>
    </dgm:pt>
    <dgm:pt modelId="{1AB857DB-884B-48E5-8761-DA94567EECDC}" type="sibTrans" cxnId="{60F75B80-A6DF-4179-98D2-3245E13D764A}">
      <dgm:prSet/>
      <dgm:spPr/>
      <dgm:t>
        <a:bodyPr/>
        <a:lstStyle/>
        <a:p>
          <a:endParaRPr lang="en-US"/>
        </a:p>
      </dgm:t>
    </dgm:pt>
    <dgm:pt modelId="{7AA3A68B-0315-4AB3-86AA-3F068CCB3A21}">
      <dgm:prSet/>
      <dgm:spPr/>
      <dgm:t>
        <a:bodyPr/>
        <a:lstStyle/>
        <a:p>
          <a:r>
            <a:rPr lang="en-US"/>
            <a:t>can compromise</a:t>
          </a:r>
          <a:r>
            <a:rPr lang="tr-TR"/>
            <a:t> </a:t>
          </a:r>
          <a:r>
            <a:rPr lang="en-US"/>
            <a:t>your keyboard and files </a:t>
          </a:r>
        </a:p>
      </dgm:t>
    </dgm:pt>
    <dgm:pt modelId="{8C2DDC0E-BBB1-48D7-A54C-2C512D00D12F}" type="parTrans" cxnId="{32BE472E-2E08-4F9A-A3A1-B1E2794D699B}">
      <dgm:prSet/>
      <dgm:spPr/>
      <dgm:t>
        <a:bodyPr/>
        <a:lstStyle/>
        <a:p>
          <a:endParaRPr lang="en-US"/>
        </a:p>
      </dgm:t>
    </dgm:pt>
    <dgm:pt modelId="{BA8635F2-7EA2-4616-966D-2B2C8E125741}" type="sibTrans" cxnId="{32BE472E-2E08-4F9A-A3A1-B1E2794D699B}">
      <dgm:prSet/>
      <dgm:spPr/>
      <dgm:t>
        <a:bodyPr/>
        <a:lstStyle/>
        <a:p>
          <a:endParaRPr lang="en-US"/>
        </a:p>
      </dgm:t>
    </dgm:pt>
    <dgm:pt modelId="{84B0FB03-6839-4B27-8DB7-22AB98C15772}">
      <dgm:prSet/>
      <dgm:spPr/>
      <dgm:t>
        <a:bodyPr/>
        <a:lstStyle/>
        <a:p>
          <a:r>
            <a:rPr lang="en-US"/>
            <a:t>stealing any bitcoin stored in wallet applications</a:t>
          </a:r>
        </a:p>
      </dgm:t>
    </dgm:pt>
    <dgm:pt modelId="{B379EE26-8197-43D4-BF35-FBB9B2A7385B}" type="parTrans" cxnId="{B2EC5D2F-D704-47D7-B872-BD377D8569B2}">
      <dgm:prSet/>
      <dgm:spPr/>
      <dgm:t>
        <a:bodyPr/>
        <a:lstStyle/>
        <a:p>
          <a:endParaRPr lang="en-US"/>
        </a:p>
      </dgm:t>
    </dgm:pt>
    <dgm:pt modelId="{07F4FB94-B2C0-41B8-B5A7-3ED9DB3062BF}" type="sibTrans" cxnId="{B2EC5D2F-D704-47D7-B872-BD377D8569B2}">
      <dgm:prSet/>
      <dgm:spPr/>
      <dgm:t>
        <a:bodyPr/>
        <a:lstStyle/>
        <a:p>
          <a:endParaRPr lang="en-US"/>
        </a:p>
      </dgm:t>
    </dgm:pt>
    <dgm:pt modelId="{24E89F62-2D7C-445A-ABD2-0503E81A9901}">
      <dgm:prSet/>
      <dgm:spPr/>
      <dgm:t>
        <a:bodyPr/>
        <a:lstStyle/>
        <a:p>
          <a:r>
            <a:rPr lang="tr-TR"/>
            <a:t>To much skill and effort to keep clean</a:t>
          </a:r>
          <a:endParaRPr lang="en-US"/>
        </a:p>
      </dgm:t>
    </dgm:pt>
    <dgm:pt modelId="{74A85EF0-AE42-4A16-8589-46B8B749DA91}" type="parTrans" cxnId="{A1F50BB2-B200-41E0-ACCE-5EA269BC9606}">
      <dgm:prSet/>
      <dgm:spPr/>
      <dgm:t>
        <a:bodyPr/>
        <a:lstStyle/>
        <a:p>
          <a:endParaRPr lang="en-US"/>
        </a:p>
      </dgm:t>
    </dgm:pt>
    <dgm:pt modelId="{2D088C13-D1C4-4606-90C1-F537A9CA3D7A}" type="sibTrans" cxnId="{A1F50BB2-B200-41E0-ACCE-5EA269BC9606}">
      <dgm:prSet/>
      <dgm:spPr/>
      <dgm:t>
        <a:bodyPr/>
        <a:lstStyle/>
        <a:p>
          <a:endParaRPr lang="en-US"/>
        </a:p>
      </dgm:t>
    </dgm:pt>
    <dgm:pt modelId="{3F7F640F-2092-4D98-9C95-2FA23CE86146}">
      <dgm:prSet/>
      <dgm:spPr/>
      <dgm:t>
        <a:bodyPr/>
        <a:lstStyle/>
        <a:p>
          <a:r>
            <a:rPr lang="tr-TR"/>
            <a:t>The level of </a:t>
          </a:r>
          <a:r>
            <a:rPr lang="en-US"/>
            <a:t>computer maintenance required </a:t>
          </a:r>
        </a:p>
      </dgm:t>
    </dgm:pt>
    <dgm:pt modelId="{CF39C68A-283E-49DC-81A2-108A494DA587}" type="parTrans" cxnId="{DE9A4D9B-DC66-4F57-A574-502C6EE7EAA7}">
      <dgm:prSet/>
      <dgm:spPr/>
      <dgm:t>
        <a:bodyPr/>
        <a:lstStyle/>
        <a:p>
          <a:endParaRPr lang="en-US"/>
        </a:p>
      </dgm:t>
    </dgm:pt>
    <dgm:pt modelId="{8B031B39-DD21-451B-AD1E-333EC0A9CC30}" type="sibTrans" cxnId="{DE9A4D9B-DC66-4F57-A574-502C6EE7EAA7}">
      <dgm:prSet/>
      <dgm:spPr/>
      <dgm:t>
        <a:bodyPr/>
        <a:lstStyle/>
        <a:p>
          <a:endParaRPr lang="en-US"/>
        </a:p>
      </dgm:t>
    </dgm:pt>
    <dgm:pt modelId="{EF9E0384-CAE6-48F9-A11D-2F68B33F3EF0}">
      <dgm:prSet/>
      <dgm:spPr/>
      <dgm:t>
        <a:bodyPr/>
        <a:lstStyle/>
        <a:p>
          <a:r>
            <a:rPr lang="en-US"/>
            <a:t>to keep a computer virus-free and trojan-free</a:t>
          </a:r>
        </a:p>
      </dgm:t>
    </dgm:pt>
    <dgm:pt modelId="{75736409-38AD-411D-AAC8-5A4A4DE74377}" type="parTrans" cxnId="{7A08602E-BB8A-47C6-8615-DDB0A7CB957C}">
      <dgm:prSet/>
      <dgm:spPr/>
      <dgm:t>
        <a:bodyPr/>
        <a:lstStyle/>
        <a:p>
          <a:endParaRPr lang="en-US"/>
        </a:p>
      </dgm:t>
    </dgm:pt>
    <dgm:pt modelId="{03620638-3BE3-4BE5-AFD6-02AA838C109A}" type="sibTrans" cxnId="{7A08602E-BB8A-47C6-8615-DDB0A7CB957C}">
      <dgm:prSet/>
      <dgm:spPr/>
      <dgm:t>
        <a:bodyPr/>
        <a:lstStyle/>
        <a:p>
          <a:endParaRPr lang="en-US"/>
        </a:p>
      </dgm:t>
    </dgm:pt>
    <dgm:pt modelId="{35DC50FF-407D-4E7F-A24F-EAEA417283C9}">
      <dgm:prSet/>
      <dgm:spPr/>
      <dgm:t>
        <a:bodyPr/>
        <a:lstStyle/>
        <a:p>
          <a:r>
            <a:rPr lang="en-US"/>
            <a:t>is</a:t>
          </a:r>
          <a:r>
            <a:rPr lang="tr-TR"/>
            <a:t> </a:t>
          </a:r>
          <a:r>
            <a:rPr lang="en-US"/>
            <a:t>beyond the skill level of </a:t>
          </a:r>
          <a:r>
            <a:rPr lang="tr-TR"/>
            <a:t>many typical end user</a:t>
          </a:r>
          <a:endParaRPr lang="en-US"/>
        </a:p>
      </dgm:t>
    </dgm:pt>
    <dgm:pt modelId="{45D23500-ADCD-43D3-918A-679CD35F9311}" type="parTrans" cxnId="{0C208E8A-7765-44CA-BD3E-6B827E4601E6}">
      <dgm:prSet/>
      <dgm:spPr/>
      <dgm:t>
        <a:bodyPr/>
        <a:lstStyle/>
        <a:p>
          <a:endParaRPr lang="en-US"/>
        </a:p>
      </dgm:t>
    </dgm:pt>
    <dgm:pt modelId="{95F54E84-F69D-41DE-ABA0-68EC61B3055F}" type="sibTrans" cxnId="{0C208E8A-7765-44CA-BD3E-6B827E4601E6}">
      <dgm:prSet/>
      <dgm:spPr/>
      <dgm:t>
        <a:bodyPr/>
        <a:lstStyle/>
        <a:p>
          <a:endParaRPr lang="en-US"/>
        </a:p>
      </dgm:t>
    </dgm:pt>
    <dgm:pt modelId="{107E095E-3B9E-420D-AE9F-7BC318C0BBFD}" type="pres">
      <dgm:prSet presAssocID="{142FEF85-6AFA-45E4-A44E-3B323D8DCDE4}" presName="linear" presStyleCnt="0">
        <dgm:presLayoutVars>
          <dgm:dir/>
          <dgm:animLvl val="lvl"/>
          <dgm:resizeHandles val="exact"/>
        </dgm:presLayoutVars>
      </dgm:prSet>
      <dgm:spPr/>
    </dgm:pt>
    <dgm:pt modelId="{DB08E823-A994-4961-A6E6-1E777D7B09BC}" type="pres">
      <dgm:prSet presAssocID="{3CD3258F-1E94-4616-AE7B-16BB43CBD8B1}" presName="parentLin" presStyleCnt="0"/>
      <dgm:spPr/>
    </dgm:pt>
    <dgm:pt modelId="{D7847FB9-BFE7-4AD6-9F7E-8BD98782DA6A}" type="pres">
      <dgm:prSet presAssocID="{3CD3258F-1E94-4616-AE7B-16BB43CBD8B1}" presName="parentLeftMargin" presStyleLbl="node1" presStyleIdx="0" presStyleCnt="2"/>
      <dgm:spPr/>
    </dgm:pt>
    <dgm:pt modelId="{44360B79-6F24-4A5A-9B1D-6BD7C2AD0547}" type="pres">
      <dgm:prSet presAssocID="{3CD3258F-1E94-4616-AE7B-16BB43CBD8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554E44E-0A7A-40DA-9300-FC42F7EA456E}" type="pres">
      <dgm:prSet presAssocID="{3CD3258F-1E94-4616-AE7B-16BB43CBD8B1}" presName="negativeSpace" presStyleCnt="0"/>
      <dgm:spPr/>
    </dgm:pt>
    <dgm:pt modelId="{A39CE74F-B8D1-4123-9309-85D9BFE35BB9}" type="pres">
      <dgm:prSet presAssocID="{3CD3258F-1E94-4616-AE7B-16BB43CBD8B1}" presName="childText" presStyleLbl="conFgAcc1" presStyleIdx="0" presStyleCnt="2">
        <dgm:presLayoutVars>
          <dgm:bulletEnabled val="1"/>
        </dgm:presLayoutVars>
      </dgm:prSet>
      <dgm:spPr/>
    </dgm:pt>
    <dgm:pt modelId="{1AFEDEA2-A2A2-4D85-ACA9-872BA3CD673E}" type="pres">
      <dgm:prSet presAssocID="{99BE23CA-34CA-434C-8591-607626704FD9}" presName="spaceBetweenRectangles" presStyleCnt="0"/>
      <dgm:spPr/>
    </dgm:pt>
    <dgm:pt modelId="{E5515BC8-FB26-43B8-8EC9-6DA5C194353F}" type="pres">
      <dgm:prSet presAssocID="{24E89F62-2D7C-445A-ABD2-0503E81A9901}" presName="parentLin" presStyleCnt="0"/>
      <dgm:spPr/>
    </dgm:pt>
    <dgm:pt modelId="{D9760FB1-6D0F-4047-B664-969541A3A499}" type="pres">
      <dgm:prSet presAssocID="{24E89F62-2D7C-445A-ABD2-0503E81A9901}" presName="parentLeftMargin" presStyleLbl="node1" presStyleIdx="0" presStyleCnt="2"/>
      <dgm:spPr/>
    </dgm:pt>
    <dgm:pt modelId="{8749403B-3A1C-4266-ADDF-D1236DFEA1AE}" type="pres">
      <dgm:prSet presAssocID="{24E89F62-2D7C-445A-ABD2-0503E81A990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698083E-67C9-4CAF-A21B-E81E434B7CA6}" type="pres">
      <dgm:prSet presAssocID="{24E89F62-2D7C-445A-ABD2-0503E81A9901}" presName="negativeSpace" presStyleCnt="0"/>
      <dgm:spPr/>
    </dgm:pt>
    <dgm:pt modelId="{76922B1D-E874-4ABB-8BAC-CA720F316991}" type="pres">
      <dgm:prSet presAssocID="{24E89F62-2D7C-445A-ABD2-0503E81A990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DC21921-0FCA-4AB6-955A-B971DD6821DB}" type="presOf" srcId="{24E89F62-2D7C-445A-ABD2-0503E81A9901}" destId="{D9760FB1-6D0F-4047-B664-969541A3A499}" srcOrd="0" destOrd="0" presId="urn:microsoft.com/office/officeart/2005/8/layout/list1"/>
    <dgm:cxn modelId="{7A08602E-BB8A-47C6-8615-DDB0A7CB957C}" srcId="{24E89F62-2D7C-445A-ABD2-0503E81A9901}" destId="{EF9E0384-CAE6-48F9-A11D-2F68B33F3EF0}" srcOrd="1" destOrd="0" parTransId="{75736409-38AD-411D-AAC8-5A4A4DE74377}" sibTransId="{03620638-3BE3-4BE5-AFD6-02AA838C109A}"/>
    <dgm:cxn modelId="{32BE472E-2E08-4F9A-A3A1-B1E2794D699B}" srcId="{3CD3258F-1E94-4616-AE7B-16BB43CBD8B1}" destId="{7AA3A68B-0315-4AB3-86AA-3F068CCB3A21}" srcOrd="1" destOrd="0" parTransId="{8C2DDC0E-BBB1-48D7-A54C-2C512D00D12F}" sibTransId="{BA8635F2-7EA2-4616-966D-2B2C8E125741}"/>
    <dgm:cxn modelId="{B2EC5D2F-D704-47D7-B872-BD377D8569B2}" srcId="{3CD3258F-1E94-4616-AE7B-16BB43CBD8B1}" destId="{84B0FB03-6839-4B27-8DB7-22AB98C15772}" srcOrd="2" destOrd="0" parTransId="{B379EE26-8197-43D4-BF35-FBB9B2A7385B}" sibTransId="{07F4FB94-B2C0-41B8-B5A7-3ED9DB3062BF}"/>
    <dgm:cxn modelId="{A0E5B466-0838-4790-B282-3BD959407FD0}" type="presOf" srcId="{3CD3258F-1E94-4616-AE7B-16BB43CBD8B1}" destId="{44360B79-6F24-4A5A-9B1D-6BD7C2AD0547}" srcOrd="1" destOrd="0" presId="urn:microsoft.com/office/officeart/2005/8/layout/list1"/>
    <dgm:cxn modelId="{45DB4E4F-FA27-4825-BF22-A186195C24F7}" type="presOf" srcId="{24E89F62-2D7C-445A-ABD2-0503E81A9901}" destId="{8749403B-3A1C-4266-ADDF-D1236DFEA1AE}" srcOrd="1" destOrd="0" presId="urn:microsoft.com/office/officeart/2005/8/layout/list1"/>
    <dgm:cxn modelId="{1531ED54-0EC6-4428-929E-62ACDA961005}" type="presOf" srcId="{84B0FB03-6839-4B27-8DB7-22AB98C15772}" destId="{A39CE74F-B8D1-4123-9309-85D9BFE35BB9}" srcOrd="0" destOrd="2" presId="urn:microsoft.com/office/officeart/2005/8/layout/list1"/>
    <dgm:cxn modelId="{0C6DAD57-746E-4D1D-B5EE-C008061FA665}" type="presOf" srcId="{3F7F640F-2092-4D98-9C95-2FA23CE86146}" destId="{76922B1D-E874-4ABB-8BAC-CA720F316991}" srcOrd="0" destOrd="0" presId="urn:microsoft.com/office/officeart/2005/8/layout/list1"/>
    <dgm:cxn modelId="{60F75B80-A6DF-4179-98D2-3245E13D764A}" srcId="{3CD3258F-1E94-4616-AE7B-16BB43CBD8B1}" destId="{DEFD7193-C567-4863-867B-6E608AFD66E9}" srcOrd="0" destOrd="0" parTransId="{40F5C903-1F23-4132-9557-A597B55B684D}" sibTransId="{1AB857DB-884B-48E5-8761-DA94567EECDC}"/>
    <dgm:cxn modelId="{0C208E8A-7765-44CA-BD3E-6B827E4601E6}" srcId="{24E89F62-2D7C-445A-ABD2-0503E81A9901}" destId="{35DC50FF-407D-4E7F-A24F-EAEA417283C9}" srcOrd="2" destOrd="0" parTransId="{45D23500-ADCD-43D3-918A-679CD35F9311}" sibTransId="{95F54E84-F69D-41DE-ABA0-68EC61B3055F}"/>
    <dgm:cxn modelId="{07310C94-4041-4E06-A770-A35186F5447A}" type="presOf" srcId="{EF9E0384-CAE6-48F9-A11D-2F68B33F3EF0}" destId="{76922B1D-E874-4ABB-8BAC-CA720F316991}" srcOrd="0" destOrd="1" presId="urn:microsoft.com/office/officeart/2005/8/layout/list1"/>
    <dgm:cxn modelId="{DE9A4D9B-DC66-4F57-A574-502C6EE7EAA7}" srcId="{24E89F62-2D7C-445A-ABD2-0503E81A9901}" destId="{3F7F640F-2092-4D98-9C95-2FA23CE86146}" srcOrd="0" destOrd="0" parTransId="{CF39C68A-283E-49DC-81A2-108A494DA587}" sibTransId="{8B031B39-DD21-451B-AD1E-333EC0A9CC30}"/>
    <dgm:cxn modelId="{04AFB69D-79E3-489B-AC3C-C41F85281A8D}" type="presOf" srcId="{142FEF85-6AFA-45E4-A44E-3B323D8DCDE4}" destId="{107E095E-3B9E-420D-AE9F-7BC318C0BBFD}" srcOrd="0" destOrd="0" presId="urn:microsoft.com/office/officeart/2005/8/layout/list1"/>
    <dgm:cxn modelId="{365DF2A6-1296-425B-9D26-028ECBBE1590}" srcId="{142FEF85-6AFA-45E4-A44E-3B323D8DCDE4}" destId="{3CD3258F-1E94-4616-AE7B-16BB43CBD8B1}" srcOrd="0" destOrd="0" parTransId="{45995CA6-F036-4865-A26B-8B987E712E54}" sibTransId="{99BE23CA-34CA-434C-8591-607626704FD9}"/>
    <dgm:cxn modelId="{A1F50BB2-B200-41E0-ACCE-5EA269BC9606}" srcId="{142FEF85-6AFA-45E4-A44E-3B323D8DCDE4}" destId="{24E89F62-2D7C-445A-ABD2-0503E81A9901}" srcOrd="1" destOrd="0" parTransId="{74A85EF0-AE42-4A16-8589-46B8B749DA91}" sibTransId="{2D088C13-D1C4-4606-90C1-F537A9CA3D7A}"/>
    <dgm:cxn modelId="{C6E8C1CF-69B0-4735-A06E-1A3AC47421E5}" type="presOf" srcId="{7AA3A68B-0315-4AB3-86AA-3F068CCB3A21}" destId="{A39CE74F-B8D1-4123-9309-85D9BFE35BB9}" srcOrd="0" destOrd="1" presId="urn:microsoft.com/office/officeart/2005/8/layout/list1"/>
    <dgm:cxn modelId="{5D155BEA-4697-4117-AE8A-C227A47C944C}" type="presOf" srcId="{3CD3258F-1E94-4616-AE7B-16BB43CBD8B1}" destId="{D7847FB9-BFE7-4AD6-9F7E-8BD98782DA6A}" srcOrd="0" destOrd="0" presId="urn:microsoft.com/office/officeart/2005/8/layout/list1"/>
    <dgm:cxn modelId="{CFC151FA-8B50-4FE6-82A5-403635B4DA9E}" type="presOf" srcId="{35DC50FF-407D-4E7F-A24F-EAEA417283C9}" destId="{76922B1D-E874-4ABB-8BAC-CA720F316991}" srcOrd="0" destOrd="2" presId="urn:microsoft.com/office/officeart/2005/8/layout/list1"/>
    <dgm:cxn modelId="{185587FF-AE60-45C9-9C93-6C95AE237284}" type="presOf" srcId="{DEFD7193-C567-4863-867B-6E608AFD66E9}" destId="{A39CE74F-B8D1-4123-9309-85D9BFE35BB9}" srcOrd="0" destOrd="0" presId="urn:microsoft.com/office/officeart/2005/8/layout/list1"/>
    <dgm:cxn modelId="{681A677C-7878-49FE-A679-049E05A71B73}" type="presParOf" srcId="{107E095E-3B9E-420D-AE9F-7BC318C0BBFD}" destId="{DB08E823-A994-4961-A6E6-1E777D7B09BC}" srcOrd="0" destOrd="0" presId="urn:microsoft.com/office/officeart/2005/8/layout/list1"/>
    <dgm:cxn modelId="{47BB5B4F-7517-4E5D-9DA4-F85564701FAE}" type="presParOf" srcId="{DB08E823-A994-4961-A6E6-1E777D7B09BC}" destId="{D7847FB9-BFE7-4AD6-9F7E-8BD98782DA6A}" srcOrd="0" destOrd="0" presId="urn:microsoft.com/office/officeart/2005/8/layout/list1"/>
    <dgm:cxn modelId="{88357F50-6831-490C-AB16-2BF619383D71}" type="presParOf" srcId="{DB08E823-A994-4961-A6E6-1E777D7B09BC}" destId="{44360B79-6F24-4A5A-9B1D-6BD7C2AD0547}" srcOrd="1" destOrd="0" presId="urn:microsoft.com/office/officeart/2005/8/layout/list1"/>
    <dgm:cxn modelId="{1400DFA4-8403-45C3-9383-CB2514D74FD6}" type="presParOf" srcId="{107E095E-3B9E-420D-AE9F-7BC318C0BBFD}" destId="{A554E44E-0A7A-40DA-9300-FC42F7EA456E}" srcOrd="1" destOrd="0" presId="urn:microsoft.com/office/officeart/2005/8/layout/list1"/>
    <dgm:cxn modelId="{90810429-6052-4C58-B14D-2425B0A50752}" type="presParOf" srcId="{107E095E-3B9E-420D-AE9F-7BC318C0BBFD}" destId="{A39CE74F-B8D1-4123-9309-85D9BFE35BB9}" srcOrd="2" destOrd="0" presId="urn:microsoft.com/office/officeart/2005/8/layout/list1"/>
    <dgm:cxn modelId="{166520E9-148E-4186-AEF5-0D9B629F6ABA}" type="presParOf" srcId="{107E095E-3B9E-420D-AE9F-7BC318C0BBFD}" destId="{1AFEDEA2-A2A2-4D85-ACA9-872BA3CD673E}" srcOrd="3" destOrd="0" presId="urn:microsoft.com/office/officeart/2005/8/layout/list1"/>
    <dgm:cxn modelId="{F9834FE6-7A19-4AA4-9D8D-798E2A4372BD}" type="presParOf" srcId="{107E095E-3B9E-420D-AE9F-7BC318C0BBFD}" destId="{E5515BC8-FB26-43B8-8EC9-6DA5C194353F}" srcOrd="4" destOrd="0" presId="urn:microsoft.com/office/officeart/2005/8/layout/list1"/>
    <dgm:cxn modelId="{8F2AFB51-0BFB-4D9C-AC6D-A86B84F17B06}" type="presParOf" srcId="{E5515BC8-FB26-43B8-8EC9-6DA5C194353F}" destId="{D9760FB1-6D0F-4047-B664-969541A3A499}" srcOrd="0" destOrd="0" presId="urn:microsoft.com/office/officeart/2005/8/layout/list1"/>
    <dgm:cxn modelId="{8ED35851-44F2-4484-A01F-8D68A3A21159}" type="presParOf" srcId="{E5515BC8-FB26-43B8-8EC9-6DA5C194353F}" destId="{8749403B-3A1C-4266-ADDF-D1236DFEA1AE}" srcOrd="1" destOrd="0" presId="urn:microsoft.com/office/officeart/2005/8/layout/list1"/>
    <dgm:cxn modelId="{6F85E842-C818-4CEB-B184-EC0DFC61CB25}" type="presParOf" srcId="{107E095E-3B9E-420D-AE9F-7BC318C0BBFD}" destId="{A698083E-67C9-4CAF-A21B-E81E434B7CA6}" srcOrd="5" destOrd="0" presId="urn:microsoft.com/office/officeart/2005/8/layout/list1"/>
    <dgm:cxn modelId="{6A8864BD-B122-431A-9654-27CEDF99019B}" type="presParOf" srcId="{107E095E-3B9E-420D-AE9F-7BC318C0BBFD}" destId="{76922B1D-E874-4ABB-8BAC-CA720F3169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D4C5465-2852-4942-A295-EB6FD7F18CB6}" type="doc">
      <dgm:prSet loTypeId="urn:microsoft.com/office/officeart/2005/8/layout/vList5" loCatId="list" qsTypeId="urn:microsoft.com/office/officeart/2005/8/quickstyle/simple2" qsCatId="simple" csTypeId="urn:microsoft.com/office/officeart/2005/8/colors/accent6_1" csCatId="accent6"/>
      <dgm:spPr/>
      <dgm:t>
        <a:bodyPr/>
        <a:lstStyle/>
        <a:p>
          <a:endParaRPr lang="en-US"/>
        </a:p>
      </dgm:t>
    </dgm:pt>
    <dgm:pt modelId="{B3702603-D669-4883-9DFE-37F057953F09}">
      <dgm:prSet/>
      <dgm:spPr/>
      <dgm:t>
        <a:bodyPr/>
        <a:lstStyle/>
        <a:p>
          <a:r>
            <a:rPr lang="tr-TR"/>
            <a:t>digital assets are vulnarable</a:t>
          </a:r>
          <a:endParaRPr lang="en-US"/>
        </a:p>
      </dgm:t>
    </dgm:pt>
    <dgm:pt modelId="{4FF6BDF2-6036-4B68-B2AE-770AC7BE9EB3}" type="parTrans" cxnId="{88E2F464-6270-413C-B5F9-B22C288E948A}">
      <dgm:prSet/>
      <dgm:spPr/>
      <dgm:t>
        <a:bodyPr/>
        <a:lstStyle/>
        <a:p>
          <a:endParaRPr lang="en-US"/>
        </a:p>
      </dgm:t>
    </dgm:pt>
    <dgm:pt modelId="{ACFCAA21-35A6-4037-9285-361E28F9AE67}" type="sibTrans" cxnId="{88E2F464-6270-413C-B5F9-B22C288E948A}">
      <dgm:prSet/>
      <dgm:spPr/>
      <dgm:t>
        <a:bodyPr/>
        <a:lstStyle/>
        <a:p>
          <a:endParaRPr lang="en-US"/>
        </a:p>
      </dgm:t>
    </dgm:pt>
    <dgm:pt modelId="{CAD2D006-E0E2-4E18-8D7F-4BEB4C65C33B}">
      <dgm:prSet/>
      <dgm:spPr/>
      <dgm:t>
        <a:bodyPr/>
        <a:lstStyle/>
        <a:p>
          <a:r>
            <a:rPr lang="en-US"/>
            <a:t>digital assets</a:t>
          </a:r>
          <a:r>
            <a:rPr lang="tr-TR"/>
            <a:t> </a:t>
          </a:r>
          <a:r>
            <a:rPr lang="en-US"/>
            <a:t>are still woefully vulnerable</a:t>
          </a:r>
        </a:p>
      </dgm:t>
    </dgm:pt>
    <dgm:pt modelId="{870F81AB-F5F5-49E9-AB56-E61326769D97}" type="parTrans" cxnId="{192B3C18-E452-4D64-880D-28F0828BE236}">
      <dgm:prSet/>
      <dgm:spPr/>
      <dgm:t>
        <a:bodyPr/>
        <a:lstStyle/>
        <a:p>
          <a:endParaRPr lang="en-US"/>
        </a:p>
      </dgm:t>
    </dgm:pt>
    <dgm:pt modelId="{3378A748-EA5D-4FBA-874E-11DB7D833098}" type="sibTrans" cxnId="{192B3C18-E452-4D64-880D-28F0828BE236}">
      <dgm:prSet/>
      <dgm:spPr/>
      <dgm:t>
        <a:bodyPr/>
        <a:lstStyle/>
        <a:p>
          <a:endParaRPr lang="en-US"/>
        </a:p>
      </dgm:t>
    </dgm:pt>
    <dgm:pt modelId="{0A1E2B18-059B-4C56-88EF-3F5CB646CAA8}">
      <dgm:prSet/>
      <dgm:spPr/>
      <dgm:t>
        <a:bodyPr/>
        <a:lstStyle/>
        <a:p>
          <a:r>
            <a:rPr lang="en-US"/>
            <a:t>Despite decades of research and advancements in information security </a:t>
          </a:r>
        </a:p>
      </dgm:t>
    </dgm:pt>
    <dgm:pt modelId="{F98CCE9C-5D79-4C45-85B2-64B597AC8AC1}" type="parTrans" cxnId="{BE4CB49E-AF44-4A48-A6B4-9060C89E4D5D}">
      <dgm:prSet/>
      <dgm:spPr/>
      <dgm:t>
        <a:bodyPr/>
        <a:lstStyle/>
        <a:p>
          <a:endParaRPr lang="en-US"/>
        </a:p>
      </dgm:t>
    </dgm:pt>
    <dgm:pt modelId="{58A12276-6E84-4C7A-85BE-78EE34372369}" type="sibTrans" cxnId="{BE4CB49E-AF44-4A48-A6B4-9060C89E4D5D}">
      <dgm:prSet/>
      <dgm:spPr/>
      <dgm:t>
        <a:bodyPr/>
        <a:lstStyle/>
        <a:p>
          <a:endParaRPr lang="en-US"/>
        </a:p>
      </dgm:t>
    </dgm:pt>
    <dgm:pt modelId="{4E6D4AAD-F098-409E-AC09-5BF34F8566C2}">
      <dgm:prSet/>
      <dgm:spPr/>
      <dgm:t>
        <a:bodyPr/>
        <a:lstStyle/>
        <a:p>
          <a:r>
            <a:rPr lang="tr-TR"/>
            <a:t>Protection is not enough</a:t>
          </a:r>
          <a:endParaRPr lang="en-US"/>
        </a:p>
      </dgm:t>
    </dgm:pt>
    <dgm:pt modelId="{266F569F-98E2-4DF1-984B-CE916952BEB9}" type="parTrans" cxnId="{C090715C-1813-49BC-99B3-DDDDAAF289EA}">
      <dgm:prSet/>
      <dgm:spPr/>
      <dgm:t>
        <a:bodyPr/>
        <a:lstStyle/>
        <a:p>
          <a:endParaRPr lang="en-US"/>
        </a:p>
      </dgm:t>
    </dgm:pt>
    <dgm:pt modelId="{1BA9EA15-7A49-4D34-9BB0-EFAABC7A6D53}" type="sibTrans" cxnId="{C090715C-1813-49BC-99B3-DDDDAAF289EA}">
      <dgm:prSet/>
      <dgm:spPr/>
      <dgm:t>
        <a:bodyPr/>
        <a:lstStyle/>
        <a:p>
          <a:endParaRPr lang="en-US"/>
        </a:p>
      </dgm:t>
    </dgm:pt>
    <dgm:pt modelId="{259D4B64-624D-4C21-BD61-513D5109F3AB}">
      <dgm:prSet/>
      <dgm:spPr/>
      <dgm:t>
        <a:bodyPr/>
        <a:lstStyle/>
        <a:p>
          <a:r>
            <a:rPr lang="en-US"/>
            <a:t>Even the most highly protected</a:t>
          </a:r>
          <a:r>
            <a:rPr lang="tr-TR"/>
            <a:t> </a:t>
          </a:r>
          <a:r>
            <a:rPr lang="en-US"/>
            <a:t>and restricted systems</a:t>
          </a:r>
          <a:r>
            <a:rPr lang="tr-TR"/>
            <a:t> </a:t>
          </a:r>
          <a:endParaRPr lang="en-US"/>
        </a:p>
      </dgm:t>
    </dgm:pt>
    <dgm:pt modelId="{418C286D-84FD-4C17-930F-9E2F15D2BBD2}" type="parTrans" cxnId="{52BE343F-5927-4317-B93B-3AF0CABE2DCD}">
      <dgm:prSet/>
      <dgm:spPr/>
      <dgm:t>
        <a:bodyPr/>
        <a:lstStyle/>
        <a:p>
          <a:endParaRPr lang="en-US"/>
        </a:p>
      </dgm:t>
    </dgm:pt>
    <dgm:pt modelId="{B6BD5BAB-3F71-4D0F-BCF3-EA6762ED4E91}" type="sibTrans" cxnId="{52BE343F-5927-4317-B93B-3AF0CABE2DCD}">
      <dgm:prSet/>
      <dgm:spPr/>
      <dgm:t>
        <a:bodyPr/>
        <a:lstStyle/>
        <a:p>
          <a:endParaRPr lang="en-US"/>
        </a:p>
      </dgm:t>
    </dgm:pt>
    <dgm:pt modelId="{CF2F5DDF-3DB6-4C44-8C21-F212FF5CA20B}">
      <dgm:prSet/>
      <dgm:spPr/>
      <dgm:t>
        <a:bodyPr/>
        <a:lstStyle/>
        <a:p>
          <a:r>
            <a:rPr lang="en-US"/>
            <a:t>are frequently breached</a:t>
          </a:r>
        </a:p>
      </dgm:t>
    </dgm:pt>
    <dgm:pt modelId="{A3BFED87-2081-4042-AE83-EACBF4D20060}" type="parTrans" cxnId="{3FFA2CC2-AD9D-41E2-B026-A75C5DCFB490}">
      <dgm:prSet/>
      <dgm:spPr/>
      <dgm:t>
        <a:bodyPr/>
        <a:lstStyle/>
        <a:p>
          <a:endParaRPr lang="en-US"/>
        </a:p>
      </dgm:t>
    </dgm:pt>
    <dgm:pt modelId="{D3623FC3-DE0B-4C82-9676-1A018A10BF0B}" type="sibTrans" cxnId="{3FFA2CC2-AD9D-41E2-B026-A75C5DCFB490}">
      <dgm:prSet/>
      <dgm:spPr/>
      <dgm:t>
        <a:bodyPr/>
        <a:lstStyle/>
        <a:p>
          <a:endParaRPr lang="en-US"/>
        </a:p>
      </dgm:t>
    </dgm:pt>
    <dgm:pt modelId="{2BEB9A59-B1CB-43DA-8225-96249A28F68F}">
      <dgm:prSet/>
      <dgm:spPr/>
      <dgm:t>
        <a:bodyPr/>
        <a:lstStyle/>
        <a:p>
          <a:r>
            <a:rPr lang="tr-TR"/>
            <a:t>Such as</a:t>
          </a:r>
          <a:endParaRPr lang="en-US"/>
        </a:p>
      </dgm:t>
    </dgm:pt>
    <dgm:pt modelId="{1653E9E0-CB71-43F8-9D34-5D1B1F80D42E}" type="parTrans" cxnId="{619D9350-FBFA-4061-ADA7-E3CA0F98F768}">
      <dgm:prSet/>
      <dgm:spPr/>
      <dgm:t>
        <a:bodyPr/>
        <a:lstStyle/>
        <a:p>
          <a:endParaRPr lang="en-US"/>
        </a:p>
      </dgm:t>
    </dgm:pt>
    <dgm:pt modelId="{94F6FEC0-43EA-4789-A9F5-D770FE5CB8E4}" type="sibTrans" cxnId="{619D9350-FBFA-4061-ADA7-E3CA0F98F768}">
      <dgm:prSet/>
      <dgm:spPr/>
      <dgm:t>
        <a:bodyPr/>
        <a:lstStyle/>
        <a:p>
          <a:endParaRPr lang="en-US"/>
        </a:p>
      </dgm:t>
    </dgm:pt>
    <dgm:pt modelId="{1748F644-F87C-4760-9F7B-B8B5DF3D0AA9}">
      <dgm:prSet/>
      <dgm:spPr/>
      <dgm:t>
        <a:bodyPr/>
        <a:lstStyle/>
        <a:p>
          <a:r>
            <a:rPr lang="en-US"/>
            <a:t>in financial services companies</a:t>
          </a:r>
        </a:p>
      </dgm:t>
    </dgm:pt>
    <dgm:pt modelId="{3046368E-BD9D-45D5-B0B9-1CB994B1C9A4}" type="parTrans" cxnId="{B5A6606E-FA83-446E-8D05-FCE7ECF824AC}">
      <dgm:prSet/>
      <dgm:spPr/>
      <dgm:t>
        <a:bodyPr/>
        <a:lstStyle/>
        <a:p>
          <a:endParaRPr lang="en-US"/>
        </a:p>
      </dgm:t>
    </dgm:pt>
    <dgm:pt modelId="{7D5E663A-CD65-48F1-8BF5-E7C70BB52166}" type="sibTrans" cxnId="{B5A6606E-FA83-446E-8D05-FCE7ECF824AC}">
      <dgm:prSet/>
      <dgm:spPr/>
      <dgm:t>
        <a:bodyPr/>
        <a:lstStyle/>
        <a:p>
          <a:endParaRPr lang="en-US"/>
        </a:p>
      </dgm:t>
    </dgm:pt>
    <dgm:pt modelId="{649F5293-5E20-469C-A8D0-29437F410996}">
      <dgm:prSet/>
      <dgm:spPr/>
      <dgm:t>
        <a:bodyPr/>
        <a:lstStyle/>
        <a:p>
          <a:r>
            <a:rPr lang="en-US"/>
            <a:t>intelligence agencies</a:t>
          </a:r>
        </a:p>
      </dgm:t>
    </dgm:pt>
    <dgm:pt modelId="{502F3477-7BEE-433D-84CF-A87276CD601E}" type="parTrans" cxnId="{29912C70-ACFC-4612-9A78-067D768F841C}">
      <dgm:prSet/>
      <dgm:spPr/>
      <dgm:t>
        <a:bodyPr/>
        <a:lstStyle/>
        <a:p>
          <a:endParaRPr lang="en-US"/>
        </a:p>
      </dgm:t>
    </dgm:pt>
    <dgm:pt modelId="{6072D8DF-3FFE-4FD7-B3CA-BDD02140226E}" type="sibTrans" cxnId="{29912C70-ACFC-4612-9A78-067D768F841C}">
      <dgm:prSet/>
      <dgm:spPr/>
      <dgm:t>
        <a:bodyPr/>
        <a:lstStyle/>
        <a:p>
          <a:endParaRPr lang="en-US"/>
        </a:p>
      </dgm:t>
    </dgm:pt>
    <dgm:pt modelId="{6ECFF6E9-1122-4A1F-A377-7AAA56B5E20F}">
      <dgm:prSet/>
      <dgm:spPr/>
      <dgm:t>
        <a:bodyPr/>
        <a:lstStyle/>
        <a:p>
          <a:r>
            <a:rPr lang="en-US"/>
            <a:t>defense contractors</a:t>
          </a:r>
        </a:p>
      </dgm:t>
    </dgm:pt>
    <dgm:pt modelId="{4B5BDE1C-825A-4B52-A206-ECF2F6FF8304}" type="parTrans" cxnId="{2322BA5E-E6D6-4201-BA27-226B33D629EB}">
      <dgm:prSet/>
      <dgm:spPr/>
      <dgm:t>
        <a:bodyPr/>
        <a:lstStyle/>
        <a:p>
          <a:endParaRPr lang="en-US"/>
        </a:p>
      </dgm:t>
    </dgm:pt>
    <dgm:pt modelId="{214ED4C6-92E5-4C49-A642-8566E5AE085F}" type="sibTrans" cxnId="{2322BA5E-E6D6-4201-BA27-226B33D629EB}">
      <dgm:prSet/>
      <dgm:spPr/>
      <dgm:t>
        <a:bodyPr/>
        <a:lstStyle/>
        <a:p>
          <a:endParaRPr lang="en-US"/>
        </a:p>
      </dgm:t>
    </dgm:pt>
    <dgm:pt modelId="{7302C471-ED85-4EC4-865F-1E0CA8D6D76A}" type="pres">
      <dgm:prSet presAssocID="{5D4C5465-2852-4942-A295-EB6FD7F18CB6}" presName="Name0" presStyleCnt="0">
        <dgm:presLayoutVars>
          <dgm:dir/>
          <dgm:animLvl val="lvl"/>
          <dgm:resizeHandles val="exact"/>
        </dgm:presLayoutVars>
      </dgm:prSet>
      <dgm:spPr/>
    </dgm:pt>
    <dgm:pt modelId="{508E5D67-C42A-4ECA-B0A0-1B4060830F7D}" type="pres">
      <dgm:prSet presAssocID="{B3702603-D669-4883-9DFE-37F057953F09}" presName="linNode" presStyleCnt="0"/>
      <dgm:spPr/>
    </dgm:pt>
    <dgm:pt modelId="{A83E71CB-F7AB-47DD-BAF0-43F78EA21B16}" type="pres">
      <dgm:prSet presAssocID="{B3702603-D669-4883-9DFE-37F057953F0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8590A9A-25A3-481E-AD25-9661ED295170}" type="pres">
      <dgm:prSet presAssocID="{B3702603-D669-4883-9DFE-37F057953F09}" presName="descendantText" presStyleLbl="alignAccFollowNode1" presStyleIdx="0" presStyleCnt="3">
        <dgm:presLayoutVars>
          <dgm:bulletEnabled val="1"/>
        </dgm:presLayoutVars>
      </dgm:prSet>
      <dgm:spPr/>
    </dgm:pt>
    <dgm:pt modelId="{22AD2864-5014-44FC-BD5A-C2A67870E055}" type="pres">
      <dgm:prSet presAssocID="{ACFCAA21-35A6-4037-9285-361E28F9AE67}" presName="sp" presStyleCnt="0"/>
      <dgm:spPr/>
    </dgm:pt>
    <dgm:pt modelId="{AFB118DD-1DE4-4D23-859E-A1D6E7E470EE}" type="pres">
      <dgm:prSet presAssocID="{4E6D4AAD-F098-409E-AC09-5BF34F8566C2}" presName="linNode" presStyleCnt="0"/>
      <dgm:spPr/>
    </dgm:pt>
    <dgm:pt modelId="{8760C4FB-2D8E-4B98-AD49-B1A2F8EFF802}" type="pres">
      <dgm:prSet presAssocID="{4E6D4AAD-F098-409E-AC09-5BF34F8566C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5F1150D-1C63-4163-982E-463326F7A0F1}" type="pres">
      <dgm:prSet presAssocID="{4E6D4AAD-F098-409E-AC09-5BF34F8566C2}" presName="descendantText" presStyleLbl="alignAccFollowNode1" presStyleIdx="1" presStyleCnt="3">
        <dgm:presLayoutVars>
          <dgm:bulletEnabled val="1"/>
        </dgm:presLayoutVars>
      </dgm:prSet>
      <dgm:spPr/>
    </dgm:pt>
    <dgm:pt modelId="{4E9C22A0-A46A-4BBC-9190-FBED2C83B9B5}" type="pres">
      <dgm:prSet presAssocID="{1BA9EA15-7A49-4D34-9BB0-EFAABC7A6D53}" presName="sp" presStyleCnt="0"/>
      <dgm:spPr/>
    </dgm:pt>
    <dgm:pt modelId="{887C495B-5AD8-497B-A77A-F4C093C781D5}" type="pres">
      <dgm:prSet presAssocID="{2BEB9A59-B1CB-43DA-8225-96249A28F68F}" presName="linNode" presStyleCnt="0"/>
      <dgm:spPr/>
    </dgm:pt>
    <dgm:pt modelId="{87CDBD68-813E-4793-AD75-F01D21CD781E}" type="pres">
      <dgm:prSet presAssocID="{2BEB9A59-B1CB-43DA-8225-96249A28F68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D1C99A3-97C3-4B8C-B2D0-6F82F3F2A4A5}" type="pres">
      <dgm:prSet presAssocID="{2BEB9A59-B1CB-43DA-8225-96249A28F68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592910C-868E-49F8-8A84-4767FAB51002}" type="presOf" srcId="{CF2F5DDF-3DB6-4C44-8C21-F212FF5CA20B}" destId="{B5F1150D-1C63-4163-982E-463326F7A0F1}" srcOrd="0" destOrd="1" presId="urn:microsoft.com/office/officeart/2005/8/layout/vList5"/>
    <dgm:cxn modelId="{D91C6211-7F95-43A1-9006-2A553CF474E0}" type="presOf" srcId="{B3702603-D669-4883-9DFE-37F057953F09}" destId="{A83E71CB-F7AB-47DD-BAF0-43F78EA21B16}" srcOrd="0" destOrd="0" presId="urn:microsoft.com/office/officeart/2005/8/layout/vList5"/>
    <dgm:cxn modelId="{192B3C18-E452-4D64-880D-28F0828BE236}" srcId="{B3702603-D669-4883-9DFE-37F057953F09}" destId="{CAD2D006-E0E2-4E18-8D7F-4BEB4C65C33B}" srcOrd="0" destOrd="0" parTransId="{870F81AB-F5F5-49E9-AB56-E61326769D97}" sibTransId="{3378A748-EA5D-4FBA-874E-11DB7D833098}"/>
    <dgm:cxn modelId="{2B3CFA1E-A163-4A95-8BC8-A442AC51EA97}" type="presOf" srcId="{649F5293-5E20-469C-A8D0-29437F410996}" destId="{AD1C99A3-97C3-4B8C-B2D0-6F82F3F2A4A5}" srcOrd="0" destOrd="1" presId="urn:microsoft.com/office/officeart/2005/8/layout/vList5"/>
    <dgm:cxn modelId="{974F2322-7AD6-4C34-89F1-7BF8ED26772B}" type="presOf" srcId="{CAD2D006-E0E2-4E18-8D7F-4BEB4C65C33B}" destId="{D8590A9A-25A3-481E-AD25-9661ED295170}" srcOrd="0" destOrd="0" presId="urn:microsoft.com/office/officeart/2005/8/layout/vList5"/>
    <dgm:cxn modelId="{DA8D0D2A-6EE9-47DC-B875-31797E7D1E44}" type="presOf" srcId="{1748F644-F87C-4760-9F7B-B8B5DF3D0AA9}" destId="{AD1C99A3-97C3-4B8C-B2D0-6F82F3F2A4A5}" srcOrd="0" destOrd="0" presId="urn:microsoft.com/office/officeart/2005/8/layout/vList5"/>
    <dgm:cxn modelId="{6B12873C-9B2F-42E6-85F2-8656176B9BD5}" type="presOf" srcId="{2BEB9A59-B1CB-43DA-8225-96249A28F68F}" destId="{87CDBD68-813E-4793-AD75-F01D21CD781E}" srcOrd="0" destOrd="0" presId="urn:microsoft.com/office/officeart/2005/8/layout/vList5"/>
    <dgm:cxn modelId="{52BE343F-5927-4317-B93B-3AF0CABE2DCD}" srcId="{4E6D4AAD-F098-409E-AC09-5BF34F8566C2}" destId="{259D4B64-624D-4C21-BD61-513D5109F3AB}" srcOrd="0" destOrd="0" parTransId="{418C286D-84FD-4C17-930F-9E2F15D2BBD2}" sibTransId="{B6BD5BAB-3F71-4D0F-BCF3-EA6762ED4E91}"/>
    <dgm:cxn modelId="{C090715C-1813-49BC-99B3-DDDDAAF289EA}" srcId="{5D4C5465-2852-4942-A295-EB6FD7F18CB6}" destId="{4E6D4AAD-F098-409E-AC09-5BF34F8566C2}" srcOrd="1" destOrd="0" parTransId="{266F569F-98E2-4DF1-984B-CE916952BEB9}" sibTransId="{1BA9EA15-7A49-4D34-9BB0-EFAABC7A6D53}"/>
    <dgm:cxn modelId="{2322BA5E-E6D6-4201-BA27-226B33D629EB}" srcId="{2BEB9A59-B1CB-43DA-8225-96249A28F68F}" destId="{6ECFF6E9-1122-4A1F-A377-7AAA56B5E20F}" srcOrd="2" destOrd="0" parTransId="{4B5BDE1C-825A-4B52-A206-ECF2F6FF8304}" sibTransId="{214ED4C6-92E5-4C49-A642-8566E5AE085F}"/>
    <dgm:cxn modelId="{88E2F464-6270-413C-B5F9-B22C288E948A}" srcId="{5D4C5465-2852-4942-A295-EB6FD7F18CB6}" destId="{B3702603-D669-4883-9DFE-37F057953F09}" srcOrd="0" destOrd="0" parTransId="{4FF6BDF2-6036-4B68-B2AE-770AC7BE9EB3}" sibTransId="{ACFCAA21-35A6-4037-9285-361E28F9AE67}"/>
    <dgm:cxn modelId="{1A70596A-ED7D-46F3-8B83-89FC05BA5831}" type="presOf" srcId="{0A1E2B18-059B-4C56-88EF-3F5CB646CAA8}" destId="{D8590A9A-25A3-481E-AD25-9661ED295170}" srcOrd="0" destOrd="1" presId="urn:microsoft.com/office/officeart/2005/8/layout/vList5"/>
    <dgm:cxn modelId="{B5A6606E-FA83-446E-8D05-FCE7ECF824AC}" srcId="{2BEB9A59-B1CB-43DA-8225-96249A28F68F}" destId="{1748F644-F87C-4760-9F7B-B8B5DF3D0AA9}" srcOrd="0" destOrd="0" parTransId="{3046368E-BD9D-45D5-B0B9-1CB994B1C9A4}" sibTransId="{7D5E663A-CD65-48F1-8BF5-E7C70BB52166}"/>
    <dgm:cxn modelId="{29912C70-ACFC-4612-9A78-067D768F841C}" srcId="{2BEB9A59-B1CB-43DA-8225-96249A28F68F}" destId="{649F5293-5E20-469C-A8D0-29437F410996}" srcOrd="1" destOrd="0" parTransId="{502F3477-7BEE-433D-84CF-A87276CD601E}" sibTransId="{6072D8DF-3FFE-4FD7-B3CA-BDD02140226E}"/>
    <dgm:cxn modelId="{619D9350-FBFA-4061-ADA7-E3CA0F98F768}" srcId="{5D4C5465-2852-4942-A295-EB6FD7F18CB6}" destId="{2BEB9A59-B1CB-43DA-8225-96249A28F68F}" srcOrd="2" destOrd="0" parTransId="{1653E9E0-CB71-43F8-9D34-5D1B1F80D42E}" sibTransId="{94F6FEC0-43EA-4789-A9F5-D770FE5CB8E4}"/>
    <dgm:cxn modelId="{0AD6F882-3E7E-4D22-AFC5-A4DEB348BCAC}" type="presOf" srcId="{4E6D4AAD-F098-409E-AC09-5BF34F8566C2}" destId="{8760C4FB-2D8E-4B98-AD49-B1A2F8EFF802}" srcOrd="0" destOrd="0" presId="urn:microsoft.com/office/officeart/2005/8/layout/vList5"/>
    <dgm:cxn modelId="{81E98797-8B66-4E1F-A2CA-E3B01414DCF1}" type="presOf" srcId="{259D4B64-624D-4C21-BD61-513D5109F3AB}" destId="{B5F1150D-1C63-4163-982E-463326F7A0F1}" srcOrd="0" destOrd="0" presId="urn:microsoft.com/office/officeart/2005/8/layout/vList5"/>
    <dgm:cxn modelId="{BE4CB49E-AF44-4A48-A6B4-9060C89E4D5D}" srcId="{B3702603-D669-4883-9DFE-37F057953F09}" destId="{0A1E2B18-059B-4C56-88EF-3F5CB646CAA8}" srcOrd="1" destOrd="0" parTransId="{F98CCE9C-5D79-4C45-85B2-64B597AC8AC1}" sibTransId="{58A12276-6E84-4C7A-85BE-78EE34372369}"/>
    <dgm:cxn modelId="{584F8FAA-3C8B-40F9-924F-18936D5EC476}" type="presOf" srcId="{5D4C5465-2852-4942-A295-EB6FD7F18CB6}" destId="{7302C471-ED85-4EC4-865F-1E0CA8D6D76A}" srcOrd="0" destOrd="0" presId="urn:microsoft.com/office/officeart/2005/8/layout/vList5"/>
    <dgm:cxn modelId="{3FFA2CC2-AD9D-41E2-B026-A75C5DCFB490}" srcId="{4E6D4AAD-F098-409E-AC09-5BF34F8566C2}" destId="{CF2F5DDF-3DB6-4C44-8C21-F212FF5CA20B}" srcOrd="1" destOrd="0" parTransId="{A3BFED87-2081-4042-AE83-EACBF4D20060}" sibTransId="{D3623FC3-DE0B-4C82-9676-1A018A10BF0B}"/>
    <dgm:cxn modelId="{4ABD92FF-3314-41B0-B383-7EEF6FFB8133}" type="presOf" srcId="{6ECFF6E9-1122-4A1F-A377-7AAA56B5E20F}" destId="{AD1C99A3-97C3-4B8C-B2D0-6F82F3F2A4A5}" srcOrd="0" destOrd="2" presId="urn:microsoft.com/office/officeart/2005/8/layout/vList5"/>
    <dgm:cxn modelId="{9C007EF6-0388-4273-B2F4-A4058D976EA4}" type="presParOf" srcId="{7302C471-ED85-4EC4-865F-1E0CA8D6D76A}" destId="{508E5D67-C42A-4ECA-B0A0-1B4060830F7D}" srcOrd="0" destOrd="0" presId="urn:microsoft.com/office/officeart/2005/8/layout/vList5"/>
    <dgm:cxn modelId="{EE16457F-7D6F-4A74-80CA-8DF9C683C7D3}" type="presParOf" srcId="{508E5D67-C42A-4ECA-B0A0-1B4060830F7D}" destId="{A83E71CB-F7AB-47DD-BAF0-43F78EA21B16}" srcOrd="0" destOrd="0" presId="urn:microsoft.com/office/officeart/2005/8/layout/vList5"/>
    <dgm:cxn modelId="{13FBB324-D3F1-43FF-B462-E05B7613C76A}" type="presParOf" srcId="{508E5D67-C42A-4ECA-B0A0-1B4060830F7D}" destId="{D8590A9A-25A3-481E-AD25-9661ED295170}" srcOrd="1" destOrd="0" presId="urn:microsoft.com/office/officeart/2005/8/layout/vList5"/>
    <dgm:cxn modelId="{1621AF34-ADA2-4C20-AF95-9486B5A8D9E3}" type="presParOf" srcId="{7302C471-ED85-4EC4-865F-1E0CA8D6D76A}" destId="{22AD2864-5014-44FC-BD5A-C2A67870E055}" srcOrd="1" destOrd="0" presId="urn:microsoft.com/office/officeart/2005/8/layout/vList5"/>
    <dgm:cxn modelId="{08796272-7C23-4748-9EA2-72B471710A12}" type="presParOf" srcId="{7302C471-ED85-4EC4-865F-1E0CA8D6D76A}" destId="{AFB118DD-1DE4-4D23-859E-A1D6E7E470EE}" srcOrd="2" destOrd="0" presId="urn:microsoft.com/office/officeart/2005/8/layout/vList5"/>
    <dgm:cxn modelId="{734E15C4-9493-4D65-ABB3-C1FD04E5073D}" type="presParOf" srcId="{AFB118DD-1DE4-4D23-859E-A1D6E7E470EE}" destId="{8760C4FB-2D8E-4B98-AD49-B1A2F8EFF802}" srcOrd="0" destOrd="0" presId="urn:microsoft.com/office/officeart/2005/8/layout/vList5"/>
    <dgm:cxn modelId="{EEA968A2-8FD7-4E27-B7A3-F450350782CE}" type="presParOf" srcId="{AFB118DD-1DE4-4D23-859E-A1D6E7E470EE}" destId="{B5F1150D-1C63-4163-982E-463326F7A0F1}" srcOrd="1" destOrd="0" presId="urn:microsoft.com/office/officeart/2005/8/layout/vList5"/>
    <dgm:cxn modelId="{CEE47FC5-984E-481C-9F12-471ED82FF205}" type="presParOf" srcId="{7302C471-ED85-4EC4-865F-1E0CA8D6D76A}" destId="{4E9C22A0-A46A-4BBC-9190-FBED2C83B9B5}" srcOrd="3" destOrd="0" presId="urn:microsoft.com/office/officeart/2005/8/layout/vList5"/>
    <dgm:cxn modelId="{D21EFCE1-1A39-45AD-B83E-077B92211566}" type="presParOf" srcId="{7302C471-ED85-4EC4-865F-1E0CA8D6D76A}" destId="{887C495B-5AD8-497B-A77A-F4C093C781D5}" srcOrd="4" destOrd="0" presId="urn:microsoft.com/office/officeart/2005/8/layout/vList5"/>
    <dgm:cxn modelId="{A461A30A-FF6D-48DB-AB56-4A69622D9EFE}" type="presParOf" srcId="{887C495B-5AD8-497B-A77A-F4C093C781D5}" destId="{87CDBD68-813E-4793-AD75-F01D21CD781E}" srcOrd="0" destOrd="0" presId="urn:microsoft.com/office/officeart/2005/8/layout/vList5"/>
    <dgm:cxn modelId="{2A38C07A-B02D-4DDD-B2C6-E6A6C3CF53A1}" type="presParOf" srcId="{887C495B-5AD8-497B-A77A-F4C093C781D5}" destId="{AD1C99A3-97C3-4B8C-B2D0-6F82F3F2A4A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F9491CD-2807-4CAE-B581-AEB363D3A8DB}" type="doc">
      <dgm:prSet loTypeId="urn:microsoft.com/office/officeart/2005/8/layout/vList5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50F867A7-F821-4718-AE7C-154F82904665}">
      <dgm:prSet/>
      <dgm:spPr/>
      <dgm:t>
        <a:bodyPr/>
        <a:lstStyle/>
        <a:p>
          <a:r>
            <a:rPr lang="tr-TR" dirty="0"/>
            <a:t>Digital assets</a:t>
          </a:r>
          <a:endParaRPr lang="en-US" dirty="0"/>
        </a:p>
      </dgm:t>
    </dgm:pt>
    <dgm:pt modelId="{12FB1F23-9331-4A11-A1CB-214F21975A8F}" type="parTrans" cxnId="{26F372CF-F714-40E2-ACF3-483BA6D62BC2}">
      <dgm:prSet/>
      <dgm:spPr/>
      <dgm:t>
        <a:bodyPr/>
        <a:lstStyle/>
        <a:p>
          <a:endParaRPr lang="en-US"/>
        </a:p>
      </dgm:t>
    </dgm:pt>
    <dgm:pt modelId="{20BB0076-2B10-4867-AB0C-800D63448145}" type="sibTrans" cxnId="{26F372CF-F714-40E2-ACF3-483BA6D62BC2}">
      <dgm:prSet/>
      <dgm:spPr/>
      <dgm:t>
        <a:bodyPr/>
        <a:lstStyle/>
        <a:p>
          <a:endParaRPr lang="en-US"/>
        </a:p>
      </dgm:t>
    </dgm:pt>
    <dgm:pt modelId="{C3A37885-958F-4576-A66B-E67C375F0196}">
      <dgm:prSet/>
      <dgm:spPr/>
      <dgm:t>
        <a:bodyPr/>
        <a:lstStyle/>
        <a:p>
          <a:r>
            <a:rPr lang="en-US"/>
            <a:t>have intrinsic value and can be stolen and diverted </a:t>
          </a:r>
        </a:p>
      </dgm:t>
    </dgm:pt>
    <dgm:pt modelId="{B98DABAB-5DD5-47F2-8F5D-585AF33FDFFB}" type="parTrans" cxnId="{2D2AEDD7-EA9B-429C-91CA-29A5D7D83ABA}">
      <dgm:prSet/>
      <dgm:spPr/>
      <dgm:t>
        <a:bodyPr/>
        <a:lstStyle/>
        <a:p>
          <a:endParaRPr lang="en-US"/>
        </a:p>
      </dgm:t>
    </dgm:pt>
    <dgm:pt modelId="{8E878CDE-D6B7-47F9-BC6B-3183E8007CFE}" type="sibTrans" cxnId="{2D2AEDD7-EA9B-429C-91CA-29A5D7D83ABA}">
      <dgm:prSet/>
      <dgm:spPr/>
      <dgm:t>
        <a:bodyPr/>
        <a:lstStyle/>
        <a:p>
          <a:endParaRPr lang="en-US"/>
        </a:p>
      </dgm:t>
    </dgm:pt>
    <dgm:pt modelId="{A32FAFDC-83E6-4497-91B6-2DEA6BF8358B}">
      <dgm:prSet/>
      <dgm:spPr/>
      <dgm:t>
        <a:bodyPr/>
        <a:lstStyle/>
        <a:p>
          <a:r>
            <a:rPr lang="en-US"/>
            <a:t>to new owners instantly and irrevocably</a:t>
          </a:r>
        </a:p>
      </dgm:t>
    </dgm:pt>
    <dgm:pt modelId="{1C4F3EBE-0779-4F52-B1A9-6D4F73A90CD4}" type="parTrans" cxnId="{8C0AF97C-28EB-4F03-AFFD-64AB64E1FA27}">
      <dgm:prSet/>
      <dgm:spPr/>
      <dgm:t>
        <a:bodyPr/>
        <a:lstStyle/>
        <a:p>
          <a:endParaRPr lang="en-US"/>
        </a:p>
      </dgm:t>
    </dgm:pt>
    <dgm:pt modelId="{E849A23F-BDB5-4B12-9A65-9E17FD4341B2}" type="sibTrans" cxnId="{8C0AF97C-28EB-4F03-AFFD-64AB64E1FA27}">
      <dgm:prSet/>
      <dgm:spPr/>
      <dgm:t>
        <a:bodyPr/>
        <a:lstStyle/>
        <a:p>
          <a:endParaRPr lang="en-US"/>
        </a:p>
      </dgm:t>
    </dgm:pt>
    <dgm:pt modelId="{3297910A-77F5-4F2F-A411-C57D0282992D}">
      <dgm:prSet/>
      <dgm:spPr/>
      <dgm:t>
        <a:bodyPr/>
        <a:lstStyle/>
        <a:p>
          <a:r>
            <a:rPr lang="tr-TR" dirty="0"/>
            <a:t>Incentives</a:t>
          </a:r>
          <a:endParaRPr lang="en-US" dirty="0"/>
        </a:p>
      </dgm:t>
    </dgm:pt>
    <dgm:pt modelId="{43A40D9E-94C1-4499-BA29-A7C202BE33C3}" type="parTrans" cxnId="{FBB03E39-A81F-4BD0-A877-C6EC20AF4FF8}">
      <dgm:prSet/>
      <dgm:spPr/>
      <dgm:t>
        <a:bodyPr/>
        <a:lstStyle/>
        <a:p>
          <a:endParaRPr lang="en-US"/>
        </a:p>
      </dgm:t>
    </dgm:pt>
    <dgm:pt modelId="{D567E883-A378-41C2-95AB-8744537FBB1E}" type="sibTrans" cxnId="{FBB03E39-A81F-4BD0-A877-C6EC20AF4FF8}">
      <dgm:prSet/>
      <dgm:spPr/>
      <dgm:t>
        <a:bodyPr/>
        <a:lstStyle/>
        <a:p>
          <a:endParaRPr lang="en-US"/>
        </a:p>
      </dgm:t>
    </dgm:pt>
    <dgm:pt modelId="{11BAABC7-115E-41D4-AD8B-D0BA05F94021}">
      <dgm:prSet/>
      <dgm:spPr/>
      <dgm:t>
        <a:bodyPr/>
        <a:lstStyle/>
        <a:p>
          <a:r>
            <a:rPr lang="en-US"/>
            <a:t>This creates a massive incentive for hackers. </a:t>
          </a:r>
        </a:p>
      </dgm:t>
    </dgm:pt>
    <dgm:pt modelId="{6F7DA484-2C31-48B5-8F14-FD5CD82FAF60}" type="parTrans" cxnId="{37999FA8-3674-4CC7-8929-51EACA79F85F}">
      <dgm:prSet/>
      <dgm:spPr/>
      <dgm:t>
        <a:bodyPr/>
        <a:lstStyle/>
        <a:p>
          <a:endParaRPr lang="en-US"/>
        </a:p>
      </dgm:t>
    </dgm:pt>
    <dgm:pt modelId="{8F1935B3-DC09-44A8-9E56-ED7D6E13B2EC}" type="sibTrans" cxnId="{37999FA8-3674-4CC7-8929-51EACA79F85F}">
      <dgm:prSet/>
      <dgm:spPr/>
      <dgm:t>
        <a:bodyPr/>
        <a:lstStyle/>
        <a:p>
          <a:endParaRPr lang="en-US"/>
        </a:p>
      </dgm:t>
    </dgm:pt>
    <dgm:pt modelId="{24438FFA-A3D9-46B4-ADFF-862FC68C43D1}">
      <dgm:prSet/>
      <dgm:spPr/>
      <dgm:t>
        <a:bodyPr/>
        <a:lstStyle/>
        <a:p>
          <a:r>
            <a:rPr lang="tr-TR" dirty="0"/>
            <a:t>Protection is not enough</a:t>
          </a:r>
          <a:endParaRPr lang="en-US" dirty="0"/>
        </a:p>
      </dgm:t>
    </dgm:pt>
    <dgm:pt modelId="{7F0249AD-38E8-4EED-A2B5-DBE37383FDF0}" type="parTrans" cxnId="{E230AED1-9A76-4025-B6F6-3BA1AFE74DF6}">
      <dgm:prSet/>
      <dgm:spPr/>
      <dgm:t>
        <a:bodyPr/>
        <a:lstStyle/>
        <a:p>
          <a:endParaRPr lang="en-US"/>
        </a:p>
      </dgm:t>
    </dgm:pt>
    <dgm:pt modelId="{DFCC6BBC-1B97-40B6-A6A6-64020CAA0EBC}" type="sibTrans" cxnId="{E230AED1-9A76-4025-B6F6-3BA1AFE74DF6}">
      <dgm:prSet/>
      <dgm:spPr/>
      <dgm:t>
        <a:bodyPr/>
        <a:lstStyle/>
        <a:p>
          <a:endParaRPr lang="en-US"/>
        </a:p>
      </dgm:t>
    </dgm:pt>
    <dgm:pt modelId="{780F5D0B-DFB7-40A4-9FC8-70C05D0F9902}">
      <dgm:prSet/>
      <dgm:spPr/>
      <dgm:t>
        <a:bodyPr/>
        <a:lstStyle/>
        <a:p>
          <a:r>
            <a:rPr lang="en-US"/>
            <a:t>Despite the difficulty of fencing and laundering</a:t>
          </a:r>
          <a:r>
            <a:rPr lang="tr-TR"/>
            <a:t> </a:t>
          </a:r>
          <a:r>
            <a:rPr lang="en-US"/>
            <a:t>financial information</a:t>
          </a:r>
        </a:p>
      </dgm:t>
    </dgm:pt>
    <dgm:pt modelId="{052FE4F6-9DBD-4B17-AD86-31B195A96383}" type="parTrans" cxnId="{7D493987-EBB9-4C1E-9809-8F6D7D475868}">
      <dgm:prSet/>
      <dgm:spPr/>
      <dgm:t>
        <a:bodyPr/>
        <a:lstStyle/>
        <a:p>
          <a:endParaRPr lang="en-US"/>
        </a:p>
      </dgm:t>
    </dgm:pt>
    <dgm:pt modelId="{0C8FFAE2-FD51-47D1-ADF9-C36E2C2585E3}" type="sibTrans" cxnId="{7D493987-EBB9-4C1E-9809-8F6D7D475868}">
      <dgm:prSet/>
      <dgm:spPr/>
      <dgm:t>
        <a:bodyPr/>
        <a:lstStyle/>
        <a:p>
          <a:endParaRPr lang="en-US"/>
        </a:p>
      </dgm:t>
    </dgm:pt>
    <dgm:pt modelId="{D4B0467E-83B0-4C39-B8E3-2F400A10BB68}">
      <dgm:prSet/>
      <dgm:spPr/>
      <dgm:t>
        <a:bodyPr/>
        <a:lstStyle/>
        <a:p>
          <a:r>
            <a:rPr lang="en-US"/>
            <a:t>we have seen ever-escalating thefts. </a:t>
          </a:r>
        </a:p>
      </dgm:t>
    </dgm:pt>
    <dgm:pt modelId="{7F6A6ADA-4208-4F9F-B9C7-3AE1642843A2}" type="parTrans" cxnId="{42893632-2569-4C8B-BDD0-C71542119A7D}">
      <dgm:prSet/>
      <dgm:spPr/>
      <dgm:t>
        <a:bodyPr/>
        <a:lstStyle/>
        <a:p>
          <a:endParaRPr lang="en-US"/>
        </a:p>
      </dgm:t>
    </dgm:pt>
    <dgm:pt modelId="{6D42F314-5B0E-4753-9A71-5EFFE3AB73D3}" type="sibTrans" cxnId="{42893632-2569-4C8B-BDD0-C71542119A7D}">
      <dgm:prSet/>
      <dgm:spPr/>
      <dgm:t>
        <a:bodyPr/>
        <a:lstStyle/>
        <a:p>
          <a:endParaRPr lang="en-US"/>
        </a:p>
      </dgm:t>
    </dgm:pt>
    <dgm:pt modelId="{F6C80609-8678-4748-950C-5F020F09C6E6}">
      <dgm:prSet/>
      <dgm:spPr/>
      <dgm:t>
        <a:bodyPr/>
        <a:lstStyle/>
        <a:p>
          <a:r>
            <a:rPr lang="tr-TR" dirty="0"/>
            <a:t>Bitcoin’s escalation</a:t>
          </a:r>
          <a:endParaRPr lang="en-US" dirty="0"/>
        </a:p>
      </dgm:t>
    </dgm:pt>
    <dgm:pt modelId="{58F5D062-4333-4D01-ACFD-024AADF35AC6}" type="parTrans" cxnId="{69D0CDAA-0337-484F-896F-1131D9763BF2}">
      <dgm:prSet/>
      <dgm:spPr/>
      <dgm:t>
        <a:bodyPr/>
        <a:lstStyle/>
        <a:p>
          <a:endParaRPr lang="en-US"/>
        </a:p>
      </dgm:t>
    </dgm:pt>
    <dgm:pt modelId="{16EB13FD-D562-4B29-865C-5DEE788809F3}" type="sibTrans" cxnId="{69D0CDAA-0337-484F-896F-1131D9763BF2}">
      <dgm:prSet/>
      <dgm:spPr/>
      <dgm:t>
        <a:bodyPr/>
        <a:lstStyle/>
        <a:p>
          <a:endParaRPr lang="en-US"/>
        </a:p>
      </dgm:t>
    </dgm:pt>
    <dgm:pt modelId="{484EB104-040B-46E4-B3AD-14BA2A4F94DB}">
      <dgm:prSet/>
      <dgm:spPr/>
      <dgm:t>
        <a:bodyPr/>
        <a:lstStyle/>
        <a:p>
          <a:r>
            <a:rPr lang="tr-TR"/>
            <a:t>Bitcoin </a:t>
          </a:r>
          <a:r>
            <a:rPr lang="en-US"/>
            <a:t>doesn’t need to be fenced or laundered</a:t>
          </a:r>
        </a:p>
      </dgm:t>
    </dgm:pt>
    <dgm:pt modelId="{FE0F19C9-C57E-4818-9AD1-9A3C164E24FB}" type="parTrans" cxnId="{3195B16F-A793-49E9-92DB-A7481510C772}">
      <dgm:prSet/>
      <dgm:spPr/>
      <dgm:t>
        <a:bodyPr/>
        <a:lstStyle/>
        <a:p>
          <a:endParaRPr lang="en-US"/>
        </a:p>
      </dgm:t>
    </dgm:pt>
    <dgm:pt modelId="{AFFEFBCF-35F5-4FEE-90F1-12E52E573EDE}" type="sibTrans" cxnId="{3195B16F-A793-49E9-92DB-A7481510C772}">
      <dgm:prSet/>
      <dgm:spPr/>
      <dgm:t>
        <a:bodyPr/>
        <a:lstStyle/>
        <a:p>
          <a:endParaRPr lang="en-US"/>
        </a:p>
      </dgm:t>
    </dgm:pt>
    <dgm:pt modelId="{DE3FBE2C-14B2-455A-91F4-3BE4182A1265}">
      <dgm:prSet/>
      <dgm:spPr/>
      <dgm:t>
        <a:bodyPr/>
        <a:lstStyle/>
        <a:p>
          <a:r>
            <a:rPr lang="en-US"/>
            <a:t>it is intrinsic value within a</a:t>
          </a:r>
          <a:r>
            <a:rPr lang="tr-TR"/>
            <a:t> digital asset</a:t>
          </a:r>
          <a:endParaRPr lang="en-US"/>
        </a:p>
      </dgm:t>
    </dgm:pt>
    <dgm:pt modelId="{62468F1F-9352-41C5-AEF4-1B8EC15C728F}" type="parTrans" cxnId="{BAF57945-1B15-4A39-8FA9-704018A84377}">
      <dgm:prSet/>
      <dgm:spPr/>
      <dgm:t>
        <a:bodyPr/>
        <a:lstStyle/>
        <a:p>
          <a:endParaRPr lang="en-US"/>
        </a:p>
      </dgm:t>
    </dgm:pt>
    <dgm:pt modelId="{1972D411-8430-4D72-9415-C7AF10A3F800}" type="sibTrans" cxnId="{BAF57945-1B15-4A39-8FA9-704018A84377}">
      <dgm:prSet/>
      <dgm:spPr/>
      <dgm:t>
        <a:bodyPr/>
        <a:lstStyle/>
        <a:p>
          <a:endParaRPr lang="en-US"/>
        </a:p>
      </dgm:t>
    </dgm:pt>
    <dgm:pt modelId="{025E5A24-9A8F-49D2-B91F-1C354C87463F}">
      <dgm:prSet/>
      <dgm:spPr/>
      <dgm:t>
        <a:bodyPr/>
        <a:lstStyle/>
        <a:p>
          <a:r>
            <a:rPr lang="en-US"/>
            <a:t>Bitcoin </a:t>
          </a:r>
          <a:r>
            <a:rPr lang="en-US" dirty="0"/>
            <a:t>creates digital assets </a:t>
          </a:r>
        </a:p>
      </dgm:t>
    </dgm:pt>
    <dgm:pt modelId="{0CF17AFE-FC8C-496F-B900-DDF3B89A6E1F}" type="parTrans" cxnId="{C9B61789-62EE-4AD7-B21B-E28B939B0E52}">
      <dgm:prSet/>
      <dgm:spPr/>
      <dgm:t>
        <a:bodyPr/>
        <a:lstStyle/>
        <a:p>
          <a:endParaRPr lang="tr-TR"/>
        </a:p>
      </dgm:t>
    </dgm:pt>
    <dgm:pt modelId="{9B882A68-4DA5-4AE5-92BC-AA56E1802774}" type="sibTrans" cxnId="{C9B61789-62EE-4AD7-B21B-E28B939B0E52}">
      <dgm:prSet/>
      <dgm:spPr/>
      <dgm:t>
        <a:bodyPr/>
        <a:lstStyle/>
        <a:p>
          <a:endParaRPr lang="tr-TR"/>
        </a:p>
      </dgm:t>
    </dgm:pt>
    <dgm:pt modelId="{66A78AC3-2598-4D4A-BEBD-E769ADEDB194}">
      <dgm:prSet/>
      <dgm:spPr/>
      <dgm:t>
        <a:bodyPr/>
        <a:lstStyle/>
        <a:p>
          <a:r>
            <a:rPr lang="tr-TR" dirty="0"/>
            <a:t>Protected?</a:t>
          </a:r>
          <a:endParaRPr lang="en-US" dirty="0"/>
        </a:p>
      </dgm:t>
    </dgm:pt>
    <dgm:pt modelId="{FD3CA94B-57D4-482B-BC84-EA921E856923}" type="parTrans" cxnId="{6306D5E1-15B6-481C-A2C0-C0810B02FAC5}">
      <dgm:prSet/>
      <dgm:spPr/>
      <dgm:t>
        <a:bodyPr/>
        <a:lstStyle/>
        <a:p>
          <a:endParaRPr lang="tr-TR"/>
        </a:p>
      </dgm:t>
    </dgm:pt>
    <dgm:pt modelId="{F0C08B71-D2D1-4EE7-813D-6D58D83A4F3B}" type="sibTrans" cxnId="{6306D5E1-15B6-481C-A2C0-C0810B02FAC5}">
      <dgm:prSet/>
      <dgm:spPr/>
      <dgm:t>
        <a:bodyPr/>
        <a:lstStyle/>
        <a:p>
          <a:endParaRPr lang="tr-TR"/>
        </a:p>
      </dgm:t>
    </dgm:pt>
    <dgm:pt modelId="{48D9C5A5-BFA6-4FB0-A282-46527E29556F}" type="pres">
      <dgm:prSet presAssocID="{4F9491CD-2807-4CAE-B581-AEB363D3A8DB}" presName="Name0" presStyleCnt="0">
        <dgm:presLayoutVars>
          <dgm:dir/>
          <dgm:animLvl val="lvl"/>
          <dgm:resizeHandles val="exact"/>
        </dgm:presLayoutVars>
      </dgm:prSet>
      <dgm:spPr/>
    </dgm:pt>
    <dgm:pt modelId="{204CACF7-A798-44DD-9B16-550DE4167CF6}" type="pres">
      <dgm:prSet presAssocID="{50F867A7-F821-4718-AE7C-154F82904665}" presName="linNode" presStyleCnt="0"/>
      <dgm:spPr/>
    </dgm:pt>
    <dgm:pt modelId="{C6105229-7D11-4877-911B-68A7EEE21C2A}" type="pres">
      <dgm:prSet presAssocID="{50F867A7-F821-4718-AE7C-154F8290466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7CFD5AE-18F5-4253-A432-4EB341E47889}" type="pres">
      <dgm:prSet presAssocID="{50F867A7-F821-4718-AE7C-154F82904665}" presName="descendantText" presStyleLbl="alignAccFollowNode1" presStyleIdx="0" presStyleCnt="4">
        <dgm:presLayoutVars>
          <dgm:bulletEnabled val="1"/>
        </dgm:presLayoutVars>
      </dgm:prSet>
      <dgm:spPr/>
    </dgm:pt>
    <dgm:pt modelId="{B8E0D250-E43D-420A-BD67-381A24A28802}" type="pres">
      <dgm:prSet presAssocID="{20BB0076-2B10-4867-AB0C-800D63448145}" presName="sp" presStyleCnt="0"/>
      <dgm:spPr/>
    </dgm:pt>
    <dgm:pt modelId="{0C258B68-0323-4B68-B1A5-5B41C5339DFC}" type="pres">
      <dgm:prSet presAssocID="{3297910A-77F5-4F2F-A411-C57D0282992D}" presName="linNode" presStyleCnt="0"/>
      <dgm:spPr/>
    </dgm:pt>
    <dgm:pt modelId="{151CE7FE-F991-4F41-B2AD-FB613A11C20F}" type="pres">
      <dgm:prSet presAssocID="{3297910A-77F5-4F2F-A411-C57D0282992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AB59BB1-B439-433B-8EA7-9FD81DE478D7}" type="pres">
      <dgm:prSet presAssocID="{3297910A-77F5-4F2F-A411-C57D0282992D}" presName="descendantText" presStyleLbl="alignAccFollowNode1" presStyleIdx="1" presStyleCnt="4">
        <dgm:presLayoutVars>
          <dgm:bulletEnabled val="1"/>
        </dgm:presLayoutVars>
      </dgm:prSet>
      <dgm:spPr/>
    </dgm:pt>
    <dgm:pt modelId="{0A954F1A-427C-4DB5-A855-53F8F90398B0}" type="pres">
      <dgm:prSet presAssocID="{D567E883-A378-41C2-95AB-8744537FBB1E}" presName="sp" presStyleCnt="0"/>
      <dgm:spPr/>
    </dgm:pt>
    <dgm:pt modelId="{22C1D619-FE91-49FF-8000-AAB0D1BDD1B1}" type="pres">
      <dgm:prSet presAssocID="{66A78AC3-2598-4D4A-BEBD-E769ADEDB194}" presName="linNode" presStyleCnt="0"/>
      <dgm:spPr/>
    </dgm:pt>
    <dgm:pt modelId="{E0A617FA-18B3-4EED-86A0-C9D43FF25433}" type="pres">
      <dgm:prSet presAssocID="{66A78AC3-2598-4D4A-BEBD-E769ADEDB19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9631036-0465-4500-9584-7DA84E22CBAF}" type="pres">
      <dgm:prSet presAssocID="{66A78AC3-2598-4D4A-BEBD-E769ADEDB194}" presName="descendantText" presStyleLbl="alignAccFollowNode1" presStyleIdx="2" presStyleCnt="4">
        <dgm:presLayoutVars>
          <dgm:bulletEnabled val="1"/>
        </dgm:presLayoutVars>
      </dgm:prSet>
      <dgm:spPr/>
    </dgm:pt>
    <dgm:pt modelId="{A4D8F973-655E-4D03-BBFB-FD2641402340}" type="pres">
      <dgm:prSet presAssocID="{F0C08B71-D2D1-4EE7-813D-6D58D83A4F3B}" presName="sp" presStyleCnt="0"/>
      <dgm:spPr/>
    </dgm:pt>
    <dgm:pt modelId="{973410F5-7B10-4502-9065-A7009FD558FD}" type="pres">
      <dgm:prSet presAssocID="{F6C80609-8678-4748-950C-5F020F09C6E6}" presName="linNode" presStyleCnt="0"/>
      <dgm:spPr/>
    </dgm:pt>
    <dgm:pt modelId="{2AA66DFC-422F-4EEC-8837-60561959EE31}" type="pres">
      <dgm:prSet presAssocID="{F6C80609-8678-4748-950C-5F020F09C6E6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C6CDBF0-9CB0-470E-B96C-E298378E68A8}" type="pres">
      <dgm:prSet presAssocID="{F6C80609-8678-4748-950C-5F020F09C6E6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6957B05-1469-40B5-B47D-2C90C8E40BFB}" type="presOf" srcId="{66A78AC3-2598-4D4A-BEBD-E769ADEDB194}" destId="{E0A617FA-18B3-4EED-86A0-C9D43FF25433}" srcOrd="0" destOrd="0" presId="urn:microsoft.com/office/officeart/2005/8/layout/vList5"/>
    <dgm:cxn modelId="{5BA04A0F-2718-4F57-A742-87E8347356A4}" type="presOf" srcId="{50F867A7-F821-4718-AE7C-154F82904665}" destId="{C6105229-7D11-4877-911B-68A7EEE21C2A}" srcOrd="0" destOrd="0" presId="urn:microsoft.com/office/officeart/2005/8/layout/vList5"/>
    <dgm:cxn modelId="{42893632-2569-4C8B-BDD0-C71542119A7D}" srcId="{66A78AC3-2598-4D4A-BEBD-E769ADEDB194}" destId="{D4B0467E-83B0-4C39-B8E3-2F400A10BB68}" srcOrd="2" destOrd="0" parTransId="{7F6A6ADA-4208-4F9F-B9C7-3AE1642843A2}" sibTransId="{6D42F314-5B0E-4753-9A71-5EFFE3AB73D3}"/>
    <dgm:cxn modelId="{D7F51334-4C14-4500-BEDD-384D820F93DA}" type="presOf" srcId="{F6C80609-8678-4748-950C-5F020F09C6E6}" destId="{2AA66DFC-422F-4EEC-8837-60561959EE31}" srcOrd="0" destOrd="0" presId="urn:microsoft.com/office/officeart/2005/8/layout/vList5"/>
    <dgm:cxn modelId="{FBB03E39-A81F-4BD0-A877-C6EC20AF4FF8}" srcId="{4F9491CD-2807-4CAE-B581-AEB363D3A8DB}" destId="{3297910A-77F5-4F2F-A411-C57D0282992D}" srcOrd="1" destOrd="0" parTransId="{43A40D9E-94C1-4499-BA29-A7C202BE33C3}" sibTransId="{D567E883-A378-41C2-95AB-8744537FBB1E}"/>
    <dgm:cxn modelId="{8C1CC95C-D1A1-4F8F-B21C-244E61E57DC8}" type="presOf" srcId="{D4B0467E-83B0-4C39-B8E3-2F400A10BB68}" destId="{89631036-0465-4500-9584-7DA84E22CBAF}" srcOrd="0" destOrd="2" presId="urn:microsoft.com/office/officeart/2005/8/layout/vList5"/>
    <dgm:cxn modelId="{11FBC95D-C8B3-4123-9F19-1168A45E836D}" type="presOf" srcId="{11BAABC7-115E-41D4-AD8B-D0BA05F94021}" destId="{FAB59BB1-B439-433B-8EA7-9FD81DE478D7}" srcOrd="0" destOrd="0" presId="urn:microsoft.com/office/officeart/2005/8/layout/vList5"/>
    <dgm:cxn modelId="{AA242161-3EB6-46CA-9C0C-917E094AD682}" type="presOf" srcId="{A32FAFDC-83E6-4497-91B6-2DEA6BF8358B}" destId="{97CFD5AE-18F5-4253-A432-4EB341E47889}" srcOrd="0" destOrd="2" presId="urn:microsoft.com/office/officeart/2005/8/layout/vList5"/>
    <dgm:cxn modelId="{BAF57945-1B15-4A39-8FA9-704018A84377}" srcId="{F6C80609-8678-4748-950C-5F020F09C6E6}" destId="{DE3FBE2C-14B2-455A-91F4-3BE4182A1265}" srcOrd="1" destOrd="0" parTransId="{62468F1F-9352-41C5-AEF4-1B8EC15C728F}" sibTransId="{1972D411-8430-4D72-9415-C7AF10A3F800}"/>
    <dgm:cxn modelId="{F676036D-EB42-474E-A8CD-0EDBEDDF418A}" type="presOf" srcId="{DE3FBE2C-14B2-455A-91F4-3BE4182A1265}" destId="{BC6CDBF0-9CB0-470E-B96C-E298378E68A8}" srcOrd="0" destOrd="1" presId="urn:microsoft.com/office/officeart/2005/8/layout/vList5"/>
    <dgm:cxn modelId="{42FBD24D-113C-45CB-8277-27AE1CFC7D16}" type="presOf" srcId="{C3A37885-958F-4576-A66B-E67C375F0196}" destId="{97CFD5AE-18F5-4253-A432-4EB341E47889}" srcOrd="0" destOrd="1" presId="urn:microsoft.com/office/officeart/2005/8/layout/vList5"/>
    <dgm:cxn modelId="{3195B16F-A793-49E9-92DB-A7481510C772}" srcId="{F6C80609-8678-4748-950C-5F020F09C6E6}" destId="{484EB104-040B-46E4-B3AD-14BA2A4F94DB}" srcOrd="0" destOrd="0" parTransId="{FE0F19C9-C57E-4818-9AD1-9A3C164E24FB}" sibTransId="{AFFEFBCF-35F5-4FEE-90F1-12E52E573EDE}"/>
    <dgm:cxn modelId="{8C0AF97C-28EB-4F03-AFFD-64AB64E1FA27}" srcId="{50F867A7-F821-4718-AE7C-154F82904665}" destId="{A32FAFDC-83E6-4497-91B6-2DEA6BF8358B}" srcOrd="2" destOrd="0" parTransId="{1C4F3EBE-0779-4F52-B1A9-6D4F73A90CD4}" sibTransId="{E849A23F-BDB5-4B12-9A65-9E17FD4341B2}"/>
    <dgm:cxn modelId="{7B06F186-4E7A-484E-B77C-88BC2107D3FC}" type="presOf" srcId="{3297910A-77F5-4F2F-A411-C57D0282992D}" destId="{151CE7FE-F991-4F41-B2AD-FB613A11C20F}" srcOrd="0" destOrd="0" presId="urn:microsoft.com/office/officeart/2005/8/layout/vList5"/>
    <dgm:cxn modelId="{7D493987-EBB9-4C1E-9809-8F6D7D475868}" srcId="{66A78AC3-2598-4D4A-BEBD-E769ADEDB194}" destId="{780F5D0B-DFB7-40A4-9FC8-70C05D0F9902}" srcOrd="1" destOrd="0" parTransId="{052FE4F6-9DBD-4B17-AD86-31B195A96383}" sibTransId="{0C8FFAE2-FD51-47D1-ADF9-C36E2C2585E3}"/>
    <dgm:cxn modelId="{C9B61789-62EE-4AD7-B21B-E28B939B0E52}" srcId="{50F867A7-F821-4718-AE7C-154F82904665}" destId="{025E5A24-9A8F-49D2-B91F-1C354C87463F}" srcOrd="0" destOrd="0" parTransId="{0CF17AFE-FC8C-496F-B900-DDF3B89A6E1F}" sibTransId="{9B882A68-4DA5-4AE5-92BC-AA56E1802774}"/>
    <dgm:cxn modelId="{37999FA8-3674-4CC7-8929-51EACA79F85F}" srcId="{3297910A-77F5-4F2F-A411-C57D0282992D}" destId="{11BAABC7-115E-41D4-AD8B-D0BA05F94021}" srcOrd="0" destOrd="0" parTransId="{6F7DA484-2C31-48B5-8F14-FD5CD82FAF60}" sibTransId="{8F1935B3-DC09-44A8-9E56-ED7D6E13B2EC}"/>
    <dgm:cxn modelId="{6DB429AA-984D-45D0-874A-CAFEA99046D6}" type="presOf" srcId="{025E5A24-9A8F-49D2-B91F-1C354C87463F}" destId="{97CFD5AE-18F5-4253-A432-4EB341E47889}" srcOrd="0" destOrd="0" presId="urn:microsoft.com/office/officeart/2005/8/layout/vList5"/>
    <dgm:cxn modelId="{69D0CDAA-0337-484F-896F-1131D9763BF2}" srcId="{4F9491CD-2807-4CAE-B581-AEB363D3A8DB}" destId="{F6C80609-8678-4748-950C-5F020F09C6E6}" srcOrd="3" destOrd="0" parTransId="{58F5D062-4333-4D01-ACFD-024AADF35AC6}" sibTransId="{16EB13FD-D562-4B29-865C-5DEE788809F3}"/>
    <dgm:cxn modelId="{ACA21CCD-E977-4568-A5B2-E4FD8629933F}" type="presOf" srcId="{780F5D0B-DFB7-40A4-9FC8-70C05D0F9902}" destId="{89631036-0465-4500-9584-7DA84E22CBAF}" srcOrd="0" destOrd="1" presId="urn:microsoft.com/office/officeart/2005/8/layout/vList5"/>
    <dgm:cxn modelId="{26F372CF-F714-40E2-ACF3-483BA6D62BC2}" srcId="{4F9491CD-2807-4CAE-B581-AEB363D3A8DB}" destId="{50F867A7-F821-4718-AE7C-154F82904665}" srcOrd="0" destOrd="0" parTransId="{12FB1F23-9331-4A11-A1CB-214F21975A8F}" sibTransId="{20BB0076-2B10-4867-AB0C-800D63448145}"/>
    <dgm:cxn modelId="{E63E04D1-85EC-438E-B7C6-6EC43E9CE369}" type="presOf" srcId="{24438FFA-A3D9-46B4-ADFF-862FC68C43D1}" destId="{89631036-0465-4500-9584-7DA84E22CBAF}" srcOrd="0" destOrd="0" presId="urn:microsoft.com/office/officeart/2005/8/layout/vList5"/>
    <dgm:cxn modelId="{E230AED1-9A76-4025-B6F6-3BA1AFE74DF6}" srcId="{66A78AC3-2598-4D4A-BEBD-E769ADEDB194}" destId="{24438FFA-A3D9-46B4-ADFF-862FC68C43D1}" srcOrd="0" destOrd="0" parTransId="{7F0249AD-38E8-4EED-A2B5-DBE37383FDF0}" sibTransId="{DFCC6BBC-1B97-40B6-A6A6-64020CAA0EBC}"/>
    <dgm:cxn modelId="{2D2AEDD7-EA9B-429C-91CA-29A5D7D83ABA}" srcId="{50F867A7-F821-4718-AE7C-154F82904665}" destId="{C3A37885-958F-4576-A66B-E67C375F0196}" srcOrd="1" destOrd="0" parTransId="{B98DABAB-5DD5-47F2-8F5D-585AF33FDFFB}" sibTransId="{8E878CDE-D6B7-47F9-BC6B-3183E8007CFE}"/>
    <dgm:cxn modelId="{6306D5E1-15B6-481C-A2C0-C0810B02FAC5}" srcId="{4F9491CD-2807-4CAE-B581-AEB363D3A8DB}" destId="{66A78AC3-2598-4D4A-BEBD-E769ADEDB194}" srcOrd="2" destOrd="0" parTransId="{FD3CA94B-57D4-482B-BC84-EA921E856923}" sibTransId="{F0C08B71-D2D1-4EE7-813D-6D58D83A4F3B}"/>
    <dgm:cxn modelId="{EE68DEE6-8C50-4457-8C08-06658BDF8D0C}" type="presOf" srcId="{484EB104-040B-46E4-B3AD-14BA2A4F94DB}" destId="{BC6CDBF0-9CB0-470E-B96C-E298378E68A8}" srcOrd="0" destOrd="0" presId="urn:microsoft.com/office/officeart/2005/8/layout/vList5"/>
    <dgm:cxn modelId="{5A11F9E9-26FB-411B-99F4-02997EA12DCA}" type="presOf" srcId="{4F9491CD-2807-4CAE-B581-AEB363D3A8DB}" destId="{48D9C5A5-BFA6-4FB0-A282-46527E29556F}" srcOrd="0" destOrd="0" presId="urn:microsoft.com/office/officeart/2005/8/layout/vList5"/>
    <dgm:cxn modelId="{E3337ECA-0A03-4FA8-9191-E0F315C8C1AF}" type="presParOf" srcId="{48D9C5A5-BFA6-4FB0-A282-46527E29556F}" destId="{204CACF7-A798-44DD-9B16-550DE4167CF6}" srcOrd="0" destOrd="0" presId="urn:microsoft.com/office/officeart/2005/8/layout/vList5"/>
    <dgm:cxn modelId="{2418DA0C-3A7A-40C9-9A2A-3E140BE8CC79}" type="presParOf" srcId="{204CACF7-A798-44DD-9B16-550DE4167CF6}" destId="{C6105229-7D11-4877-911B-68A7EEE21C2A}" srcOrd="0" destOrd="0" presId="urn:microsoft.com/office/officeart/2005/8/layout/vList5"/>
    <dgm:cxn modelId="{3F65C674-2170-412C-8A07-77A0DE48BA27}" type="presParOf" srcId="{204CACF7-A798-44DD-9B16-550DE4167CF6}" destId="{97CFD5AE-18F5-4253-A432-4EB341E47889}" srcOrd="1" destOrd="0" presId="urn:microsoft.com/office/officeart/2005/8/layout/vList5"/>
    <dgm:cxn modelId="{BC2D6302-6BB8-4AA4-9428-04EB242648C3}" type="presParOf" srcId="{48D9C5A5-BFA6-4FB0-A282-46527E29556F}" destId="{B8E0D250-E43D-420A-BD67-381A24A28802}" srcOrd="1" destOrd="0" presId="urn:microsoft.com/office/officeart/2005/8/layout/vList5"/>
    <dgm:cxn modelId="{B85C5F0A-D704-45B3-9F06-0FEB4425E64C}" type="presParOf" srcId="{48D9C5A5-BFA6-4FB0-A282-46527E29556F}" destId="{0C258B68-0323-4B68-B1A5-5B41C5339DFC}" srcOrd="2" destOrd="0" presId="urn:microsoft.com/office/officeart/2005/8/layout/vList5"/>
    <dgm:cxn modelId="{84870301-D249-4C24-AEEA-62D4EEDF3CD0}" type="presParOf" srcId="{0C258B68-0323-4B68-B1A5-5B41C5339DFC}" destId="{151CE7FE-F991-4F41-B2AD-FB613A11C20F}" srcOrd="0" destOrd="0" presId="urn:microsoft.com/office/officeart/2005/8/layout/vList5"/>
    <dgm:cxn modelId="{486D40D4-D44C-4AC3-A268-8BE53DE4FF98}" type="presParOf" srcId="{0C258B68-0323-4B68-B1A5-5B41C5339DFC}" destId="{FAB59BB1-B439-433B-8EA7-9FD81DE478D7}" srcOrd="1" destOrd="0" presId="urn:microsoft.com/office/officeart/2005/8/layout/vList5"/>
    <dgm:cxn modelId="{15AEBF91-0A9E-45D6-81DD-00032038033A}" type="presParOf" srcId="{48D9C5A5-BFA6-4FB0-A282-46527E29556F}" destId="{0A954F1A-427C-4DB5-A855-53F8F90398B0}" srcOrd="3" destOrd="0" presId="urn:microsoft.com/office/officeart/2005/8/layout/vList5"/>
    <dgm:cxn modelId="{B1BDBA0F-9F14-4ACB-A732-835A09D6FD23}" type="presParOf" srcId="{48D9C5A5-BFA6-4FB0-A282-46527E29556F}" destId="{22C1D619-FE91-49FF-8000-AAB0D1BDD1B1}" srcOrd="4" destOrd="0" presId="urn:microsoft.com/office/officeart/2005/8/layout/vList5"/>
    <dgm:cxn modelId="{43D4B726-D14D-41A4-B165-AAAFD5FCEEAE}" type="presParOf" srcId="{22C1D619-FE91-49FF-8000-AAB0D1BDD1B1}" destId="{E0A617FA-18B3-4EED-86A0-C9D43FF25433}" srcOrd="0" destOrd="0" presId="urn:microsoft.com/office/officeart/2005/8/layout/vList5"/>
    <dgm:cxn modelId="{D28B7E40-A250-4062-8F9E-2ECBBE012684}" type="presParOf" srcId="{22C1D619-FE91-49FF-8000-AAB0D1BDD1B1}" destId="{89631036-0465-4500-9584-7DA84E22CBAF}" srcOrd="1" destOrd="0" presId="urn:microsoft.com/office/officeart/2005/8/layout/vList5"/>
    <dgm:cxn modelId="{62AF1365-58EF-4897-A223-383B227CD099}" type="presParOf" srcId="{48D9C5A5-BFA6-4FB0-A282-46527E29556F}" destId="{A4D8F973-655E-4D03-BBFB-FD2641402340}" srcOrd="5" destOrd="0" presId="urn:microsoft.com/office/officeart/2005/8/layout/vList5"/>
    <dgm:cxn modelId="{0F31DA58-BC52-4D1C-AFED-65DE6C0A6DE2}" type="presParOf" srcId="{48D9C5A5-BFA6-4FB0-A282-46527E29556F}" destId="{973410F5-7B10-4502-9065-A7009FD558FD}" srcOrd="6" destOrd="0" presId="urn:microsoft.com/office/officeart/2005/8/layout/vList5"/>
    <dgm:cxn modelId="{191142E9-ED58-4524-8C76-C86F3B8A82E8}" type="presParOf" srcId="{973410F5-7B10-4502-9065-A7009FD558FD}" destId="{2AA66DFC-422F-4EEC-8837-60561959EE31}" srcOrd="0" destOrd="0" presId="urn:microsoft.com/office/officeart/2005/8/layout/vList5"/>
    <dgm:cxn modelId="{2BEB7B65-9030-4CD5-8EA3-F29DC8F0DE81}" type="presParOf" srcId="{973410F5-7B10-4502-9065-A7009FD558FD}" destId="{BC6CDBF0-9CB0-470E-B96C-E298378E68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56E81AF-8A0F-4BB6-80FB-2C9B199C16A3}" type="doc">
      <dgm:prSet loTypeId="urn:diagrams.loki3.com/BracketList" loCatId="officeonline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9288AB-5599-4FF8-BB46-47A58DBE035B}">
      <dgm:prSet/>
      <dgm:spPr/>
      <dgm:t>
        <a:bodyPr/>
        <a:lstStyle/>
        <a:p>
          <a:r>
            <a:rPr lang="tr-TR"/>
            <a:t>Hacker’s strategy</a:t>
          </a:r>
          <a:endParaRPr lang="en-US"/>
        </a:p>
      </dgm:t>
    </dgm:pt>
    <dgm:pt modelId="{F8A4585C-1D37-4D91-ABDB-D94373A84D4D}" type="parTrans" cxnId="{321B3BF7-E70A-4B29-BB53-E12A30444F84}">
      <dgm:prSet/>
      <dgm:spPr/>
      <dgm:t>
        <a:bodyPr/>
        <a:lstStyle/>
        <a:p>
          <a:endParaRPr lang="en-US"/>
        </a:p>
      </dgm:t>
    </dgm:pt>
    <dgm:pt modelId="{10FB5FDE-59E4-48D6-AD6C-B5F972FAD1C4}" type="sibTrans" cxnId="{321B3BF7-E70A-4B29-BB53-E12A30444F84}">
      <dgm:prSet/>
      <dgm:spPr/>
      <dgm:t>
        <a:bodyPr/>
        <a:lstStyle/>
        <a:p>
          <a:endParaRPr lang="en-US"/>
        </a:p>
      </dgm:t>
    </dgm:pt>
    <dgm:pt modelId="{3EC28852-CD30-417E-BA9A-363B7338BD17}">
      <dgm:prSet/>
      <dgm:spPr/>
      <dgm:t>
        <a:bodyPr/>
        <a:lstStyle/>
        <a:p>
          <a:r>
            <a:rPr lang="en-US"/>
            <a:t>Until now, hackers had to convert</a:t>
          </a:r>
          <a:r>
            <a:rPr lang="tr-TR"/>
            <a:t> </a:t>
          </a:r>
          <a:r>
            <a:rPr lang="en-US"/>
            <a:t>identity information or account tokens</a:t>
          </a:r>
        </a:p>
      </dgm:t>
    </dgm:pt>
    <dgm:pt modelId="{19FF7E30-352F-4CD7-BD6E-69CE61C2EC8A}" type="parTrans" cxnId="{EB22DD08-999E-498E-9F0B-4AD4A463D494}">
      <dgm:prSet/>
      <dgm:spPr/>
      <dgm:t>
        <a:bodyPr/>
        <a:lstStyle/>
        <a:p>
          <a:endParaRPr lang="en-US"/>
        </a:p>
      </dgm:t>
    </dgm:pt>
    <dgm:pt modelId="{9F5D03D5-F9C7-4504-AA53-80B97002A6DD}" type="sibTrans" cxnId="{EB22DD08-999E-498E-9F0B-4AD4A463D494}">
      <dgm:prSet/>
      <dgm:spPr/>
      <dgm:t>
        <a:bodyPr/>
        <a:lstStyle/>
        <a:p>
          <a:endParaRPr lang="en-US"/>
        </a:p>
      </dgm:t>
    </dgm:pt>
    <dgm:pt modelId="{13D9CD52-BEE9-4C27-B8BC-03C392BE195A}">
      <dgm:prSet/>
      <dgm:spPr/>
      <dgm:t>
        <a:bodyPr/>
        <a:lstStyle/>
        <a:p>
          <a:r>
            <a:rPr lang="en-US"/>
            <a:t>into value after compromising them</a:t>
          </a:r>
        </a:p>
      </dgm:t>
    </dgm:pt>
    <dgm:pt modelId="{94594A8C-8931-47E8-83F1-E23639F3136C}" type="parTrans" cxnId="{B5E1FCEE-CB3B-4E95-BD6D-FC8FE2CDC06B}">
      <dgm:prSet/>
      <dgm:spPr/>
      <dgm:t>
        <a:bodyPr/>
        <a:lstStyle/>
        <a:p>
          <a:endParaRPr lang="en-US"/>
        </a:p>
      </dgm:t>
    </dgm:pt>
    <dgm:pt modelId="{FC5CA277-5885-47E4-9573-006278CBF65A}" type="sibTrans" cxnId="{B5E1FCEE-CB3B-4E95-BD6D-FC8FE2CDC06B}">
      <dgm:prSet/>
      <dgm:spPr/>
      <dgm:t>
        <a:bodyPr/>
        <a:lstStyle/>
        <a:p>
          <a:endParaRPr lang="en-US"/>
        </a:p>
      </dgm:t>
    </dgm:pt>
    <dgm:pt modelId="{21A5D0BD-6B83-4B32-B057-60F3412CDA44}">
      <dgm:prSet/>
      <dgm:spPr/>
      <dgm:t>
        <a:bodyPr/>
        <a:lstStyle/>
        <a:p>
          <a:r>
            <a:rPr lang="tr-TR"/>
            <a:t>Account tokens</a:t>
          </a:r>
          <a:endParaRPr lang="en-US"/>
        </a:p>
      </dgm:t>
    </dgm:pt>
    <dgm:pt modelId="{C095FBBD-B68E-43EC-BDEB-B13BFBF78A28}" type="parTrans" cxnId="{718A9FE8-BB5F-4067-A656-4625B0DEA6FB}">
      <dgm:prSet/>
      <dgm:spPr/>
      <dgm:t>
        <a:bodyPr/>
        <a:lstStyle/>
        <a:p>
          <a:endParaRPr lang="en-US"/>
        </a:p>
      </dgm:t>
    </dgm:pt>
    <dgm:pt modelId="{FA2F977A-C06B-469A-9E6C-A6C0843E325E}" type="sibTrans" cxnId="{718A9FE8-BB5F-4067-A656-4625B0DEA6FB}">
      <dgm:prSet/>
      <dgm:spPr/>
      <dgm:t>
        <a:bodyPr/>
        <a:lstStyle/>
        <a:p>
          <a:endParaRPr lang="en-US"/>
        </a:p>
      </dgm:t>
    </dgm:pt>
    <dgm:pt modelId="{B75778C2-7369-42AE-AEF9-263A88447D78}">
      <dgm:prSet/>
      <dgm:spPr/>
      <dgm:t>
        <a:bodyPr/>
        <a:lstStyle/>
        <a:p>
          <a:r>
            <a:rPr lang="en-US" dirty="0"/>
            <a:t>as credit cards and bank accounts</a:t>
          </a:r>
        </a:p>
      </dgm:t>
    </dgm:pt>
    <dgm:pt modelId="{9063540F-FC3B-43F8-82CB-61C083E0BA86}" type="parTrans" cxnId="{F8AEF439-02F4-4537-A056-E309FB1F3D47}">
      <dgm:prSet/>
      <dgm:spPr/>
      <dgm:t>
        <a:bodyPr/>
        <a:lstStyle/>
        <a:p>
          <a:endParaRPr lang="en-US"/>
        </a:p>
      </dgm:t>
    </dgm:pt>
    <dgm:pt modelId="{4566769F-5045-4A0B-A96F-BC67FDEE9675}" type="sibTrans" cxnId="{F8AEF439-02F4-4537-A056-E309FB1F3D47}">
      <dgm:prSet/>
      <dgm:spPr/>
      <dgm:t>
        <a:bodyPr/>
        <a:lstStyle/>
        <a:p>
          <a:endParaRPr lang="en-US"/>
        </a:p>
      </dgm:t>
    </dgm:pt>
    <dgm:pt modelId="{F343A539-F60A-44D6-B59C-B065827895B3}">
      <dgm:prSet/>
      <dgm:spPr/>
      <dgm:t>
        <a:bodyPr/>
        <a:lstStyle/>
        <a:p>
          <a:r>
            <a:rPr lang="tr-TR" dirty="0"/>
            <a:t>Bitcoin makes risk obvious</a:t>
          </a:r>
          <a:endParaRPr lang="en-US" dirty="0"/>
        </a:p>
      </dgm:t>
    </dgm:pt>
    <dgm:pt modelId="{97F65D56-11EE-4BB1-BBFE-4704A1664482}" type="parTrans" cxnId="{74FBAF94-37D4-4A24-B80B-17B85AAE07F5}">
      <dgm:prSet/>
      <dgm:spPr/>
      <dgm:t>
        <a:bodyPr/>
        <a:lstStyle/>
        <a:p>
          <a:endParaRPr lang="en-US"/>
        </a:p>
      </dgm:t>
    </dgm:pt>
    <dgm:pt modelId="{2E1881D1-88AA-4475-A811-381B8F679551}" type="sibTrans" cxnId="{74FBAF94-37D4-4A24-B80B-17B85AAE07F5}">
      <dgm:prSet/>
      <dgm:spPr/>
      <dgm:t>
        <a:bodyPr/>
        <a:lstStyle/>
        <a:p>
          <a:endParaRPr lang="en-US"/>
        </a:p>
      </dgm:t>
    </dgm:pt>
    <dgm:pt modelId="{134F83EF-8E30-41F1-8F9A-EC79D9F3573C}">
      <dgm:prSet/>
      <dgm:spPr/>
      <dgm:t>
        <a:bodyPr/>
        <a:lstStyle/>
        <a:p>
          <a:r>
            <a:rPr lang="en-US" dirty="0"/>
            <a:t>bitcoin</a:t>
          </a:r>
          <a:r>
            <a:rPr lang="tr-TR" dirty="0"/>
            <a:t> </a:t>
          </a:r>
          <a:r>
            <a:rPr lang="en-US" dirty="0"/>
            <a:t>makes these risks clear and obvious</a:t>
          </a:r>
        </a:p>
      </dgm:t>
    </dgm:pt>
    <dgm:pt modelId="{4424E3E7-84A8-4F03-98D0-85C902A4684B}" type="parTrans" cxnId="{7BC792FA-102E-4569-805E-992FF0FBA0EB}">
      <dgm:prSet/>
      <dgm:spPr/>
      <dgm:t>
        <a:bodyPr/>
        <a:lstStyle/>
        <a:p>
          <a:endParaRPr lang="en-US"/>
        </a:p>
      </dgm:t>
    </dgm:pt>
    <dgm:pt modelId="{29F8EFAC-D07D-4117-A519-C831D32F4908}" type="sibTrans" cxnId="{7BC792FA-102E-4569-805E-992FF0FBA0EB}">
      <dgm:prSet/>
      <dgm:spPr/>
      <dgm:t>
        <a:bodyPr/>
        <a:lstStyle/>
        <a:p>
          <a:endParaRPr lang="en-US"/>
        </a:p>
      </dgm:t>
    </dgm:pt>
    <dgm:pt modelId="{F0510912-18EF-4D70-8060-906E442185D8}">
      <dgm:prSet/>
      <dgm:spPr/>
      <dgm:t>
        <a:bodyPr/>
        <a:lstStyle/>
        <a:p>
          <a:r>
            <a:rPr lang="en-US" dirty="0"/>
            <a:t>Holding bitcoin on a computer</a:t>
          </a:r>
          <a:r>
            <a:rPr lang="tr-TR" dirty="0"/>
            <a:t> </a:t>
          </a:r>
          <a:r>
            <a:rPr lang="en-US" dirty="0"/>
            <a:t>serves to focus</a:t>
          </a:r>
          <a:r>
            <a:rPr lang="tr-TR" dirty="0"/>
            <a:t> </a:t>
          </a:r>
          <a:r>
            <a:rPr lang="en-US" dirty="0"/>
            <a:t>the user’s mind </a:t>
          </a:r>
        </a:p>
      </dgm:t>
    </dgm:pt>
    <dgm:pt modelId="{7AB284C5-6E2B-4F46-BAE1-9CD4B595D00D}" type="parTrans" cxnId="{DD6A3283-3E0C-4F78-B64F-112409B05083}">
      <dgm:prSet/>
      <dgm:spPr/>
      <dgm:t>
        <a:bodyPr/>
        <a:lstStyle/>
        <a:p>
          <a:endParaRPr lang="en-US"/>
        </a:p>
      </dgm:t>
    </dgm:pt>
    <dgm:pt modelId="{B7CF352D-B9F1-4580-B18F-6442D7ACF6C2}" type="sibTrans" cxnId="{DD6A3283-3E0C-4F78-B64F-112409B05083}">
      <dgm:prSet/>
      <dgm:spPr/>
      <dgm:t>
        <a:bodyPr/>
        <a:lstStyle/>
        <a:p>
          <a:endParaRPr lang="en-US"/>
        </a:p>
      </dgm:t>
    </dgm:pt>
    <dgm:pt modelId="{34B46A23-7F7C-4771-ABDD-D79F6F7CC7F2}">
      <dgm:prSet/>
      <dgm:spPr/>
      <dgm:t>
        <a:bodyPr/>
        <a:lstStyle/>
        <a:p>
          <a:r>
            <a:rPr lang="en-US"/>
            <a:t>on the need for improved computer security.</a:t>
          </a:r>
        </a:p>
      </dgm:t>
    </dgm:pt>
    <dgm:pt modelId="{78210023-97FE-42F7-9056-2815E2EE40AD}" type="parTrans" cxnId="{EE2DEDB7-D3AB-4966-BA03-7D538E25BEF5}">
      <dgm:prSet/>
      <dgm:spPr/>
      <dgm:t>
        <a:bodyPr/>
        <a:lstStyle/>
        <a:p>
          <a:endParaRPr lang="en-US"/>
        </a:p>
      </dgm:t>
    </dgm:pt>
    <dgm:pt modelId="{6A04F6F9-EDFB-4FAF-865B-32D962AD3F9A}" type="sibTrans" cxnId="{EE2DEDB7-D3AB-4966-BA03-7D538E25BEF5}">
      <dgm:prSet/>
      <dgm:spPr/>
      <dgm:t>
        <a:bodyPr/>
        <a:lstStyle/>
        <a:p>
          <a:endParaRPr lang="en-US"/>
        </a:p>
      </dgm:t>
    </dgm:pt>
    <dgm:pt modelId="{426C31DE-9FF2-4521-88D5-D2C8FC40149A}">
      <dgm:prSet/>
      <dgm:spPr/>
      <dgm:t>
        <a:bodyPr/>
        <a:lstStyle/>
        <a:p>
          <a:r>
            <a:rPr lang="en-US" dirty="0"/>
            <a:t>the risk of computer compromise was vague and indirect</a:t>
          </a:r>
        </a:p>
      </dgm:t>
    </dgm:pt>
    <dgm:pt modelId="{02250F58-DADB-4455-AB8F-4AD87D7B965F}" type="parTrans" cxnId="{DE91D3D6-B143-4457-8068-63B5DDEC8321}">
      <dgm:prSet/>
      <dgm:spPr/>
      <dgm:t>
        <a:bodyPr/>
        <a:lstStyle/>
        <a:p>
          <a:endParaRPr lang="tr-TR"/>
        </a:p>
      </dgm:t>
    </dgm:pt>
    <dgm:pt modelId="{AE2107DD-6D6F-4EF2-BD3D-90174EEB3948}" type="sibTrans" cxnId="{DE91D3D6-B143-4457-8068-63B5DDEC8321}">
      <dgm:prSet/>
      <dgm:spPr/>
      <dgm:t>
        <a:bodyPr/>
        <a:lstStyle/>
        <a:p>
          <a:endParaRPr lang="tr-TR"/>
        </a:p>
      </dgm:t>
    </dgm:pt>
    <dgm:pt modelId="{99CCCEC6-D63A-4042-9FD4-39A2F320E943}">
      <dgm:prSet/>
      <dgm:spPr/>
      <dgm:t>
        <a:bodyPr/>
        <a:lstStyle/>
        <a:p>
          <a:r>
            <a:rPr lang="tr-TR" dirty="0"/>
            <a:t>Focus on security</a:t>
          </a:r>
          <a:endParaRPr lang="en-US" dirty="0"/>
        </a:p>
      </dgm:t>
    </dgm:pt>
    <dgm:pt modelId="{7D3644DA-44E9-4A03-9AD5-1D954E2055D8}" type="parTrans" cxnId="{F9AC7756-EFB9-479B-BB47-24209CCE0C01}">
      <dgm:prSet/>
      <dgm:spPr/>
      <dgm:t>
        <a:bodyPr/>
        <a:lstStyle/>
        <a:p>
          <a:endParaRPr lang="tr-TR"/>
        </a:p>
      </dgm:t>
    </dgm:pt>
    <dgm:pt modelId="{9171AF87-C632-44B0-B8D1-B2B69F26A7DB}" type="sibTrans" cxnId="{F9AC7756-EFB9-479B-BB47-24209CCE0C01}">
      <dgm:prSet/>
      <dgm:spPr/>
      <dgm:t>
        <a:bodyPr/>
        <a:lstStyle/>
        <a:p>
          <a:endParaRPr lang="tr-TR"/>
        </a:p>
      </dgm:t>
    </dgm:pt>
    <dgm:pt modelId="{3CC8EC7B-BEAC-4F87-96BF-5852D3500B77}">
      <dgm:prSet/>
      <dgm:spPr/>
      <dgm:t>
        <a:bodyPr/>
        <a:lstStyle/>
        <a:p>
          <a:r>
            <a:rPr lang="tr-TR" dirty="0"/>
            <a:t>Bitcoin improves security</a:t>
          </a:r>
          <a:endParaRPr lang="en-US" dirty="0"/>
        </a:p>
      </dgm:t>
    </dgm:pt>
    <dgm:pt modelId="{C94CD695-CF59-4C6E-8734-72005544ED7B}" type="sibTrans" cxnId="{DAEE0B2A-F4D2-4776-9045-891AD5410676}">
      <dgm:prSet/>
      <dgm:spPr/>
      <dgm:t>
        <a:bodyPr/>
        <a:lstStyle/>
        <a:p>
          <a:endParaRPr lang="en-US"/>
        </a:p>
      </dgm:t>
    </dgm:pt>
    <dgm:pt modelId="{7CC89DEF-6C87-4A93-8D7A-A012BD937561}" type="parTrans" cxnId="{DAEE0B2A-F4D2-4776-9045-891AD5410676}">
      <dgm:prSet/>
      <dgm:spPr/>
      <dgm:t>
        <a:bodyPr/>
        <a:lstStyle/>
        <a:p>
          <a:endParaRPr lang="en-US"/>
        </a:p>
      </dgm:t>
    </dgm:pt>
    <dgm:pt modelId="{59BE9608-8FDD-459C-A761-D05C6ADF83A8}">
      <dgm:prSet/>
      <dgm:spPr/>
      <dgm:t>
        <a:bodyPr/>
        <a:lstStyle/>
        <a:p>
          <a:r>
            <a:rPr lang="en-US" dirty="0"/>
            <a:t>Fortunately bitcoin also creates the incentives to improve computer security</a:t>
          </a:r>
        </a:p>
      </dgm:t>
    </dgm:pt>
    <dgm:pt modelId="{697DE841-646F-4AE3-9940-064CFF40548D}" type="parTrans" cxnId="{F287696F-FBB5-4A99-9274-A2364F6ADCCD}">
      <dgm:prSet/>
      <dgm:spPr/>
      <dgm:t>
        <a:bodyPr/>
        <a:lstStyle/>
        <a:p>
          <a:endParaRPr lang="tr-TR"/>
        </a:p>
      </dgm:t>
    </dgm:pt>
    <dgm:pt modelId="{1BD19278-7443-41AB-B226-FB8C32F8DF8D}" type="sibTrans" cxnId="{F287696F-FBB5-4A99-9274-A2364F6ADCCD}">
      <dgm:prSet/>
      <dgm:spPr/>
      <dgm:t>
        <a:bodyPr/>
        <a:lstStyle/>
        <a:p>
          <a:endParaRPr lang="tr-TR"/>
        </a:p>
      </dgm:t>
    </dgm:pt>
    <dgm:pt modelId="{2C4D34D9-1752-4E2D-9CE5-2F921DE360C0}" type="pres">
      <dgm:prSet presAssocID="{A56E81AF-8A0F-4BB6-80FB-2C9B199C16A3}" presName="Name0" presStyleCnt="0">
        <dgm:presLayoutVars>
          <dgm:dir/>
          <dgm:animLvl val="lvl"/>
          <dgm:resizeHandles val="exact"/>
        </dgm:presLayoutVars>
      </dgm:prSet>
      <dgm:spPr/>
    </dgm:pt>
    <dgm:pt modelId="{691CE6C3-C400-4FA1-BF8A-07937E6D0F4F}" type="pres">
      <dgm:prSet presAssocID="{459288AB-5599-4FF8-BB46-47A58DBE035B}" presName="linNode" presStyleCnt="0"/>
      <dgm:spPr/>
    </dgm:pt>
    <dgm:pt modelId="{236623F8-1A12-4B8E-BD01-A69C480A248E}" type="pres">
      <dgm:prSet presAssocID="{459288AB-5599-4FF8-BB46-47A58DBE035B}" presName="parTx" presStyleLbl="revTx" presStyleIdx="0" presStyleCnt="5">
        <dgm:presLayoutVars>
          <dgm:chMax val="1"/>
          <dgm:bulletEnabled val="1"/>
        </dgm:presLayoutVars>
      </dgm:prSet>
      <dgm:spPr/>
    </dgm:pt>
    <dgm:pt modelId="{26FBB9DA-236C-4304-A77D-5DC1C223F769}" type="pres">
      <dgm:prSet presAssocID="{459288AB-5599-4FF8-BB46-47A58DBE035B}" presName="bracket" presStyleLbl="parChTrans1D1" presStyleIdx="0" presStyleCnt="5"/>
      <dgm:spPr/>
    </dgm:pt>
    <dgm:pt modelId="{C8B9F88A-E10A-4CF9-A76B-0CF2CBF90DC7}" type="pres">
      <dgm:prSet presAssocID="{459288AB-5599-4FF8-BB46-47A58DBE035B}" presName="spH" presStyleCnt="0"/>
      <dgm:spPr/>
    </dgm:pt>
    <dgm:pt modelId="{BEE549D9-E9EF-4CC7-B4CB-D2AEC1483C8A}" type="pres">
      <dgm:prSet presAssocID="{459288AB-5599-4FF8-BB46-47A58DBE035B}" presName="desTx" presStyleLbl="node1" presStyleIdx="0" presStyleCnt="5">
        <dgm:presLayoutVars>
          <dgm:bulletEnabled val="1"/>
        </dgm:presLayoutVars>
      </dgm:prSet>
      <dgm:spPr/>
    </dgm:pt>
    <dgm:pt modelId="{8C43CC11-D513-4442-8BFD-53671110F066}" type="pres">
      <dgm:prSet presAssocID="{10FB5FDE-59E4-48D6-AD6C-B5F972FAD1C4}" presName="spV" presStyleCnt="0"/>
      <dgm:spPr/>
    </dgm:pt>
    <dgm:pt modelId="{60218210-3A6C-455E-8648-9A53C1F6C8EE}" type="pres">
      <dgm:prSet presAssocID="{21A5D0BD-6B83-4B32-B057-60F3412CDA44}" presName="linNode" presStyleCnt="0"/>
      <dgm:spPr/>
    </dgm:pt>
    <dgm:pt modelId="{C78FA391-2359-4AC5-ACB2-C881EAD60B3A}" type="pres">
      <dgm:prSet presAssocID="{21A5D0BD-6B83-4B32-B057-60F3412CDA44}" presName="parTx" presStyleLbl="revTx" presStyleIdx="1" presStyleCnt="5">
        <dgm:presLayoutVars>
          <dgm:chMax val="1"/>
          <dgm:bulletEnabled val="1"/>
        </dgm:presLayoutVars>
      </dgm:prSet>
      <dgm:spPr/>
    </dgm:pt>
    <dgm:pt modelId="{B8BE485C-881B-4ACF-8275-64937457B9CA}" type="pres">
      <dgm:prSet presAssocID="{21A5D0BD-6B83-4B32-B057-60F3412CDA44}" presName="bracket" presStyleLbl="parChTrans1D1" presStyleIdx="1" presStyleCnt="5"/>
      <dgm:spPr/>
    </dgm:pt>
    <dgm:pt modelId="{BF1235C2-E9CF-4542-AF5D-8735C4192857}" type="pres">
      <dgm:prSet presAssocID="{21A5D0BD-6B83-4B32-B057-60F3412CDA44}" presName="spH" presStyleCnt="0"/>
      <dgm:spPr/>
    </dgm:pt>
    <dgm:pt modelId="{2BAD7C42-61D4-493C-9BB4-E4AD314C7D3E}" type="pres">
      <dgm:prSet presAssocID="{21A5D0BD-6B83-4B32-B057-60F3412CDA44}" presName="desTx" presStyleLbl="node1" presStyleIdx="1" presStyleCnt="5">
        <dgm:presLayoutVars>
          <dgm:bulletEnabled val="1"/>
        </dgm:presLayoutVars>
      </dgm:prSet>
      <dgm:spPr/>
    </dgm:pt>
    <dgm:pt modelId="{65F4E72A-6C52-4861-B097-227810B9F6A3}" type="pres">
      <dgm:prSet presAssocID="{FA2F977A-C06B-469A-9E6C-A6C0843E325E}" presName="spV" presStyleCnt="0"/>
      <dgm:spPr/>
    </dgm:pt>
    <dgm:pt modelId="{1A8164BB-850D-4E49-8387-B094FE9230D9}" type="pres">
      <dgm:prSet presAssocID="{3CC8EC7B-BEAC-4F87-96BF-5852D3500B77}" presName="linNode" presStyleCnt="0"/>
      <dgm:spPr/>
    </dgm:pt>
    <dgm:pt modelId="{65FDAF43-48CD-43BE-BF43-6CD26A7C0728}" type="pres">
      <dgm:prSet presAssocID="{3CC8EC7B-BEAC-4F87-96BF-5852D3500B77}" presName="parTx" presStyleLbl="revTx" presStyleIdx="2" presStyleCnt="5">
        <dgm:presLayoutVars>
          <dgm:chMax val="1"/>
          <dgm:bulletEnabled val="1"/>
        </dgm:presLayoutVars>
      </dgm:prSet>
      <dgm:spPr/>
    </dgm:pt>
    <dgm:pt modelId="{D29E0CFD-9548-4B49-8D94-07EFC8A59EBD}" type="pres">
      <dgm:prSet presAssocID="{3CC8EC7B-BEAC-4F87-96BF-5852D3500B77}" presName="bracket" presStyleLbl="parChTrans1D1" presStyleIdx="2" presStyleCnt="5"/>
      <dgm:spPr/>
    </dgm:pt>
    <dgm:pt modelId="{50ECD91C-D221-4393-BE32-8EC8BC395DF8}" type="pres">
      <dgm:prSet presAssocID="{3CC8EC7B-BEAC-4F87-96BF-5852D3500B77}" presName="spH" presStyleCnt="0"/>
      <dgm:spPr/>
    </dgm:pt>
    <dgm:pt modelId="{170FC861-9BF9-44E1-9966-02A469C5EFD1}" type="pres">
      <dgm:prSet presAssocID="{3CC8EC7B-BEAC-4F87-96BF-5852D3500B77}" presName="desTx" presStyleLbl="node1" presStyleIdx="2" presStyleCnt="5">
        <dgm:presLayoutVars>
          <dgm:bulletEnabled val="1"/>
        </dgm:presLayoutVars>
      </dgm:prSet>
      <dgm:spPr/>
    </dgm:pt>
    <dgm:pt modelId="{199DD8B4-B7CA-4F8C-A9AF-06FE43294DB2}" type="pres">
      <dgm:prSet presAssocID="{C94CD695-CF59-4C6E-8734-72005544ED7B}" presName="spV" presStyleCnt="0"/>
      <dgm:spPr/>
    </dgm:pt>
    <dgm:pt modelId="{DD5D9F2E-B919-492C-AF48-7284FD2EAB04}" type="pres">
      <dgm:prSet presAssocID="{F343A539-F60A-44D6-B59C-B065827895B3}" presName="linNode" presStyleCnt="0"/>
      <dgm:spPr/>
    </dgm:pt>
    <dgm:pt modelId="{CB293804-2AAF-4B00-894C-1B7CB1DAB6BF}" type="pres">
      <dgm:prSet presAssocID="{F343A539-F60A-44D6-B59C-B065827895B3}" presName="parTx" presStyleLbl="revTx" presStyleIdx="3" presStyleCnt="5">
        <dgm:presLayoutVars>
          <dgm:chMax val="1"/>
          <dgm:bulletEnabled val="1"/>
        </dgm:presLayoutVars>
      </dgm:prSet>
      <dgm:spPr/>
    </dgm:pt>
    <dgm:pt modelId="{6BE5D5F4-8E2F-4B7E-9356-028C8308EC75}" type="pres">
      <dgm:prSet presAssocID="{F343A539-F60A-44D6-B59C-B065827895B3}" presName="bracket" presStyleLbl="parChTrans1D1" presStyleIdx="3" presStyleCnt="5"/>
      <dgm:spPr/>
    </dgm:pt>
    <dgm:pt modelId="{E94468A9-78E0-4C26-84EC-39AE3A8ACEEA}" type="pres">
      <dgm:prSet presAssocID="{F343A539-F60A-44D6-B59C-B065827895B3}" presName="spH" presStyleCnt="0"/>
      <dgm:spPr/>
    </dgm:pt>
    <dgm:pt modelId="{4F7B3CF7-FD70-48EA-AF1E-6455AC0A67E3}" type="pres">
      <dgm:prSet presAssocID="{F343A539-F60A-44D6-B59C-B065827895B3}" presName="desTx" presStyleLbl="node1" presStyleIdx="3" presStyleCnt="5">
        <dgm:presLayoutVars>
          <dgm:bulletEnabled val="1"/>
        </dgm:presLayoutVars>
      </dgm:prSet>
      <dgm:spPr/>
    </dgm:pt>
    <dgm:pt modelId="{6646BB6B-870F-4A46-BDED-955FB2DAD6F6}" type="pres">
      <dgm:prSet presAssocID="{2E1881D1-88AA-4475-A811-381B8F679551}" presName="spV" presStyleCnt="0"/>
      <dgm:spPr/>
    </dgm:pt>
    <dgm:pt modelId="{6B1E3590-230E-406F-B3C1-865F965311D6}" type="pres">
      <dgm:prSet presAssocID="{99CCCEC6-D63A-4042-9FD4-39A2F320E943}" presName="linNode" presStyleCnt="0"/>
      <dgm:spPr/>
    </dgm:pt>
    <dgm:pt modelId="{30A7E222-EF9C-4EEB-BD2A-70DB23DFD478}" type="pres">
      <dgm:prSet presAssocID="{99CCCEC6-D63A-4042-9FD4-39A2F320E943}" presName="parTx" presStyleLbl="revTx" presStyleIdx="4" presStyleCnt="5">
        <dgm:presLayoutVars>
          <dgm:chMax val="1"/>
          <dgm:bulletEnabled val="1"/>
        </dgm:presLayoutVars>
      </dgm:prSet>
      <dgm:spPr/>
    </dgm:pt>
    <dgm:pt modelId="{D475F8EB-FE90-44BB-AFFB-55BDC99BEA06}" type="pres">
      <dgm:prSet presAssocID="{99CCCEC6-D63A-4042-9FD4-39A2F320E943}" presName="bracket" presStyleLbl="parChTrans1D1" presStyleIdx="4" presStyleCnt="5"/>
      <dgm:spPr/>
    </dgm:pt>
    <dgm:pt modelId="{44DA8048-BD54-4BEA-8C65-2914E33D80D9}" type="pres">
      <dgm:prSet presAssocID="{99CCCEC6-D63A-4042-9FD4-39A2F320E943}" presName="spH" presStyleCnt="0"/>
      <dgm:spPr/>
    </dgm:pt>
    <dgm:pt modelId="{4891EC3A-46AD-4265-AE84-13FF71469C67}" type="pres">
      <dgm:prSet presAssocID="{99CCCEC6-D63A-4042-9FD4-39A2F320E943}" presName="desTx" presStyleLbl="node1" presStyleIdx="4" presStyleCnt="5">
        <dgm:presLayoutVars>
          <dgm:bulletEnabled val="1"/>
        </dgm:presLayoutVars>
      </dgm:prSet>
      <dgm:spPr/>
    </dgm:pt>
  </dgm:ptLst>
  <dgm:cxnLst>
    <dgm:cxn modelId="{EB22DD08-999E-498E-9F0B-4AD4A463D494}" srcId="{459288AB-5599-4FF8-BB46-47A58DBE035B}" destId="{3EC28852-CD30-417E-BA9A-363B7338BD17}" srcOrd="0" destOrd="0" parTransId="{19FF7E30-352F-4CD7-BD6E-69CE61C2EC8A}" sibTransId="{9F5D03D5-F9C7-4504-AA53-80B97002A6DD}"/>
    <dgm:cxn modelId="{E70D8916-79C3-43DB-A334-C6FFFC5C65BB}" type="presOf" srcId="{3EC28852-CD30-417E-BA9A-363B7338BD17}" destId="{BEE549D9-E9EF-4CC7-B4CB-D2AEC1483C8A}" srcOrd="0" destOrd="0" presId="urn:diagrams.loki3.com/BracketList"/>
    <dgm:cxn modelId="{DAEE0B2A-F4D2-4776-9045-891AD5410676}" srcId="{A56E81AF-8A0F-4BB6-80FB-2C9B199C16A3}" destId="{3CC8EC7B-BEAC-4F87-96BF-5852D3500B77}" srcOrd="2" destOrd="0" parTransId="{7CC89DEF-6C87-4A93-8D7A-A012BD937561}" sibTransId="{C94CD695-CF59-4C6E-8734-72005544ED7B}"/>
    <dgm:cxn modelId="{98FF692F-DF08-465E-9A9C-D00648754A2B}" type="presOf" srcId="{F343A539-F60A-44D6-B59C-B065827895B3}" destId="{CB293804-2AAF-4B00-894C-1B7CB1DAB6BF}" srcOrd="0" destOrd="0" presId="urn:diagrams.loki3.com/BracketList"/>
    <dgm:cxn modelId="{E6CDB932-5B18-4CB1-8A4D-43B4B96E0A6D}" type="presOf" srcId="{459288AB-5599-4FF8-BB46-47A58DBE035B}" destId="{236623F8-1A12-4B8E-BD01-A69C480A248E}" srcOrd="0" destOrd="0" presId="urn:diagrams.loki3.com/BracketList"/>
    <dgm:cxn modelId="{F8AEF439-02F4-4537-A056-E309FB1F3D47}" srcId="{21A5D0BD-6B83-4B32-B057-60F3412CDA44}" destId="{B75778C2-7369-42AE-AEF9-263A88447D78}" srcOrd="0" destOrd="0" parTransId="{9063540F-FC3B-43F8-82CB-61C083E0BA86}" sibTransId="{4566769F-5045-4A0B-A96F-BC67FDEE9675}"/>
    <dgm:cxn modelId="{24FC7E3B-22DC-41F1-AEE1-8CC05CD5E891}" type="presOf" srcId="{426C31DE-9FF2-4521-88D5-D2C8FC40149A}" destId="{4F7B3CF7-FD70-48EA-AF1E-6455AC0A67E3}" srcOrd="0" destOrd="0" presId="urn:diagrams.loki3.com/BracketList"/>
    <dgm:cxn modelId="{E10A0B5B-F0CC-49E9-B32C-A8434E6795D5}" type="presOf" srcId="{34B46A23-7F7C-4771-ABDD-D79F6F7CC7F2}" destId="{4891EC3A-46AD-4265-AE84-13FF71469C67}" srcOrd="0" destOrd="1" presId="urn:diagrams.loki3.com/BracketList"/>
    <dgm:cxn modelId="{2482F664-E896-4CB3-8D86-CB1573EC191B}" type="presOf" srcId="{B75778C2-7369-42AE-AEF9-263A88447D78}" destId="{2BAD7C42-61D4-493C-9BB4-E4AD314C7D3E}" srcOrd="0" destOrd="0" presId="urn:diagrams.loki3.com/BracketList"/>
    <dgm:cxn modelId="{A3E50D45-9A44-41EA-845E-5AE45C2CD5A3}" type="presOf" srcId="{59BE9608-8FDD-459C-A761-D05C6ADF83A8}" destId="{170FC861-9BF9-44E1-9966-02A469C5EFD1}" srcOrd="0" destOrd="0" presId="urn:diagrams.loki3.com/BracketList"/>
    <dgm:cxn modelId="{F287696F-FBB5-4A99-9274-A2364F6ADCCD}" srcId="{3CC8EC7B-BEAC-4F87-96BF-5852D3500B77}" destId="{59BE9608-8FDD-459C-A761-D05C6ADF83A8}" srcOrd="0" destOrd="0" parTransId="{697DE841-646F-4AE3-9940-064CFF40548D}" sibTransId="{1BD19278-7443-41AB-B226-FB8C32F8DF8D}"/>
    <dgm:cxn modelId="{F9AC7756-EFB9-479B-BB47-24209CCE0C01}" srcId="{A56E81AF-8A0F-4BB6-80FB-2C9B199C16A3}" destId="{99CCCEC6-D63A-4042-9FD4-39A2F320E943}" srcOrd="4" destOrd="0" parTransId="{7D3644DA-44E9-4A03-9AD5-1D954E2055D8}" sibTransId="{9171AF87-C632-44B0-B8D1-B2B69F26A7DB}"/>
    <dgm:cxn modelId="{9A50D580-8F1F-4F18-926C-2F7C40AEB932}" type="presOf" srcId="{3CC8EC7B-BEAC-4F87-96BF-5852D3500B77}" destId="{65FDAF43-48CD-43BE-BF43-6CD26A7C0728}" srcOrd="0" destOrd="0" presId="urn:diagrams.loki3.com/BracketList"/>
    <dgm:cxn modelId="{DD6A3283-3E0C-4F78-B64F-112409B05083}" srcId="{99CCCEC6-D63A-4042-9FD4-39A2F320E943}" destId="{F0510912-18EF-4D70-8060-906E442185D8}" srcOrd="0" destOrd="0" parTransId="{7AB284C5-6E2B-4F46-BAE1-9CD4B595D00D}" sibTransId="{B7CF352D-B9F1-4580-B18F-6442D7ACF6C2}"/>
    <dgm:cxn modelId="{74FBAF94-37D4-4A24-B80B-17B85AAE07F5}" srcId="{A56E81AF-8A0F-4BB6-80FB-2C9B199C16A3}" destId="{F343A539-F60A-44D6-B59C-B065827895B3}" srcOrd="3" destOrd="0" parTransId="{97F65D56-11EE-4BB1-BBFE-4704A1664482}" sibTransId="{2E1881D1-88AA-4475-A811-381B8F679551}"/>
    <dgm:cxn modelId="{7A78CFA1-A335-4764-81B5-304CE6F133DC}" type="presOf" srcId="{134F83EF-8E30-41F1-8F9A-EC79D9F3573C}" destId="{4F7B3CF7-FD70-48EA-AF1E-6455AC0A67E3}" srcOrd="0" destOrd="1" presId="urn:diagrams.loki3.com/BracketList"/>
    <dgm:cxn modelId="{6132F4B1-A218-4A40-91F1-545F7F160B0A}" type="presOf" srcId="{A56E81AF-8A0F-4BB6-80FB-2C9B199C16A3}" destId="{2C4D34D9-1752-4E2D-9CE5-2F921DE360C0}" srcOrd="0" destOrd="0" presId="urn:diagrams.loki3.com/BracketList"/>
    <dgm:cxn modelId="{EE2DEDB7-D3AB-4966-BA03-7D538E25BEF5}" srcId="{99CCCEC6-D63A-4042-9FD4-39A2F320E943}" destId="{34B46A23-7F7C-4771-ABDD-D79F6F7CC7F2}" srcOrd="1" destOrd="0" parTransId="{78210023-97FE-42F7-9056-2815E2EE40AD}" sibTransId="{6A04F6F9-EDFB-4FAF-865B-32D962AD3F9A}"/>
    <dgm:cxn modelId="{DE91D3D6-B143-4457-8068-63B5DDEC8321}" srcId="{F343A539-F60A-44D6-B59C-B065827895B3}" destId="{426C31DE-9FF2-4521-88D5-D2C8FC40149A}" srcOrd="0" destOrd="0" parTransId="{02250F58-DADB-4455-AB8F-4AD87D7B965F}" sibTransId="{AE2107DD-6D6F-4EF2-BD3D-90174EEB3948}"/>
    <dgm:cxn modelId="{28B193E8-8825-4728-B7F1-D83385AAEF48}" type="presOf" srcId="{21A5D0BD-6B83-4B32-B057-60F3412CDA44}" destId="{C78FA391-2359-4AC5-ACB2-C881EAD60B3A}" srcOrd="0" destOrd="0" presId="urn:diagrams.loki3.com/BracketList"/>
    <dgm:cxn modelId="{718A9FE8-BB5F-4067-A656-4625B0DEA6FB}" srcId="{A56E81AF-8A0F-4BB6-80FB-2C9B199C16A3}" destId="{21A5D0BD-6B83-4B32-B057-60F3412CDA44}" srcOrd="1" destOrd="0" parTransId="{C095FBBD-B68E-43EC-BDEB-B13BFBF78A28}" sibTransId="{FA2F977A-C06B-469A-9E6C-A6C0843E325E}"/>
    <dgm:cxn modelId="{F02C3CEB-446C-4AC4-B635-4C6B7018B02A}" type="presOf" srcId="{13D9CD52-BEE9-4C27-B8BC-03C392BE195A}" destId="{BEE549D9-E9EF-4CC7-B4CB-D2AEC1483C8A}" srcOrd="0" destOrd="1" presId="urn:diagrams.loki3.com/BracketList"/>
    <dgm:cxn modelId="{B5E1FCEE-CB3B-4E95-BD6D-FC8FE2CDC06B}" srcId="{459288AB-5599-4FF8-BB46-47A58DBE035B}" destId="{13D9CD52-BEE9-4C27-B8BC-03C392BE195A}" srcOrd="1" destOrd="0" parTransId="{94594A8C-8931-47E8-83F1-E23639F3136C}" sibTransId="{FC5CA277-5885-47E4-9573-006278CBF65A}"/>
    <dgm:cxn modelId="{321B3BF7-E70A-4B29-BB53-E12A30444F84}" srcId="{A56E81AF-8A0F-4BB6-80FB-2C9B199C16A3}" destId="{459288AB-5599-4FF8-BB46-47A58DBE035B}" srcOrd="0" destOrd="0" parTransId="{F8A4585C-1D37-4D91-ABDB-D94373A84D4D}" sibTransId="{10FB5FDE-59E4-48D6-AD6C-B5F972FAD1C4}"/>
    <dgm:cxn modelId="{7BC792FA-102E-4569-805E-992FF0FBA0EB}" srcId="{F343A539-F60A-44D6-B59C-B065827895B3}" destId="{134F83EF-8E30-41F1-8F9A-EC79D9F3573C}" srcOrd="1" destOrd="0" parTransId="{4424E3E7-84A8-4F03-98D0-85C902A4684B}" sibTransId="{29F8EFAC-D07D-4117-A519-C831D32F4908}"/>
    <dgm:cxn modelId="{A737AFFB-B404-427C-8C5D-27CB821396C7}" type="presOf" srcId="{99CCCEC6-D63A-4042-9FD4-39A2F320E943}" destId="{30A7E222-EF9C-4EEB-BD2A-70DB23DFD478}" srcOrd="0" destOrd="0" presId="urn:diagrams.loki3.com/BracketList"/>
    <dgm:cxn modelId="{5B8C16FD-5E8C-4976-9025-E7F67642863B}" type="presOf" srcId="{F0510912-18EF-4D70-8060-906E442185D8}" destId="{4891EC3A-46AD-4265-AE84-13FF71469C67}" srcOrd="0" destOrd="0" presId="urn:diagrams.loki3.com/BracketList"/>
    <dgm:cxn modelId="{A33F6FB3-7EC5-456C-A3AD-B606DCC0E22F}" type="presParOf" srcId="{2C4D34D9-1752-4E2D-9CE5-2F921DE360C0}" destId="{691CE6C3-C400-4FA1-BF8A-07937E6D0F4F}" srcOrd="0" destOrd="0" presId="urn:diagrams.loki3.com/BracketList"/>
    <dgm:cxn modelId="{3C739676-AFEF-427E-8B14-CBA5F5A52906}" type="presParOf" srcId="{691CE6C3-C400-4FA1-BF8A-07937E6D0F4F}" destId="{236623F8-1A12-4B8E-BD01-A69C480A248E}" srcOrd="0" destOrd="0" presId="urn:diagrams.loki3.com/BracketList"/>
    <dgm:cxn modelId="{5F3319FE-04B3-4A91-9850-FBCD139DA26E}" type="presParOf" srcId="{691CE6C3-C400-4FA1-BF8A-07937E6D0F4F}" destId="{26FBB9DA-236C-4304-A77D-5DC1C223F769}" srcOrd="1" destOrd="0" presId="urn:diagrams.loki3.com/BracketList"/>
    <dgm:cxn modelId="{96841DC4-C5A1-4102-88A1-410739E249DF}" type="presParOf" srcId="{691CE6C3-C400-4FA1-BF8A-07937E6D0F4F}" destId="{C8B9F88A-E10A-4CF9-A76B-0CF2CBF90DC7}" srcOrd="2" destOrd="0" presId="urn:diagrams.loki3.com/BracketList"/>
    <dgm:cxn modelId="{A1554821-B678-48A4-97B3-E091F2D18521}" type="presParOf" srcId="{691CE6C3-C400-4FA1-BF8A-07937E6D0F4F}" destId="{BEE549D9-E9EF-4CC7-B4CB-D2AEC1483C8A}" srcOrd="3" destOrd="0" presId="urn:diagrams.loki3.com/BracketList"/>
    <dgm:cxn modelId="{5976AB38-A16F-41FA-8609-55E9ABF44304}" type="presParOf" srcId="{2C4D34D9-1752-4E2D-9CE5-2F921DE360C0}" destId="{8C43CC11-D513-4442-8BFD-53671110F066}" srcOrd="1" destOrd="0" presId="urn:diagrams.loki3.com/BracketList"/>
    <dgm:cxn modelId="{CF6C4A7F-0D40-4C09-AD94-0A2A2EC76CCA}" type="presParOf" srcId="{2C4D34D9-1752-4E2D-9CE5-2F921DE360C0}" destId="{60218210-3A6C-455E-8648-9A53C1F6C8EE}" srcOrd="2" destOrd="0" presId="urn:diagrams.loki3.com/BracketList"/>
    <dgm:cxn modelId="{871208BF-6DBD-4F4F-BB52-99C388F7935C}" type="presParOf" srcId="{60218210-3A6C-455E-8648-9A53C1F6C8EE}" destId="{C78FA391-2359-4AC5-ACB2-C881EAD60B3A}" srcOrd="0" destOrd="0" presId="urn:diagrams.loki3.com/BracketList"/>
    <dgm:cxn modelId="{C0571B49-AA74-4A28-87E8-BAAE1069202A}" type="presParOf" srcId="{60218210-3A6C-455E-8648-9A53C1F6C8EE}" destId="{B8BE485C-881B-4ACF-8275-64937457B9CA}" srcOrd="1" destOrd="0" presId="urn:diagrams.loki3.com/BracketList"/>
    <dgm:cxn modelId="{D475FC4B-4AF7-42A6-B43E-5164CB25F80A}" type="presParOf" srcId="{60218210-3A6C-455E-8648-9A53C1F6C8EE}" destId="{BF1235C2-E9CF-4542-AF5D-8735C4192857}" srcOrd="2" destOrd="0" presId="urn:diagrams.loki3.com/BracketList"/>
    <dgm:cxn modelId="{AA576DC8-40BF-473C-B03F-E2EEBABC590A}" type="presParOf" srcId="{60218210-3A6C-455E-8648-9A53C1F6C8EE}" destId="{2BAD7C42-61D4-493C-9BB4-E4AD314C7D3E}" srcOrd="3" destOrd="0" presId="urn:diagrams.loki3.com/BracketList"/>
    <dgm:cxn modelId="{417FE199-87A2-4BB2-A48F-9078C91A17BA}" type="presParOf" srcId="{2C4D34D9-1752-4E2D-9CE5-2F921DE360C0}" destId="{65F4E72A-6C52-4861-B097-227810B9F6A3}" srcOrd="3" destOrd="0" presId="urn:diagrams.loki3.com/BracketList"/>
    <dgm:cxn modelId="{377ECF04-172C-4D89-86DC-6428D2893DA9}" type="presParOf" srcId="{2C4D34D9-1752-4E2D-9CE5-2F921DE360C0}" destId="{1A8164BB-850D-4E49-8387-B094FE9230D9}" srcOrd="4" destOrd="0" presId="urn:diagrams.loki3.com/BracketList"/>
    <dgm:cxn modelId="{B599AEC7-D4B2-42C5-B795-4FBEDB19A7D4}" type="presParOf" srcId="{1A8164BB-850D-4E49-8387-B094FE9230D9}" destId="{65FDAF43-48CD-43BE-BF43-6CD26A7C0728}" srcOrd="0" destOrd="0" presId="urn:diagrams.loki3.com/BracketList"/>
    <dgm:cxn modelId="{CEB41C45-7161-4136-89DD-C512ECD3A28A}" type="presParOf" srcId="{1A8164BB-850D-4E49-8387-B094FE9230D9}" destId="{D29E0CFD-9548-4B49-8D94-07EFC8A59EBD}" srcOrd="1" destOrd="0" presId="urn:diagrams.loki3.com/BracketList"/>
    <dgm:cxn modelId="{B0176E14-234F-4083-8DCB-5781BF1FE0D0}" type="presParOf" srcId="{1A8164BB-850D-4E49-8387-B094FE9230D9}" destId="{50ECD91C-D221-4393-BE32-8EC8BC395DF8}" srcOrd="2" destOrd="0" presId="urn:diagrams.loki3.com/BracketList"/>
    <dgm:cxn modelId="{1F95D715-E0F9-4374-8B3C-6F4D7A11444F}" type="presParOf" srcId="{1A8164BB-850D-4E49-8387-B094FE9230D9}" destId="{170FC861-9BF9-44E1-9966-02A469C5EFD1}" srcOrd="3" destOrd="0" presId="urn:diagrams.loki3.com/BracketList"/>
    <dgm:cxn modelId="{3DD58D05-6B62-48BB-A5F4-E9BE7B3F662E}" type="presParOf" srcId="{2C4D34D9-1752-4E2D-9CE5-2F921DE360C0}" destId="{199DD8B4-B7CA-4F8C-A9AF-06FE43294DB2}" srcOrd="5" destOrd="0" presId="urn:diagrams.loki3.com/BracketList"/>
    <dgm:cxn modelId="{CDC82FA2-41E3-4B5A-BECE-634424500371}" type="presParOf" srcId="{2C4D34D9-1752-4E2D-9CE5-2F921DE360C0}" destId="{DD5D9F2E-B919-492C-AF48-7284FD2EAB04}" srcOrd="6" destOrd="0" presId="urn:diagrams.loki3.com/BracketList"/>
    <dgm:cxn modelId="{4D8A643C-C038-4E65-86EF-F8CB867B7603}" type="presParOf" srcId="{DD5D9F2E-B919-492C-AF48-7284FD2EAB04}" destId="{CB293804-2AAF-4B00-894C-1B7CB1DAB6BF}" srcOrd="0" destOrd="0" presId="urn:diagrams.loki3.com/BracketList"/>
    <dgm:cxn modelId="{FDC6168E-E6EC-42B8-B81C-08C91E49C6AA}" type="presParOf" srcId="{DD5D9F2E-B919-492C-AF48-7284FD2EAB04}" destId="{6BE5D5F4-8E2F-4B7E-9356-028C8308EC75}" srcOrd="1" destOrd="0" presId="urn:diagrams.loki3.com/BracketList"/>
    <dgm:cxn modelId="{A70E4D68-7BC0-4FD1-8714-D42485C4A839}" type="presParOf" srcId="{DD5D9F2E-B919-492C-AF48-7284FD2EAB04}" destId="{E94468A9-78E0-4C26-84EC-39AE3A8ACEEA}" srcOrd="2" destOrd="0" presId="urn:diagrams.loki3.com/BracketList"/>
    <dgm:cxn modelId="{75C293ED-B55B-48FB-9FAC-A798C34E41EC}" type="presParOf" srcId="{DD5D9F2E-B919-492C-AF48-7284FD2EAB04}" destId="{4F7B3CF7-FD70-48EA-AF1E-6455AC0A67E3}" srcOrd="3" destOrd="0" presId="urn:diagrams.loki3.com/BracketList"/>
    <dgm:cxn modelId="{08FC9423-6C8F-44F6-AF81-4F59AADE8C72}" type="presParOf" srcId="{2C4D34D9-1752-4E2D-9CE5-2F921DE360C0}" destId="{6646BB6B-870F-4A46-BDED-955FB2DAD6F6}" srcOrd="7" destOrd="0" presId="urn:diagrams.loki3.com/BracketList"/>
    <dgm:cxn modelId="{10B5488F-5670-4D16-B23D-90D8BB206898}" type="presParOf" srcId="{2C4D34D9-1752-4E2D-9CE5-2F921DE360C0}" destId="{6B1E3590-230E-406F-B3C1-865F965311D6}" srcOrd="8" destOrd="0" presId="urn:diagrams.loki3.com/BracketList"/>
    <dgm:cxn modelId="{825839D8-AFCE-4355-8B21-E4996D713241}" type="presParOf" srcId="{6B1E3590-230E-406F-B3C1-865F965311D6}" destId="{30A7E222-EF9C-4EEB-BD2A-70DB23DFD478}" srcOrd="0" destOrd="0" presId="urn:diagrams.loki3.com/BracketList"/>
    <dgm:cxn modelId="{A4D8D5D6-701E-48F9-8AB3-E775825397D0}" type="presParOf" srcId="{6B1E3590-230E-406F-B3C1-865F965311D6}" destId="{D475F8EB-FE90-44BB-AFFB-55BDC99BEA06}" srcOrd="1" destOrd="0" presId="urn:diagrams.loki3.com/BracketList"/>
    <dgm:cxn modelId="{0354C9AE-2306-4D02-8746-A30A0780A76A}" type="presParOf" srcId="{6B1E3590-230E-406F-B3C1-865F965311D6}" destId="{44DA8048-BD54-4BEA-8C65-2914E33D80D9}" srcOrd="2" destOrd="0" presId="urn:diagrams.loki3.com/BracketList"/>
    <dgm:cxn modelId="{E2EBB464-245A-4520-9C5C-13109C084DC8}" type="presParOf" srcId="{6B1E3590-230E-406F-B3C1-865F965311D6}" destId="{4891EC3A-46AD-4265-AE84-13FF71469C6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9AAEED6-9608-4B56-8D14-C972CE57F3D1}" type="doc">
      <dgm:prSet loTypeId="urn:microsoft.com/office/officeart/2005/8/layout/list1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0CB793CB-F779-49A5-8299-683B025AD022}">
      <dgm:prSet/>
      <dgm:spPr/>
      <dgm:t>
        <a:bodyPr/>
        <a:lstStyle/>
        <a:p>
          <a:r>
            <a:rPr lang="tr-TR"/>
            <a:t>Escalation in bitcoin attacks</a:t>
          </a:r>
          <a:endParaRPr lang="en-US"/>
        </a:p>
      </dgm:t>
    </dgm:pt>
    <dgm:pt modelId="{82F09968-3C11-4274-A0CC-20103F13C2E2}" type="parTrans" cxnId="{CE43B010-8BCF-4B2B-8D6C-E210A3EEA27C}">
      <dgm:prSet/>
      <dgm:spPr/>
      <dgm:t>
        <a:bodyPr/>
        <a:lstStyle/>
        <a:p>
          <a:endParaRPr lang="en-US"/>
        </a:p>
      </dgm:t>
    </dgm:pt>
    <dgm:pt modelId="{AE380BB2-2EAD-4A4C-8E0D-2FD086634036}" type="sibTrans" cxnId="{CE43B010-8BCF-4B2B-8D6C-E210A3EEA27C}">
      <dgm:prSet/>
      <dgm:spPr/>
      <dgm:t>
        <a:bodyPr/>
        <a:lstStyle/>
        <a:p>
          <a:endParaRPr lang="en-US"/>
        </a:p>
      </dgm:t>
    </dgm:pt>
    <dgm:pt modelId="{DB11532C-FAB4-4485-971B-168AD1B5636B}">
      <dgm:prSet/>
      <dgm:spPr/>
      <dgm:t>
        <a:bodyPr/>
        <a:lstStyle/>
        <a:p>
          <a:r>
            <a:rPr lang="en-US"/>
            <a:t>we have</a:t>
          </a:r>
          <a:r>
            <a:rPr lang="tr-TR"/>
            <a:t> </a:t>
          </a:r>
          <a:r>
            <a:rPr lang="en-US"/>
            <a:t>seen an escalation in </a:t>
          </a:r>
        </a:p>
      </dgm:t>
    </dgm:pt>
    <dgm:pt modelId="{3C234A09-DC68-4798-BA08-F5456514B354}" type="parTrans" cxnId="{E8213795-EE76-4866-9AA8-81B59886E167}">
      <dgm:prSet/>
      <dgm:spPr/>
      <dgm:t>
        <a:bodyPr/>
        <a:lstStyle/>
        <a:p>
          <a:endParaRPr lang="en-US"/>
        </a:p>
      </dgm:t>
    </dgm:pt>
    <dgm:pt modelId="{CA6B7879-DB28-46C0-BA03-AF21D0A5A553}" type="sibTrans" cxnId="{E8213795-EE76-4866-9AA8-81B59886E167}">
      <dgm:prSet/>
      <dgm:spPr/>
      <dgm:t>
        <a:bodyPr/>
        <a:lstStyle/>
        <a:p>
          <a:endParaRPr lang="en-US"/>
        </a:p>
      </dgm:t>
    </dgm:pt>
    <dgm:pt modelId="{A2F72308-4AEC-4519-8169-F67806F99944}">
      <dgm:prSet/>
      <dgm:spPr/>
      <dgm:t>
        <a:bodyPr/>
        <a:lstStyle/>
        <a:p>
          <a:r>
            <a:rPr lang="en-US"/>
            <a:t>both hacking techniques and security solutions.</a:t>
          </a:r>
        </a:p>
      </dgm:t>
    </dgm:pt>
    <dgm:pt modelId="{1470E96B-6CCD-47BD-A11A-172A9DE8C99B}" type="parTrans" cxnId="{44F0C6C5-A2DF-4416-8172-47F6FD5CA88A}">
      <dgm:prSet/>
      <dgm:spPr/>
      <dgm:t>
        <a:bodyPr/>
        <a:lstStyle/>
        <a:p>
          <a:endParaRPr lang="en-US"/>
        </a:p>
      </dgm:t>
    </dgm:pt>
    <dgm:pt modelId="{B8419B3D-3B1B-417D-A8A6-0678717ACEF0}" type="sibTrans" cxnId="{44F0C6C5-A2DF-4416-8172-47F6FD5CA88A}">
      <dgm:prSet/>
      <dgm:spPr/>
      <dgm:t>
        <a:bodyPr/>
        <a:lstStyle/>
        <a:p>
          <a:endParaRPr lang="en-US"/>
        </a:p>
      </dgm:t>
    </dgm:pt>
    <dgm:pt modelId="{7018A881-18D4-48A9-AADB-ADFA94171B5D}">
      <dgm:prSet/>
      <dgm:spPr/>
      <dgm:t>
        <a:bodyPr/>
        <a:lstStyle/>
        <a:p>
          <a:r>
            <a:rPr lang="en-US"/>
            <a:t>As a direct result of </a:t>
          </a:r>
        </a:p>
      </dgm:t>
    </dgm:pt>
    <dgm:pt modelId="{86D8D4FC-3324-4F6F-9D6A-E71FB69FF431}" type="parTrans" cxnId="{DC161438-CA83-434A-90D6-D05112F282EB}">
      <dgm:prSet/>
      <dgm:spPr/>
      <dgm:t>
        <a:bodyPr/>
        <a:lstStyle/>
        <a:p>
          <a:endParaRPr lang="en-US"/>
        </a:p>
      </dgm:t>
    </dgm:pt>
    <dgm:pt modelId="{49D434AD-B2ED-4EB7-BC85-841BC5FE251F}" type="sibTrans" cxnId="{DC161438-CA83-434A-90D6-D05112F282EB}">
      <dgm:prSet/>
      <dgm:spPr/>
      <dgm:t>
        <a:bodyPr/>
        <a:lstStyle/>
        <a:p>
          <a:endParaRPr lang="en-US"/>
        </a:p>
      </dgm:t>
    </dgm:pt>
    <dgm:pt modelId="{8013F1B4-947E-4F62-937A-C5DACF9135B9}">
      <dgm:prSet/>
      <dgm:spPr/>
      <dgm:t>
        <a:bodyPr/>
        <a:lstStyle/>
        <a:p>
          <a:r>
            <a:rPr lang="en-US"/>
            <a:t>the</a:t>
          </a:r>
          <a:r>
            <a:rPr lang="tr-TR"/>
            <a:t> </a:t>
          </a:r>
          <a:r>
            <a:rPr lang="en-US"/>
            <a:t>proliferation and increased adoption of </a:t>
          </a:r>
        </a:p>
      </dgm:t>
    </dgm:pt>
    <dgm:pt modelId="{F91AD551-1E47-4317-B4A9-16CAB7399632}" type="parTrans" cxnId="{9F815C9E-E3D0-407D-97A9-B5250A182924}">
      <dgm:prSet/>
      <dgm:spPr/>
      <dgm:t>
        <a:bodyPr/>
        <a:lstStyle/>
        <a:p>
          <a:endParaRPr lang="en-US"/>
        </a:p>
      </dgm:t>
    </dgm:pt>
    <dgm:pt modelId="{16B3C63F-8C8A-44C9-9921-A473DEF01C70}" type="sibTrans" cxnId="{9F815C9E-E3D0-407D-97A9-B5250A182924}">
      <dgm:prSet/>
      <dgm:spPr/>
      <dgm:t>
        <a:bodyPr/>
        <a:lstStyle/>
        <a:p>
          <a:endParaRPr lang="en-US"/>
        </a:p>
      </dgm:t>
    </dgm:pt>
    <dgm:pt modelId="{2FEFF18E-95EF-43FE-AB75-97D4BD95F277}">
      <dgm:prSet/>
      <dgm:spPr/>
      <dgm:t>
        <a:bodyPr/>
        <a:lstStyle/>
        <a:p>
          <a:r>
            <a:rPr lang="en-US"/>
            <a:t>bitcoin and other digital currencies</a:t>
          </a:r>
        </a:p>
      </dgm:t>
    </dgm:pt>
    <dgm:pt modelId="{149C0EC6-E490-4D09-8C07-E3B4411BF08C}" type="parTrans" cxnId="{0E21B246-D520-450A-A6B9-9FD0084F1D4A}">
      <dgm:prSet/>
      <dgm:spPr/>
      <dgm:t>
        <a:bodyPr/>
        <a:lstStyle/>
        <a:p>
          <a:endParaRPr lang="en-US"/>
        </a:p>
      </dgm:t>
    </dgm:pt>
    <dgm:pt modelId="{2C2D7AC3-E66A-478F-BC5A-B58C7FE75164}" type="sibTrans" cxnId="{0E21B246-D520-450A-A6B9-9FD0084F1D4A}">
      <dgm:prSet/>
      <dgm:spPr/>
      <dgm:t>
        <a:bodyPr/>
        <a:lstStyle/>
        <a:p>
          <a:endParaRPr lang="en-US"/>
        </a:p>
      </dgm:t>
    </dgm:pt>
    <dgm:pt modelId="{2EF8B001-76DE-4A61-B4DC-CD5033A9960F}">
      <dgm:prSet/>
      <dgm:spPr/>
      <dgm:t>
        <a:bodyPr/>
        <a:lstStyle/>
        <a:p>
          <a:r>
            <a:rPr lang="en-US"/>
            <a:t>In simple terms</a:t>
          </a:r>
        </a:p>
      </dgm:t>
    </dgm:pt>
    <dgm:pt modelId="{7EB6E0C0-8E0F-4BE3-B705-E274B80E135E}" type="parTrans" cxnId="{6D7EC4DE-F373-48CF-AFE5-187AF06F9776}">
      <dgm:prSet/>
      <dgm:spPr/>
      <dgm:t>
        <a:bodyPr/>
        <a:lstStyle/>
        <a:p>
          <a:endParaRPr lang="en-US"/>
        </a:p>
      </dgm:t>
    </dgm:pt>
    <dgm:pt modelId="{43EFD3CE-16A0-449D-B655-8DD1A965A944}" type="sibTrans" cxnId="{6D7EC4DE-F373-48CF-AFE5-187AF06F9776}">
      <dgm:prSet/>
      <dgm:spPr/>
      <dgm:t>
        <a:bodyPr/>
        <a:lstStyle/>
        <a:p>
          <a:endParaRPr lang="en-US"/>
        </a:p>
      </dgm:t>
    </dgm:pt>
    <dgm:pt modelId="{5C41835D-86EF-4E13-95BE-DE665CA35E47}">
      <dgm:prSet/>
      <dgm:spPr/>
      <dgm:t>
        <a:bodyPr/>
        <a:lstStyle/>
        <a:p>
          <a:r>
            <a:rPr lang="en-US"/>
            <a:t>hackers now have a very juicy target</a:t>
          </a:r>
        </a:p>
      </dgm:t>
    </dgm:pt>
    <dgm:pt modelId="{3BA18214-2874-41A6-8E13-E75CAD52ED1F}" type="parTrans" cxnId="{86186765-699D-4C30-96A4-51046B314DC3}">
      <dgm:prSet/>
      <dgm:spPr/>
      <dgm:t>
        <a:bodyPr/>
        <a:lstStyle/>
        <a:p>
          <a:endParaRPr lang="en-US"/>
        </a:p>
      </dgm:t>
    </dgm:pt>
    <dgm:pt modelId="{DD2871B3-7584-4EEC-AEEC-A7E9E491F25E}" type="sibTrans" cxnId="{86186765-699D-4C30-96A4-51046B314DC3}">
      <dgm:prSet/>
      <dgm:spPr/>
      <dgm:t>
        <a:bodyPr/>
        <a:lstStyle/>
        <a:p>
          <a:endParaRPr lang="en-US"/>
        </a:p>
      </dgm:t>
    </dgm:pt>
    <dgm:pt modelId="{A3B73403-298E-4A14-AF3B-B673B1E339A3}">
      <dgm:prSet/>
      <dgm:spPr/>
      <dgm:t>
        <a:bodyPr/>
        <a:lstStyle/>
        <a:p>
          <a:r>
            <a:rPr lang="en-US"/>
            <a:t>and users have a clear incentive to defend themselves.</a:t>
          </a:r>
        </a:p>
      </dgm:t>
    </dgm:pt>
    <dgm:pt modelId="{F63C660D-BE93-4BA8-AA49-8B59E583A2B7}" type="parTrans" cxnId="{2F8C9EC9-7AEA-49AD-9D4C-D8840B484BB7}">
      <dgm:prSet/>
      <dgm:spPr/>
      <dgm:t>
        <a:bodyPr/>
        <a:lstStyle/>
        <a:p>
          <a:endParaRPr lang="en-US"/>
        </a:p>
      </dgm:t>
    </dgm:pt>
    <dgm:pt modelId="{F27627D5-FE89-4C36-8015-666E41B62DE7}" type="sibTrans" cxnId="{2F8C9EC9-7AEA-49AD-9D4C-D8840B484BB7}">
      <dgm:prSet/>
      <dgm:spPr/>
      <dgm:t>
        <a:bodyPr/>
        <a:lstStyle/>
        <a:p>
          <a:endParaRPr lang="en-US"/>
        </a:p>
      </dgm:t>
    </dgm:pt>
    <dgm:pt modelId="{A0590A2F-F555-4F98-A64A-CF09DCA06EEE}" type="pres">
      <dgm:prSet presAssocID="{B9AAEED6-9608-4B56-8D14-C972CE57F3D1}" presName="linear" presStyleCnt="0">
        <dgm:presLayoutVars>
          <dgm:dir/>
          <dgm:animLvl val="lvl"/>
          <dgm:resizeHandles val="exact"/>
        </dgm:presLayoutVars>
      </dgm:prSet>
      <dgm:spPr/>
    </dgm:pt>
    <dgm:pt modelId="{8883422F-D3DF-44EC-8B40-B5EC77E666C2}" type="pres">
      <dgm:prSet presAssocID="{0CB793CB-F779-49A5-8299-683B025AD022}" presName="parentLin" presStyleCnt="0"/>
      <dgm:spPr/>
    </dgm:pt>
    <dgm:pt modelId="{AD628736-DFC6-4A9A-BCE7-F93CE0A00318}" type="pres">
      <dgm:prSet presAssocID="{0CB793CB-F779-49A5-8299-683B025AD022}" presName="parentLeftMargin" presStyleLbl="node1" presStyleIdx="0" presStyleCnt="3"/>
      <dgm:spPr/>
    </dgm:pt>
    <dgm:pt modelId="{57AFCC6A-CED4-4EDA-9904-4617155BB4F1}" type="pres">
      <dgm:prSet presAssocID="{0CB793CB-F779-49A5-8299-683B025AD0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AD078D-3140-4E25-9730-2583EB570D8C}" type="pres">
      <dgm:prSet presAssocID="{0CB793CB-F779-49A5-8299-683B025AD022}" presName="negativeSpace" presStyleCnt="0"/>
      <dgm:spPr/>
    </dgm:pt>
    <dgm:pt modelId="{CCFB2DE5-336B-44FA-94CE-6774E37BF456}" type="pres">
      <dgm:prSet presAssocID="{0CB793CB-F779-49A5-8299-683B025AD022}" presName="childText" presStyleLbl="conFgAcc1" presStyleIdx="0" presStyleCnt="3">
        <dgm:presLayoutVars>
          <dgm:bulletEnabled val="1"/>
        </dgm:presLayoutVars>
      </dgm:prSet>
      <dgm:spPr/>
    </dgm:pt>
    <dgm:pt modelId="{A86842FE-F402-418C-8F28-A94A2F5C5D4C}" type="pres">
      <dgm:prSet presAssocID="{AE380BB2-2EAD-4A4C-8E0D-2FD086634036}" presName="spaceBetweenRectangles" presStyleCnt="0"/>
      <dgm:spPr/>
    </dgm:pt>
    <dgm:pt modelId="{941ACF90-F440-4BC8-A10F-9F286F1A74A8}" type="pres">
      <dgm:prSet presAssocID="{7018A881-18D4-48A9-AADB-ADFA94171B5D}" presName="parentLin" presStyleCnt="0"/>
      <dgm:spPr/>
    </dgm:pt>
    <dgm:pt modelId="{07F83B29-F828-4FF5-BB05-9AC5C802FE4B}" type="pres">
      <dgm:prSet presAssocID="{7018A881-18D4-48A9-AADB-ADFA94171B5D}" presName="parentLeftMargin" presStyleLbl="node1" presStyleIdx="0" presStyleCnt="3"/>
      <dgm:spPr/>
    </dgm:pt>
    <dgm:pt modelId="{8DD3631D-6213-4496-B0BF-2FB3F19AE49D}" type="pres">
      <dgm:prSet presAssocID="{7018A881-18D4-48A9-AADB-ADFA94171B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98BB8E-A021-473D-BF06-22574726FFFD}" type="pres">
      <dgm:prSet presAssocID="{7018A881-18D4-48A9-AADB-ADFA94171B5D}" presName="negativeSpace" presStyleCnt="0"/>
      <dgm:spPr/>
    </dgm:pt>
    <dgm:pt modelId="{4E8D23C4-26FF-41A4-9A9A-B0C6D97FBD42}" type="pres">
      <dgm:prSet presAssocID="{7018A881-18D4-48A9-AADB-ADFA94171B5D}" presName="childText" presStyleLbl="conFgAcc1" presStyleIdx="1" presStyleCnt="3">
        <dgm:presLayoutVars>
          <dgm:bulletEnabled val="1"/>
        </dgm:presLayoutVars>
      </dgm:prSet>
      <dgm:spPr/>
    </dgm:pt>
    <dgm:pt modelId="{EA7859B2-4339-4361-A8E5-A8EA6AEC43FE}" type="pres">
      <dgm:prSet presAssocID="{49D434AD-B2ED-4EB7-BC85-841BC5FE251F}" presName="spaceBetweenRectangles" presStyleCnt="0"/>
      <dgm:spPr/>
    </dgm:pt>
    <dgm:pt modelId="{39E4893C-B77A-4CF1-9C16-D664ED48A720}" type="pres">
      <dgm:prSet presAssocID="{2EF8B001-76DE-4A61-B4DC-CD5033A9960F}" presName="parentLin" presStyleCnt="0"/>
      <dgm:spPr/>
    </dgm:pt>
    <dgm:pt modelId="{429470C2-B5F5-4BB7-98F0-F81393CDFA56}" type="pres">
      <dgm:prSet presAssocID="{2EF8B001-76DE-4A61-B4DC-CD5033A9960F}" presName="parentLeftMargin" presStyleLbl="node1" presStyleIdx="1" presStyleCnt="3"/>
      <dgm:spPr/>
    </dgm:pt>
    <dgm:pt modelId="{68A63277-3D5A-4180-9E6C-6FC36BC6287C}" type="pres">
      <dgm:prSet presAssocID="{2EF8B001-76DE-4A61-B4DC-CD5033A9960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A8E8CCA-196E-4E24-8CEE-3A748E57975A}" type="pres">
      <dgm:prSet presAssocID="{2EF8B001-76DE-4A61-B4DC-CD5033A9960F}" presName="negativeSpace" presStyleCnt="0"/>
      <dgm:spPr/>
    </dgm:pt>
    <dgm:pt modelId="{BC8312F9-DA50-47F7-AA96-61E0B79D1CC0}" type="pres">
      <dgm:prSet presAssocID="{2EF8B001-76DE-4A61-B4DC-CD5033A9960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E43B010-8BCF-4B2B-8D6C-E210A3EEA27C}" srcId="{B9AAEED6-9608-4B56-8D14-C972CE57F3D1}" destId="{0CB793CB-F779-49A5-8299-683B025AD022}" srcOrd="0" destOrd="0" parTransId="{82F09968-3C11-4274-A0CC-20103F13C2E2}" sibTransId="{AE380BB2-2EAD-4A4C-8E0D-2FD086634036}"/>
    <dgm:cxn modelId="{2760F718-E9FB-44A1-9E5A-464523AD2E63}" type="presOf" srcId="{A2F72308-4AEC-4519-8169-F67806F99944}" destId="{CCFB2DE5-336B-44FA-94CE-6774E37BF456}" srcOrd="0" destOrd="1" presId="urn:microsoft.com/office/officeart/2005/8/layout/list1"/>
    <dgm:cxn modelId="{6437311D-5927-44AA-8D51-DC8473E41C4F}" type="presOf" srcId="{2EF8B001-76DE-4A61-B4DC-CD5033A9960F}" destId="{68A63277-3D5A-4180-9E6C-6FC36BC6287C}" srcOrd="1" destOrd="0" presId="urn:microsoft.com/office/officeart/2005/8/layout/list1"/>
    <dgm:cxn modelId="{91F55D22-70AA-4A0C-9F1C-50582E490321}" type="presOf" srcId="{5C41835D-86EF-4E13-95BE-DE665CA35E47}" destId="{BC8312F9-DA50-47F7-AA96-61E0B79D1CC0}" srcOrd="0" destOrd="0" presId="urn:microsoft.com/office/officeart/2005/8/layout/list1"/>
    <dgm:cxn modelId="{F7B2A12F-9931-48ED-943E-5730E557493F}" type="presOf" srcId="{7018A881-18D4-48A9-AADB-ADFA94171B5D}" destId="{07F83B29-F828-4FF5-BB05-9AC5C802FE4B}" srcOrd="0" destOrd="0" presId="urn:microsoft.com/office/officeart/2005/8/layout/list1"/>
    <dgm:cxn modelId="{DC161438-CA83-434A-90D6-D05112F282EB}" srcId="{B9AAEED6-9608-4B56-8D14-C972CE57F3D1}" destId="{7018A881-18D4-48A9-AADB-ADFA94171B5D}" srcOrd="1" destOrd="0" parTransId="{86D8D4FC-3324-4F6F-9D6A-E71FB69FF431}" sibTransId="{49D434AD-B2ED-4EB7-BC85-841BC5FE251F}"/>
    <dgm:cxn modelId="{67B4DB40-F292-48CC-9130-4F3BFA624936}" type="presOf" srcId="{0CB793CB-F779-49A5-8299-683B025AD022}" destId="{AD628736-DFC6-4A9A-BCE7-F93CE0A00318}" srcOrd="0" destOrd="0" presId="urn:microsoft.com/office/officeart/2005/8/layout/list1"/>
    <dgm:cxn modelId="{86186765-699D-4C30-96A4-51046B314DC3}" srcId="{2EF8B001-76DE-4A61-B4DC-CD5033A9960F}" destId="{5C41835D-86EF-4E13-95BE-DE665CA35E47}" srcOrd="0" destOrd="0" parTransId="{3BA18214-2874-41A6-8E13-E75CAD52ED1F}" sibTransId="{DD2871B3-7584-4EEC-AEEC-A7E9E491F25E}"/>
    <dgm:cxn modelId="{0E21B246-D520-450A-A6B9-9FD0084F1D4A}" srcId="{7018A881-18D4-48A9-AADB-ADFA94171B5D}" destId="{2FEFF18E-95EF-43FE-AB75-97D4BD95F277}" srcOrd="1" destOrd="0" parTransId="{149C0EC6-E490-4D09-8C07-E3B4411BF08C}" sibTransId="{2C2D7AC3-E66A-478F-BC5A-B58C7FE75164}"/>
    <dgm:cxn modelId="{ECA5CB4A-5851-4981-A4BE-A11A67D3DCA3}" type="presOf" srcId="{B9AAEED6-9608-4B56-8D14-C972CE57F3D1}" destId="{A0590A2F-F555-4F98-A64A-CF09DCA06EEE}" srcOrd="0" destOrd="0" presId="urn:microsoft.com/office/officeart/2005/8/layout/list1"/>
    <dgm:cxn modelId="{C8391C4B-B09E-4CC7-B323-947F14FFBF63}" type="presOf" srcId="{2EF8B001-76DE-4A61-B4DC-CD5033A9960F}" destId="{429470C2-B5F5-4BB7-98F0-F81393CDFA56}" srcOrd="0" destOrd="0" presId="urn:microsoft.com/office/officeart/2005/8/layout/list1"/>
    <dgm:cxn modelId="{337C814E-A5C8-4EAB-8F5F-A2DDF308BD3C}" type="presOf" srcId="{7018A881-18D4-48A9-AADB-ADFA94171B5D}" destId="{8DD3631D-6213-4496-B0BF-2FB3F19AE49D}" srcOrd="1" destOrd="0" presId="urn:microsoft.com/office/officeart/2005/8/layout/list1"/>
    <dgm:cxn modelId="{74820952-FDF8-475B-9DAF-FBD801B5A662}" type="presOf" srcId="{A3B73403-298E-4A14-AF3B-B673B1E339A3}" destId="{BC8312F9-DA50-47F7-AA96-61E0B79D1CC0}" srcOrd="0" destOrd="1" presId="urn:microsoft.com/office/officeart/2005/8/layout/list1"/>
    <dgm:cxn modelId="{E8213795-EE76-4866-9AA8-81B59886E167}" srcId="{0CB793CB-F779-49A5-8299-683B025AD022}" destId="{DB11532C-FAB4-4485-971B-168AD1B5636B}" srcOrd="0" destOrd="0" parTransId="{3C234A09-DC68-4798-BA08-F5456514B354}" sibTransId="{CA6B7879-DB28-46C0-BA03-AF21D0A5A553}"/>
    <dgm:cxn modelId="{9F815C9E-E3D0-407D-97A9-B5250A182924}" srcId="{7018A881-18D4-48A9-AADB-ADFA94171B5D}" destId="{8013F1B4-947E-4F62-937A-C5DACF9135B9}" srcOrd="0" destOrd="0" parTransId="{F91AD551-1E47-4317-B4A9-16CAB7399632}" sibTransId="{16B3C63F-8C8A-44C9-9921-A473DEF01C70}"/>
    <dgm:cxn modelId="{C032C2B2-06E3-4D23-A11D-B72A2D6E16BA}" type="presOf" srcId="{0CB793CB-F779-49A5-8299-683B025AD022}" destId="{57AFCC6A-CED4-4EDA-9904-4617155BB4F1}" srcOrd="1" destOrd="0" presId="urn:microsoft.com/office/officeart/2005/8/layout/list1"/>
    <dgm:cxn modelId="{44F0C6C5-A2DF-4416-8172-47F6FD5CA88A}" srcId="{0CB793CB-F779-49A5-8299-683B025AD022}" destId="{A2F72308-4AEC-4519-8169-F67806F99944}" srcOrd="1" destOrd="0" parTransId="{1470E96B-6CCD-47BD-A11A-172A9DE8C99B}" sibTransId="{B8419B3D-3B1B-417D-A8A6-0678717ACEF0}"/>
    <dgm:cxn modelId="{2F8C9EC9-7AEA-49AD-9D4C-D8840B484BB7}" srcId="{2EF8B001-76DE-4A61-B4DC-CD5033A9960F}" destId="{A3B73403-298E-4A14-AF3B-B673B1E339A3}" srcOrd="1" destOrd="0" parTransId="{F63C660D-BE93-4BA8-AA49-8B59E583A2B7}" sibTransId="{F27627D5-FE89-4C36-8015-666E41B62DE7}"/>
    <dgm:cxn modelId="{C5A3C4CA-92C4-483E-8730-A652D49F8E1A}" type="presOf" srcId="{DB11532C-FAB4-4485-971B-168AD1B5636B}" destId="{CCFB2DE5-336B-44FA-94CE-6774E37BF456}" srcOrd="0" destOrd="0" presId="urn:microsoft.com/office/officeart/2005/8/layout/list1"/>
    <dgm:cxn modelId="{1B2C26D3-E70C-413F-B462-191B1ED81CA0}" type="presOf" srcId="{2FEFF18E-95EF-43FE-AB75-97D4BD95F277}" destId="{4E8D23C4-26FF-41A4-9A9A-B0C6D97FBD42}" srcOrd="0" destOrd="1" presId="urn:microsoft.com/office/officeart/2005/8/layout/list1"/>
    <dgm:cxn modelId="{6D7EC4DE-F373-48CF-AFE5-187AF06F9776}" srcId="{B9AAEED6-9608-4B56-8D14-C972CE57F3D1}" destId="{2EF8B001-76DE-4A61-B4DC-CD5033A9960F}" srcOrd="2" destOrd="0" parTransId="{7EB6E0C0-8E0F-4BE3-B705-E274B80E135E}" sibTransId="{43EFD3CE-16A0-449D-B655-8DD1A965A944}"/>
    <dgm:cxn modelId="{3B9A9EF5-54C4-4905-8C5F-F6F9064BCBBB}" type="presOf" srcId="{8013F1B4-947E-4F62-937A-C5DACF9135B9}" destId="{4E8D23C4-26FF-41A4-9A9A-B0C6D97FBD42}" srcOrd="0" destOrd="0" presId="urn:microsoft.com/office/officeart/2005/8/layout/list1"/>
    <dgm:cxn modelId="{30876CFE-D4DD-41F8-AF8C-3F7FE4CF60AC}" type="presParOf" srcId="{A0590A2F-F555-4F98-A64A-CF09DCA06EEE}" destId="{8883422F-D3DF-44EC-8B40-B5EC77E666C2}" srcOrd="0" destOrd="0" presId="urn:microsoft.com/office/officeart/2005/8/layout/list1"/>
    <dgm:cxn modelId="{A9736255-3AA9-42E0-A3A3-E51DB3291CCD}" type="presParOf" srcId="{8883422F-D3DF-44EC-8B40-B5EC77E666C2}" destId="{AD628736-DFC6-4A9A-BCE7-F93CE0A00318}" srcOrd="0" destOrd="0" presId="urn:microsoft.com/office/officeart/2005/8/layout/list1"/>
    <dgm:cxn modelId="{E4D7C6DE-8F65-4C3C-ACA5-CF70CD60FE1A}" type="presParOf" srcId="{8883422F-D3DF-44EC-8B40-B5EC77E666C2}" destId="{57AFCC6A-CED4-4EDA-9904-4617155BB4F1}" srcOrd="1" destOrd="0" presId="urn:microsoft.com/office/officeart/2005/8/layout/list1"/>
    <dgm:cxn modelId="{0B59F2C1-4C12-4B51-86CA-0F1F9255E87E}" type="presParOf" srcId="{A0590A2F-F555-4F98-A64A-CF09DCA06EEE}" destId="{83AD078D-3140-4E25-9730-2583EB570D8C}" srcOrd="1" destOrd="0" presId="urn:microsoft.com/office/officeart/2005/8/layout/list1"/>
    <dgm:cxn modelId="{E068351C-AFE0-43FE-91EC-80027452F069}" type="presParOf" srcId="{A0590A2F-F555-4F98-A64A-CF09DCA06EEE}" destId="{CCFB2DE5-336B-44FA-94CE-6774E37BF456}" srcOrd="2" destOrd="0" presId="urn:microsoft.com/office/officeart/2005/8/layout/list1"/>
    <dgm:cxn modelId="{6861529A-3791-47D5-8AFC-07FA615F602C}" type="presParOf" srcId="{A0590A2F-F555-4F98-A64A-CF09DCA06EEE}" destId="{A86842FE-F402-418C-8F28-A94A2F5C5D4C}" srcOrd="3" destOrd="0" presId="urn:microsoft.com/office/officeart/2005/8/layout/list1"/>
    <dgm:cxn modelId="{16885DE9-E105-4230-8AFE-D26042ED4184}" type="presParOf" srcId="{A0590A2F-F555-4F98-A64A-CF09DCA06EEE}" destId="{941ACF90-F440-4BC8-A10F-9F286F1A74A8}" srcOrd="4" destOrd="0" presId="urn:microsoft.com/office/officeart/2005/8/layout/list1"/>
    <dgm:cxn modelId="{C4C89533-C01F-47EF-9916-102B4233BDE5}" type="presParOf" srcId="{941ACF90-F440-4BC8-A10F-9F286F1A74A8}" destId="{07F83B29-F828-4FF5-BB05-9AC5C802FE4B}" srcOrd="0" destOrd="0" presId="urn:microsoft.com/office/officeart/2005/8/layout/list1"/>
    <dgm:cxn modelId="{C9249CC3-C9DF-40C2-87F2-6B85AC4F5544}" type="presParOf" srcId="{941ACF90-F440-4BC8-A10F-9F286F1A74A8}" destId="{8DD3631D-6213-4496-B0BF-2FB3F19AE49D}" srcOrd="1" destOrd="0" presId="urn:microsoft.com/office/officeart/2005/8/layout/list1"/>
    <dgm:cxn modelId="{0C033833-C525-46AE-84BD-065BF6AE59C1}" type="presParOf" srcId="{A0590A2F-F555-4F98-A64A-CF09DCA06EEE}" destId="{7298BB8E-A021-473D-BF06-22574726FFFD}" srcOrd="5" destOrd="0" presId="urn:microsoft.com/office/officeart/2005/8/layout/list1"/>
    <dgm:cxn modelId="{D7C4DDED-821B-4F75-A5F7-55E0403ED2C9}" type="presParOf" srcId="{A0590A2F-F555-4F98-A64A-CF09DCA06EEE}" destId="{4E8D23C4-26FF-41A4-9A9A-B0C6D97FBD42}" srcOrd="6" destOrd="0" presId="urn:microsoft.com/office/officeart/2005/8/layout/list1"/>
    <dgm:cxn modelId="{37100F61-0EE7-460B-9C17-6C97995194FF}" type="presParOf" srcId="{A0590A2F-F555-4F98-A64A-CF09DCA06EEE}" destId="{EA7859B2-4339-4361-A8E5-A8EA6AEC43FE}" srcOrd="7" destOrd="0" presId="urn:microsoft.com/office/officeart/2005/8/layout/list1"/>
    <dgm:cxn modelId="{9243DF10-7034-4975-A6E5-9866F4362DC3}" type="presParOf" srcId="{A0590A2F-F555-4F98-A64A-CF09DCA06EEE}" destId="{39E4893C-B77A-4CF1-9C16-D664ED48A720}" srcOrd="8" destOrd="0" presId="urn:microsoft.com/office/officeart/2005/8/layout/list1"/>
    <dgm:cxn modelId="{19E23888-F17E-4A62-BA72-4889E2698A8E}" type="presParOf" srcId="{39E4893C-B77A-4CF1-9C16-D664ED48A720}" destId="{429470C2-B5F5-4BB7-98F0-F81393CDFA56}" srcOrd="0" destOrd="0" presId="urn:microsoft.com/office/officeart/2005/8/layout/list1"/>
    <dgm:cxn modelId="{01CBAE88-2C82-4746-A272-78056CFE9BBF}" type="presParOf" srcId="{39E4893C-B77A-4CF1-9C16-D664ED48A720}" destId="{68A63277-3D5A-4180-9E6C-6FC36BC6287C}" srcOrd="1" destOrd="0" presId="urn:microsoft.com/office/officeart/2005/8/layout/list1"/>
    <dgm:cxn modelId="{9E630273-895C-48FE-8015-CCE491E51905}" type="presParOf" srcId="{A0590A2F-F555-4F98-A64A-CF09DCA06EEE}" destId="{5A8E8CCA-196E-4E24-8CEE-3A748E57975A}" srcOrd="9" destOrd="0" presId="urn:microsoft.com/office/officeart/2005/8/layout/list1"/>
    <dgm:cxn modelId="{B038B445-BDE2-4907-827E-B412CCB87DA1}" type="presParOf" srcId="{A0590A2F-F555-4F98-A64A-CF09DCA06EEE}" destId="{BC8312F9-DA50-47F7-AA96-61E0B79D1CC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28BFD42C-8ADE-4707-B8C8-CEE4B92B57F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CF167ED-40D1-4398-A8BD-917D833C94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tremendous</a:t>
          </a:r>
          <a:r>
            <a:rPr lang="tr-TR"/>
            <a:t> </a:t>
          </a:r>
          <a:r>
            <a:rPr lang="en-US"/>
            <a:t>innovation</a:t>
          </a:r>
          <a:r>
            <a:rPr lang="tr-TR"/>
            <a:t>s</a:t>
          </a:r>
          <a:endParaRPr lang="en-US"/>
        </a:p>
      </dgm:t>
    </dgm:pt>
    <dgm:pt modelId="{6EC640A5-EBE9-47C8-A06B-9346C420B47C}" type="parTrans" cxnId="{D589B067-AEE0-43BE-B521-07374B066A20}">
      <dgm:prSet/>
      <dgm:spPr/>
      <dgm:t>
        <a:bodyPr/>
        <a:lstStyle/>
        <a:p>
          <a:endParaRPr lang="en-US"/>
        </a:p>
      </dgm:t>
    </dgm:pt>
    <dgm:pt modelId="{B3FB1937-2D0A-4CA1-81DF-4BD323A563A0}" type="sibTrans" cxnId="{D589B067-AEE0-43BE-B521-07374B066A20}">
      <dgm:prSet/>
      <dgm:spPr/>
      <dgm:t>
        <a:bodyPr/>
        <a:lstStyle/>
        <a:p>
          <a:endParaRPr lang="en-US"/>
        </a:p>
      </dgm:t>
    </dgm:pt>
    <dgm:pt modelId="{DF80B266-419D-45EF-A0F5-5308E53180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the past three years tremendous</a:t>
          </a:r>
          <a:r>
            <a:rPr lang="tr-TR"/>
            <a:t> </a:t>
          </a:r>
          <a:r>
            <a:rPr lang="en-US"/>
            <a:t>innovation </a:t>
          </a:r>
          <a:r>
            <a:rPr lang="tr-TR"/>
            <a:t>is seen</a:t>
          </a:r>
          <a:endParaRPr lang="en-US"/>
        </a:p>
      </dgm:t>
    </dgm:pt>
    <dgm:pt modelId="{7CE619C6-DDF5-4FE2-82A2-97BD10F70D89}" type="parTrans" cxnId="{E0F81C59-7F0E-436A-97CF-458D670316BA}">
      <dgm:prSet/>
      <dgm:spPr/>
      <dgm:t>
        <a:bodyPr/>
        <a:lstStyle/>
        <a:p>
          <a:endParaRPr lang="en-US"/>
        </a:p>
      </dgm:t>
    </dgm:pt>
    <dgm:pt modelId="{15E3C85D-05D0-4BFF-8625-4A842194847E}" type="sibTrans" cxnId="{E0F81C59-7F0E-436A-97CF-458D670316BA}">
      <dgm:prSet/>
      <dgm:spPr/>
      <dgm:t>
        <a:bodyPr/>
        <a:lstStyle/>
        <a:p>
          <a:endParaRPr lang="en-US"/>
        </a:p>
      </dgm:t>
    </dgm:pt>
    <dgm:pt modelId="{4799B405-6E67-4BD5-BA28-335D505515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realm of information security </a:t>
          </a:r>
        </a:p>
      </dgm:t>
    </dgm:pt>
    <dgm:pt modelId="{660E98D7-9318-48B6-8CCE-732A0BC80DDE}" type="parTrans" cxnId="{AE5F2ACD-D4F3-4040-A545-01DD5AC7B59D}">
      <dgm:prSet/>
      <dgm:spPr/>
      <dgm:t>
        <a:bodyPr/>
        <a:lstStyle/>
        <a:p>
          <a:endParaRPr lang="en-US"/>
        </a:p>
      </dgm:t>
    </dgm:pt>
    <dgm:pt modelId="{31290869-F7FB-4122-B216-93313F9D9123}" type="sibTrans" cxnId="{AE5F2ACD-D4F3-4040-A545-01DD5AC7B59D}">
      <dgm:prSet/>
      <dgm:spPr/>
      <dgm:t>
        <a:bodyPr/>
        <a:lstStyle/>
        <a:p>
          <a:endParaRPr lang="en-US"/>
        </a:p>
      </dgm:t>
    </dgm:pt>
    <dgm:pt modelId="{C443362A-2688-4E00-9F7B-DB1FC25EE0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direct result of bitcoin adoption</a:t>
          </a:r>
          <a:r>
            <a:rPr lang="tr-TR"/>
            <a:t> seen</a:t>
          </a:r>
          <a:r>
            <a:rPr lang="en-US"/>
            <a:t> </a:t>
          </a:r>
        </a:p>
      </dgm:t>
    </dgm:pt>
    <dgm:pt modelId="{5A3EAFE2-0BC5-4DED-96F1-2EC457EDADEB}" type="parTrans" cxnId="{374EA089-6AC9-483A-A1C4-2A6403328DF9}">
      <dgm:prSet/>
      <dgm:spPr/>
      <dgm:t>
        <a:bodyPr/>
        <a:lstStyle/>
        <a:p>
          <a:endParaRPr lang="en-US"/>
        </a:p>
      </dgm:t>
    </dgm:pt>
    <dgm:pt modelId="{159AF614-98EF-4D6D-BE36-218ACB4DF2BA}" type="sibTrans" cxnId="{374EA089-6AC9-483A-A1C4-2A6403328DF9}">
      <dgm:prSet/>
      <dgm:spPr/>
      <dgm:t>
        <a:bodyPr/>
        <a:lstStyle/>
        <a:p>
          <a:endParaRPr lang="en-US"/>
        </a:p>
      </dgm:t>
    </dgm:pt>
    <dgm:pt modelId="{CFBC7329-CDE7-4ABD-A3CB-217783D78A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</a:t>
          </a:r>
          <a:r>
            <a:rPr lang="en-US"/>
            <a:t> the form of </a:t>
          </a:r>
        </a:p>
      </dgm:t>
    </dgm:pt>
    <dgm:pt modelId="{1909A767-41C3-40E0-A787-A82EC3F11214}" type="parTrans" cxnId="{18B2FCE8-CA58-4D9E-A143-26742F41CB34}">
      <dgm:prSet/>
      <dgm:spPr/>
      <dgm:t>
        <a:bodyPr/>
        <a:lstStyle/>
        <a:p>
          <a:endParaRPr lang="en-US"/>
        </a:p>
      </dgm:t>
    </dgm:pt>
    <dgm:pt modelId="{093A997C-4CE8-48C6-9394-D08A20A3D58B}" type="sibTrans" cxnId="{18B2FCE8-CA58-4D9E-A143-26742F41CB34}">
      <dgm:prSet/>
      <dgm:spPr/>
      <dgm:t>
        <a:bodyPr/>
        <a:lstStyle/>
        <a:p>
          <a:endParaRPr lang="en-US"/>
        </a:p>
      </dgm:t>
    </dgm:pt>
    <dgm:pt modelId="{73B23BD0-D836-4D34-B499-4220D0812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hardware encryption</a:t>
          </a:r>
        </a:p>
      </dgm:t>
    </dgm:pt>
    <dgm:pt modelId="{6F47069D-A1DA-4D68-B897-FA5F819BF0EA}" type="parTrans" cxnId="{38FB8ACB-897F-4E39-B101-025ACC1A1118}">
      <dgm:prSet/>
      <dgm:spPr/>
      <dgm:t>
        <a:bodyPr/>
        <a:lstStyle/>
        <a:p>
          <a:endParaRPr lang="en-US"/>
        </a:p>
      </dgm:t>
    </dgm:pt>
    <dgm:pt modelId="{A8B19B73-E683-41B3-AE60-EA26B96EC7A0}" type="sibTrans" cxnId="{38FB8ACB-897F-4E39-B101-025ACC1A1118}">
      <dgm:prSet/>
      <dgm:spPr/>
      <dgm:t>
        <a:bodyPr/>
        <a:lstStyle/>
        <a:p>
          <a:endParaRPr lang="en-US"/>
        </a:p>
      </dgm:t>
    </dgm:pt>
    <dgm:pt modelId="{50F1869B-638D-45BF-8919-1EC2675E74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storage and hardware wallets</a:t>
          </a:r>
        </a:p>
      </dgm:t>
    </dgm:pt>
    <dgm:pt modelId="{495DA82D-463F-49FA-8B2C-BA6C8C4131AE}" type="parTrans" cxnId="{FA29F792-4602-4156-9DAA-CF88EB3CEABD}">
      <dgm:prSet/>
      <dgm:spPr/>
      <dgm:t>
        <a:bodyPr/>
        <a:lstStyle/>
        <a:p>
          <a:endParaRPr lang="en-US"/>
        </a:p>
      </dgm:t>
    </dgm:pt>
    <dgm:pt modelId="{07015193-84FF-4A77-BBAC-E3573DE43258}" type="sibTrans" cxnId="{FA29F792-4602-4156-9DAA-CF88EB3CEABD}">
      <dgm:prSet/>
      <dgm:spPr/>
      <dgm:t>
        <a:bodyPr/>
        <a:lstStyle/>
        <a:p>
          <a:endParaRPr lang="en-US"/>
        </a:p>
      </dgm:t>
    </dgm:pt>
    <dgm:pt modelId="{A318B3CC-F468-4E50-B478-CC07744209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multisignature technology</a:t>
          </a:r>
        </a:p>
      </dgm:t>
    </dgm:pt>
    <dgm:pt modelId="{03C8FCC0-85F3-4506-BE54-14F91E74D10E}" type="parTrans" cxnId="{B45ED065-DEAF-451C-825A-D289F412A46F}">
      <dgm:prSet/>
      <dgm:spPr/>
      <dgm:t>
        <a:bodyPr/>
        <a:lstStyle/>
        <a:p>
          <a:endParaRPr lang="en-US"/>
        </a:p>
      </dgm:t>
    </dgm:pt>
    <dgm:pt modelId="{F20EB4B9-E73D-433D-A412-5D37F1E43EE8}" type="sibTrans" cxnId="{B45ED065-DEAF-451C-825A-D289F412A46F}">
      <dgm:prSet/>
      <dgm:spPr/>
      <dgm:t>
        <a:bodyPr/>
        <a:lstStyle/>
        <a:p>
          <a:endParaRPr lang="en-US"/>
        </a:p>
      </dgm:t>
    </dgm:pt>
    <dgm:pt modelId="{FE94052A-4A0B-4F56-A3C8-6CC0B17682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digital escrow</a:t>
          </a:r>
        </a:p>
      </dgm:t>
    </dgm:pt>
    <dgm:pt modelId="{B29398E7-8F92-44AB-B33B-ACB4E4E78802}" type="parTrans" cxnId="{0A5F9F12-CF2B-42DD-8897-4A84CF95565B}">
      <dgm:prSet/>
      <dgm:spPr/>
      <dgm:t>
        <a:bodyPr/>
        <a:lstStyle/>
        <a:p>
          <a:endParaRPr lang="en-US"/>
        </a:p>
      </dgm:t>
    </dgm:pt>
    <dgm:pt modelId="{112216D1-4086-46A0-8865-BE8F512EE3ED}" type="sibTrans" cxnId="{0A5F9F12-CF2B-42DD-8897-4A84CF95565B}">
      <dgm:prSet/>
      <dgm:spPr/>
      <dgm:t>
        <a:bodyPr/>
        <a:lstStyle/>
        <a:p>
          <a:endParaRPr lang="en-US"/>
        </a:p>
      </dgm:t>
    </dgm:pt>
    <dgm:pt modelId="{C783E24D-7DA8-4827-ACB6-8090E311C0AA}" type="pres">
      <dgm:prSet presAssocID="{28BFD42C-8ADE-4707-B8C8-CEE4B92B57FC}" presName="root" presStyleCnt="0">
        <dgm:presLayoutVars>
          <dgm:dir/>
          <dgm:resizeHandles val="exact"/>
        </dgm:presLayoutVars>
      </dgm:prSet>
      <dgm:spPr/>
    </dgm:pt>
    <dgm:pt modelId="{CD569F90-4572-4BD9-A847-95007F023597}" type="pres">
      <dgm:prSet presAssocID="{8CF167ED-40D1-4398-A8BD-917D833C945D}" presName="compNode" presStyleCnt="0"/>
      <dgm:spPr/>
    </dgm:pt>
    <dgm:pt modelId="{F5E2B576-6F75-4C7D-BA0D-85BBFEE5892B}" type="pres">
      <dgm:prSet presAssocID="{8CF167ED-40D1-4398-A8BD-917D833C94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A79D0D7C-0451-4D22-810C-B9EB43A53C28}" type="pres">
      <dgm:prSet presAssocID="{8CF167ED-40D1-4398-A8BD-917D833C945D}" presName="iconSpace" presStyleCnt="0"/>
      <dgm:spPr/>
    </dgm:pt>
    <dgm:pt modelId="{D7B00E0F-3A35-4EF0-8044-5ED8D735B128}" type="pres">
      <dgm:prSet presAssocID="{8CF167ED-40D1-4398-A8BD-917D833C945D}" presName="parTx" presStyleLbl="revTx" presStyleIdx="0" presStyleCnt="4">
        <dgm:presLayoutVars>
          <dgm:chMax val="0"/>
          <dgm:chPref val="0"/>
        </dgm:presLayoutVars>
      </dgm:prSet>
      <dgm:spPr/>
    </dgm:pt>
    <dgm:pt modelId="{7C4FEDB4-D1C3-4FD8-89E0-F7E810E33D32}" type="pres">
      <dgm:prSet presAssocID="{8CF167ED-40D1-4398-A8BD-917D833C945D}" presName="txSpace" presStyleCnt="0"/>
      <dgm:spPr/>
    </dgm:pt>
    <dgm:pt modelId="{05A058E6-CF92-47C2-B607-394EDF354A0A}" type="pres">
      <dgm:prSet presAssocID="{8CF167ED-40D1-4398-A8BD-917D833C945D}" presName="desTx" presStyleLbl="revTx" presStyleIdx="1" presStyleCnt="4">
        <dgm:presLayoutVars/>
      </dgm:prSet>
      <dgm:spPr/>
    </dgm:pt>
    <dgm:pt modelId="{09A9B708-ACE2-4F71-B129-D115283FA63A}" type="pres">
      <dgm:prSet presAssocID="{B3FB1937-2D0A-4CA1-81DF-4BD323A563A0}" presName="sibTrans" presStyleCnt="0"/>
      <dgm:spPr/>
    </dgm:pt>
    <dgm:pt modelId="{F217BE6F-B90E-4E34-8F63-06CB20524AE0}" type="pres">
      <dgm:prSet presAssocID="{CFBC7329-CDE7-4ABD-A3CB-217783D78A20}" presName="compNode" presStyleCnt="0"/>
      <dgm:spPr/>
    </dgm:pt>
    <dgm:pt modelId="{3E2353D5-1A00-4290-AD71-3EE09BFA0F02}" type="pres">
      <dgm:prSet presAssocID="{CFBC7329-CDE7-4ABD-A3CB-217783D78A2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61425235-1A9F-40AC-8654-B672603E0AE5}" type="pres">
      <dgm:prSet presAssocID="{CFBC7329-CDE7-4ABD-A3CB-217783D78A20}" presName="iconSpace" presStyleCnt="0"/>
      <dgm:spPr/>
    </dgm:pt>
    <dgm:pt modelId="{4282BF3C-C512-4331-824D-D5D058E63C83}" type="pres">
      <dgm:prSet presAssocID="{CFBC7329-CDE7-4ABD-A3CB-217783D78A20}" presName="parTx" presStyleLbl="revTx" presStyleIdx="2" presStyleCnt="4">
        <dgm:presLayoutVars>
          <dgm:chMax val="0"/>
          <dgm:chPref val="0"/>
        </dgm:presLayoutVars>
      </dgm:prSet>
      <dgm:spPr/>
    </dgm:pt>
    <dgm:pt modelId="{9185E52E-36AF-4C96-8713-782FFE678CF6}" type="pres">
      <dgm:prSet presAssocID="{CFBC7329-CDE7-4ABD-A3CB-217783D78A20}" presName="txSpace" presStyleCnt="0"/>
      <dgm:spPr/>
    </dgm:pt>
    <dgm:pt modelId="{F2204A55-BD4A-4622-BA8F-CD6C39A00E72}" type="pres">
      <dgm:prSet presAssocID="{CFBC7329-CDE7-4ABD-A3CB-217783D78A20}" presName="desTx" presStyleLbl="revTx" presStyleIdx="3" presStyleCnt="4">
        <dgm:presLayoutVars/>
      </dgm:prSet>
      <dgm:spPr/>
    </dgm:pt>
  </dgm:ptLst>
  <dgm:cxnLst>
    <dgm:cxn modelId="{B2603500-3C9F-4883-B6DC-EF333C558616}" type="presOf" srcId="{50F1869B-638D-45BF-8919-1EC2675E7481}" destId="{F2204A55-BD4A-4622-BA8F-CD6C39A00E72}" srcOrd="0" destOrd="1" presId="urn:microsoft.com/office/officeart/2018/5/layout/CenteredIconLabelDescriptionList"/>
    <dgm:cxn modelId="{0A5F9F12-CF2B-42DD-8897-4A84CF95565B}" srcId="{CFBC7329-CDE7-4ABD-A3CB-217783D78A20}" destId="{FE94052A-4A0B-4F56-A3C8-6CC0B1768244}" srcOrd="3" destOrd="0" parTransId="{B29398E7-8F92-44AB-B33B-ACB4E4E78802}" sibTransId="{112216D1-4086-46A0-8865-BE8F512EE3ED}"/>
    <dgm:cxn modelId="{16091C17-6BA4-4FC0-9F82-36AADF6BEE58}" type="presOf" srcId="{FE94052A-4A0B-4F56-A3C8-6CC0B1768244}" destId="{F2204A55-BD4A-4622-BA8F-CD6C39A00E72}" srcOrd="0" destOrd="3" presId="urn:microsoft.com/office/officeart/2018/5/layout/CenteredIconLabelDescriptionList"/>
    <dgm:cxn modelId="{B70FBF2B-0BAD-4BC6-A1C8-5EC246A70990}" type="presOf" srcId="{4799B405-6E67-4BD5-BA28-335D5055154D}" destId="{05A058E6-CF92-47C2-B607-394EDF354A0A}" srcOrd="0" destOrd="1" presId="urn:microsoft.com/office/officeart/2018/5/layout/CenteredIconLabelDescriptionList"/>
    <dgm:cxn modelId="{B45ED065-DEAF-451C-825A-D289F412A46F}" srcId="{CFBC7329-CDE7-4ABD-A3CB-217783D78A20}" destId="{A318B3CC-F468-4E50-B478-CC077442094B}" srcOrd="2" destOrd="0" parTransId="{03C8FCC0-85F3-4506-BE54-14F91E74D10E}" sibTransId="{F20EB4B9-E73D-433D-A412-5D37F1E43EE8}"/>
    <dgm:cxn modelId="{D589B067-AEE0-43BE-B521-07374B066A20}" srcId="{28BFD42C-8ADE-4707-B8C8-CEE4B92B57FC}" destId="{8CF167ED-40D1-4398-A8BD-917D833C945D}" srcOrd="0" destOrd="0" parTransId="{6EC640A5-EBE9-47C8-A06B-9346C420B47C}" sibTransId="{B3FB1937-2D0A-4CA1-81DF-4BD323A563A0}"/>
    <dgm:cxn modelId="{E0F81C59-7F0E-436A-97CF-458D670316BA}" srcId="{8CF167ED-40D1-4398-A8BD-917D833C945D}" destId="{DF80B266-419D-45EF-A0F5-5308E531808C}" srcOrd="0" destOrd="0" parTransId="{7CE619C6-DDF5-4FE2-82A2-97BD10F70D89}" sibTransId="{15E3C85D-05D0-4BFF-8625-4A842194847E}"/>
    <dgm:cxn modelId="{C9331D79-3297-43C4-AB3A-5973E7614D92}" type="presOf" srcId="{A318B3CC-F468-4E50-B478-CC077442094B}" destId="{F2204A55-BD4A-4622-BA8F-CD6C39A00E72}" srcOrd="0" destOrd="2" presId="urn:microsoft.com/office/officeart/2018/5/layout/CenteredIconLabelDescriptionList"/>
    <dgm:cxn modelId="{3D7F097B-8CDB-4799-BC4B-D870183C1784}" type="presOf" srcId="{28BFD42C-8ADE-4707-B8C8-CEE4B92B57FC}" destId="{C783E24D-7DA8-4827-ACB6-8090E311C0AA}" srcOrd="0" destOrd="0" presId="urn:microsoft.com/office/officeart/2018/5/layout/CenteredIconLabelDescriptionList"/>
    <dgm:cxn modelId="{4EC0FB84-32A2-4356-93DB-974A89CAC981}" type="presOf" srcId="{CFBC7329-CDE7-4ABD-A3CB-217783D78A20}" destId="{4282BF3C-C512-4331-824D-D5D058E63C83}" srcOrd="0" destOrd="0" presId="urn:microsoft.com/office/officeart/2018/5/layout/CenteredIconLabelDescriptionList"/>
    <dgm:cxn modelId="{374EA089-6AC9-483A-A1C4-2A6403328DF9}" srcId="{8CF167ED-40D1-4398-A8BD-917D833C945D}" destId="{C443362A-2688-4E00-9F7B-DB1FC25EE03D}" srcOrd="2" destOrd="0" parTransId="{5A3EAFE2-0BC5-4DED-96F1-2EC457EDADEB}" sibTransId="{159AF614-98EF-4D6D-BE36-218ACB4DF2BA}"/>
    <dgm:cxn modelId="{33036990-BE1D-4510-ADD8-4FE347EE8CA1}" type="presOf" srcId="{73B23BD0-D836-4D34-B499-4220D0812750}" destId="{F2204A55-BD4A-4622-BA8F-CD6C39A00E72}" srcOrd="0" destOrd="0" presId="urn:microsoft.com/office/officeart/2018/5/layout/CenteredIconLabelDescriptionList"/>
    <dgm:cxn modelId="{FA29F792-4602-4156-9DAA-CF88EB3CEABD}" srcId="{CFBC7329-CDE7-4ABD-A3CB-217783D78A20}" destId="{50F1869B-638D-45BF-8919-1EC2675E7481}" srcOrd="1" destOrd="0" parTransId="{495DA82D-463F-49FA-8B2C-BA6C8C4131AE}" sibTransId="{07015193-84FF-4A77-BBAC-E3573DE43258}"/>
    <dgm:cxn modelId="{7B7293A4-A23F-490D-A88F-A4F72B0990C8}" type="presOf" srcId="{8CF167ED-40D1-4398-A8BD-917D833C945D}" destId="{D7B00E0F-3A35-4EF0-8044-5ED8D735B128}" srcOrd="0" destOrd="0" presId="urn:microsoft.com/office/officeart/2018/5/layout/CenteredIconLabelDescriptionList"/>
    <dgm:cxn modelId="{38FB8ACB-897F-4E39-B101-025ACC1A1118}" srcId="{CFBC7329-CDE7-4ABD-A3CB-217783D78A20}" destId="{73B23BD0-D836-4D34-B499-4220D0812750}" srcOrd="0" destOrd="0" parTransId="{6F47069D-A1DA-4D68-B897-FA5F819BF0EA}" sibTransId="{A8B19B73-E683-41B3-AE60-EA26B96EC7A0}"/>
    <dgm:cxn modelId="{AE5F2ACD-D4F3-4040-A545-01DD5AC7B59D}" srcId="{8CF167ED-40D1-4398-A8BD-917D833C945D}" destId="{4799B405-6E67-4BD5-BA28-335D5055154D}" srcOrd="1" destOrd="0" parTransId="{660E98D7-9318-48B6-8CCE-732A0BC80DDE}" sibTransId="{31290869-F7FB-4122-B216-93313F9D9123}"/>
    <dgm:cxn modelId="{18B2FCE8-CA58-4D9E-A143-26742F41CB34}" srcId="{28BFD42C-8ADE-4707-B8C8-CEE4B92B57FC}" destId="{CFBC7329-CDE7-4ABD-A3CB-217783D78A20}" srcOrd="1" destOrd="0" parTransId="{1909A767-41C3-40E0-A787-A82EC3F11214}" sibTransId="{093A997C-4CE8-48C6-9394-D08A20A3D58B}"/>
    <dgm:cxn modelId="{82FCDFF4-76F1-47C1-99DB-7F482847923D}" type="presOf" srcId="{DF80B266-419D-45EF-A0F5-5308E531808C}" destId="{05A058E6-CF92-47C2-B607-394EDF354A0A}" srcOrd="0" destOrd="0" presId="urn:microsoft.com/office/officeart/2018/5/layout/CenteredIconLabelDescriptionList"/>
    <dgm:cxn modelId="{1FE45DFF-A764-4A13-9AF3-FB8B0D6109AE}" type="presOf" srcId="{C443362A-2688-4E00-9F7B-DB1FC25EE03D}" destId="{05A058E6-CF92-47C2-B607-394EDF354A0A}" srcOrd="0" destOrd="2" presId="urn:microsoft.com/office/officeart/2018/5/layout/CenteredIconLabelDescriptionList"/>
    <dgm:cxn modelId="{861E117C-516B-4AE2-9F8E-2B118B666626}" type="presParOf" srcId="{C783E24D-7DA8-4827-ACB6-8090E311C0AA}" destId="{CD569F90-4572-4BD9-A847-95007F023597}" srcOrd="0" destOrd="0" presId="urn:microsoft.com/office/officeart/2018/5/layout/CenteredIconLabelDescriptionList"/>
    <dgm:cxn modelId="{AE0755BD-5EBC-483D-BD8F-1B177BF4EEA6}" type="presParOf" srcId="{CD569F90-4572-4BD9-A847-95007F023597}" destId="{F5E2B576-6F75-4C7D-BA0D-85BBFEE5892B}" srcOrd="0" destOrd="0" presId="urn:microsoft.com/office/officeart/2018/5/layout/CenteredIconLabelDescriptionList"/>
    <dgm:cxn modelId="{087A64DF-BFBD-49BD-BA1A-2FB3047F28B5}" type="presParOf" srcId="{CD569F90-4572-4BD9-A847-95007F023597}" destId="{A79D0D7C-0451-4D22-810C-B9EB43A53C28}" srcOrd="1" destOrd="0" presId="urn:microsoft.com/office/officeart/2018/5/layout/CenteredIconLabelDescriptionList"/>
    <dgm:cxn modelId="{F95E8D93-2100-47AE-86B2-068FEDE03F68}" type="presParOf" srcId="{CD569F90-4572-4BD9-A847-95007F023597}" destId="{D7B00E0F-3A35-4EF0-8044-5ED8D735B128}" srcOrd="2" destOrd="0" presId="urn:microsoft.com/office/officeart/2018/5/layout/CenteredIconLabelDescriptionList"/>
    <dgm:cxn modelId="{0B830701-A9A2-43AB-A866-3782B754155C}" type="presParOf" srcId="{CD569F90-4572-4BD9-A847-95007F023597}" destId="{7C4FEDB4-D1C3-4FD8-89E0-F7E810E33D32}" srcOrd="3" destOrd="0" presId="urn:microsoft.com/office/officeart/2018/5/layout/CenteredIconLabelDescriptionList"/>
    <dgm:cxn modelId="{11D7B283-4418-4FB3-8370-227CE64ABACF}" type="presParOf" srcId="{CD569F90-4572-4BD9-A847-95007F023597}" destId="{05A058E6-CF92-47C2-B607-394EDF354A0A}" srcOrd="4" destOrd="0" presId="urn:microsoft.com/office/officeart/2018/5/layout/CenteredIconLabelDescriptionList"/>
    <dgm:cxn modelId="{506B8C66-D28C-4FE1-B37A-DC2BEB50A998}" type="presParOf" srcId="{C783E24D-7DA8-4827-ACB6-8090E311C0AA}" destId="{09A9B708-ACE2-4F71-B129-D115283FA63A}" srcOrd="1" destOrd="0" presId="urn:microsoft.com/office/officeart/2018/5/layout/CenteredIconLabelDescriptionList"/>
    <dgm:cxn modelId="{14967FA2-4090-4033-BEDD-19A5FA75666D}" type="presParOf" srcId="{C783E24D-7DA8-4827-ACB6-8090E311C0AA}" destId="{F217BE6F-B90E-4E34-8F63-06CB20524AE0}" srcOrd="2" destOrd="0" presId="urn:microsoft.com/office/officeart/2018/5/layout/CenteredIconLabelDescriptionList"/>
    <dgm:cxn modelId="{3CE641B0-F25B-4D84-9F2B-97BD00C0AED4}" type="presParOf" srcId="{F217BE6F-B90E-4E34-8F63-06CB20524AE0}" destId="{3E2353D5-1A00-4290-AD71-3EE09BFA0F02}" srcOrd="0" destOrd="0" presId="urn:microsoft.com/office/officeart/2018/5/layout/CenteredIconLabelDescriptionList"/>
    <dgm:cxn modelId="{431998B1-E8AE-42C2-A9D9-5605CA4A04D9}" type="presParOf" srcId="{F217BE6F-B90E-4E34-8F63-06CB20524AE0}" destId="{61425235-1A9F-40AC-8654-B672603E0AE5}" srcOrd="1" destOrd="0" presId="urn:microsoft.com/office/officeart/2018/5/layout/CenteredIconLabelDescriptionList"/>
    <dgm:cxn modelId="{4E1266E5-5349-401C-B1BC-538EEBD1CD67}" type="presParOf" srcId="{F217BE6F-B90E-4E34-8F63-06CB20524AE0}" destId="{4282BF3C-C512-4331-824D-D5D058E63C83}" srcOrd="2" destOrd="0" presId="urn:microsoft.com/office/officeart/2018/5/layout/CenteredIconLabelDescriptionList"/>
    <dgm:cxn modelId="{E0A563D3-B260-4C36-BBE7-ABECEB0C5D15}" type="presParOf" srcId="{F217BE6F-B90E-4E34-8F63-06CB20524AE0}" destId="{9185E52E-36AF-4C96-8713-782FFE678CF6}" srcOrd="3" destOrd="0" presId="urn:microsoft.com/office/officeart/2018/5/layout/CenteredIconLabelDescriptionList"/>
    <dgm:cxn modelId="{F2E8E816-80B7-4CE1-9C91-BED51655B34A}" type="presParOf" srcId="{F217BE6F-B90E-4E34-8F63-06CB20524AE0}" destId="{F2204A55-BD4A-4622-BA8F-CD6C39A00E7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6B2B276-FC74-47A9-BDB2-6A57E43AB9B3}" type="doc">
      <dgm:prSet loTypeId="urn:microsoft.com/office/officeart/2005/8/layout/vList5" loCatId="list" qsTypeId="urn:microsoft.com/office/officeart/2005/8/quickstyle/simple4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ADEC5132-4F16-4CCC-9EA7-13322DFB00D7}">
      <dgm:prSet/>
      <dgm:spPr/>
      <dgm:t>
        <a:bodyPr/>
        <a:lstStyle/>
        <a:p>
          <a:r>
            <a:rPr lang="en-US"/>
            <a:t>Bitcoin keys </a:t>
          </a:r>
        </a:p>
      </dgm:t>
    </dgm:pt>
    <dgm:pt modelId="{52E21649-F104-4800-9DF9-2E2099E497AD}" type="parTrans" cxnId="{26FC85A6-71A1-4644-88E2-66AF5DC99A81}">
      <dgm:prSet/>
      <dgm:spPr/>
      <dgm:t>
        <a:bodyPr/>
        <a:lstStyle/>
        <a:p>
          <a:endParaRPr lang="en-US"/>
        </a:p>
      </dgm:t>
    </dgm:pt>
    <dgm:pt modelId="{062ADEB0-E32B-49A3-AA1A-E2F24E15DA27}" type="sibTrans" cxnId="{26FC85A6-71A1-4644-88E2-66AF5DC99A81}">
      <dgm:prSet/>
      <dgm:spPr/>
      <dgm:t>
        <a:bodyPr/>
        <a:lstStyle/>
        <a:p>
          <a:endParaRPr lang="en-US"/>
        </a:p>
      </dgm:t>
    </dgm:pt>
    <dgm:pt modelId="{AE4E2D12-A2DE-4F1B-8CE0-E063E4FDCB3A}">
      <dgm:prSet/>
      <dgm:spPr/>
      <dgm:t>
        <a:bodyPr/>
        <a:lstStyle/>
        <a:p>
          <a:r>
            <a:rPr lang="en-US"/>
            <a:t>are nothing more than long numbers</a:t>
          </a:r>
        </a:p>
      </dgm:t>
    </dgm:pt>
    <dgm:pt modelId="{379A4111-F2BA-430D-AF88-877E190503C5}" type="parTrans" cxnId="{5E3D78EB-DB61-48ED-BB8B-55C3AFB686C0}">
      <dgm:prSet/>
      <dgm:spPr/>
      <dgm:t>
        <a:bodyPr/>
        <a:lstStyle/>
        <a:p>
          <a:endParaRPr lang="en-US"/>
        </a:p>
      </dgm:t>
    </dgm:pt>
    <dgm:pt modelId="{AF14EA31-D22D-476A-BCE2-A9883388E8EF}" type="sibTrans" cxnId="{5E3D78EB-DB61-48ED-BB8B-55C3AFB686C0}">
      <dgm:prSet/>
      <dgm:spPr/>
      <dgm:t>
        <a:bodyPr/>
        <a:lstStyle/>
        <a:p>
          <a:endParaRPr lang="en-US"/>
        </a:p>
      </dgm:t>
    </dgm:pt>
    <dgm:pt modelId="{A970AD0A-D1D7-4B49-83A1-4629BC0D8F95}">
      <dgm:prSet/>
      <dgm:spPr/>
      <dgm:t>
        <a:bodyPr/>
        <a:lstStyle/>
        <a:p>
          <a:r>
            <a:rPr lang="tr-TR"/>
            <a:t>Store on pyhsical forms</a:t>
          </a:r>
          <a:r>
            <a:rPr lang="en-US"/>
            <a:t> </a:t>
          </a:r>
        </a:p>
      </dgm:t>
    </dgm:pt>
    <dgm:pt modelId="{B2894B31-12BF-4F9E-B061-92F91481032A}" type="parTrans" cxnId="{03A08612-C5C4-42F6-8028-7D50D540DEAF}">
      <dgm:prSet/>
      <dgm:spPr/>
      <dgm:t>
        <a:bodyPr/>
        <a:lstStyle/>
        <a:p>
          <a:endParaRPr lang="en-US"/>
        </a:p>
      </dgm:t>
    </dgm:pt>
    <dgm:pt modelId="{1B2AB4EC-1B48-48E5-A834-B176E58C4598}" type="sibTrans" cxnId="{03A08612-C5C4-42F6-8028-7D50D540DEAF}">
      <dgm:prSet/>
      <dgm:spPr/>
      <dgm:t>
        <a:bodyPr/>
        <a:lstStyle/>
        <a:p>
          <a:endParaRPr lang="en-US"/>
        </a:p>
      </dgm:t>
    </dgm:pt>
    <dgm:pt modelId="{1DBA9B30-B936-4F21-A01D-5124AF1060B8}">
      <dgm:prSet/>
      <dgm:spPr/>
      <dgm:t>
        <a:bodyPr/>
        <a:lstStyle/>
        <a:p>
          <a:r>
            <a:rPr lang="en-US"/>
            <a:t>they can</a:t>
          </a:r>
          <a:r>
            <a:rPr lang="tr-TR"/>
            <a:t> </a:t>
          </a:r>
          <a:r>
            <a:rPr lang="en-US"/>
            <a:t>be stored in a physical form</a:t>
          </a:r>
        </a:p>
      </dgm:t>
    </dgm:pt>
    <dgm:pt modelId="{646E87C7-BCDD-4738-A201-4A17FA367ABA}" type="parTrans" cxnId="{D119DC6F-ED37-4114-A851-CEC74A09F263}">
      <dgm:prSet/>
      <dgm:spPr/>
      <dgm:t>
        <a:bodyPr/>
        <a:lstStyle/>
        <a:p>
          <a:endParaRPr lang="en-US"/>
        </a:p>
      </dgm:t>
    </dgm:pt>
    <dgm:pt modelId="{0CEF3075-5BDA-47F2-913D-A9C263451007}" type="sibTrans" cxnId="{D119DC6F-ED37-4114-A851-CEC74A09F263}">
      <dgm:prSet/>
      <dgm:spPr/>
      <dgm:t>
        <a:bodyPr/>
        <a:lstStyle/>
        <a:p>
          <a:endParaRPr lang="en-US"/>
        </a:p>
      </dgm:t>
    </dgm:pt>
    <dgm:pt modelId="{03B0848B-BEC9-45A0-8916-C6F4D0AF8F2B}">
      <dgm:prSet/>
      <dgm:spPr/>
      <dgm:t>
        <a:bodyPr/>
        <a:lstStyle/>
        <a:p>
          <a:r>
            <a:rPr lang="en-US" dirty="0"/>
            <a:t>such as printed on paper or etched on a metal coin</a:t>
          </a:r>
        </a:p>
      </dgm:t>
    </dgm:pt>
    <dgm:pt modelId="{C8DF0F25-3AD0-4578-BE3F-7CED481F981E}" type="parTrans" cxnId="{0AA70CC8-DAAD-4F63-BBD7-2C2A1DF5A52A}">
      <dgm:prSet/>
      <dgm:spPr/>
      <dgm:t>
        <a:bodyPr/>
        <a:lstStyle/>
        <a:p>
          <a:endParaRPr lang="en-US"/>
        </a:p>
      </dgm:t>
    </dgm:pt>
    <dgm:pt modelId="{6F6F22A4-A464-4306-88B8-BF7F96B1332E}" type="sibTrans" cxnId="{0AA70CC8-DAAD-4F63-BBD7-2C2A1DF5A52A}">
      <dgm:prSet/>
      <dgm:spPr/>
      <dgm:t>
        <a:bodyPr/>
        <a:lstStyle/>
        <a:p>
          <a:endParaRPr lang="en-US"/>
        </a:p>
      </dgm:t>
    </dgm:pt>
    <dgm:pt modelId="{14AFB28C-3A7A-404B-8B35-A6F2482CDBD0}">
      <dgm:prSet/>
      <dgm:spPr/>
      <dgm:t>
        <a:bodyPr/>
        <a:lstStyle/>
        <a:p>
          <a:r>
            <a:rPr lang="tr-TR"/>
            <a:t>Convert soft to hard</a:t>
          </a:r>
          <a:endParaRPr lang="en-US"/>
        </a:p>
      </dgm:t>
    </dgm:pt>
    <dgm:pt modelId="{18EB2368-6B9D-4357-93AB-C1F24080166F}" type="parTrans" cxnId="{95B96736-DCC3-410F-87F4-78B3E78C4FC5}">
      <dgm:prSet/>
      <dgm:spPr/>
      <dgm:t>
        <a:bodyPr/>
        <a:lstStyle/>
        <a:p>
          <a:endParaRPr lang="en-US"/>
        </a:p>
      </dgm:t>
    </dgm:pt>
    <dgm:pt modelId="{F9EF727C-D798-4ACA-89D4-060D5DEB63E8}" type="sibTrans" cxnId="{95B96736-DCC3-410F-87F4-78B3E78C4FC5}">
      <dgm:prSet/>
      <dgm:spPr/>
      <dgm:t>
        <a:bodyPr/>
        <a:lstStyle/>
        <a:p>
          <a:endParaRPr lang="en-US"/>
        </a:p>
      </dgm:t>
    </dgm:pt>
    <dgm:pt modelId="{D8360AD6-3635-4EC3-963E-4F31A7F2D57B}">
      <dgm:prSet/>
      <dgm:spPr/>
      <dgm:t>
        <a:bodyPr/>
        <a:lstStyle/>
        <a:p>
          <a:r>
            <a:rPr lang="en-US"/>
            <a:t>a</a:t>
          </a:r>
          <a:r>
            <a:rPr lang="tr-TR"/>
            <a:t> </a:t>
          </a:r>
          <a:r>
            <a:rPr lang="en-US"/>
            <a:t> very effective method for protecting bitcoin is </a:t>
          </a:r>
        </a:p>
      </dgm:t>
    </dgm:pt>
    <dgm:pt modelId="{F5C341DD-3286-40E9-B2AB-45EAF8EB57A1}" type="parTrans" cxnId="{F483E89D-1C6F-48D0-A28E-57E9AF339709}">
      <dgm:prSet/>
      <dgm:spPr/>
      <dgm:t>
        <a:bodyPr/>
        <a:lstStyle/>
        <a:p>
          <a:endParaRPr lang="en-US"/>
        </a:p>
      </dgm:t>
    </dgm:pt>
    <dgm:pt modelId="{DA081B61-66B1-48A4-AE59-5E7C2F05AC7F}" type="sibTrans" cxnId="{F483E89D-1C6F-48D0-A28E-57E9AF339709}">
      <dgm:prSet/>
      <dgm:spPr/>
      <dgm:t>
        <a:bodyPr/>
        <a:lstStyle/>
        <a:p>
          <a:endParaRPr lang="en-US"/>
        </a:p>
      </dgm:t>
    </dgm:pt>
    <dgm:pt modelId="{362DBCAC-61A5-40A4-8826-4811F202D305}">
      <dgm:prSet/>
      <dgm:spPr/>
      <dgm:t>
        <a:bodyPr/>
        <a:lstStyle/>
        <a:p>
          <a:r>
            <a:rPr lang="en-US"/>
            <a:t>to convert them into physical</a:t>
          </a:r>
          <a:r>
            <a:rPr lang="tr-TR"/>
            <a:t> </a:t>
          </a:r>
          <a:r>
            <a:rPr lang="en-US"/>
            <a:t>form</a:t>
          </a:r>
        </a:p>
      </dgm:t>
    </dgm:pt>
    <dgm:pt modelId="{17561754-424B-4D71-840A-F07482D25D97}" type="parTrans" cxnId="{5FC95CC5-5A5E-45CF-BC24-06B82A675AD5}">
      <dgm:prSet/>
      <dgm:spPr/>
      <dgm:t>
        <a:bodyPr/>
        <a:lstStyle/>
        <a:p>
          <a:endParaRPr lang="en-US"/>
        </a:p>
      </dgm:t>
    </dgm:pt>
    <dgm:pt modelId="{0514972E-F970-4E27-9C7F-58CF6DA83D20}" type="sibTrans" cxnId="{5FC95CC5-5A5E-45CF-BC24-06B82A675AD5}">
      <dgm:prSet/>
      <dgm:spPr/>
      <dgm:t>
        <a:bodyPr/>
        <a:lstStyle/>
        <a:p>
          <a:endParaRPr lang="en-US"/>
        </a:p>
      </dgm:t>
    </dgm:pt>
    <dgm:pt modelId="{797F3AC9-136B-4B26-9E6D-A8A5FF5ED73F}">
      <dgm:prSet/>
      <dgm:spPr/>
      <dgm:t>
        <a:bodyPr/>
        <a:lstStyle/>
        <a:p>
          <a:r>
            <a:rPr lang="tr-TR"/>
            <a:t>Physical security</a:t>
          </a:r>
          <a:endParaRPr lang="en-US"/>
        </a:p>
      </dgm:t>
    </dgm:pt>
    <dgm:pt modelId="{EEF84111-5E0C-484E-82E0-0F9153C91B06}" type="parTrans" cxnId="{83A60255-1107-46C0-9586-6868C5860F94}">
      <dgm:prSet/>
      <dgm:spPr/>
      <dgm:t>
        <a:bodyPr/>
        <a:lstStyle/>
        <a:p>
          <a:endParaRPr lang="en-US"/>
        </a:p>
      </dgm:t>
    </dgm:pt>
    <dgm:pt modelId="{8C197C96-44E3-473F-BF9F-1FCA29FD8F85}" type="sibTrans" cxnId="{83A60255-1107-46C0-9586-6868C5860F94}">
      <dgm:prSet/>
      <dgm:spPr/>
      <dgm:t>
        <a:bodyPr/>
        <a:lstStyle/>
        <a:p>
          <a:endParaRPr lang="en-US"/>
        </a:p>
      </dgm:t>
    </dgm:pt>
    <dgm:pt modelId="{56BD5358-CB6F-484E-BFBC-0049986548F4}">
      <dgm:prSet/>
      <dgm:spPr/>
      <dgm:t>
        <a:bodyPr/>
        <a:lstStyle/>
        <a:p>
          <a:r>
            <a:rPr lang="en-US"/>
            <a:t>most users are far more comfortable with physical security </a:t>
          </a:r>
        </a:p>
      </dgm:t>
    </dgm:pt>
    <dgm:pt modelId="{CC7A586C-BDA3-4C98-B7D6-C9099259E593}" type="parTrans" cxnId="{BFAC8F68-1906-41D9-86B5-EB7375CC8E0A}">
      <dgm:prSet/>
      <dgm:spPr/>
      <dgm:t>
        <a:bodyPr/>
        <a:lstStyle/>
        <a:p>
          <a:endParaRPr lang="en-US"/>
        </a:p>
      </dgm:t>
    </dgm:pt>
    <dgm:pt modelId="{2A81DED5-07A0-4518-BA2E-7B12FDEE7F2E}" type="sibTrans" cxnId="{BFAC8F68-1906-41D9-86B5-EB7375CC8E0A}">
      <dgm:prSet/>
      <dgm:spPr/>
      <dgm:t>
        <a:bodyPr/>
        <a:lstStyle/>
        <a:p>
          <a:endParaRPr lang="en-US"/>
        </a:p>
      </dgm:t>
    </dgm:pt>
    <dgm:pt modelId="{3BEF5813-EF60-46CD-A471-BD2996B4BA9C}">
      <dgm:prSet/>
      <dgm:spPr/>
      <dgm:t>
        <a:bodyPr/>
        <a:lstStyle/>
        <a:p>
          <a:r>
            <a:rPr lang="en-US"/>
            <a:t>than information</a:t>
          </a:r>
          <a:r>
            <a:rPr lang="tr-TR"/>
            <a:t> </a:t>
          </a:r>
          <a:r>
            <a:rPr lang="en-US"/>
            <a:t>security</a:t>
          </a:r>
        </a:p>
      </dgm:t>
    </dgm:pt>
    <dgm:pt modelId="{C0B38EFA-A2EB-4A40-8159-3725C8346BF3}" type="parTrans" cxnId="{B1ECB48C-2810-4F25-9B1A-FC845DC43262}">
      <dgm:prSet/>
      <dgm:spPr/>
      <dgm:t>
        <a:bodyPr/>
        <a:lstStyle/>
        <a:p>
          <a:endParaRPr lang="en-US"/>
        </a:p>
      </dgm:t>
    </dgm:pt>
    <dgm:pt modelId="{80C7C25C-5C13-4F03-96EA-927FAD01E544}" type="sibTrans" cxnId="{B1ECB48C-2810-4F25-9B1A-FC845DC43262}">
      <dgm:prSet/>
      <dgm:spPr/>
      <dgm:t>
        <a:bodyPr/>
        <a:lstStyle/>
        <a:p>
          <a:endParaRPr lang="en-US"/>
        </a:p>
      </dgm:t>
    </dgm:pt>
    <dgm:pt modelId="{DD9BC322-C892-4349-8404-F4FE9D42EF55}" type="pres">
      <dgm:prSet presAssocID="{D6B2B276-FC74-47A9-BDB2-6A57E43AB9B3}" presName="Name0" presStyleCnt="0">
        <dgm:presLayoutVars>
          <dgm:dir/>
          <dgm:animLvl val="lvl"/>
          <dgm:resizeHandles val="exact"/>
        </dgm:presLayoutVars>
      </dgm:prSet>
      <dgm:spPr/>
    </dgm:pt>
    <dgm:pt modelId="{6702B3C5-873E-47A5-AE87-4D319DFD3432}" type="pres">
      <dgm:prSet presAssocID="{ADEC5132-4F16-4CCC-9EA7-13322DFB00D7}" presName="linNode" presStyleCnt="0"/>
      <dgm:spPr/>
    </dgm:pt>
    <dgm:pt modelId="{7328E3FC-2A3B-4860-AA88-8503A605C94A}" type="pres">
      <dgm:prSet presAssocID="{ADEC5132-4F16-4CCC-9EA7-13322DFB00D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40FC63A-4827-4B2F-A4E9-D45642CD5A2E}" type="pres">
      <dgm:prSet presAssocID="{ADEC5132-4F16-4CCC-9EA7-13322DFB00D7}" presName="descendantText" presStyleLbl="alignAccFollowNode1" presStyleIdx="0" presStyleCnt="4">
        <dgm:presLayoutVars>
          <dgm:bulletEnabled val="1"/>
        </dgm:presLayoutVars>
      </dgm:prSet>
      <dgm:spPr/>
    </dgm:pt>
    <dgm:pt modelId="{500269ED-969D-4CDB-A7AB-A4C3D40EF6EE}" type="pres">
      <dgm:prSet presAssocID="{062ADEB0-E32B-49A3-AA1A-E2F24E15DA27}" presName="sp" presStyleCnt="0"/>
      <dgm:spPr/>
    </dgm:pt>
    <dgm:pt modelId="{92E079E5-B802-4678-AE4B-F7AABFD39806}" type="pres">
      <dgm:prSet presAssocID="{A970AD0A-D1D7-4B49-83A1-4629BC0D8F95}" presName="linNode" presStyleCnt="0"/>
      <dgm:spPr/>
    </dgm:pt>
    <dgm:pt modelId="{CD1E3A85-0633-4ED7-8D4C-7E6E749ADE09}" type="pres">
      <dgm:prSet presAssocID="{A970AD0A-D1D7-4B49-83A1-4629BC0D8F9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4948D71-99F6-4FE1-AEED-9AD1068128FD}" type="pres">
      <dgm:prSet presAssocID="{A970AD0A-D1D7-4B49-83A1-4629BC0D8F95}" presName="descendantText" presStyleLbl="alignAccFollowNode1" presStyleIdx="1" presStyleCnt="4">
        <dgm:presLayoutVars>
          <dgm:bulletEnabled val="1"/>
        </dgm:presLayoutVars>
      </dgm:prSet>
      <dgm:spPr/>
    </dgm:pt>
    <dgm:pt modelId="{8F532529-C343-4C54-A863-353A41EDDF6E}" type="pres">
      <dgm:prSet presAssocID="{1B2AB4EC-1B48-48E5-A834-B176E58C4598}" presName="sp" presStyleCnt="0"/>
      <dgm:spPr/>
    </dgm:pt>
    <dgm:pt modelId="{0EF0FED0-EFBB-41DD-9BEB-D1C4DD8B1D49}" type="pres">
      <dgm:prSet presAssocID="{14AFB28C-3A7A-404B-8B35-A6F2482CDBD0}" presName="linNode" presStyleCnt="0"/>
      <dgm:spPr/>
    </dgm:pt>
    <dgm:pt modelId="{8845B7AD-284C-4ECD-A6F7-2DE525B54237}" type="pres">
      <dgm:prSet presAssocID="{14AFB28C-3A7A-404B-8B35-A6F2482CDBD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C335011-6F52-4FD5-BF26-7FEDFFFE2987}" type="pres">
      <dgm:prSet presAssocID="{14AFB28C-3A7A-404B-8B35-A6F2482CDBD0}" presName="descendantText" presStyleLbl="alignAccFollowNode1" presStyleIdx="2" presStyleCnt="4">
        <dgm:presLayoutVars>
          <dgm:bulletEnabled val="1"/>
        </dgm:presLayoutVars>
      </dgm:prSet>
      <dgm:spPr/>
    </dgm:pt>
    <dgm:pt modelId="{F5A4D08A-B9E4-4D90-834F-7B942BA77AB4}" type="pres">
      <dgm:prSet presAssocID="{F9EF727C-D798-4ACA-89D4-060D5DEB63E8}" presName="sp" presStyleCnt="0"/>
      <dgm:spPr/>
    </dgm:pt>
    <dgm:pt modelId="{033E3E29-485A-4E76-9A10-0B851132C3C2}" type="pres">
      <dgm:prSet presAssocID="{797F3AC9-136B-4B26-9E6D-A8A5FF5ED73F}" presName="linNode" presStyleCnt="0"/>
      <dgm:spPr/>
    </dgm:pt>
    <dgm:pt modelId="{3E8F970C-863B-402E-AD2C-47F3C185955A}" type="pres">
      <dgm:prSet presAssocID="{797F3AC9-136B-4B26-9E6D-A8A5FF5ED73F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FB9CF9B2-2447-48F9-AAC9-783F6E1921B1}" type="pres">
      <dgm:prSet presAssocID="{797F3AC9-136B-4B26-9E6D-A8A5FF5ED73F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3A08612-C5C4-42F6-8028-7D50D540DEAF}" srcId="{D6B2B276-FC74-47A9-BDB2-6A57E43AB9B3}" destId="{A970AD0A-D1D7-4B49-83A1-4629BC0D8F95}" srcOrd="1" destOrd="0" parTransId="{B2894B31-12BF-4F9E-B061-92F91481032A}" sibTransId="{1B2AB4EC-1B48-48E5-A834-B176E58C4598}"/>
    <dgm:cxn modelId="{7765081A-68C1-426D-BE67-44119D6CFAD8}" type="presOf" srcId="{56BD5358-CB6F-484E-BFBC-0049986548F4}" destId="{FB9CF9B2-2447-48F9-AAC9-783F6E1921B1}" srcOrd="0" destOrd="0" presId="urn:microsoft.com/office/officeart/2005/8/layout/vList5"/>
    <dgm:cxn modelId="{684FC722-46EF-43A5-88C8-68497A46DDA7}" type="presOf" srcId="{797F3AC9-136B-4B26-9E6D-A8A5FF5ED73F}" destId="{3E8F970C-863B-402E-AD2C-47F3C185955A}" srcOrd="0" destOrd="0" presId="urn:microsoft.com/office/officeart/2005/8/layout/vList5"/>
    <dgm:cxn modelId="{8EBFBB2F-61AF-41B8-AD8D-09CEE5ED13DD}" type="presOf" srcId="{A970AD0A-D1D7-4B49-83A1-4629BC0D8F95}" destId="{CD1E3A85-0633-4ED7-8D4C-7E6E749ADE09}" srcOrd="0" destOrd="0" presId="urn:microsoft.com/office/officeart/2005/8/layout/vList5"/>
    <dgm:cxn modelId="{7C315332-D90F-444D-B909-FEE16452C382}" type="presOf" srcId="{D8360AD6-3635-4EC3-963E-4F31A7F2D57B}" destId="{6C335011-6F52-4FD5-BF26-7FEDFFFE2987}" srcOrd="0" destOrd="0" presId="urn:microsoft.com/office/officeart/2005/8/layout/vList5"/>
    <dgm:cxn modelId="{26B44034-F738-4CB4-9F4E-0201B0A185F7}" type="presOf" srcId="{1DBA9B30-B936-4F21-A01D-5124AF1060B8}" destId="{74948D71-99F6-4FE1-AEED-9AD1068128FD}" srcOrd="0" destOrd="0" presId="urn:microsoft.com/office/officeart/2005/8/layout/vList5"/>
    <dgm:cxn modelId="{95B96736-DCC3-410F-87F4-78B3E78C4FC5}" srcId="{D6B2B276-FC74-47A9-BDB2-6A57E43AB9B3}" destId="{14AFB28C-3A7A-404B-8B35-A6F2482CDBD0}" srcOrd="2" destOrd="0" parTransId="{18EB2368-6B9D-4357-93AB-C1F24080166F}" sibTransId="{F9EF727C-D798-4ACA-89D4-060D5DEB63E8}"/>
    <dgm:cxn modelId="{C1E17E3E-D6AC-4B4C-9C8B-7F64BCB7C9F4}" type="presOf" srcId="{AE4E2D12-A2DE-4F1B-8CE0-E063E4FDCB3A}" destId="{F40FC63A-4827-4B2F-A4E9-D45642CD5A2E}" srcOrd="0" destOrd="0" presId="urn:microsoft.com/office/officeart/2005/8/layout/vList5"/>
    <dgm:cxn modelId="{BFAC8F68-1906-41D9-86B5-EB7375CC8E0A}" srcId="{797F3AC9-136B-4B26-9E6D-A8A5FF5ED73F}" destId="{56BD5358-CB6F-484E-BFBC-0049986548F4}" srcOrd="0" destOrd="0" parTransId="{CC7A586C-BDA3-4C98-B7D6-C9099259E593}" sibTransId="{2A81DED5-07A0-4518-BA2E-7B12FDEE7F2E}"/>
    <dgm:cxn modelId="{9A0EA269-8050-46D2-A601-FB969685300C}" type="presOf" srcId="{14AFB28C-3A7A-404B-8B35-A6F2482CDBD0}" destId="{8845B7AD-284C-4ECD-A6F7-2DE525B54237}" srcOrd="0" destOrd="0" presId="urn:microsoft.com/office/officeart/2005/8/layout/vList5"/>
    <dgm:cxn modelId="{D119DC6F-ED37-4114-A851-CEC74A09F263}" srcId="{A970AD0A-D1D7-4B49-83A1-4629BC0D8F95}" destId="{1DBA9B30-B936-4F21-A01D-5124AF1060B8}" srcOrd="0" destOrd="0" parTransId="{646E87C7-BCDD-4738-A201-4A17FA367ABA}" sibTransId="{0CEF3075-5BDA-47F2-913D-A9C263451007}"/>
    <dgm:cxn modelId="{E0471A51-547A-4C7A-96B3-ABE623E89B85}" type="presOf" srcId="{ADEC5132-4F16-4CCC-9EA7-13322DFB00D7}" destId="{7328E3FC-2A3B-4860-AA88-8503A605C94A}" srcOrd="0" destOrd="0" presId="urn:microsoft.com/office/officeart/2005/8/layout/vList5"/>
    <dgm:cxn modelId="{0214CC73-6568-47A6-A19C-D2C017442662}" type="presOf" srcId="{362DBCAC-61A5-40A4-8826-4811F202D305}" destId="{6C335011-6F52-4FD5-BF26-7FEDFFFE2987}" srcOrd="0" destOrd="1" presId="urn:microsoft.com/office/officeart/2005/8/layout/vList5"/>
    <dgm:cxn modelId="{83A60255-1107-46C0-9586-6868C5860F94}" srcId="{D6B2B276-FC74-47A9-BDB2-6A57E43AB9B3}" destId="{797F3AC9-136B-4B26-9E6D-A8A5FF5ED73F}" srcOrd="3" destOrd="0" parTransId="{EEF84111-5E0C-484E-82E0-0F9153C91B06}" sibTransId="{8C197C96-44E3-473F-BF9F-1FCA29FD8F85}"/>
    <dgm:cxn modelId="{C212795A-1AEB-41D4-A527-BF54F3E05B14}" type="presOf" srcId="{3BEF5813-EF60-46CD-A471-BD2996B4BA9C}" destId="{FB9CF9B2-2447-48F9-AAC9-783F6E1921B1}" srcOrd="0" destOrd="1" presId="urn:microsoft.com/office/officeart/2005/8/layout/vList5"/>
    <dgm:cxn modelId="{B1ECB48C-2810-4F25-9B1A-FC845DC43262}" srcId="{797F3AC9-136B-4B26-9E6D-A8A5FF5ED73F}" destId="{3BEF5813-EF60-46CD-A471-BD2996B4BA9C}" srcOrd="1" destOrd="0" parTransId="{C0B38EFA-A2EB-4A40-8159-3725C8346BF3}" sibTransId="{80C7C25C-5C13-4F03-96EA-927FAD01E544}"/>
    <dgm:cxn modelId="{F483E89D-1C6F-48D0-A28E-57E9AF339709}" srcId="{14AFB28C-3A7A-404B-8B35-A6F2482CDBD0}" destId="{D8360AD6-3635-4EC3-963E-4F31A7F2D57B}" srcOrd="0" destOrd="0" parTransId="{F5C341DD-3286-40E9-B2AB-45EAF8EB57A1}" sibTransId="{DA081B61-66B1-48A4-AE59-5E7C2F05AC7F}"/>
    <dgm:cxn modelId="{26FC85A6-71A1-4644-88E2-66AF5DC99A81}" srcId="{D6B2B276-FC74-47A9-BDB2-6A57E43AB9B3}" destId="{ADEC5132-4F16-4CCC-9EA7-13322DFB00D7}" srcOrd="0" destOrd="0" parTransId="{52E21649-F104-4800-9DF9-2E2099E497AD}" sibTransId="{062ADEB0-E32B-49A3-AA1A-E2F24E15DA27}"/>
    <dgm:cxn modelId="{5FC95CC5-5A5E-45CF-BC24-06B82A675AD5}" srcId="{14AFB28C-3A7A-404B-8B35-A6F2482CDBD0}" destId="{362DBCAC-61A5-40A4-8826-4811F202D305}" srcOrd="1" destOrd="0" parTransId="{17561754-424B-4D71-840A-F07482D25D97}" sibTransId="{0514972E-F970-4E27-9C7F-58CF6DA83D20}"/>
    <dgm:cxn modelId="{17011AC6-3E89-4EF5-A25D-E3D795FA439A}" type="presOf" srcId="{D6B2B276-FC74-47A9-BDB2-6A57E43AB9B3}" destId="{DD9BC322-C892-4349-8404-F4FE9D42EF55}" srcOrd="0" destOrd="0" presId="urn:microsoft.com/office/officeart/2005/8/layout/vList5"/>
    <dgm:cxn modelId="{0AA70CC8-DAAD-4F63-BBD7-2C2A1DF5A52A}" srcId="{A970AD0A-D1D7-4B49-83A1-4629BC0D8F95}" destId="{03B0848B-BEC9-45A0-8916-C6F4D0AF8F2B}" srcOrd="1" destOrd="0" parTransId="{C8DF0F25-3AD0-4578-BE3F-7CED481F981E}" sibTransId="{6F6F22A4-A464-4306-88B8-BF7F96B1332E}"/>
    <dgm:cxn modelId="{DFADF8CE-9C9E-4436-9CDB-F654469593F4}" type="presOf" srcId="{03B0848B-BEC9-45A0-8916-C6F4D0AF8F2B}" destId="{74948D71-99F6-4FE1-AEED-9AD1068128FD}" srcOrd="0" destOrd="1" presId="urn:microsoft.com/office/officeart/2005/8/layout/vList5"/>
    <dgm:cxn modelId="{5E3D78EB-DB61-48ED-BB8B-55C3AFB686C0}" srcId="{ADEC5132-4F16-4CCC-9EA7-13322DFB00D7}" destId="{AE4E2D12-A2DE-4F1B-8CE0-E063E4FDCB3A}" srcOrd="0" destOrd="0" parTransId="{379A4111-F2BA-430D-AF88-877E190503C5}" sibTransId="{AF14EA31-D22D-476A-BCE2-A9883388E8EF}"/>
    <dgm:cxn modelId="{261BD39C-86F8-4AB8-B728-447FE71B66CE}" type="presParOf" srcId="{DD9BC322-C892-4349-8404-F4FE9D42EF55}" destId="{6702B3C5-873E-47A5-AE87-4D319DFD3432}" srcOrd="0" destOrd="0" presId="urn:microsoft.com/office/officeart/2005/8/layout/vList5"/>
    <dgm:cxn modelId="{E6FB45BD-0B43-401E-A364-2F7080AB5A07}" type="presParOf" srcId="{6702B3C5-873E-47A5-AE87-4D319DFD3432}" destId="{7328E3FC-2A3B-4860-AA88-8503A605C94A}" srcOrd="0" destOrd="0" presId="urn:microsoft.com/office/officeart/2005/8/layout/vList5"/>
    <dgm:cxn modelId="{0235FABC-E202-472B-895D-5D0672C0F602}" type="presParOf" srcId="{6702B3C5-873E-47A5-AE87-4D319DFD3432}" destId="{F40FC63A-4827-4B2F-A4E9-D45642CD5A2E}" srcOrd="1" destOrd="0" presId="urn:microsoft.com/office/officeart/2005/8/layout/vList5"/>
    <dgm:cxn modelId="{8DC6F22E-9DD5-4140-8535-B5EC5CAD1F7B}" type="presParOf" srcId="{DD9BC322-C892-4349-8404-F4FE9D42EF55}" destId="{500269ED-969D-4CDB-A7AB-A4C3D40EF6EE}" srcOrd="1" destOrd="0" presId="urn:microsoft.com/office/officeart/2005/8/layout/vList5"/>
    <dgm:cxn modelId="{0AB5702A-794A-4FFE-A40D-C9661D394EE0}" type="presParOf" srcId="{DD9BC322-C892-4349-8404-F4FE9D42EF55}" destId="{92E079E5-B802-4678-AE4B-F7AABFD39806}" srcOrd="2" destOrd="0" presId="urn:microsoft.com/office/officeart/2005/8/layout/vList5"/>
    <dgm:cxn modelId="{26928A23-2E0E-4380-9148-C7938843F87D}" type="presParOf" srcId="{92E079E5-B802-4678-AE4B-F7AABFD39806}" destId="{CD1E3A85-0633-4ED7-8D4C-7E6E749ADE09}" srcOrd="0" destOrd="0" presId="urn:microsoft.com/office/officeart/2005/8/layout/vList5"/>
    <dgm:cxn modelId="{909FD276-A26B-4F20-99F2-C3CEDABAA120}" type="presParOf" srcId="{92E079E5-B802-4678-AE4B-F7AABFD39806}" destId="{74948D71-99F6-4FE1-AEED-9AD1068128FD}" srcOrd="1" destOrd="0" presId="urn:microsoft.com/office/officeart/2005/8/layout/vList5"/>
    <dgm:cxn modelId="{E78ECC86-27BD-4626-BEEA-D50EE0209A61}" type="presParOf" srcId="{DD9BC322-C892-4349-8404-F4FE9D42EF55}" destId="{8F532529-C343-4C54-A863-353A41EDDF6E}" srcOrd="3" destOrd="0" presId="urn:microsoft.com/office/officeart/2005/8/layout/vList5"/>
    <dgm:cxn modelId="{58D39C35-B55E-4BEF-9126-8C462E437B55}" type="presParOf" srcId="{DD9BC322-C892-4349-8404-F4FE9D42EF55}" destId="{0EF0FED0-EFBB-41DD-9BEB-D1C4DD8B1D49}" srcOrd="4" destOrd="0" presId="urn:microsoft.com/office/officeart/2005/8/layout/vList5"/>
    <dgm:cxn modelId="{806D430A-57D7-4C33-9385-4D87AEC19C8D}" type="presParOf" srcId="{0EF0FED0-EFBB-41DD-9BEB-D1C4DD8B1D49}" destId="{8845B7AD-284C-4ECD-A6F7-2DE525B54237}" srcOrd="0" destOrd="0" presId="urn:microsoft.com/office/officeart/2005/8/layout/vList5"/>
    <dgm:cxn modelId="{A27F3B7A-F419-4DC1-AA20-A94665C56EFB}" type="presParOf" srcId="{0EF0FED0-EFBB-41DD-9BEB-D1C4DD8B1D49}" destId="{6C335011-6F52-4FD5-BF26-7FEDFFFE2987}" srcOrd="1" destOrd="0" presId="urn:microsoft.com/office/officeart/2005/8/layout/vList5"/>
    <dgm:cxn modelId="{8DAB6473-A3E9-4D21-A6AF-CD8CE744C1A2}" type="presParOf" srcId="{DD9BC322-C892-4349-8404-F4FE9D42EF55}" destId="{F5A4D08A-B9E4-4D90-834F-7B942BA77AB4}" srcOrd="5" destOrd="0" presId="urn:microsoft.com/office/officeart/2005/8/layout/vList5"/>
    <dgm:cxn modelId="{5A433EB9-D285-402F-8813-19F949813FB3}" type="presParOf" srcId="{DD9BC322-C892-4349-8404-F4FE9D42EF55}" destId="{033E3E29-485A-4E76-9A10-0B851132C3C2}" srcOrd="6" destOrd="0" presId="urn:microsoft.com/office/officeart/2005/8/layout/vList5"/>
    <dgm:cxn modelId="{ED7F35BB-E774-4CED-A568-76503342558E}" type="presParOf" srcId="{033E3E29-485A-4E76-9A10-0B851132C3C2}" destId="{3E8F970C-863B-402E-AD2C-47F3C185955A}" srcOrd="0" destOrd="0" presId="urn:microsoft.com/office/officeart/2005/8/layout/vList5"/>
    <dgm:cxn modelId="{30F90083-6651-4706-9C77-769BAA55DD1E}" type="presParOf" srcId="{033E3E29-485A-4E76-9A10-0B851132C3C2}" destId="{FB9CF9B2-2447-48F9-AAC9-783F6E1921B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B01083B-767B-4D5A-86A0-68C0C1E46BB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F518810-B081-431B-B5FA-C87AB81A7D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Cold storage</a:t>
          </a:r>
          <a:endParaRPr lang="en-US"/>
        </a:p>
      </dgm:t>
    </dgm:pt>
    <dgm:pt modelId="{FB7C8A10-412A-45FA-9A32-403AFDA2D2F2}" type="parTrans" cxnId="{3C915BF3-DF6B-4126-AC56-CCD5B0A70956}">
      <dgm:prSet/>
      <dgm:spPr/>
      <dgm:t>
        <a:bodyPr/>
        <a:lstStyle/>
        <a:p>
          <a:endParaRPr lang="en-US"/>
        </a:p>
      </dgm:t>
    </dgm:pt>
    <dgm:pt modelId="{DCFA3820-B26B-443B-98F5-2632D52DC999}" type="sibTrans" cxnId="{3C915BF3-DF6B-4126-AC56-CCD5B0A70956}">
      <dgm:prSet/>
      <dgm:spPr/>
      <dgm:t>
        <a:bodyPr/>
        <a:lstStyle/>
        <a:p>
          <a:endParaRPr lang="en-US"/>
        </a:p>
      </dgm:t>
    </dgm:pt>
    <dgm:pt modelId="{1653A305-B640-4256-A9B0-2DF7D0A327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Keeping bitcoin offline</a:t>
          </a:r>
        </a:p>
      </dgm:t>
    </dgm:pt>
    <dgm:pt modelId="{CC61A869-1EBA-4AC7-A27F-F2F857A955BF}" type="parTrans" cxnId="{5F8DC93B-726E-47EA-9222-B738FA9295F4}">
      <dgm:prSet/>
      <dgm:spPr/>
      <dgm:t>
        <a:bodyPr/>
        <a:lstStyle/>
        <a:p>
          <a:endParaRPr lang="en-US"/>
        </a:p>
      </dgm:t>
    </dgm:pt>
    <dgm:pt modelId="{04B0E072-6B5D-4C72-996C-3213782ED5C8}" type="sibTrans" cxnId="{5F8DC93B-726E-47EA-9222-B738FA9295F4}">
      <dgm:prSet/>
      <dgm:spPr/>
      <dgm:t>
        <a:bodyPr/>
        <a:lstStyle/>
        <a:p>
          <a:endParaRPr lang="en-US"/>
        </a:p>
      </dgm:t>
    </dgm:pt>
    <dgm:pt modelId="{23152B97-4B16-4925-B6D7-0E0936C074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one of the most effective security techniques. </a:t>
          </a:r>
        </a:p>
      </dgm:t>
    </dgm:pt>
    <dgm:pt modelId="{48256437-B3F2-47FC-9F29-3FED987997C5}" type="parTrans" cxnId="{46DB5355-6083-4C85-8A6C-87898AC8F4BF}">
      <dgm:prSet/>
      <dgm:spPr/>
      <dgm:t>
        <a:bodyPr/>
        <a:lstStyle/>
        <a:p>
          <a:endParaRPr lang="en-US"/>
        </a:p>
      </dgm:t>
    </dgm:pt>
    <dgm:pt modelId="{318C8C9A-4CAE-4F73-AFA1-8C74E47FB932}" type="sibTrans" cxnId="{46DB5355-6083-4C85-8A6C-87898AC8F4BF}">
      <dgm:prSet/>
      <dgm:spPr/>
      <dgm:t>
        <a:bodyPr/>
        <a:lstStyle/>
        <a:p>
          <a:endParaRPr lang="en-US"/>
        </a:p>
      </dgm:t>
    </dgm:pt>
    <dgm:pt modelId="{EC6C65CD-FF1D-4B5E-A745-97B97D84AD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What is a cold storage?</a:t>
          </a:r>
          <a:endParaRPr lang="en-US"/>
        </a:p>
      </dgm:t>
    </dgm:pt>
    <dgm:pt modelId="{46278670-D401-4D5F-A44E-53375777B5D9}" type="parTrans" cxnId="{C779C75E-33E3-422B-AC92-62A85827F186}">
      <dgm:prSet/>
      <dgm:spPr/>
      <dgm:t>
        <a:bodyPr/>
        <a:lstStyle/>
        <a:p>
          <a:endParaRPr lang="en-US"/>
        </a:p>
      </dgm:t>
    </dgm:pt>
    <dgm:pt modelId="{C4780E5A-F5C5-44EA-9913-AA0B3CB9620E}" type="sibTrans" cxnId="{C779C75E-33E3-422B-AC92-62A85827F186}">
      <dgm:prSet/>
      <dgm:spPr/>
      <dgm:t>
        <a:bodyPr/>
        <a:lstStyle/>
        <a:p>
          <a:endParaRPr lang="en-US"/>
        </a:p>
      </dgm:t>
    </dgm:pt>
    <dgm:pt modelId="{D385EC2B-40AC-42EC-B5A9-6594A2EC44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where the keys are generated on an offline system </a:t>
          </a:r>
        </a:p>
      </dgm:t>
    </dgm:pt>
    <dgm:pt modelId="{DED15892-1535-43E9-8389-01951207B9A5}" type="parTrans" cxnId="{364391BF-F62D-4153-80A0-CBA40EAFFD6A}">
      <dgm:prSet/>
      <dgm:spPr/>
      <dgm:t>
        <a:bodyPr/>
        <a:lstStyle/>
        <a:p>
          <a:endParaRPr lang="en-US"/>
        </a:p>
      </dgm:t>
    </dgm:pt>
    <dgm:pt modelId="{896FBE55-048B-4D51-9D98-6AEE55AF4703}" type="sibTrans" cxnId="{364391BF-F62D-4153-80A0-CBA40EAFFD6A}">
      <dgm:prSet/>
      <dgm:spPr/>
      <dgm:t>
        <a:bodyPr/>
        <a:lstStyle/>
        <a:p>
          <a:endParaRPr lang="en-US"/>
        </a:p>
      </dgm:t>
    </dgm:pt>
    <dgm:pt modelId="{527E5F80-1A6D-40E1-9B90-C761A01BF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never connected to the</a:t>
          </a:r>
          <a:r>
            <a:rPr lang="tr-TR"/>
            <a:t> </a:t>
          </a:r>
          <a:r>
            <a:rPr lang="en-US"/>
            <a:t>internet</a:t>
          </a:r>
        </a:p>
      </dgm:t>
    </dgm:pt>
    <dgm:pt modelId="{5D468B73-B863-4FD2-A034-332278EEB774}" type="parTrans" cxnId="{F75DD502-8877-4718-A7F6-CD4D4BA18166}">
      <dgm:prSet/>
      <dgm:spPr/>
      <dgm:t>
        <a:bodyPr/>
        <a:lstStyle/>
        <a:p>
          <a:endParaRPr lang="en-US"/>
        </a:p>
      </dgm:t>
    </dgm:pt>
    <dgm:pt modelId="{37D55219-1D25-439E-A542-4DEF722F994C}" type="sibTrans" cxnId="{F75DD502-8877-4718-A7F6-CD4D4BA18166}">
      <dgm:prSet/>
      <dgm:spPr/>
      <dgm:t>
        <a:bodyPr/>
        <a:lstStyle/>
        <a:p>
          <a:endParaRPr lang="en-US"/>
        </a:p>
      </dgm:t>
    </dgm:pt>
    <dgm:pt modelId="{D036D4A0-C257-4D3C-A538-2C4720F8A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Offline storage</a:t>
          </a:r>
          <a:endParaRPr lang="en-US"/>
        </a:p>
      </dgm:t>
    </dgm:pt>
    <dgm:pt modelId="{9CD290AD-2E0E-4067-A1DC-066FF6EFA855}" type="parTrans" cxnId="{5182EB6C-012E-4B74-8DBF-161260C26157}">
      <dgm:prSet/>
      <dgm:spPr/>
      <dgm:t>
        <a:bodyPr/>
        <a:lstStyle/>
        <a:p>
          <a:endParaRPr lang="en-US"/>
        </a:p>
      </dgm:t>
    </dgm:pt>
    <dgm:pt modelId="{61268FF0-16DD-4C3E-8DD6-11A2ECD95429}" type="sibTrans" cxnId="{5182EB6C-012E-4B74-8DBF-161260C26157}">
      <dgm:prSet/>
      <dgm:spPr/>
      <dgm:t>
        <a:bodyPr/>
        <a:lstStyle/>
        <a:p>
          <a:endParaRPr lang="en-US"/>
        </a:p>
      </dgm:t>
    </dgm:pt>
    <dgm:pt modelId="{D9F636A7-F7B5-4DE6-B0AA-95915754E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stored offline either on paper or </a:t>
          </a:r>
        </a:p>
      </dgm:t>
    </dgm:pt>
    <dgm:pt modelId="{124E2783-8BEC-4238-A714-E77175969DCD}" type="parTrans" cxnId="{01AFCE65-AE35-471F-B389-BBC4F4D4D53D}">
      <dgm:prSet/>
      <dgm:spPr/>
      <dgm:t>
        <a:bodyPr/>
        <a:lstStyle/>
        <a:p>
          <a:endParaRPr lang="en-US"/>
        </a:p>
      </dgm:t>
    </dgm:pt>
    <dgm:pt modelId="{DAEDB42C-46E5-4882-AAEC-17E1776F39B5}" type="sibTrans" cxnId="{01AFCE65-AE35-471F-B389-BBC4F4D4D53D}">
      <dgm:prSet/>
      <dgm:spPr/>
      <dgm:t>
        <a:bodyPr/>
        <a:lstStyle/>
        <a:p>
          <a:endParaRPr lang="en-US"/>
        </a:p>
      </dgm:t>
    </dgm:pt>
    <dgm:pt modelId="{14CA8A44-B284-4133-BAAA-570404AB9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digital media, such as a USB memory</a:t>
          </a:r>
          <a:r>
            <a:rPr lang="tr-TR"/>
            <a:t> stick</a:t>
          </a:r>
          <a:endParaRPr lang="en-US"/>
        </a:p>
      </dgm:t>
    </dgm:pt>
    <dgm:pt modelId="{6CECAA43-9B80-4C0A-8A54-81D03A714123}" type="parTrans" cxnId="{8F87711E-9E79-414D-AB25-25DCB184BDB8}">
      <dgm:prSet/>
      <dgm:spPr/>
      <dgm:t>
        <a:bodyPr/>
        <a:lstStyle/>
        <a:p>
          <a:endParaRPr lang="en-US"/>
        </a:p>
      </dgm:t>
    </dgm:pt>
    <dgm:pt modelId="{9CD0544D-3EB2-44A5-8239-72791C2F70A7}" type="sibTrans" cxnId="{8F87711E-9E79-414D-AB25-25DCB184BDB8}">
      <dgm:prSet/>
      <dgm:spPr/>
      <dgm:t>
        <a:bodyPr/>
        <a:lstStyle/>
        <a:p>
          <a:endParaRPr lang="en-US"/>
        </a:p>
      </dgm:t>
    </dgm:pt>
    <dgm:pt modelId="{75C3D1DF-2141-4B6D-8D9F-E05D8236B7B0}" type="pres">
      <dgm:prSet presAssocID="{FB01083B-767B-4D5A-86A0-68C0C1E46BB5}" presName="root" presStyleCnt="0">
        <dgm:presLayoutVars>
          <dgm:dir/>
          <dgm:resizeHandles val="exact"/>
        </dgm:presLayoutVars>
      </dgm:prSet>
      <dgm:spPr/>
    </dgm:pt>
    <dgm:pt modelId="{2AFB9C50-073C-4F3B-B760-F009D7538FBE}" type="pres">
      <dgm:prSet presAssocID="{8F518810-B081-431B-B5FA-C87AB81A7DD1}" presName="compNode" presStyleCnt="0"/>
      <dgm:spPr/>
    </dgm:pt>
    <dgm:pt modelId="{6BA071AB-092B-4574-B6CF-26C268521797}" type="pres">
      <dgm:prSet presAssocID="{8F518810-B081-431B-B5FA-C87AB81A7D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D180FA5-5FFF-4BB4-B8F9-4A5A56A43947}" type="pres">
      <dgm:prSet presAssocID="{8F518810-B081-431B-B5FA-C87AB81A7DD1}" presName="iconSpace" presStyleCnt="0"/>
      <dgm:spPr/>
    </dgm:pt>
    <dgm:pt modelId="{08900BF4-D46D-4821-B6CB-61431667F749}" type="pres">
      <dgm:prSet presAssocID="{8F518810-B081-431B-B5FA-C87AB81A7DD1}" presName="parTx" presStyleLbl="revTx" presStyleIdx="0" presStyleCnt="6">
        <dgm:presLayoutVars>
          <dgm:chMax val="0"/>
          <dgm:chPref val="0"/>
        </dgm:presLayoutVars>
      </dgm:prSet>
      <dgm:spPr/>
    </dgm:pt>
    <dgm:pt modelId="{0248F789-A283-4FA1-853C-AD9C126AE9D7}" type="pres">
      <dgm:prSet presAssocID="{8F518810-B081-431B-B5FA-C87AB81A7DD1}" presName="txSpace" presStyleCnt="0"/>
      <dgm:spPr/>
    </dgm:pt>
    <dgm:pt modelId="{DCCC626D-760C-4A7F-BC48-0E04F3EEBDD9}" type="pres">
      <dgm:prSet presAssocID="{8F518810-B081-431B-B5FA-C87AB81A7DD1}" presName="desTx" presStyleLbl="revTx" presStyleIdx="1" presStyleCnt="6">
        <dgm:presLayoutVars/>
      </dgm:prSet>
      <dgm:spPr/>
    </dgm:pt>
    <dgm:pt modelId="{767FA86C-24D7-4AEB-A827-420637E4426D}" type="pres">
      <dgm:prSet presAssocID="{DCFA3820-B26B-443B-98F5-2632D52DC999}" presName="sibTrans" presStyleCnt="0"/>
      <dgm:spPr/>
    </dgm:pt>
    <dgm:pt modelId="{1CEAB56F-F236-4185-84DC-A345FEFB29E3}" type="pres">
      <dgm:prSet presAssocID="{EC6C65CD-FF1D-4B5E-A745-97B97D84AD58}" presName="compNode" presStyleCnt="0"/>
      <dgm:spPr/>
    </dgm:pt>
    <dgm:pt modelId="{A88D372C-347C-4114-B94B-D9293BCC85DA}" type="pres">
      <dgm:prSet presAssocID="{EC6C65CD-FF1D-4B5E-A745-97B97D84AD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027249F2-3047-4ABC-A634-64BB8F4595CF}" type="pres">
      <dgm:prSet presAssocID="{EC6C65CD-FF1D-4B5E-A745-97B97D84AD58}" presName="iconSpace" presStyleCnt="0"/>
      <dgm:spPr/>
    </dgm:pt>
    <dgm:pt modelId="{1293F243-1E41-42A5-830C-ACA745DD4F28}" type="pres">
      <dgm:prSet presAssocID="{EC6C65CD-FF1D-4B5E-A745-97B97D84AD58}" presName="parTx" presStyleLbl="revTx" presStyleIdx="2" presStyleCnt="6">
        <dgm:presLayoutVars>
          <dgm:chMax val="0"/>
          <dgm:chPref val="0"/>
        </dgm:presLayoutVars>
      </dgm:prSet>
      <dgm:spPr/>
    </dgm:pt>
    <dgm:pt modelId="{35325932-3FB9-4130-B88B-E90E21CB4E67}" type="pres">
      <dgm:prSet presAssocID="{EC6C65CD-FF1D-4B5E-A745-97B97D84AD58}" presName="txSpace" presStyleCnt="0"/>
      <dgm:spPr/>
    </dgm:pt>
    <dgm:pt modelId="{DCC7495E-7102-42B3-A1DA-714C4BF93D9F}" type="pres">
      <dgm:prSet presAssocID="{EC6C65CD-FF1D-4B5E-A745-97B97D84AD58}" presName="desTx" presStyleLbl="revTx" presStyleIdx="3" presStyleCnt="6">
        <dgm:presLayoutVars/>
      </dgm:prSet>
      <dgm:spPr/>
    </dgm:pt>
    <dgm:pt modelId="{F714163C-D657-48BE-83AA-BE2C256B014B}" type="pres">
      <dgm:prSet presAssocID="{C4780E5A-F5C5-44EA-9913-AA0B3CB9620E}" presName="sibTrans" presStyleCnt="0"/>
      <dgm:spPr/>
    </dgm:pt>
    <dgm:pt modelId="{AE5429A4-BB63-4ADF-A712-0B8244420E05}" type="pres">
      <dgm:prSet presAssocID="{D036D4A0-C257-4D3C-A538-2C4720F8A0F6}" presName="compNode" presStyleCnt="0"/>
      <dgm:spPr/>
    </dgm:pt>
    <dgm:pt modelId="{66BEB1E7-8E2E-4F65-B05D-42789E8BBB5C}" type="pres">
      <dgm:prSet presAssocID="{D036D4A0-C257-4D3C-A538-2C4720F8A0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88F1527-EFF2-4CCF-BDE1-52C0413BC123}" type="pres">
      <dgm:prSet presAssocID="{D036D4A0-C257-4D3C-A538-2C4720F8A0F6}" presName="iconSpace" presStyleCnt="0"/>
      <dgm:spPr/>
    </dgm:pt>
    <dgm:pt modelId="{C1938686-9F7E-458F-8BB3-2A86D8622DCA}" type="pres">
      <dgm:prSet presAssocID="{D036D4A0-C257-4D3C-A538-2C4720F8A0F6}" presName="parTx" presStyleLbl="revTx" presStyleIdx="4" presStyleCnt="6">
        <dgm:presLayoutVars>
          <dgm:chMax val="0"/>
          <dgm:chPref val="0"/>
        </dgm:presLayoutVars>
      </dgm:prSet>
      <dgm:spPr/>
    </dgm:pt>
    <dgm:pt modelId="{6F5DC0AA-ACE1-4B15-AD8B-7B5FE6CBEC54}" type="pres">
      <dgm:prSet presAssocID="{D036D4A0-C257-4D3C-A538-2C4720F8A0F6}" presName="txSpace" presStyleCnt="0"/>
      <dgm:spPr/>
    </dgm:pt>
    <dgm:pt modelId="{B245FFE4-4BED-4DB0-8716-3CF0A36664D4}" type="pres">
      <dgm:prSet presAssocID="{D036D4A0-C257-4D3C-A538-2C4720F8A0F6}" presName="desTx" presStyleLbl="revTx" presStyleIdx="5" presStyleCnt="6">
        <dgm:presLayoutVars/>
      </dgm:prSet>
      <dgm:spPr/>
    </dgm:pt>
  </dgm:ptLst>
  <dgm:cxnLst>
    <dgm:cxn modelId="{F75DD502-8877-4718-A7F6-CD4D4BA18166}" srcId="{EC6C65CD-FF1D-4B5E-A745-97B97D84AD58}" destId="{527E5F80-1A6D-40E1-9B90-C761A01BF082}" srcOrd="1" destOrd="0" parTransId="{5D468B73-B863-4FD2-A034-332278EEB774}" sibTransId="{37D55219-1D25-439E-A542-4DEF722F994C}"/>
    <dgm:cxn modelId="{91317511-14E8-4071-89A0-12200FC956EF}" type="presOf" srcId="{14CA8A44-B284-4133-BAAA-570404AB9739}" destId="{B245FFE4-4BED-4DB0-8716-3CF0A36664D4}" srcOrd="0" destOrd="1" presId="urn:microsoft.com/office/officeart/2018/2/layout/IconLabelDescriptionList"/>
    <dgm:cxn modelId="{8F87711E-9E79-414D-AB25-25DCB184BDB8}" srcId="{D036D4A0-C257-4D3C-A538-2C4720F8A0F6}" destId="{14CA8A44-B284-4133-BAAA-570404AB9739}" srcOrd="1" destOrd="0" parTransId="{6CECAA43-9B80-4C0A-8A54-81D03A714123}" sibTransId="{9CD0544D-3EB2-44A5-8239-72791C2F70A7}"/>
    <dgm:cxn modelId="{68217728-9FF1-4919-B2E9-821EB9D7C4C5}" type="presOf" srcId="{1653A305-B640-4256-A9B0-2DF7D0A327B5}" destId="{DCCC626D-760C-4A7F-BC48-0E04F3EEBDD9}" srcOrd="0" destOrd="0" presId="urn:microsoft.com/office/officeart/2018/2/layout/IconLabelDescriptionList"/>
    <dgm:cxn modelId="{EB6E5E2C-6C34-43F4-BF36-77ABA1E920E0}" type="presOf" srcId="{23152B97-4B16-4925-B6D7-0E0936C07452}" destId="{DCCC626D-760C-4A7F-BC48-0E04F3EEBDD9}" srcOrd="0" destOrd="1" presId="urn:microsoft.com/office/officeart/2018/2/layout/IconLabelDescriptionList"/>
    <dgm:cxn modelId="{4D6C8D2D-E8C9-434E-8B67-2FD49DCBF92B}" type="presOf" srcId="{8F518810-B081-431B-B5FA-C87AB81A7DD1}" destId="{08900BF4-D46D-4821-B6CB-61431667F749}" srcOrd="0" destOrd="0" presId="urn:microsoft.com/office/officeart/2018/2/layout/IconLabelDescriptionList"/>
    <dgm:cxn modelId="{BB4D1133-CA82-4FCB-8D17-5A4E27379971}" type="presOf" srcId="{D385EC2B-40AC-42EC-B5A9-6594A2EC44FF}" destId="{DCC7495E-7102-42B3-A1DA-714C4BF93D9F}" srcOrd="0" destOrd="0" presId="urn:microsoft.com/office/officeart/2018/2/layout/IconLabelDescriptionList"/>
    <dgm:cxn modelId="{5F8DC93B-726E-47EA-9222-B738FA9295F4}" srcId="{8F518810-B081-431B-B5FA-C87AB81A7DD1}" destId="{1653A305-B640-4256-A9B0-2DF7D0A327B5}" srcOrd="0" destOrd="0" parTransId="{CC61A869-1EBA-4AC7-A27F-F2F857A955BF}" sibTransId="{04B0E072-6B5D-4C72-996C-3213782ED5C8}"/>
    <dgm:cxn modelId="{C779C75E-33E3-422B-AC92-62A85827F186}" srcId="{FB01083B-767B-4D5A-86A0-68C0C1E46BB5}" destId="{EC6C65CD-FF1D-4B5E-A745-97B97D84AD58}" srcOrd="1" destOrd="0" parTransId="{46278670-D401-4D5F-A44E-53375777B5D9}" sibTransId="{C4780E5A-F5C5-44EA-9913-AA0B3CB9620E}"/>
    <dgm:cxn modelId="{E649ED61-943C-4693-97C0-AF6701181D2A}" type="presOf" srcId="{D9F636A7-F7B5-4DE6-B0AA-95915754E34B}" destId="{B245FFE4-4BED-4DB0-8716-3CF0A36664D4}" srcOrd="0" destOrd="0" presId="urn:microsoft.com/office/officeart/2018/2/layout/IconLabelDescriptionList"/>
    <dgm:cxn modelId="{01AFCE65-AE35-471F-B389-BBC4F4D4D53D}" srcId="{D036D4A0-C257-4D3C-A538-2C4720F8A0F6}" destId="{D9F636A7-F7B5-4DE6-B0AA-95915754E34B}" srcOrd="0" destOrd="0" parTransId="{124E2783-8BEC-4238-A714-E77175969DCD}" sibTransId="{DAEDB42C-46E5-4882-AAEC-17E1776F39B5}"/>
    <dgm:cxn modelId="{5182EB6C-012E-4B74-8DBF-161260C26157}" srcId="{FB01083B-767B-4D5A-86A0-68C0C1E46BB5}" destId="{D036D4A0-C257-4D3C-A538-2C4720F8A0F6}" srcOrd="2" destOrd="0" parTransId="{9CD290AD-2E0E-4067-A1DC-066FF6EFA855}" sibTransId="{61268FF0-16DD-4C3E-8DD6-11A2ECD95429}"/>
    <dgm:cxn modelId="{46DB5355-6083-4C85-8A6C-87898AC8F4BF}" srcId="{8F518810-B081-431B-B5FA-C87AB81A7DD1}" destId="{23152B97-4B16-4925-B6D7-0E0936C07452}" srcOrd="1" destOrd="0" parTransId="{48256437-B3F2-47FC-9F29-3FED987997C5}" sibTransId="{318C8C9A-4CAE-4F73-AFA1-8C74E47FB932}"/>
    <dgm:cxn modelId="{7707C09B-BED1-43A5-BD9E-F526694F96BC}" type="presOf" srcId="{527E5F80-1A6D-40E1-9B90-C761A01BF082}" destId="{DCC7495E-7102-42B3-A1DA-714C4BF93D9F}" srcOrd="0" destOrd="1" presId="urn:microsoft.com/office/officeart/2018/2/layout/IconLabelDescriptionList"/>
    <dgm:cxn modelId="{364391BF-F62D-4153-80A0-CBA40EAFFD6A}" srcId="{EC6C65CD-FF1D-4B5E-A745-97B97D84AD58}" destId="{D385EC2B-40AC-42EC-B5A9-6594A2EC44FF}" srcOrd="0" destOrd="0" parTransId="{DED15892-1535-43E9-8389-01951207B9A5}" sibTransId="{896FBE55-048B-4D51-9D98-6AEE55AF4703}"/>
    <dgm:cxn modelId="{58781EC7-501D-4293-8656-2E685FD7F6E7}" type="presOf" srcId="{D036D4A0-C257-4D3C-A538-2C4720F8A0F6}" destId="{C1938686-9F7E-458F-8BB3-2A86D8622DCA}" srcOrd="0" destOrd="0" presId="urn:microsoft.com/office/officeart/2018/2/layout/IconLabelDescriptionList"/>
    <dgm:cxn modelId="{C82DFCCE-5302-428A-AC40-F68E880F89E2}" type="presOf" srcId="{EC6C65CD-FF1D-4B5E-A745-97B97D84AD58}" destId="{1293F243-1E41-42A5-830C-ACA745DD4F28}" srcOrd="0" destOrd="0" presId="urn:microsoft.com/office/officeart/2018/2/layout/IconLabelDescriptionList"/>
    <dgm:cxn modelId="{FFB767E3-E28D-4911-A634-FD563A13EBA5}" type="presOf" srcId="{FB01083B-767B-4D5A-86A0-68C0C1E46BB5}" destId="{75C3D1DF-2141-4B6D-8D9F-E05D8236B7B0}" srcOrd="0" destOrd="0" presId="urn:microsoft.com/office/officeart/2018/2/layout/IconLabelDescriptionList"/>
    <dgm:cxn modelId="{3C915BF3-DF6B-4126-AC56-CCD5B0A70956}" srcId="{FB01083B-767B-4D5A-86A0-68C0C1E46BB5}" destId="{8F518810-B081-431B-B5FA-C87AB81A7DD1}" srcOrd="0" destOrd="0" parTransId="{FB7C8A10-412A-45FA-9A32-403AFDA2D2F2}" sibTransId="{DCFA3820-B26B-443B-98F5-2632D52DC999}"/>
    <dgm:cxn modelId="{B334B5FE-C766-4D4E-B523-64C332CBE52D}" type="presParOf" srcId="{75C3D1DF-2141-4B6D-8D9F-E05D8236B7B0}" destId="{2AFB9C50-073C-4F3B-B760-F009D7538FBE}" srcOrd="0" destOrd="0" presId="urn:microsoft.com/office/officeart/2018/2/layout/IconLabelDescriptionList"/>
    <dgm:cxn modelId="{941E0016-AA8E-4D14-9D46-34F39DA52F77}" type="presParOf" srcId="{2AFB9C50-073C-4F3B-B760-F009D7538FBE}" destId="{6BA071AB-092B-4574-B6CF-26C268521797}" srcOrd="0" destOrd="0" presId="urn:microsoft.com/office/officeart/2018/2/layout/IconLabelDescriptionList"/>
    <dgm:cxn modelId="{3ED63513-CA6A-4CF5-AAA5-E92C7AF4F648}" type="presParOf" srcId="{2AFB9C50-073C-4F3B-B760-F009D7538FBE}" destId="{ED180FA5-5FFF-4BB4-B8F9-4A5A56A43947}" srcOrd="1" destOrd="0" presId="urn:microsoft.com/office/officeart/2018/2/layout/IconLabelDescriptionList"/>
    <dgm:cxn modelId="{0739965D-A921-4595-8C6E-5604DCEABA49}" type="presParOf" srcId="{2AFB9C50-073C-4F3B-B760-F009D7538FBE}" destId="{08900BF4-D46D-4821-B6CB-61431667F749}" srcOrd="2" destOrd="0" presId="urn:microsoft.com/office/officeart/2018/2/layout/IconLabelDescriptionList"/>
    <dgm:cxn modelId="{20A04D42-E4EC-4727-A375-A782AB09C333}" type="presParOf" srcId="{2AFB9C50-073C-4F3B-B760-F009D7538FBE}" destId="{0248F789-A283-4FA1-853C-AD9C126AE9D7}" srcOrd="3" destOrd="0" presId="urn:microsoft.com/office/officeart/2018/2/layout/IconLabelDescriptionList"/>
    <dgm:cxn modelId="{B8E0E499-0BAB-45C4-9C85-4876E1DAD6D8}" type="presParOf" srcId="{2AFB9C50-073C-4F3B-B760-F009D7538FBE}" destId="{DCCC626D-760C-4A7F-BC48-0E04F3EEBDD9}" srcOrd="4" destOrd="0" presId="urn:microsoft.com/office/officeart/2018/2/layout/IconLabelDescriptionList"/>
    <dgm:cxn modelId="{33692774-740F-4A18-849D-E85BDF3E78CB}" type="presParOf" srcId="{75C3D1DF-2141-4B6D-8D9F-E05D8236B7B0}" destId="{767FA86C-24D7-4AEB-A827-420637E4426D}" srcOrd="1" destOrd="0" presId="urn:microsoft.com/office/officeart/2018/2/layout/IconLabelDescriptionList"/>
    <dgm:cxn modelId="{4AAF0D8A-A629-4C0D-ADBD-AD0EE2572971}" type="presParOf" srcId="{75C3D1DF-2141-4B6D-8D9F-E05D8236B7B0}" destId="{1CEAB56F-F236-4185-84DC-A345FEFB29E3}" srcOrd="2" destOrd="0" presId="urn:microsoft.com/office/officeart/2018/2/layout/IconLabelDescriptionList"/>
    <dgm:cxn modelId="{D9C2C591-E364-44C0-91FC-8BE04069DBD2}" type="presParOf" srcId="{1CEAB56F-F236-4185-84DC-A345FEFB29E3}" destId="{A88D372C-347C-4114-B94B-D9293BCC85DA}" srcOrd="0" destOrd="0" presId="urn:microsoft.com/office/officeart/2018/2/layout/IconLabelDescriptionList"/>
    <dgm:cxn modelId="{41F25F6C-E481-4A60-A77C-6F4CB861C88F}" type="presParOf" srcId="{1CEAB56F-F236-4185-84DC-A345FEFB29E3}" destId="{027249F2-3047-4ABC-A634-64BB8F4595CF}" srcOrd="1" destOrd="0" presId="urn:microsoft.com/office/officeart/2018/2/layout/IconLabelDescriptionList"/>
    <dgm:cxn modelId="{58DDEBE9-007E-41D7-B097-D4555EB6C6EB}" type="presParOf" srcId="{1CEAB56F-F236-4185-84DC-A345FEFB29E3}" destId="{1293F243-1E41-42A5-830C-ACA745DD4F28}" srcOrd="2" destOrd="0" presId="urn:microsoft.com/office/officeart/2018/2/layout/IconLabelDescriptionList"/>
    <dgm:cxn modelId="{290077B6-656C-4EBA-8FA9-5ADE207D0723}" type="presParOf" srcId="{1CEAB56F-F236-4185-84DC-A345FEFB29E3}" destId="{35325932-3FB9-4130-B88B-E90E21CB4E67}" srcOrd="3" destOrd="0" presId="urn:microsoft.com/office/officeart/2018/2/layout/IconLabelDescriptionList"/>
    <dgm:cxn modelId="{85316091-A750-4770-A94D-1ACE5B54E13F}" type="presParOf" srcId="{1CEAB56F-F236-4185-84DC-A345FEFB29E3}" destId="{DCC7495E-7102-42B3-A1DA-714C4BF93D9F}" srcOrd="4" destOrd="0" presId="urn:microsoft.com/office/officeart/2018/2/layout/IconLabelDescriptionList"/>
    <dgm:cxn modelId="{C01E128C-D171-43D8-B622-E54DD8647581}" type="presParOf" srcId="{75C3D1DF-2141-4B6D-8D9F-E05D8236B7B0}" destId="{F714163C-D657-48BE-83AA-BE2C256B014B}" srcOrd="3" destOrd="0" presId="urn:microsoft.com/office/officeart/2018/2/layout/IconLabelDescriptionList"/>
    <dgm:cxn modelId="{F7B6EEE2-F7BC-450A-8242-3D83A31D0F19}" type="presParOf" srcId="{75C3D1DF-2141-4B6D-8D9F-E05D8236B7B0}" destId="{AE5429A4-BB63-4ADF-A712-0B8244420E05}" srcOrd="4" destOrd="0" presId="urn:microsoft.com/office/officeart/2018/2/layout/IconLabelDescriptionList"/>
    <dgm:cxn modelId="{E928B4C9-9392-4DC9-A084-1AA9961D5ED4}" type="presParOf" srcId="{AE5429A4-BB63-4ADF-A712-0B8244420E05}" destId="{66BEB1E7-8E2E-4F65-B05D-42789E8BBB5C}" srcOrd="0" destOrd="0" presId="urn:microsoft.com/office/officeart/2018/2/layout/IconLabelDescriptionList"/>
    <dgm:cxn modelId="{2AFC1E23-236F-4AF2-91C4-A0E7027D4532}" type="presParOf" srcId="{AE5429A4-BB63-4ADF-A712-0B8244420E05}" destId="{288F1527-EFF2-4CCF-BDE1-52C0413BC123}" srcOrd="1" destOrd="0" presId="urn:microsoft.com/office/officeart/2018/2/layout/IconLabelDescriptionList"/>
    <dgm:cxn modelId="{F6856854-C149-4FB6-93E0-0221BFAD71F5}" type="presParOf" srcId="{AE5429A4-BB63-4ADF-A712-0B8244420E05}" destId="{C1938686-9F7E-458F-8BB3-2A86D8622DCA}" srcOrd="2" destOrd="0" presId="urn:microsoft.com/office/officeart/2018/2/layout/IconLabelDescriptionList"/>
    <dgm:cxn modelId="{2FF01A5A-1FDE-462F-83EB-0DF08B9E033E}" type="presParOf" srcId="{AE5429A4-BB63-4ADF-A712-0B8244420E05}" destId="{6F5DC0AA-ACE1-4B15-AD8B-7B5FE6CBEC54}" srcOrd="3" destOrd="0" presId="urn:microsoft.com/office/officeart/2018/2/layout/IconLabelDescriptionList"/>
    <dgm:cxn modelId="{0D17054C-7CD7-46BF-B73D-BB410A740BA2}" type="presParOf" srcId="{AE5429A4-BB63-4ADF-A712-0B8244420E05}" destId="{B245FFE4-4BED-4DB0-8716-3CF0A36664D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B5E92DA8-30E6-44A6-ADDB-B3A03B8A64F7}" type="doc">
      <dgm:prSet loTypeId="urn:microsoft.com/office/officeart/2005/8/layout/vList5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F0A76AF9-6C13-4816-B99A-4B26FFCB3FFA}">
      <dgm:prSet/>
      <dgm:spPr/>
      <dgm:t>
        <a:bodyPr/>
        <a:lstStyle/>
        <a:p>
          <a:r>
            <a:rPr lang="tr-TR"/>
            <a:t>Hardware wallet</a:t>
          </a:r>
          <a:endParaRPr lang="en-US"/>
        </a:p>
      </dgm:t>
    </dgm:pt>
    <dgm:pt modelId="{BAE5D07B-D8F0-4C85-81D4-82880A632CFA}" type="parTrans" cxnId="{2C0A9C41-C714-4C06-A13D-9A480A77A95C}">
      <dgm:prSet/>
      <dgm:spPr/>
      <dgm:t>
        <a:bodyPr/>
        <a:lstStyle/>
        <a:p>
          <a:endParaRPr lang="en-US"/>
        </a:p>
      </dgm:t>
    </dgm:pt>
    <dgm:pt modelId="{B367B187-AD31-49A5-B1E6-24F3F6D2D171}" type="sibTrans" cxnId="{2C0A9C41-C714-4C06-A13D-9A480A77A95C}">
      <dgm:prSet/>
      <dgm:spPr/>
      <dgm:t>
        <a:bodyPr/>
        <a:lstStyle/>
        <a:p>
          <a:endParaRPr lang="en-US"/>
        </a:p>
      </dgm:t>
    </dgm:pt>
    <dgm:pt modelId="{56E1D1F3-DB4F-4CE6-8159-01078E526102}">
      <dgm:prSet/>
      <dgm:spPr/>
      <dgm:t>
        <a:bodyPr/>
        <a:lstStyle/>
        <a:p>
          <a:r>
            <a:rPr lang="en-US"/>
            <a:t>bitcoin security increasingly</a:t>
          </a:r>
          <a:r>
            <a:rPr lang="tr-TR"/>
            <a:t> </a:t>
          </a:r>
          <a:r>
            <a:rPr lang="en-US"/>
            <a:t>will take </a:t>
          </a:r>
        </a:p>
      </dgm:t>
    </dgm:pt>
    <dgm:pt modelId="{84E54DD0-EC2C-4F71-B93A-D850D7CA8932}" type="parTrans" cxnId="{F42510F0-9A6B-435F-B2C1-69A000CAF59A}">
      <dgm:prSet/>
      <dgm:spPr/>
      <dgm:t>
        <a:bodyPr/>
        <a:lstStyle/>
        <a:p>
          <a:endParaRPr lang="en-US"/>
        </a:p>
      </dgm:t>
    </dgm:pt>
    <dgm:pt modelId="{7AF6D33F-A57B-4F99-83EE-3A7D49B98673}" type="sibTrans" cxnId="{F42510F0-9A6B-435F-B2C1-69A000CAF59A}">
      <dgm:prSet/>
      <dgm:spPr/>
      <dgm:t>
        <a:bodyPr/>
        <a:lstStyle/>
        <a:p>
          <a:endParaRPr lang="en-US"/>
        </a:p>
      </dgm:t>
    </dgm:pt>
    <dgm:pt modelId="{4789E161-6E29-4E1B-9738-30CAAC24930E}">
      <dgm:prSet/>
      <dgm:spPr/>
      <dgm:t>
        <a:bodyPr/>
        <a:lstStyle/>
        <a:p>
          <a:r>
            <a:rPr lang="en-US"/>
            <a:t>the form of hardware tamperproof</a:t>
          </a:r>
          <a:r>
            <a:rPr lang="tr-TR"/>
            <a:t> </a:t>
          </a:r>
          <a:r>
            <a:rPr lang="en-US"/>
            <a:t>wallets</a:t>
          </a:r>
        </a:p>
      </dgm:t>
    </dgm:pt>
    <dgm:pt modelId="{241CC19E-007C-4279-9015-FEDF070B4D4D}" type="parTrans" cxnId="{44343DD5-7C06-485B-B946-A3E1BA57DB34}">
      <dgm:prSet/>
      <dgm:spPr/>
      <dgm:t>
        <a:bodyPr/>
        <a:lstStyle/>
        <a:p>
          <a:endParaRPr lang="en-US"/>
        </a:p>
      </dgm:t>
    </dgm:pt>
    <dgm:pt modelId="{E86B2D58-0F35-4AA2-B684-449EC858043D}" type="sibTrans" cxnId="{44343DD5-7C06-485B-B946-A3E1BA57DB34}">
      <dgm:prSet/>
      <dgm:spPr/>
      <dgm:t>
        <a:bodyPr/>
        <a:lstStyle/>
        <a:p>
          <a:endParaRPr lang="en-US"/>
        </a:p>
      </dgm:t>
    </dgm:pt>
    <dgm:pt modelId="{0ABFB444-FEE5-4F18-891E-55C66C625E97}">
      <dgm:prSet/>
      <dgm:spPr/>
      <dgm:t>
        <a:bodyPr/>
        <a:lstStyle/>
        <a:p>
          <a:r>
            <a:rPr lang="tr-TR"/>
            <a:t>Usage</a:t>
          </a:r>
          <a:endParaRPr lang="en-US"/>
        </a:p>
      </dgm:t>
    </dgm:pt>
    <dgm:pt modelId="{36FD9437-4D14-43CA-8780-255FF90E8439}" type="parTrans" cxnId="{422E3C8E-8632-4A15-A372-222F203B3748}">
      <dgm:prSet/>
      <dgm:spPr/>
      <dgm:t>
        <a:bodyPr/>
        <a:lstStyle/>
        <a:p>
          <a:endParaRPr lang="en-US"/>
        </a:p>
      </dgm:t>
    </dgm:pt>
    <dgm:pt modelId="{1A61178C-EBDF-4872-A1B4-1D1DD99238AA}" type="sibTrans" cxnId="{422E3C8E-8632-4A15-A372-222F203B3748}">
      <dgm:prSet/>
      <dgm:spPr/>
      <dgm:t>
        <a:bodyPr/>
        <a:lstStyle/>
        <a:p>
          <a:endParaRPr lang="en-US"/>
        </a:p>
      </dgm:t>
    </dgm:pt>
    <dgm:pt modelId="{DA326DF0-1D6F-4C8F-BFE8-C56EE2605310}">
      <dgm:prSet/>
      <dgm:spPr/>
      <dgm:t>
        <a:bodyPr/>
        <a:lstStyle/>
        <a:p>
          <a:r>
            <a:rPr lang="en-US"/>
            <a:t>a bitcoin hardware wallet</a:t>
          </a:r>
          <a:r>
            <a:rPr lang="tr-TR"/>
            <a:t> </a:t>
          </a:r>
          <a:r>
            <a:rPr lang="en-US"/>
            <a:t>has just one purpose:</a:t>
          </a:r>
        </a:p>
      </dgm:t>
    </dgm:pt>
    <dgm:pt modelId="{1DDD9559-52B9-4347-9A39-97453000A8E7}" type="parTrans" cxnId="{FDA1E2EB-AD48-4303-BF0F-56C1896FD57D}">
      <dgm:prSet/>
      <dgm:spPr/>
      <dgm:t>
        <a:bodyPr/>
        <a:lstStyle/>
        <a:p>
          <a:endParaRPr lang="en-US"/>
        </a:p>
      </dgm:t>
    </dgm:pt>
    <dgm:pt modelId="{DB9AFF38-9083-4170-95C6-ED744E0817A0}" type="sibTrans" cxnId="{FDA1E2EB-AD48-4303-BF0F-56C1896FD57D}">
      <dgm:prSet/>
      <dgm:spPr/>
      <dgm:t>
        <a:bodyPr/>
        <a:lstStyle/>
        <a:p>
          <a:endParaRPr lang="en-US"/>
        </a:p>
      </dgm:t>
    </dgm:pt>
    <dgm:pt modelId="{EA17D6DC-737B-4149-BE15-B8171E3724EA}">
      <dgm:prSet/>
      <dgm:spPr/>
      <dgm:t>
        <a:bodyPr/>
        <a:lstStyle/>
        <a:p>
          <a:r>
            <a:rPr lang="en-US"/>
            <a:t>to hold bitcoin securely</a:t>
          </a:r>
        </a:p>
      </dgm:t>
    </dgm:pt>
    <dgm:pt modelId="{D3FF99EE-B6AE-4710-8956-D0BA4FD999F4}" type="parTrans" cxnId="{3B2EAAA7-5175-4A1E-99C2-D2F3797FC4C4}">
      <dgm:prSet/>
      <dgm:spPr/>
      <dgm:t>
        <a:bodyPr/>
        <a:lstStyle/>
        <a:p>
          <a:endParaRPr lang="en-US"/>
        </a:p>
      </dgm:t>
    </dgm:pt>
    <dgm:pt modelId="{68A95629-413E-4D44-8631-B779636860A8}" type="sibTrans" cxnId="{3B2EAAA7-5175-4A1E-99C2-D2F3797FC4C4}">
      <dgm:prSet/>
      <dgm:spPr/>
      <dgm:t>
        <a:bodyPr/>
        <a:lstStyle/>
        <a:p>
          <a:endParaRPr lang="en-US"/>
        </a:p>
      </dgm:t>
    </dgm:pt>
    <dgm:pt modelId="{FB98E1A3-9ACB-4D4F-B65A-8DC7CD9F06E0}">
      <dgm:prSet/>
      <dgm:spPr/>
      <dgm:t>
        <a:bodyPr/>
        <a:lstStyle/>
        <a:p>
          <a:r>
            <a:rPr lang="tr-TR"/>
            <a:t>Non-expert users</a:t>
          </a:r>
          <a:r>
            <a:rPr lang="en-US"/>
            <a:t> </a:t>
          </a:r>
        </a:p>
      </dgm:t>
    </dgm:pt>
    <dgm:pt modelId="{01312CBF-3051-4020-8A8C-54714AF1EB7E}" type="parTrans" cxnId="{2196D1EB-E761-449D-B4F5-42226056A3EF}">
      <dgm:prSet/>
      <dgm:spPr/>
      <dgm:t>
        <a:bodyPr/>
        <a:lstStyle/>
        <a:p>
          <a:endParaRPr lang="en-US"/>
        </a:p>
      </dgm:t>
    </dgm:pt>
    <dgm:pt modelId="{1B7FA9CE-56A4-45A2-A43D-7B58DB12DB35}" type="sibTrans" cxnId="{2196D1EB-E761-449D-B4F5-42226056A3EF}">
      <dgm:prSet/>
      <dgm:spPr/>
      <dgm:t>
        <a:bodyPr/>
        <a:lstStyle/>
        <a:p>
          <a:endParaRPr lang="en-US"/>
        </a:p>
      </dgm:t>
    </dgm:pt>
    <dgm:pt modelId="{2A62D307-C116-41E8-9B0B-E2A204A5C16A}">
      <dgm:prSet/>
      <dgm:spPr/>
      <dgm:t>
        <a:bodyPr/>
        <a:lstStyle/>
        <a:p>
          <a:r>
            <a:rPr lang="en-US"/>
            <a:t>can deliver an almost foolproof</a:t>
          </a:r>
          <a:r>
            <a:rPr lang="tr-TR"/>
            <a:t> </a:t>
          </a:r>
          <a:r>
            <a:rPr lang="en-US"/>
            <a:t>level of </a:t>
          </a:r>
        </a:p>
      </dgm:t>
    </dgm:pt>
    <dgm:pt modelId="{5A1F1FA7-D639-4620-9633-7FFAF54C4678}" type="parTrans" cxnId="{11391015-890D-45A2-A785-37507DE7CF2C}">
      <dgm:prSet/>
      <dgm:spPr/>
      <dgm:t>
        <a:bodyPr/>
        <a:lstStyle/>
        <a:p>
          <a:endParaRPr lang="en-US"/>
        </a:p>
      </dgm:t>
    </dgm:pt>
    <dgm:pt modelId="{2C1C1790-1889-4DF9-BACD-C87C7084E3CF}" type="sibTrans" cxnId="{11391015-890D-45A2-A785-37507DE7CF2C}">
      <dgm:prSet/>
      <dgm:spPr/>
      <dgm:t>
        <a:bodyPr/>
        <a:lstStyle/>
        <a:p>
          <a:endParaRPr lang="en-US"/>
        </a:p>
      </dgm:t>
    </dgm:pt>
    <dgm:pt modelId="{BBBA7FD3-5F0A-4B1D-BF79-7F405F7A109D}">
      <dgm:prSet/>
      <dgm:spPr/>
      <dgm:t>
        <a:bodyPr/>
        <a:lstStyle/>
        <a:p>
          <a:r>
            <a:rPr lang="en-US"/>
            <a:t>security to nonexpert users</a:t>
          </a:r>
        </a:p>
      </dgm:t>
    </dgm:pt>
    <dgm:pt modelId="{7D3FF6AA-3A89-4E34-B4CD-0F22C1A1ADDA}" type="parTrans" cxnId="{DD02CD3B-6C05-4AFE-B5B5-95A13E802CD3}">
      <dgm:prSet/>
      <dgm:spPr/>
      <dgm:t>
        <a:bodyPr/>
        <a:lstStyle/>
        <a:p>
          <a:endParaRPr lang="en-US"/>
        </a:p>
      </dgm:t>
    </dgm:pt>
    <dgm:pt modelId="{AF5F68BC-A02B-4C16-AAF8-D1FB95FC9A61}" type="sibTrans" cxnId="{DD02CD3B-6C05-4AFE-B5B5-95A13E802CD3}">
      <dgm:prSet/>
      <dgm:spPr/>
      <dgm:t>
        <a:bodyPr/>
        <a:lstStyle/>
        <a:p>
          <a:endParaRPr lang="en-US"/>
        </a:p>
      </dgm:t>
    </dgm:pt>
    <dgm:pt modelId="{7EF2C28C-CF25-4085-B30E-BA0B3E56D1E4}">
      <dgm:prSet/>
      <dgm:spPr/>
      <dgm:t>
        <a:bodyPr/>
        <a:lstStyle/>
        <a:p>
          <a:r>
            <a:rPr lang="en-US"/>
            <a:t>an example </a:t>
          </a:r>
        </a:p>
      </dgm:t>
    </dgm:pt>
    <dgm:pt modelId="{FE80CB6C-EA4E-423D-BE15-DCEA74BABCF7}" type="parTrans" cxnId="{54CBE153-E401-4E41-98E8-C864A6C0B859}">
      <dgm:prSet/>
      <dgm:spPr/>
      <dgm:t>
        <a:bodyPr/>
        <a:lstStyle/>
        <a:p>
          <a:endParaRPr lang="en-US"/>
        </a:p>
      </dgm:t>
    </dgm:pt>
    <dgm:pt modelId="{18DFE500-8D79-4E25-A2B1-FB5DBD2B5E5A}" type="sibTrans" cxnId="{54CBE153-E401-4E41-98E8-C864A6C0B859}">
      <dgm:prSet/>
      <dgm:spPr/>
      <dgm:t>
        <a:bodyPr/>
        <a:lstStyle/>
        <a:p>
          <a:endParaRPr lang="en-US"/>
        </a:p>
      </dgm:t>
    </dgm:pt>
    <dgm:pt modelId="{16FDEF7B-AAF5-42A8-B2DF-6B97216C17C4}">
      <dgm:prSet/>
      <dgm:spPr/>
      <dgm:t>
        <a:bodyPr/>
        <a:lstStyle/>
        <a:p>
          <a:r>
            <a:rPr lang="tr-TR">
              <a:hlinkClick xmlns:r="http://schemas.openxmlformats.org/officeDocument/2006/relationships" r:id="rId1"/>
            </a:rPr>
            <a:t>Trezor</a:t>
          </a:r>
          <a:r>
            <a:rPr lang="tr-TR"/>
            <a:t> is </a:t>
          </a:r>
          <a:r>
            <a:rPr lang="en-US"/>
            <a:t>such a hardware wallet</a:t>
          </a:r>
        </a:p>
      </dgm:t>
    </dgm:pt>
    <dgm:pt modelId="{F89D31D6-9A77-485C-B955-F9255F149FAE}" type="parTrans" cxnId="{921091AD-383B-4FCB-884D-65F2A194DBC9}">
      <dgm:prSet/>
      <dgm:spPr/>
      <dgm:t>
        <a:bodyPr/>
        <a:lstStyle/>
        <a:p>
          <a:endParaRPr lang="en-US"/>
        </a:p>
      </dgm:t>
    </dgm:pt>
    <dgm:pt modelId="{F40675B1-FB31-444D-9466-FCCAD8C38384}" type="sibTrans" cxnId="{921091AD-383B-4FCB-884D-65F2A194DBC9}">
      <dgm:prSet/>
      <dgm:spPr/>
      <dgm:t>
        <a:bodyPr/>
        <a:lstStyle/>
        <a:p>
          <a:endParaRPr lang="en-US"/>
        </a:p>
      </dgm:t>
    </dgm:pt>
    <dgm:pt modelId="{11BE14F3-82EA-45BE-83AE-E080832F83CF}" type="pres">
      <dgm:prSet presAssocID="{B5E92DA8-30E6-44A6-ADDB-B3A03B8A64F7}" presName="Name0" presStyleCnt="0">
        <dgm:presLayoutVars>
          <dgm:dir/>
          <dgm:animLvl val="lvl"/>
          <dgm:resizeHandles val="exact"/>
        </dgm:presLayoutVars>
      </dgm:prSet>
      <dgm:spPr/>
    </dgm:pt>
    <dgm:pt modelId="{AAEA4CE6-6B77-452C-AA78-F90A71238FF7}" type="pres">
      <dgm:prSet presAssocID="{F0A76AF9-6C13-4816-B99A-4B26FFCB3FFA}" presName="linNode" presStyleCnt="0"/>
      <dgm:spPr/>
    </dgm:pt>
    <dgm:pt modelId="{24E5F1C7-3B4D-42A3-A8A6-49C2413F5EEE}" type="pres">
      <dgm:prSet presAssocID="{F0A76AF9-6C13-4816-B99A-4B26FFCB3FF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F32E287-E2A9-4BFA-8CF1-CC056A3553E9}" type="pres">
      <dgm:prSet presAssocID="{F0A76AF9-6C13-4816-B99A-4B26FFCB3FFA}" presName="descendantText" presStyleLbl="alignAccFollowNode1" presStyleIdx="0" presStyleCnt="4">
        <dgm:presLayoutVars>
          <dgm:bulletEnabled val="1"/>
        </dgm:presLayoutVars>
      </dgm:prSet>
      <dgm:spPr/>
    </dgm:pt>
    <dgm:pt modelId="{0E101A77-C892-4758-B87D-82C8C9D60A0F}" type="pres">
      <dgm:prSet presAssocID="{B367B187-AD31-49A5-B1E6-24F3F6D2D171}" presName="sp" presStyleCnt="0"/>
      <dgm:spPr/>
    </dgm:pt>
    <dgm:pt modelId="{AD901F51-9F40-44E8-88DC-2BD3CF881600}" type="pres">
      <dgm:prSet presAssocID="{0ABFB444-FEE5-4F18-891E-55C66C625E97}" presName="linNode" presStyleCnt="0"/>
      <dgm:spPr/>
    </dgm:pt>
    <dgm:pt modelId="{D0DCFE80-42F9-465F-A9CD-75F4FCE52047}" type="pres">
      <dgm:prSet presAssocID="{0ABFB444-FEE5-4F18-891E-55C66C625E9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CB5070A-B1B1-4B6E-9B1F-FE1469E750A3}" type="pres">
      <dgm:prSet presAssocID="{0ABFB444-FEE5-4F18-891E-55C66C625E97}" presName="descendantText" presStyleLbl="alignAccFollowNode1" presStyleIdx="1" presStyleCnt="4">
        <dgm:presLayoutVars>
          <dgm:bulletEnabled val="1"/>
        </dgm:presLayoutVars>
      </dgm:prSet>
      <dgm:spPr/>
    </dgm:pt>
    <dgm:pt modelId="{B332BC24-8991-4F4C-87A9-8EF8F12A819D}" type="pres">
      <dgm:prSet presAssocID="{1A61178C-EBDF-4872-A1B4-1D1DD99238AA}" presName="sp" presStyleCnt="0"/>
      <dgm:spPr/>
    </dgm:pt>
    <dgm:pt modelId="{67BE7AFE-5E22-49C9-8D74-BDB47CDFD4DA}" type="pres">
      <dgm:prSet presAssocID="{FB98E1A3-9ACB-4D4F-B65A-8DC7CD9F06E0}" presName="linNode" presStyleCnt="0"/>
      <dgm:spPr/>
    </dgm:pt>
    <dgm:pt modelId="{3DBA10E4-6DE1-4697-B426-ECBEA27B0D52}" type="pres">
      <dgm:prSet presAssocID="{FB98E1A3-9ACB-4D4F-B65A-8DC7CD9F06E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E418608-42C4-4615-BFEB-549E9342D52D}" type="pres">
      <dgm:prSet presAssocID="{FB98E1A3-9ACB-4D4F-B65A-8DC7CD9F06E0}" presName="descendantText" presStyleLbl="alignAccFollowNode1" presStyleIdx="2" presStyleCnt="4">
        <dgm:presLayoutVars>
          <dgm:bulletEnabled val="1"/>
        </dgm:presLayoutVars>
      </dgm:prSet>
      <dgm:spPr/>
    </dgm:pt>
    <dgm:pt modelId="{AE16F07D-F928-4C10-866A-BEF9404C30C0}" type="pres">
      <dgm:prSet presAssocID="{1B7FA9CE-56A4-45A2-A43D-7B58DB12DB35}" presName="sp" presStyleCnt="0"/>
      <dgm:spPr/>
    </dgm:pt>
    <dgm:pt modelId="{2DAE5D51-92A0-4A77-A40A-A9138A6AB1B9}" type="pres">
      <dgm:prSet presAssocID="{7EF2C28C-CF25-4085-B30E-BA0B3E56D1E4}" presName="linNode" presStyleCnt="0"/>
      <dgm:spPr/>
    </dgm:pt>
    <dgm:pt modelId="{3350BA9A-44BA-4C07-8037-978AFB899770}" type="pres">
      <dgm:prSet presAssocID="{7EF2C28C-CF25-4085-B30E-BA0B3E56D1E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CA7A1F2-AD78-49F7-86B4-DA9A1A531B7C}" type="pres">
      <dgm:prSet presAssocID="{7EF2C28C-CF25-4085-B30E-BA0B3E56D1E4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1391015-890D-45A2-A785-37507DE7CF2C}" srcId="{FB98E1A3-9ACB-4D4F-B65A-8DC7CD9F06E0}" destId="{2A62D307-C116-41E8-9B0B-E2A204A5C16A}" srcOrd="0" destOrd="0" parTransId="{5A1F1FA7-D639-4620-9633-7FFAF54C4678}" sibTransId="{2C1C1790-1889-4DF9-BACD-C87C7084E3CF}"/>
    <dgm:cxn modelId="{0991DA15-3BF8-41BF-8F62-77C89E876B5A}" type="presOf" srcId="{7EF2C28C-CF25-4085-B30E-BA0B3E56D1E4}" destId="{3350BA9A-44BA-4C07-8037-978AFB899770}" srcOrd="0" destOrd="0" presId="urn:microsoft.com/office/officeart/2005/8/layout/vList5"/>
    <dgm:cxn modelId="{A6D3581D-51D3-4C61-886C-D764CF23719E}" type="presOf" srcId="{FB98E1A3-9ACB-4D4F-B65A-8DC7CD9F06E0}" destId="{3DBA10E4-6DE1-4697-B426-ECBEA27B0D52}" srcOrd="0" destOrd="0" presId="urn:microsoft.com/office/officeart/2005/8/layout/vList5"/>
    <dgm:cxn modelId="{F877E529-B483-48B8-A636-E8EB9A649362}" type="presOf" srcId="{16FDEF7B-AAF5-42A8-B2DF-6B97216C17C4}" destId="{1CA7A1F2-AD78-49F7-86B4-DA9A1A531B7C}" srcOrd="0" destOrd="0" presId="urn:microsoft.com/office/officeart/2005/8/layout/vList5"/>
    <dgm:cxn modelId="{B7B9802A-8F1C-4BC1-9DE9-1E206381F3AF}" type="presOf" srcId="{2A62D307-C116-41E8-9B0B-E2A204A5C16A}" destId="{DE418608-42C4-4615-BFEB-549E9342D52D}" srcOrd="0" destOrd="0" presId="urn:microsoft.com/office/officeart/2005/8/layout/vList5"/>
    <dgm:cxn modelId="{C8A99138-00ED-4A69-9513-C589ECF58DA1}" type="presOf" srcId="{DA326DF0-1D6F-4C8F-BFE8-C56EE2605310}" destId="{2CB5070A-B1B1-4B6E-9B1F-FE1469E750A3}" srcOrd="0" destOrd="0" presId="urn:microsoft.com/office/officeart/2005/8/layout/vList5"/>
    <dgm:cxn modelId="{DD02CD3B-6C05-4AFE-B5B5-95A13E802CD3}" srcId="{FB98E1A3-9ACB-4D4F-B65A-8DC7CD9F06E0}" destId="{BBBA7FD3-5F0A-4B1D-BF79-7F405F7A109D}" srcOrd="1" destOrd="0" parTransId="{7D3FF6AA-3A89-4E34-B4CD-0F22C1A1ADDA}" sibTransId="{AF5F68BC-A02B-4C16-AAF8-D1FB95FC9A61}"/>
    <dgm:cxn modelId="{32F32B3C-86AC-4E7C-8F51-BB9970C27D31}" type="presOf" srcId="{56E1D1F3-DB4F-4CE6-8159-01078E526102}" destId="{4F32E287-E2A9-4BFA-8CF1-CC056A3553E9}" srcOrd="0" destOrd="0" presId="urn:microsoft.com/office/officeart/2005/8/layout/vList5"/>
    <dgm:cxn modelId="{2C0A9C41-C714-4C06-A13D-9A480A77A95C}" srcId="{B5E92DA8-30E6-44A6-ADDB-B3A03B8A64F7}" destId="{F0A76AF9-6C13-4816-B99A-4B26FFCB3FFA}" srcOrd="0" destOrd="0" parTransId="{BAE5D07B-D8F0-4C85-81D4-82880A632CFA}" sibTransId="{B367B187-AD31-49A5-B1E6-24F3F6D2D171}"/>
    <dgm:cxn modelId="{FEEE1E4C-1805-4DAF-8103-4AD0821AA268}" type="presOf" srcId="{4789E161-6E29-4E1B-9738-30CAAC24930E}" destId="{4F32E287-E2A9-4BFA-8CF1-CC056A3553E9}" srcOrd="0" destOrd="1" presId="urn:microsoft.com/office/officeart/2005/8/layout/vList5"/>
    <dgm:cxn modelId="{54CBE153-E401-4E41-98E8-C864A6C0B859}" srcId="{B5E92DA8-30E6-44A6-ADDB-B3A03B8A64F7}" destId="{7EF2C28C-CF25-4085-B30E-BA0B3E56D1E4}" srcOrd="3" destOrd="0" parTransId="{FE80CB6C-EA4E-423D-BE15-DCEA74BABCF7}" sibTransId="{18DFE500-8D79-4E25-A2B1-FB5DBD2B5E5A}"/>
    <dgm:cxn modelId="{A12F788C-794B-4435-BF00-D3FE4B0D7CC8}" type="presOf" srcId="{0ABFB444-FEE5-4F18-891E-55C66C625E97}" destId="{D0DCFE80-42F9-465F-A9CD-75F4FCE52047}" srcOrd="0" destOrd="0" presId="urn:microsoft.com/office/officeart/2005/8/layout/vList5"/>
    <dgm:cxn modelId="{422E3C8E-8632-4A15-A372-222F203B3748}" srcId="{B5E92DA8-30E6-44A6-ADDB-B3A03B8A64F7}" destId="{0ABFB444-FEE5-4F18-891E-55C66C625E97}" srcOrd="1" destOrd="0" parTransId="{36FD9437-4D14-43CA-8780-255FF90E8439}" sibTransId="{1A61178C-EBDF-4872-A1B4-1D1DD99238AA}"/>
    <dgm:cxn modelId="{76CE41A5-CABE-4969-B0DC-75574EBBAE7A}" type="presOf" srcId="{F0A76AF9-6C13-4816-B99A-4B26FFCB3FFA}" destId="{24E5F1C7-3B4D-42A3-A8A6-49C2413F5EEE}" srcOrd="0" destOrd="0" presId="urn:microsoft.com/office/officeart/2005/8/layout/vList5"/>
    <dgm:cxn modelId="{3B2EAAA7-5175-4A1E-99C2-D2F3797FC4C4}" srcId="{0ABFB444-FEE5-4F18-891E-55C66C625E97}" destId="{EA17D6DC-737B-4149-BE15-B8171E3724EA}" srcOrd="1" destOrd="0" parTransId="{D3FF99EE-B6AE-4710-8956-D0BA4FD999F4}" sibTransId="{68A95629-413E-4D44-8631-B779636860A8}"/>
    <dgm:cxn modelId="{921091AD-383B-4FCB-884D-65F2A194DBC9}" srcId="{7EF2C28C-CF25-4085-B30E-BA0B3E56D1E4}" destId="{16FDEF7B-AAF5-42A8-B2DF-6B97216C17C4}" srcOrd="0" destOrd="0" parTransId="{F89D31D6-9A77-485C-B955-F9255F149FAE}" sibTransId="{F40675B1-FB31-444D-9466-FCCAD8C38384}"/>
    <dgm:cxn modelId="{44343DD5-7C06-485B-B946-A3E1BA57DB34}" srcId="{F0A76AF9-6C13-4816-B99A-4B26FFCB3FFA}" destId="{4789E161-6E29-4E1B-9738-30CAAC24930E}" srcOrd="1" destOrd="0" parTransId="{241CC19E-007C-4279-9015-FEDF070B4D4D}" sibTransId="{E86B2D58-0F35-4AA2-B684-449EC858043D}"/>
    <dgm:cxn modelId="{448EEBD8-0429-4D4F-B088-4E905679011E}" type="presOf" srcId="{BBBA7FD3-5F0A-4B1D-BF79-7F405F7A109D}" destId="{DE418608-42C4-4615-BFEB-549E9342D52D}" srcOrd="0" destOrd="1" presId="urn:microsoft.com/office/officeart/2005/8/layout/vList5"/>
    <dgm:cxn modelId="{6EF5C9E4-57AC-4B09-B02F-7A3A5739C312}" type="presOf" srcId="{EA17D6DC-737B-4149-BE15-B8171E3724EA}" destId="{2CB5070A-B1B1-4B6E-9B1F-FE1469E750A3}" srcOrd="0" destOrd="1" presId="urn:microsoft.com/office/officeart/2005/8/layout/vList5"/>
    <dgm:cxn modelId="{FBA1A8E5-766F-4E2B-9ED8-2309AA7E9186}" type="presOf" srcId="{B5E92DA8-30E6-44A6-ADDB-B3A03B8A64F7}" destId="{11BE14F3-82EA-45BE-83AE-E080832F83CF}" srcOrd="0" destOrd="0" presId="urn:microsoft.com/office/officeart/2005/8/layout/vList5"/>
    <dgm:cxn modelId="{2196D1EB-E761-449D-B4F5-42226056A3EF}" srcId="{B5E92DA8-30E6-44A6-ADDB-B3A03B8A64F7}" destId="{FB98E1A3-9ACB-4D4F-B65A-8DC7CD9F06E0}" srcOrd="2" destOrd="0" parTransId="{01312CBF-3051-4020-8A8C-54714AF1EB7E}" sibTransId="{1B7FA9CE-56A4-45A2-A43D-7B58DB12DB35}"/>
    <dgm:cxn modelId="{FDA1E2EB-AD48-4303-BF0F-56C1896FD57D}" srcId="{0ABFB444-FEE5-4F18-891E-55C66C625E97}" destId="{DA326DF0-1D6F-4C8F-BFE8-C56EE2605310}" srcOrd="0" destOrd="0" parTransId="{1DDD9559-52B9-4347-9A39-97453000A8E7}" sibTransId="{DB9AFF38-9083-4170-95C6-ED744E0817A0}"/>
    <dgm:cxn modelId="{F42510F0-9A6B-435F-B2C1-69A000CAF59A}" srcId="{F0A76AF9-6C13-4816-B99A-4B26FFCB3FFA}" destId="{56E1D1F3-DB4F-4CE6-8159-01078E526102}" srcOrd="0" destOrd="0" parTransId="{84E54DD0-EC2C-4F71-B93A-D850D7CA8932}" sibTransId="{7AF6D33F-A57B-4F99-83EE-3A7D49B98673}"/>
    <dgm:cxn modelId="{7C234EFC-5989-4B5F-8B25-129FA0BB7AA8}" type="presParOf" srcId="{11BE14F3-82EA-45BE-83AE-E080832F83CF}" destId="{AAEA4CE6-6B77-452C-AA78-F90A71238FF7}" srcOrd="0" destOrd="0" presId="urn:microsoft.com/office/officeart/2005/8/layout/vList5"/>
    <dgm:cxn modelId="{FC034E78-A588-4FE4-B72B-6FE7A225C221}" type="presParOf" srcId="{AAEA4CE6-6B77-452C-AA78-F90A71238FF7}" destId="{24E5F1C7-3B4D-42A3-A8A6-49C2413F5EEE}" srcOrd="0" destOrd="0" presId="urn:microsoft.com/office/officeart/2005/8/layout/vList5"/>
    <dgm:cxn modelId="{D67D2A75-A409-4427-9098-84628869C3F3}" type="presParOf" srcId="{AAEA4CE6-6B77-452C-AA78-F90A71238FF7}" destId="{4F32E287-E2A9-4BFA-8CF1-CC056A3553E9}" srcOrd="1" destOrd="0" presId="urn:microsoft.com/office/officeart/2005/8/layout/vList5"/>
    <dgm:cxn modelId="{C1AF97D8-0826-44CD-8ED2-ADBD9F2AEF98}" type="presParOf" srcId="{11BE14F3-82EA-45BE-83AE-E080832F83CF}" destId="{0E101A77-C892-4758-B87D-82C8C9D60A0F}" srcOrd="1" destOrd="0" presId="urn:microsoft.com/office/officeart/2005/8/layout/vList5"/>
    <dgm:cxn modelId="{CD40885C-BA86-44DF-824D-5DFA6D9EFE89}" type="presParOf" srcId="{11BE14F3-82EA-45BE-83AE-E080832F83CF}" destId="{AD901F51-9F40-44E8-88DC-2BD3CF881600}" srcOrd="2" destOrd="0" presId="urn:microsoft.com/office/officeart/2005/8/layout/vList5"/>
    <dgm:cxn modelId="{E30BFBC0-171B-408D-8102-66C861410388}" type="presParOf" srcId="{AD901F51-9F40-44E8-88DC-2BD3CF881600}" destId="{D0DCFE80-42F9-465F-A9CD-75F4FCE52047}" srcOrd="0" destOrd="0" presId="urn:microsoft.com/office/officeart/2005/8/layout/vList5"/>
    <dgm:cxn modelId="{89EF2033-2989-433B-A774-702AFC9C9F61}" type="presParOf" srcId="{AD901F51-9F40-44E8-88DC-2BD3CF881600}" destId="{2CB5070A-B1B1-4B6E-9B1F-FE1469E750A3}" srcOrd="1" destOrd="0" presId="urn:microsoft.com/office/officeart/2005/8/layout/vList5"/>
    <dgm:cxn modelId="{36E9CD71-AF1D-4C53-B13C-6E93CB6B8374}" type="presParOf" srcId="{11BE14F3-82EA-45BE-83AE-E080832F83CF}" destId="{B332BC24-8991-4F4C-87A9-8EF8F12A819D}" srcOrd="3" destOrd="0" presId="urn:microsoft.com/office/officeart/2005/8/layout/vList5"/>
    <dgm:cxn modelId="{F6C1F721-733E-41D3-A429-84F29BF92CA9}" type="presParOf" srcId="{11BE14F3-82EA-45BE-83AE-E080832F83CF}" destId="{67BE7AFE-5E22-49C9-8D74-BDB47CDFD4DA}" srcOrd="4" destOrd="0" presId="urn:microsoft.com/office/officeart/2005/8/layout/vList5"/>
    <dgm:cxn modelId="{53B01113-03BF-4F15-ADB7-4DD69BA43AFD}" type="presParOf" srcId="{67BE7AFE-5E22-49C9-8D74-BDB47CDFD4DA}" destId="{3DBA10E4-6DE1-4697-B426-ECBEA27B0D52}" srcOrd="0" destOrd="0" presId="urn:microsoft.com/office/officeart/2005/8/layout/vList5"/>
    <dgm:cxn modelId="{EDB2EC00-6FFF-49CB-9976-782421FB3D75}" type="presParOf" srcId="{67BE7AFE-5E22-49C9-8D74-BDB47CDFD4DA}" destId="{DE418608-42C4-4615-BFEB-549E9342D52D}" srcOrd="1" destOrd="0" presId="urn:microsoft.com/office/officeart/2005/8/layout/vList5"/>
    <dgm:cxn modelId="{DBE064DB-A6BC-4A96-AABE-0D602EFA004E}" type="presParOf" srcId="{11BE14F3-82EA-45BE-83AE-E080832F83CF}" destId="{AE16F07D-F928-4C10-866A-BEF9404C30C0}" srcOrd="5" destOrd="0" presId="urn:microsoft.com/office/officeart/2005/8/layout/vList5"/>
    <dgm:cxn modelId="{3CA538C6-5A31-4E59-B965-41C2B244590B}" type="presParOf" srcId="{11BE14F3-82EA-45BE-83AE-E080832F83CF}" destId="{2DAE5D51-92A0-4A77-A40A-A9138A6AB1B9}" srcOrd="6" destOrd="0" presId="urn:microsoft.com/office/officeart/2005/8/layout/vList5"/>
    <dgm:cxn modelId="{B7918A7B-8707-4D5A-B5F9-89715B7FFED2}" type="presParOf" srcId="{2DAE5D51-92A0-4A77-A40A-A9138A6AB1B9}" destId="{3350BA9A-44BA-4C07-8037-978AFB899770}" srcOrd="0" destOrd="0" presId="urn:microsoft.com/office/officeart/2005/8/layout/vList5"/>
    <dgm:cxn modelId="{33228D1F-8F79-4A9B-A73A-859BDA824B1E}" type="presParOf" srcId="{2DAE5D51-92A0-4A77-A40A-A9138A6AB1B9}" destId="{1CA7A1F2-AD78-49F7-86B4-DA9A1A531B7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4E4A833-7CC9-4A4B-A6D2-6E376F003EA3}" type="doc">
      <dgm:prSet loTypeId="urn:microsoft.com/office/officeart/2005/8/layout/vList5" loCatId="list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B3423AE1-276D-4C9C-86B8-8A493E75E9FD}">
      <dgm:prSet/>
      <dgm:spPr/>
      <dgm:t>
        <a:bodyPr/>
        <a:lstStyle/>
        <a:p>
          <a:r>
            <a:rPr lang="tr-TR" dirty="0"/>
            <a:t>Bitcoin theft</a:t>
          </a:r>
          <a:endParaRPr lang="en-US" dirty="0"/>
        </a:p>
      </dgm:t>
    </dgm:pt>
    <dgm:pt modelId="{E176F99E-9E9E-4E61-9E95-0001ADD752BA}" type="parTrans" cxnId="{D3ECF641-BA41-4618-904C-4D675F7E9775}">
      <dgm:prSet/>
      <dgm:spPr/>
      <dgm:t>
        <a:bodyPr/>
        <a:lstStyle/>
        <a:p>
          <a:endParaRPr lang="en-US"/>
        </a:p>
      </dgm:t>
    </dgm:pt>
    <dgm:pt modelId="{5B3FE59F-46DB-4345-968E-4EA7874EB5A2}" type="sibTrans" cxnId="{D3ECF641-BA41-4618-904C-4D675F7E9775}">
      <dgm:prSet/>
      <dgm:spPr/>
      <dgm:t>
        <a:bodyPr/>
        <a:lstStyle/>
        <a:p>
          <a:endParaRPr lang="en-US"/>
        </a:p>
      </dgm:t>
    </dgm:pt>
    <dgm:pt modelId="{548224D0-6371-4491-A8EB-AADCC654C5CA}">
      <dgm:prSet/>
      <dgm:spPr/>
      <dgm:t>
        <a:bodyPr/>
        <a:lstStyle/>
        <a:p>
          <a:r>
            <a:rPr lang="en-US"/>
            <a:t>users are rightly concerned about bitcoin theft</a:t>
          </a:r>
        </a:p>
      </dgm:t>
    </dgm:pt>
    <dgm:pt modelId="{EBDA0907-2B7D-4DFF-8A6A-77BD565EA772}" type="parTrans" cxnId="{BA367B14-34CC-4284-B377-04FE9925E19F}">
      <dgm:prSet/>
      <dgm:spPr/>
      <dgm:t>
        <a:bodyPr/>
        <a:lstStyle/>
        <a:p>
          <a:endParaRPr lang="en-US"/>
        </a:p>
      </dgm:t>
    </dgm:pt>
    <dgm:pt modelId="{801AE84C-1C31-4F66-AB43-AFE8E99FC358}" type="sibTrans" cxnId="{BA367B14-34CC-4284-B377-04FE9925E19F}">
      <dgm:prSet/>
      <dgm:spPr/>
      <dgm:t>
        <a:bodyPr/>
        <a:lstStyle/>
        <a:p>
          <a:endParaRPr lang="en-US"/>
        </a:p>
      </dgm:t>
    </dgm:pt>
    <dgm:pt modelId="{3D513AE6-81B4-4DBA-B1C7-EB384BE6D118}">
      <dgm:prSet/>
      <dgm:spPr/>
      <dgm:t>
        <a:bodyPr/>
        <a:lstStyle/>
        <a:p>
          <a:r>
            <a:rPr lang="tr-TR"/>
            <a:t>Losing data files</a:t>
          </a:r>
          <a:endParaRPr lang="en-US"/>
        </a:p>
      </dgm:t>
    </dgm:pt>
    <dgm:pt modelId="{0180ACCD-3F66-4764-83AF-22076E576974}" type="parTrans" cxnId="{36C7CC59-D46E-4B90-A4E6-97965C852EDF}">
      <dgm:prSet/>
      <dgm:spPr/>
      <dgm:t>
        <a:bodyPr/>
        <a:lstStyle/>
        <a:p>
          <a:endParaRPr lang="en-US"/>
        </a:p>
      </dgm:t>
    </dgm:pt>
    <dgm:pt modelId="{A3667A84-4A70-4C57-8ABD-B84AF8AEC02E}" type="sibTrans" cxnId="{36C7CC59-D46E-4B90-A4E6-97965C852EDF}">
      <dgm:prSet/>
      <dgm:spPr/>
      <dgm:t>
        <a:bodyPr/>
        <a:lstStyle/>
        <a:p>
          <a:endParaRPr lang="en-US"/>
        </a:p>
      </dgm:t>
    </dgm:pt>
    <dgm:pt modelId="{5573364A-F41B-4AF0-BC3E-863ED805ECEC}">
      <dgm:prSet/>
      <dgm:spPr/>
      <dgm:t>
        <a:bodyPr/>
        <a:lstStyle/>
        <a:p>
          <a:r>
            <a:rPr lang="tr-TR"/>
            <a:t>Losing data files </a:t>
          </a:r>
          <a:r>
            <a:rPr lang="en-US"/>
            <a:t>is an even bigger</a:t>
          </a:r>
          <a:r>
            <a:rPr lang="tr-TR"/>
            <a:t> </a:t>
          </a:r>
          <a:r>
            <a:rPr lang="en-US"/>
            <a:t>risk</a:t>
          </a:r>
        </a:p>
      </dgm:t>
    </dgm:pt>
    <dgm:pt modelId="{4C17E4F8-7D9D-4CF1-B93D-4DF197BB0767}" type="parTrans" cxnId="{A78DE8D7-83AF-4028-90FC-EEAD17D61D9A}">
      <dgm:prSet/>
      <dgm:spPr/>
      <dgm:t>
        <a:bodyPr/>
        <a:lstStyle/>
        <a:p>
          <a:endParaRPr lang="en-US"/>
        </a:p>
      </dgm:t>
    </dgm:pt>
    <dgm:pt modelId="{34CE2D8F-CFD9-4704-BE33-89FE02D3BC5D}" type="sibTrans" cxnId="{A78DE8D7-83AF-4028-90FC-EEAD17D61D9A}">
      <dgm:prSet/>
      <dgm:spPr/>
      <dgm:t>
        <a:bodyPr/>
        <a:lstStyle/>
        <a:p>
          <a:endParaRPr lang="en-US"/>
        </a:p>
      </dgm:t>
    </dgm:pt>
    <dgm:pt modelId="{FCFEAD70-2CA0-4D2B-8299-A9C3A457E100}">
      <dgm:prSet/>
      <dgm:spPr/>
      <dgm:t>
        <a:bodyPr/>
        <a:lstStyle/>
        <a:p>
          <a:r>
            <a:rPr lang="en-US"/>
            <a:t>If they contain bitcoin, the loss is much more</a:t>
          </a:r>
          <a:r>
            <a:rPr lang="tr-TR"/>
            <a:t> </a:t>
          </a:r>
          <a:r>
            <a:rPr lang="en-US"/>
            <a:t>painful</a:t>
          </a:r>
        </a:p>
      </dgm:t>
    </dgm:pt>
    <dgm:pt modelId="{7EDEBC9A-74B2-4182-BB0C-7BBC4F17CD60}" type="parTrans" cxnId="{2B71E1BD-F3EF-4328-BFC6-DF0369A8EB03}">
      <dgm:prSet/>
      <dgm:spPr/>
      <dgm:t>
        <a:bodyPr/>
        <a:lstStyle/>
        <a:p>
          <a:endParaRPr lang="en-US"/>
        </a:p>
      </dgm:t>
    </dgm:pt>
    <dgm:pt modelId="{C0C0734E-793C-4934-926C-AFA1029C9076}" type="sibTrans" cxnId="{2B71E1BD-F3EF-4328-BFC6-DF0369A8EB03}">
      <dgm:prSet/>
      <dgm:spPr/>
      <dgm:t>
        <a:bodyPr/>
        <a:lstStyle/>
        <a:p>
          <a:endParaRPr lang="en-US"/>
        </a:p>
      </dgm:t>
    </dgm:pt>
    <dgm:pt modelId="{4A89783D-CAA7-4FE2-9A2D-5C51BABDF4D7}">
      <dgm:prSet/>
      <dgm:spPr/>
      <dgm:t>
        <a:bodyPr/>
        <a:lstStyle/>
        <a:p>
          <a:r>
            <a:rPr lang="tr-TR" dirty="0"/>
            <a:t>Go too far</a:t>
          </a:r>
          <a:endParaRPr lang="en-US" dirty="0"/>
        </a:p>
      </dgm:t>
    </dgm:pt>
    <dgm:pt modelId="{A0DE76A8-F427-4BB9-85B3-8A09CC4A1333}" type="parTrans" cxnId="{3A8DD1B7-B709-4567-9915-AB528CF7F5D0}">
      <dgm:prSet/>
      <dgm:spPr/>
      <dgm:t>
        <a:bodyPr/>
        <a:lstStyle/>
        <a:p>
          <a:endParaRPr lang="en-US"/>
        </a:p>
      </dgm:t>
    </dgm:pt>
    <dgm:pt modelId="{50944933-1068-4AA0-BBD2-D735000AA0B9}" type="sibTrans" cxnId="{3A8DD1B7-B709-4567-9915-AB528CF7F5D0}">
      <dgm:prSet/>
      <dgm:spPr/>
      <dgm:t>
        <a:bodyPr/>
        <a:lstStyle/>
        <a:p>
          <a:endParaRPr lang="en-US"/>
        </a:p>
      </dgm:t>
    </dgm:pt>
    <dgm:pt modelId="{D5B49D2A-D3A8-4EEE-8542-E9FF5F30C7D6}">
      <dgm:prSet/>
      <dgm:spPr/>
      <dgm:t>
        <a:bodyPr/>
        <a:lstStyle/>
        <a:p>
          <a:r>
            <a:rPr lang="en-US"/>
            <a:t>In the effort to secure their bitcoin wallets</a:t>
          </a:r>
        </a:p>
      </dgm:t>
    </dgm:pt>
    <dgm:pt modelId="{4570E7AA-B82F-4B75-87C7-F73D63A04A31}" type="parTrans" cxnId="{989ED4FD-A5EE-440F-B560-52CF40855F90}">
      <dgm:prSet/>
      <dgm:spPr/>
      <dgm:t>
        <a:bodyPr/>
        <a:lstStyle/>
        <a:p>
          <a:endParaRPr lang="en-US"/>
        </a:p>
      </dgm:t>
    </dgm:pt>
    <dgm:pt modelId="{5DE7A61D-1D03-45E9-B539-81782A86A98B}" type="sibTrans" cxnId="{989ED4FD-A5EE-440F-B560-52CF40855F90}">
      <dgm:prSet/>
      <dgm:spPr/>
      <dgm:t>
        <a:bodyPr/>
        <a:lstStyle/>
        <a:p>
          <a:endParaRPr lang="en-US"/>
        </a:p>
      </dgm:t>
    </dgm:pt>
    <dgm:pt modelId="{B7148EFB-839D-4E00-A581-12B8DD49185E}">
      <dgm:prSet/>
      <dgm:spPr/>
      <dgm:t>
        <a:bodyPr/>
        <a:lstStyle/>
        <a:p>
          <a:r>
            <a:rPr lang="en-US"/>
            <a:t>users must be very careful </a:t>
          </a:r>
        </a:p>
      </dgm:t>
    </dgm:pt>
    <dgm:pt modelId="{DD0A5FE7-11C0-45D7-AD13-6D1CBAB97134}" type="parTrans" cxnId="{843DF06E-3867-457C-AF0B-C9E1F9686BBB}">
      <dgm:prSet/>
      <dgm:spPr/>
      <dgm:t>
        <a:bodyPr/>
        <a:lstStyle/>
        <a:p>
          <a:endParaRPr lang="en-US"/>
        </a:p>
      </dgm:t>
    </dgm:pt>
    <dgm:pt modelId="{61AE01E4-C8AF-45F5-B146-1F3785F4BE82}" type="sibTrans" cxnId="{843DF06E-3867-457C-AF0B-C9E1F9686BBB}">
      <dgm:prSet/>
      <dgm:spPr/>
      <dgm:t>
        <a:bodyPr/>
        <a:lstStyle/>
        <a:p>
          <a:endParaRPr lang="en-US"/>
        </a:p>
      </dgm:t>
    </dgm:pt>
    <dgm:pt modelId="{ABDEB922-ED25-434D-BFB1-C004FEEF56F0}">
      <dgm:prSet/>
      <dgm:spPr/>
      <dgm:t>
        <a:bodyPr/>
        <a:lstStyle/>
        <a:p>
          <a:r>
            <a:rPr lang="en-US"/>
            <a:t>not to</a:t>
          </a:r>
          <a:r>
            <a:rPr lang="tr-TR"/>
            <a:t> </a:t>
          </a:r>
          <a:r>
            <a:rPr lang="en-US"/>
            <a:t>go too far and end up losing the bitcoin.</a:t>
          </a:r>
        </a:p>
      </dgm:t>
    </dgm:pt>
    <dgm:pt modelId="{318CED1F-5FF3-4D65-A930-57DBB5E5E96B}" type="parTrans" cxnId="{2B813C79-C7A9-45C7-99F4-7F852392DB19}">
      <dgm:prSet/>
      <dgm:spPr/>
      <dgm:t>
        <a:bodyPr/>
        <a:lstStyle/>
        <a:p>
          <a:endParaRPr lang="en-US"/>
        </a:p>
      </dgm:t>
    </dgm:pt>
    <dgm:pt modelId="{61A5D1EB-B751-46F0-8CF0-7E8639D8EBC9}" type="sibTrans" cxnId="{2B813C79-C7A9-45C7-99F4-7F852392DB19}">
      <dgm:prSet/>
      <dgm:spPr/>
      <dgm:t>
        <a:bodyPr/>
        <a:lstStyle/>
        <a:p>
          <a:endParaRPr lang="en-US"/>
        </a:p>
      </dgm:t>
    </dgm:pt>
    <dgm:pt modelId="{0629EA25-E500-4C3D-860C-2D4E4F46BE6F}" type="pres">
      <dgm:prSet presAssocID="{24E4A833-7CC9-4A4B-A6D2-6E376F003EA3}" presName="Name0" presStyleCnt="0">
        <dgm:presLayoutVars>
          <dgm:dir/>
          <dgm:animLvl val="lvl"/>
          <dgm:resizeHandles val="exact"/>
        </dgm:presLayoutVars>
      </dgm:prSet>
      <dgm:spPr/>
    </dgm:pt>
    <dgm:pt modelId="{475C39D5-3C5E-4C9C-9507-7FF63D45371E}" type="pres">
      <dgm:prSet presAssocID="{B3423AE1-276D-4C9C-86B8-8A493E75E9FD}" presName="linNode" presStyleCnt="0"/>
      <dgm:spPr/>
    </dgm:pt>
    <dgm:pt modelId="{3E92E67C-56D6-4695-997C-627A50206FE4}" type="pres">
      <dgm:prSet presAssocID="{B3423AE1-276D-4C9C-86B8-8A493E75E9F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16A3340-6BE5-4EC7-BD9C-2B4C8681CEE1}" type="pres">
      <dgm:prSet presAssocID="{B3423AE1-276D-4C9C-86B8-8A493E75E9FD}" presName="descendantText" presStyleLbl="alignAccFollowNode1" presStyleIdx="0" presStyleCnt="3">
        <dgm:presLayoutVars>
          <dgm:bulletEnabled val="1"/>
        </dgm:presLayoutVars>
      </dgm:prSet>
      <dgm:spPr/>
    </dgm:pt>
    <dgm:pt modelId="{47D07F3E-E0C1-40AD-A81E-B7566B0F73D0}" type="pres">
      <dgm:prSet presAssocID="{5B3FE59F-46DB-4345-968E-4EA7874EB5A2}" presName="sp" presStyleCnt="0"/>
      <dgm:spPr/>
    </dgm:pt>
    <dgm:pt modelId="{79EEAC06-948C-4F3E-8076-A2DCAD83F48C}" type="pres">
      <dgm:prSet presAssocID="{3D513AE6-81B4-4DBA-B1C7-EB384BE6D118}" presName="linNode" presStyleCnt="0"/>
      <dgm:spPr/>
    </dgm:pt>
    <dgm:pt modelId="{A8B513D3-CBE5-4874-BEE7-493766984DED}" type="pres">
      <dgm:prSet presAssocID="{3D513AE6-81B4-4DBA-B1C7-EB384BE6D11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1C0B315-3330-45E3-8828-504FC98979DB}" type="pres">
      <dgm:prSet presAssocID="{3D513AE6-81B4-4DBA-B1C7-EB384BE6D118}" presName="descendantText" presStyleLbl="alignAccFollowNode1" presStyleIdx="1" presStyleCnt="3">
        <dgm:presLayoutVars>
          <dgm:bulletEnabled val="1"/>
        </dgm:presLayoutVars>
      </dgm:prSet>
      <dgm:spPr/>
    </dgm:pt>
    <dgm:pt modelId="{C9CA2582-ABA8-4EBB-BA30-B06666CFB03E}" type="pres">
      <dgm:prSet presAssocID="{A3667A84-4A70-4C57-8ABD-B84AF8AEC02E}" presName="sp" presStyleCnt="0"/>
      <dgm:spPr/>
    </dgm:pt>
    <dgm:pt modelId="{8CEAA79F-401E-43E6-8A35-65C369CF393E}" type="pres">
      <dgm:prSet presAssocID="{4A89783D-CAA7-4FE2-9A2D-5C51BABDF4D7}" presName="linNode" presStyleCnt="0"/>
      <dgm:spPr/>
    </dgm:pt>
    <dgm:pt modelId="{3EB568EE-E8DA-453D-831F-158ABA473C56}" type="pres">
      <dgm:prSet presAssocID="{4A89783D-CAA7-4FE2-9A2D-5C51BABDF4D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70ADE3B-5731-4E2E-AE5A-A0BB8A286AC8}" type="pres">
      <dgm:prSet presAssocID="{4A89783D-CAA7-4FE2-9A2D-5C51BABDF4D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BA70C03-2217-43B1-9E5E-07348FF792E5}" type="presOf" srcId="{B7148EFB-839D-4E00-A581-12B8DD49185E}" destId="{970ADE3B-5731-4E2E-AE5A-A0BB8A286AC8}" srcOrd="0" destOrd="1" presId="urn:microsoft.com/office/officeart/2005/8/layout/vList5"/>
    <dgm:cxn modelId="{87F2AF10-DE98-4656-8EC5-685C2B4E23F5}" type="presOf" srcId="{FCFEAD70-2CA0-4D2B-8299-A9C3A457E100}" destId="{61C0B315-3330-45E3-8828-504FC98979DB}" srcOrd="0" destOrd="1" presId="urn:microsoft.com/office/officeart/2005/8/layout/vList5"/>
    <dgm:cxn modelId="{BA367B14-34CC-4284-B377-04FE9925E19F}" srcId="{B3423AE1-276D-4C9C-86B8-8A493E75E9FD}" destId="{548224D0-6371-4491-A8EB-AADCC654C5CA}" srcOrd="0" destOrd="0" parTransId="{EBDA0907-2B7D-4DFF-8A6A-77BD565EA772}" sibTransId="{801AE84C-1C31-4F66-AB43-AFE8E99FC358}"/>
    <dgm:cxn modelId="{BB076625-E124-433A-A75F-15974C62096D}" type="presOf" srcId="{ABDEB922-ED25-434D-BFB1-C004FEEF56F0}" destId="{970ADE3B-5731-4E2E-AE5A-A0BB8A286AC8}" srcOrd="0" destOrd="2" presId="urn:microsoft.com/office/officeart/2005/8/layout/vList5"/>
    <dgm:cxn modelId="{D3ECF641-BA41-4618-904C-4D675F7E9775}" srcId="{24E4A833-7CC9-4A4B-A6D2-6E376F003EA3}" destId="{B3423AE1-276D-4C9C-86B8-8A493E75E9FD}" srcOrd="0" destOrd="0" parTransId="{E176F99E-9E9E-4E61-9E95-0001ADD752BA}" sibTransId="{5B3FE59F-46DB-4345-968E-4EA7874EB5A2}"/>
    <dgm:cxn modelId="{843DF06E-3867-457C-AF0B-C9E1F9686BBB}" srcId="{4A89783D-CAA7-4FE2-9A2D-5C51BABDF4D7}" destId="{B7148EFB-839D-4E00-A581-12B8DD49185E}" srcOrd="1" destOrd="0" parTransId="{DD0A5FE7-11C0-45D7-AD13-6D1CBAB97134}" sibTransId="{61AE01E4-C8AF-45F5-B146-1F3785F4BE82}"/>
    <dgm:cxn modelId="{2B813C79-C7A9-45C7-99F4-7F852392DB19}" srcId="{4A89783D-CAA7-4FE2-9A2D-5C51BABDF4D7}" destId="{ABDEB922-ED25-434D-BFB1-C004FEEF56F0}" srcOrd="2" destOrd="0" parTransId="{318CED1F-5FF3-4D65-A930-57DBB5E5E96B}" sibTransId="{61A5D1EB-B751-46F0-8CF0-7E8639D8EBC9}"/>
    <dgm:cxn modelId="{36C7CC59-D46E-4B90-A4E6-97965C852EDF}" srcId="{24E4A833-7CC9-4A4B-A6D2-6E376F003EA3}" destId="{3D513AE6-81B4-4DBA-B1C7-EB384BE6D118}" srcOrd="1" destOrd="0" parTransId="{0180ACCD-3F66-4764-83AF-22076E576974}" sibTransId="{A3667A84-4A70-4C57-8ABD-B84AF8AEC02E}"/>
    <dgm:cxn modelId="{0EA65296-95CF-4E49-AC20-7BE0832BA317}" type="presOf" srcId="{3D513AE6-81B4-4DBA-B1C7-EB384BE6D118}" destId="{A8B513D3-CBE5-4874-BEE7-493766984DED}" srcOrd="0" destOrd="0" presId="urn:microsoft.com/office/officeart/2005/8/layout/vList5"/>
    <dgm:cxn modelId="{A600419B-53E6-4495-A40F-A51E7A4C6FA7}" type="presOf" srcId="{D5B49D2A-D3A8-4EEE-8542-E9FF5F30C7D6}" destId="{970ADE3B-5731-4E2E-AE5A-A0BB8A286AC8}" srcOrd="0" destOrd="0" presId="urn:microsoft.com/office/officeart/2005/8/layout/vList5"/>
    <dgm:cxn modelId="{531A88B4-894B-451F-A927-880428BD5633}" type="presOf" srcId="{4A89783D-CAA7-4FE2-9A2D-5C51BABDF4D7}" destId="{3EB568EE-E8DA-453D-831F-158ABA473C56}" srcOrd="0" destOrd="0" presId="urn:microsoft.com/office/officeart/2005/8/layout/vList5"/>
    <dgm:cxn modelId="{3A8DD1B7-B709-4567-9915-AB528CF7F5D0}" srcId="{24E4A833-7CC9-4A4B-A6D2-6E376F003EA3}" destId="{4A89783D-CAA7-4FE2-9A2D-5C51BABDF4D7}" srcOrd="2" destOrd="0" parTransId="{A0DE76A8-F427-4BB9-85B3-8A09CC4A1333}" sibTransId="{50944933-1068-4AA0-BBD2-D735000AA0B9}"/>
    <dgm:cxn modelId="{705BA4B8-D678-4785-B6C2-C6C6617F88DF}" type="presOf" srcId="{548224D0-6371-4491-A8EB-AADCC654C5CA}" destId="{716A3340-6BE5-4EC7-BD9C-2B4C8681CEE1}" srcOrd="0" destOrd="0" presId="urn:microsoft.com/office/officeart/2005/8/layout/vList5"/>
    <dgm:cxn modelId="{2B71E1BD-F3EF-4328-BFC6-DF0369A8EB03}" srcId="{3D513AE6-81B4-4DBA-B1C7-EB384BE6D118}" destId="{FCFEAD70-2CA0-4D2B-8299-A9C3A457E100}" srcOrd="1" destOrd="0" parTransId="{7EDEBC9A-74B2-4182-BB0C-7BBC4F17CD60}" sibTransId="{C0C0734E-793C-4934-926C-AFA1029C9076}"/>
    <dgm:cxn modelId="{439931C2-663E-4F81-A201-D4103C562856}" type="presOf" srcId="{24E4A833-7CC9-4A4B-A6D2-6E376F003EA3}" destId="{0629EA25-E500-4C3D-860C-2D4E4F46BE6F}" srcOrd="0" destOrd="0" presId="urn:microsoft.com/office/officeart/2005/8/layout/vList5"/>
    <dgm:cxn modelId="{A78DE8D7-83AF-4028-90FC-EEAD17D61D9A}" srcId="{3D513AE6-81B4-4DBA-B1C7-EB384BE6D118}" destId="{5573364A-F41B-4AF0-BC3E-863ED805ECEC}" srcOrd="0" destOrd="0" parTransId="{4C17E4F8-7D9D-4CF1-B93D-4DF197BB0767}" sibTransId="{34CE2D8F-CFD9-4704-BE33-89FE02D3BC5D}"/>
    <dgm:cxn modelId="{9DA16FD8-EDA4-4EEA-81A0-BD1CB8E659C6}" type="presOf" srcId="{5573364A-F41B-4AF0-BC3E-863ED805ECEC}" destId="{61C0B315-3330-45E3-8828-504FC98979DB}" srcOrd="0" destOrd="0" presId="urn:microsoft.com/office/officeart/2005/8/layout/vList5"/>
    <dgm:cxn modelId="{D55B20ED-B3CE-4B8D-AD8F-006367D4EDAA}" type="presOf" srcId="{B3423AE1-276D-4C9C-86B8-8A493E75E9FD}" destId="{3E92E67C-56D6-4695-997C-627A50206FE4}" srcOrd="0" destOrd="0" presId="urn:microsoft.com/office/officeart/2005/8/layout/vList5"/>
    <dgm:cxn modelId="{989ED4FD-A5EE-440F-B560-52CF40855F90}" srcId="{4A89783D-CAA7-4FE2-9A2D-5C51BABDF4D7}" destId="{D5B49D2A-D3A8-4EEE-8542-E9FF5F30C7D6}" srcOrd="0" destOrd="0" parTransId="{4570E7AA-B82F-4B75-87C7-F73D63A04A31}" sibTransId="{5DE7A61D-1D03-45E9-B539-81782A86A98B}"/>
    <dgm:cxn modelId="{B898CCF4-B96A-44DB-B689-0702B307E14E}" type="presParOf" srcId="{0629EA25-E500-4C3D-860C-2D4E4F46BE6F}" destId="{475C39D5-3C5E-4C9C-9507-7FF63D45371E}" srcOrd="0" destOrd="0" presId="urn:microsoft.com/office/officeart/2005/8/layout/vList5"/>
    <dgm:cxn modelId="{08934075-D6BF-4095-95E6-79E6F77284DA}" type="presParOf" srcId="{475C39D5-3C5E-4C9C-9507-7FF63D45371E}" destId="{3E92E67C-56D6-4695-997C-627A50206FE4}" srcOrd="0" destOrd="0" presId="urn:microsoft.com/office/officeart/2005/8/layout/vList5"/>
    <dgm:cxn modelId="{AB6240AC-F648-4A1F-9CA3-0D2C825EA6DB}" type="presParOf" srcId="{475C39D5-3C5E-4C9C-9507-7FF63D45371E}" destId="{716A3340-6BE5-4EC7-BD9C-2B4C8681CEE1}" srcOrd="1" destOrd="0" presId="urn:microsoft.com/office/officeart/2005/8/layout/vList5"/>
    <dgm:cxn modelId="{67F79971-E7EF-4DC8-9385-813CB0273B67}" type="presParOf" srcId="{0629EA25-E500-4C3D-860C-2D4E4F46BE6F}" destId="{47D07F3E-E0C1-40AD-A81E-B7566B0F73D0}" srcOrd="1" destOrd="0" presId="urn:microsoft.com/office/officeart/2005/8/layout/vList5"/>
    <dgm:cxn modelId="{3665FA9B-C97B-4CD6-932C-09ABD23B4D2D}" type="presParOf" srcId="{0629EA25-E500-4C3D-860C-2D4E4F46BE6F}" destId="{79EEAC06-948C-4F3E-8076-A2DCAD83F48C}" srcOrd="2" destOrd="0" presId="urn:microsoft.com/office/officeart/2005/8/layout/vList5"/>
    <dgm:cxn modelId="{C98864AD-90F6-4FC1-9800-5117A71E862C}" type="presParOf" srcId="{79EEAC06-948C-4F3E-8076-A2DCAD83F48C}" destId="{A8B513D3-CBE5-4874-BEE7-493766984DED}" srcOrd="0" destOrd="0" presId="urn:microsoft.com/office/officeart/2005/8/layout/vList5"/>
    <dgm:cxn modelId="{D19A25CB-BA62-4096-A66C-561640E7E5F0}" type="presParOf" srcId="{79EEAC06-948C-4F3E-8076-A2DCAD83F48C}" destId="{61C0B315-3330-45E3-8828-504FC98979DB}" srcOrd="1" destOrd="0" presId="urn:microsoft.com/office/officeart/2005/8/layout/vList5"/>
    <dgm:cxn modelId="{CB9A3611-7053-4244-AD06-86E2C26475B4}" type="presParOf" srcId="{0629EA25-E500-4C3D-860C-2D4E4F46BE6F}" destId="{C9CA2582-ABA8-4EBB-BA30-B06666CFB03E}" srcOrd="3" destOrd="0" presId="urn:microsoft.com/office/officeart/2005/8/layout/vList5"/>
    <dgm:cxn modelId="{8127FCF4-77C0-4CE2-AD39-965B977FFE7F}" type="presParOf" srcId="{0629EA25-E500-4C3D-860C-2D4E4F46BE6F}" destId="{8CEAA79F-401E-43E6-8A35-65C369CF393E}" srcOrd="4" destOrd="0" presId="urn:microsoft.com/office/officeart/2005/8/layout/vList5"/>
    <dgm:cxn modelId="{014AC842-5549-402F-A84B-3C077D18FCE1}" type="presParOf" srcId="{8CEAA79F-401E-43E6-8A35-65C369CF393E}" destId="{3EB568EE-E8DA-453D-831F-158ABA473C56}" srcOrd="0" destOrd="0" presId="urn:microsoft.com/office/officeart/2005/8/layout/vList5"/>
    <dgm:cxn modelId="{0406F9B0-FF9E-46EE-AF3E-C3D5D4413A46}" type="presParOf" srcId="{8CEAA79F-401E-43E6-8A35-65C369CF393E}" destId="{970ADE3B-5731-4E2E-AE5A-A0BB8A286A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4759B333-CEE7-436C-81AF-1F5250D7F029}" type="doc">
      <dgm:prSet loTypeId="urn:microsoft.com/office/officeart/2005/8/layout/vList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BFA9C30-BB1C-4BE9-A5C4-03ED99E2FE84}">
      <dgm:prSet/>
      <dgm:spPr/>
      <dgm:t>
        <a:bodyPr/>
        <a:lstStyle/>
        <a:p>
          <a:r>
            <a:rPr lang="en-US" dirty="0"/>
            <a:t>July 2011 </a:t>
          </a:r>
        </a:p>
      </dgm:t>
    </dgm:pt>
    <dgm:pt modelId="{8B8091A9-E20C-42C6-8BE8-D3F3BD602C9B}" type="parTrans" cxnId="{FD705138-9A80-4AD3-B0B1-6161AB8571B1}">
      <dgm:prSet/>
      <dgm:spPr/>
      <dgm:t>
        <a:bodyPr/>
        <a:lstStyle/>
        <a:p>
          <a:endParaRPr lang="en-US"/>
        </a:p>
      </dgm:t>
    </dgm:pt>
    <dgm:pt modelId="{6C732DEC-6FDC-48C7-BE42-7F02ACFA3A95}" type="sibTrans" cxnId="{FD705138-9A80-4AD3-B0B1-6161AB8571B1}">
      <dgm:prSet/>
      <dgm:spPr/>
      <dgm:t>
        <a:bodyPr/>
        <a:lstStyle/>
        <a:p>
          <a:endParaRPr lang="en-US"/>
        </a:p>
      </dgm:t>
    </dgm:pt>
    <dgm:pt modelId="{1C8DAFE1-053B-4EB9-AE44-4C15B5FE2335}">
      <dgm:prSet/>
      <dgm:spPr/>
      <dgm:t>
        <a:bodyPr/>
        <a:lstStyle/>
        <a:p>
          <a:r>
            <a:rPr lang="en-US"/>
            <a:t>a well-known bitcoin awareness</a:t>
          </a:r>
          <a:r>
            <a:rPr lang="tr-TR"/>
            <a:t> </a:t>
          </a:r>
          <a:r>
            <a:rPr lang="en-US"/>
            <a:t>and education project</a:t>
          </a:r>
        </a:p>
      </dgm:t>
    </dgm:pt>
    <dgm:pt modelId="{0BEFE993-1E63-463D-9470-FEBF80C5C3DE}" type="parTrans" cxnId="{9B7285C0-FB23-4423-A4E6-45382AC3331A}">
      <dgm:prSet/>
      <dgm:spPr/>
      <dgm:t>
        <a:bodyPr/>
        <a:lstStyle/>
        <a:p>
          <a:endParaRPr lang="en-US"/>
        </a:p>
      </dgm:t>
    </dgm:pt>
    <dgm:pt modelId="{2F942D42-04AC-4FEF-A72F-B6F797FFC330}" type="sibTrans" cxnId="{9B7285C0-FB23-4423-A4E6-45382AC3331A}">
      <dgm:prSet/>
      <dgm:spPr/>
      <dgm:t>
        <a:bodyPr/>
        <a:lstStyle/>
        <a:p>
          <a:endParaRPr lang="en-US"/>
        </a:p>
      </dgm:t>
    </dgm:pt>
    <dgm:pt modelId="{9CA7327D-F6CD-4A69-B61A-600F4C6ED08F}">
      <dgm:prSet/>
      <dgm:spPr/>
      <dgm:t>
        <a:bodyPr/>
        <a:lstStyle/>
        <a:p>
          <a:r>
            <a:rPr lang="en-US"/>
            <a:t>lost almost 7,000 bitcoin.</a:t>
          </a:r>
        </a:p>
      </dgm:t>
    </dgm:pt>
    <dgm:pt modelId="{CC2F973F-0853-4507-9BED-03D544F85535}" type="parTrans" cxnId="{C62AC603-90D7-4C94-90B8-29CB566F5C9D}">
      <dgm:prSet/>
      <dgm:spPr/>
      <dgm:t>
        <a:bodyPr/>
        <a:lstStyle/>
        <a:p>
          <a:endParaRPr lang="en-US"/>
        </a:p>
      </dgm:t>
    </dgm:pt>
    <dgm:pt modelId="{E32FB604-7E58-48A4-9432-18E37D22C088}" type="sibTrans" cxnId="{C62AC603-90D7-4C94-90B8-29CB566F5C9D}">
      <dgm:prSet/>
      <dgm:spPr/>
      <dgm:t>
        <a:bodyPr/>
        <a:lstStyle/>
        <a:p>
          <a:endParaRPr lang="en-US"/>
        </a:p>
      </dgm:t>
    </dgm:pt>
    <dgm:pt modelId="{002A2432-DFA6-47D4-B175-548C35CA85DC}">
      <dgm:prSet/>
      <dgm:spPr/>
      <dgm:t>
        <a:bodyPr/>
        <a:lstStyle/>
        <a:p>
          <a:r>
            <a:rPr lang="tr-TR" dirty="0"/>
            <a:t>Theft prevention</a:t>
          </a:r>
          <a:endParaRPr lang="en-US" dirty="0"/>
        </a:p>
      </dgm:t>
    </dgm:pt>
    <dgm:pt modelId="{F4ED5BC3-AB9E-4D4B-8120-1204DC073D43}" type="parTrans" cxnId="{E24DC399-386F-4816-A33F-97D780442F48}">
      <dgm:prSet/>
      <dgm:spPr/>
      <dgm:t>
        <a:bodyPr/>
        <a:lstStyle/>
        <a:p>
          <a:endParaRPr lang="en-US"/>
        </a:p>
      </dgm:t>
    </dgm:pt>
    <dgm:pt modelId="{AACEDA9C-0C59-4EFB-BBF5-A0759A0C7859}" type="sibTrans" cxnId="{E24DC399-386F-4816-A33F-97D780442F48}">
      <dgm:prSet/>
      <dgm:spPr/>
      <dgm:t>
        <a:bodyPr/>
        <a:lstStyle/>
        <a:p>
          <a:endParaRPr lang="en-US"/>
        </a:p>
      </dgm:t>
    </dgm:pt>
    <dgm:pt modelId="{1FD690F9-A4A7-4B5F-BD0E-CC12DC1BBD73}">
      <dgm:prSet/>
      <dgm:spPr/>
      <dgm:t>
        <a:bodyPr/>
        <a:lstStyle/>
        <a:p>
          <a:r>
            <a:rPr lang="tr-TR" dirty="0"/>
            <a:t>To </a:t>
          </a:r>
          <a:r>
            <a:rPr lang="en-US" dirty="0"/>
            <a:t>prevent theft</a:t>
          </a:r>
          <a:r>
            <a:rPr lang="tr-TR" dirty="0"/>
            <a:t> </a:t>
          </a:r>
          <a:r>
            <a:rPr lang="en-US" dirty="0"/>
            <a:t>owners implemented</a:t>
          </a:r>
        </a:p>
      </dgm:t>
    </dgm:pt>
    <dgm:pt modelId="{FE2A265F-05F3-4975-947F-2A9881D731CA}" type="parTrans" cxnId="{473B8079-63C9-443F-B399-8A7C07E198A7}">
      <dgm:prSet/>
      <dgm:spPr/>
      <dgm:t>
        <a:bodyPr/>
        <a:lstStyle/>
        <a:p>
          <a:endParaRPr lang="en-US"/>
        </a:p>
      </dgm:t>
    </dgm:pt>
    <dgm:pt modelId="{9332D767-3A7B-49C1-AC0E-AD1483B9A3AD}" type="sibTrans" cxnId="{473B8079-63C9-443F-B399-8A7C07E198A7}">
      <dgm:prSet/>
      <dgm:spPr/>
      <dgm:t>
        <a:bodyPr/>
        <a:lstStyle/>
        <a:p>
          <a:endParaRPr lang="en-US"/>
        </a:p>
      </dgm:t>
    </dgm:pt>
    <dgm:pt modelId="{7A888672-3418-40ED-8B9F-E9FC51959517}">
      <dgm:prSet/>
      <dgm:spPr/>
      <dgm:t>
        <a:bodyPr/>
        <a:lstStyle/>
        <a:p>
          <a:r>
            <a:rPr lang="en-US" dirty="0"/>
            <a:t>a complex series of encrypted backups </a:t>
          </a:r>
        </a:p>
      </dgm:t>
    </dgm:pt>
    <dgm:pt modelId="{F24F57B7-A38F-4E73-8669-65BDEE8D0EA6}" type="parTrans" cxnId="{695E4FDC-C7DF-4BDD-BF2D-A8AB6062E1EF}">
      <dgm:prSet/>
      <dgm:spPr/>
      <dgm:t>
        <a:bodyPr/>
        <a:lstStyle/>
        <a:p>
          <a:endParaRPr lang="en-US"/>
        </a:p>
      </dgm:t>
    </dgm:pt>
    <dgm:pt modelId="{4B9AA98F-B6FC-4EFE-AC80-083B5F59ECB6}" type="sibTrans" cxnId="{695E4FDC-C7DF-4BDD-BF2D-A8AB6062E1EF}">
      <dgm:prSet/>
      <dgm:spPr/>
      <dgm:t>
        <a:bodyPr/>
        <a:lstStyle/>
        <a:p>
          <a:endParaRPr lang="en-US"/>
        </a:p>
      </dgm:t>
    </dgm:pt>
    <dgm:pt modelId="{6A34584E-DE25-4829-A627-13D4025C9CAA}">
      <dgm:prSet/>
      <dgm:spPr/>
      <dgm:t>
        <a:bodyPr/>
        <a:lstStyle/>
        <a:p>
          <a:r>
            <a:rPr lang="tr-TR" dirty="0"/>
            <a:t>Lost</a:t>
          </a:r>
          <a:endParaRPr lang="en-US" dirty="0"/>
        </a:p>
      </dgm:t>
    </dgm:pt>
    <dgm:pt modelId="{1C7EE43F-BB69-40FE-A7E6-32BF41314E3B}" type="parTrans" cxnId="{D40D7086-3AE8-4ECE-923F-0D2243AFE626}">
      <dgm:prSet/>
      <dgm:spPr/>
      <dgm:t>
        <a:bodyPr/>
        <a:lstStyle/>
        <a:p>
          <a:endParaRPr lang="en-US"/>
        </a:p>
      </dgm:t>
    </dgm:pt>
    <dgm:pt modelId="{B6421D49-6777-4CB6-B243-271B8D4F5743}" type="sibTrans" cxnId="{D40D7086-3AE8-4ECE-923F-0D2243AFE626}">
      <dgm:prSet/>
      <dgm:spPr/>
      <dgm:t>
        <a:bodyPr/>
        <a:lstStyle/>
        <a:p>
          <a:endParaRPr lang="en-US"/>
        </a:p>
      </dgm:t>
    </dgm:pt>
    <dgm:pt modelId="{E1A6068D-2131-4A86-BB08-DC25704BF3ED}">
      <dgm:prSet/>
      <dgm:spPr/>
      <dgm:t>
        <a:bodyPr/>
        <a:lstStyle/>
        <a:p>
          <a:r>
            <a:rPr lang="en-US"/>
            <a:t>In the end they</a:t>
          </a:r>
          <a:r>
            <a:rPr lang="tr-TR"/>
            <a:t> </a:t>
          </a:r>
          <a:r>
            <a:rPr lang="en-US"/>
            <a:t>accidentally lost the encryption keys, </a:t>
          </a:r>
        </a:p>
      </dgm:t>
    </dgm:pt>
    <dgm:pt modelId="{AE879B1F-6272-49C3-A0FF-3E62F6E08C9E}" type="parTrans" cxnId="{3AD35781-F580-4447-9DE4-3DC633241468}">
      <dgm:prSet/>
      <dgm:spPr/>
      <dgm:t>
        <a:bodyPr/>
        <a:lstStyle/>
        <a:p>
          <a:endParaRPr lang="en-US"/>
        </a:p>
      </dgm:t>
    </dgm:pt>
    <dgm:pt modelId="{EA3A9438-4855-409D-8B6F-358FD003DC22}" type="sibTrans" cxnId="{3AD35781-F580-4447-9DE4-3DC633241468}">
      <dgm:prSet/>
      <dgm:spPr/>
      <dgm:t>
        <a:bodyPr/>
        <a:lstStyle/>
        <a:p>
          <a:endParaRPr lang="en-US"/>
        </a:p>
      </dgm:t>
    </dgm:pt>
    <dgm:pt modelId="{3C858A1D-0105-446B-A6CC-8AD4BA043A1B}">
      <dgm:prSet/>
      <dgm:spPr/>
      <dgm:t>
        <a:bodyPr/>
        <a:lstStyle/>
        <a:p>
          <a:r>
            <a:rPr lang="en-US"/>
            <a:t>making the backups worthless and losing a fortune</a:t>
          </a:r>
        </a:p>
      </dgm:t>
    </dgm:pt>
    <dgm:pt modelId="{3C08C087-3C45-4B58-A505-011D872FC099}" type="parTrans" cxnId="{7619C478-F209-4076-A58D-6D35B0884A4E}">
      <dgm:prSet/>
      <dgm:spPr/>
      <dgm:t>
        <a:bodyPr/>
        <a:lstStyle/>
        <a:p>
          <a:endParaRPr lang="en-US"/>
        </a:p>
      </dgm:t>
    </dgm:pt>
    <dgm:pt modelId="{CFB6AA8F-0E3C-4E75-8FA3-46D3D142FFEC}" type="sibTrans" cxnId="{7619C478-F209-4076-A58D-6D35B0884A4E}">
      <dgm:prSet/>
      <dgm:spPr/>
      <dgm:t>
        <a:bodyPr/>
        <a:lstStyle/>
        <a:p>
          <a:endParaRPr lang="en-US"/>
        </a:p>
      </dgm:t>
    </dgm:pt>
    <dgm:pt modelId="{C7874057-2762-4EF2-B4ED-1487FF58A12A}" type="pres">
      <dgm:prSet presAssocID="{4759B333-CEE7-436C-81AF-1F5250D7F029}" presName="Name0" presStyleCnt="0">
        <dgm:presLayoutVars>
          <dgm:dir/>
          <dgm:animLvl val="lvl"/>
          <dgm:resizeHandles val="exact"/>
        </dgm:presLayoutVars>
      </dgm:prSet>
      <dgm:spPr/>
    </dgm:pt>
    <dgm:pt modelId="{42D52B4C-A5D3-4C15-A0F0-02EF0629ED2D}" type="pres">
      <dgm:prSet presAssocID="{BBFA9C30-BB1C-4BE9-A5C4-03ED99E2FE84}" presName="linNode" presStyleCnt="0"/>
      <dgm:spPr/>
    </dgm:pt>
    <dgm:pt modelId="{A58D49F8-EA48-47F1-A7B6-1A1FF75C1087}" type="pres">
      <dgm:prSet presAssocID="{BBFA9C30-BB1C-4BE9-A5C4-03ED99E2FE8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6E593E7-E086-434D-B5C9-82ACF664B471}" type="pres">
      <dgm:prSet presAssocID="{BBFA9C30-BB1C-4BE9-A5C4-03ED99E2FE84}" presName="descendantText" presStyleLbl="alignAccFollowNode1" presStyleIdx="0" presStyleCnt="3">
        <dgm:presLayoutVars>
          <dgm:bulletEnabled val="1"/>
        </dgm:presLayoutVars>
      </dgm:prSet>
      <dgm:spPr/>
    </dgm:pt>
    <dgm:pt modelId="{3A9C7E99-7E75-49FD-8BA8-712BF0160A98}" type="pres">
      <dgm:prSet presAssocID="{6C732DEC-6FDC-48C7-BE42-7F02ACFA3A95}" presName="sp" presStyleCnt="0"/>
      <dgm:spPr/>
    </dgm:pt>
    <dgm:pt modelId="{B28FD448-F7E9-445B-9574-95E1AF1C02AD}" type="pres">
      <dgm:prSet presAssocID="{002A2432-DFA6-47D4-B175-548C35CA85DC}" presName="linNode" presStyleCnt="0"/>
      <dgm:spPr/>
    </dgm:pt>
    <dgm:pt modelId="{56E719AE-FFE3-460D-8B7E-38079F1B788F}" type="pres">
      <dgm:prSet presAssocID="{002A2432-DFA6-47D4-B175-548C35CA85D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A2D2838-64EC-41F1-9175-97133A0AAA1D}" type="pres">
      <dgm:prSet presAssocID="{002A2432-DFA6-47D4-B175-548C35CA85DC}" presName="descendantText" presStyleLbl="alignAccFollowNode1" presStyleIdx="1" presStyleCnt="3">
        <dgm:presLayoutVars>
          <dgm:bulletEnabled val="1"/>
        </dgm:presLayoutVars>
      </dgm:prSet>
      <dgm:spPr/>
    </dgm:pt>
    <dgm:pt modelId="{E4FC6C38-84BE-46AF-82FD-ED9809A720D5}" type="pres">
      <dgm:prSet presAssocID="{AACEDA9C-0C59-4EFB-BBF5-A0759A0C7859}" presName="sp" presStyleCnt="0"/>
      <dgm:spPr/>
    </dgm:pt>
    <dgm:pt modelId="{42229655-5B08-4E5E-B4CF-03DB9EF0A5CA}" type="pres">
      <dgm:prSet presAssocID="{6A34584E-DE25-4829-A627-13D4025C9CAA}" presName="linNode" presStyleCnt="0"/>
      <dgm:spPr/>
    </dgm:pt>
    <dgm:pt modelId="{0736EA5E-55E7-4BF0-9FAD-1171C273FCEA}" type="pres">
      <dgm:prSet presAssocID="{6A34584E-DE25-4829-A627-13D4025C9CA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753A3C91-4F55-4643-89A0-542234B58728}" type="pres">
      <dgm:prSet presAssocID="{6A34584E-DE25-4829-A627-13D4025C9CA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62AC603-90D7-4C94-90B8-29CB566F5C9D}" srcId="{BBFA9C30-BB1C-4BE9-A5C4-03ED99E2FE84}" destId="{9CA7327D-F6CD-4A69-B61A-600F4C6ED08F}" srcOrd="1" destOrd="0" parTransId="{CC2F973F-0853-4507-9BED-03D544F85535}" sibTransId="{E32FB604-7E58-48A4-9432-18E37D22C088}"/>
    <dgm:cxn modelId="{64A7130C-73D5-4AC3-973B-1E61089B5544}" type="presOf" srcId="{6A34584E-DE25-4829-A627-13D4025C9CAA}" destId="{0736EA5E-55E7-4BF0-9FAD-1171C273FCEA}" srcOrd="0" destOrd="0" presId="urn:microsoft.com/office/officeart/2005/8/layout/vList5"/>
    <dgm:cxn modelId="{9A8A6C12-5F1B-4D63-B91B-DA41621076BA}" type="presOf" srcId="{1C8DAFE1-053B-4EB9-AE44-4C15B5FE2335}" destId="{66E593E7-E086-434D-B5C9-82ACF664B471}" srcOrd="0" destOrd="0" presId="urn:microsoft.com/office/officeart/2005/8/layout/vList5"/>
    <dgm:cxn modelId="{4E13751C-9821-478A-BC6A-93C952F187BB}" type="presOf" srcId="{E1A6068D-2131-4A86-BB08-DC25704BF3ED}" destId="{753A3C91-4F55-4643-89A0-542234B58728}" srcOrd="0" destOrd="0" presId="urn:microsoft.com/office/officeart/2005/8/layout/vList5"/>
    <dgm:cxn modelId="{6C3EE023-40D3-4689-BD3A-90C7A1D11D00}" type="presOf" srcId="{3C858A1D-0105-446B-A6CC-8AD4BA043A1B}" destId="{753A3C91-4F55-4643-89A0-542234B58728}" srcOrd="0" destOrd="1" presId="urn:microsoft.com/office/officeart/2005/8/layout/vList5"/>
    <dgm:cxn modelId="{FD705138-9A80-4AD3-B0B1-6161AB8571B1}" srcId="{4759B333-CEE7-436C-81AF-1F5250D7F029}" destId="{BBFA9C30-BB1C-4BE9-A5C4-03ED99E2FE84}" srcOrd="0" destOrd="0" parTransId="{8B8091A9-E20C-42C6-8BE8-D3F3BD602C9B}" sibTransId="{6C732DEC-6FDC-48C7-BE42-7F02ACFA3A95}"/>
    <dgm:cxn modelId="{5018376F-F1BE-4434-BE24-92E61EA0AC91}" type="presOf" srcId="{4759B333-CEE7-436C-81AF-1F5250D7F029}" destId="{C7874057-2762-4EF2-B4ED-1487FF58A12A}" srcOrd="0" destOrd="0" presId="urn:microsoft.com/office/officeart/2005/8/layout/vList5"/>
    <dgm:cxn modelId="{21ACB854-6348-4569-953E-7CB106CCB46A}" type="presOf" srcId="{BBFA9C30-BB1C-4BE9-A5C4-03ED99E2FE84}" destId="{A58D49F8-EA48-47F1-A7B6-1A1FF75C1087}" srcOrd="0" destOrd="0" presId="urn:microsoft.com/office/officeart/2005/8/layout/vList5"/>
    <dgm:cxn modelId="{7619C478-F209-4076-A58D-6D35B0884A4E}" srcId="{6A34584E-DE25-4829-A627-13D4025C9CAA}" destId="{3C858A1D-0105-446B-A6CC-8AD4BA043A1B}" srcOrd="1" destOrd="0" parTransId="{3C08C087-3C45-4B58-A505-011D872FC099}" sibTransId="{CFB6AA8F-0E3C-4E75-8FA3-46D3D142FFEC}"/>
    <dgm:cxn modelId="{5B03EF78-B6F1-4920-9A20-B917266371D5}" type="presOf" srcId="{002A2432-DFA6-47D4-B175-548C35CA85DC}" destId="{56E719AE-FFE3-460D-8B7E-38079F1B788F}" srcOrd="0" destOrd="0" presId="urn:microsoft.com/office/officeart/2005/8/layout/vList5"/>
    <dgm:cxn modelId="{473B8079-63C9-443F-B399-8A7C07E198A7}" srcId="{002A2432-DFA6-47D4-B175-548C35CA85DC}" destId="{1FD690F9-A4A7-4B5F-BD0E-CC12DC1BBD73}" srcOrd="0" destOrd="0" parTransId="{FE2A265F-05F3-4975-947F-2A9881D731CA}" sibTransId="{9332D767-3A7B-49C1-AC0E-AD1483B9A3AD}"/>
    <dgm:cxn modelId="{3AD35781-F580-4447-9DE4-3DC633241468}" srcId="{6A34584E-DE25-4829-A627-13D4025C9CAA}" destId="{E1A6068D-2131-4A86-BB08-DC25704BF3ED}" srcOrd="0" destOrd="0" parTransId="{AE879B1F-6272-49C3-A0FF-3E62F6E08C9E}" sibTransId="{EA3A9438-4855-409D-8B6F-358FD003DC22}"/>
    <dgm:cxn modelId="{D40D7086-3AE8-4ECE-923F-0D2243AFE626}" srcId="{4759B333-CEE7-436C-81AF-1F5250D7F029}" destId="{6A34584E-DE25-4829-A627-13D4025C9CAA}" srcOrd="2" destOrd="0" parTransId="{1C7EE43F-BB69-40FE-A7E6-32BF41314E3B}" sibTransId="{B6421D49-6777-4CB6-B243-271B8D4F5743}"/>
    <dgm:cxn modelId="{E24DC399-386F-4816-A33F-97D780442F48}" srcId="{4759B333-CEE7-436C-81AF-1F5250D7F029}" destId="{002A2432-DFA6-47D4-B175-548C35CA85DC}" srcOrd="1" destOrd="0" parTransId="{F4ED5BC3-AB9E-4D4B-8120-1204DC073D43}" sibTransId="{AACEDA9C-0C59-4EFB-BBF5-A0759A0C7859}"/>
    <dgm:cxn modelId="{CDDEB6BC-E24A-41C7-A709-6BB52AC67049}" type="presOf" srcId="{7A888672-3418-40ED-8B9F-E9FC51959517}" destId="{DA2D2838-64EC-41F1-9175-97133A0AAA1D}" srcOrd="0" destOrd="1" presId="urn:microsoft.com/office/officeart/2005/8/layout/vList5"/>
    <dgm:cxn modelId="{BB2F56BE-C17C-4E60-AB86-5316C30388C7}" type="presOf" srcId="{1FD690F9-A4A7-4B5F-BD0E-CC12DC1BBD73}" destId="{DA2D2838-64EC-41F1-9175-97133A0AAA1D}" srcOrd="0" destOrd="0" presId="urn:microsoft.com/office/officeart/2005/8/layout/vList5"/>
    <dgm:cxn modelId="{9B7285C0-FB23-4423-A4E6-45382AC3331A}" srcId="{BBFA9C30-BB1C-4BE9-A5C4-03ED99E2FE84}" destId="{1C8DAFE1-053B-4EB9-AE44-4C15B5FE2335}" srcOrd="0" destOrd="0" parTransId="{0BEFE993-1E63-463D-9470-FEBF80C5C3DE}" sibTransId="{2F942D42-04AC-4FEF-A72F-B6F797FFC330}"/>
    <dgm:cxn modelId="{695E4FDC-C7DF-4BDD-BF2D-A8AB6062E1EF}" srcId="{002A2432-DFA6-47D4-B175-548C35CA85DC}" destId="{7A888672-3418-40ED-8B9F-E9FC51959517}" srcOrd="1" destOrd="0" parTransId="{F24F57B7-A38F-4E73-8669-65BDEE8D0EA6}" sibTransId="{4B9AA98F-B6FC-4EFE-AC80-083B5F59ECB6}"/>
    <dgm:cxn modelId="{DDC9F2F1-5B44-4786-BDE6-14F882C6480B}" type="presOf" srcId="{9CA7327D-F6CD-4A69-B61A-600F4C6ED08F}" destId="{66E593E7-E086-434D-B5C9-82ACF664B471}" srcOrd="0" destOrd="1" presId="urn:microsoft.com/office/officeart/2005/8/layout/vList5"/>
    <dgm:cxn modelId="{711E9521-BFC0-49B1-AA6A-3C51459EB867}" type="presParOf" srcId="{C7874057-2762-4EF2-B4ED-1487FF58A12A}" destId="{42D52B4C-A5D3-4C15-A0F0-02EF0629ED2D}" srcOrd="0" destOrd="0" presId="urn:microsoft.com/office/officeart/2005/8/layout/vList5"/>
    <dgm:cxn modelId="{084A8BE0-25A3-4518-9F21-C8186B4F0266}" type="presParOf" srcId="{42D52B4C-A5D3-4C15-A0F0-02EF0629ED2D}" destId="{A58D49F8-EA48-47F1-A7B6-1A1FF75C1087}" srcOrd="0" destOrd="0" presId="urn:microsoft.com/office/officeart/2005/8/layout/vList5"/>
    <dgm:cxn modelId="{FD52DB0E-2E08-4BAA-8E1A-BFC7588B6334}" type="presParOf" srcId="{42D52B4C-A5D3-4C15-A0F0-02EF0629ED2D}" destId="{66E593E7-E086-434D-B5C9-82ACF664B471}" srcOrd="1" destOrd="0" presId="urn:microsoft.com/office/officeart/2005/8/layout/vList5"/>
    <dgm:cxn modelId="{E5DD6716-1B7F-4D15-8791-088D3AF3BEEE}" type="presParOf" srcId="{C7874057-2762-4EF2-B4ED-1487FF58A12A}" destId="{3A9C7E99-7E75-49FD-8BA8-712BF0160A98}" srcOrd="1" destOrd="0" presId="urn:microsoft.com/office/officeart/2005/8/layout/vList5"/>
    <dgm:cxn modelId="{65EFFD17-198F-44ED-95A7-181FE1894F6B}" type="presParOf" srcId="{C7874057-2762-4EF2-B4ED-1487FF58A12A}" destId="{B28FD448-F7E9-445B-9574-95E1AF1C02AD}" srcOrd="2" destOrd="0" presId="urn:microsoft.com/office/officeart/2005/8/layout/vList5"/>
    <dgm:cxn modelId="{EB6BFCB6-5ACF-4175-92F4-23AB05D2CFD6}" type="presParOf" srcId="{B28FD448-F7E9-445B-9574-95E1AF1C02AD}" destId="{56E719AE-FFE3-460D-8B7E-38079F1B788F}" srcOrd="0" destOrd="0" presId="urn:microsoft.com/office/officeart/2005/8/layout/vList5"/>
    <dgm:cxn modelId="{FB5FD25F-2C9A-4044-AA46-5E1D97390D64}" type="presParOf" srcId="{B28FD448-F7E9-445B-9574-95E1AF1C02AD}" destId="{DA2D2838-64EC-41F1-9175-97133A0AAA1D}" srcOrd="1" destOrd="0" presId="urn:microsoft.com/office/officeart/2005/8/layout/vList5"/>
    <dgm:cxn modelId="{4A5FAF0E-3366-402C-98E1-E87E12C7052C}" type="presParOf" srcId="{C7874057-2762-4EF2-B4ED-1487FF58A12A}" destId="{E4FC6C38-84BE-46AF-82FD-ED9809A720D5}" srcOrd="3" destOrd="0" presId="urn:microsoft.com/office/officeart/2005/8/layout/vList5"/>
    <dgm:cxn modelId="{3578E888-3491-4B80-9325-F66179EA59C9}" type="presParOf" srcId="{C7874057-2762-4EF2-B4ED-1487FF58A12A}" destId="{42229655-5B08-4E5E-B4CF-03DB9EF0A5CA}" srcOrd="4" destOrd="0" presId="urn:microsoft.com/office/officeart/2005/8/layout/vList5"/>
    <dgm:cxn modelId="{EAC5B2D9-3CD2-4991-AB76-6E204D2B0BCD}" type="presParOf" srcId="{42229655-5B08-4E5E-B4CF-03DB9EF0A5CA}" destId="{0736EA5E-55E7-4BF0-9FAD-1171C273FCEA}" srcOrd="0" destOrd="0" presId="urn:microsoft.com/office/officeart/2005/8/layout/vList5"/>
    <dgm:cxn modelId="{2117709D-27E2-4656-9999-AD1C3FEBEB1A}" type="presParOf" srcId="{42229655-5B08-4E5E-B4CF-03DB9EF0A5CA}" destId="{753A3C91-4F55-4643-89A0-542234B5872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86896EF5-2B50-473A-BEFE-84B66AD8A003}" type="doc">
      <dgm:prSet loTypeId="urn:microsoft.com/office/officeart/2005/8/layout/vList5" loCatId="list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EC1F2E8C-4AD8-4D64-911E-C7C96B39D843}">
      <dgm:prSet/>
      <dgm:spPr/>
      <dgm:t>
        <a:bodyPr/>
        <a:lstStyle/>
        <a:p>
          <a:r>
            <a:rPr lang="tr-TR"/>
            <a:t>Common mistake</a:t>
          </a:r>
          <a:endParaRPr lang="en-US"/>
        </a:p>
      </dgm:t>
    </dgm:pt>
    <dgm:pt modelId="{8A61E6F4-F1AC-4F6C-B700-594F65081945}" type="parTrans" cxnId="{B0493374-CF57-4DF0-A15C-E890CCF544F8}">
      <dgm:prSet/>
      <dgm:spPr/>
      <dgm:t>
        <a:bodyPr/>
        <a:lstStyle/>
        <a:p>
          <a:endParaRPr lang="en-US"/>
        </a:p>
      </dgm:t>
    </dgm:pt>
    <dgm:pt modelId="{2D82FD26-51F6-440A-8A76-A51130C654FD}" type="sibTrans" cxnId="{B0493374-CF57-4DF0-A15C-E890CCF544F8}">
      <dgm:prSet/>
      <dgm:spPr/>
      <dgm:t>
        <a:bodyPr/>
        <a:lstStyle/>
        <a:p>
          <a:endParaRPr lang="en-US"/>
        </a:p>
      </dgm:t>
    </dgm:pt>
    <dgm:pt modelId="{40DDE198-2906-47B2-B1A4-BAA1121AB5D3}">
      <dgm:prSet/>
      <dgm:spPr/>
      <dgm:t>
        <a:bodyPr/>
        <a:lstStyle/>
        <a:p>
          <a:r>
            <a:rPr lang="en-US"/>
            <a:t>bitcoin users often keep all their bitcoin in a single wallet.</a:t>
          </a:r>
        </a:p>
      </dgm:t>
    </dgm:pt>
    <dgm:pt modelId="{B6F3223A-9DF6-4E52-8A90-397AF8BDEDFE}" type="parTrans" cxnId="{9D66281B-CC93-4FBA-A7BC-BDACF16A82F6}">
      <dgm:prSet/>
      <dgm:spPr/>
      <dgm:t>
        <a:bodyPr/>
        <a:lstStyle/>
        <a:p>
          <a:endParaRPr lang="en-US"/>
        </a:p>
      </dgm:t>
    </dgm:pt>
    <dgm:pt modelId="{07AB77D3-1F01-4E10-A9C2-6D63F320405B}" type="sibTrans" cxnId="{9D66281B-CC93-4FBA-A7BC-BDACF16A82F6}">
      <dgm:prSet/>
      <dgm:spPr/>
      <dgm:t>
        <a:bodyPr/>
        <a:lstStyle/>
        <a:p>
          <a:endParaRPr lang="en-US"/>
        </a:p>
      </dgm:t>
    </dgm:pt>
    <dgm:pt modelId="{304C0FBF-0015-407F-9559-12D5E3BB701E}">
      <dgm:prSet/>
      <dgm:spPr/>
      <dgm:t>
        <a:bodyPr/>
        <a:lstStyle/>
        <a:p>
          <a:r>
            <a:rPr lang="tr-TR"/>
            <a:t>Best practice</a:t>
          </a:r>
          <a:endParaRPr lang="en-US"/>
        </a:p>
      </dgm:t>
    </dgm:pt>
    <dgm:pt modelId="{407F17E5-4E19-4DC6-A047-DCA3DDB9658F}" type="parTrans" cxnId="{FCAA8311-24B0-4CFB-84C8-3E06921DDBE2}">
      <dgm:prSet/>
      <dgm:spPr/>
      <dgm:t>
        <a:bodyPr/>
        <a:lstStyle/>
        <a:p>
          <a:endParaRPr lang="en-US"/>
        </a:p>
      </dgm:t>
    </dgm:pt>
    <dgm:pt modelId="{AFECFC28-4BC1-445F-9E22-D3611969F7A7}" type="sibTrans" cxnId="{FCAA8311-24B0-4CFB-84C8-3E06921DDBE2}">
      <dgm:prSet/>
      <dgm:spPr/>
      <dgm:t>
        <a:bodyPr/>
        <a:lstStyle/>
        <a:p>
          <a:endParaRPr lang="en-US"/>
        </a:p>
      </dgm:t>
    </dgm:pt>
    <dgm:pt modelId="{E9BFC83A-2BA4-4A8B-AE02-8778A4370279}">
      <dgm:prSet/>
      <dgm:spPr/>
      <dgm:t>
        <a:bodyPr/>
        <a:lstStyle/>
        <a:p>
          <a:r>
            <a:rPr lang="en-US"/>
            <a:t>spread the risk among multiple and diverse bitcoin wallets. </a:t>
          </a:r>
        </a:p>
      </dgm:t>
    </dgm:pt>
    <dgm:pt modelId="{B6479F88-8D8F-4F06-BB9A-7FE495FF957E}" type="parTrans" cxnId="{1AC316D3-5B50-45CC-AF50-95CFDBF13B7F}">
      <dgm:prSet/>
      <dgm:spPr/>
      <dgm:t>
        <a:bodyPr/>
        <a:lstStyle/>
        <a:p>
          <a:endParaRPr lang="en-US"/>
        </a:p>
      </dgm:t>
    </dgm:pt>
    <dgm:pt modelId="{E6DF3D04-5950-4CB0-8DD2-E87F7C20BE39}" type="sibTrans" cxnId="{1AC316D3-5B50-45CC-AF50-95CFDBF13B7F}">
      <dgm:prSet/>
      <dgm:spPr/>
      <dgm:t>
        <a:bodyPr/>
        <a:lstStyle/>
        <a:p>
          <a:endParaRPr lang="en-US"/>
        </a:p>
      </dgm:t>
    </dgm:pt>
    <dgm:pt modelId="{B93F2011-E128-4DF8-B78D-259B91613582}">
      <dgm:prSet/>
      <dgm:spPr/>
      <dgm:t>
        <a:bodyPr/>
        <a:lstStyle/>
        <a:p>
          <a:r>
            <a:rPr lang="tr-TR"/>
            <a:t>Small fraction online</a:t>
          </a:r>
          <a:endParaRPr lang="en-US"/>
        </a:p>
      </dgm:t>
    </dgm:pt>
    <dgm:pt modelId="{BD9EBB4E-2CDD-44F9-9F27-D4E014C982D3}" type="parTrans" cxnId="{8FBE1FEB-CD8B-423E-B9C4-E37BE61EE1F5}">
      <dgm:prSet/>
      <dgm:spPr/>
      <dgm:t>
        <a:bodyPr/>
        <a:lstStyle/>
        <a:p>
          <a:endParaRPr lang="en-US"/>
        </a:p>
      </dgm:t>
    </dgm:pt>
    <dgm:pt modelId="{9583D5E9-CBF2-4362-8503-AD8D75E37C5A}" type="sibTrans" cxnId="{8FBE1FEB-CD8B-423E-B9C4-E37BE61EE1F5}">
      <dgm:prSet/>
      <dgm:spPr/>
      <dgm:t>
        <a:bodyPr/>
        <a:lstStyle/>
        <a:p>
          <a:endParaRPr lang="en-US"/>
        </a:p>
      </dgm:t>
    </dgm:pt>
    <dgm:pt modelId="{463FFE29-9B61-4E11-8402-2105F3F1C707}">
      <dgm:prSet/>
      <dgm:spPr/>
      <dgm:t>
        <a:bodyPr/>
        <a:lstStyle/>
        <a:p>
          <a:r>
            <a:rPr lang="en-US"/>
            <a:t>Prudent</a:t>
          </a:r>
          <a:r>
            <a:rPr lang="tr-TR"/>
            <a:t> </a:t>
          </a:r>
          <a:r>
            <a:rPr lang="en-US"/>
            <a:t>users will keep only a small fraction, perhaps less than 5%, </a:t>
          </a:r>
        </a:p>
      </dgm:t>
    </dgm:pt>
    <dgm:pt modelId="{9FB6F2A6-F971-4BBE-8D53-56C7596E7E8C}" type="parTrans" cxnId="{B3731CD8-5795-4B18-8A81-FE4CDF400C7F}">
      <dgm:prSet/>
      <dgm:spPr/>
      <dgm:t>
        <a:bodyPr/>
        <a:lstStyle/>
        <a:p>
          <a:endParaRPr lang="en-US"/>
        </a:p>
      </dgm:t>
    </dgm:pt>
    <dgm:pt modelId="{8993B89F-67FF-44CC-80F6-F2758156808C}" type="sibTrans" cxnId="{B3731CD8-5795-4B18-8A81-FE4CDF400C7F}">
      <dgm:prSet/>
      <dgm:spPr/>
      <dgm:t>
        <a:bodyPr/>
        <a:lstStyle/>
        <a:p>
          <a:endParaRPr lang="en-US"/>
        </a:p>
      </dgm:t>
    </dgm:pt>
    <dgm:pt modelId="{A45E13E8-6D23-46BA-9FFF-151C03CD6AAB}">
      <dgm:prSet/>
      <dgm:spPr/>
      <dgm:t>
        <a:bodyPr/>
        <a:lstStyle/>
        <a:p>
          <a:r>
            <a:rPr lang="en-US"/>
            <a:t>of their bitcoin in an</a:t>
          </a:r>
          <a:r>
            <a:rPr lang="tr-TR"/>
            <a:t> </a:t>
          </a:r>
          <a:r>
            <a:rPr lang="en-US"/>
            <a:t>online or mobile wallet as “pocket change.” </a:t>
          </a:r>
        </a:p>
      </dgm:t>
    </dgm:pt>
    <dgm:pt modelId="{1A6D3703-18A0-4BDF-86FA-4DBB8388B6D7}" type="parTrans" cxnId="{471FCF1C-5BAF-4986-9147-ADAE1A44B0D5}">
      <dgm:prSet/>
      <dgm:spPr/>
      <dgm:t>
        <a:bodyPr/>
        <a:lstStyle/>
        <a:p>
          <a:endParaRPr lang="en-US"/>
        </a:p>
      </dgm:t>
    </dgm:pt>
    <dgm:pt modelId="{5D09D521-3ECA-4DD0-AD91-9BFC6860C168}" type="sibTrans" cxnId="{471FCF1C-5BAF-4986-9147-ADAE1A44B0D5}">
      <dgm:prSet/>
      <dgm:spPr/>
      <dgm:t>
        <a:bodyPr/>
        <a:lstStyle/>
        <a:p>
          <a:endParaRPr lang="en-US"/>
        </a:p>
      </dgm:t>
    </dgm:pt>
    <dgm:pt modelId="{695F172E-05DE-40C7-A25C-B99637DB2993}">
      <dgm:prSet/>
      <dgm:spPr/>
      <dgm:t>
        <a:bodyPr/>
        <a:lstStyle/>
        <a:p>
          <a:r>
            <a:rPr lang="tr-TR" dirty="0"/>
            <a:t>Split the rest</a:t>
          </a:r>
          <a:endParaRPr lang="en-US" dirty="0"/>
        </a:p>
      </dgm:t>
    </dgm:pt>
    <dgm:pt modelId="{3BA65C87-0125-4697-B102-3CD5740A28EC}" type="parTrans" cxnId="{4F139089-9D58-40A6-AD47-3124BFE00FED}">
      <dgm:prSet/>
      <dgm:spPr/>
      <dgm:t>
        <a:bodyPr/>
        <a:lstStyle/>
        <a:p>
          <a:endParaRPr lang="en-US"/>
        </a:p>
      </dgm:t>
    </dgm:pt>
    <dgm:pt modelId="{E49132EA-0CE1-46D0-A3FD-5CDBB29BCC9A}" type="sibTrans" cxnId="{4F139089-9D58-40A6-AD47-3124BFE00FED}">
      <dgm:prSet/>
      <dgm:spPr/>
      <dgm:t>
        <a:bodyPr/>
        <a:lstStyle/>
        <a:p>
          <a:endParaRPr lang="en-US"/>
        </a:p>
      </dgm:t>
    </dgm:pt>
    <dgm:pt modelId="{67DDF0A3-84FB-4333-B4A5-1249B5A6F558}">
      <dgm:prSet/>
      <dgm:spPr/>
      <dgm:t>
        <a:bodyPr/>
        <a:lstStyle/>
        <a:p>
          <a:r>
            <a:rPr lang="en-US" dirty="0"/>
            <a:t>between a few different</a:t>
          </a:r>
          <a:r>
            <a:rPr lang="tr-TR" dirty="0"/>
            <a:t> </a:t>
          </a:r>
          <a:r>
            <a:rPr lang="en-US" dirty="0"/>
            <a:t>storage mechanisms </a:t>
          </a:r>
        </a:p>
      </dgm:t>
    </dgm:pt>
    <dgm:pt modelId="{C7BBD38D-4085-475D-AEA8-1D194A65AF2A}" type="parTrans" cxnId="{784B12A9-BE5A-4647-A76E-6132B57032B6}">
      <dgm:prSet/>
      <dgm:spPr/>
      <dgm:t>
        <a:bodyPr/>
        <a:lstStyle/>
        <a:p>
          <a:endParaRPr lang="en-US"/>
        </a:p>
      </dgm:t>
    </dgm:pt>
    <dgm:pt modelId="{15DAE2B1-D064-49B7-874B-DDA7C711C3DB}" type="sibTrans" cxnId="{784B12A9-BE5A-4647-A76E-6132B57032B6}">
      <dgm:prSet/>
      <dgm:spPr/>
      <dgm:t>
        <a:bodyPr/>
        <a:lstStyle/>
        <a:p>
          <a:endParaRPr lang="en-US"/>
        </a:p>
      </dgm:t>
    </dgm:pt>
    <dgm:pt modelId="{2BD95020-88A2-45B1-B61F-06D2A914AB24}">
      <dgm:prSet/>
      <dgm:spPr/>
      <dgm:t>
        <a:bodyPr/>
        <a:lstStyle/>
        <a:p>
          <a:r>
            <a:rPr lang="en-US"/>
            <a:t>such as a desktop wallet and offline</a:t>
          </a:r>
        </a:p>
      </dgm:t>
    </dgm:pt>
    <dgm:pt modelId="{9B6B61C6-B813-4EFC-8377-8520C1B21C54}" type="parTrans" cxnId="{F810292D-32DD-4186-99F4-5CCC982AF6C8}">
      <dgm:prSet/>
      <dgm:spPr/>
      <dgm:t>
        <a:bodyPr/>
        <a:lstStyle/>
        <a:p>
          <a:endParaRPr lang="en-US"/>
        </a:p>
      </dgm:t>
    </dgm:pt>
    <dgm:pt modelId="{3A424827-6E96-41FB-9E32-8A2B335DC376}" type="sibTrans" cxnId="{F810292D-32DD-4186-99F4-5CCC982AF6C8}">
      <dgm:prSet/>
      <dgm:spPr/>
      <dgm:t>
        <a:bodyPr/>
        <a:lstStyle/>
        <a:p>
          <a:endParaRPr lang="en-US"/>
        </a:p>
      </dgm:t>
    </dgm:pt>
    <dgm:pt modelId="{15014A90-30F8-4BE0-B7BA-1215A513A2C3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rest should be </a:t>
          </a:r>
          <a:r>
            <a:rPr lang="tr-TR" dirty="0"/>
            <a:t>splitted</a:t>
          </a:r>
          <a:endParaRPr lang="en-US" dirty="0"/>
        </a:p>
      </dgm:t>
    </dgm:pt>
    <dgm:pt modelId="{5DBC9F19-C5C0-4763-8D65-7DFC100CA2FE}" type="parTrans" cxnId="{6A35079A-8751-4DB6-B4CB-C9D658439604}">
      <dgm:prSet/>
      <dgm:spPr/>
      <dgm:t>
        <a:bodyPr/>
        <a:lstStyle/>
        <a:p>
          <a:endParaRPr lang="tr-TR"/>
        </a:p>
      </dgm:t>
    </dgm:pt>
    <dgm:pt modelId="{DC95D0AE-79AC-4254-A638-4429BB8F5F06}" type="sibTrans" cxnId="{6A35079A-8751-4DB6-B4CB-C9D658439604}">
      <dgm:prSet/>
      <dgm:spPr/>
      <dgm:t>
        <a:bodyPr/>
        <a:lstStyle/>
        <a:p>
          <a:endParaRPr lang="tr-TR"/>
        </a:p>
      </dgm:t>
    </dgm:pt>
    <dgm:pt modelId="{1AD2BB60-D0F7-43FD-85A7-CC06F8FBBC4B}" type="pres">
      <dgm:prSet presAssocID="{86896EF5-2B50-473A-BEFE-84B66AD8A003}" presName="Name0" presStyleCnt="0">
        <dgm:presLayoutVars>
          <dgm:dir/>
          <dgm:animLvl val="lvl"/>
          <dgm:resizeHandles val="exact"/>
        </dgm:presLayoutVars>
      </dgm:prSet>
      <dgm:spPr/>
    </dgm:pt>
    <dgm:pt modelId="{EACC4DC6-6642-4B21-98D6-87E77848196F}" type="pres">
      <dgm:prSet presAssocID="{EC1F2E8C-4AD8-4D64-911E-C7C96B39D843}" presName="linNode" presStyleCnt="0"/>
      <dgm:spPr/>
    </dgm:pt>
    <dgm:pt modelId="{C0C4F9CA-8EED-420C-AE70-FABFD0F3CBEF}" type="pres">
      <dgm:prSet presAssocID="{EC1F2E8C-4AD8-4D64-911E-C7C96B39D84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6637F3F-9733-4157-AA8E-061D3A4D69CC}" type="pres">
      <dgm:prSet presAssocID="{EC1F2E8C-4AD8-4D64-911E-C7C96B39D843}" presName="descendantText" presStyleLbl="alignAccFollowNode1" presStyleIdx="0" presStyleCnt="4">
        <dgm:presLayoutVars>
          <dgm:bulletEnabled val="1"/>
        </dgm:presLayoutVars>
      </dgm:prSet>
      <dgm:spPr/>
    </dgm:pt>
    <dgm:pt modelId="{A7F08246-FC8C-4F52-A904-129319360649}" type="pres">
      <dgm:prSet presAssocID="{2D82FD26-51F6-440A-8A76-A51130C654FD}" presName="sp" presStyleCnt="0"/>
      <dgm:spPr/>
    </dgm:pt>
    <dgm:pt modelId="{7AA9A008-F832-4B8D-9BA1-D63060945D52}" type="pres">
      <dgm:prSet presAssocID="{304C0FBF-0015-407F-9559-12D5E3BB701E}" presName="linNode" presStyleCnt="0"/>
      <dgm:spPr/>
    </dgm:pt>
    <dgm:pt modelId="{1E88E4D6-A942-4D38-9D74-2825BCF6DCE9}" type="pres">
      <dgm:prSet presAssocID="{304C0FBF-0015-407F-9559-12D5E3BB701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C7602F2-E311-415F-8098-2818768DAE94}" type="pres">
      <dgm:prSet presAssocID="{304C0FBF-0015-407F-9559-12D5E3BB701E}" presName="descendantText" presStyleLbl="alignAccFollowNode1" presStyleIdx="1" presStyleCnt="4">
        <dgm:presLayoutVars>
          <dgm:bulletEnabled val="1"/>
        </dgm:presLayoutVars>
      </dgm:prSet>
      <dgm:spPr/>
    </dgm:pt>
    <dgm:pt modelId="{582C8FC8-3555-4189-AAF3-907F89DB386A}" type="pres">
      <dgm:prSet presAssocID="{AFECFC28-4BC1-445F-9E22-D3611969F7A7}" presName="sp" presStyleCnt="0"/>
      <dgm:spPr/>
    </dgm:pt>
    <dgm:pt modelId="{C84D085E-3E35-4EAD-B68D-6055D57B37D0}" type="pres">
      <dgm:prSet presAssocID="{B93F2011-E128-4DF8-B78D-259B91613582}" presName="linNode" presStyleCnt="0"/>
      <dgm:spPr/>
    </dgm:pt>
    <dgm:pt modelId="{B6FD7C10-1E1B-4D29-A66C-617CB7750A2F}" type="pres">
      <dgm:prSet presAssocID="{B93F2011-E128-4DF8-B78D-259B9161358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EE19057-4CF8-46FA-8464-B3AC064AC804}" type="pres">
      <dgm:prSet presAssocID="{B93F2011-E128-4DF8-B78D-259B91613582}" presName="descendantText" presStyleLbl="alignAccFollowNode1" presStyleIdx="2" presStyleCnt="4">
        <dgm:presLayoutVars>
          <dgm:bulletEnabled val="1"/>
        </dgm:presLayoutVars>
      </dgm:prSet>
      <dgm:spPr/>
    </dgm:pt>
    <dgm:pt modelId="{48BBCE4A-8BA7-478A-A720-D7D72022CBBE}" type="pres">
      <dgm:prSet presAssocID="{9583D5E9-CBF2-4362-8503-AD8D75E37C5A}" presName="sp" presStyleCnt="0"/>
      <dgm:spPr/>
    </dgm:pt>
    <dgm:pt modelId="{099602CB-A5DF-4695-8FF0-BBA10488CA32}" type="pres">
      <dgm:prSet presAssocID="{695F172E-05DE-40C7-A25C-B99637DB2993}" presName="linNode" presStyleCnt="0"/>
      <dgm:spPr/>
    </dgm:pt>
    <dgm:pt modelId="{F328D42E-8ED3-47C9-9CC9-8015B5A1796E}" type="pres">
      <dgm:prSet presAssocID="{695F172E-05DE-40C7-A25C-B99637DB299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9707D8EA-3C7F-46A0-BB56-8D3E17B9B8F6}" type="pres">
      <dgm:prSet presAssocID="{695F172E-05DE-40C7-A25C-B99637DB299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297ED601-09F9-463C-A2DF-5A7FDBC3F395}" type="presOf" srcId="{E9BFC83A-2BA4-4A8B-AE02-8778A4370279}" destId="{AC7602F2-E311-415F-8098-2818768DAE94}" srcOrd="0" destOrd="0" presId="urn:microsoft.com/office/officeart/2005/8/layout/vList5"/>
    <dgm:cxn modelId="{0E5A4511-2FB2-490F-8DF5-665E82496167}" type="presOf" srcId="{695F172E-05DE-40C7-A25C-B99637DB2993}" destId="{F328D42E-8ED3-47C9-9CC9-8015B5A1796E}" srcOrd="0" destOrd="0" presId="urn:microsoft.com/office/officeart/2005/8/layout/vList5"/>
    <dgm:cxn modelId="{FCAA8311-24B0-4CFB-84C8-3E06921DDBE2}" srcId="{86896EF5-2B50-473A-BEFE-84B66AD8A003}" destId="{304C0FBF-0015-407F-9559-12D5E3BB701E}" srcOrd="1" destOrd="0" parTransId="{407F17E5-4E19-4DC6-A047-DCA3DDB9658F}" sibTransId="{AFECFC28-4BC1-445F-9E22-D3611969F7A7}"/>
    <dgm:cxn modelId="{9D66281B-CC93-4FBA-A7BC-BDACF16A82F6}" srcId="{EC1F2E8C-4AD8-4D64-911E-C7C96B39D843}" destId="{40DDE198-2906-47B2-B1A4-BAA1121AB5D3}" srcOrd="0" destOrd="0" parTransId="{B6F3223A-9DF6-4E52-8A90-397AF8BDEDFE}" sibTransId="{07AB77D3-1F01-4E10-A9C2-6D63F320405B}"/>
    <dgm:cxn modelId="{471FCF1C-5BAF-4986-9147-ADAE1A44B0D5}" srcId="{B93F2011-E128-4DF8-B78D-259B91613582}" destId="{A45E13E8-6D23-46BA-9FFF-151C03CD6AAB}" srcOrd="1" destOrd="0" parTransId="{1A6D3703-18A0-4BDF-86FA-4DBB8388B6D7}" sibTransId="{5D09D521-3ECA-4DD0-AD91-9BFC6860C168}"/>
    <dgm:cxn modelId="{F810292D-32DD-4186-99F4-5CCC982AF6C8}" srcId="{695F172E-05DE-40C7-A25C-B99637DB2993}" destId="{2BD95020-88A2-45B1-B61F-06D2A914AB24}" srcOrd="2" destOrd="0" parTransId="{9B6B61C6-B813-4EFC-8377-8520C1B21C54}" sibTransId="{3A424827-6E96-41FB-9E32-8A2B335DC376}"/>
    <dgm:cxn modelId="{2159034E-D8F0-4648-9D21-6089D8352BC4}" type="presOf" srcId="{B93F2011-E128-4DF8-B78D-259B91613582}" destId="{B6FD7C10-1E1B-4D29-A66C-617CB7750A2F}" srcOrd="0" destOrd="0" presId="urn:microsoft.com/office/officeart/2005/8/layout/vList5"/>
    <dgm:cxn modelId="{B0493374-CF57-4DF0-A15C-E890CCF544F8}" srcId="{86896EF5-2B50-473A-BEFE-84B66AD8A003}" destId="{EC1F2E8C-4AD8-4D64-911E-C7C96B39D843}" srcOrd="0" destOrd="0" parTransId="{8A61E6F4-F1AC-4F6C-B700-594F65081945}" sibTransId="{2D82FD26-51F6-440A-8A76-A51130C654FD}"/>
    <dgm:cxn modelId="{88E8A774-6BE7-4809-B2C2-B3172A54BD11}" type="presOf" srcId="{40DDE198-2906-47B2-B1A4-BAA1121AB5D3}" destId="{76637F3F-9733-4157-AA8E-061D3A4D69CC}" srcOrd="0" destOrd="0" presId="urn:microsoft.com/office/officeart/2005/8/layout/vList5"/>
    <dgm:cxn modelId="{EB7F4F86-A0F1-4AD1-B331-A5831A5526E7}" type="presOf" srcId="{304C0FBF-0015-407F-9559-12D5E3BB701E}" destId="{1E88E4D6-A942-4D38-9D74-2825BCF6DCE9}" srcOrd="0" destOrd="0" presId="urn:microsoft.com/office/officeart/2005/8/layout/vList5"/>
    <dgm:cxn modelId="{1F2CE786-B4B8-4B57-A84D-85578EA0EC84}" type="presOf" srcId="{67DDF0A3-84FB-4333-B4A5-1249B5A6F558}" destId="{9707D8EA-3C7F-46A0-BB56-8D3E17B9B8F6}" srcOrd="0" destOrd="1" presId="urn:microsoft.com/office/officeart/2005/8/layout/vList5"/>
    <dgm:cxn modelId="{DF689187-B8DF-4B1D-B9BF-18DD1D4B25F5}" type="presOf" srcId="{2BD95020-88A2-45B1-B61F-06D2A914AB24}" destId="{9707D8EA-3C7F-46A0-BB56-8D3E17B9B8F6}" srcOrd="0" destOrd="2" presId="urn:microsoft.com/office/officeart/2005/8/layout/vList5"/>
    <dgm:cxn modelId="{9CFAEC87-EED8-4DE0-ABD5-798BBA2A02B9}" type="presOf" srcId="{15014A90-30F8-4BE0-B7BA-1215A513A2C3}" destId="{9707D8EA-3C7F-46A0-BB56-8D3E17B9B8F6}" srcOrd="0" destOrd="0" presId="urn:microsoft.com/office/officeart/2005/8/layout/vList5"/>
    <dgm:cxn modelId="{4F139089-9D58-40A6-AD47-3124BFE00FED}" srcId="{86896EF5-2B50-473A-BEFE-84B66AD8A003}" destId="{695F172E-05DE-40C7-A25C-B99637DB2993}" srcOrd="3" destOrd="0" parTransId="{3BA65C87-0125-4697-B102-3CD5740A28EC}" sibTransId="{E49132EA-0CE1-46D0-A3FD-5CDBB29BCC9A}"/>
    <dgm:cxn modelId="{6A35079A-8751-4DB6-B4CB-C9D658439604}" srcId="{695F172E-05DE-40C7-A25C-B99637DB2993}" destId="{15014A90-30F8-4BE0-B7BA-1215A513A2C3}" srcOrd="0" destOrd="0" parTransId="{5DBC9F19-C5C0-4763-8D65-7DFC100CA2FE}" sibTransId="{DC95D0AE-79AC-4254-A638-4429BB8F5F06}"/>
    <dgm:cxn modelId="{784B12A9-BE5A-4647-A76E-6132B57032B6}" srcId="{695F172E-05DE-40C7-A25C-B99637DB2993}" destId="{67DDF0A3-84FB-4333-B4A5-1249B5A6F558}" srcOrd="1" destOrd="0" parTransId="{C7BBD38D-4085-475D-AEA8-1D194A65AF2A}" sibTransId="{15DAE2B1-D064-49B7-874B-DDA7C711C3DB}"/>
    <dgm:cxn modelId="{CA57C5AC-7255-4AFB-A567-E3B3EC8B2F21}" type="presOf" srcId="{86896EF5-2B50-473A-BEFE-84B66AD8A003}" destId="{1AD2BB60-D0F7-43FD-85A7-CC06F8FBBC4B}" srcOrd="0" destOrd="0" presId="urn:microsoft.com/office/officeart/2005/8/layout/vList5"/>
    <dgm:cxn modelId="{44508FB2-C15A-448D-9CF3-58F3E107C833}" type="presOf" srcId="{A45E13E8-6D23-46BA-9FFF-151C03CD6AAB}" destId="{6EE19057-4CF8-46FA-8464-B3AC064AC804}" srcOrd="0" destOrd="1" presId="urn:microsoft.com/office/officeart/2005/8/layout/vList5"/>
    <dgm:cxn modelId="{1AC316D3-5B50-45CC-AF50-95CFDBF13B7F}" srcId="{304C0FBF-0015-407F-9559-12D5E3BB701E}" destId="{E9BFC83A-2BA4-4A8B-AE02-8778A4370279}" srcOrd="0" destOrd="0" parTransId="{B6479F88-8D8F-4F06-BB9A-7FE495FF957E}" sibTransId="{E6DF3D04-5950-4CB0-8DD2-E87F7C20BE39}"/>
    <dgm:cxn modelId="{B3731CD8-5795-4B18-8A81-FE4CDF400C7F}" srcId="{B93F2011-E128-4DF8-B78D-259B91613582}" destId="{463FFE29-9B61-4E11-8402-2105F3F1C707}" srcOrd="0" destOrd="0" parTransId="{9FB6F2A6-F971-4BBE-8D53-56C7596E7E8C}" sibTransId="{8993B89F-67FF-44CC-80F6-F2758156808C}"/>
    <dgm:cxn modelId="{306A1FE0-1039-4213-BB04-0C744A0B0208}" type="presOf" srcId="{463FFE29-9B61-4E11-8402-2105F3F1C707}" destId="{6EE19057-4CF8-46FA-8464-B3AC064AC804}" srcOrd="0" destOrd="0" presId="urn:microsoft.com/office/officeart/2005/8/layout/vList5"/>
    <dgm:cxn modelId="{62C128E2-645C-45C5-BCFA-D94AEC641801}" type="presOf" srcId="{EC1F2E8C-4AD8-4D64-911E-C7C96B39D843}" destId="{C0C4F9CA-8EED-420C-AE70-FABFD0F3CBEF}" srcOrd="0" destOrd="0" presId="urn:microsoft.com/office/officeart/2005/8/layout/vList5"/>
    <dgm:cxn modelId="{8FBE1FEB-CD8B-423E-B9C4-E37BE61EE1F5}" srcId="{86896EF5-2B50-473A-BEFE-84B66AD8A003}" destId="{B93F2011-E128-4DF8-B78D-259B91613582}" srcOrd="2" destOrd="0" parTransId="{BD9EBB4E-2CDD-44F9-9F27-D4E014C982D3}" sibTransId="{9583D5E9-CBF2-4362-8503-AD8D75E37C5A}"/>
    <dgm:cxn modelId="{51DA9250-C6D7-4D01-A8EF-1460808AB0B6}" type="presParOf" srcId="{1AD2BB60-D0F7-43FD-85A7-CC06F8FBBC4B}" destId="{EACC4DC6-6642-4B21-98D6-87E77848196F}" srcOrd="0" destOrd="0" presId="urn:microsoft.com/office/officeart/2005/8/layout/vList5"/>
    <dgm:cxn modelId="{678F8252-88C2-4331-AF57-BEEC05CFF49E}" type="presParOf" srcId="{EACC4DC6-6642-4B21-98D6-87E77848196F}" destId="{C0C4F9CA-8EED-420C-AE70-FABFD0F3CBEF}" srcOrd="0" destOrd="0" presId="urn:microsoft.com/office/officeart/2005/8/layout/vList5"/>
    <dgm:cxn modelId="{6A659DA9-1732-4E25-B569-B0D0B1F3E75A}" type="presParOf" srcId="{EACC4DC6-6642-4B21-98D6-87E77848196F}" destId="{76637F3F-9733-4157-AA8E-061D3A4D69CC}" srcOrd="1" destOrd="0" presId="urn:microsoft.com/office/officeart/2005/8/layout/vList5"/>
    <dgm:cxn modelId="{262E566C-67AB-4A31-8428-DF988214608C}" type="presParOf" srcId="{1AD2BB60-D0F7-43FD-85A7-CC06F8FBBC4B}" destId="{A7F08246-FC8C-4F52-A904-129319360649}" srcOrd="1" destOrd="0" presId="urn:microsoft.com/office/officeart/2005/8/layout/vList5"/>
    <dgm:cxn modelId="{17A2425D-AA26-417A-B48F-A41C9A12C96D}" type="presParOf" srcId="{1AD2BB60-D0F7-43FD-85A7-CC06F8FBBC4B}" destId="{7AA9A008-F832-4B8D-9BA1-D63060945D52}" srcOrd="2" destOrd="0" presId="urn:microsoft.com/office/officeart/2005/8/layout/vList5"/>
    <dgm:cxn modelId="{3F203831-3FB7-402D-A2AD-975E0AEA75DB}" type="presParOf" srcId="{7AA9A008-F832-4B8D-9BA1-D63060945D52}" destId="{1E88E4D6-A942-4D38-9D74-2825BCF6DCE9}" srcOrd="0" destOrd="0" presId="urn:microsoft.com/office/officeart/2005/8/layout/vList5"/>
    <dgm:cxn modelId="{413A4C08-A235-4CDD-BE48-3CC23A9D1066}" type="presParOf" srcId="{7AA9A008-F832-4B8D-9BA1-D63060945D52}" destId="{AC7602F2-E311-415F-8098-2818768DAE94}" srcOrd="1" destOrd="0" presId="urn:microsoft.com/office/officeart/2005/8/layout/vList5"/>
    <dgm:cxn modelId="{493053C2-372E-44F9-8BF1-72095C46F513}" type="presParOf" srcId="{1AD2BB60-D0F7-43FD-85A7-CC06F8FBBC4B}" destId="{582C8FC8-3555-4189-AAF3-907F89DB386A}" srcOrd="3" destOrd="0" presId="urn:microsoft.com/office/officeart/2005/8/layout/vList5"/>
    <dgm:cxn modelId="{E32F45BB-CED4-4030-B97F-E868AF090A17}" type="presParOf" srcId="{1AD2BB60-D0F7-43FD-85A7-CC06F8FBBC4B}" destId="{C84D085E-3E35-4EAD-B68D-6055D57B37D0}" srcOrd="4" destOrd="0" presId="urn:microsoft.com/office/officeart/2005/8/layout/vList5"/>
    <dgm:cxn modelId="{92179837-2E66-4654-ACCC-1FEC81C23D75}" type="presParOf" srcId="{C84D085E-3E35-4EAD-B68D-6055D57B37D0}" destId="{B6FD7C10-1E1B-4D29-A66C-617CB7750A2F}" srcOrd="0" destOrd="0" presId="urn:microsoft.com/office/officeart/2005/8/layout/vList5"/>
    <dgm:cxn modelId="{BD4E5B3C-BC31-48C2-B2CA-7FE95475C37A}" type="presParOf" srcId="{C84D085E-3E35-4EAD-B68D-6055D57B37D0}" destId="{6EE19057-4CF8-46FA-8464-B3AC064AC804}" srcOrd="1" destOrd="0" presId="urn:microsoft.com/office/officeart/2005/8/layout/vList5"/>
    <dgm:cxn modelId="{4859D6F3-9F85-4D00-8472-43CE7DE47555}" type="presParOf" srcId="{1AD2BB60-D0F7-43FD-85A7-CC06F8FBBC4B}" destId="{48BBCE4A-8BA7-478A-A720-D7D72022CBBE}" srcOrd="5" destOrd="0" presId="urn:microsoft.com/office/officeart/2005/8/layout/vList5"/>
    <dgm:cxn modelId="{7DFF0641-271F-468C-A78B-2EC7F3292DF5}" type="presParOf" srcId="{1AD2BB60-D0F7-43FD-85A7-CC06F8FBBC4B}" destId="{099602CB-A5DF-4695-8FF0-BBA10488CA32}" srcOrd="6" destOrd="0" presId="urn:microsoft.com/office/officeart/2005/8/layout/vList5"/>
    <dgm:cxn modelId="{A46FA63D-4ABD-44FC-B314-483EDC90DC9B}" type="presParOf" srcId="{099602CB-A5DF-4695-8FF0-BBA10488CA32}" destId="{F328D42E-8ED3-47C9-9CC9-8015B5A1796E}" srcOrd="0" destOrd="0" presId="urn:microsoft.com/office/officeart/2005/8/layout/vList5"/>
    <dgm:cxn modelId="{E3D1865C-C6F2-4F51-9B61-802BFF2382A2}" type="presParOf" srcId="{099602CB-A5DF-4695-8FF0-BBA10488CA32}" destId="{9707D8EA-3C7F-46A0-BB56-8D3E17B9B8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1EF58C9-2393-4531-96A7-E4F7F8174B44}" type="doc">
      <dgm:prSet loTypeId="urn:microsoft.com/office/officeart/2005/8/layout/vList5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A795C3F-2C14-4BCD-97DB-B36CA21C3A88}">
      <dgm:prSet/>
      <dgm:spPr/>
      <dgm:t>
        <a:bodyPr/>
        <a:lstStyle/>
        <a:p>
          <a:r>
            <a:rPr lang="tr-TR" dirty="0"/>
            <a:t>Multisig for large amounts</a:t>
          </a:r>
          <a:endParaRPr lang="en-US" dirty="0"/>
        </a:p>
      </dgm:t>
    </dgm:pt>
    <dgm:pt modelId="{E262A3CC-517B-4A1C-9138-09D912059041}" type="parTrans" cxnId="{75740528-BFDB-4CAD-9469-D1CDC6244B52}">
      <dgm:prSet/>
      <dgm:spPr/>
      <dgm:t>
        <a:bodyPr/>
        <a:lstStyle/>
        <a:p>
          <a:endParaRPr lang="en-US"/>
        </a:p>
      </dgm:t>
    </dgm:pt>
    <dgm:pt modelId="{1C9434B1-58A2-41C2-833C-7A0ABC227094}" type="sibTrans" cxnId="{75740528-BFDB-4CAD-9469-D1CDC6244B52}">
      <dgm:prSet/>
      <dgm:spPr/>
      <dgm:t>
        <a:bodyPr/>
        <a:lstStyle/>
        <a:p>
          <a:endParaRPr lang="en-US"/>
        </a:p>
      </dgm:t>
    </dgm:pt>
    <dgm:pt modelId="{5DF97491-1BE6-4A95-A55B-3082625B9829}">
      <dgm:prSet/>
      <dgm:spPr/>
      <dgm:t>
        <a:bodyPr/>
        <a:lstStyle/>
        <a:p>
          <a:r>
            <a:rPr lang="en-US"/>
            <a:t>Whenever a company or individual stores large amounts of bitcoin, </a:t>
          </a:r>
        </a:p>
      </dgm:t>
    </dgm:pt>
    <dgm:pt modelId="{C264941E-9144-4742-BE66-2792A12A91D3}" type="parTrans" cxnId="{E6B725F6-E184-4A6C-85E1-DDA68309FAB5}">
      <dgm:prSet/>
      <dgm:spPr/>
      <dgm:t>
        <a:bodyPr/>
        <a:lstStyle/>
        <a:p>
          <a:endParaRPr lang="en-US"/>
        </a:p>
      </dgm:t>
    </dgm:pt>
    <dgm:pt modelId="{50AE4DA8-DC01-4DDA-B215-E55D376090AC}" type="sibTrans" cxnId="{E6B725F6-E184-4A6C-85E1-DDA68309FAB5}">
      <dgm:prSet/>
      <dgm:spPr/>
      <dgm:t>
        <a:bodyPr/>
        <a:lstStyle/>
        <a:p>
          <a:endParaRPr lang="en-US"/>
        </a:p>
      </dgm:t>
    </dgm:pt>
    <dgm:pt modelId="{B4ADB57E-C9ED-4B2D-84C2-09EF277815F9}">
      <dgm:prSet/>
      <dgm:spPr/>
      <dgm:t>
        <a:bodyPr/>
        <a:lstStyle/>
        <a:p>
          <a:r>
            <a:rPr lang="en-US"/>
            <a:t>they should consider</a:t>
          </a:r>
          <a:r>
            <a:rPr lang="tr-TR"/>
            <a:t> </a:t>
          </a:r>
          <a:r>
            <a:rPr lang="en-US"/>
            <a:t>using a multisignature bitcoin address. </a:t>
          </a:r>
        </a:p>
      </dgm:t>
    </dgm:pt>
    <dgm:pt modelId="{9B6A2C21-A76C-4CE8-9AC7-8067E2EF7EDC}" type="parTrans" cxnId="{31CA8A29-DE69-4B65-A98A-07696D21C92A}">
      <dgm:prSet/>
      <dgm:spPr/>
      <dgm:t>
        <a:bodyPr/>
        <a:lstStyle/>
        <a:p>
          <a:endParaRPr lang="en-US"/>
        </a:p>
      </dgm:t>
    </dgm:pt>
    <dgm:pt modelId="{64A0BA91-72AC-4F7D-9E09-3E597D9EF647}" type="sibTrans" cxnId="{31CA8A29-DE69-4B65-A98A-07696D21C92A}">
      <dgm:prSet/>
      <dgm:spPr/>
      <dgm:t>
        <a:bodyPr/>
        <a:lstStyle/>
        <a:p>
          <a:endParaRPr lang="en-US"/>
        </a:p>
      </dgm:t>
    </dgm:pt>
    <dgm:pt modelId="{1BF9E1E5-5663-465D-BCFE-54488DAF14A3}">
      <dgm:prSet/>
      <dgm:spPr/>
      <dgm:t>
        <a:bodyPr/>
        <a:lstStyle/>
        <a:p>
          <a:r>
            <a:rPr lang="en-US"/>
            <a:t>Multisignature addresses </a:t>
          </a:r>
        </a:p>
      </dgm:t>
    </dgm:pt>
    <dgm:pt modelId="{533789F1-817B-41AD-B7C7-C7938C2B805B}" type="parTrans" cxnId="{80D7730A-5694-4B1A-BF76-3B1C1E9A624A}">
      <dgm:prSet/>
      <dgm:spPr/>
      <dgm:t>
        <a:bodyPr/>
        <a:lstStyle/>
        <a:p>
          <a:endParaRPr lang="en-US"/>
        </a:p>
      </dgm:t>
    </dgm:pt>
    <dgm:pt modelId="{1524BC66-4097-40D7-8741-98336721F394}" type="sibTrans" cxnId="{80D7730A-5694-4B1A-BF76-3B1C1E9A624A}">
      <dgm:prSet/>
      <dgm:spPr/>
      <dgm:t>
        <a:bodyPr/>
        <a:lstStyle/>
        <a:p>
          <a:endParaRPr lang="en-US"/>
        </a:p>
      </dgm:t>
    </dgm:pt>
    <dgm:pt modelId="{43B358D1-2A9C-4B61-9F25-1D5BE6721AB2}">
      <dgm:prSet/>
      <dgm:spPr/>
      <dgm:t>
        <a:bodyPr/>
        <a:lstStyle/>
        <a:p>
          <a:r>
            <a:rPr lang="en-US"/>
            <a:t>secure funds</a:t>
          </a:r>
          <a:r>
            <a:rPr lang="tr-TR"/>
            <a:t> </a:t>
          </a:r>
          <a:r>
            <a:rPr lang="en-US"/>
            <a:t>by requiring </a:t>
          </a:r>
        </a:p>
      </dgm:t>
    </dgm:pt>
    <dgm:pt modelId="{349AB80B-F08F-42A6-B4F9-4869C6119295}" type="parTrans" cxnId="{47B3C07B-F0CE-4ECB-9DBE-5AABDA7360E0}">
      <dgm:prSet/>
      <dgm:spPr/>
      <dgm:t>
        <a:bodyPr/>
        <a:lstStyle/>
        <a:p>
          <a:endParaRPr lang="en-US"/>
        </a:p>
      </dgm:t>
    </dgm:pt>
    <dgm:pt modelId="{1EC3D9EE-5765-4369-9144-882CD5BDF07F}" type="sibTrans" cxnId="{47B3C07B-F0CE-4ECB-9DBE-5AABDA7360E0}">
      <dgm:prSet/>
      <dgm:spPr/>
      <dgm:t>
        <a:bodyPr/>
        <a:lstStyle/>
        <a:p>
          <a:endParaRPr lang="en-US"/>
        </a:p>
      </dgm:t>
    </dgm:pt>
    <dgm:pt modelId="{6DCCF8FC-FB42-4D21-8353-E1256857C268}">
      <dgm:prSet/>
      <dgm:spPr/>
      <dgm:t>
        <a:bodyPr/>
        <a:lstStyle/>
        <a:p>
          <a:r>
            <a:rPr lang="en-US"/>
            <a:t>more than one signature to make a payment. </a:t>
          </a:r>
        </a:p>
      </dgm:t>
    </dgm:pt>
    <dgm:pt modelId="{044591FD-846F-4246-9A14-AADD01D555E1}" type="parTrans" cxnId="{723EBB1E-D11C-492E-9A10-1CF1EC3C08B5}">
      <dgm:prSet/>
      <dgm:spPr/>
      <dgm:t>
        <a:bodyPr/>
        <a:lstStyle/>
        <a:p>
          <a:endParaRPr lang="en-US"/>
        </a:p>
      </dgm:t>
    </dgm:pt>
    <dgm:pt modelId="{12E342E7-2871-49C3-AA91-B90078F5842C}" type="sibTrans" cxnId="{723EBB1E-D11C-492E-9A10-1CF1EC3C08B5}">
      <dgm:prSet/>
      <dgm:spPr/>
      <dgm:t>
        <a:bodyPr/>
        <a:lstStyle/>
        <a:p>
          <a:endParaRPr lang="en-US"/>
        </a:p>
      </dgm:t>
    </dgm:pt>
    <dgm:pt modelId="{748F52E6-CD95-4838-B89F-C3A960B2E1F7}">
      <dgm:prSet/>
      <dgm:spPr/>
      <dgm:t>
        <a:bodyPr/>
        <a:lstStyle/>
        <a:p>
          <a:r>
            <a:rPr lang="tr-TR" dirty="0"/>
            <a:t>Storage in different locations</a:t>
          </a:r>
          <a:endParaRPr lang="en-US" dirty="0"/>
        </a:p>
      </dgm:t>
    </dgm:pt>
    <dgm:pt modelId="{2F2F5097-15C7-420E-AA7E-3205EBC0FF9C}" type="parTrans" cxnId="{EEA08B17-29A6-4BD4-BE97-B3C793C3A069}">
      <dgm:prSet/>
      <dgm:spPr/>
      <dgm:t>
        <a:bodyPr/>
        <a:lstStyle/>
        <a:p>
          <a:endParaRPr lang="en-US"/>
        </a:p>
      </dgm:t>
    </dgm:pt>
    <dgm:pt modelId="{E5461863-AFB0-4C7A-9CA8-4040EB03146C}" type="sibTrans" cxnId="{EEA08B17-29A6-4BD4-BE97-B3C793C3A069}">
      <dgm:prSet/>
      <dgm:spPr/>
      <dgm:t>
        <a:bodyPr/>
        <a:lstStyle/>
        <a:p>
          <a:endParaRPr lang="en-US"/>
        </a:p>
      </dgm:t>
    </dgm:pt>
    <dgm:pt modelId="{9515B210-C7A6-4F22-A927-D26EF0CDD719}">
      <dgm:prSet/>
      <dgm:spPr/>
      <dgm:t>
        <a:bodyPr/>
        <a:lstStyle/>
        <a:p>
          <a:r>
            <a:rPr lang="en-US"/>
            <a:t>The signing keys should be</a:t>
          </a:r>
          <a:r>
            <a:rPr lang="tr-TR"/>
            <a:t> </a:t>
          </a:r>
          <a:r>
            <a:rPr lang="en-US"/>
            <a:t>stored in a number of different locations </a:t>
          </a:r>
        </a:p>
      </dgm:t>
    </dgm:pt>
    <dgm:pt modelId="{DBDD9E36-E2F3-4D4D-8E62-CC0815875945}" type="parTrans" cxnId="{A0252365-EECA-4544-A25A-9CB31D9FD5E3}">
      <dgm:prSet/>
      <dgm:spPr/>
      <dgm:t>
        <a:bodyPr/>
        <a:lstStyle/>
        <a:p>
          <a:endParaRPr lang="en-US"/>
        </a:p>
      </dgm:t>
    </dgm:pt>
    <dgm:pt modelId="{A1CBDCC7-5138-4280-B9FF-2E2F1698079E}" type="sibTrans" cxnId="{A0252365-EECA-4544-A25A-9CB31D9FD5E3}">
      <dgm:prSet/>
      <dgm:spPr/>
      <dgm:t>
        <a:bodyPr/>
        <a:lstStyle/>
        <a:p>
          <a:endParaRPr lang="en-US"/>
        </a:p>
      </dgm:t>
    </dgm:pt>
    <dgm:pt modelId="{AAD2A35D-3111-4641-ACCA-B8C5082186D1}">
      <dgm:prSet/>
      <dgm:spPr/>
      <dgm:t>
        <a:bodyPr/>
        <a:lstStyle/>
        <a:p>
          <a:r>
            <a:rPr lang="en-US"/>
            <a:t>and under the control of different people.</a:t>
          </a:r>
        </a:p>
      </dgm:t>
    </dgm:pt>
    <dgm:pt modelId="{49EDDEE8-69BA-441B-B6C8-55B72874C3E2}" type="parTrans" cxnId="{D9EC1F0C-1111-4E89-BCBB-58530EDB46C8}">
      <dgm:prSet/>
      <dgm:spPr/>
      <dgm:t>
        <a:bodyPr/>
        <a:lstStyle/>
        <a:p>
          <a:endParaRPr lang="en-US"/>
        </a:p>
      </dgm:t>
    </dgm:pt>
    <dgm:pt modelId="{82E2E065-47A0-421B-B9D2-3A6D37B0706C}" type="sibTrans" cxnId="{D9EC1F0C-1111-4E89-BCBB-58530EDB46C8}">
      <dgm:prSet/>
      <dgm:spPr/>
      <dgm:t>
        <a:bodyPr/>
        <a:lstStyle/>
        <a:p>
          <a:endParaRPr lang="en-US"/>
        </a:p>
      </dgm:t>
    </dgm:pt>
    <dgm:pt modelId="{24622D85-BE71-4432-8FC1-C5B76DA754D4}" type="pres">
      <dgm:prSet presAssocID="{B1EF58C9-2393-4531-96A7-E4F7F8174B44}" presName="Name0" presStyleCnt="0">
        <dgm:presLayoutVars>
          <dgm:dir/>
          <dgm:animLvl val="lvl"/>
          <dgm:resizeHandles val="exact"/>
        </dgm:presLayoutVars>
      </dgm:prSet>
      <dgm:spPr/>
    </dgm:pt>
    <dgm:pt modelId="{D03424E9-89EF-4CEE-B81D-50F794C2CEC6}" type="pres">
      <dgm:prSet presAssocID="{5A795C3F-2C14-4BCD-97DB-B36CA21C3A88}" presName="linNode" presStyleCnt="0"/>
      <dgm:spPr/>
    </dgm:pt>
    <dgm:pt modelId="{6413E6FF-E96D-4EE4-BB6C-6B6105CC8887}" type="pres">
      <dgm:prSet presAssocID="{5A795C3F-2C14-4BCD-97DB-B36CA21C3A8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CC5DDD4-3A9B-498E-AB85-26657FB363B4}" type="pres">
      <dgm:prSet presAssocID="{5A795C3F-2C14-4BCD-97DB-B36CA21C3A88}" presName="descendantText" presStyleLbl="alignAccFollowNode1" presStyleIdx="0" presStyleCnt="3">
        <dgm:presLayoutVars>
          <dgm:bulletEnabled val="1"/>
        </dgm:presLayoutVars>
      </dgm:prSet>
      <dgm:spPr/>
    </dgm:pt>
    <dgm:pt modelId="{078C97E8-DB81-481B-8180-D046B54F7E0A}" type="pres">
      <dgm:prSet presAssocID="{1C9434B1-58A2-41C2-833C-7A0ABC227094}" presName="sp" presStyleCnt="0"/>
      <dgm:spPr/>
    </dgm:pt>
    <dgm:pt modelId="{7A17C622-D5B6-41DC-BAAF-0FC98952FCA4}" type="pres">
      <dgm:prSet presAssocID="{1BF9E1E5-5663-465D-BCFE-54488DAF14A3}" presName="linNode" presStyleCnt="0"/>
      <dgm:spPr/>
    </dgm:pt>
    <dgm:pt modelId="{D0D5DE9B-657B-4C2E-AA7F-44D1571C1B05}" type="pres">
      <dgm:prSet presAssocID="{1BF9E1E5-5663-465D-BCFE-54488DAF14A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DA95DBD-65F2-4ADA-A9E8-40C1E01050FE}" type="pres">
      <dgm:prSet presAssocID="{1BF9E1E5-5663-465D-BCFE-54488DAF14A3}" presName="descendantText" presStyleLbl="alignAccFollowNode1" presStyleIdx="1" presStyleCnt="3">
        <dgm:presLayoutVars>
          <dgm:bulletEnabled val="1"/>
        </dgm:presLayoutVars>
      </dgm:prSet>
      <dgm:spPr/>
    </dgm:pt>
    <dgm:pt modelId="{1A211CF1-AB9F-4766-BE8D-6E7971646B5F}" type="pres">
      <dgm:prSet presAssocID="{1524BC66-4097-40D7-8741-98336721F394}" presName="sp" presStyleCnt="0"/>
      <dgm:spPr/>
    </dgm:pt>
    <dgm:pt modelId="{ED2B4C2D-F81A-4D1A-8B53-A0D1D93BF418}" type="pres">
      <dgm:prSet presAssocID="{748F52E6-CD95-4838-B89F-C3A960B2E1F7}" presName="linNode" presStyleCnt="0"/>
      <dgm:spPr/>
    </dgm:pt>
    <dgm:pt modelId="{BF7EF0EF-EC9C-4868-AC43-548F3419B9BB}" type="pres">
      <dgm:prSet presAssocID="{748F52E6-CD95-4838-B89F-C3A960B2E1F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6729447-4AB2-4D02-8DA3-D618F7588B48}" type="pres">
      <dgm:prSet presAssocID="{748F52E6-CD95-4838-B89F-C3A960B2E1F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0D7730A-5694-4B1A-BF76-3B1C1E9A624A}" srcId="{B1EF58C9-2393-4531-96A7-E4F7F8174B44}" destId="{1BF9E1E5-5663-465D-BCFE-54488DAF14A3}" srcOrd="1" destOrd="0" parTransId="{533789F1-817B-41AD-B7C7-C7938C2B805B}" sibTransId="{1524BC66-4097-40D7-8741-98336721F394}"/>
    <dgm:cxn modelId="{D9EC1F0C-1111-4E89-BCBB-58530EDB46C8}" srcId="{748F52E6-CD95-4838-B89F-C3A960B2E1F7}" destId="{AAD2A35D-3111-4641-ACCA-B8C5082186D1}" srcOrd="1" destOrd="0" parTransId="{49EDDEE8-69BA-441B-B6C8-55B72874C3E2}" sibTransId="{82E2E065-47A0-421B-B9D2-3A6D37B0706C}"/>
    <dgm:cxn modelId="{41BA7011-1817-4BBC-B7D5-1B943AE9710E}" type="presOf" srcId="{5A795C3F-2C14-4BCD-97DB-B36CA21C3A88}" destId="{6413E6FF-E96D-4EE4-BB6C-6B6105CC8887}" srcOrd="0" destOrd="0" presId="urn:microsoft.com/office/officeart/2005/8/layout/vList5"/>
    <dgm:cxn modelId="{EEA08B17-29A6-4BD4-BE97-B3C793C3A069}" srcId="{B1EF58C9-2393-4531-96A7-E4F7F8174B44}" destId="{748F52E6-CD95-4838-B89F-C3A960B2E1F7}" srcOrd="2" destOrd="0" parTransId="{2F2F5097-15C7-420E-AA7E-3205EBC0FF9C}" sibTransId="{E5461863-AFB0-4C7A-9CA8-4040EB03146C}"/>
    <dgm:cxn modelId="{723EBB1E-D11C-492E-9A10-1CF1EC3C08B5}" srcId="{1BF9E1E5-5663-465D-BCFE-54488DAF14A3}" destId="{6DCCF8FC-FB42-4D21-8353-E1256857C268}" srcOrd="1" destOrd="0" parTransId="{044591FD-846F-4246-9A14-AADD01D555E1}" sibTransId="{12E342E7-2871-49C3-AA91-B90078F5842C}"/>
    <dgm:cxn modelId="{75740528-BFDB-4CAD-9469-D1CDC6244B52}" srcId="{B1EF58C9-2393-4531-96A7-E4F7F8174B44}" destId="{5A795C3F-2C14-4BCD-97DB-B36CA21C3A88}" srcOrd="0" destOrd="0" parTransId="{E262A3CC-517B-4A1C-9138-09D912059041}" sibTransId="{1C9434B1-58A2-41C2-833C-7A0ABC227094}"/>
    <dgm:cxn modelId="{31CA8A29-DE69-4B65-A98A-07696D21C92A}" srcId="{5A795C3F-2C14-4BCD-97DB-B36CA21C3A88}" destId="{B4ADB57E-C9ED-4B2D-84C2-09EF277815F9}" srcOrd="1" destOrd="0" parTransId="{9B6A2C21-A76C-4CE8-9AC7-8067E2EF7EDC}" sibTransId="{64A0BA91-72AC-4F7D-9E09-3E597D9EF647}"/>
    <dgm:cxn modelId="{A4BF9260-5E6A-41B8-AE0F-810C5C08BAB9}" type="presOf" srcId="{748F52E6-CD95-4838-B89F-C3A960B2E1F7}" destId="{BF7EF0EF-EC9C-4868-AC43-548F3419B9BB}" srcOrd="0" destOrd="0" presId="urn:microsoft.com/office/officeart/2005/8/layout/vList5"/>
    <dgm:cxn modelId="{A0252365-EECA-4544-A25A-9CB31D9FD5E3}" srcId="{748F52E6-CD95-4838-B89F-C3A960B2E1F7}" destId="{9515B210-C7A6-4F22-A927-D26EF0CDD719}" srcOrd="0" destOrd="0" parTransId="{DBDD9E36-E2F3-4D4D-8E62-CC0815875945}" sibTransId="{A1CBDCC7-5138-4280-B9FF-2E2F1698079E}"/>
    <dgm:cxn modelId="{A79AFF66-19D8-4614-A85B-B9E0E3445634}" type="presOf" srcId="{5DF97491-1BE6-4A95-A55B-3082625B9829}" destId="{ACC5DDD4-3A9B-498E-AB85-26657FB363B4}" srcOrd="0" destOrd="0" presId="urn:microsoft.com/office/officeart/2005/8/layout/vList5"/>
    <dgm:cxn modelId="{AEA4E769-95C7-49E6-946C-992CCAA6B40D}" type="presOf" srcId="{9515B210-C7A6-4F22-A927-D26EF0CDD719}" destId="{66729447-4AB2-4D02-8DA3-D618F7588B48}" srcOrd="0" destOrd="0" presId="urn:microsoft.com/office/officeart/2005/8/layout/vList5"/>
    <dgm:cxn modelId="{CB06F66B-44E7-4625-BF8A-BA1056091FAF}" type="presOf" srcId="{6DCCF8FC-FB42-4D21-8353-E1256857C268}" destId="{0DA95DBD-65F2-4ADA-A9E8-40C1E01050FE}" srcOrd="0" destOrd="1" presId="urn:microsoft.com/office/officeart/2005/8/layout/vList5"/>
    <dgm:cxn modelId="{BA9B6870-E1B4-47AB-ADCB-68589A0FD68B}" type="presOf" srcId="{1BF9E1E5-5663-465D-BCFE-54488DAF14A3}" destId="{D0D5DE9B-657B-4C2E-AA7F-44D1571C1B05}" srcOrd="0" destOrd="0" presId="urn:microsoft.com/office/officeart/2005/8/layout/vList5"/>
    <dgm:cxn modelId="{47B3C07B-F0CE-4ECB-9DBE-5AABDA7360E0}" srcId="{1BF9E1E5-5663-465D-BCFE-54488DAF14A3}" destId="{43B358D1-2A9C-4B61-9F25-1D5BE6721AB2}" srcOrd="0" destOrd="0" parTransId="{349AB80B-F08F-42A6-B4F9-4869C6119295}" sibTransId="{1EC3D9EE-5765-4369-9144-882CD5BDF07F}"/>
    <dgm:cxn modelId="{C8BCBCBD-F52E-485D-AA26-9AEFCE1B20A9}" type="presOf" srcId="{AAD2A35D-3111-4641-ACCA-B8C5082186D1}" destId="{66729447-4AB2-4D02-8DA3-D618F7588B48}" srcOrd="0" destOrd="1" presId="urn:microsoft.com/office/officeart/2005/8/layout/vList5"/>
    <dgm:cxn modelId="{E8D8ECC0-6525-4F4C-BAA7-F19D5CBBAB52}" type="presOf" srcId="{B1EF58C9-2393-4531-96A7-E4F7F8174B44}" destId="{24622D85-BE71-4432-8FC1-C5B76DA754D4}" srcOrd="0" destOrd="0" presId="urn:microsoft.com/office/officeart/2005/8/layout/vList5"/>
    <dgm:cxn modelId="{C5D1A4C1-25C1-400F-8BB5-CC65B2170CDD}" type="presOf" srcId="{43B358D1-2A9C-4B61-9F25-1D5BE6721AB2}" destId="{0DA95DBD-65F2-4ADA-A9E8-40C1E01050FE}" srcOrd="0" destOrd="0" presId="urn:microsoft.com/office/officeart/2005/8/layout/vList5"/>
    <dgm:cxn modelId="{7CD3ABC8-71FB-4BDC-BC15-855054063F18}" type="presOf" srcId="{B4ADB57E-C9ED-4B2D-84C2-09EF277815F9}" destId="{ACC5DDD4-3A9B-498E-AB85-26657FB363B4}" srcOrd="0" destOrd="1" presId="urn:microsoft.com/office/officeart/2005/8/layout/vList5"/>
    <dgm:cxn modelId="{E6B725F6-E184-4A6C-85E1-DDA68309FAB5}" srcId="{5A795C3F-2C14-4BCD-97DB-B36CA21C3A88}" destId="{5DF97491-1BE6-4A95-A55B-3082625B9829}" srcOrd="0" destOrd="0" parTransId="{C264941E-9144-4742-BE66-2792A12A91D3}" sibTransId="{50AE4DA8-DC01-4DDA-B215-E55D376090AC}"/>
    <dgm:cxn modelId="{12E32413-9B00-41F4-B806-450336CD6C02}" type="presParOf" srcId="{24622D85-BE71-4432-8FC1-C5B76DA754D4}" destId="{D03424E9-89EF-4CEE-B81D-50F794C2CEC6}" srcOrd="0" destOrd="0" presId="urn:microsoft.com/office/officeart/2005/8/layout/vList5"/>
    <dgm:cxn modelId="{DB4C3634-D246-457B-BC19-890AE68699A4}" type="presParOf" srcId="{D03424E9-89EF-4CEE-B81D-50F794C2CEC6}" destId="{6413E6FF-E96D-4EE4-BB6C-6B6105CC8887}" srcOrd="0" destOrd="0" presId="urn:microsoft.com/office/officeart/2005/8/layout/vList5"/>
    <dgm:cxn modelId="{3F91CC4E-41CF-4D41-B03F-E6D8B8A6BED5}" type="presParOf" srcId="{D03424E9-89EF-4CEE-B81D-50F794C2CEC6}" destId="{ACC5DDD4-3A9B-498E-AB85-26657FB363B4}" srcOrd="1" destOrd="0" presId="urn:microsoft.com/office/officeart/2005/8/layout/vList5"/>
    <dgm:cxn modelId="{37B5D792-DF12-45D1-A712-1D61A37C020B}" type="presParOf" srcId="{24622D85-BE71-4432-8FC1-C5B76DA754D4}" destId="{078C97E8-DB81-481B-8180-D046B54F7E0A}" srcOrd="1" destOrd="0" presId="urn:microsoft.com/office/officeart/2005/8/layout/vList5"/>
    <dgm:cxn modelId="{FBD17CF9-B860-4D73-9C3E-BD5BA420A5D7}" type="presParOf" srcId="{24622D85-BE71-4432-8FC1-C5B76DA754D4}" destId="{7A17C622-D5B6-41DC-BAAF-0FC98952FCA4}" srcOrd="2" destOrd="0" presId="urn:microsoft.com/office/officeart/2005/8/layout/vList5"/>
    <dgm:cxn modelId="{7CF865FE-A6B9-4CB2-B9B5-73DFD8026271}" type="presParOf" srcId="{7A17C622-D5B6-41DC-BAAF-0FC98952FCA4}" destId="{D0D5DE9B-657B-4C2E-AA7F-44D1571C1B05}" srcOrd="0" destOrd="0" presId="urn:microsoft.com/office/officeart/2005/8/layout/vList5"/>
    <dgm:cxn modelId="{701EF46D-87A4-44F7-A6E5-57162F404C23}" type="presParOf" srcId="{7A17C622-D5B6-41DC-BAAF-0FC98952FCA4}" destId="{0DA95DBD-65F2-4ADA-A9E8-40C1E01050FE}" srcOrd="1" destOrd="0" presId="urn:microsoft.com/office/officeart/2005/8/layout/vList5"/>
    <dgm:cxn modelId="{348BFD0F-104F-4134-99F3-11213E80F447}" type="presParOf" srcId="{24622D85-BE71-4432-8FC1-C5B76DA754D4}" destId="{1A211CF1-AB9F-4766-BE8D-6E7971646B5F}" srcOrd="3" destOrd="0" presId="urn:microsoft.com/office/officeart/2005/8/layout/vList5"/>
    <dgm:cxn modelId="{B9910B19-3878-485F-9EFA-F4F579E51636}" type="presParOf" srcId="{24622D85-BE71-4432-8FC1-C5B76DA754D4}" destId="{ED2B4C2D-F81A-4D1A-8B53-A0D1D93BF418}" srcOrd="4" destOrd="0" presId="urn:microsoft.com/office/officeart/2005/8/layout/vList5"/>
    <dgm:cxn modelId="{6B5A4DB5-EAA7-42BA-B441-145581C1701A}" type="presParOf" srcId="{ED2B4C2D-F81A-4D1A-8B53-A0D1D93BF418}" destId="{BF7EF0EF-EC9C-4868-AC43-548F3419B9BB}" srcOrd="0" destOrd="0" presId="urn:microsoft.com/office/officeart/2005/8/layout/vList5"/>
    <dgm:cxn modelId="{39BECE62-631D-4C02-9DAE-55A324477EF8}" type="presParOf" srcId="{ED2B4C2D-F81A-4D1A-8B53-A0D1D93BF418}" destId="{66729447-4AB2-4D02-8DA3-D618F7588B4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FD40315-CFDB-40B2-B086-1DE0F687BD49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856251-522E-47D8-8237-834C73BDAF61}">
      <dgm:prSet/>
      <dgm:spPr/>
      <dgm:t>
        <a:bodyPr/>
        <a:lstStyle/>
        <a:p>
          <a:r>
            <a:rPr lang="tr-TR"/>
            <a:t>Example</a:t>
          </a:r>
          <a:endParaRPr lang="en-US"/>
        </a:p>
      </dgm:t>
    </dgm:pt>
    <dgm:pt modelId="{FBEE43F9-D66C-4F21-B02D-5EFE9514E914}" type="parTrans" cxnId="{71C687DB-3E9D-4F71-8DDB-406F99A76A81}">
      <dgm:prSet/>
      <dgm:spPr/>
      <dgm:t>
        <a:bodyPr/>
        <a:lstStyle/>
        <a:p>
          <a:endParaRPr lang="en-US"/>
        </a:p>
      </dgm:t>
    </dgm:pt>
    <dgm:pt modelId="{704D85C5-7B6F-4B8F-8CE5-2BAC5542372D}" type="sibTrans" cxnId="{71C687DB-3E9D-4F71-8DDB-406F99A76A81}">
      <dgm:prSet/>
      <dgm:spPr/>
      <dgm:t>
        <a:bodyPr/>
        <a:lstStyle/>
        <a:p>
          <a:endParaRPr lang="en-US"/>
        </a:p>
      </dgm:t>
    </dgm:pt>
    <dgm:pt modelId="{35A0ABBF-D084-4B23-B7B4-AD7774AF1A96}">
      <dgm:prSet/>
      <dgm:spPr/>
      <dgm:t>
        <a:bodyPr/>
        <a:lstStyle/>
        <a:p>
          <a:r>
            <a:rPr lang="tr-TR"/>
            <a:t>In </a:t>
          </a:r>
          <a:r>
            <a:rPr lang="en-US"/>
            <a:t>a corporate environment</a:t>
          </a:r>
        </a:p>
      </dgm:t>
    </dgm:pt>
    <dgm:pt modelId="{D57B2028-D248-4276-9220-BD3F076EA9F2}" type="parTrans" cxnId="{E747046A-902F-431F-8332-A672C2E5CCC4}">
      <dgm:prSet/>
      <dgm:spPr/>
      <dgm:t>
        <a:bodyPr/>
        <a:lstStyle/>
        <a:p>
          <a:endParaRPr lang="en-US"/>
        </a:p>
      </dgm:t>
    </dgm:pt>
    <dgm:pt modelId="{F19695EF-2E9A-420D-B133-5BEF6677BA75}" type="sibTrans" cxnId="{E747046A-902F-431F-8332-A672C2E5CCC4}">
      <dgm:prSet/>
      <dgm:spPr/>
      <dgm:t>
        <a:bodyPr/>
        <a:lstStyle/>
        <a:p>
          <a:endParaRPr lang="en-US"/>
        </a:p>
      </dgm:t>
    </dgm:pt>
    <dgm:pt modelId="{E33603D1-5699-4A23-B594-6D7181F5581E}">
      <dgm:prSet/>
      <dgm:spPr/>
      <dgm:t>
        <a:bodyPr/>
        <a:lstStyle/>
        <a:p>
          <a:r>
            <a:rPr lang="en-US"/>
            <a:t>the keys should be generated independently</a:t>
          </a:r>
        </a:p>
      </dgm:t>
    </dgm:pt>
    <dgm:pt modelId="{0DE6D38C-2BE6-491A-8DE6-6BD1736F1DB2}" type="parTrans" cxnId="{89761D37-8692-4B55-8AFF-0BFE2E113A87}">
      <dgm:prSet/>
      <dgm:spPr/>
      <dgm:t>
        <a:bodyPr/>
        <a:lstStyle/>
        <a:p>
          <a:endParaRPr lang="en-US"/>
        </a:p>
      </dgm:t>
    </dgm:pt>
    <dgm:pt modelId="{5B63EE78-7BC2-4C52-95A0-D0891880875C}" type="sibTrans" cxnId="{89761D37-8692-4B55-8AFF-0BFE2E113A87}">
      <dgm:prSet/>
      <dgm:spPr/>
      <dgm:t>
        <a:bodyPr/>
        <a:lstStyle/>
        <a:p>
          <a:endParaRPr lang="en-US"/>
        </a:p>
      </dgm:t>
    </dgm:pt>
    <dgm:pt modelId="{C6A7A407-7870-4997-AB34-75F9C821F569}">
      <dgm:prSet/>
      <dgm:spPr/>
      <dgm:t>
        <a:bodyPr/>
        <a:lstStyle/>
        <a:p>
          <a:r>
            <a:rPr lang="en-US"/>
            <a:t>and held by several company executives,</a:t>
          </a:r>
        </a:p>
      </dgm:t>
    </dgm:pt>
    <dgm:pt modelId="{9800F7A8-B0B0-4B6B-A7A5-9DA83ABFABAF}" type="parTrans" cxnId="{1F02A69C-4C87-4051-BE85-FEACE86B20DC}">
      <dgm:prSet/>
      <dgm:spPr/>
      <dgm:t>
        <a:bodyPr/>
        <a:lstStyle/>
        <a:p>
          <a:endParaRPr lang="en-US"/>
        </a:p>
      </dgm:t>
    </dgm:pt>
    <dgm:pt modelId="{ACD6B9C2-76BD-4483-BF4A-F26DCD918FE0}" type="sibTrans" cxnId="{1F02A69C-4C87-4051-BE85-FEACE86B20DC}">
      <dgm:prSet/>
      <dgm:spPr/>
      <dgm:t>
        <a:bodyPr/>
        <a:lstStyle/>
        <a:p>
          <a:endParaRPr lang="en-US"/>
        </a:p>
      </dgm:t>
    </dgm:pt>
    <dgm:pt modelId="{41E52927-AA0C-4E87-9947-F610B44672AE}">
      <dgm:prSet/>
      <dgm:spPr/>
      <dgm:t>
        <a:bodyPr/>
        <a:lstStyle/>
        <a:p>
          <a:r>
            <a:rPr lang="en-US"/>
            <a:t>to ensure no single person can compromise</a:t>
          </a:r>
          <a:r>
            <a:rPr lang="tr-TR"/>
            <a:t> </a:t>
          </a:r>
          <a:r>
            <a:rPr lang="en-US"/>
            <a:t>the funds. </a:t>
          </a:r>
        </a:p>
      </dgm:t>
    </dgm:pt>
    <dgm:pt modelId="{8490A3FF-1971-4D62-A43F-BD3C306623F9}" type="parTrans" cxnId="{9D126880-0826-4E16-A8A8-842A22BB2A69}">
      <dgm:prSet/>
      <dgm:spPr/>
      <dgm:t>
        <a:bodyPr/>
        <a:lstStyle/>
        <a:p>
          <a:endParaRPr lang="en-US"/>
        </a:p>
      </dgm:t>
    </dgm:pt>
    <dgm:pt modelId="{9922E781-2F0D-4B2F-8438-0046B0B8A45A}" type="sibTrans" cxnId="{9D126880-0826-4E16-A8A8-842A22BB2A69}">
      <dgm:prSet/>
      <dgm:spPr/>
      <dgm:t>
        <a:bodyPr/>
        <a:lstStyle/>
        <a:p>
          <a:endParaRPr lang="en-US"/>
        </a:p>
      </dgm:t>
    </dgm:pt>
    <dgm:pt modelId="{79EEF11A-22ED-401F-9B83-712764D04224}">
      <dgm:prSet/>
      <dgm:spPr/>
      <dgm:t>
        <a:bodyPr/>
        <a:lstStyle/>
        <a:p>
          <a:r>
            <a:rPr lang="en-US"/>
            <a:t>Multisignature addresses </a:t>
          </a:r>
        </a:p>
      </dgm:t>
    </dgm:pt>
    <dgm:pt modelId="{BD855B2B-A9C3-42A9-99A6-5F036702A88F}" type="parTrans" cxnId="{72E2B7E4-1C0D-4C27-BDD1-359118571E2D}">
      <dgm:prSet/>
      <dgm:spPr/>
      <dgm:t>
        <a:bodyPr/>
        <a:lstStyle/>
        <a:p>
          <a:endParaRPr lang="en-US"/>
        </a:p>
      </dgm:t>
    </dgm:pt>
    <dgm:pt modelId="{B470485B-59E9-4CAD-B97D-0401095FD393}" type="sibTrans" cxnId="{72E2B7E4-1C0D-4C27-BDD1-359118571E2D}">
      <dgm:prSet/>
      <dgm:spPr/>
      <dgm:t>
        <a:bodyPr/>
        <a:lstStyle/>
        <a:p>
          <a:endParaRPr lang="en-US"/>
        </a:p>
      </dgm:t>
    </dgm:pt>
    <dgm:pt modelId="{F6AECCAF-CF07-494A-BCC9-5C0CEC11DFDC}">
      <dgm:prSet/>
      <dgm:spPr/>
      <dgm:t>
        <a:bodyPr/>
        <a:lstStyle/>
        <a:p>
          <a:r>
            <a:rPr lang="en-US"/>
            <a:t>can also offer redundancy, </a:t>
          </a:r>
        </a:p>
      </dgm:t>
    </dgm:pt>
    <dgm:pt modelId="{EBD5A837-2C16-4FDE-84FC-E224227C9FCD}" type="parTrans" cxnId="{12DE766C-E832-4369-B810-15B7DA8D5FC1}">
      <dgm:prSet/>
      <dgm:spPr/>
      <dgm:t>
        <a:bodyPr/>
        <a:lstStyle/>
        <a:p>
          <a:endParaRPr lang="en-US"/>
        </a:p>
      </dgm:t>
    </dgm:pt>
    <dgm:pt modelId="{6FEC638A-641A-47FD-8B08-7BEBBEFA674C}" type="sibTrans" cxnId="{12DE766C-E832-4369-B810-15B7DA8D5FC1}">
      <dgm:prSet/>
      <dgm:spPr/>
      <dgm:t>
        <a:bodyPr/>
        <a:lstStyle/>
        <a:p>
          <a:endParaRPr lang="en-US"/>
        </a:p>
      </dgm:t>
    </dgm:pt>
    <dgm:pt modelId="{D7B928D7-D533-4F88-8B7C-85BAF8439086}">
      <dgm:prSet/>
      <dgm:spPr/>
      <dgm:t>
        <a:bodyPr/>
        <a:lstStyle/>
        <a:p>
          <a:r>
            <a:rPr lang="en-US"/>
            <a:t>where a single person</a:t>
          </a:r>
          <a:r>
            <a:rPr lang="tr-TR"/>
            <a:t> </a:t>
          </a:r>
          <a:r>
            <a:rPr lang="en-US"/>
            <a:t>holds several keys </a:t>
          </a:r>
        </a:p>
      </dgm:t>
    </dgm:pt>
    <dgm:pt modelId="{3E275C82-8599-486A-AF6A-63C9B0A8643F}" type="parTrans" cxnId="{DD1FC1B9-BF03-48DF-A239-E48AA3627745}">
      <dgm:prSet/>
      <dgm:spPr/>
      <dgm:t>
        <a:bodyPr/>
        <a:lstStyle/>
        <a:p>
          <a:endParaRPr lang="en-US"/>
        </a:p>
      </dgm:t>
    </dgm:pt>
    <dgm:pt modelId="{25B70019-85FF-4ABC-961B-9E5740F1A817}" type="sibTrans" cxnId="{DD1FC1B9-BF03-48DF-A239-E48AA3627745}">
      <dgm:prSet/>
      <dgm:spPr/>
      <dgm:t>
        <a:bodyPr/>
        <a:lstStyle/>
        <a:p>
          <a:endParaRPr lang="en-US"/>
        </a:p>
      </dgm:t>
    </dgm:pt>
    <dgm:pt modelId="{DEB9BF6A-0C08-4215-BD80-1DBAD121B2A9}">
      <dgm:prSet/>
      <dgm:spPr/>
      <dgm:t>
        <a:bodyPr/>
        <a:lstStyle/>
        <a:p>
          <a:r>
            <a:rPr lang="en-US"/>
            <a:t>that are stored in different locations.</a:t>
          </a:r>
        </a:p>
      </dgm:t>
    </dgm:pt>
    <dgm:pt modelId="{58AE21E3-8B5A-42CD-8DEC-E813E1CC589C}" type="parTrans" cxnId="{59BD815F-74E0-4647-9AB4-4773EC37E55F}">
      <dgm:prSet/>
      <dgm:spPr/>
      <dgm:t>
        <a:bodyPr/>
        <a:lstStyle/>
        <a:p>
          <a:endParaRPr lang="en-US"/>
        </a:p>
      </dgm:t>
    </dgm:pt>
    <dgm:pt modelId="{D2347377-6FC3-4D49-915E-219B8EA33E48}" type="sibTrans" cxnId="{59BD815F-74E0-4647-9AB4-4773EC37E55F}">
      <dgm:prSet/>
      <dgm:spPr/>
      <dgm:t>
        <a:bodyPr/>
        <a:lstStyle/>
        <a:p>
          <a:endParaRPr lang="en-US"/>
        </a:p>
      </dgm:t>
    </dgm:pt>
    <dgm:pt modelId="{C2375A77-D525-4D8A-89E9-122F14E3F11E}" type="pres">
      <dgm:prSet presAssocID="{3FD40315-CFDB-40B2-B086-1DE0F687BD49}" presName="linear" presStyleCnt="0">
        <dgm:presLayoutVars>
          <dgm:dir/>
          <dgm:animLvl val="lvl"/>
          <dgm:resizeHandles val="exact"/>
        </dgm:presLayoutVars>
      </dgm:prSet>
      <dgm:spPr/>
    </dgm:pt>
    <dgm:pt modelId="{B2E69FD6-CD3A-4756-BC70-96F98028A95E}" type="pres">
      <dgm:prSet presAssocID="{21856251-522E-47D8-8237-834C73BDAF61}" presName="parentLin" presStyleCnt="0"/>
      <dgm:spPr/>
    </dgm:pt>
    <dgm:pt modelId="{13134C6E-6ED0-4894-9040-554E6A2C63AC}" type="pres">
      <dgm:prSet presAssocID="{21856251-522E-47D8-8237-834C73BDAF61}" presName="parentLeftMargin" presStyleLbl="node1" presStyleIdx="0" presStyleCnt="2"/>
      <dgm:spPr/>
    </dgm:pt>
    <dgm:pt modelId="{F7903CD6-5962-4389-BF9A-C375248E0B39}" type="pres">
      <dgm:prSet presAssocID="{21856251-522E-47D8-8237-834C73BDAF6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1868C0-802D-435F-BF0D-959EC4632791}" type="pres">
      <dgm:prSet presAssocID="{21856251-522E-47D8-8237-834C73BDAF61}" presName="negativeSpace" presStyleCnt="0"/>
      <dgm:spPr/>
    </dgm:pt>
    <dgm:pt modelId="{52D72097-6C52-46D0-B4D7-3A764E6719C2}" type="pres">
      <dgm:prSet presAssocID="{21856251-522E-47D8-8237-834C73BDAF61}" presName="childText" presStyleLbl="conFgAcc1" presStyleIdx="0" presStyleCnt="2">
        <dgm:presLayoutVars>
          <dgm:bulletEnabled val="1"/>
        </dgm:presLayoutVars>
      </dgm:prSet>
      <dgm:spPr/>
    </dgm:pt>
    <dgm:pt modelId="{0BB7E7A5-0A49-4CA9-B01A-C0B820602416}" type="pres">
      <dgm:prSet presAssocID="{704D85C5-7B6F-4B8F-8CE5-2BAC5542372D}" presName="spaceBetweenRectangles" presStyleCnt="0"/>
      <dgm:spPr/>
    </dgm:pt>
    <dgm:pt modelId="{67F50B71-FA67-4AF1-9B2C-02958316A67F}" type="pres">
      <dgm:prSet presAssocID="{79EEF11A-22ED-401F-9B83-712764D04224}" presName="parentLin" presStyleCnt="0"/>
      <dgm:spPr/>
    </dgm:pt>
    <dgm:pt modelId="{39844D12-CE76-4E7F-8425-1A4544EDC244}" type="pres">
      <dgm:prSet presAssocID="{79EEF11A-22ED-401F-9B83-712764D04224}" presName="parentLeftMargin" presStyleLbl="node1" presStyleIdx="0" presStyleCnt="2"/>
      <dgm:spPr/>
    </dgm:pt>
    <dgm:pt modelId="{CF2142AB-9EF0-43BA-AC0E-2E1C4B3CC03D}" type="pres">
      <dgm:prSet presAssocID="{79EEF11A-22ED-401F-9B83-712764D042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DB2E58-5667-4831-B2E4-5F97111BC556}" type="pres">
      <dgm:prSet presAssocID="{79EEF11A-22ED-401F-9B83-712764D04224}" presName="negativeSpace" presStyleCnt="0"/>
      <dgm:spPr/>
    </dgm:pt>
    <dgm:pt modelId="{B9BC16D2-527F-42DC-A88E-4C13508DBD20}" type="pres">
      <dgm:prSet presAssocID="{79EEF11A-22ED-401F-9B83-712764D0422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BCA0816-D497-4131-83F8-E7A3FCACCEE4}" type="presOf" srcId="{41E52927-AA0C-4E87-9947-F610B44672AE}" destId="{52D72097-6C52-46D0-B4D7-3A764E6719C2}" srcOrd="0" destOrd="3" presId="urn:microsoft.com/office/officeart/2005/8/layout/list1"/>
    <dgm:cxn modelId="{BEF8991A-FA95-48BA-BBBE-9F1F6DF82FC4}" type="presOf" srcId="{F6AECCAF-CF07-494A-BCC9-5C0CEC11DFDC}" destId="{B9BC16D2-527F-42DC-A88E-4C13508DBD20}" srcOrd="0" destOrd="0" presId="urn:microsoft.com/office/officeart/2005/8/layout/list1"/>
    <dgm:cxn modelId="{EDF0D91F-320F-44C7-AB67-437E49096FBA}" type="presOf" srcId="{21856251-522E-47D8-8237-834C73BDAF61}" destId="{13134C6E-6ED0-4894-9040-554E6A2C63AC}" srcOrd="0" destOrd="0" presId="urn:microsoft.com/office/officeart/2005/8/layout/list1"/>
    <dgm:cxn modelId="{89761D37-8692-4B55-8AFF-0BFE2E113A87}" srcId="{21856251-522E-47D8-8237-834C73BDAF61}" destId="{E33603D1-5699-4A23-B594-6D7181F5581E}" srcOrd="1" destOrd="0" parTransId="{0DE6D38C-2BE6-491A-8DE6-6BD1736F1DB2}" sibTransId="{5B63EE78-7BC2-4C52-95A0-D0891880875C}"/>
    <dgm:cxn modelId="{43E9143B-17C6-430C-9F93-2E0EE6E7C03C}" type="presOf" srcId="{C6A7A407-7870-4997-AB34-75F9C821F569}" destId="{52D72097-6C52-46D0-B4D7-3A764E6719C2}" srcOrd="0" destOrd="2" presId="urn:microsoft.com/office/officeart/2005/8/layout/list1"/>
    <dgm:cxn modelId="{59BD815F-74E0-4647-9AB4-4773EC37E55F}" srcId="{79EEF11A-22ED-401F-9B83-712764D04224}" destId="{DEB9BF6A-0C08-4215-BD80-1DBAD121B2A9}" srcOrd="2" destOrd="0" parTransId="{58AE21E3-8B5A-42CD-8DEC-E813E1CC589C}" sibTransId="{D2347377-6FC3-4D49-915E-219B8EA33E48}"/>
    <dgm:cxn modelId="{53C07268-92AC-4B26-B155-22915B608644}" type="presOf" srcId="{79EEF11A-22ED-401F-9B83-712764D04224}" destId="{CF2142AB-9EF0-43BA-AC0E-2E1C4B3CC03D}" srcOrd="1" destOrd="0" presId="urn:microsoft.com/office/officeart/2005/8/layout/list1"/>
    <dgm:cxn modelId="{E747046A-902F-431F-8332-A672C2E5CCC4}" srcId="{21856251-522E-47D8-8237-834C73BDAF61}" destId="{35A0ABBF-D084-4B23-B7B4-AD7774AF1A96}" srcOrd="0" destOrd="0" parTransId="{D57B2028-D248-4276-9220-BD3F076EA9F2}" sibTransId="{F19695EF-2E9A-420D-B133-5BEF6677BA75}"/>
    <dgm:cxn modelId="{50AF774B-AEFA-4F9B-A966-C66FC3083D24}" type="presOf" srcId="{79EEF11A-22ED-401F-9B83-712764D04224}" destId="{39844D12-CE76-4E7F-8425-1A4544EDC244}" srcOrd="0" destOrd="0" presId="urn:microsoft.com/office/officeart/2005/8/layout/list1"/>
    <dgm:cxn modelId="{12DE766C-E832-4369-B810-15B7DA8D5FC1}" srcId="{79EEF11A-22ED-401F-9B83-712764D04224}" destId="{F6AECCAF-CF07-494A-BCC9-5C0CEC11DFDC}" srcOrd="0" destOrd="0" parTransId="{EBD5A837-2C16-4FDE-84FC-E224227C9FCD}" sibTransId="{6FEC638A-641A-47FD-8B08-7BEBBEFA674C}"/>
    <dgm:cxn modelId="{4992626E-3F4F-4820-8D49-7E248786442A}" type="presOf" srcId="{DEB9BF6A-0C08-4215-BD80-1DBAD121B2A9}" destId="{B9BC16D2-527F-42DC-A88E-4C13508DBD20}" srcOrd="0" destOrd="2" presId="urn:microsoft.com/office/officeart/2005/8/layout/list1"/>
    <dgm:cxn modelId="{9D126880-0826-4E16-A8A8-842A22BB2A69}" srcId="{21856251-522E-47D8-8237-834C73BDAF61}" destId="{41E52927-AA0C-4E87-9947-F610B44672AE}" srcOrd="3" destOrd="0" parTransId="{8490A3FF-1971-4D62-A43F-BD3C306623F9}" sibTransId="{9922E781-2F0D-4B2F-8438-0046B0B8A45A}"/>
    <dgm:cxn modelId="{1F02A69C-4C87-4051-BE85-FEACE86B20DC}" srcId="{21856251-522E-47D8-8237-834C73BDAF61}" destId="{C6A7A407-7870-4997-AB34-75F9C821F569}" srcOrd="2" destOrd="0" parTransId="{9800F7A8-B0B0-4B6B-A7A5-9DA83ABFABAF}" sibTransId="{ACD6B9C2-76BD-4483-BF4A-F26DCD918FE0}"/>
    <dgm:cxn modelId="{44DCEFA3-12D0-4DF2-9CFA-077DB035508A}" type="presOf" srcId="{3FD40315-CFDB-40B2-B086-1DE0F687BD49}" destId="{C2375A77-D525-4D8A-89E9-122F14E3F11E}" srcOrd="0" destOrd="0" presId="urn:microsoft.com/office/officeart/2005/8/layout/list1"/>
    <dgm:cxn modelId="{D28DECA4-098C-4163-962E-1F0DF33B6EC4}" type="presOf" srcId="{35A0ABBF-D084-4B23-B7B4-AD7774AF1A96}" destId="{52D72097-6C52-46D0-B4D7-3A764E6719C2}" srcOrd="0" destOrd="0" presId="urn:microsoft.com/office/officeart/2005/8/layout/list1"/>
    <dgm:cxn modelId="{DD1FC1B9-BF03-48DF-A239-E48AA3627745}" srcId="{79EEF11A-22ED-401F-9B83-712764D04224}" destId="{D7B928D7-D533-4F88-8B7C-85BAF8439086}" srcOrd="1" destOrd="0" parTransId="{3E275C82-8599-486A-AF6A-63C9B0A8643F}" sibTransId="{25B70019-85FF-4ABC-961B-9E5740F1A817}"/>
    <dgm:cxn modelId="{1E1A31BF-7333-4435-A3B4-3CAFB484617A}" type="presOf" srcId="{D7B928D7-D533-4F88-8B7C-85BAF8439086}" destId="{B9BC16D2-527F-42DC-A88E-4C13508DBD20}" srcOrd="0" destOrd="1" presId="urn:microsoft.com/office/officeart/2005/8/layout/list1"/>
    <dgm:cxn modelId="{8A63B6CA-2961-47DB-B58E-076713221E1D}" type="presOf" srcId="{21856251-522E-47D8-8237-834C73BDAF61}" destId="{F7903CD6-5962-4389-BF9A-C375248E0B39}" srcOrd="1" destOrd="0" presId="urn:microsoft.com/office/officeart/2005/8/layout/list1"/>
    <dgm:cxn modelId="{71C687DB-3E9D-4F71-8DDB-406F99A76A81}" srcId="{3FD40315-CFDB-40B2-B086-1DE0F687BD49}" destId="{21856251-522E-47D8-8237-834C73BDAF61}" srcOrd="0" destOrd="0" parTransId="{FBEE43F9-D66C-4F21-B02D-5EFE9514E914}" sibTransId="{704D85C5-7B6F-4B8F-8CE5-2BAC5542372D}"/>
    <dgm:cxn modelId="{EA7841DC-5904-48EB-8AC8-88F4363B7BF5}" type="presOf" srcId="{E33603D1-5699-4A23-B594-6D7181F5581E}" destId="{52D72097-6C52-46D0-B4D7-3A764E6719C2}" srcOrd="0" destOrd="1" presId="urn:microsoft.com/office/officeart/2005/8/layout/list1"/>
    <dgm:cxn modelId="{72E2B7E4-1C0D-4C27-BDD1-359118571E2D}" srcId="{3FD40315-CFDB-40B2-B086-1DE0F687BD49}" destId="{79EEF11A-22ED-401F-9B83-712764D04224}" srcOrd="1" destOrd="0" parTransId="{BD855B2B-A9C3-42A9-99A6-5F036702A88F}" sibTransId="{B470485B-59E9-4CAD-B97D-0401095FD393}"/>
    <dgm:cxn modelId="{670BF079-7C31-4567-99DB-133361993F65}" type="presParOf" srcId="{C2375A77-D525-4D8A-89E9-122F14E3F11E}" destId="{B2E69FD6-CD3A-4756-BC70-96F98028A95E}" srcOrd="0" destOrd="0" presId="urn:microsoft.com/office/officeart/2005/8/layout/list1"/>
    <dgm:cxn modelId="{8DCFD8A4-86F2-4077-9FA7-B21BF783675E}" type="presParOf" srcId="{B2E69FD6-CD3A-4756-BC70-96F98028A95E}" destId="{13134C6E-6ED0-4894-9040-554E6A2C63AC}" srcOrd="0" destOrd="0" presId="urn:microsoft.com/office/officeart/2005/8/layout/list1"/>
    <dgm:cxn modelId="{470D164B-17EA-41EE-A2FE-36B184A144D8}" type="presParOf" srcId="{B2E69FD6-CD3A-4756-BC70-96F98028A95E}" destId="{F7903CD6-5962-4389-BF9A-C375248E0B39}" srcOrd="1" destOrd="0" presId="urn:microsoft.com/office/officeart/2005/8/layout/list1"/>
    <dgm:cxn modelId="{866EFB9D-9981-467F-B641-A1F617810637}" type="presParOf" srcId="{C2375A77-D525-4D8A-89E9-122F14E3F11E}" destId="{B31868C0-802D-435F-BF0D-959EC4632791}" srcOrd="1" destOrd="0" presId="urn:microsoft.com/office/officeart/2005/8/layout/list1"/>
    <dgm:cxn modelId="{9D2E4E13-0763-4F8A-A52A-8E249090A56D}" type="presParOf" srcId="{C2375A77-D525-4D8A-89E9-122F14E3F11E}" destId="{52D72097-6C52-46D0-B4D7-3A764E6719C2}" srcOrd="2" destOrd="0" presId="urn:microsoft.com/office/officeart/2005/8/layout/list1"/>
    <dgm:cxn modelId="{8914728D-01F1-4081-B217-B22AD736EFAA}" type="presParOf" srcId="{C2375A77-D525-4D8A-89E9-122F14E3F11E}" destId="{0BB7E7A5-0A49-4CA9-B01A-C0B820602416}" srcOrd="3" destOrd="0" presId="urn:microsoft.com/office/officeart/2005/8/layout/list1"/>
    <dgm:cxn modelId="{BE8A948E-2C8C-42DF-95C8-13EAC4FBED31}" type="presParOf" srcId="{C2375A77-D525-4D8A-89E9-122F14E3F11E}" destId="{67F50B71-FA67-4AF1-9B2C-02958316A67F}" srcOrd="4" destOrd="0" presId="urn:microsoft.com/office/officeart/2005/8/layout/list1"/>
    <dgm:cxn modelId="{E69EE586-6FCD-4F35-A7D9-51EE51633623}" type="presParOf" srcId="{67F50B71-FA67-4AF1-9B2C-02958316A67F}" destId="{39844D12-CE76-4E7F-8425-1A4544EDC244}" srcOrd="0" destOrd="0" presId="urn:microsoft.com/office/officeart/2005/8/layout/list1"/>
    <dgm:cxn modelId="{0A8007C1-4E7F-46FB-8066-6C56B4EFB7EF}" type="presParOf" srcId="{67F50B71-FA67-4AF1-9B2C-02958316A67F}" destId="{CF2142AB-9EF0-43BA-AC0E-2E1C4B3CC03D}" srcOrd="1" destOrd="0" presId="urn:microsoft.com/office/officeart/2005/8/layout/list1"/>
    <dgm:cxn modelId="{968A9143-652C-4E92-AFA0-620D508A871C}" type="presParOf" srcId="{C2375A77-D525-4D8A-89E9-122F14E3F11E}" destId="{DADB2E58-5667-4831-B2E4-5F97111BC556}" srcOrd="5" destOrd="0" presId="urn:microsoft.com/office/officeart/2005/8/layout/list1"/>
    <dgm:cxn modelId="{95880B64-0A6F-4FB0-9FCD-65B146C5CD4C}" type="presParOf" srcId="{C2375A77-D525-4D8A-89E9-122F14E3F11E}" destId="{B9BC16D2-527F-42DC-A88E-4C13508DBD2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5CB9F2D6-CDEB-4E16-AF03-AFC93B83FDEB}" type="doc">
      <dgm:prSet loTypeId="urn:microsoft.com/office/officeart/2005/8/layout/vList5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463090C-134D-4797-8667-34C9BBE9C3FE}">
      <dgm:prSet/>
      <dgm:spPr/>
      <dgm:t>
        <a:bodyPr/>
        <a:lstStyle/>
        <a:p>
          <a:r>
            <a:rPr lang="en-US" dirty="0"/>
            <a:t>Bitcoin users are told to</a:t>
          </a:r>
          <a:r>
            <a:rPr lang="tr-TR" dirty="0"/>
            <a:t> </a:t>
          </a:r>
          <a:r>
            <a:rPr lang="en-US" dirty="0"/>
            <a:t>use complex passwords</a:t>
          </a:r>
        </a:p>
      </dgm:t>
    </dgm:pt>
    <dgm:pt modelId="{AF2D77B3-9F68-4A26-98DE-E6949CF466CB}" type="parTrans" cxnId="{D7311BC7-74D1-446F-A5A1-91EE0B38597A}">
      <dgm:prSet/>
      <dgm:spPr/>
      <dgm:t>
        <a:bodyPr/>
        <a:lstStyle/>
        <a:p>
          <a:endParaRPr lang="en-US"/>
        </a:p>
      </dgm:t>
    </dgm:pt>
    <dgm:pt modelId="{4C56B306-81E6-4B64-AF73-64874638206A}" type="sibTrans" cxnId="{D7311BC7-74D1-446F-A5A1-91EE0B38597A}">
      <dgm:prSet/>
      <dgm:spPr/>
      <dgm:t>
        <a:bodyPr/>
        <a:lstStyle/>
        <a:p>
          <a:endParaRPr lang="en-US"/>
        </a:p>
      </dgm:t>
    </dgm:pt>
    <dgm:pt modelId="{B9B3F0E7-ED20-4D0F-9B3B-6392D0336586}">
      <dgm:prSet/>
      <dgm:spPr/>
      <dgm:t>
        <a:bodyPr/>
        <a:lstStyle/>
        <a:p>
          <a:r>
            <a:rPr lang="en-US" dirty="0"/>
            <a:t>not sharing them with</a:t>
          </a:r>
          <a:r>
            <a:rPr lang="tr-TR" dirty="0"/>
            <a:t> </a:t>
          </a:r>
          <a:r>
            <a:rPr lang="en-US" dirty="0"/>
            <a:t>anyone. </a:t>
          </a:r>
        </a:p>
      </dgm:t>
    </dgm:pt>
    <dgm:pt modelId="{D6BA7467-DA60-406A-BBE6-581231373E12}" type="parTrans" cxnId="{0F40FA3E-2292-44F7-A50E-DAB32005CFCD}">
      <dgm:prSet/>
      <dgm:spPr/>
      <dgm:t>
        <a:bodyPr/>
        <a:lstStyle/>
        <a:p>
          <a:endParaRPr lang="en-US"/>
        </a:p>
      </dgm:t>
    </dgm:pt>
    <dgm:pt modelId="{91135601-667F-4BC8-9BE8-67C324E1F42B}" type="sibTrans" cxnId="{0F40FA3E-2292-44F7-A50E-DAB32005CFCD}">
      <dgm:prSet/>
      <dgm:spPr/>
      <dgm:t>
        <a:bodyPr/>
        <a:lstStyle/>
        <a:p>
          <a:endParaRPr lang="en-US"/>
        </a:p>
      </dgm:t>
    </dgm:pt>
    <dgm:pt modelId="{B3E25270-5BDD-4892-9545-876BAE3C7D0E}">
      <dgm:prSet/>
      <dgm:spPr/>
      <dgm:t>
        <a:bodyPr/>
        <a:lstStyle/>
        <a:p>
          <a:r>
            <a:rPr lang="tr-TR" dirty="0"/>
            <a:t>User is not available!</a:t>
          </a:r>
          <a:endParaRPr lang="en-US" dirty="0"/>
        </a:p>
      </dgm:t>
    </dgm:pt>
    <dgm:pt modelId="{29672F84-4271-4917-98FE-FD113A10439F}" type="parTrans" cxnId="{E2C95F4E-2A10-4720-8A05-486C838756B9}">
      <dgm:prSet/>
      <dgm:spPr/>
      <dgm:t>
        <a:bodyPr/>
        <a:lstStyle/>
        <a:p>
          <a:endParaRPr lang="en-US"/>
        </a:p>
      </dgm:t>
    </dgm:pt>
    <dgm:pt modelId="{6B57BA24-6665-43AB-84C6-CF1BFC21F6AD}" type="sibTrans" cxnId="{E2C95F4E-2A10-4720-8A05-486C838756B9}">
      <dgm:prSet/>
      <dgm:spPr/>
      <dgm:t>
        <a:bodyPr/>
        <a:lstStyle/>
        <a:p>
          <a:endParaRPr lang="en-US"/>
        </a:p>
      </dgm:t>
    </dgm:pt>
    <dgm:pt modelId="{3C141408-3914-41D8-A56B-E0090D67ED98}">
      <dgm:prSet/>
      <dgm:spPr/>
      <dgm:t>
        <a:bodyPr/>
        <a:lstStyle/>
        <a:p>
          <a:r>
            <a:rPr lang="en-US"/>
            <a:t>that practice makes it almost impossible </a:t>
          </a:r>
        </a:p>
      </dgm:t>
    </dgm:pt>
    <dgm:pt modelId="{4C7D1491-4190-4CBC-998C-89759031D6FF}" type="parTrans" cxnId="{078217F4-BCF7-423C-B551-50C7D5B52949}">
      <dgm:prSet/>
      <dgm:spPr/>
      <dgm:t>
        <a:bodyPr/>
        <a:lstStyle/>
        <a:p>
          <a:endParaRPr lang="en-US"/>
        </a:p>
      </dgm:t>
    </dgm:pt>
    <dgm:pt modelId="{9911FB8B-AE5B-4676-9D92-C75737A9F264}" type="sibTrans" cxnId="{078217F4-BCF7-423C-B551-50C7D5B52949}">
      <dgm:prSet/>
      <dgm:spPr/>
      <dgm:t>
        <a:bodyPr/>
        <a:lstStyle/>
        <a:p>
          <a:endParaRPr lang="en-US"/>
        </a:p>
      </dgm:t>
    </dgm:pt>
    <dgm:pt modelId="{7C0A9C16-1DA5-452B-A278-DE5FA2C9F506}">
      <dgm:prSet/>
      <dgm:spPr/>
      <dgm:t>
        <a:bodyPr/>
        <a:lstStyle/>
        <a:p>
          <a:r>
            <a:rPr lang="en-US"/>
            <a:t>for the user’s family</a:t>
          </a:r>
          <a:r>
            <a:rPr lang="tr-TR"/>
            <a:t> </a:t>
          </a:r>
          <a:r>
            <a:rPr lang="en-US"/>
            <a:t>to recover any funds </a:t>
          </a:r>
        </a:p>
      </dgm:t>
    </dgm:pt>
    <dgm:pt modelId="{E61DAD31-85AE-48A3-9352-C8E7F394B71F}" type="parTrans" cxnId="{954165C1-6E84-4F6E-9C80-7302F9811726}">
      <dgm:prSet/>
      <dgm:spPr/>
      <dgm:t>
        <a:bodyPr/>
        <a:lstStyle/>
        <a:p>
          <a:endParaRPr lang="en-US"/>
        </a:p>
      </dgm:t>
    </dgm:pt>
    <dgm:pt modelId="{3D7CAC7E-6DC3-465F-82F1-2A6F58C1BB26}" type="sibTrans" cxnId="{954165C1-6E84-4F6E-9C80-7302F9811726}">
      <dgm:prSet/>
      <dgm:spPr/>
      <dgm:t>
        <a:bodyPr/>
        <a:lstStyle/>
        <a:p>
          <a:endParaRPr lang="en-US"/>
        </a:p>
      </dgm:t>
    </dgm:pt>
    <dgm:pt modelId="{BDB81A16-0B69-4267-8947-4CF0ED90B9D1}">
      <dgm:prSet/>
      <dgm:spPr/>
      <dgm:t>
        <a:bodyPr/>
        <a:lstStyle/>
        <a:p>
          <a:r>
            <a:rPr lang="en-US"/>
            <a:t>if the user is not available to unlock them. </a:t>
          </a:r>
        </a:p>
      </dgm:t>
    </dgm:pt>
    <dgm:pt modelId="{AED7C138-5F8D-4FCF-9DFE-999E993FFB52}" type="parTrans" cxnId="{6B3C095F-892C-4286-B53F-B076423AAEC8}">
      <dgm:prSet/>
      <dgm:spPr/>
      <dgm:t>
        <a:bodyPr/>
        <a:lstStyle/>
        <a:p>
          <a:endParaRPr lang="en-US"/>
        </a:p>
      </dgm:t>
    </dgm:pt>
    <dgm:pt modelId="{617A64EC-998D-49ED-8850-684DF5762426}" type="sibTrans" cxnId="{6B3C095F-892C-4286-B53F-B076423AAEC8}">
      <dgm:prSet/>
      <dgm:spPr/>
      <dgm:t>
        <a:bodyPr/>
        <a:lstStyle/>
        <a:p>
          <a:endParaRPr lang="en-US"/>
        </a:p>
      </dgm:t>
    </dgm:pt>
    <dgm:pt modelId="{91C62A94-801B-455D-9B7F-206E5CC50025}">
      <dgm:prSet/>
      <dgm:spPr/>
      <dgm:t>
        <a:bodyPr/>
        <a:lstStyle/>
        <a:p>
          <a:r>
            <a:rPr lang="tr-TR" dirty="0"/>
            <a:t>How to know?</a:t>
          </a:r>
          <a:endParaRPr lang="en-US" dirty="0"/>
        </a:p>
      </dgm:t>
    </dgm:pt>
    <dgm:pt modelId="{6D901504-706B-45A2-BA93-7425A07A94E3}" type="parTrans" cxnId="{ECCA47B8-B0FD-4EF0-8FF1-6DEDA906C848}">
      <dgm:prSet/>
      <dgm:spPr/>
      <dgm:t>
        <a:bodyPr/>
        <a:lstStyle/>
        <a:p>
          <a:endParaRPr lang="en-US"/>
        </a:p>
      </dgm:t>
    </dgm:pt>
    <dgm:pt modelId="{BBD3821B-A6EF-4A27-BD76-87B09382D437}" type="sibTrans" cxnId="{ECCA47B8-B0FD-4EF0-8FF1-6DEDA906C848}">
      <dgm:prSet/>
      <dgm:spPr/>
      <dgm:t>
        <a:bodyPr/>
        <a:lstStyle/>
        <a:p>
          <a:endParaRPr lang="en-US"/>
        </a:p>
      </dgm:t>
    </dgm:pt>
    <dgm:pt modelId="{28B8A204-1036-4178-999A-B9777C8C7AE6}">
      <dgm:prSet/>
      <dgm:spPr/>
      <dgm:t>
        <a:bodyPr/>
        <a:lstStyle/>
        <a:p>
          <a:r>
            <a:rPr lang="en-US"/>
            <a:t>In most cases the families of bitcoin users </a:t>
          </a:r>
        </a:p>
      </dgm:t>
    </dgm:pt>
    <dgm:pt modelId="{5F85723B-8538-47C7-81F5-2EE1B9F45DCF}" type="parTrans" cxnId="{A4DC5B2A-8F36-4B53-9EA1-994ADFD2ACFD}">
      <dgm:prSet/>
      <dgm:spPr/>
      <dgm:t>
        <a:bodyPr/>
        <a:lstStyle/>
        <a:p>
          <a:endParaRPr lang="en-US"/>
        </a:p>
      </dgm:t>
    </dgm:pt>
    <dgm:pt modelId="{B788D02D-B985-427B-9E5F-532A89D9E2AE}" type="sibTrans" cxnId="{A4DC5B2A-8F36-4B53-9EA1-994ADFD2ACFD}">
      <dgm:prSet/>
      <dgm:spPr/>
      <dgm:t>
        <a:bodyPr/>
        <a:lstStyle/>
        <a:p>
          <a:endParaRPr lang="en-US"/>
        </a:p>
      </dgm:t>
    </dgm:pt>
    <dgm:pt modelId="{C70B0940-2E27-4060-A3AC-EED39A734C22}">
      <dgm:prSet/>
      <dgm:spPr/>
      <dgm:t>
        <a:bodyPr/>
        <a:lstStyle/>
        <a:p>
          <a:r>
            <a:rPr lang="en-US"/>
            <a:t>might be completely unaware </a:t>
          </a:r>
        </a:p>
      </dgm:t>
    </dgm:pt>
    <dgm:pt modelId="{F17BDEDA-8088-4F3F-91CC-A91987F87DF8}" type="parTrans" cxnId="{8ECD9848-BEB1-4E0D-B32C-4803CB719F1A}">
      <dgm:prSet/>
      <dgm:spPr/>
      <dgm:t>
        <a:bodyPr/>
        <a:lstStyle/>
        <a:p>
          <a:endParaRPr lang="en-US"/>
        </a:p>
      </dgm:t>
    </dgm:pt>
    <dgm:pt modelId="{64984DF3-6ED0-4BB4-B996-4EC505F06D94}" type="sibTrans" cxnId="{8ECD9848-BEB1-4E0D-B32C-4803CB719F1A}">
      <dgm:prSet/>
      <dgm:spPr/>
      <dgm:t>
        <a:bodyPr/>
        <a:lstStyle/>
        <a:p>
          <a:endParaRPr lang="en-US"/>
        </a:p>
      </dgm:t>
    </dgm:pt>
    <dgm:pt modelId="{E549FA4D-E94B-4005-9304-BAF23C7F8259}">
      <dgm:prSet/>
      <dgm:spPr/>
      <dgm:t>
        <a:bodyPr/>
        <a:lstStyle/>
        <a:p>
          <a:r>
            <a:rPr lang="en-US" dirty="0"/>
            <a:t>of the existence of the bitcoin</a:t>
          </a:r>
          <a:r>
            <a:rPr lang="tr-TR" dirty="0"/>
            <a:t> </a:t>
          </a:r>
          <a:r>
            <a:rPr lang="en-US" dirty="0"/>
            <a:t>funds.</a:t>
          </a:r>
        </a:p>
      </dgm:t>
    </dgm:pt>
    <dgm:pt modelId="{E2536893-30B7-443F-973F-6226D72BEC6E}" type="parTrans" cxnId="{1FDB21AA-9699-469C-A4E4-6C6D8AE1A7B5}">
      <dgm:prSet/>
      <dgm:spPr/>
      <dgm:t>
        <a:bodyPr/>
        <a:lstStyle/>
        <a:p>
          <a:endParaRPr lang="en-US"/>
        </a:p>
      </dgm:t>
    </dgm:pt>
    <dgm:pt modelId="{F712A67E-CAD3-47E2-A1CF-7CDC1F4F9989}" type="sibTrans" cxnId="{1FDB21AA-9699-469C-A4E4-6C6D8AE1A7B5}">
      <dgm:prSet/>
      <dgm:spPr/>
      <dgm:t>
        <a:bodyPr/>
        <a:lstStyle/>
        <a:p>
          <a:endParaRPr lang="en-US"/>
        </a:p>
      </dgm:t>
    </dgm:pt>
    <dgm:pt modelId="{EAD6FA2D-5732-47DB-8408-A9098A654E40}">
      <dgm:prSet/>
      <dgm:spPr/>
      <dgm:t>
        <a:bodyPr/>
        <a:lstStyle/>
        <a:p>
          <a:r>
            <a:rPr lang="tr-TR" dirty="0"/>
            <a:t>Don’t share!</a:t>
          </a:r>
          <a:endParaRPr lang="en-US" dirty="0"/>
        </a:p>
      </dgm:t>
    </dgm:pt>
    <dgm:pt modelId="{BBFBBB2C-815A-42D8-8B9A-A7BC3FFC7080}" type="parTrans" cxnId="{89B95B47-FA46-42A5-94D2-98A58EEECE2A}">
      <dgm:prSet/>
      <dgm:spPr/>
      <dgm:t>
        <a:bodyPr/>
        <a:lstStyle/>
        <a:p>
          <a:endParaRPr lang="tr-TR"/>
        </a:p>
      </dgm:t>
    </dgm:pt>
    <dgm:pt modelId="{19A52B98-F290-4A21-A0D5-2728603BF930}" type="sibTrans" cxnId="{89B95B47-FA46-42A5-94D2-98A58EEECE2A}">
      <dgm:prSet/>
      <dgm:spPr/>
      <dgm:t>
        <a:bodyPr/>
        <a:lstStyle/>
        <a:p>
          <a:endParaRPr lang="tr-TR"/>
        </a:p>
      </dgm:t>
    </dgm:pt>
    <dgm:pt modelId="{F638DAD5-B94D-4B7C-AD22-2C7BA21FBBEE}">
      <dgm:prSet/>
      <dgm:spPr/>
      <dgm:t>
        <a:bodyPr/>
        <a:lstStyle/>
        <a:p>
          <a:r>
            <a:rPr lang="en-US" dirty="0"/>
            <a:t>and keep their keys secure and private</a:t>
          </a:r>
        </a:p>
      </dgm:t>
    </dgm:pt>
    <dgm:pt modelId="{78F67FE2-3918-4995-A661-67B2C43A643B}" type="parTrans" cxnId="{C1D5FF7F-22CA-485D-B628-EB5DFC6719FB}">
      <dgm:prSet/>
      <dgm:spPr/>
      <dgm:t>
        <a:bodyPr/>
        <a:lstStyle/>
        <a:p>
          <a:endParaRPr lang="tr-TR"/>
        </a:p>
      </dgm:t>
    </dgm:pt>
    <dgm:pt modelId="{EAF81868-CEA3-4878-8371-6F28FCF89CE0}" type="sibTrans" cxnId="{C1D5FF7F-22CA-485D-B628-EB5DFC6719FB}">
      <dgm:prSet/>
      <dgm:spPr/>
      <dgm:t>
        <a:bodyPr/>
        <a:lstStyle/>
        <a:p>
          <a:endParaRPr lang="tr-TR"/>
        </a:p>
      </dgm:t>
    </dgm:pt>
    <dgm:pt modelId="{F0DE5C45-9F15-4F3B-B3C1-1DEE15114510}" type="pres">
      <dgm:prSet presAssocID="{5CB9F2D6-CDEB-4E16-AF03-AFC93B83FDEB}" presName="Name0" presStyleCnt="0">
        <dgm:presLayoutVars>
          <dgm:dir/>
          <dgm:animLvl val="lvl"/>
          <dgm:resizeHandles val="exact"/>
        </dgm:presLayoutVars>
      </dgm:prSet>
      <dgm:spPr/>
    </dgm:pt>
    <dgm:pt modelId="{79BEAFCF-D379-453C-8174-E11F871324F7}" type="pres">
      <dgm:prSet presAssocID="{EAD6FA2D-5732-47DB-8408-A9098A654E40}" presName="linNode" presStyleCnt="0"/>
      <dgm:spPr/>
    </dgm:pt>
    <dgm:pt modelId="{783E17BA-AC36-4FD6-9DF6-5A534AA548D0}" type="pres">
      <dgm:prSet presAssocID="{EAD6FA2D-5732-47DB-8408-A9098A654E4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B83F6E7-655C-42A2-BC58-8D914455C125}" type="pres">
      <dgm:prSet presAssocID="{EAD6FA2D-5732-47DB-8408-A9098A654E40}" presName="descendantText" presStyleLbl="alignAccFollowNode1" presStyleIdx="0" presStyleCnt="3">
        <dgm:presLayoutVars>
          <dgm:bulletEnabled val="1"/>
        </dgm:presLayoutVars>
      </dgm:prSet>
      <dgm:spPr/>
    </dgm:pt>
    <dgm:pt modelId="{C235E8E9-FD1D-4992-B4A8-60F85E7E897B}" type="pres">
      <dgm:prSet presAssocID="{19A52B98-F290-4A21-A0D5-2728603BF930}" presName="sp" presStyleCnt="0"/>
      <dgm:spPr/>
    </dgm:pt>
    <dgm:pt modelId="{BA8C2A99-40B8-4C22-9279-C0B3770A9115}" type="pres">
      <dgm:prSet presAssocID="{B3E25270-5BDD-4892-9545-876BAE3C7D0E}" presName="linNode" presStyleCnt="0"/>
      <dgm:spPr/>
    </dgm:pt>
    <dgm:pt modelId="{06CBCF7F-EE0F-4EE2-8262-C6FE1A393126}" type="pres">
      <dgm:prSet presAssocID="{B3E25270-5BDD-4892-9545-876BAE3C7D0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07804F1-54B6-4721-9C6F-0095A282F7DE}" type="pres">
      <dgm:prSet presAssocID="{B3E25270-5BDD-4892-9545-876BAE3C7D0E}" presName="descendantText" presStyleLbl="alignAccFollowNode1" presStyleIdx="1" presStyleCnt="3">
        <dgm:presLayoutVars>
          <dgm:bulletEnabled val="1"/>
        </dgm:presLayoutVars>
      </dgm:prSet>
      <dgm:spPr/>
    </dgm:pt>
    <dgm:pt modelId="{D12A5EBC-34F6-42A5-B084-0D64ED638DDD}" type="pres">
      <dgm:prSet presAssocID="{6B57BA24-6665-43AB-84C6-CF1BFC21F6AD}" presName="sp" presStyleCnt="0"/>
      <dgm:spPr/>
    </dgm:pt>
    <dgm:pt modelId="{176B4F75-34F6-4424-8CED-63CF7D869D03}" type="pres">
      <dgm:prSet presAssocID="{91C62A94-801B-455D-9B7F-206E5CC50025}" presName="linNode" presStyleCnt="0"/>
      <dgm:spPr/>
    </dgm:pt>
    <dgm:pt modelId="{C50BAB2B-6787-467E-B6CC-7999EAF9A778}" type="pres">
      <dgm:prSet presAssocID="{91C62A94-801B-455D-9B7F-206E5CC5002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297BD73-F574-4482-904A-60EE12614279}" type="pres">
      <dgm:prSet presAssocID="{91C62A94-801B-455D-9B7F-206E5CC5002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D7E94B0E-1DDA-4888-ADC7-F97C43A1890A}" type="presOf" srcId="{C70B0940-2E27-4060-A3AC-EED39A734C22}" destId="{E297BD73-F574-4482-904A-60EE12614279}" srcOrd="0" destOrd="1" presId="urn:microsoft.com/office/officeart/2005/8/layout/vList5"/>
    <dgm:cxn modelId="{38911A1E-9201-42AC-AA36-BFC394C9D5C4}" type="presOf" srcId="{E549FA4D-E94B-4005-9304-BAF23C7F8259}" destId="{E297BD73-F574-4482-904A-60EE12614279}" srcOrd="0" destOrd="2" presId="urn:microsoft.com/office/officeart/2005/8/layout/vList5"/>
    <dgm:cxn modelId="{A4DC5B2A-8F36-4B53-9EA1-994ADFD2ACFD}" srcId="{91C62A94-801B-455D-9B7F-206E5CC50025}" destId="{28B8A204-1036-4178-999A-B9777C8C7AE6}" srcOrd="0" destOrd="0" parTransId="{5F85723B-8538-47C7-81F5-2EE1B9F45DCF}" sibTransId="{B788D02D-B985-427B-9E5F-532A89D9E2AE}"/>
    <dgm:cxn modelId="{675F992F-CC27-48A6-B3D3-59112F72B4D3}" type="presOf" srcId="{3C141408-3914-41D8-A56B-E0090D67ED98}" destId="{907804F1-54B6-4721-9C6F-0095A282F7DE}" srcOrd="0" destOrd="0" presId="urn:microsoft.com/office/officeart/2005/8/layout/vList5"/>
    <dgm:cxn modelId="{0F40FA3E-2292-44F7-A50E-DAB32005CFCD}" srcId="{EAD6FA2D-5732-47DB-8408-A9098A654E40}" destId="{B9B3F0E7-ED20-4D0F-9B3B-6392D0336586}" srcOrd="2" destOrd="0" parTransId="{D6BA7467-DA60-406A-BBE6-581231373E12}" sibTransId="{91135601-667F-4BC8-9BE8-67C324E1F42B}"/>
    <dgm:cxn modelId="{6B3C095F-892C-4286-B53F-B076423AAEC8}" srcId="{B3E25270-5BDD-4892-9545-876BAE3C7D0E}" destId="{BDB81A16-0B69-4267-8947-4CF0ED90B9D1}" srcOrd="2" destOrd="0" parTransId="{AED7C138-5F8D-4FCF-9DFE-999E993FFB52}" sibTransId="{617A64EC-998D-49ED-8850-684DF5762426}"/>
    <dgm:cxn modelId="{89B95B47-FA46-42A5-94D2-98A58EEECE2A}" srcId="{5CB9F2D6-CDEB-4E16-AF03-AFC93B83FDEB}" destId="{EAD6FA2D-5732-47DB-8408-A9098A654E40}" srcOrd="0" destOrd="0" parTransId="{BBFBBB2C-815A-42D8-8B9A-A7BC3FFC7080}" sibTransId="{19A52B98-F290-4A21-A0D5-2728603BF930}"/>
    <dgm:cxn modelId="{8ECD9848-BEB1-4E0D-B32C-4803CB719F1A}" srcId="{91C62A94-801B-455D-9B7F-206E5CC50025}" destId="{C70B0940-2E27-4060-A3AC-EED39A734C22}" srcOrd="1" destOrd="0" parTransId="{F17BDEDA-8088-4F3F-91CC-A91987F87DF8}" sibTransId="{64984DF3-6ED0-4BB4-B996-4EC505F06D94}"/>
    <dgm:cxn modelId="{E2C95F4E-2A10-4720-8A05-486C838756B9}" srcId="{5CB9F2D6-CDEB-4E16-AF03-AFC93B83FDEB}" destId="{B3E25270-5BDD-4892-9545-876BAE3C7D0E}" srcOrd="1" destOrd="0" parTransId="{29672F84-4271-4917-98FE-FD113A10439F}" sibTransId="{6B57BA24-6665-43AB-84C6-CF1BFC21F6AD}"/>
    <dgm:cxn modelId="{FCF5D14F-2F1B-4B1B-866D-226FA6D76BBA}" type="presOf" srcId="{EAD6FA2D-5732-47DB-8408-A9098A654E40}" destId="{783E17BA-AC36-4FD6-9DF6-5A534AA548D0}" srcOrd="0" destOrd="0" presId="urn:microsoft.com/office/officeart/2005/8/layout/vList5"/>
    <dgm:cxn modelId="{EC25675A-B066-4FA0-A7AF-E3F6CC90CAB1}" type="presOf" srcId="{F638DAD5-B94D-4B7C-AD22-2C7BA21FBBEE}" destId="{8B83F6E7-655C-42A2-BC58-8D914455C125}" srcOrd="0" destOrd="1" presId="urn:microsoft.com/office/officeart/2005/8/layout/vList5"/>
    <dgm:cxn modelId="{C1D5FF7F-22CA-485D-B628-EB5DFC6719FB}" srcId="{EAD6FA2D-5732-47DB-8408-A9098A654E40}" destId="{F638DAD5-B94D-4B7C-AD22-2C7BA21FBBEE}" srcOrd="1" destOrd="0" parTransId="{78F67FE2-3918-4995-A661-67B2C43A643B}" sibTransId="{EAF81868-CEA3-4878-8371-6F28FCF89CE0}"/>
    <dgm:cxn modelId="{E8816488-11CC-4DE7-952C-57E932DF6E1C}" type="presOf" srcId="{5CB9F2D6-CDEB-4E16-AF03-AFC93B83FDEB}" destId="{F0DE5C45-9F15-4F3B-B3C1-1DEE15114510}" srcOrd="0" destOrd="0" presId="urn:microsoft.com/office/officeart/2005/8/layout/vList5"/>
    <dgm:cxn modelId="{8BDA6F88-0B4E-4B8A-8943-5B93EE576792}" type="presOf" srcId="{91C62A94-801B-455D-9B7F-206E5CC50025}" destId="{C50BAB2B-6787-467E-B6CC-7999EAF9A778}" srcOrd="0" destOrd="0" presId="urn:microsoft.com/office/officeart/2005/8/layout/vList5"/>
    <dgm:cxn modelId="{52F54A95-B35F-4C74-BBF9-4EAE6118DDD1}" type="presOf" srcId="{7C0A9C16-1DA5-452B-A278-DE5FA2C9F506}" destId="{907804F1-54B6-4721-9C6F-0095A282F7DE}" srcOrd="0" destOrd="1" presId="urn:microsoft.com/office/officeart/2005/8/layout/vList5"/>
    <dgm:cxn modelId="{B880FAA4-F470-47D5-B361-BD6144EA333D}" type="presOf" srcId="{5463090C-134D-4797-8667-34C9BBE9C3FE}" destId="{8B83F6E7-655C-42A2-BC58-8D914455C125}" srcOrd="0" destOrd="0" presId="urn:microsoft.com/office/officeart/2005/8/layout/vList5"/>
    <dgm:cxn modelId="{0ED6C9A7-AFCA-4296-95FA-730849C48CC5}" type="presOf" srcId="{B9B3F0E7-ED20-4D0F-9B3B-6392D0336586}" destId="{8B83F6E7-655C-42A2-BC58-8D914455C125}" srcOrd="0" destOrd="2" presId="urn:microsoft.com/office/officeart/2005/8/layout/vList5"/>
    <dgm:cxn modelId="{1FDB21AA-9699-469C-A4E4-6C6D8AE1A7B5}" srcId="{91C62A94-801B-455D-9B7F-206E5CC50025}" destId="{E549FA4D-E94B-4005-9304-BAF23C7F8259}" srcOrd="2" destOrd="0" parTransId="{E2536893-30B7-443F-973F-6226D72BEC6E}" sibTransId="{F712A67E-CAD3-47E2-A1CF-7CDC1F4F9989}"/>
    <dgm:cxn modelId="{ECCA47B8-B0FD-4EF0-8FF1-6DEDA906C848}" srcId="{5CB9F2D6-CDEB-4E16-AF03-AFC93B83FDEB}" destId="{91C62A94-801B-455D-9B7F-206E5CC50025}" srcOrd="2" destOrd="0" parTransId="{6D901504-706B-45A2-BA93-7425A07A94E3}" sibTransId="{BBD3821B-A6EF-4A27-BD76-87B09382D437}"/>
    <dgm:cxn modelId="{954165C1-6E84-4F6E-9C80-7302F9811726}" srcId="{B3E25270-5BDD-4892-9545-876BAE3C7D0E}" destId="{7C0A9C16-1DA5-452B-A278-DE5FA2C9F506}" srcOrd="1" destOrd="0" parTransId="{E61DAD31-85AE-48A3-9352-C8E7F394B71F}" sibTransId="{3D7CAC7E-6DC3-465F-82F1-2A6F58C1BB26}"/>
    <dgm:cxn modelId="{D7311BC7-74D1-446F-A5A1-91EE0B38597A}" srcId="{EAD6FA2D-5732-47DB-8408-A9098A654E40}" destId="{5463090C-134D-4797-8667-34C9BBE9C3FE}" srcOrd="0" destOrd="0" parTransId="{AF2D77B3-9F68-4A26-98DE-E6949CF466CB}" sibTransId="{4C56B306-81E6-4B64-AF73-64874638206A}"/>
    <dgm:cxn modelId="{3167FBCD-89D7-40C0-B65C-3C4EC968CDAB}" type="presOf" srcId="{BDB81A16-0B69-4267-8947-4CF0ED90B9D1}" destId="{907804F1-54B6-4721-9C6F-0095A282F7DE}" srcOrd="0" destOrd="2" presId="urn:microsoft.com/office/officeart/2005/8/layout/vList5"/>
    <dgm:cxn modelId="{FB5A0EED-B42F-4294-9384-2230E37D36DC}" type="presOf" srcId="{B3E25270-5BDD-4892-9545-876BAE3C7D0E}" destId="{06CBCF7F-EE0F-4EE2-8262-C6FE1A393126}" srcOrd="0" destOrd="0" presId="urn:microsoft.com/office/officeart/2005/8/layout/vList5"/>
    <dgm:cxn modelId="{078217F4-BCF7-423C-B551-50C7D5B52949}" srcId="{B3E25270-5BDD-4892-9545-876BAE3C7D0E}" destId="{3C141408-3914-41D8-A56B-E0090D67ED98}" srcOrd="0" destOrd="0" parTransId="{4C7D1491-4190-4CBC-998C-89759031D6FF}" sibTransId="{9911FB8B-AE5B-4676-9D92-C75737A9F264}"/>
    <dgm:cxn modelId="{5D9DFBF4-64DA-4AB4-B336-906DEF863533}" type="presOf" srcId="{28B8A204-1036-4178-999A-B9777C8C7AE6}" destId="{E297BD73-F574-4482-904A-60EE12614279}" srcOrd="0" destOrd="0" presId="urn:microsoft.com/office/officeart/2005/8/layout/vList5"/>
    <dgm:cxn modelId="{FB3502E6-09A5-42B4-88AC-B77F205F6A97}" type="presParOf" srcId="{F0DE5C45-9F15-4F3B-B3C1-1DEE15114510}" destId="{79BEAFCF-D379-453C-8174-E11F871324F7}" srcOrd="0" destOrd="0" presId="urn:microsoft.com/office/officeart/2005/8/layout/vList5"/>
    <dgm:cxn modelId="{D5EA884C-AED2-466C-AECB-080B9B092EF8}" type="presParOf" srcId="{79BEAFCF-D379-453C-8174-E11F871324F7}" destId="{783E17BA-AC36-4FD6-9DF6-5A534AA548D0}" srcOrd="0" destOrd="0" presId="urn:microsoft.com/office/officeart/2005/8/layout/vList5"/>
    <dgm:cxn modelId="{B9650638-E0FC-41B9-B96F-ED1385EFA76B}" type="presParOf" srcId="{79BEAFCF-D379-453C-8174-E11F871324F7}" destId="{8B83F6E7-655C-42A2-BC58-8D914455C125}" srcOrd="1" destOrd="0" presId="urn:microsoft.com/office/officeart/2005/8/layout/vList5"/>
    <dgm:cxn modelId="{CCB2686C-DF1A-4774-B449-0FA1BB918C18}" type="presParOf" srcId="{F0DE5C45-9F15-4F3B-B3C1-1DEE15114510}" destId="{C235E8E9-FD1D-4992-B4A8-60F85E7E897B}" srcOrd="1" destOrd="0" presId="urn:microsoft.com/office/officeart/2005/8/layout/vList5"/>
    <dgm:cxn modelId="{282D38F9-6708-45F5-8195-638B1E7448C8}" type="presParOf" srcId="{F0DE5C45-9F15-4F3B-B3C1-1DEE15114510}" destId="{BA8C2A99-40B8-4C22-9279-C0B3770A9115}" srcOrd="2" destOrd="0" presId="urn:microsoft.com/office/officeart/2005/8/layout/vList5"/>
    <dgm:cxn modelId="{21607C6B-B41B-4683-87DF-F07145BFC01E}" type="presParOf" srcId="{BA8C2A99-40B8-4C22-9279-C0B3770A9115}" destId="{06CBCF7F-EE0F-4EE2-8262-C6FE1A393126}" srcOrd="0" destOrd="0" presId="urn:microsoft.com/office/officeart/2005/8/layout/vList5"/>
    <dgm:cxn modelId="{75CF9A53-EC2D-491E-9966-7096C37DA367}" type="presParOf" srcId="{BA8C2A99-40B8-4C22-9279-C0B3770A9115}" destId="{907804F1-54B6-4721-9C6F-0095A282F7DE}" srcOrd="1" destOrd="0" presId="urn:microsoft.com/office/officeart/2005/8/layout/vList5"/>
    <dgm:cxn modelId="{F01DDA5E-30DF-447B-830B-CE922325F7CB}" type="presParOf" srcId="{F0DE5C45-9F15-4F3B-B3C1-1DEE15114510}" destId="{D12A5EBC-34F6-42A5-B084-0D64ED638DDD}" srcOrd="3" destOrd="0" presId="urn:microsoft.com/office/officeart/2005/8/layout/vList5"/>
    <dgm:cxn modelId="{75EA34AB-1883-4B13-A1F1-F3713122F403}" type="presParOf" srcId="{F0DE5C45-9F15-4F3B-B3C1-1DEE15114510}" destId="{176B4F75-34F6-4424-8CED-63CF7D869D03}" srcOrd="4" destOrd="0" presId="urn:microsoft.com/office/officeart/2005/8/layout/vList5"/>
    <dgm:cxn modelId="{657B4F58-C6F9-4AD8-A3C3-F50628DED4F1}" type="presParOf" srcId="{176B4F75-34F6-4424-8CED-63CF7D869D03}" destId="{C50BAB2B-6787-467E-B6CC-7999EAF9A778}" srcOrd="0" destOrd="0" presId="urn:microsoft.com/office/officeart/2005/8/layout/vList5"/>
    <dgm:cxn modelId="{D480E753-B731-49FA-9AF2-7C288945B0A0}" type="presParOf" srcId="{176B4F75-34F6-4424-8CED-63CF7D869D03}" destId="{E297BD73-F574-4482-904A-60EE1261427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BF8C8304-55FA-40F8-B828-03E2B4C6909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51A83C-2674-4FA9-9D76-C38C0DA580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trusted lawyer</a:t>
          </a:r>
          <a:endParaRPr lang="en-US"/>
        </a:p>
      </dgm:t>
    </dgm:pt>
    <dgm:pt modelId="{A1FE5D66-E35D-46AA-B5B3-0BD8AB1536AE}" type="parTrans" cxnId="{75050CCB-AB46-42D0-9704-6C82B3924546}">
      <dgm:prSet/>
      <dgm:spPr/>
      <dgm:t>
        <a:bodyPr/>
        <a:lstStyle/>
        <a:p>
          <a:endParaRPr lang="en-US"/>
        </a:p>
      </dgm:t>
    </dgm:pt>
    <dgm:pt modelId="{5B4FDA24-C2BB-4655-B175-C6EFF9349078}" type="sibTrans" cxnId="{75050CCB-AB46-42D0-9704-6C82B3924546}">
      <dgm:prSet/>
      <dgm:spPr/>
      <dgm:t>
        <a:bodyPr/>
        <a:lstStyle/>
        <a:p>
          <a:endParaRPr lang="en-US"/>
        </a:p>
      </dgm:t>
    </dgm:pt>
    <dgm:pt modelId="{53B92BBC-A1A6-4FB4-AB2A-05EAF025D7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have a lot of bitcoin </a:t>
          </a:r>
        </a:p>
      </dgm:t>
    </dgm:pt>
    <dgm:pt modelId="{82474D58-BD12-4414-856A-A195D4E10944}" type="parTrans" cxnId="{89F4C8F8-B3D7-4856-B18A-EF80C71C6DC0}">
      <dgm:prSet/>
      <dgm:spPr/>
      <dgm:t>
        <a:bodyPr/>
        <a:lstStyle/>
        <a:p>
          <a:endParaRPr lang="en-US"/>
        </a:p>
      </dgm:t>
    </dgm:pt>
    <dgm:pt modelId="{28D4B1CA-275F-4480-8B63-2D0EDE8CC2FC}" type="sibTrans" cxnId="{89F4C8F8-B3D7-4856-B18A-EF80C71C6DC0}">
      <dgm:prSet/>
      <dgm:spPr/>
      <dgm:t>
        <a:bodyPr/>
        <a:lstStyle/>
        <a:p>
          <a:endParaRPr lang="en-US"/>
        </a:p>
      </dgm:t>
    </dgm:pt>
    <dgm:pt modelId="{1510B238-19E2-414B-B370-595743364E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should consider sharing access details </a:t>
          </a:r>
        </a:p>
      </dgm:t>
    </dgm:pt>
    <dgm:pt modelId="{C0D54C7B-31F0-433C-AAD8-89770FDA3D32}" type="parTrans" cxnId="{62EFDBFB-A100-4746-B5B3-FC2886AA8629}">
      <dgm:prSet/>
      <dgm:spPr/>
      <dgm:t>
        <a:bodyPr/>
        <a:lstStyle/>
        <a:p>
          <a:endParaRPr lang="en-US"/>
        </a:p>
      </dgm:t>
    </dgm:pt>
    <dgm:pt modelId="{17ED1561-C837-47A0-9352-F7F353C15010}" type="sibTrans" cxnId="{62EFDBFB-A100-4746-B5B3-FC2886AA8629}">
      <dgm:prSet/>
      <dgm:spPr/>
      <dgm:t>
        <a:bodyPr/>
        <a:lstStyle/>
        <a:p>
          <a:endParaRPr lang="en-US"/>
        </a:p>
      </dgm:t>
    </dgm:pt>
    <dgm:pt modelId="{5C369F00-80FB-4C5A-8FBA-E3A8F2B6F1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trusted</a:t>
          </a:r>
          <a:r>
            <a:rPr lang="tr-TR"/>
            <a:t> </a:t>
          </a:r>
          <a:r>
            <a:rPr lang="en-US"/>
            <a:t>relative or lawyer. </a:t>
          </a:r>
        </a:p>
      </dgm:t>
    </dgm:pt>
    <dgm:pt modelId="{9D5A9FFA-A83D-492A-B886-A45AD13DA802}" type="parTrans" cxnId="{5EC4FF0E-ECB4-46C5-8175-F516C485FE85}">
      <dgm:prSet/>
      <dgm:spPr/>
      <dgm:t>
        <a:bodyPr/>
        <a:lstStyle/>
        <a:p>
          <a:endParaRPr lang="en-US"/>
        </a:p>
      </dgm:t>
    </dgm:pt>
    <dgm:pt modelId="{38C7EC33-644B-4274-89F4-D4F1AAB60DFF}" type="sibTrans" cxnId="{5EC4FF0E-ECB4-46C5-8175-F516C485FE85}">
      <dgm:prSet/>
      <dgm:spPr/>
      <dgm:t>
        <a:bodyPr/>
        <a:lstStyle/>
        <a:p>
          <a:endParaRPr lang="en-US"/>
        </a:p>
      </dgm:t>
    </dgm:pt>
    <dgm:pt modelId="{650C0B76-63B2-4090-807F-FE50F8AECD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more complex survivability scheme </a:t>
          </a:r>
        </a:p>
      </dgm:t>
    </dgm:pt>
    <dgm:pt modelId="{BD01DFCB-6702-4932-BBC3-E2B483D7464B}" type="parTrans" cxnId="{765692B3-434D-486B-9929-1C33CBDC8C1B}">
      <dgm:prSet/>
      <dgm:spPr/>
      <dgm:t>
        <a:bodyPr/>
        <a:lstStyle/>
        <a:p>
          <a:endParaRPr lang="en-US"/>
        </a:p>
      </dgm:t>
    </dgm:pt>
    <dgm:pt modelId="{DF98D7F9-CFF2-45C9-A2DD-ED5A7B749B63}" type="sibTrans" cxnId="{765692B3-434D-486B-9929-1C33CBDC8C1B}">
      <dgm:prSet/>
      <dgm:spPr/>
      <dgm:t>
        <a:bodyPr/>
        <a:lstStyle/>
        <a:p>
          <a:endParaRPr lang="en-US"/>
        </a:p>
      </dgm:t>
    </dgm:pt>
    <dgm:pt modelId="{5825D546-34C8-4A61-BBB6-D3046C9B22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set up with multisignature</a:t>
          </a:r>
          <a:r>
            <a:rPr lang="tr-TR"/>
            <a:t> </a:t>
          </a:r>
          <a:r>
            <a:rPr lang="en-US"/>
            <a:t>access </a:t>
          </a:r>
        </a:p>
      </dgm:t>
    </dgm:pt>
    <dgm:pt modelId="{AAB39F48-4553-484D-970C-DC78CF489ABF}" type="parTrans" cxnId="{79DF16BC-B3EE-4F34-AE93-000DE106F7B5}">
      <dgm:prSet/>
      <dgm:spPr/>
      <dgm:t>
        <a:bodyPr/>
        <a:lstStyle/>
        <a:p>
          <a:endParaRPr lang="en-US"/>
        </a:p>
      </dgm:t>
    </dgm:pt>
    <dgm:pt modelId="{E09BDA01-59E2-4A28-B782-FAA5E0AF1F4F}" type="sibTrans" cxnId="{79DF16BC-B3EE-4F34-AE93-000DE106F7B5}">
      <dgm:prSet/>
      <dgm:spPr/>
      <dgm:t>
        <a:bodyPr/>
        <a:lstStyle/>
        <a:p>
          <a:endParaRPr lang="en-US"/>
        </a:p>
      </dgm:t>
    </dgm:pt>
    <dgm:pt modelId="{126F5BE3-BB34-43A1-9F99-1C5B7AE42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estate planning through a lawyer </a:t>
          </a:r>
        </a:p>
      </dgm:t>
    </dgm:pt>
    <dgm:pt modelId="{CB35E685-1DE8-4EAE-9054-1EB67BF793EF}" type="parTrans" cxnId="{C556A853-66AA-43CC-8671-D966D78BE69C}">
      <dgm:prSet/>
      <dgm:spPr/>
      <dgm:t>
        <a:bodyPr/>
        <a:lstStyle/>
        <a:p>
          <a:endParaRPr lang="en-US"/>
        </a:p>
      </dgm:t>
    </dgm:pt>
    <dgm:pt modelId="{3FB462F4-911F-4A78-8419-F2A418E088B6}" type="sibTrans" cxnId="{C556A853-66AA-43CC-8671-D966D78BE69C}">
      <dgm:prSet/>
      <dgm:spPr/>
      <dgm:t>
        <a:bodyPr/>
        <a:lstStyle/>
        <a:p>
          <a:endParaRPr lang="en-US"/>
        </a:p>
      </dgm:t>
    </dgm:pt>
    <dgm:pt modelId="{0A57E09D-07ED-4BC8-A003-288C1EBBE2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specialized as a “digital asset</a:t>
          </a:r>
          <a:r>
            <a:rPr lang="tr-TR"/>
            <a:t> executor.”</a:t>
          </a:r>
          <a:endParaRPr lang="en-US"/>
        </a:p>
      </dgm:t>
    </dgm:pt>
    <dgm:pt modelId="{77C8CCE4-1C76-4F80-998D-0E73E4470405}" type="parTrans" cxnId="{3749DD56-F016-47C6-9622-3A5D8D29D3FF}">
      <dgm:prSet/>
      <dgm:spPr/>
      <dgm:t>
        <a:bodyPr/>
        <a:lstStyle/>
        <a:p>
          <a:endParaRPr lang="en-US"/>
        </a:p>
      </dgm:t>
    </dgm:pt>
    <dgm:pt modelId="{3B0709B8-61DB-4329-893D-6C7D83D52B2E}" type="sibTrans" cxnId="{3749DD56-F016-47C6-9622-3A5D8D29D3FF}">
      <dgm:prSet/>
      <dgm:spPr/>
      <dgm:t>
        <a:bodyPr/>
        <a:lstStyle/>
        <a:p>
          <a:endParaRPr lang="en-US"/>
        </a:p>
      </dgm:t>
    </dgm:pt>
    <dgm:pt modelId="{28AA9AE9-17B8-4B80-863B-9A6067452E49}" type="pres">
      <dgm:prSet presAssocID="{BF8C8304-55FA-40F8-B828-03E2B4C6909C}" presName="root" presStyleCnt="0">
        <dgm:presLayoutVars>
          <dgm:dir/>
          <dgm:resizeHandles val="exact"/>
        </dgm:presLayoutVars>
      </dgm:prSet>
      <dgm:spPr/>
    </dgm:pt>
    <dgm:pt modelId="{3EA0AF59-B4C7-47A4-B566-0AF5A62DDCC3}" type="pres">
      <dgm:prSet presAssocID="{5D51A83C-2674-4FA9-9D76-C38C0DA580DA}" presName="compNode" presStyleCnt="0"/>
      <dgm:spPr/>
    </dgm:pt>
    <dgm:pt modelId="{291ABCEB-3C73-4C26-87A1-00AA19A1AF6E}" type="pres">
      <dgm:prSet presAssocID="{5D51A83C-2674-4FA9-9D76-C38C0DA580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kim"/>
        </a:ext>
      </dgm:extLst>
    </dgm:pt>
    <dgm:pt modelId="{BCB44AA9-4F36-4AEB-8AD4-1277B8275F3E}" type="pres">
      <dgm:prSet presAssocID="{5D51A83C-2674-4FA9-9D76-C38C0DA580DA}" presName="iconSpace" presStyleCnt="0"/>
      <dgm:spPr/>
    </dgm:pt>
    <dgm:pt modelId="{C4DDE56E-B590-4C5A-93E9-5ACCCB65D192}" type="pres">
      <dgm:prSet presAssocID="{5D51A83C-2674-4FA9-9D76-C38C0DA580DA}" presName="parTx" presStyleLbl="revTx" presStyleIdx="0" presStyleCnt="4">
        <dgm:presLayoutVars>
          <dgm:chMax val="0"/>
          <dgm:chPref val="0"/>
        </dgm:presLayoutVars>
      </dgm:prSet>
      <dgm:spPr/>
    </dgm:pt>
    <dgm:pt modelId="{24AC776F-D43F-4E4A-8281-B22C07D700D1}" type="pres">
      <dgm:prSet presAssocID="{5D51A83C-2674-4FA9-9D76-C38C0DA580DA}" presName="txSpace" presStyleCnt="0"/>
      <dgm:spPr/>
    </dgm:pt>
    <dgm:pt modelId="{2DA1110C-6FD8-4372-8015-0946A57328E7}" type="pres">
      <dgm:prSet presAssocID="{5D51A83C-2674-4FA9-9D76-C38C0DA580DA}" presName="desTx" presStyleLbl="revTx" presStyleIdx="1" presStyleCnt="4">
        <dgm:presLayoutVars/>
      </dgm:prSet>
      <dgm:spPr/>
    </dgm:pt>
    <dgm:pt modelId="{8C87715F-35F4-4275-AA2E-59C746E46EA2}" type="pres">
      <dgm:prSet presAssocID="{5B4FDA24-C2BB-4655-B175-C6EFF9349078}" presName="sibTrans" presStyleCnt="0"/>
      <dgm:spPr/>
    </dgm:pt>
    <dgm:pt modelId="{8CC4717E-E208-4F88-B350-03CEB2BE2990}" type="pres">
      <dgm:prSet presAssocID="{650C0B76-63B2-4090-807F-FE50F8AECD6C}" presName="compNode" presStyleCnt="0"/>
      <dgm:spPr/>
    </dgm:pt>
    <dgm:pt modelId="{DD5A1FBE-6C2A-40C1-8C90-564D89F7CBC0}" type="pres">
      <dgm:prSet presAssocID="{650C0B76-63B2-4090-807F-FE50F8AECD6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D6AEF8F-20C2-4C44-B29E-B1A89101A1B3}" type="pres">
      <dgm:prSet presAssocID="{650C0B76-63B2-4090-807F-FE50F8AECD6C}" presName="iconSpace" presStyleCnt="0"/>
      <dgm:spPr/>
    </dgm:pt>
    <dgm:pt modelId="{9B9E92DA-C208-4D22-A3DC-FB7B882E383C}" type="pres">
      <dgm:prSet presAssocID="{650C0B76-63B2-4090-807F-FE50F8AECD6C}" presName="parTx" presStyleLbl="revTx" presStyleIdx="2" presStyleCnt="4">
        <dgm:presLayoutVars>
          <dgm:chMax val="0"/>
          <dgm:chPref val="0"/>
        </dgm:presLayoutVars>
      </dgm:prSet>
      <dgm:spPr/>
    </dgm:pt>
    <dgm:pt modelId="{0F9819F4-9AA5-472B-9236-19B97A29550F}" type="pres">
      <dgm:prSet presAssocID="{650C0B76-63B2-4090-807F-FE50F8AECD6C}" presName="txSpace" presStyleCnt="0"/>
      <dgm:spPr/>
    </dgm:pt>
    <dgm:pt modelId="{E1C5234F-7DA5-4620-BB03-0ABE6A14E563}" type="pres">
      <dgm:prSet presAssocID="{650C0B76-63B2-4090-807F-FE50F8AECD6C}" presName="desTx" presStyleLbl="revTx" presStyleIdx="3" presStyleCnt="4">
        <dgm:presLayoutVars/>
      </dgm:prSet>
      <dgm:spPr/>
    </dgm:pt>
  </dgm:ptLst>
  <dgm:cxnLst>
    <dgm:cxn modelId="{9DDFDD0A-A170-4F7C-851E-A185A5D0A806}" type="presOf" srcId="{BF8C8304-55FA-40F8-B828-03E2B4C6909C}" destId="{28AA9AE9-17B8-4B80-863B-9A6067452E49}" srcOrd="0" destOrd="0" presId="urn:microsoft.com/office/officeart/2018/5/layout/CenteredIconLabelDescriptionList"/>
    <dgm:cxn modelId="{5EC4FF0E-ECB4-46C5-8175-F516C485FE85}" srcId="{5D51A83C-2674-4FA9-9D76-C38C0DA580DA}" destId="{5C369F00-80FB-4C5A-8FBA-E3A8F2B6F192}" srcOrd="2" destOrd="0" parTransId="{9D5A9FFA-A83D-492A-B886-A45AD13DA802}" sibTransId="{38C7EC33-644B-4274-89F4-D4F1AAB60DFF}"/>
    <dgm:cxn modelId="{6014073E-5145-4163-AA59-40D144D8E9C3}" type="presOf" srcId="{126F5BE3-BB34-43A1-9F99-1C5B7AE42CC1}" destId="{E1C5234F-7DA5-4620-BB03-0ABE6A14E563}" srcOrd="0" destOrd="1" presId="urn:microsoft.com/office/officeart/2018/5/layout/CenteredIconLabelDescriptionList"/>
    <dgm:cxn modelId="{89797563-8CA4-46A1-A073-57BF16C89395}" type="presOf" srcId="{0A57E09D-07ED-4BC8-A003-288C1EBBE2F7}" destId="{E1C5234F-7DA5-4620-BB03-0ABE6A14E563}" srcOrd="0" destOrd="2" presId="urn:microsoft.com/office/officeart/2018/5/layout/CenteredIconLabelDescriptionList"/>
    <dgm:cxn modelId="{E6BF5869-E1E7-48A3-9884-56D62E67DF73}" type="presOf" srcId="{5D51A83C-2674-4FA9-9D76-C38C0DA580DA}" destId="{C4DDE56E-B590-4C5A-93E9-5ACCCB65D192}" srcOrd="0" destOrd="0" presId="urn:microsoft.com/office/officeart/2018/5/layout/CenteredIconLabelDescriptionList"/>
    <dgm:cxn modelId="{72D27D71-FB06-4388-84F6-D5F9C270649A}" type="presOf" srcId="{53B92BBC-A1A6-4FB4-AB2A-05EAF025D714}" destId="{2DA1110C-6FD8-4372-8015-0946A57328E7}" srcOrd="0" destOrd="0" presId="urn:microsoft.com/office/officeart/2018/5/layout/CenteredIconLabelDescriptionList"/>
    <dgm:cxn modelId="{398D4653-79A2-4915-9125-CC5B44036A16}" type="presOf" srcId="{650C0B76-63B2-4090-807F-FE50F8AECD6C}" destId="{9B9E92DA-C208-4D22-A3DC-FB7B882E383C}" srcOrd="0" destOrd="0" presId="urn:microsoft.com/office/officeart/2018/5/layout/CenteredIconLabelDescriptionList"/>
    <dgm:cxn modelId="{C556A853-66AA-43CC-8671-D966D78BE69C}" srcId="{650C0B76-63B2-4090-807F-FE50F8AECD6C}" destId="{126F5BE3-BB34-43A1-9F99-1C5B7AE42CC1}" srcOrd="1" destOrd="0" parTransId="{CB35E685-1DE8-4EAE-9054-1EB67BF793EF}" sibTransId="{3FB462F4-911F-4A78-8419-F2A418E088B6}"/>
    <dgm:cxn modelId="{3749DD56-F016-47C6-9622-3A5D8D29D3FF}" srcId="{650C0B76-63B2-4090-807F-FE50F8AECD6C}" destId="{0A57E09D-07ED-4BC8-A003-288C1EBBE2F7}" srcOrd="2" destOrd="0" parTransId="{77C8CCE4-1C76-4F80-998D-0E73E4470405}" sibTransId="{3B0709B8-61DB-4329-893D-6C7D83D52B2E}"/>
    <dgm:cxn modelId="{BBEE3184-820D-418D-9A64-5D1614D453E8}" type="presOf" srcId="{5825D546-34C8-4A61-BBB6-D3046C9B22D5}" destId="{E1C5234F-7DA5-4620-BB03-0ABE6A14E563}" srcOrd="0" destOrd="0" presId="urn:microsoft.com/office/officeart/2018/5/layout/CenteredIconLabelDescriptionList"/>
    <dgm:cxn modelId="{68C662A7-3F0C-48AC-9C1B-621BB75C0A77}" type="presOf" srcId="{1510B238-19E2-414B-B370-595743364EBC}" destId="{2DA1110C-6FD8-4372-8015-0946A57328E7}" srcOrd="0" destOrd="1" presId="urn:microsoft.com/office/officeart/2018/5/layout/CenteredIconLabelDescriptionList"/>
    <dgm:cxn modelId="{765692B3-434D-486B-9929-1C33CBDC8C1B}" srcId="{BF8C8304-55FA-40F8-B828-03E2B4C6909C}" destId="{650C0B76-63B2-4090-807F-FE50F8AECD6C}" srcOrd="1" destOrd="0" parTransId="{BD01DFCB-6702-4932-BBC3-E2B483D7464B}" sibTransId="{DF98D7F9-CFF2-45C9-A2DD-ED5A7B749B63}"/>
    <dgm:cxn modelId="{79DF16BC-B3EE-4F34-AE93-000DE106F7B5}" srcId="{650C0B76-63B2-4090-807F-FE50F8AECD6C}" destId="{5825D546-34C8-4A61-BBB6-D3046C9B22D5}" srcOrd="0" destOrd="0" parTransId="{AAB39F48-4553-484D-970C-DC78CF489ABF}" sibTransId="{E09BDA01-59E2-4A28-B782-FAA5E0AF1F4F}"/>
    <dgm:cxn modelId="{969B8EC0-BFB7-413F-825D-EC30CE0F083F}" type="presOf" srcId="{5C369F00-80FB-4C5A-8FBA-E3A8F2B6F192}" destId="{2DA1110C-6FD8-4372-8015-0946A57328E7}" srcOrd="0" destOrd="2" presId="urn:microsoft.com/office/officeart/2018/5/layout/CenteredIconLabelDescriptionList"/>
    <dgm:cxn modelId="{75050CCB-AB46-42D0-9704-6C82B3924546}" srcId="{BF8C8304-55FA-40F8-B828-03E2B4C6909C}" destId="{5D51A83C-2674-4FA9-9D76-C38C0DA580DA}" srcOrd="0" destOrd="0" parTransId="{A1FE5D66-E35D-46AA-B5B3-0BD8AB1536AE}" sibTransId="{5B4FDA24-C2BB-4655-B175-C6EFF9349078}"/>
    <dgm:cxn modelId="{89F4C8F8-B3D7-4856-B18A-EF80C71C6DC0}" srcId="{5D51A83C-2674-4FA9-9D76-C38C0DA580DA}" destId="{53B92BBC-A1A6-4FB4-AB2A-05EAF025D714}" srcOrd="0" destOrd="0" parTransId="{82474D58-BD12-4414-856A-A195D4E10944}" sibTransId="{28D4B1CA-275F-4480-8B63-2D0EDE8CC2FC}"/>
    <dgm:cxn modelId="{62EFDBFB-A100-4746-B5B3-FC2886AA8629}" srcId="{5D51A83C-2674-4FA9-9D76-C38C0DA580DA}" destId="{1510B238-19E2-414B-B370-595743364EBC}" srcOrd="1" destOrd="0" parTransId="{C0D54C7B-31F0-433C-AAD8-89770FDA3D32}" sibTransId="{17ED1561-C837-47A0-9352-F7F353C15010}"/>
    <dgm:cxn modelId="{38B82BD5-D6A5-415A-B75A-990C573807BE}" type="presParOf" srcId="{28AA9AE9-17B8-4B80-863B-9A6067452E49}" destId="{3EA0AF59-B4C7-47A4-B566-0AF5A62DDCC3}" srcOrd="0" destOrd="0" presId="urn:microsoft.com/office/officeart/2018/5/layout/CenteredIconLabelDescriptionList"/>
    <dgm:cxn modelId="{6F32C7F0-68DE-4A5B-B28F-778AF9D13C57}" type="presParOf" srcId="{3EA0AF59-B4C7-47A4-B566-0AF5A62DDCC3}" destId="{291ABCEB-3C73-4C26-87A1-00AA19A1AF6E}" srcOrd="0" destOrd="0" presId="urn:microsoft.com/office/officeart/2018/5/layout/CenteredIconLabelDescriptionList"/>
    <dgm:cxn modelId="{D8B7E009-88EB-43CC-B8C2-AE51E20F2F59}" type="presParOf" srcId="{3EA0AF59-B4C7-47A4-B566-0AF5A62DDCC3}" destId="{BCB44AA9-4F36-4AEB-8AD4-1277B8275F3E}" srcOrd="1" destOrd="0" presId="urn:microsoft.com/office/officeart/2018/5/layout/CenteredIconLabelDescriptionList"/>
    <dgm:cxn modelId="{00400273-3E17-4424-8168-FE040A638A3B}" type="presParOf" srcId="{3EA0AF59-B4C7-47A4-B566-0AF5A62DDCC3}" destId="{C4DDE56E-B590-4C5A-93E9-5ACCCB65D192}" srcOrd="2" destOrd="0" presId="urn:microsoft.com/office/officeart/2018/5/layout/CenteredIconLabelDescriptionList"/>
    <dgm:cxn modelId="{BE4FA4C2-9499-4603-B0BF-18A0962B79E9}" type="presParOf" srcId="{3EA0AF59-B4C7-47A4-B566-0AF5A62DDCC3}" destId="{24AC776F-D43F-4E4A-8281-B22C07D700D1}" srcOrd="3" destOrd="0" presId="urn:microsoft.com/office/officeart/2018/5/layout/CenteredIconLabelDescriptionList"/>
    <dgm:cxn modelId="{1293EBA9-AB70-40E3-8214-38DE4380A153}" type="presParOf" srcId="{3EA0AF59-B4C7-47A4-B566-0AF5A62DDCC3}" destId="{2DA1110C-6FD8-4372-8015-0946A57328E7}" srcOrd="4" destOrd="0" presId="urn:microsoft.com/office/officeart/2018/5/layout/CenteredIconLabelDescriptionList"/>
    <dgm:cxn modelId="{A7D4E20B-B7CA-4EB5-9581-9695B11DD94C}" type="presParOf" srcId="{28AA9AE9-17B8-4B80-863B-9A6067452E49}" destId="{8C87715F-35F4-4275-AA2E-59C746E46EA2}" srcOrd="1" destOrd="0" presId="urn:microsoft.com/office/officeart/2018/5/layout/CenteredIconLabelDescriptionList"/>
    <dgm:cxn modelId="{9F1D23FD-A92C-4CF7-A0BF-DF8CD6B65CAD}" type="presParOf" srcId="{28AA9AE9-17B8-4B80-863B-9A6067452E49}" destId="{8CC4717E-E208-4F88-B350-03CEB2BE2990}" srcOrd="2" destOrd="0" presId="urn:microsoft.com/office/officeart/2018/5/layout/CenteredIconLabelDescriptionList"/>
    <dgm:cxn modelId="{116437F8-AD6F-449B-A408-D9B499F7ABC3}" type="presParOf" srcId="{8CC4717E-E208-4F88-B350-03CEB2BE2990}" destId="{DD5A1FBE-6C2A-40C1-8C90-564D89F7CBC0}" srcOrd="0" destOrd="0" presId="urn:microsoft.com/office/officeart/2018/5/layout/CenteredIconLabelDescriptionList"/>
    <dgm:cxn modelId="{98A07C60-D20D-400C-9A11-99DECF34C13B}" type="presParOf" srcId="{8CC4717E-E208-4F88-B350-03CEB2BE2990}" destId="{BD6AEF8F-20C2-4C44-B29E-B1A89101A1B3}" srcOrd="1" destOrd="0" presId="urn:microsoft.com/office/officeart/2018/5/layout/CenteredIconLabelDescriptionList"/>
    <dgm:cxn modelId="{B87192A4-01BC-45E5-8EE9-E81702007261}" type="presParOf" srcId="{8CC4717E-E208-4F88-B350-03CEB2BE2990}" destId="{9B9E92DA-C208-4D22-A3DC-FB7B882E383C}" srcOrd="2" destOrd="0" presId="urn:microsoft.com/office/officeart/2018/5/layout/CenteredIconLabelDescriptionList"/>
    <dgm:cxn modelId="{F2669D60-F2FB-435E-9510-EDFAACBB5D8E}" type="presParOf" srcId="{8CC4717E-E208-4F88-B350-03CEB2BE2990}" destId="{0F9819F4-9AA5-472B-9236-19B97A29550F}" srcOrd="3" destOrd="0" presId="urn:microsoft.com/office/officeart/2018/5/layout/CenteredIconLabelDescriptionList"/>
    <dgm:cxn modelId="{F2514089-24BD-4271-B230-2DB3CAAFD5B3}" type="presParOf" srcId="{8CC4717E-E208-4F88-B350-03CEB2BE2990}" destId="{E1C5234F-7DA5-4620-BB03-0ABE6A14E5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604E2474-116C-452D-AA0E-5193E503842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tr-TR"/>
        </a:p>
      </dgm:t>
    </dgm:pt>
    <dgm:pt modelId="{7D205D9D-93FB-40D7-95CA-C8627D686E2E}">
      <dgm:prSet/>
      <dgm:spPr/>
      <dgm:t>
        <a:bodyPr/>
        <a:lstStyle/>
        <a:p>
          <a:r>
            <a:rPr lang="en-US"/>
            <a:t>Bitcoin technology</a:t>
          </a:r>
          <a:r>
            <a:rPr lang="tr-TR"/>
            <a:t> </a:t>
          </a:r>
          <a:r>
            <a:rPr lang="en-US"/>
            <a:t>is</a:t>
          </a:r>
          <a:endParaRPr lang="tr-TR"/>
        </a:p>
      </dgm:t>
    </dgm:pt>
    <dgm:pt modelId="{4A76FD39-EA21-489B-A22C-27B3F065FFD5}" type="parTrans" cxnId="{54430F98-F4B7-4582-B803-666B92CEB20B}">
      <dgm:prSet/>
      <dgm:spPr/>
      <dgm:t>
        <a:bodyPr/>
        <a:lstStyle/>
        <a:p>
          <a:endParaRPr lang="tr-TR"/>
        </a:p>
      </dgm:t>
    </dgm:pt>
    <dgm:pt modelId="{E6ECE665-3877-4C1D-9035-DF7173E00440}" type="sibTrans" cxnId="{54430F98-F4B7-4582-B803-666B92CEB20B}">
      <dgm:prSet/>
      <dgm:spPr/>
      <dgm:t>
        <a:bodyPr/>
        <a:lstStyle/>
        <a:p>
          <a:endParaRPr lang="tr-TR"/>
        </a:p>
      </dgm:t>
    </dgm:pt>
    <dgm:pt modelId="{34FD0314-15C2-42D2-8140-F219530E4545}">
      <dgm:prSet/>
      <dgm:spPr/>
      <dgm:t>
        <a:bodyPr/>
        <a:lstStyle/>
        <a:p>
          <a:r>
            <a:rPr lang="en-US"/>
            <a:t>completely new </a:t>
          </a:r>
          <a:endParaRPr lang="tr-TR"/>
        </a:p>
      </dgm:t>
    </dgm:pt>
    <dgm:pt modelId="{329519EC-E60A-4531-8C3E-0D7954EDA2DA}" type="parTrans" cxnId="{5A5FEB35-05C9-47A0-9F61-46541B172295}">
      <dgm:prSet/>
      <dgm:spPr/>
      <dgm:t>
        <a:bodyPr/>
        <a:lstStyle/>
        <a:p>
          <a:endParaRPr lang="tr-TR"/>
        </a:p>
      </dgm:t>
    </dgm:pt>
    <dgm:pt modelId="{7D2D73EC-53F9-45E4-B74F-CC7482CE7D2A}" type="sibTrans" cxnId="{5A5FEB35-05C9-47A0-9F61-46541B172295}">
      <dgm:prSet/>
      <dgm:spPr/>
      <dgm:t>
        <a:bodyPr/>
        <a:lstStyle/>
        <a:p>
          <a:endParaRPr lang="tr-TR"/>
        </a:p>
      </dgm:t>
    </dgm:pt>
    <dgm:pt modelId="{0F176ADC-6835-4DFC-8900-09578B4C1AD8}">
      <dgm:prSet/>
      <dgm:spPr/>
      <dgm:t>
        <a:bodyPr/>
        <a:lstStyle/>
        <a:p>
          <a:r>
            <a:rPr lang="en-US"/>
            <a:t>unprecedented, </a:t>
          </a:r>
          <a:endParaRPr lang="tr-TR"/>
        </a:p>
      </dgm:t>
    </dgm:pt>
    <dgm:pt modelId="{57F9B75F-8EF3-40EC-8E8B-D519F287F4DD}" type="parTrans" cxnId="{C9D6C77D-61A5-4E9B-8362-D33A92AEEEF4}">
      <dgm:prSet/>
      <dgm:spPr/>
      <dgm:t>
        <a:bodyPr/>
        <a:lstStyle/>
        <a:p>
          <a:endParaRPr lang="tr-TR"/>
        </a:p>
      </dgm:t>
    </dgm:pt>
    <dgm:pt modelId="{BEBF5E21-D1DE-48DF-B796-7C69847542AC}" type="sibTrans" cxnId="{C9D6C77D-61A5-4E9B-8362-D33A92AEEEF4}">
      <dgm:prSet/>
      <dgm:spPr/>
      <dgm:t>
        <a:bodyPr/>
        <a:lstStyle/>
        <a:p>
          <a:endParaRPr lang="tr-TR"/>
        </a:p>
      </dgm:t>
    </dgm:pt>
    <dgm:pt modelId="{1B6641D6-EEC9-4F51-8B99-203FB9EC98EE}">
      <dgm:prSet/>
      <dgm:spPr/>
      <dgm:t>
        <a:bodyPr/>
        <a:lstStyle/>
        <a:p>
          <a:r>
            <a:rPr lang="en-US"/>
            <a:t>and complex </a:t>
          </a:r>
          <a:endParaRPr lang="tr-TR"/>
        </a:p>
      </dgm:t>
    </dgm:pt>
    <dgm:pt modelId="{31D8F6CA-CCD8-4B91-8FF3-415A0299FA82}" type="parTrans" cxnId="{F9F489AA-453E-4C79-97CE-99D96D200325}">
      <dgm:prSet/>
      <dgm:spPr/>
      <dgm:t>
        <a:bodyPr/>
        <a:lstStyle/>
        <a:p>
          <a:endParaRPr lang="tr-TR"/>
        </a:p>
      </dgm:t>
    </dgm:pt>
    <dgm:pt modelId="{B04608A9-FE73-4E5B-9959-A94F8FE012BF}" type="sibTrans" cxnId="{F9F489AA-453E-4C79-97CE-99D96D200325}">
      <dgm:prSet/>
      <dgm:spPr/>
      <dgm:t>
        <a:bodyPr/>
        <a:lstStyle/>
        <a:p>
          <a:endParaRPr lang="tr-TR"/>
        </a:p>
      </dgm:t>
    </dgm:pt>
    <dgm:pt modelId="{FBA8E945-CC85-4C97-8C32-73054AA52176}">
      <dgm:prSet/>
      <dgm:spPr/>
      <dgm:t>
        <a:bodyPr/>
        <a:lstStyle/>
        <a:p>
          <a:r>
            <a:rPr lang="en-US"/>
            <a:t>Over time</a:t>
          </a:r>
          <a:endParaRPr lang="tr-TR"/>
        </a:p>
      </dgm:t>
    </dgm:pt>
    <dgm:pt modelId="{CFDECB15-4E76-4685-A097-FACED94326F4}" type="parTrans" cxnId="{FDA2EF8E-0014-4E4A-8B6D-BD054A9CF4F0}">
      <dgm:prSet/>
      <dgm:spPr/>
      <dgm:t>
        <a:bodyPr/>
        <a:lstStyle/>
        <a:p>
          <a:endParaRPr lang="tr-TR"/>
        </a:p>
      </dgm:t>
    </dgm:pt>
    <dgm:pt modelId="{F474E76F-A111-4C4E-9CC2-12C2E1FC470F}" type="sibTrans" cxnId="{FDA2EF8E-0014-4E4A-8B6D-BD054A9CF4F0}">
      <dgm:prSet/>
      <dgm:spPr/>
      <dgm:t>
        <a:bodyPr/>
        <a:lstStyle/>
        <a:p>
          <a:endParaRPr lang="tr-TR"/>
        </a:p>
      </dgm:t>
    </dgm:pt>
    <dgm:pt modelId="{4F5C0574-CD51-405C-81D7-D38C11031056}">
      <dgm:prSet/>
      <dgm:spPr/>
      <dgm:t>
        <a:bodyPr/>
        <a:lstStyle/>
        <a:p>
          <a:r>
            <a:rPr lang="en-US"/>
            <a:t>we</a:t>
          </a:r>
          <a:r>
            <a:rPr lang="tr-TR"/>
            <a:t> </a:t>
          </a:r>
          <a:r>
            <a:rPr lang="en-US"/>
            <a:t>will develop better security tools and practices </a:t>
          </a:r>
          <a:endParaRPr lang="tr-TR"/>
        </a:p>
      </dgm:t>
    </dgm:pt>
    <dgm:pt modelId="{DF9FCF30-755E-41E5-8A58-1DC12EB4B81F}" type="parTrans" cxnId="{61DA0DA0-C7B8-4A17-992A-EF8CD9B6F078}">
      <dgm:prSet/>
      <dgm:spPr/>
      <dgm:t>
        <a:bodyPr/>
        <a:lstStyle/>
        <a:p>
          <a:endParaRPr lang="tr-TR"/>
        </a:p>
      </dgm:t>
    </dgm:pt>
    <dgm:pt modelId="{93FF738B-6C45-4314-B9C4-B7F6261172AB}" type="sibTrans" cxnId="{61DA0DA0-C7B8-4A17-992A-EF8CD9B6F078}">
      <dgm:prSet/>
      <dgm:spPr/>
      <dgm:t>
        <a:bodyPr/>
        <a:lstStyle/>
        <a:p>
          <a:endParaRPr lang="tr-TR"/>
        </a:p>
      </dgm:t>
    </dgm:pt>
    <dgm:pt modelId="{5C5ADE07-57A4-4A92-A91F-A6862B418EC1}">
      <dgm:prSet/>
      <dgm:spPr/>
      <dgm:t>
        <a:bodyPr/>
        <a:lstStyle/>
        <a:p>
          <a:r>
            <a:rPr lang="en-US"/>
            <a:t>that are easier to use by nonexperts.</a:t>
          </a:r>
          <a:endParaRPr lang="tr-TR"/>
        </a:p>
      </dgm:t>
    </dgm:pt>
    <dgm:pt modelId="{D2D45FB6-950C-4C77-B58A-17E37852B537}" type="parTrans" cxnId="{A8832CA0-2C3A-4E5E-A779-A10BC8A28165}">
      <dgm:prSet/>
      <dgm:spPr/>
      <dgm:t>
        <a:bodyPr/>
        <a:lstStyle/>
        <a:p>
          <a:endParaRPr lang="tr-TR"/>
        </a:p>
      </dgm:t>
    </dgm:pt>
    <dgm:pt modelId="{32BE1F27-A987-4A85-B031-2ED9DBF2EF21}" type="sibTrans" cxnId="{A8832CA0-2C3A-4E5E-A779-A10BC8A28165}">
      <dgm:prSet/>
      <dgm:spPr/>
      <dgm:t>
        <a:bodyPr/>
        <a:lstStyle/>
        <a:p>
          <a:endParaRPr lang="tr-TR"/>
        </a:p>
      </dgm:t>
    </dgm:pt>
    <dgm:pt modelId="{CA200FAD-4EFD-48DB-9EB4-AD682AE1BD70}">
      <dgm:prSet/>
      <dgm:spPr/>
      <dgm:t>
        <a:bodyPr/>
        <a:lstStyle/>
        <a:p>
          <a:r>
            <a:rPr lang="en-US"/>
            <a:t>For now, bitcoin users can use </a:t>
          </a:r>
          <a:endParaRPr lang="tr-TR"/>
        </a:p>
      </dgm:t>
    </dgm:pt>
    <dgm:pt modelId="{CB440629-E962-4C75-91E1-A4F82BB3BFBE}" type="parTrans" cxnId="{4DAEF494-3360-4EA0-9527-7FA4113534DE}">
      <dgm:prSet/>
      <dgm:spPr/>
      <dgm:t>
        <a:bodyPr/>
        <a:lstStyle/>
        <a:p>
          <a:endParaRPr lang="tr-TR"/>
        </a:p>
      </dgm:t>
    </dgm:pt>
    <dgm:pt modelId="{5082FDC4-B53A-449C-8A34-6DD9712E234D}" type="sibTrans" cxnId="{4DAEF494-3360-4EA0-9527-7FA4113534DE}">
      <dgm:prSet/>
      <dgm:spPr/>
      <dgm:t>
        <a:bodyPr/>
        <a:lstStyle/>
        <a:p>
          <a:endParaRPr lang="tr-TR"/>
        </a:p>
      </dgm:t>
    </dgm:pt>
    <dgm:pt modelId="{7DB7E736-EF5B-4637-BA5C-AA0E7F62276B}">
      <dgm:prSet/>
      <dgm:spPr/>
      <dgm:t>
        <a:bodyPr/>
        <a:lstStyle/>
        <a:p>
          <a:r>
            <a:rPr lang="en-US"/>
            <a:t>many of the tips discussed here </a:t>
          </a:r>
          <a:endParaRPr lang="tr-TR"/>
        </a:p>
      </dgm:t>
    </dgm:pt>
    <dgm:pt modelId="{3B85F3B0-D3E3-4B1E-A879-B6641E6A2A9D}" type="parTrans" cxnId="{C38B0886-956E-4BB7-98FF-835EDCCB88A3}">
      <dgm:prSet/>
      <dgm:spPr/>
      <dgm:t>
        <a:bodyPr/>
        <a:lstStyle/>
        <a:p>
          <a:endParaRPr lang="tr-TR"/>
        </a:p>
      </dgm:t>
    </dgm:pt>
    <dgm:pt modelId="{08B26895-3516-4605-8A71-56769FE813F5}" type="sibTrans" cxnId="{C38B0886-956E-4BB7-98FF-835EDCCB88A3}">
      <dgm:prSet/>
      <dgm:spPr/>
      <dgm:t>
        <a:bodyPr/>
        <a:lstStyle/>
        <a:p>
          <a:endParaRPr lang="tr-TR"/>
        </a:p>
      </dgm:t>
    </dgm:pt>
    <dgm:pt modelId="{795E839C-814B-493C-A7D3-81A20BA62B18}">
      <dgm:prSet/>
      <dgm:spPr/>
      <dgm:t>
        <a:bodyPr/>
        <a:lstStyle/>
        <a:p>
          <a:r>
            <a:rPr lang="en-US"/>
            <a:t>to enjoy a secure and</a:t>
          </a:r>
          <a:r>
            <a:rPr lang="tr-TR"/>
            <a:t> trouble-free bitcoin experience</a:t>
          </a:r>
        </a:p>
      </dgm:t>
    </dgm:pt>
    <dgm:pt modelId="{6B66508A-E536-4FE5-A8E8-AB124B7EA7F5}" type="parTrans" cxnId="{A16061BE-4E41-4E4E-B80A-DF569894591C}">
      <dgm:prSet/>
      <dgm:spPr/>
      <dgm:t>
        <a:bodyPr/>
        <a:lstStyle/>
        <a:p>
          <a:endParaRPr lang="tr-TR"/>
        </a:p>
      </dgm:t>
    </dgm:pt>
    <dgm:pt modelId="{B8DB7315-9AA8-4D47-ADC4-87A6E7848721}" type="sibTrans" cxnId="{A16061BE-4E41-4E4E-B80A-DF569894591C}">
      <dgm:prSet/>
      <dgm:spPr/>
      <dgm:t>
        <a:bodyPr/>
        <a:lstStyle/>
        <a:p>
          <a:endParaRPr lang="tr-TR"/>
        </a:p>
      </dgm:t>
    </dgm:pt>
    <dgm:pt modelId="{19C442FE-0904-485D-8FFF-C31455C9AACF}" type="pres">
      <dgm:prSet presAssocID="{604E2474-116C-452D-AA0E-5193E5038425}" presName="linear" presStyleCnt="0">
        <dgm:presLayoutVars>
          <dgm:dir/>
          <dgm:animLvl val="lvl"/>
          <dgm:resizeHandles val="exact"/>
        </dgm:presLayoutVars>
      </dgm:prSet>
      <dgm:spPr/>
    </dgm:pt>
    <dgm:pt modelId="{C8581EC2-A7BE-455C-B5B8-8FF2D98416D4}" type="pres">
      <dgm:prSet presAssocID="{7D205D9D-93FB-40D7-95CA-C8627D686E2E}" presName="parentLin" presStyleCnt="0"/>
      <dgm:spPr/>
    </dgm:pt>
    <dgm:pt modelId="{94D61275-0709-4099-8054-933B83505AD5}" type="pres">
      <dgm:prSet presAssocID="{7D205D9D-93FB-40D7-95CA-C8627D686E2E}" presName="parentLeftMargin" presStyleLbl="node1" presStyleIdx="0" presStyleCnt="3"/>
      <dgm:spPr/>
    </dgm:pt>
    <dgm:pt modelId="{5EBC4FA4-E12B-4995-865A-5402323CB876}" type="pres">
      <dgm:prSet presAssocID="{7D205D9D-93FB-40D7-95CA-C8627D686E2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1C30BE-3B1C-4B35-AAA4-B7883EA70D23}" type="pres">
      <dgm:prSet presAssocID="{7D205D9D-93FB-40D7-95CA-C8627D686E2E}" presName="negativeSpace" presStyleCnt="0"/>
      <dgm:spPr/>
    </dgm:pt>
    <dgm:pt modelId="{4E6736C7-7C4B-4A01-8B71-AF99CFCC414F}" type="pres">
      <dgm:prSet presAssocID="{7D205D9D-93FB-40D7-95CA-C8627D686E2E}" presName="childText" presStyleLbl="conFgAcc1" presStyleIdx="0" presStyleCnt="3">
        <dgm:presLayoutVars>
          <dgm:bulletEnabled val="1"/>
        </dgm:presLayoutVars>
      </dgm:prSet>
      <dgm:spPr/>
    </dgm:pt>
    <dgm:pt modelId="{C7DE3995-4543-44B2-8F9D-7AC210EBA306}" type="pres">
      <dgm:prSet presAssocID="{E6ECE665-3877-4C1D-9035-DF7173E00440}" presName="spaceBetweenRectangles" presStyleCnt="0"/>
      <dgm:spPr/>
    </dgm:pt>
    <dgm:pt modelId="{FA8ED41D-128F-45A5-8CCB-7072C25C073E}" type="pres">
      <dgm:prSet presAssocID="{FBA8E945-CC85-4C97-8C32-73054AA52176}" presName="parentLin" presStyleCnt="0"/>
      <dgm:spPr/>
    </dgm:pt>
    <dgm:pt modelId="{74772D66-91F2-4BA1-8C3E-F02AC786985F}" type="pres">
      <dgm:prSet presAssocID="{FBA8E945-CC85-4C97-8C32-73054AA52176}" presName="parentLeftMargin" presStyleLbl="node1" presStyleIdx="0" presStyleCnt="3"/>
      <dgm:spPr/>
    </dgm:pt>
    <dgm:pt modelId="{3BEA6D75-C2F5-4B59-9AB3-C38521814CEF}" type="pres">
      <dgm:prSet presAssocID="{FBA8E945-CC85-4C97-8C32-73054AA521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0F5C160-FDD2-421E-9575-83ACC4CEF148}" type="pres">
      <dgm:prSet presAssocID="{FBA8E945-CC85-4C97-8C32-73054AA52176}" presName="negativeSpace" presStyleCnt="0"/>
      <dgm:spPr/>
    </dgm:pt>
    <dgm:pt modelId="{33FCFE9D-E8D3-4EDD-AF33-BB0ADE5AB8A3}" type="pres">
      <dgm:prSet presAssocID="{FBA8E945-CC85-4C97-8C32-73054AA52176}" presName="childText" presStyleLbl="conFgAcc1" presStyleIdx="1" presStyleCnt="3">
        <dgm:presLayoutVars>
          <dgm:bulletEnabled val="1"/>
        </dgm:presLayoutVars>
      </dgm:prSet>
      <dgm:spPr/>
    </dgm:pt>
    <dgm:pt modelId="{6269D987-056F-492B-8088-AD1D638E311C}" type="pres">
      <dgm:prSet presAssocID="{F474E76F-A111-4C4E-9CC2-12C2E1FC470F}" presName="spaceBetweenRectangles" presStyleCnt="0"/>
      <dgm:spPr/>
    </dgm:pt>
    <dgm:pt modelId="{A16AB97C-9F94-469B-9B4D-C14E67BDD44D}" type="pres">
      <dgm:prSet presAssocID="{CA200FAD-4EFD-48DB-9EB4-AD682AE1BD70}" presName="parentLin" presStyleCnt="0"/>
      <dgm:spPr/>
    </dgm:pt>
    <dgm:pt modelId="{59779523-DBB0-42AE-ABB9-8484030F4782}" type="pres">
      <dgm:prSet presAssocID="{CA200FAD-4EFD-48DB-9EB4-AD682AE1BD70}" presName="parentLeftMargin" presStyleLbl="node1" presStyleIdx="1" presStyleCnt="3"/>
      <dgm:spPr/>
    </dgm:pt>
    <dgm:pt modelId="{6B95EB90-8760-4531-8D3E-3B105543D2B5}" type="pres">
      <dgm:prSet presAssocID="{CA200FAD-4EFD-48DB-9EB4-AD682AE1BD7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CF3F1B5-B21A-464E-9EE8-F51CE5A8FB08}" type="pres">
      <dgm:prSet presAssocID="{CA200FAD-4EFD-48DB-9EB4-AD682AE1BD70}" presName="negativeSpace" presStyleCnt="0"/>
      <dgm:spPr/>
    </dgm:pt>
    <dgm:pt modelId="{D5919205-02E1-4B2B-8E4D-EBE634110810}" type="pres">
      <dgm:prSet presAssocID="{CA200FAD-4EFD-48DB-9EB4-AD682AE1BD7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4366403-7DB1-4EBB-B3B1-EA4C36F0B42F}" type="presOf" srcId="{CA200FAD-4EFD-48DB-9EB4-AD682AE1BD70}" destId="{6B95EB90-8760-4531-8D3E-3B105543D2B5}" srcOrd="1" destOrd="0" presId="urn:microsoft.com/office/officeart/2005/8/layout/list1"/>
    <dgm:cxn modelId="{D384FF05-733F-475B-AF5B-47A35C477342}" type="presOf" srcId="{795E839C-814B-493C-A7D3-81A20BA62B18}" destId="{D5919205-02E1-4B2B-8E4D-EBE634110810}" srcOrd="0" destOrd="1" presId="urn:microsoft.com/office/officeart/2005/8/layout/list1"/>
    <dgm:cxn modelId="{A34FB823-6253-4202-A5E8-F6C8DAE9C2FE}" type="presOf" srcId="{5C5ADE07-57A4-4A92-A91F-A6862B418EC1}" destId="{33FCFE9D-E8D3-4EDD-AF33-BB0ADE5AB8A3}" srcOrd="0" destOrd="1" presId="urn:microsoft.com/office/officeart/2005/8/layout/list1"/>
    <dgm:cxn modelId="{5A5FEB35-05C9-47A0-9F61-46541B172295}" srcId="{7D205D9D-93FB-40D7-95CA-C8627D686E2E}" destId="{34FD0314-15C2-42D2-8140-F219530E4545}" srcOrd="0" destOrd="0" parTransId="{329519EC-E60A-4531-8C3E-0D7954EDA2DA}" sibTransId="{7D2D73EC-53F9-45E4-B74F-CC7482CE7D2A}"/>
    <dgm:cxn modelId="{E4308167-6B5E-4CFC-A412-84351A4063B7}" type="presOf" srcId="{1B6641D6-EEC9-4F51-8B99-203FB9EC98EE}" destId="{4E6736C7-7C4B-4A01-8B71-AF99CFCC414F}" srcOrd="0" destOrd="2" presId="urn:microsoft.com/office/officeart/2005/8/layout/list1"/>
    <dgm:cxn modelId="{841D3E48-1BA0-4511-8FC7-EFCDE4DFDFD0}" type="presOf" srcId="{CA200FAD-4EFD-48DB-9EB4-AD682AE1BD70}" destId="{59779523-DBB0-42AE-ABB9-8484030F4782}" srcOrd="0" destOrd="0" presId="urn:microsoft.com/office/officeart/2005/8/layout/list1"/>
    <dgm:cxn modelId="{31230969-6F31-4FEE-805E-93F5D927F033}" type="presOf" srcId="{7DB7E736-EF5B-4637-BA5C-AA0E7F62276B}" destId="{D5919205-02E1-4B2B-8E4D-EBE634110810}" srcOrd="0" destOrd="0" presId="urn:microsoft.com/office/officeart/2005/8/layout/list1"/>
    <dgm:cxn modelId="{4F0AF456-6CA5-4946-B395-CEE9A960D2B9}" type="presOf" srcId="{FBA8E945-CC85-4C97-8C32-73054AA52176}" destId="{74772D66-91F2-4BA1-8C3E-F02AC786985F}" srcOrd="0" destOrd="0" presId="urn:microsoft.com/office/officeart/2005/8/layout/list1"/>
    <dgm:cxn modelId="{C9D6C77D-61A5-4E9B-8362-D33A92AEEEF4}" srcId="{7D205D9D-93FB-40D7-95CA-C8627D686E2E}" destId="{0F176ADC-6835-4DFC-8900-09578B4C1AD8}" srcOrd="1" destOrd="0" parTransId="{57F9B75F-8EF3-40EC-8E8B-D519F287F4DD}" sibTransId="{BEBF5E21-D1DE-48DF-B796-7C69847542AC}"/>
    <dgm:cxn modelId="{CFECAF82-B334-4ECD-9CF8-B233F3A1F9CE}" type="presOf" srcId="{0F176ADC-6835-4DFC-8900-09578B4C1AD8}" destId="{4E6736C7-7C4B-4A01-8B71-AF99CFCC414F}" srcOrd="0" destOrd="1" presId="urn:microsoft.com/office/officeart/2005/8/layout/list1"/>
    <dgm:cxn modelId="{C38B0886-956E-4BB7-98FF-835EDCCB88A3}" srcId="{CA200FAD-4EFD-48DB-9EB4-AD682AE1BD70}" destId="{7DB7E736-EF5B-4637-BA5C-AA0E7F62276B}" srcOrd="0" destOrd="0" parTransId="{3B85F3B0-D3E3-4B1E-A879-B6641E6A2A9D}" sibTransId="{08B26895-3516-4605-8A71-56769FE813F5}"/>
    <dgm:cxn modelId="{FDA2EF8E-0014-4E4A-8B6D-BD054A9CF4F0}" srcId="{604E2474-116C-452D-AA0E-5193E5038425}" destId="{FBA8E945-CC85-4C97-8C32-73054AA52176}" srcOrd="1" destOrd="0" parTransId="{CFDECB15-4E76-4685-A097-FACED94326F4}" sibTransId="{F474E76F-A111-4C4E-9CC2-12C2E1FC470F}"/>
    <dgm:cxn modelId="{E547DF94-C13D-4D38-A2A4-E1CABB178D83}" type="presOf" srcId="{34FD0314-15C2-42D2-8140-F219530E4545}" destId="{4E6736C7-7C4B-4A01-8B71-AF99CFCC414F}" srcOrd="0" destOrd="0" presId="urn:microsoft.com/office/officeart/2005/8/layout/list1"/>
    <dgm:cxn modelId="{4DAEF494-3360-4EA0-9527-7FA4113534DE}" srcId="{604E2474-116C-452D-AA0E-5193E5038425}" destId="{CA200FAD-4EFD-48DB-9EB4-AD682AE1BD70}" srcOrd="2" destOrd="0" parTransId="{CB440629-E962-4C75-91E1-A4F82BB3BFBE}" sibTransId="{5082FDC4-B53A-449C-8A34-6DD9712E234D}"/>
    <dgm:cxn modelId="{54430F98-F4B7-4582-B803-666B92CEB20B}" srcId="{604E2474-116C-452D-AA0E-5193E5038425}" destId="{7D205D9D-93FB-40D7-95CA-C8627D686E2E}" srcOrd="0" destOrd="0" parTransId="{4A76FD39-EA21-489B-A22C-27B3F065FFD5}" sibTransId="{E6ECE665-3877-4C1D-9035-DF7173E00440}"/>
    <dgm:cxn modelId="{8CCD029C-C86D-4137-A236-669C38CBD0DE}" type="presOf" srcId="{7D205D9D-93FB-40D7-95CA-C8627D686E2E}" destId="{5EBC4FA4-E12B-4995-865A-5402323CB876}" srcOrd="1" destOrd="0" presId="urn:microsoft.com/office/officeart/2005/8/layout/list1"/>
    <dgm:cxn modelId="{61DA0DA0-C7B8-4A17-992A-EF8CD9B6F078}" srcId="{FBA8E945-CC85-4C97-8C32-73054AA52176}" destId="{4F5C0574-CD51-405C-81D7-D38C11031056}" srcOrd="0" destOrd="0" parTransId="{DF9FCF30-755E-41E5-8A58-1DC12EB4B81F}" sibTransId="{93FF738B-6C45-4314-B9C4-B7F6261172AB}"/>
    <dgm:cxn modelId="{A8832CA0-2C3A-4E5E-A779-A10BC8A28165}" srcId="{FBA8E945-CC85-4C97-8C32-73054AA52176}" destId="{5C5ADE07-57A4-4A92-A91F-A6862B418EC1}" srcOrd="1" destOrd="0" parTransId="{D2D45FB6-950C-4C77-B58A-17E37852B537}" sibTransId="{32BE1F27-A987-4A85-B031-2ED9DBF2EF21}"/>
    <dgm:cxn modelId="{B3E6C0A4-D6C3-41E9-9BA1-4F261B3AFE39}" type="presOf" srcId="{7D205D9D-93FB-40D7-95CA-C8627D686E2E}" destId="{94D61275-0709-4099-8054-933B83505AD5}" srcOrd="0" destOrd="0" presId="urn:microsoft.com/office/officeart/2005/8/layout/list1"/>
    <dgm:cxn modelId="{F9F489AA-453E-4C79-97CE-99D96D200325}" srcId="{7D205D9D-93FB-40D7-95CA-C8627D686E2E}" destId="{1B6641D6-EEC9-4F51-8B99-203FB9EC98EE}" srcOrd="2" destOrd="0" parTransId="{31D8F6CA-CCD8-4B91-8FF3-415A0299FA82}" sibTransId="{B04608A9-FE73-4E5B-9959-A94F8FE012BF}"/>
    <dgm:cxn modelId="{A16061BE-4E41-4E4E-B80A-DF569894591C}" srcId="{CA200FAD-4EFD-48DB-9EB4-AD682AE1BD70}" destId="{795E839C-814B-493C-A7D3-81A20BA62B18}" srcOrd="1" destOrd="0" parTransId="{6B66508A-E536-4FE5-A8E8-AB124B7EA7F5}" sibTransId="{B8DB7315-9AA8-4D47-ADC4-87A6E7848721}"/>
    <dgm:cxn modelId="{5AFC89C8-DEB6-4559-A3E3-00F0D18843A0}" type="presOf" srcId="{FBA8E945-CC85-4C97-8C32-73054AA52176}" destId="{3BEA6D75-C2F5-4B59-9AB3-C38521814CEF}" srcOrd="1" destOrd="0" presId="urn:microsoft.com/office/officeart/2005/8/layout/list1"/>
    <dgm:cxn modelId="{15FAF6E7-0F4F-4402-AF1C-C85A005BD7BC}" type="presOf" srcId="{4F5C0574-CD51-405C-81D7-D38C11031056}" destId="{33FCFE9D-E8D3-4EDD-AF33-BB0ADE5AB8A3}" srcOrd="0" destOrd="0" presId="urn:microsoft.com/office/officeart/2005/8/layout/list1"/>
    <dgm:cxn modelId="{DCFC5EFC-AD4A-4EA5-9014-2274FE8DA732}" type="presOf" srcId="{604E2474-116C-452D-AA0E-5193E5038425}" destId="{19C442FE-0904-485D-8FFF-C31455C9AACF}" srcOrd="0" destOrd="0" presId="urn:microsoft.com/office/officeart/2005/8/layout/list1"/>
    <dgm:cxn modelId="{2E4EB9DD-DAF2-4F51-A63A-2EC54B5FE796}" type="presParOf" srcId="{19C442FE-0904-485D-8FFF-C31455C9AACF}" destId="{C8581EC2-A7BE-455C-B5B8-8FF2D98416D4}" srcOrd="0" destOrd="0" presId="urn:microsoft.com/office/officeart/2005/8/layout/list1"/>
    <dgm:cxn modelId="{B8B1D2F2-6CB7-49A8-B39B-D927D94266AB}" type="presParOf" srcId="{C8581EC2-A7BE-455C-B5B8-8FF2D98416D4}" destId="{94D61275-0709-4099-8054-933B83505AD5}" srcOrd="0" destOrd="0" presId="urn:microsoft.com/office/officeart/2005/8/layout/list1"/>
    <dgm:cxn modelId="{4E8D5081-DDA4-4C9A-9C61-D115017517C1}" type="presParOf" srcId="{C8581EC2-A7BE-455C-B5B8-8FF2D98416D4}" destId="{5EBC4FA4-E12B-4995-865A-5402323CB876}" srcOrd="1" destOrd="0" presId="urn:microsoft.com/office/officeart/2005/8/layout/list1"/>
    <dgm:cxn modelId="{BE8E13D8-9B31-4A91-9A6A-AEE5525C5992}" type="presParOf" srcId="{19C442FE-0904-485D-8FFF-C31455C9AACF}" destId="{471C30BE-3B1C-4B35-AAA4-B7883EA70D23}" srcOrd="1" destOrd="0" presId="urn:microsoft.com/office/officeart/2005/8/layout/list1"/>
    <dgm:cxn modelId="{CC00DD5A-E7C4-437C-8123-5FBD5DF81A71}" type="presParOf" srcId="{19C442FE-0904-485D-8FFF-C31455C9AACF}" destId="{4E6736C7-7C4B-4A01-8B71-AF99CFCC414F}" srcOrd="2" destOrd="0" presId="urn:microsoft.com/office/officeart/2005/8/layout/list1"/>
    <dgm:cxn modelId="{40905521-D2E4-47B1-97E1-6112B10DBA55}" type="presParOf" srcId="{19C442FE-0904-485D-8FFF-C31455C9AACF}" destId="{C7DE3995-4543-44B2-8F9D-7AC210EBA306}" srcOrd="3" destOrd="0" presId="urn:microsoft.com/office/officeart/2005/8/layout/list1"/>
    <dgm:cxn modelId="{6802A053-751C-44BF-B656-7CFF4D7752B8}" type="presParOf" srcId="{19C442FE-0904-485D-8FFF-C31455C9AACF}" destId="{FA8ED41D-128F-45A5-8CCB-7072C25C073E}" srcOrd="4" destOrd="0" presId="urn:microsoft.com/office/officeart/2005/8/layout/list1"/>
    <dgm:cxn modelId="{C921FD10-F6E5-45BA-8D4B-93D9567B9439}" type="presParOf" srcId="{FA8ED41D-128F-45A5-8CCB-7072C25C073E}" destId="{74772D66-91F2-4BA1-8C3E-F02AC786985F}" srcOrd="0" destOrd="0" presId="urn:microsoft.com/office/officeart/2005/8/layout/list1"/>
    <dgm:cxn modelId="{F4986797-E985-4AF6-B9F5-58D3A58506A5}" type="presParOf" srcId="{FA8ED41D-128F-45A5-8CCB-7072C25C073E}" destId="{3BEA6D75-C2F5-4B59-9AB3-C38521814CEF}" srcOrd="1" destOrd="0" presId="urn:microsoft.com/office/officeart/2005/8/layout/list1"/>
    <dgm:cxn modelId="{2EB81B27-94F6-4C7B-9C4B-FF6FB3FE7434}" type="presParOf" srcId="{19C442FE-0904-485D-8FFF-C31455C9AACF}" destId="{60F5C160-FDD2-421E-9575-83ACC4CEF148}" srcOrd="5" destOrd="0" presId="urn:microsoft.com/office/officeart/2005/8/layout/list1"/>
    <dgm:cxn modelId="{5930F58E-2425-4F13-8D25-CDB28678578C}" type="presParOf" srcId="{19C442FE-0904-485D-8FFF-C31455C9AACF}" destId="{33FCFE9D-E8D3-4EDD-AF33-BB0ADE5AB8A3}" srcOrd="6" destOrd="0" presId="urn:microsoft.com/office/officeart/2005/8/layout/list1"/>
    <dgm:cxn modelId="{CB67FA81-ED1A-459D-9309-D4C7FE19DF33}" type="presParOf" srcId="{19C442FE-0904-485D-8FFF-C31455C9AACF}" destId="{6269D987-056F-492B-8088-AD1D638E311C}" srcOrd="7" destOrd="0" presId="urn:microsoft.com/office/officeart/2005/8/layout/list1"/>
    <dgm:cxn modelId="{6518390E-B611-44D0-8EB3-C03E38E87AAA}" type="presParOf" srcId="{19C442FE-0904-485D-8FFF-C31455C9AACF}" destId="{A16AB97C-9F94-469B-9B4D-C14E67BDD44D}" srcOrd="8" destOrd="0" presId="urn:microsoft.com/office/officeart/2005/8/layout/list1"/>
    <dgm:cxn modelId="{ADFA343B-F2C6-4756-BADA-277924849875}" type="presParOf" srcId="{A16AB97C-9F94-469B-9B4D-C14E67BDD44D}" destId="{59779523-DBB0-42AE-ABB9-8484030F4782}" srcOrd="0" destOrd="0" presId="urn:microsoft.com/office/officeart/2005/8/layout/list1"/>
    <dgm:cxn modelId="{A7FD03EB-4972-4793-BB42-EEB3D06CF46D}" type="presParOf" srcId="{A16AB97C-9F94-469B-9B4D-C14E67BDD44D}" destId="{6B95EB90-8760-4531-8D3E-3B105543D2B5}" srcOrd="1" destOrd="0" presId="urn:microsoft.com/office/officeart/2005/8/layout/list1"/>
    <dgm:cxn modelId="{AC0A5765-3D80-4179-9B77-267F3E43D3A6}" type="presParOf" srcId="{19C442FE-0904-485D-8FFF-C31455C9AACF}" destId="{5CF3F1B5-B21A-464E-9EE8-F51CE5A8FB08}" srcOrd="9" destOrd="0" presId="urn:microsoft.com/office/officeart/2005/8/layout/list1"/>
    <dgm:cxn modelId="{700078B0-5C9D-409E-84F1-F36EBB270FBC}" type="presParOf" srcId="{19C442FE-0904-485D-8FFF-C31455C9AACF}" destId="{D5919205-02E1-4B2B-8E4D-EBE63411081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Clarification</a:t>
          </a:r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unclarified points?</a:t>
          </a:r>
          <a:endParaRPr lang="tr-TR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</a:t>
          </a:r>
          <a:r>
            <a:rPr lang="tr-TR"/>
            <a:t>e</a:t>
          </a:r>
          <a:r>
            <a:rPr lang="en-US"/>
            <a:t>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C7802A7A-4C60-441A-9EE1-339EE6D79E8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BF30E3F8-9E57-4746-8493-46B88A0A05E9}" type="pres">
      <dgm:prSet presAssocID="{C39B30A5-73B7-415C-B676-12BF6CB4007C}" presName="compNode" presStyleCnt="0"/>
      <dgm:spPr/>
    </dgm:pt>
    <dgm:pt modelId="{A342A9FC-523E-4E4D-A603-D046C1240F6C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E68A269C-2216-4972-A3F5-E31F65CBCA6A}" type="pres">
      <dgm:prSet presAssocID="{C39B30A5-73B7-415C-B676-12BF6CB4007C}" presName="iconSpace" presStyleCnt="0"/>
      <dgm:spPr/>
    </dgm:pt>
    <dgm:pt modelId="{7A82D770-E405-4ECC-85CB-8F4DC44D866C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9D014E45-0190-485C-B225-4B93170E02E3}" type="pres">
      <dgm:prSet presAssocID="{C39B30A5-73B7-415C-B676-12BF6CB4007C}" presName="txSpace" presStyleCnt="0"/>
      <dgm:spPr/>
    </dgm:pt>
    <dgm:pt modelId="{B0D2E7A8-CDAD-4CA4-B8FF-FDCE0C36A1F8}" type="pres">
      <dgm:prSet presAssocID="{C39B30A5-73B7-415C-B676-12BF6CB4007C}" presName="desTx" presStyleLbl="revTx" presStyleIdx="1" presStyleCnt="8">
        <dgm:presLayoutVars/>
      </dgm:prSet>
      <dgm:spPr/>
    </dgm:pt>
    <dgm:pt modelId="{80D72AC1-E5E4-482C-BC6C-BD7E15B708A5}" type="pres">
      <dgm:prSet presAssocID="{52881BA2-E7AE-42C4-94D6-6579828C2B87}" presName="sibTrans" presStyleCnt="0"/>
      <dgm:spPr/>
    </dgm:pt>
    <dgm:pt modelId="{5B0AC6EF-8E8A-4A1C-90BE-2B5BCCF4F31A}" type="pres">
      <dgm:prSet presAssocID="{8841368A-36B1-48FC-A2A5-5D1EB7381265}" presName="compNode" presStyleCnt="0"/>
      <dgm:spPr/>
    </dgm:pt>
    <dgm:pt modelId="{2EC652AE-5292-49F7-A875-A9A2D2E7C595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2C007EA-1CEA-4772-9C7C-4E934048E2E1}" type="pres">
      <dgm:prSet presAssocID="{8841368A-36B1-48FC-A2A5-5D1EB7381265}" presName="iconSpace" presStyleCnt="0"/>
      <dgm:spPr/>
    </dgm:pt>
    <dgm:pt modelId="{75AFE14A-7F38-400A-8028-DE778ED13EB8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4AEAD09C-2BE7-4464-9ECA-7903BAD81C40}" type="pres">
      <dgm:prSet presAssocID="{8841368A-36B1-48FC-A2A5-5D1EB7381265}" presName="txSpace" presStyleCnt="0"/>
      <dgm:spPr/>
    </dgm:pt>
    <dgm:pt modelId="{977100FD-B875-46B8-9BE8-09525C604C11}" type="pres">
      <dgm:prSet presAssocID="{8841368A-36B1-48FC-A2A5-5D1EB7381265}" presName="desTx" presStyleLbl="revTx" presStyleIdx="3" presStyleCnt="8">
        <dgm:presLayoutVars/>
      </dgm:prSet>
      <dgm:spPr/>
    </dgm:pt>
    <dgm:pt modelId="{23283FE3-9781-4FB4-B263-FCB166B77428}" type="pres">
      <dgm:prSet presAssocID="{4DB2FC51-182E-41E0-8584-5BB6B1D5B605}" presName="sibTrans" presStyleCnt="0"/>
      <dgm:spPr/>
    </dgm:pt>
    <dgm:pt modelId="{576D8879-F99F-4313-A1C5-237BEFEDD9F0}" type="pres">
      <dgm:prSet presAssocID="{0849733B-2445-43CF-AD92-CD3266E42B5C}" presName="compNode" presStyleCnt="0"/>
      <dgm:spPr/>
    </dgm:pt>
    <dgm:pt modelId="{8F3BAE71-3882-45EC-AEBE-FB8649F38745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t Yazı"/>
        </a:ext>
      </dgm:extLst>
    </dgm:pt>
    <dgm:pt modelId="{ED1F611A-1FEE-4073-BA70-286D25DE5492}" type="pres">
      <dgm:prSet presAssocID="{0849733B-2445-43CF-AD92-CD3266E42B5C}" presName="iconSpace" presStyleCnt="0"/>
      <dgm:spPr/>
    </dgm:pt>
    <dgm:pt modelId="{0583D812-E773-4FC7-9D71-06D90E970DCD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8D4EB8E0-DAF5-494C-8F21-454C8E69A3B9}" type="pres">
      <dgm:prSet presAssocID="{0849733B-2445-43CF-AD92-CD3266E42B5C}" presName="txSpace" presStyleCnt="0"/>
      <dgm:spPr/>
    </dgm:pt>
    <dgm:pt modelId="{446836D9-8B90-4CE4-8B85-72C5A5E10F84}" type="pres">
      <dgm:prSet presAssocID="{0849733B-2445-43CF-AD92-CD3266E42B5C}" presName="desTx" presStyleLbl="revTx" presStyleIdx="5" presStyleCnt="8">
        <dgm:presLayoutVars/>
      </dgm:prSet>
      <dgm:spPr/>
    </dgm:pt>
    <dgm:pt modelId="{01378A2E-B525-4115-B180-9804C72464B0}" type="pres">
      <dgm:prSet presAssocID="{6F437F73-7249-423F-A6B6-08814B24D355}" presName="sibTrans" presStyleCnt="0"/>
      <dgm:spPr/>
    </dgm:pt>
    <dgm:pt modelId="{1651D665-25D1-482E-A31A-3770CEA03B6A}" type="pres">
      <dgm:prSet presAssocID="{732EB7B2-2BCB-44B9-95EB-32AEB4DF1799}" presName="compNode" presStyleCnt="0"/>
      <dgm:spPr/>
    </dgm:pt>
    <dgm:pt modelId="{CB948C78-8B00-4198-8159-6772C31179C8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0D82A7CF-CCD1-4DB9-894F-6B38EACBDE67}" type="pres">
      <dgm:prSet presAssocID="{732EB7B2-2BCB-44B9-95EB-32AEB4DF1799}" presName="iconSpace" presStyleCnt="0"/>
      <dgm:spPr/>
    </dgm:pt>
    <dgm:pt modelId="{7D97EBB8-DD31-4790-8A3B-8EA7516EDA4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57EFC052-387B-4608-B3E4-E2E8347E5A86}" type="pres">
      <dgm:prSet presAssocID="{732EB7B2-2BCB-44B9-95EB-32AEB4DF1799}" presName="txSpace" presStyleCnt="0"/>
      <dgm:spPr/>
    </dgm:pt>
    <dgm:pt modelId="{125F013F-769D-46A9-9927-838A5CA079E0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08B50104-15C9-49F6-B8A0-7D5F93A756E5}" type="presOf" srcId="{8F873442-61B3-4E56-B25A-2ECB6D315DD7}" destId="{125F013F-769D-46A9-9927-838A5CA079E0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3F187546-EA3D-4EA8-B61B-749F271671C8}" type="presOf" srcId="{C39B30A5-73B7-415C-B676-12BF6CB4007C}" destId="{7A82D770-E405-4ECC-85CB-8F4DC44D866C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38963157-3001-436D-B135-69C375024428}" type="presOf" srcId="{E5389173-720E-4683-BC63-1EF88F29E563}" destId="{446836D9-8B90-4CE4-8B85-72C5A5E10F84}" srcOrd="0" destOrd="0" presId="urn:microsoft.com/office/officeart/2018/2/layout/IconLabelDescriptionList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C17FB086-EF99-487F-B640-157E42A55F6A}" type="presOf" srcId="{0C44AAE8-30E4-46E9-ABB1-7C04744FE14C}" destId="{B0D2E7A8-CDAD-4CA4-B8FF-FDCE0C36A1F8}" srcOrd="0" destOrd="0" presId="urn:microsoft.com/office/officeart/2018/2/layout/IconLabelDescriptionList"/>
    <dgm:cxn modelId="{F03C008B-2182-4EAF-8F48-D28A44DD3BB7}" type="presOf" srcId="{8841368A-36B1-48FC-A2A5-5D1EB7381265}" destId="{75AFE14A-7F38-400A-8028-DE778ED13EB8}" srcOrd="0" destOrd="0" presId="urn:microsoft.com/office/officeart/2018/2/layout/IconLabelDescriptionList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F540179B-0D3F-4F75-823A-998280031DB9}" type="presOf" srcId="{051E10DC-E74A-4906-8F74-B1A3B09A1930}" destId="{977100FD-B875-46B8-9BE8-09525C604C11}" srcOrd="0" destOrd="0" presId="urn:microsoft.com/office/officeart/2018/2/layout/IconLabelDescriptionList"/>
    <dgm:cxn modelId="{5073E6A0-8BC3-44A0-9248-444A648B1D52}" type="presOf" srcId="{732EB7B2-2BCB-44B9-95EB-32AEB4DF1799}" destId="{7D97EBB8-DD31-4790-8A3B-8EA7516EDA45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02D13ED6-6281-4BC3-9E6E-F0DD2B10CDBD}" type="presOf" srcId="{0849733B-2445-43CF-AD92-CD3266E42B5C}" destId="{0583D812-E773-4FC7-9D71-06D90E970DCD}" srcOrd="0" destOrd="0" presId="urn:microsoft.com/office/officeart/2018/2/layout/IconLabelDescriptionList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E348A9FB-AB0E-4F6C-B83D-F393EC636D0E}" type="presOf" srcId="{B56EFF07-F619-44CF-9BAA-6C7D336F5420}" destId="{C7802A7A-4C60-441A-9EE1-339EE6D79E85}" srcOrd="0" destOrd="0" presId="urn:microsoft.com/office/officeart/2018/2/layout/IconLabelDescriptionList"/>
    <dgm:cxn modelId="{E5E72121-6436-4B01-8C4B-22EA4F452F24}" type="presParOf" srcId="{C7802A7A-4C60-441A-9EE1-339EE6D79E85}" destId="{BF30E3F8-9E57-4746-8493-46B88A0A05E9}" srcOrd="0" destOrd="0" presId="urn:microsoft.com/office/officeart/2018/2/layout/IconLabelDescriptionList"/>
    <dgm:cxn modelId="{756BED62-8466-45CF-9BC5-0DD70DB99D98}" type="presParOf" srcId="{BF30E3F8-9E57-4746-8493-46B88A0A05E9}" destId="{A342A9FC-523E-4E4D-A603-D046C1240F6C}" srcOrd="0" destOrd="0" presId="urn:microsoft.com/office/officeart/2018/2/layout/IconLabelDescriptionList"/>
    <dgm:cxn modelId="{4F4678EC-D18C-47F9-BCC2-0785EFB2F06B}" type="presParOf" srcId="{BF30E3F8-9E57-4746-8493-46B88A0A05E9}" destId="{E68A269C-2216-4972-A3F5-E31F65CBCA6A}" srcOrd="1" destOrd="0" presId="urn:microsoft.com/office/officeart/2018/2/layout/IconLabelDescriptionList"/>
    <dgm:cxn modelId="{60342729-F53F-46A1-A6CB-8D787551E8DB}" type="presParOf" srcId="{BF30E3F8-9E57-4746-8493-46B88A0A05E9}" destId="{7A82D770-E405-4ECC-85CB-8F4DC44D866C}" srcOrd="2" destOrd="0" presId="urn:microsoft.com/office/officeart/2018/2/layout/IconLabelDescriptionList"/>
    <dgm:cxn modelId="{14455010-7301-4CB8-844B-38FE6E9E9764}" type="presParOf" srcId="{BF30E3F8-9E57-4746-8493-46B88A0A05E9}" destId="{9D014E45-0190-485C-B225-4B93170E02E3}" srcOrd="3" destOrd="0" presId="urn:microsoft.com/office/officeart/2018/2/layout/IconLabelDescriptionList"/>
    <dgm:cxn modelId="{9671D962-ED74-46DA-89E1-0CA21B9770A3}" type="presParOf" srcId="{BF30E3F8-9E57-4746-8493-46B88A0A05E9}" destId="{B0D2E7A8-CDAD-4CA4-B8FF-FDCE0C36A1F8}" srcOrd="4" destOrd="0" presId="urn:microsoft.com/office/officeart/2018/2/layout/IconLabelDescriptionList"/>
    <dgm:cxn modelId="{3F530580-DAB9-45B9-A6BC-1BC4518A75A6}" type="presParOf" srcId="{C7802A7A-4C60-441A-9EE1-339EE6D79E85}" destId="{80D72AC1-E5E4-482C-BC6C-BD7E15B708A5}" srcOrd="1" destOrd="0" presId="urn:microsoft.com/office/officeart/2018/2/layout/IconLabelDescriptionList"/>
    <dgm:cxn modelId="{53FCCA62-5F03-4069-BF3A-544A205B7200}" type="presParOf" srcId="{C7802A7A-4C60-441A-9EE1-339EE6D79E85}" destId="{5B0AC6EF-8E8A-4A1C-90BE-2B5BCCF4F31A}" srcOrd="2" destOrd="0" presId="urn:microsoft.com/office/officeart/2018/2/layout/IconLabelDescriptionList"/>
    <dgm:cxn modelId="{F9B96D49-05C5-4139-A299-930C614FB3B4}" type="presParOf" srcId="{5B0AC6EF-8E8A-4A1C-90BE-2B5BCCF4F31A}" destId="{2EC652AE-5292-49F7-A875-A9A2D2E7C595}" srcOrd="0" destOrd="0" presId="urn:microsoft.com/office/officeart/2018/2/layout/IconLabelDescriptionList"/>
    <dgm:cxn modelId="{7BAFDE92-89BD-496F-8185-D82950430338}" type="presParOf" srcId="{5B0AC6EF-8E8A-4A1C-90BE-2B5BCCF4F31A}" destId="{C2C007EA-1CEA-4772-9C7C-4E934048E2E1}" srcOrd="1" destOrd="0" presId="urn:microsoft.com/office/officeart/2018/2/layout/IconLabelDescriptionList"/>
    <dgm:cxn modelId="{8C1ED394-FF27-42C7-AD2A-7F0F4A33347E}" type="presParOf" srcId="{5B0AC6EF-8E8A-4A1C-90BE-2B5BCCF4F31A}" destId="{75AFE14A-7F38-400A-8028-DE778ED13EB8}" srcOrd="2" destOrd="0" presId="urn:microsoft.com/office/officeart/2018/2/layout/IconLabelDescriptionList"/>
    <dgm:cxn modelId="{BEAB54FA-32B3-4F16-A0B0-6BCB32FDC877}" type="presParOf" srcId="{5B0AC6EF-8E8A-4A1C-90BE-2B5BCCF4F31A}" destId="{4AEAD09C-2BE7-4464-9ECA-7903BAD81C40}" srcOrd="3" destOrd="0" presId="urn:microsoft.com/office/officeart/2018/2/layout/IconLabelDescriptionList"/>
    <dgm:cxn modelId="{9BEE0261-1E96-4111-B0F7-6DA22F59E505}" type="presParOf" srcId="{5B0AC6EF-8E8A-4A1C-90BE-2B5BCCF4F31A}" destId="{977100FD-B875-46B8-9BE8-09525C604C11}" srcOrd="4" destOrd="0" presId="urn:microsoft.com/office/officeart/2018/2/layout/IconLabelDescriptionList"/>
    <dgm:cxn modelId="{2C9A816F-69E5-4DC5-A732-E0F252679A59}" type="presParOf" srcId="{C7802A7A-4C60-441A-9EE1-339EE6D79E85}" destId="{23283FE3-9781-4FB4-B263-FCB166B77428}" srcOrd="3" destOrd="0" presId="urn:microsoft.com/office/officeart/2018/2/layout/IconLabelDescriptionList"/>
    <dgm:cxn modelId="{A5CA2F37-2BB2-4A64-A28E-B5C9F888D814}" type="presParOf" srcId="{C7802A7A-4C60-441A-9EE1-339EE6D79E85}" destId="{576D8879-F99F-4313-A1C5-237BEFEDD9F0}" srcOrd="4" destOrd="0" presId="urn:microsoft.com/office/officeart/2018/2/layout/IconLabelDescriptionList"/>
    <dgm:cxn modelId="{3FDBEFC9-5D0E-4D33-BE42-1842A0E7233A}" type="presParOf" srcId="{576D8879-F99F-4313-A1C5-237BEFEDD9F0}" destId="{8F3BAE71-3882-45EC-AEBE-FB8649F38745}" srcOrd="0" destOrd="0" presId="urn:microsoft.com/office/officeart/2018/2/layout/IconLabelDescriptionList"/>
    <dgm:cxn modelId="{918C4D8A-777B-4AB6-B1DE-C641D12B0E56}" type="presParOf" srcId="{576D8879-F99F-4313-A1C5-237BEFEDD9F0}" destId="{ED1F611A-1FEE-4073-BA70-286D25DE5492}" srcOrd="1" destOrd="0" presId="urn:microsoft.com/office/officeart/2018/2/layout/IconLabelDescriptionList"/>
    <dgm:cxn modelId="{C4A10A25-0D2A-4DA3-BE6E-C8CDCF0F2F4E}" type="presParOf" srcId="{576D8879-F99F-4313-A1C5-237BEFEDD9F0}" destId="{0583D812-E773-4FC7-9D71-06D90E970DCD}" srcOrd="2" destOrd="0" presId="urn:microsoft.com/office/officeart/2018/2/layout/IconLabelDescriptionList"/>
    <dgm:cxn modelId="{DD542FA6-C6E6-4900-8741-CFBF80E9E294}" type="presParOf" srcId="{576D8879-F99F-4313-A1C5-237BEFEDD9F0}" destId="{8D4EB8E0-DAF5-494C-8F21-454C8E69A3B9}" srcOrd="3" destOrd="0" presId="urn:microsoft.com/office/officeart/2018/2/layout/IconLabelDescriptionList"/>
    <dgm:cxn modelId="{3635000E-27B2-425B-9BAD-16C07A4E220B}" type="presParOf" srcId="{576D8879-F99F-4313-A1C5-237BEFEDD9F0}" destId="{446836D9-8B90-4CE4-8B85-72C5A5E10F84}" srcOrd="4" destOrd="0" presId="urn:microsoft.com/office/officeart/2018/2/layout/IconLabelDescriptionList"/>
    <dgm:cxn modelId="{36CBEA5A-0DF4-4A08-AB89-4130F7DC5FBF}" type="presParOf" srcId="{C7802A7A-4C60-441A-9EE1-339EE6D79E85}" destId="{01378A2E-B525-4115-B180-9804C72464B0}" srcOrd="5" destOrd="0" presId="urn:microsoft.com/office/officeart/2018/2/layout/IconLabelDescriptionList"/>
    <dgm:cxn modelId="{B0C3C397-9062-4DDE-9D28-61A757D37FF9}" type="presParOf" srcId="{C7802A7A-4C60-441A-9EE1-339EE6D79E85}" destId="{1651D665-25D1-482E-A31A-3770CEA03B6A}" srcOrd="6" destOrd="0" presId="urn:microsoft.com/office/officeart/2018/2/layout/IconLabelDescriptionList"/>
    <dgm:cxn modelId="{FC72A241-9193-4BD8-9224-93F02370D6E2}" type="presParOf" srcId="{1651D665-25D1-482E-A31A-3770CEA03B6A}" destId="{CB948C78-8B00-4198-8159-6772C31179C8}" srcOrd="0" destOrd="0" presId="urn:microsoft.com/office/officeart/2018/2/layout/IconLabelDescriptionList"/>
    <dgm:cxn modelId="{76837C36-972A-4DB2-B26E-7BB8D13496D5}" type="presParOf" srcId="{1651D665-25D1-482E-A31A-3770CEA03B6A}" destId="{0D82A7CF-CCD1-4DB9-894F-6B38EACBDE67}" srcOrd="1" destOrd="0" presId="urn:microsoft.com/office/officeart/2018/2/layout/IconLabelDescriptionList"/>
    <dgm:cxn modelId="{5171789B-BCB2-44A5-93A9-C300F9816182}" type="presParOf" srcId="{1651D665-25D1-482E-A31A-3770CEA03B6A}" destId="{7D97EBB8-DD31-4790-8A3B-8EA7516EDA45}" srcOrd="2" destOrd="0" presId="urn:microsoft.com/office/officeart/2018/2/layout/IconLabelDescriptionList"/>
    <dgm:cxn modelId="{ADEF82B2-D6F7-4478-AEEF-7B96DF5D30BE}" type="presParOf" srcId="{1651D665-25D1-482E-A31A-3770CEA03B6A}" destId="{57EFC052-387B-4608-B3E4-E2E8347E5A86}" srcOrd="3" destOrd="0" presId="urn:microsoft.com/office/officeart/2018/2/layout/IconLabelDescriptionList"/>
    <dgm:cxn modelId="{3F047935-01B3-4F94-B6E2-AD0E3424B992}" type="presParOf" srcId="{1651D665-25D1-482E-A31A-3770CEA03B6A}" destId="{125F013F-769D-46A9-9927-838A5CA079E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A5443-59BF-447C-AE4A-54C1F541CF54}">
      <dsp:nvSpPr>
        <dsp:cNvPr id="0" name=""/>
        <dsp:cNvSpPr/>
      </dsp:nvSpPr>
      <dsp:spPr>
        <a:xfrm>
          <a:off x="0" y="501074"/>
          <a:ext cx="7823292" cy="1318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7174" tIns="645668" rIns="6071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Developing Bitcoin Systems Securely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The Root of Trust</a:t>
          </a:r>
          <a:endParaRPr lang="en-US" sz="1800" kern="1200" dirty="0"/>
        </a:p>
      </dsp:txBody>
      <dsp:txXfrm>
        <a:off x="0" y="501074"/>
        <a:ext cx="7823292" cy="1318275"/>
      </dsp:txXfrm>
    </dsp:sp>
    <dsp:sp modelId="{C6D7CBB0-9304-4489-B167-0628B1950788}">
      <dsp:nvSpPr>
        <dsp:cNvPr id="0" name=""/>
        <dsp:cNvSpPr/>
      </dsp:nvSpPr>
      <dsp:spPr>
        <a:xfrm>
          <a:off x="391164" y="43513"/>
          <a:ext cx="5476304" cy="91512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6991" tIns="0" rIns="20699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Security Principles</a:t>
          </a:r>
          <a:endParaRPr lang="en-US" sz="1800" kern="1200" dirty="0"/>
        </a:p>
      </dsp:txBody>
      <dsp:txXfrm>
        <a:off x="435836" y="88185"/>
        <a:ext cx="5386960" cy="825776"/>
      </dsp:txXfrm>
    </dsp:sp>
    <dsp:sp modelId="{EA464420-A753-4093-92B9-6AA9629AF4F7}">
      <dsp:nvSpPr>
        <dsp:cNvPr id="0" name=""/>
        <dsp:cNvSpPr/>
      </dsp:nvSpPr>
      <dsp:spPr>
        <a:xfrm>
          <a:off x="0" y="2444309"/>
          <a:ext cx="7823292" cy="2538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50000"/>
              <a:hueOff val="-28063"/>
              <a:satOff val="-263"/>
              <a:lumOff val="261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7174" tIns="645668" rIns="6071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Physical Bitcoin Storage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Hardware Wallets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Balancing Risk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Diversifying Risk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Multisig and Governance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800" kern="1200" dirty="0"/>
            <a:t>Survivability</a:t>
          </a:r>
          <a:endParaRPr lang="en-US" sz="1800" kern="1200" dirty="0"/>
        </a:p>
      </dsp:txBody>
      <dsp:txXfrm>
        <a:off x="0" y="2444309"/>
        <a:ext cx="7823292" cy="2538900"/>
      </dsp:txXfrm>
    </dsp:sp>
    <dsp:sp modelId="{BD98C7C8-BF8F-40F4-9739-3F66A7474697}">
      <dsp:nvSpPr>
        <dsp:cNvPr id="0" name=""/>
        <dsp:cNvSpPr/>
      </dsp:nvSpPr>
      <dsp:spPr>
        <a:xfrm>
          <a:off x="391164" y="1986749"/>
          <a:ext cx="5476304" cy="91512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31011"/>
                <a:satOff val="-635"/>
                <a:lumOff val="288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shade val="50000"/>
                <a:hueOff val="-31011"/>
                <a:satOff val="-635"/>
                <a:lumOff val="288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shade val="50000"/>
                <a:hueOff val="-31011"/>
                <a:satOff val="-635"/>
                <a:lumOff val="28853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6991" tIns="0" rIns="20699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User Security Best Practices</a:t>
          </a:r>
          <a:endParaRPr lang="en-US" sz="1800" kern="1200" dirty="0"/>
        </a:p>
      </dsp:txBody>
      <dsp:txXfrm>
        <a:off x="435836" y="2031421"/>
        <a:ext cx="5386960" cy="825776"/>
      </dsp:txXfrm>
    </dsp:sp>
    <dsp:sp modelId="{70C2B46A-1683-426D-AEC7-797794C3FD2D}">
      <dsp:nvSpPr>
        <dsp:cNvPr id="0" name=""/>
        <dsp:cNvSpPr/>
      </dsp:nvSpPr>
      <dsp:spPr>
        <a:xfrm>
          <a:off x="0" y="5608169"/>
          <a:ext cx="7823292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50000"/>
              <a:hueOff val="-28063"/>
              <a:satOff val="-263"/>
              <a:lumOff val="261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0CF83A-D079-428C-9AAC-022860F686EA}">
      <dsp:nvSpPr>
        <dsp:cNvPr id="0" name=""/>
        <dsp:cNvSpPr/>
      </dsp:nvSpPr>
      <dsp:spPr>
        <a:xfrm>
          <a:off x="391164" y="5150609"/>
          <a:ext cx="5476304" cy="91512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31011"/>
                <a:satOff val="-635"/>
                <a:lumOff val="288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shade val="50000"/>
                <a:hueOff val="-31011"/>
                <a:satOff val="-635"/>
                <a:lumOff val="288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shade val="50000"/>
                <a:hueOff val="-31011"/>
                <a:satOff val="-635"/>
                <a:lumOff val="28853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6991" tIns="0" rIns="20699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Conclusion</a:t>
          </a:r>
          <a:endParaRPr lang="en-US" sz="1800" kern="1200" dirty="0"/>
        </a:p>
      </dsp:txBody>
      <dsp:txXfrm>
        <a:off x="435836" y="5195281"/>
        <a:ext cx="5386960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C2939-6914-482B-BB5B-3B1B1E34F8B6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1389C-2C69-4565-B792-D18E779AB0F3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Digital Cash</a:t>
          </a:r>
          <a:endParaRPr lang="en-US" sz="3600" kern="1200"/>
        </a:p>
      </dsp:txBody>
      <dsp:txXfrm>
        <a:off x="152976" y="1848429"/>
        <a:ext cx="4320000" cy="648000"/>
      </dsp:txXfrm>
    </dsp:sp>
    <dsp:sp modelId="{20025BA7-AE98-4642-8012-CE66872B383D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Bitcoin is very much like digital cash or gold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not </a:t>
          </a:r>
          <a:r>
            <a:rPr lang="en-US" sz="1700" kern="1200"/>
            <a:t>like a balance in a bank account</a:t>
          </a:r>
        </a:p>
      </dsp:txBody>
      <dsp:txXfrm>
        <a:off x="152976" y="2561601"/>
        <a:ext cx="4320000" cy="893340"/>
      </dsp:txXfrm>
    </dsp:sp>
    <dsp:sp modelId="{8D321D07-8B5D-41B6-9C72-C9B353A68DFB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311C0-7224-4686-980E-081E54718C94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Challenging</a:t>
          </a:r>
          <a:endParaRPr lang="en-US" sz="3600" kern="1200"/>
        </a:p>
      </dsp:txBody>
      <dsp:txXfrm>
        <a:off x="5228976" y="1848429"/>
        <a:ext cx="4320000" cy="648000"/>
      </dsp:txXfrm>
    </dsp:sp>
    <dsp:sp modelId="{A2D15E00-188E-4749-B05E-0BAA1F783448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Securing </a:t>
          </a:r>
          <a:r>
            <a:rPr lang="en-US" sz="1700" kern="1200" dirty="0"/>
            <a:t>bitcoin is challenging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because bitcoin is not an abstract reference to value</a:t>
          </a:r>
        </a:p>
      </dsp:txBody>
      <dsp:txXfrm>
        <a:off x="5228976" y="2561601"/>
        <a:ext cx="4320000" cy="8933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33A72-C3CA-46E3-ADCC-6E2549554C24}">
      <dsp:nvSpPr>
        <dsp:cNvPr id="0" name=""/>
        <dsp:cNvSpPr/>
      </dsp:nvSpPr>
      <dsp:spPr>
        <a:xfrm rot="5400000">
          <a:off x="5397040" y="-2095555"/>
          <a:ext cx="1134394" cy="5613400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“Possession is nine-tenths of the law.”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 bitcoin,</a:t>
          </a:r>
          <a:r>
            <a:rPr lang="tr-TR" sz="1500" kern="1200"/>
            <a:t> </a:t>
          </a:r>
          <a:r>
            <a:rPr lang="en-US" sz="1500" kern="1200"/>
            <a:t>possession is ten-tenths of the law.</a:t>
          </a:r>
        </a:p>
      </dsp:txBody>
      <dsp:txXfrm rot="-5400000">
        <a:off x="3157538" y="199324"/>
        <a:ext cx="5558023" cy="1023640"/>
      </dsp:txXfrm>
    </dsp:sp>
    <dsp:sp modelId="{4432F3C0-9433-4712-BF06-4B3E28B88DBA}">
      <dsp:nvSpPr>
        <dsp:cNvPr id="0" name=""/>
        <dsp:cNvSpPr/>
      </dsp:nvSpPr>
      <dsp:spPr>
        <a:xfrm>
          <a:off x="0" y="2148"/>
          <a:ext cx="3157537" cy="14179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300" kern="1200"/>
            <a:t>Posession</a:t>
          </a:r>
          <a:endParaRPr lang="en-US" sz="4300" kern="1200"/>
        </a:p>
      </dsp:txBody>
      <dsp:txXfrm>
        <a:off x="69221" y="71369"/>
        <a:ext cx="3019095" cy="1279550"/>
      </dsp:txXfrm>
    </dsp:sp>
    <dsp:sp modelId="{A0040564-D98E-4953-B5F2-9822257F42E6}">
      <dsp:nvSpPr>
        <dsp:cNvPr id="0" name=""/>
        <dsp:cNvSpPr/>
      </dsp:nvSpPr>
      <dsp:spPr>
        <a:xfrm rot="5400000">
          <a:off x="5397040" y="-606662"/>
          <a:ext cx="1134394" cy="5613400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Possession of the keys to unlock the bitcoin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is</a:t>
          </a:r>
          <a:r>
            <a:rPr lang="tr-TR" sz="1500" kern="1200"/>
            <a:t> </a:t>
          </a:r>
          <a:r>
            <a:rPr lang="en-US" sz="1500" kern="1200" dirty="0"/>
            <a:t>equivalent to possession of cash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or a chunk of precious metal</a:t>
          </a:r>
        </a:p>
      </dsp:txBody>
      <dsp:txXfrm rot="-5400000">
        <a:off x="3157538" y="1688217"/>
        <a:ext cx="5558023" cy="1023640"/>
      </dsp:txXfrm>
    </dsp:sp>
    <dsp:sp modelId="{EFB37E12-CEE5-4D06-A509-783E03AFAF37}">
      <dsp:nvSpPr>
        <dsp:cNvPr id="0" name=""/>
        <dsp:cNvSpPr/>
      </dsp:nvSpPr>
      <dsp:spPr>
        <a:xfrm>
          <a:off x="0" y="1491041"/>
          <a:ext cx="3157537" cy="14179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Keys</a:t>
          </a:r>
          <a:r>
            <a:rPr lang="tr-TR" sz="4300" kern="1200" dirty="0"/>
            <a:t> </a:t>
          </a:r>
          <a:endParaRPr lang="en-US" sz="4300" kern="1200" dirty="0"/>
        </a:p>
      </dsp:txBody>
      <dsp:txXfrm>
        <a:off x="69221" y="1560262"/>
        <a:ext cx="3019095" cy="1279550"/>
      </dsp:txXfrm>
    </dsp:sp>
    <dsp:sp modelId="{28610F88-19F0-4B4C-BABF-C6F00A777F1D}">
      <dsp:nvSpPr>
        <dsp:cNvPr id="0" name=""/>
        <dsp:cNvSpPr/>
      </dsp:nvSpPr>
      <dsp:spPr>
        <a:xfrm rot="5400000">
          <a:off x="5397040" y="882229"/>
          <a:ext cx="1134394" cy="5613400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You can lose 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misplace 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have it stolen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accidentally give the wrong amount to someone</a:t>
          </a:r>
        </a:p>
      </dsp:txBody>
      <dsp:txXfrm rot="-5400000">
        <a:off x="3157538" y="3177109"/>
        <a:ext cx="5558023" cy="1023640"/>
      </dsp:txXfrm>
    </dsp:sp>
    <dsp:sp modelId="{F99E6758-B742-4989-A95A-D795C30B7D32}">
      <dsp:nvSpPr>
        <dsp:cNvPr id="0" name=""/>
        <dsp:cNvSpPr/>
      </dsp:nvSpPr>
      <dsp:spPr>
        <a:xfrm>
          <a:off x="0" y="2979933"/>
          <a:ext cx="3157537" cy="14179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</a:t>
          </a:r>
          <a:r>
            <a:rPr lang="tr-TR" sz="4300" kern="1200"/>
            <a:t> </a:t>
          </a:r>
          <a:r>
            <a:rPr lang="en-US" sz="4300" kern="1200"/>
            <a:t>recourse</a:t>
          </a:r>
        </a:p>
      </dsp:txBody>
      <dsp:txXfrm>
        <a:off x="69221" y="3049154"/>
        <a:ext cx="3019095" cy="12795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DA10A-76F2-4E34-99A9-931270B99865}">
      <dsp:nvSpPr>
        <dsp:cNvPr id="0" name=""/>
        <dsp:cNvSpPr/>
      </dsp:nvSpPr>
      <dsp:spPr>
        <a:xfrm>
          <a:off x="943992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3EF5A-DCE3-4C11-8845-FC19DCBEB440}">
      <dsp:nvSpPr>
        <dsp:cNvPr id="0" name=""/>
        <dsp:cNvSpPr/>
      </dsp:nvSpPr>
      <dsp:spPr>
        <a:xfrm>
          <a:off x="3421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Bitcoin</a:t>
          </a:r>
          <a:r>
            <a:rPr lang="tr-TR" sz="1900" kern="1200"/>
            <a:t> precious capabilities</a:t>
          </a:r>
          <a:endParaRPr lang="en-US" sz="1900" kern="1200"/>
        </a:p>
      </dsp:txBody>
      <dsp:txXfrm>
        <a:off x="3421" y="1523041"/>
        <a:ext cx="2894062" cy="434109"/>
      </dsp:txXfrm>
    </dsp:sp>
    <dsp:sp modelId="{A1A584A9-891F-4EB9-943C-762DEE841707}">
      <dsp:nvSpPr>
        <dsp:cNvPr id="0" name=""/>
        <dsp:cNvSpPr/>
      </dsp:nvSpPr>
      <dsp:spPr>
        <a:xfrm>
          <a:off x="3421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bitcoin</a:t>
          </a:r>
          <a:r>
            <a:rPr lang="tr-TR" sz="1400" kern="1200"/>
            <a:t> </a:t>
          </a:r>
          <a:r>
            <a:rPr lang="en-US" sz="1400" kern="1200"/>
            <a:t>wallet can be backed up like any file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can be stored in multiple</a:t>
          </a:r>
          <a:r>
            <a:rPr lang="tr-TR" sz="1400" kern="1200"/>
            <a:t> </a:t>
          </a:r>
          <a:r>
            <a:rPr lang="en-US" sz="1400" kern="1200"/>
            <a:t>copies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even printed on paper for hard-copy backup </a:t>
          </a:r>
        </a:p>
      </dsp:txBody>
      <dsp:txXfrm>
        <a:off x="3421" y="2014721"/>
        <a:ext cx="2894062" cy="1250187"/>
      </dsp:txXfrm>
    </dsp:sp>
    <dsp:sp modelId="{FE8C5546-C565-4A40-B137-F152F07B309A}">
      <dsp:nvSpPr>
        <dsp:cNvPr id="0" name=""/>
        <dsp:cNvSpPr/>
      </dsp:nvSpPr>
      <dsp:spPr>
        <a:xfrm>
          <a:off x="4344515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7154E-3FCF-445F-9A5F-5D1AE43FE3F7}">
      <dsp:nvSpPr>
        <dsp:cNvPr id="0" name=""/>
        <dsp:cNvSpPr/>
      </dsp:nvSpPr>
      <dsp:spPr>
        <a:xfrm>
          <a:off x="3403945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Others</a:t>
          </a:r>
          <a:endParaRPr lang="en-US" sz="1900" kern="1200"/>
        </a:p>
      </dsp:txBody>
      <dsp:txXfrm>
        <a:off x="3403945" y="1523041"/>
        <a:ext cx="2894062" cy="434109"/>
      </dsp:txXfrm>
    </dsp:sp>
    <dsp:sp modelId="{7AB62F1F-20BB-4C3D-9958-6B6F6A84DD30}">
      <dsp:nvSpPr>
        <dsp:cNvPr id="0" name=""/>
        <dsp:cNvSpPr/>
      </dsp:nvSpPr>
      <dsp:spPr>
        <a:xfrm>
          <a:off x="3403945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You can’t “back up” cash,</a:t>
          </a:r>
          <a:r>
            <a:rPr lang="tr-TR" sz="1400" kern="1200"/>
            <a:t> </a:t>
          </a:r>
          <a:r>
            <a:rPr lang="en-US" sz="1400" kern="1200"/>
            <a:t>gold, or bank accounts. </a:t>
          </a:r>
        </a:p>
      </dsp:txBody>
      <dsp:txXfrm>
        <a:off x="3403945" y="2014721"/>
        <a:ext cx="2894062" cy="1250187"/>
      </dsp:txXfrm>
    </dsp:sp>
    <dsp:sp modelId="{8DEE996E-B9A5-4F29-BAF4-ABCD5E0421CF}">
      <dsp:nvSpPr>
        <dsp:cNvPr id="0" name=""/>
        <dsp:cNvSpPr/>
      </dsp:nvSpPr>
      <dsp:spPr>
        <a:xfrm>
          <a:off x="7745039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6F28C-F7B0-4965-B757-A035C41E9169}">
      <dsp:nvSpPr>
        <dsp:cNvPr id="0" name=""/>
        <dsp:cNvSpPr/>
      </dsp:nvSpPr>
      <dsp:spPr>
        <a:xfrm>
          <a:off x="6804468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Bitcoin is different enough </a:t>
          </a:r>
        </a:p>
      </dsp:txBody>
      <dsp:txXfrm>
        <a:off x="6804468" y="1523041"/>
        <a:ext cx="2894062" cy="434109"/>
      </dsp:txXfrm>
    </dsp:sp>
    <dsp:sp modelId="{CF52867B-5751-4108-9AA8-753ACE8CA16E}">
      <dsp:nvSpPr>
        <dsp:cNvPr id="0" name=""/>
        <dsp:cNvSpPr/>
      </dsp:nvSpPr>
      <dsp:spPr>
        <a:xfrm>
          <a:off x="6804468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from anything that has come</a:t>
          </a:r>
          <a:r>
            <a:rPr lang="tr-TR" sz="1400" kern="1200"/>
            <a:t> </a:t>
          </a:r>
          <a:r>
            <a:rPr lang="en-US" sz="1400" kern="1200"/>
            <a:t>before</a:t>
          </a:r>
        </a:p>
      </dsp:txBody>
      <dsp:txXfrm>
        <a:off x="6804468" y="2014721"/>
        <a:ext cx="2894062" cy="12501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3CFBF-B7F6-42F5-898E-9CBA823DF044}">
      <dsp:nvSpPr>
        <dsp:cNvPr id="0" name=""/>
        <dsp:cNvSpPr/>
      </dsp:nvSpPr>
      <dsp:spPr>
        <a:xfrm>
          <a:off x="698671" y="871532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D7FB7-63AA-44AD-9D78-E2FD3A911993}">
      <dsp:nvSpPr>
        <dsp:cNvPr id="0" name=""/>
        <dsp:cNvSpPr/>
      </dsp:nvSpPr>
      <dsp:spPr>
        <a:xfrm>
          <a:off x="2156" y="1703678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centralized model</a:t>
          </a:r>
          <a:endParaRPr lang="en-US" sz="1400" kern="1200"/>
        </a:p>
      </dsp:txBody>
      <dsp:txXfrm>
        <a:off x="2156" y="1703678"/>
        <a:ext cx="2143124" cy="442019"/>
      </dsp:txXfrm>
    </dsp:sp>
    <dsp:sp modelId="{630CCCFB-31C7-416B-A2FC-02A5DADB7B18}">
      <dsp:nvSpPr>
        <dsp:cNvPr id="0" name=""/>
        <dsp:cNvSpPr/>
      </dsp:nvSpPr>
      <dsp:spPr>
        <a:xfrm>
          <a:off x="2156" y="2183861"/>
          <a:ext cx="2143124" cy="595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depends on access control and vetting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keep bad actors out of the system</a:t>
          </a:r>
        </a:p>
      </dsp:txBody>
      <dsp:txXfrm>
        <a:off x="2156" y="2183861"/>
        <a:ext cx="2143124" cy="595856"/>
      </dsp:txXfrm>
    </dsp:sp>
    <dsp:sp modelId="{3CDF520D-8CD4-4150-936B-D7BACA3CE94C}">
      <dsp:nvSpPr>
        <dsp:cNvPr id="0" name=""/>
        <dsp:cNvSpPr/>
      </dsp:nvSpPr>
      <dsp:spPr>
        <a:xfrm>
          <a:off x="3216843" y="871532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EDE7D-D681-43BD-BECC-05448AEE4E6A}">
      <dsp:nvSpPr>
        <dsp:cNvPr id="0" name=""/>
        <dsp:cNvSpPr/>
      </dsp:nvSpPr>
      <dsp:spPr>
        <a:xfrm>
          <a:off x="2520328" y="1703678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 decentralized system</a:t>
          </a:r>
        </a:p>
      </dsp:txBody>
      <dsp:txXfrm>
        <a:off x="2520328" y="1703678"/>
        <a:ext cx="2143124" cy="442019"/>
      </dsp:txXfrm>
    </dsp:sp>
    <dsp:sp modelId="{F5298FDF-4712-4CAC-864B-5BD7DD812F09}">
      <dsp:nvSpPr>
        <dsp:cNvPr id="0" name=""/>
        <dsp:cNvSpPr/>
      </dsp:nvSpPr>
      <dsp:spPr>
        <a:xfrm>
          <a:off x="2520328" y="2183861"/>
          <a:ext cx="2143124" cy="595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pushes the responsibility and control to</a:t>
          </a:r>
          <a:r>
            <a:rPr lang="tr-TR" sz="1100" kern="1200"/>
            <a:t> the users</a:t>
          </a:r>
          <a:endParaRPr lang="en-US" sz="1100" kern="1200"/>
        </a:p>
      </dsp:txBody>
      <dsp:txXfrm>
        <a:off x="2520328" y="2183861"/>
        <a:ext cx="2143124" cy="595856"/>
      </dsp:txXfrm>
    </dsp:sp>
    <dsp:sp modelId="{240D2171-9AB9-42B6-89D8-1F3821842AB6}">
      <dsp:nvSpPr>
        <dsp:cNvPr id="0" name=""/>
        <dsp:cNvSpPr/>
      </dsp:nvSpPr>
      <dsp:spPr>
        <a:xfrm>
          <a:off x="5735015" y="871532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202C4-7904-44F2-B86A-39AA443B7285}">
      <dsp:nvSpPr>
        <dsp:cNvPr id="0" name=""/>
        <dsp:cNvSpPr/>
      </dsp:nvSpPr>
      <dsp:spPr>
        <a:xfrm>
          <a:off x="5038499" y="1703678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Proof-of-Work based security</a:t>
          </a:r>
          <a:endParaRPr lang="en-US" sz="1400" kern="1200"/>
        </a:p>
      </dsp:txBody>
      <dsp:txXfrm>
        <a:off x="5038499" y="1703678"/>
        <a:ext cx="2143124" cy="442019"/>
      </dsp:txXfrm>
    </dsp:sp>
    <dsp:sp modelId="{C796E6E9-CD37-4050-9261-F2E022E8FE7B}">
      <dsp:nvSpPr>
        <dsp:cNvPr id="0" name=""/>
        <dsp:cNvSpPr/>
      </dsp:nvSpPr>
      <dsp:spPr>
        <a:xfrm>
          <a:off x="5038499" y="2183861"/>
          <a:ext cx="2143124" cy="595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security of the network is based on Proof-of-Work,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not access control,</a:t>
          </a:r>
        </a:p>
      </dsp:txBody>
      <dsp:txXfrm>
        <a:off x="5038499" y="2183861"/>
        <a:ext cx="2143124" cy="595856"/>
      </dsp:txXfrm>
    </dsp:sp>
    <dsp:sp modelId="{C7A30940-9EFD-4055-8A3D-17E2E61B0235}">
      <dsp:nvSpPr>
        <dsp:cNvPr id="0" name=""/>
        <dsp:cNvSpPr/>
      </dsp:nvSpPr>
      <dsp:spPr>
        <a:xfrm>
          <a:off x="8253187" y="871532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C5E0F-814F-4972-95BF-2BB2CD2CC0F1}">
      <dsp:nvSpPr>
        <dsp:cNvPr id="0" name=""/>
        <dsp:cNvSpPr/>
      </dsp:nvSpPr>
      <dsp:spPr>
        <a:xfrm>
          <a:off x="7556671" y="1703678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Result</a:t>
          </a:r>
          <a:endParaRPr lang="en-US" sz="1400" kern="1200"/>
        </a:p>
      </dsp:txBody>
      <dsp:txXfrm>
        <a:off x="7556671" y="1703678"/>
        <a:ext cx="2143124" cy="442019"/>
      </dsp:txXfrm>
    </dsp:sp>
    <dsp:sp modelId="{F978850D-3120-439E-BB58-ACA6586BC59B}">
      <dsp:nvSpPr>
        <dsp:cNvPr id="0" name=""/>
        <dsp:cNvSpPr/>
      </dsp:nvSpPr>
      <dsp:spPr>
        <a:xfrm>
          <a:off x="7556671" y="2183861"/>
          <a:ext cx="2143124" cy="595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network can be open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 encryption is required for bitcoin traffic</a:t>
          </a:r>
        </a:p>
      </dsp:txBody>
      <dsp:txXfrm>
        <a:off x="7556671" y="2183861"/>
        <a:ext cx="2143124" cy="5958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2274F-15C3-4182-B388-5820288DE2CB}">
      <dsp:nvSpPr>
        <dsp:cNvPr id="0" name=""/>
        <dsp:cNvSpPr/>
      </dsp:nvSpPr>
      <dsp:spPr>
        <a:xfrm rot="5400000">
          <a:off x="6192622" y="-2596639"/>
          <a:ext cx="809410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traditional payment network, such as a credit card system,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payment is open</a:t>
          </a:r>
          <a:r>
            <a:rPr lang="tr-TR" sz="1900" kern="1200"/>
            <a:t> </a:t>
          </a:r>
          <a:r>
            <a:rPr lang="en-US" sz="1900" kern="1200"/>
            <a:t>ended</a:t>
          </a:r>
        </a:p>
      </dsp:txBody>
      <dsp:txXfrm rot="-5400000">
        <a:off x="3492703" y="142792"/>
        <a:ext cx="6169737" cy="730386"/>
      </dsp:txXfrm>
    </dsp:sp>
    <dsp:sp modelId="{48936BCC-8F59-4EA1-9F20-910DCEA56891}">
      <dsp:nvSpPr>
        <dsp:cNvPr id="0" name=""/>
        <dsp:cNvSpPr/>
      </dsp:nvSpPr>
      <dsp:spPr>
        <a:xfrm>
          <a:off x="0" y="2103"/>
          <a:ext cx="3492703" cy="101176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Traditional payment network</a:t>
          </a:r>
          <a:endParaRPr lang="en-US" sz="2800" kern="1200"/>
        </a:p>
      </dsp:txBody>
      <dsp:txXfrm>
        <a:off x="49390" y="51493"/>
        <a:ext cx="3393923" cy="912983"/>
      </dsp:txXfrm>
    </dsp:sp>
    <dsp:sp modelId="{391DC077-5056-482A-BC73-21CA8B157E9D}">
      <dsp:nvSpPr>
        <dsp:cNvPr id="0" name=""/>
        <dsp:cNvSpPr/>
      </dsp:nvSpPr>
      <dsp:spPr>
        <a:xfrm rot="5400000">
          <a:off x="6192622" y="-1534288"/>
          <a:ext cx="809410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it contains the user’s private identifier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900" kern="1200"/>
            <a:t>i.e. </a:t>
          </a:r>
          <a:r>
            <a:rPr lang="en-US" sz="1900" kern="1200"/>
            <a:t>the credit card number</a:t>
          </a:r>
        </a:p>
      </dsp:txBody>
      <dsp:txXfrm rot="-5400000">
        <a:off x="3492703" y="1205143"/>
        <a:ext cx="6169737" cy="730386"/>
      </dsp:txXfrm>
    </dsp:sp>
    <dsp:sp modelId="{B519AC35-A44B-4CA7-A408-745E9EA8CB46}">
      <dsp:nvSpPr>
        <dsp:cNvPr id="0" name=""/>
        <dsp:cNvSpPr/>
      </dsp:nvSpPr>
      <dsp:spPr>
        <a:xfrm>
          <a:off x="0" y="1064455"/>
          <a:ext cx="3492703" cy="101176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Reason</a:t>
          </a:r>
          <a:endParaRPr lang="en-US" sz="2800" kern="1200"/>
        </a:p>
      </dsp:txBody>
      <dsp:txXfrm>
        <a:off x="49390" y="1113845"/>
        <a:ext cx="3393923" cy="912983"/>
      </dsp:txXfrm>
    </dsp:sp>
    <dsp:sp modelId="{538C4891-8CB0-4A4B-843B-C1140920B5E6}">
      <dsp:nvSpPr>
        <dsp:cNvPr id="0" name=""/>
        <dsp:cNvSpPr/>
      </dsp:nvSpPr>
      <dsp:spPr>
        <a:xfrm rot="5400000">
          <a:off x="6192622" y="-471936"/>
          <a:ext cx="809410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anyone with access to the identifier can “pull” funds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charge the</a:t>
          </a:r>
          <a:r>
            <a:rPr lang="tr-TR" sz="1900" kern="1200"/>
            <a:t> </a:t>
          </a:r>
          <a:r>
            <a:rPr lang="en-US" sz="1900" kern="1200"/>
            <a:t>owner again and again. </a:t>
          </a:r>
        </a:p>
      </dsp:txBody>
      <dsp:txXfrm rot="-5400000">
        <a:off x="3492703" y="2267495"/>
        <a:ext cx="6169737" cy="730386"/>
      </dsp:txXfrm>
    </dsp:sp>
    <dsp:sp modelId="{A624B718-B7E1-495C-B573-F46A73D3698B}">
      <dsp:nvSpPr>
        <dsp:cNvPr id="0" name=""/>
        <dsp:cNvSpPr/>
      </dsp:nvSpPr>
      <dsp:spPr>
        <a:xfrm>
          <a:off x="0" y="2126806"/>
          <a:ext cx="3492703" cy="101176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After</a:t>
          </a:r>
          <a:r>
            <a:rPr lang="tr-TR" sz="2800" kern="1200"/>
            <a:t> </a:t>
          </a:r>
          <a:r>
            <a:rPr lang="en-US" sz="2800" kern="1200"/>
            <a:t>the initial charge, </a:t>
          </a:r>
        </a:p>
      </dsp:txBody>
      <dsp:txXfrm>
        <a:off x="49390" y="2176196"/>
        <a:ext cx="3393923" cy="912983"/>
      </dsp:txXfrm>
    </dsp:sp>
    <dsp:sp modelId="{5CBD35CB-3BFC-4595-B36E-064B75E65892}">
      <dsp:nvSpPr>
        <dsp:cNvPr id="0" name=""/>
        <dsp:cNvSpPr/>
      </dsp:nvSpPr>
      <dsp:spPr>
        <a:xfrm rot="5400000">
          <a:off x="6192622" y="590414"/>
          <a:ext cx="809410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payment network has to be secured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end-to-end</a:t>
          </a:r>
          <a:r>
            <a:rPr lang="tr-TR" sz="1900" kern="1200"/>
            <a:t> with encryption</a:t>
          </a:r>
          <a:endParaRPr lang="en-US" sz="1900" kern="1200"/>
        </a:p>
      </dsp:txBody>
      <dsp:txXfrm rot="-5400000">
        <a:off x="3492703" y="3329845"/>
        <a:ext cx="6169737" cy="730386"/>
      </dsp:txXfrm>
    </dsp:sp>
    <dsp:sp modelId="{1FF97BF5-9C0A-4D0E-B776-752ACE6B304E}">
      <dsp:nvSpPr>
        <dsp:cNvPr id="0" name=""/>
        <dsp:cNvSpPr/>
      </dsp:nvSpPr>
      <dsp:spPr>
        <a:xfrm>
          <a:off x="0" y="3189158"/>
          <a:ext cx="3492703" cy="101176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End-to-End Security</a:t>
          </a:r>
          <a:endParaRPr lang="en-US" sz="2800" kern="1200"/>
        </a:p>
      </dsp:txBody>
      <dsp:txXfrm>
        <a:off x="49390" y="3238548"/>
        <a:ext cx="3393923" cy="9129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3AD36-D512-4752-A02A-1B2FC2BC32A0}">
      <dsp:nvSpPr>
        <dsp:cNvPr id="0" name=""/>
        <dsp:cNvSpPr/>
      </dsp:nvSpPr>
      <dsp:spPr>
        <a:xfrm>
          <a:off x="0" y="306142"/>
          <a:ext cx="8770938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395732" rIns="6807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can compromise</a:t>
          </a:r>
          <a:r>
            <a:rPr lang="tr-TR" sz="1900" kern="1200"/>
            <a:t> </a:t>
          </a:r>
          <a:r>
            <a:rPr lang="en-US" sz="1900" kern="1200"/>
            <a:t>the payment traffic,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 transit or when it is stored (at rest). </a:t>
          </a:r>
        </a:p>
      </dsp:txBody>
      <dsp:txXfrm>
        <a:off x="0" y="306142"/>
        <a:ext cx="8770938" cy="1107225"/>
      </dsp:txXfrm>
    </dsp:sp>
    <dsp:sp modelId="{477A7A39-BDAE-43EB-B12A-9478810B94BE}">
      <dsp:nvSpPr>
        <dsp:cNvPr id="0" name=""/>
        <dsp:cNvSpPr/>
      </dsp:nvSpPr>
      <dsp:spPr>
        <a:xfrm>
          <a:off x="438546" y="25702"/>
          <a:ext cx="6139656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eavesdroppers or intermediaries </a:t>
          </a:r>
        </a:p>
      </dsp:txBody>
      <dsp:txXfrm>
        <a:off x="465926" y="53082"/>
        <a:ext cx="6084896" cy="506120"/>
      </dsp:txXfrm>
    </dsp:sp>
    <dsp:sp modelId="{C7818121-D9BC-44BB-ACF0-C737A762050C}">
      <dsp:nvSpPr>
        <dsp:cNvPr id="0" name=""/>
        <dsp:cNvSpPr/>
      </dsp:nvSpPr>
      <dsp:spPr>
        <a:xfrm>
          <a:off x="0" y="1796408"/>
          <a:ext cx="8770938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395732" rIns="6807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he can compromise current transactions </a:t>
          </a:r>
          <a:r>
            <a:rPr lang="en-US" sz="1900" i="1" kern="1200"/>
            <a:t>and </a:t>
          </a:r>
          <a:r>
            <a:rPr lang="en-US" sz="1900" kern="1200"/>
            <a:t>payment</a:t>
          </a:r>
          <a:r>
            <a:rPr lang="tr-TR" sz="1900" kern="1200"/>
            <a:t> </a:t>
          </a:r>
          <a:r>
            <a:rPr lang="en-US" sz="1900" kern="1200"/>
            <a:t>tokens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that can be used to create new transactions. </a:t>
          </a:r>
        </a:p>
      </dsp:txBody>
      <dsp:txXfrm>
        <a:off x="0" y="1796408"/>
        <a:ext cx="8770938" cy="1107225"/>
      </dsp:txXfrm>
    </dsp:sp>
    <dsp:sp modelId="{77E822E9-CCCD-40C6-8711-914E742500CC}">
      <dsp:nvSpPr>
        <dsp:cNvPr id="0" name=""/>
        <dsp:cNvSpPr/>
      </dsp:nvSpPr>
      <dsp:spPr>
        <a:xfrm>
          <a:off x="438546" y="1515967"/>
          <a:ext cx="6139656" cy="560880"/>
        </a:xfrm>
        <a:prstGeom prst="roundRect">
          <a:avLst/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If a bad actor</a:t>
          </a:r>
          <a:r>
            <a:rPr lang="tr-TR" sz="1900" kern="1200"/>
            <a:t> </a:t>
          </a:r>
          <a:r>
            <a:rPr lang="en-US" sz="1900" kern="1200"/>
            <a:t>gains access to the system, </a:t>
          </a:r>
        </a:p>
      </dsp:txBody>
      <dsp:txXfrm>
        <a:off x="465926" y="1543347"/>
        <a:ext cx="6084896" cy="506120"/>
      </dsp:txXfrm>
    </dsp:sp>
    <dsp:sp modelId="{20B04DD1-C12B-40F7-9409-58F03C92846D}">
      <dsp:nvSpPr>
        <dsp:cNvPr id="0" name=""/>
        <dsp:cNvSpPr/>
      </dsp:nvSpPr>
      <dsp:spPr>
        <a:xfrm>
          <a:off x="0" y="3286673"/>
          <a:ext cx="8770938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395732" rIns="6807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customers are exposed to identity theft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must prevent fraudulent use of the compromised accounts</a:t>
          </a:r>
        </a:p>
      </dsp:txBody>
      <dsp:txXfrm>
        <a:off x="0" y="3286673"/>
        <a:ext cx="8770938" cy="1107225"/>
      </dsp:txXfrm>
    </dsp:sp>
    <dsp:sp modelId="{CE1C69AA-FEFB-4B7A-930F-30792BDD26A4}">
      <dsp:nvSpPr>
        <dsp:cNvPr id="0" name=""/>
        <dsp:cNvSpPr/>
      </dsp:nvSpPr>
      <dsp:spPr>
        <a:xfrm>
          <a:off x="438546" y="3006233"/>
          <a:ext cx="6139656" cy="560880"/>
        </a:xfrm>
        <a:prstGeom prst="round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Worse, when customer data is</a:t>
          </a:r>
          <a:r>
            <a:rPr lang="tr-TR" sz="1900" kern="1200"/>
            <a:t> </a:t>
          </a:r>
          <a:r>
            <a:rPr lang="en-US" sz="1900" kern="1200"/>
            <a:t>compromised</a:t>
          </a:r>
        </a:p>
      </dsp:txBody>
      <dsp:txXfrm>
        <a:off x="465926" y="3033613"/>
        <a:ext cx="6084896" cy="5061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423B1-22CD-4A94-9369-ADB70B63D041}">
      <dsp:nvSpPr>
        <dsp:cNvPr id="0" name=""/>
        <dsp:cNvSpPr/>
      </dsp:nvSpPr>
      <dsp:spPr>
        <a:xfrm>
          <a:off x="1754187" y="1920"/>
          <a:ext cx="7016750" cy="84270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4" tIns="214046" rIns="136144" bIns="214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only a specific value</a:t>
          </a:r>
          <a:r>
            <a:rPr lang="tr-TR" sz="1200" kern="1200"/>
            <a:t> </a:t>
          </a:r>
          <a:r>
            <a:rPr lang="en-US" sz="1200" kern="1200"/>
            <a:t>to a specific recipient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cannot be forged or modified.</a:t>
          </a:r>
        </a:p>
      </dsp:txBody>
      <dsp:txXfrm>
        <a:off x="1754187" y="1920"/>
        <a:ext cx="7016750" cy="842702"/>
      </dsp:txXfrm>
    </dsp:sp>
    <dsp:sp modelId="{7B1BB450-18E8-4C52-B8C1-2AC7F2B38253}">
      <dsp:nvSpPr>
        <dsp:cNvPr id="0" name=""/>
        <dsp:cNvSpPr/>
      </dsp:nvSpPr>
      <dsp:spPr>
        <a:xfrm>
          <a:off x="0" y="1920"/>
          <a:ext cx="1754187" cy="84270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826" tIns="83240" rIns="92826" bIns="832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bitcoin transaction authorizes </a:t>
          </a:r>
        </a:p>
      </dsp:txBody>
      <dsp:txXfrm>
        <a:off x="0" y="1920"/>
        <a:ext cx="1754187" cy="842702"/>
      </dsp:txXfrm>
    </dsp:sp>
    <dsp:sp modelId="{A1FF07AD-D771-47F7-858D-070F92713C74}">
      <dsp:nvSpPr>
        <dsp:cNvPr id="0" name=""/>
        <dsp:cNvSpPr/>
      </dsp:nvSpPr>
      <dsp:spPr>
        <a:xfrm>
          <a:off x="1754187" y="895184"/>
          <a:ext cx="7016750" cy="84270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4" tIns="214046" rIns="136144" bIns="214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such as the identities of the parties, </a:t>
          </a:r>
        </a:p>
      </dsp:txBody>
      <dsp:txXfrm>
        <a:off x="1754187" y="895184"/>
        <a:ext cx="7016750" cy="842702"/>
      </dsp:txXfrm>
    </dsp:sp>
    <dsp:sp modelId="{55D46702-17EF-4665-A568-02BE223D57DD}">
      <dsp:nvSpPr>
        <dsp:cNvPr id="0" name=""/>
        <dsp:cNvSpPr/>
      </dsp:nvSpPr>
      <dsp:spPr>
        <a:xfrm>
          <a:off x="0" y="895184"/>
          <a:ext cx="1754187" cy="84270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826" tIns="83240" rIns="92826" bIns="832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does not reveal any private</a:t>
          </a:r>
          <a:r>
            <a:rPr lang="tr-TR" sz="1500" kern="1200"/>
            <a:t> </a:t>
          </a:r>
          <a:r>
            <a:rPr lang="en-US" sz="1500" kern="1200"/>
            <a:t>information, </a:t>
          </a:r>
        </a:p>
      </dsp:txBody>
      <dsp:txXfrm>
        <a:off x="0" y="895184"/>
        <a:ext cx="1754187" cy="842702"/>
      </dsp:txXfrm>
    </dsp:sp>
    <dsp:sp modelId="{B0C8A206-785F-448C-B591-2E8AB7D5ADA3}">
      <dsp:nvSpPr>
        <dsp:cNvPr id="0" name=""/>
        <dsp:cNvSpPr/>
      </dsp:nvSpPr>
      <dsp:spPr>
        <a:xfrm>
          <a:off x="1754187" y="1788448"/>
          <a:ext cx="7016750" cy="84270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4" tIns="214046" rIns="136144" bIns="214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authorize</a:t>
          </a:r>
          <a:r>
            <a:rPr lang="tr-TR" sz="1200" kern="1200"/>
            <a:t> additional payments.</a:t>
          </a:r>
          <a:endParaRPr lang="en-US" sz="1200" kern="1200"/>
        </a:p>
      </dsp:txBody>
      <dsp:txXfrm>
        <a:off x="1754187" y="1788448"/>
        <a:ext cx="7016750" cy="842702"/>
      </dsp:txXfrm>
    </dsp:sp>
    <dsp:sp modelId="{EF930E83-103F-4279-8583-28B5A0A349F9}">
      <dsp:nvSpPr>
        <dsp:cNvPr id="0" name=""/>
        <dsp:cNvSpPr/>
      </dsp:nvSpPr>
      <dsp:spPr>
        <a:xfrm>
          <a:off x="0" y="1788448"/>
          <a:ext cx="1754187" cy="84270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826" tIns="83240" rIns="92826" bIns="832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cannot be used </a:t>
          </a:r>
        </a:p>
      </dsp:txBody>
      <dsp:txXfrm>
        <a:off x="0" y="1788448"/>
        <a:ext cx="1754187" cy="842702"/>
      </dsp:txXfrm>
    </dsp:sp>
    <dsp:sp modelId="{F3F4D1B2-2725-4C21-9055-CD2A58EC1FE0}">
      <dsp:nvSpPr>
        <dsp:cNvPr id="0" name=""/>
        <dsp:cNvSpPr/>
      </dsp:nvSpPr>
      <dsp:spPr>
        <a:xfrm>
          <a:off x="1754187" y="2681713"/>
          <a:ext cx="7016750" cy="84270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4" tIns="214046" rIns="136144" bIns="214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be</a:t>
          </a:r>
          <a:r>
            <a:rPr lang="tr-TR" sz="1200" kern="1200"/>
            <a:t> </a:t>
          </a:r>
          <a:r>
            <a:rPr lang="en-US" sz="1200" kern="1200"/>
            <a:t>encrypted or protected from eavesdropping</a:t>
          </a:r>
        </a:p>
      </dsp:txBody>
      <dsp:txXfrm>
        <a:off x="1754187" y="2681713"/>
        <a:ext cx="7016750" cy="842702"/>
      </dsp:txXfrm>
    </dsp:sp>
    <dsp:sp modelId="{18C08DE4-A1BE-4034-80C6-0F812F1C7ECE}">
      <dsp:nvSpPr>
        <dsp:cNvPr id="0" name=""/>
        <dsp:cNvSpPr/>
      </dsp:nvSpPr>
      <dsp:spPr>
        <a:xfrm>
          <a:off x="0" y="2681713"/>
          <a:ext cx="1754187" cy="84270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826" tIns="83240" rIns="92826" bIns="832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bitcoin payment network does not need </a:t>
          </a:r>
        </a:p>
      </dsp:txBody>
      <dsp:txXfrm>
        <a:off x="0" y="2681713"/>
        <a:ext cx="1754187" cy="842702"/>
      </dsp:txXfrm>
    </dsp:sp>
    <dsp:sp modelId="{FE78B1DF-9F7E-4959-A283-5A60A3A2A16A}">
      <dsp:nvSpPr>
        <dsp:cNvPr id="0" name=""/>
        <dsp:cNvSpPr/>
      </dsp:nvSpPr>
      <dsp:spPr>
        <a:xfrm>
          <a:off x="1754187" y="3574977"/>
          <a:ext cx="7016750" cy="84270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4" tIns="214046" rIns="136144" bIns="214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over an open public channel,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such as unsecured WiFi or Bluetooth</a:t>
          </a:r>
        </a:p>
      </dsp:txBody>
      <dsp:txXfrm>
        <a:off x="1754187" y="3574977"/>
        <a:ext cx="7016750" cy="842702"/>
      </dsp:txXfrm>
    </dsp:sp>
    <dsp:sp modelId="{CA556795-DFA4-4181-A489-7ACD84C91EAA}">
      <dsp:nvSpPr>
        <dsp:cNvPr id="0" name=""/>
        <dsp:cNvSpPr/>
      </dsp:nvSpPr>
      <dsp:spPr>
        <a:xfrm>
          <a:off x="0" y="3574977"/>
          <a:ext cx="1754187" cy="84270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826" tIns="83240" rIns="92826" bIns="832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you can broadcast bitcoin transactions</a:t>
          </a:r>
          <a:r>
            <a:rPr lang="tr-TR" sz="1500" kern="1200"/>
            <a:t> </a:t>
          </a:r>
          <a:endParaRPr lang="en-US" sz="1500" kern="1200"/>
        </a:p>
      </dsp:txBody>
      <dsp:txXfrm>
        <a:off x="0" y="3574977"/>
        <a:ext cx="1754187" cy="8427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29185-A5ED-4434-B468-A917DD1E55F1}">
      <dsp:nvSpPr>
        <dsp:cNvPr id="0" name=""/>
        <dsp:cNvSpPr/>
      </dsp:nvSpPr>
      <dsp:spPr>
        <a:xfrm>
          <a:off x="698671" y="783467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BE6B0-FEC5-46FB-BF09-39713C9862B1}">
      <dsp:nvSpPr>
        <dsp:cNvPr id="0" name=""/>
        <dsp:cNvSpPr/>
      </dsp:nvSpPr>
      <dsp:spPr>
        <a:xfrm>
          <a:off x="2156" y="1623186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puts a lot of power </a:t>
          </a:r>
        </a:p>
      </dsp:txBody>
      <dsp:txXfrm>
        <a:off x="2156" y="1623186"/>
        <a:ext cx="2143124" cy="442019"/>
      </dsp:txXfrm>
    </dsp:sp>
    <dsp:sp modelId="{9D96C102-5018-4DF2-A716-6000EBC0A5B5}">
      <dsp:nvSpPr>
        <dsp:cNvPr id="0" name=""/>
        <dsp:cNvSpPr/>
      </dsp:nvSpPr>
      <dsp:spPr>
        <a:xfrm>
          <a:off x="2156" y="2106892"/>
          <a:ext cx="2143124" cy="760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the hands of the users.</a:t>
          </a:r>
        </a:p>
      </dsp:txBody>
      <dsp:txXfrm>
        <a:off x="2156" y="2106892"/>
        <a:ext cx="2143124" cy="760889"/>
      </dsp:txXfrm>
    </dsp:sp>
    <dsp:sp modelId="{65823CA1-D184-490D-A0C9-B89C773737E8}">
      <dsp:nvSpPr>
        <dsp:cNvPr id="0" name=""/>
        <dsp:cNvSpPr/>
      </dsp:nvSpPr>
      <dsp:spPr>
        <a:xfrm>
          <a:off x="3216843" y="783467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06B07-2A63-47F1-B7F0-6037D60B3D6A}">
      <dsp:nvSpPr>
        <dsp:cNvPr id="0" name=""/>
        <dsp:cNvSpPr/>
      </dsp:nvSpPr>
      <dsp:spPr>
        <a:xfrm>
          <a:off x="2520328" y="1623186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that power </a:t>
          </a:r>
        </a:p>
      </dsp:txBody>
      <dsp:txXfrm>
        <a:off x="2520328" y="1623186"/>
        <a:ext cx="2143124" cy="442019"/>
      </dsp:txXfrm>
    </dsp:sp>
    <dsp:sp modelId="{E22BDC67-2EA5-4FCF-9BE6-0A7AE63809E6}">
      <dsp:nvSpPr>
        <dsp:cNvPr id="0" name=""/>
        <dsp:cNvSpPr/>
      </dsp:nvSpPr>
      <dsp:spPr>
        <a:xfrm>
          <a:off x="2520328" y="2106892"/>
          <a:ext cx="2143124" cy="760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comes responsibility </a:t>
          </a:r>
          <a:r>
            <a:rPr lang="tr-TR" sz="1100" kern="1200"/>
            <a:t>to the users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maintaining the secrecy of the keys. </a:t>
          </a:r>
        </a:p>
      </dsp:txBody>
      <dsp:txXfrm>
        <a:off x="2520328" y="2106892"/>
        <a:ext cx="2143124" cy="760889"/>
      </dsp:txXfrm>
    </dsp:sp>
    <dsp:sp modelId="{08D9D49F-CDFE-448A-A281-53011382055E}">
      <dsp:nvSpPr>
        <dsp:cNvPr id="0" name=""/>
        <dsp:cNvSpPr/>
      </dsp:nvSpPr>
      <dsp:spPr>
        <a:xfrm>
          <a:off x="5735015" y="783467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846E7-57B6-4C53-9504-6512AFC61B75}">
      <dsp:nvSpPr>
        <dsp:cNvPr id="0" name=""/>
        <dsp:cNvSpPr/>
      </dsp:nvSpPr>
      <dsp:spPr>
        <a:xfrm>
          <a:off x="5038499" y="1623186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For</a:t>
          </a:r>
          <a:r>
            <a:rPr lang="tr-TR" sz="1400" kern="1200"/>
            <a:t> </a:t>
          </a:r>
          <a:r>
            <a:rPr lang="en-US" sz="1400" kern="1200"/>
            <a:t>most users that is not easy to do, </a:t>
          </a:r>
        </a:p>
      </dsp:txBody>
      <dsp:txXfrm>
        <a:off x="5038499" y="1623186"/>
        <a:ext cx="2143124" cy="442019"/>
      </dsp:txXfrm>
    </dsp:sp>
    <dsp:sp modelId="{AAB4457F-2EB9-4559-A549-08B0F2A8F5E3}">
      <dsp:nvSpPr>
        <dsp:cNvPr id="0" name=""/>
        <dsp:cNvSpPr/>
      </dsp:nvSpPr>
      <dsp:spPr>
        <a:xfrm>
          <a:off x="5038499" y="2106892"/>
          <a:ext cx="2143124" cy="760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especially on general-purpose computing devices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such as internet-connected smartphones or laptops</a:t>
          </a:r>
        </a:p>
      </dsp:txBody>
      <dsp:txXfrm>
        <a:off x="5038499" y="2106892"/>
        <a:ext cx="2143124" cy="760889"/>
      </dsp:txXfrm>
    </dsp:sp>
    <dsp:sp modelId="{07A8A163-4403-470D-813B-C14A1EA820FC}">
      <dsp:nvSpPr>
        <dsp:cNvPr id="0" name=""/>
        <dsp:cNvSpPr/>
      </dsp:nvSpPr>
      <dsp:spPr>
        <a:xfrm>
          <a:off x="8253187" y="783467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C97BB-43EC-4ACD-B587-92232287DADA}">
      <dsp:nvSpPr>
        <dsp:cNvPr id="0" name=""/>
        <dsp:cNvSpPr/>
      </dsp:nvSpPr>
      <dsp:spPr>
        <a:xfrm>
          <a:off x="7556671" y="1623186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many users are </a:t>
          </a:r>
          <a:r>
            <a:rPr lang="en-US" sz="1400" kern="1200"/>
            <a:t>not able </a:t>
          </a:r>
        </a:p>
      </dsp:txBody>
      <dsp:txXfrm>
        <a:off x="7556671" y="1623186"/>
        <a:ext cx="2143124" cy="442019"/>
      </dsp:txXfrm>
    </dsp:sp>
    <dsp:sp modelId="{C4ABE8FF-27C7-4E9E-8D56-7A75E9CDAF4B}">
      <dsp:nvSpPr>
        <dsp:cNvPr id="0" name=""/>
        <dsp:cNvSpPr/>
      </dsp:nvSpPr>
      <dsp:spPr>
        <a:xfrm>
          <a:off x="7556671" y="2106892"/>
          <a:ext cx="2143124" cy="760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adequately secure their keys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get hacked, one by one.</a:t>
          </a:r>
        </a:p>
      </dsp:txBody>
      <dsp:txXfrm>
        <a:off x="7556671" y="2106892"/>
        <a:ext cx="2143124" cy="7608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E7C62-1CF8-42AC-9D9E-DB514BFC07C4}">
      <dsp:nvSpPr>
        <dsp:cNvPr id="0" name=""/>
        <dsp:cNvSpPr/>
      </dsp:nvSpPr>
      <dsp:spPr>
        <a:xfrm rot="5400000">
          <a:off x="6197256" y="-2602456"/>
          <a:ext cx="800142" cy="620924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 most important principle for bitcoin developers</a:t>
          </a:r>
        </a:p>
      </dsp:txBody>
      <dsp:txXfrm rot="-5400000">
        <a:off x="3492703" y="141157"/>
        <a:ext cx="6170189" cy="722022"/>
      </dsp:txXfrm>
    </dsp:sp>
    <dsp:sp modelId="{6EC05F9D-1922-4008-AE2D-5D5A58D3C6E4}">
      <dsp:nvSpPr>
        <dsp:cNvPr id="0" name=""/>
        <dsp:cNvSpPr/>
      </dsp:nvSpPr>
      <dsp:spPr>
        <a:xfrm>
          <a:off x="0" y="2079"/>
          <a:ext cx="3492703" cy="10001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decentralization </a:t>
          </a:r>
          <a:r>
            <a:rPr lang="tr-TR" sz="3300" kern="1200"/>
            <a:t>is </a:t>
          </a:r>
          <a:endParaRPr lang="en-US" sz="3300" kern="1200"/>
        </a:p>
      </dsp:txBody>
      <dsp:txXfrm>
        <a:off x="48825" y="50904"/>
        <a:ext cx="3395053" cy="902528"/>
      </dsp:txXfrm>
    </dsp:sp>
    <dsp:sp modelId="{6AA25777-CD1A-4955-A9FE-959CD1E208D7}">
      <dsp:nvSpPr>
        <dsp:cNvPr id="0" name=""/>
        <dsp:cNvSpPr/>
      </dsp:nvSpPr>
      <dsp:spPr>
        <a:xfrm rot="5400000">
          <a:off x="6197256" y="-1552269"/>
          <a:ext cx="800142" cy="6209249"/>
        </a:xfrm>
        <a:prstGeom prst="round2SameRect">
          <a:avLst/>
        </a:prstGeom>
        <a:solidFill>
          <a:schemeClr val="accent2">
            <a:tint val="40000"/>
            <a:alpha val="90000"/>
            <a:hueOff val="-2469632"/>
            <a:satOff val="-356"/>
            <a:lumOff val="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469632"/>
              <a:satOff val="-356"/>
              <a:lumOff val="4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decentralized control over keys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and on independent transaction</a:t>
          </a:r>
          <a:r>
            <a:rPr lang="tr-TR" sz="2100" kern="1200"/>
            <a:t> </a:t>
          </a:r>
          <a:r>
            <a:rPr lang="en-US" sz="2100" kern="1200"/>
            <a:t>validation by miners</a:t>
          </a:r>
        </a:p>
      </dsp:txBody>
      <dsp:txXfrm rot="-5400000">
        <a:off x="3492703" y="1191344"/>
        <a:ext cx="6170189" cy="722022"/>
      </dsp:txXfrm>
    </dsp:sp>
    <dsp:sp modelId="{E4E0CB6E-86D7-4E40-90D9-2531A7087D54}">
      <dsp:nvSpPr>
        <dsp:cNvPr id="0" name=""/>
        <dsp:cNvSpPr/>
      </dsp:nvSpPr>
      <dsp:spPr>
        <a:xfrm>
          <a:off x="0" y="1052266"/>
          <a:ext cx="3492703" cy="1000178"/>
        </a:xfrm>
        <a:prstGeom prst="roundRect">
          <a:avLst/>
        </a:prstGeom>
        <a:solidFill>
          <a:schemeClr val="accent2">
            <a:hueOff val="-2469290"/>
            <a:satOff val="-916"/>
            <a:lumOff val="2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Relies </a:t>
          </a:r>
          <a:r>
            <a:rPr lang="en-US" sz="3300" kern="1200"/>
            <a:t>on </a:t>
          </a:r>
        </a:p>
      </dsp:txBody>
      <dsp:txXfrm>
        <a:off x="48825" y="1101091"/>
        <a:ext cx="3395053" cy="902528"/>
      </dsp:txXfrm>
    </dsp:sp>
    <dsp:sp modelId="{EBEF0E35-32DF-4A27-90C3-CEE601DC5E80}">
      <dsp:nvSpPr>
        <dsp:cNvPr id="0" name=""/>
        <dsp:cNvSpPr/>
      </dsp:nvSpPr>
      <dsp:spPr>
        <a:xfrm rot="5400000">
          <a:off x="6197256" y="-502081"/>
          <a:ext cx="800142" cy="6209249"/>
        </a:xfrm>
        <a:prstGeom prst="round2SameRect">
          <a:avLst/>
        </a:prstGeom>
        <a:solidFill>
          <a:schemeClr val="accent2">
            <a:tint val="40000"/>
            <a:alpha val="90000"/>
            <a:hueOff val="-4939264"/>
            <a:satOff val="-712"/>
            <a:lumOff val="97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939264"/>
              <a:satOff val="-712"/>
              <a:lumOff val="9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you remain within the bitcoin security model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If you want to leverage bitcoin’s security  </a:t>
          </a:r>
        </a:p>
      </dsp:txBody>
      <dsp:txXfrm rot="-5400000">
        <a:off x="3492703" y="2241532"/>
        <a:ext cx="6170189" cy="722022"/>
      </dsp:txXfrm>
    </dsp:sp>
    <dsp:sp modelId="{2A7DFD30-9A40-4345-9A6C-C2528D3672B8}">
      <dsp:nvSpPr>
        <dsp:cNvPr id="0" name=""/>
        <dsp:cNvSpPr/>
      </dsp:nvSpPr>
      <dsp:spPr>
        <a:xfrm>
          <a:off x="0" y="2102453"/>
          <a:ext cx="3492703" cy="1000178"/>
        </a:xfrm>
        <a:prstGeom prst="roundRect">
          <a:avLst/>
        </a:prstGeom>
        <a:solidFill>
          <a:schemeClr val="accent2">
            <a:hueOff val="-4938581"/>
            <a:satOff val="-1833"/>
            <a:lumOff val="41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ensure </a:t>
          </a:r>
        </a:p>
      </dsp:txBody>
      <dsp:txXfrm>
        <a:off x="48825" y="2151278"/>
        <a:ext cx="3395053" cy="902528"/>
      </dsp:txXfrm>
    </dsp:sp>
    <dsp:sp modelId="{245F4328-8D07-4106-9078-13D8EA668AAF}">
      <dsp:nvSpPr>
        <dsp:cNvPr id="0" name=""/>
        <dsp:cNvSpPr/>
      </dsp:nvSpPr>
      <dsp:spPr>
        <a:xfrm rot="5400000">
          <a:off x="6197256" y="548105"/>
          <a:ext cx="800142" cy="6209249"/>
        </a:xfrm>
        <a:prstGeom prst="round2SameRect">
          <a:avLst/>
        </a:prstGeom>
        <a:solidFill>
          <a:schemeClr val="accent2">
            <a:tint val="40000"/>
            <a:alpha val="90000"/>
            <a:hueOff val="-7408895"/>
            <a:satOff val="-1068"/>
            <a:lumOff val="14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08895"/>
              <a:satOff val="-1068"/>
              <a:lumOff val="1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don’t take</a:t>
          </a:r>
          <a:r>
            <a:rPr lang="tr-TR" sz="2100" kern="1200"/>
            <a:t> </a:t>
          </a:r>
          <a:r>
            <a:rPr lang="en-US" sz="2100" kern="1200"/>
            <a:t>control of keys away from users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and don’t take transactions off the blockchain</a:t>
          </a:r>
        </a:p>
      </dsp:txBody>
      <dsp:txXfrm rot="-5400000">
        <a:off x="3492703" y="3291718"/>
        <a:ext cx="6170189" cy="722022"/>
      </dsp:txXfrm>
    </dsp:sp>
    <dsp:sp modelId="{67FE48E8-1FA9-4221-94A2-3B57653FFE2B}">
      <dsp:nvSpPr>
        <dsp:cNvPr id="0" name=""/>
        <dsp:cNvSpPr/>
      </dsp:nvSpPr>
      <dsp:spPr>
        <a:xfrm>
          <a:off x="0" y="3152641"/>
          <a:ext cx="3492703" cy="1000178"/>
        </a:xfrm>
        <a:prstGeom prst="round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 simple terms </a:t>
          </a:r>
        </a:p>
      </dsp:txBody>
      <dsp:txXfrm>
        <a:off x="48825" y="3201466"/>
        <a:ext cx="3395053" cy="9025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8002F-B8CE-4C61-B51F-5ED334FBC1D5}">
      <dsp:nvSpPr>
        <dsp:cNvPr id="0" name=""/>
        <dsp:cNvSpPr/>
      </dsp:nvSpPr>
      <dsp:spPr>
        <a:xfrm>
          <a:off x="0" y="291336"/>
          <a:ext cx="9701953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concentrated all user funds in a single</a:t>
          </a:r>
          <a:r>
            <a:rPr lang="tr-TR" sz="1900" kern="1200"/>
            <a:t> </a:t>
          </a:r>
          <a:r>
            <a:rPr lang="en-US" sz="1900" kern="1200"/>
            <a:t>“hot” wallet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with keys stored on a single server. </a:t>
          </a:r>
        </a:p>
      </dsp:txBody>
      <dsp:txXfrm>
        <a:off x="0" y="291336"/>
        <a:ext cx="9701953" cy="1107225"/>
      </dsp:txXfrm>
    </dsp:sp>
    <dsp:sp modelId="{DAEA848E-66C0-4309-B467-467DC7F07B38}">
      <dsp:nvSpPr>
        <dsp:cNvPr id="0" name=""/>
        <dsp:cNvSpPr/>
      </dsp:nvSpPr>
      <dsp:spPr>
        <a:xfrm>
          <a:off x="485097" y="10896"/>
          <a:ext cx="679136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many early bitcoin exchanges </a:t>
          </a:r>
        </a:p>
      </dsp:txBody>
      <dsp:txXfrm>
        <a:off x="512477" y="38276"/>
        <a:ext cx="6736607" cy="506120"/>
      </dsp:txXfrm>
    </dsp:sp>
    <dsp:sp modelId="{F9175640-A1FC-443E-98B2-56D172A05CB4}">
      <dsp:nvSpPr>
        <dsp:cNvPr id="0" name=""/>
        <dsp:cNvSpPr/>
      </dsp:nvSpPr>
      <dsp:spPr>
        <a:xfrm>
          <a:off x="0" y="1781601"/>
          <a:ext cx="9701953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removes control from</a:t>
          </a:r>
          <a:r>
            <a:rPr lang="tr-TR" sz="1900" kern="1200"/>
            <a:t> </a:t>
          </a:r>
          <a:r>
            <a:rPr lang="en-US" sz="1900" kern="1200"/>
            <a:t>users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and centralizes control over keys in a single system.</a:t>
          </a:r>
        </a:p>
      </dsp:txBody>
      <dsp:txXfrm>
        <a:off x="0" y="1781601"/>
        <a:ext cx="9701953" cy="1107225"/>
      </dsp:txXfrm>
    </dsp:sp>
    <dsp:sp modelId="{B2F84140-307E-411C-8BAF-9A67FA9C21C1}">
      <dsp:nvSpPr>
        <dsp:cNvPr id="0" name=""/>
        <dsp:cNvSpPr/>
      </dsp:nvSpPr>
      <dsp:spPr>
        <a:xfrm>
          <a:off x="485097" y="1501161"/>
          <a:ext cx="6791367" cy="560880"/>
        </a:xfrm>
        <a:prstGeom prst="roundRect">
          <a:avLst/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Such a design </a:t>
          </a:r>
        </a:p>
      </dsp:txBody>
      <dsp:txXfrm>
        <a:off x="512477" y="1528541"/>
        <a:ext cx="6736607" cy="506120"/>
      </dsp:txXfrm>
    </dsp:sp>
    <dsp:sp modelId="{F041F3D9-AE0A-4FCD-9269-9CA63A0FC5BC}">
      <dsp:nvSpPr>
        <dsp:cNvPr id="0" name=""/>
        <dsp:cNvSpPr/>
      </dsp:nvSpPr>
      <dsp:spPr>
        <a:xfrm>
          <a:off x="0" y="3271866"/>
          <a:ext cx="9701953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with disastrous consequences for their customers.</a:t>
          </a:r>
        </a:p>
      </dsp:txBody>
      <dsp:txXfrm>
        <a:off x="0" y="3271866"/>
        <a:ext cx="9701953" cy="807975"/>
      </dsp:txXfrm>
    </dsp:sp>
    <dsp:sp modelId="{5B9ABFB0-D846-4EFB-8D5C-01B302612CE9}">
      <dsp:nvSpPr>
        <dsp:cNvPr id="0" name=""/>
        <dsp:cNvSpPr/>
      </dsp:nvSpPr>
      <dsp:spPr>
        <a:xfrm>
          <a:off x="485097" y="2991426"/>
          <a:ext cx="6791367" cy="560880"/>
        </a:xfrm>
        <a:prstGeom prst="round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Many such systems have</a:t>
          </a:r>
          <a:r>
            <a:rPr lang="tr-TR" sz="1900" kern="1200"/>
            <a:t> </a:t>
          </a:r>
          <a:r>
            <a:rPr lang="en-US" sz="1900" kern="1200"/>
            <a:t>been hacked, </a:t>
          </a:r>
        </a:p>
      </dsp:txBody>
      <dsp:txXfrm>
        <a:off x="512477" y="3018806"/>
        <a:ext cx="6736607" cy="5061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05BFF-0D98-41DB-B8D5-C482C8E6DA6B}">
      <dsp:nvSpPr>
        <dsp:cNvPr id="0" name=""/>
        <dsp:cNvSpPr/>
      </dsp:nvSpPr>
      <dsp:spPr>
        <a:xfrm>
          <a:off x="702726" y="667867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619F7-AE27-4827-AC2D-4BDF33493B61}">
      <dsp:nvSpPr>
        <dsp:cNvPr id="0" name=""/>
        <dsp:cNvSpPr/>
      </dsp:nvSpPr>
      <dsp:spPr>
        <a:xfrm>
          <a:off x="6891" y="151679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Reason</a:t>
          </a:r>
          <a:endParaRPr lang="en-US" sz="1400" kern="1200"/>
        </a:p>
      </dsp:txBody>
      <dsp:txXfrm>
        <a:off x="6891" y="1516795"/>
        <a:ext cx="2141032" cy="441587"/>
      </dsp:txXfrm>
    </dsp:sp>
    <dsp:sp modelId="{BE931485-3AB3-4EA4-9624-8D9368B33C03}">
      <dsp:nvSpPr>
        <dsp:cNvPr id="0" name=""/>
        <dsp:cNvSpPr/>
      </dsp:nvSpPr>
      <dsp:spPr>
        <a:xfrm>
          <a:off x="6891" y="2004693"/>
          <a:ext cx="2141032" cy="978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reduce transaction fees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 accelerate transaction processing.</a:t>
          </a:r>
        </a:p>
      </dsp:txBody>
      <dsp:txXfrm>
        <a:off x="6891" y="2004693"/>
        <a:ext cx="2141032" cy="978688"/>
      </dsp:txXfrm>
    </dsp:sp>
    <dsp:sp modelId="{02FC0EB6-6E27-4DDB-BBF2-E80703EA689B}">
      <dsp:nvSpPr>
        <dsp:cNvPr id="0" name=""/>
        <dsp:cNvSpPr/>
      </dsp:nvSpPr>
      <dsp:spPr>
        <a:xfrm>
          <a:off x="3218439" y="667867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ABA5D-6DF6-441C-ABBF-177367B60C7B}">
      <dsp:nvSpPr>
        <dsp:cNvPr id="0" name=""/>
        <dsp:cNvSpPr/>
      </dsp:nvSpPr>
      <dsp:spPr>
        <a:xfrm>
          <a:off x="2522604" y="151679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An “off blockchain” </a:t>
          </a:r>
          <a:r>
            <a:rPr lang="en-US" sz="1400" kern="1200"/>
            <a:t>system</a:t>
          </a:r>
        </a:p>
      </dsp:txBody>
      <dsp:txXfrm>
        <a:off x="2522604" y="1516795"/>
        <a:ext cx="2141032" cy="441587"/>
      </dsp:txXfrm>
    </dsp:sp>
    <dsp:sp modelId="{A180045D-2403-48A6-A069-6BEFAFADF261}">
      <dsp:nvSpPr>
        <dsp:cNvPr id="0" name=""/>
        <dsp:cNvSpPr/>
      </dsp:nvSpPr>
      <dsp:spPr>
        <a:xfrm>
          <a:off x="2522604" y="2004693"/>
          <a:ext cx="2141032" cy="978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will record transactions on an internal, centralized ledger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only</a:t>
          </a:r>
          <a:r>
            <a:rPr lang="tr-TR" sz="1100" kern="1200"/>
            <a:t> </a:t>
          </a:r>
          <a:r>
            <a:rPr lang="en-US" sz="1100" kern="1200"/>
            <a:t>occasionally synchronize them to the bitcoin blockchain.</a:t>
          </a:r>
        </a:p>
      </dsp:txBody>
      <dsp:txXfrm>
        <a:off x="2522604" y="2004693"/>
        <a:ext cx="2141032" cy="978688"/>
      </dsp:txXfrm>
    </dsp:sp>
    <dsp:sp modelId="{29776BC0-8C21-4DFD-B8AD-1A3A1716D3A6}">
      <dsp:nvSpPr>
        <dsp:cNvPr id="0" name=""/>
        <dsp:cNvSpPr/>
      </dsp:nvSpPr>
      <dsp:spPr>
        <a:xfrm>
          <a:off x="5734152" y="667867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88090-FB2C-474D-97CA-073CAFBF926B}">
      <dsp:nvSpPr>
        <dsp:cNvPr id="0" name=""/>
        <dsp:cNvSpPr/>
      </dsp:nvSpPr>
      <dsp:spPr>
        <a:xfrm>
          <a:off x="5038316" y="151679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Substitutes </a:t>
          </a:r>
          <a:endParaRPr lang="en-US" sz="1400" kern="1200"/>
        </a:p>
      </dsp:txBody>
      <dsp:txXfrm>
        <a:off x="5038316" y="1516795"/>
        <a:ext cx="2141032" cy="441587"/>
      </dsp:txXfrm>
    </dsp:sp>
    <dsp:sp modelId="{D7678435-DA6A-4C7B-8952-8E3EC1DE6290}">
      <dsp:nvSpPr>
        <dsp:cNvPr id="0" name=""/>
        <dsp:cNvSpPr/>
      </dsp:nvSpPr>
      <dsp:spPr>
        <a:xfrm>
          <a:off x="5038316" y="2004693"/>
          <a:ext cx="2141032" cy="978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decentralized bitcoin security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with a proprietary and centralized approach</a:t>
          </a:r>
        </a:p>
      </dsp:txBody>
      <dsp:txXfrm>
        <a:off x="5038316" y="2004693"/>
        <a:ext cx="2141032" cy="978688"/>
      </dsp:txXfrm>
    </dsp:sp>
    <dsp:sp modelId="{13EB753C-C3A1-4BE8-AA50-08DB9BE1134D}">
      <dsp:nvSpPr>
        <dsp:cNvPr id="0" name=""/>
        <dsp:cNvSpPr/>
      </dsp:nvSpPr>
      <dsp:spPr>
        <a:xfrm>
          <a:off x="8249864" y="667867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DCF27-2874-495C-8201-B9218A54F35A}">
      <dsp:nvSpPr>
        <dsp:cNvPr id="0" name=""/>
        <dsp:cNvSpPr/>
      </dsp:nvSpPr>
      <dsp:spPr>
        <a:xfrm>
          <a:off x="7554029" y="151679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Falsification of centralized ledgers</a:t>
          </a:r>
          <a:endParaRPr lang="en-US" sz="1400" kern="1200"/>
        </a:p>
      </dsp:txBody>
      <dsp:txXfrm>
        <a:off x="7554029" y="1516795"/>
        <a:ext cx="2141032" cy="441587"/>
      </dsp:txXfrm>
    </dsp:sp>
    <dsp:sp modelId="{7D19DBC3-57F7-4EE2-B870-5223EDF9B96E}">
      <dsp:nvSpPr>
        <dsp:cNvPr id="0" name=""/>
        <dsp:cNvSpPr/>
      </dsp:nvSpPr>
      <dsp:spPr>
        <a:xfrm>
          <a:off x="7554029" y="2004693"/>
          <a:ext cx="2141032" cy="978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When transactions are off blockchain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improperly secured centralized ledgers can be</a:t>
          </a:r>
          <a:r>
            <a:rPr lang="tr-TR" sz="1100" kern="1200"/>
            <a:t> </a:t>
          </a:r>
          <a:r>
            <a:rPr lang="en-US" sz="1100" kern="1200"/>
            <a:t>falsified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diverting funds and depleting reserves, unnoticed.</a:t>
          </a:r>
        </a:p>
      </dsp:txBody>
      <dsp:txXfrm>
        <a:off x="7554029" y="2004693"/>
        <a:ext cx="2141032" cy="9786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68B4A-059C-45A3-B911-E31965418F06}">
      <dsp:nvSpPr>
        <dsp:cNvPr id="0" name=""/>
        <dsp:cNvSpPr/>
      </dsp:nvSpPr>
      <dsp:spPr>
        <a:xfrm rot="5400000">
          <a:off x="6200345" y="-2606333"/>
          <a:ext cx="793964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to take funds </a:t>
          </a:r>
          <a:r>
            <a:rPr lang="en-US" sz="1400" kern="1200"/>
            <a:t>outside of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bitcoin’s decentralized security context. </a:t>
          </a:r>
        </a:p>
      </dsp:txBody>
      <dsp:txXfrm rot="-5400000">
        <a:off x="3492703" y="140067"/>
        <a:ext cx="6170491" cy="716448"/>
      </dsp:txXfrm>
    </dsp:sp>
    <dsp:sp modelId="{886C6FDA-1D3F-4F89-97D9-9A4979A27C9B}">
      <dsp:nvSpPr>
        <dsp:cNvPr id="0" name=""/>
        <dsp:cNvSpPr/>
      </dsp:nvSpPr>
      <dsp:spPr>
        <a:xfrm>
          <a:off x="0" y="2063"/>
          <a:ext cx="3492703" cy="9924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Too risky </a:t>
          </a:r>
          <a:endParaRPr lang="en-US" sz="2800" kern="1200"/>
        </a:p>
      </dsp:txBody>
      <dsp:txXfrm>
        <a:off x="48448" y="50511"/>
        <a:ext cx="3395807" cy="895559"/>
      </dsp:txXfrm>
    </dsp:sp>
    <dsp:sp modelId="{9B324E14-75E2-472C-BEF7-6F383632A07B}">
      <dsp:nvSpPr>
        <dsp:cNvPr id="0" name=""/>
        <dsp:cNvSpPr/>
      </dsp:nvSpPr>
      <dsp:spPr>
        <a:xfrm rot="5400000">
          <a:off x="6200345" y="-1564254"/>
          <a:ext cx="793964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operational security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multiple layers of</a:t>
          </a:r>
          <a:r>
            <a:rPr lang="tr-TR" sz="1400" kern="1200"/>
            <a:t> </a:t>
          </a:r>
          <a:r>
            <a:rPr lang="en-US" sz="1400" kern="1200"/>
            <a:t>access control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and audits as the traditional banks do</a:t>
          </a:r>
        </a:p>
      </dsp:txBody>
      <dsp:txXfrm rot="-5400000">
        <a:off x="3492703" y="1182146"/>
        <a:ext cx="6170491" cy="716448"/>
      </dsp:txXfrm>
    </dsp:sp>
    <dsp:sp modelId="{A369CC3C-66C1-4F8A-A138-A4B5763FB661}">
      <dsp:nvSpPr>
        <dsp:cNvPr id="0" name=""/>
        <dsp:cNvSpPr/>
      </dsp:nvSpPr>
      <dsp:spPr>
        <a:xfrm>
          <a:off x="0" y="1044142"/>
          <a:ext cx="3492703" cy="9924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Central systems need </a:t>
          </a:r>
          <a:r>
            <a:rPr lang="en-US" sz="2800" kern="1200"/>
            <a:t>to invest </a:t>
          </a:r>
          <a:r>
            <a:rPr lang="tr-TR" sz="2800" kern="1200"/>
            <a:t>in</a:t>
          </a:r>
          <a:endParaRPr lang="en-US" sz="2800" kern="1200"/>
        </a:p>
      </dsp:txBody>
      <dsp:txXfrm>
        <a:off x="48448" y="1092590"/>
        <a:ext cx="3395807" cy="895559"/>
      </dsp:txXfrm>
    </dsp:sp>
    <dsp:sp modelId="{A2838F74-88BB-4961-B953-52FC7CB05319}">
      <dsp:nvSpPr>
        <dsp:cNvPr id="0" name=""/>
        <dsp:cNvSpPr/>
      </dsp:nvSpPr>
      <dsp:spPr>
        <a:xfrm rot="5400000">
          <a:off x="6200345" y="-522176"/>
          <a:ext cx="793964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such a</a:t>
          </a:r>
          <a:r>
            <a:rPr lang="tr-TR" sz="1400" kern="1200"/>
            <a:t> </a:t>
          </a:r>
          <a:r>
            <a:rPr lang="en-US" sz="1400" kern="1200"/>
            <a:t>design merely replicates the fragile model of traditional financial networks,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plagued</a:t>
          </a:r>
          <a:r>
            <a:rPr lang="tr-TR" sz="1400" kern="1200"/>
            <a:t> </a:t>
          </a:r>
          <a:r>
            <a:rPr lang="en-US" sz="1400" kern="1200"/>
            <a:t>by identity theft, corruption, and embezzlement. </a:t>
          </a:r>
        </a:p>
      </dsp:txBody>
      <dsp:txXfrm rot="-5400000">
        <a:off x="3492703" y="2224224"/>
        <a:ext cx="6170491" cy="716448"/>
      </dsp:txXfrm>
    </dsp:sp>
    <dsp:sp modelId="{C5CDB059-A338-4724-A63C-372E8ABB747A}">
      <dsp:nvSpPr>
        <dsp:cNvPr id="0" name=""/>
        <dsp:cNvSpPr/>
      </dsp:nvSpPr>
      <dsp:spPr>
        <a:xfrm>
          <a:off x="0" y="2086220"/>
          <a:ext cx="3492703" cy="9924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Still</a:t>
          </a:r>
          <a:endParaRPr lang="en-US" sz="2800" kern="1200"/>
        </a:p>
      </dsp:txBody>
      <dsp:txXfrm>
        <a:off x="48448" y="2134668"/>
        <a:ext cx="3395807" cy="895559"/>
      </dsp:txXfrm>
    </dsp:sp>
    <dsp:sp modelId="{D18378D1-9598-4535-A731-49243F1D9B63}">
      <dsp:nvSpPr>
        <dsp:cNvPr id="0" name=""/>
        <dsp:cNvSpPr/>
      </dsp:nvSpPr>
      <dsp:spPr>
        <a:xfrm rot="5400000">
          <a:off x="6200345" y="519902"/>
          <a:ext cx="793964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To take advantage of bitcoin’s</a:t>
          </a:r>
          <a:r>
            <a:rPr lang="tr-TR" sz="1400" kern="1200"/>
            <a:t> </a:t>
          </a:r>
          <a:r>
            <a:rPr lang="en-US" sz="1400" kern="1200"/>
            <a:t>decentralized security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avoid the temptation of centralized</a:t>
          </a:r>
          <a:r>
            <a:rPr lang="tr-TR" sz="1400" kern="1200"/>
            <a:t> </a:t>
          </a:r>
          <a:r>
            <a:rPr lang="en-US" sz="1400" kern="1200"/>
            <a:t>architectures </a:t>
          </a:r>
        </a:p>
      </dsp:txBody>
      <dsp:txXfrm rot="-5400000">
        <a:off x="3492703" y="3266302"/>
        <a:ext cx="6170491" cy="716448"/>
      </dsp:txXfrm>
    </dsp:sp>
    <dsp:sp modelId="{FB6940B4-C983-440F-AA74-0FC2B4AA80CB}">
      <dsp:nvSpPr>
        <dsp:cNvPr id="0" name=""/>
        <dsp:cNvSpPr/>
      </dsp:nvSpPr>
      <dsp:spPr>
        <a:xfrm>
          <a:off x="0" y="3128299"/>
          <a:ext cx="3492703" cy="9924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Avoid </a:t>
          </a:r>
          <a:r>
            <a:rPr lang="en-US" sz="2800" kern="1200"/>
            <a:t>centralized</a:t>
          </a:r>
          <a:r>
            <a:rPr lang="tr-TR" sz="2800" kern="1200"/>
            <a:t> </a:t>
          </a:r>
          <a:r>
            <a:rPr lang="en-US" sz="2800" kern="1200"/>
            <a:t>architectures </a:t>
          </a:r>
        </a:p>
      </dsp:txBody>
      <dsp:txXfrm>
        <a:off x="48448" y="3176747"/>
        <a:ext cx="3395807" cy="89555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0FCBD-289A-45F4-B6EE-4529BCB447E0}">
      <dsp:nvSpPr>
        <dsp:cNvPr id="0" name=""/>
        <dsp:cNvSpPr/>
      </dsp:nvSpPr>
      <dsp:spPr>
        <a:xfrm>
          <a:off x="943992" y="74415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CB925-17E6-4211-B182-61BA4F5CB382}">
      <dsp:nvSpPr>
        <dsp:cNvPr id="0" name=""/>
        <dsp:cNvSpPr/>
      </dsp:nvSpPr>
      <dsp:spPr>
        <a:xfrm>
          <a:off x="3421" y="18500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Trusted</a:t>
          </a:r>
          <a:r>
            <a:rPr lang="tr-TR" sz="1400" kern="1200"/>
            <a:t> </a:t>
          </a:r>
          <a:r>
            <a:rPr lang="en-US" sz="1400" kern="1200"/>
            <a:t>core </a:t>
          </a:r>
          <a:r>
            <a:rPr lang="tr-TR" sz="1400" kern="1200"/>
            <a:t>of traditional security architectures</a:t>
          </a:r>
          <a:endParaRPr lang="en-US" sz="1400" kern="1200"/>
        </a:p>
      </dsp:txBody>
      <dsp:txXfrm>
        <a:off x="3421" y="1850084"/>
        <a:ext cx="2894062" cy="434109"/>
      </dsp:txXfrm>
    </dsp:sp>
    <dsp:sp modelId="{4F47C231-388A-4E1C-957A-688888D366CC}">
      <dsp:nvSpPr>
        <dsp:cNvPr id="0" name=""/>
        <dsp:cNvSpPr/>
      </dsp:nvSpPr>
      <dsp:spPr>
        <a:xfrm>
          <a:off x="3421" y="2327452"/>
          <a:ext cx="2894062" cy="579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the security of the overall system or</a:t>
          </a:r>
          <a:r>
            <a:rPr lang="tr-TR" sz="1100" kern="1200"/>
            <a:t> </a:t>
          </a:r>
          <a:r>
            <a:rPr lang="en-US" sz="1100" kern="1200"/>
            <a:t>application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trusted core used as the foundation </a:t>
          </a:r>
        </a:p>
      </dsp:txBody>
      <dsp:txXfrm>
        <a:off x="3421" y="2327452"/>
        <a:ext cx="2894062" cy="579641"/>
      </dsp:txXfrm>
    </dsp:sp>
    <dsp:sp modelId="{8C8B8120-CF33-4153-B443-3235928C98E3}">
      <dsp:nvSpPr>
        <dsp:cNvPr id="0" name=""/>
        <dsp:cNvSpPr/>
      </dsp:nvSpPr>
      <dsp:spPr>
        <a:xfrm>
          <a:off x="4344515" y="74415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F4DD7-A8E0-4B96-98AD-0F35EB18B28D}">
      <dsp:nvSpPr>
        <dsp:cNvPr id="0" name=""/>
        <dsp:cNvSpPr/>
      </dsp:nvSpPr>
      <dsp:spPr>
        <a:xfrm>
          <a:off x="3403945" y="18500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Security architecture </a:t>
          </a:r>
        </a:p>
      </dsp:txBody>
      <dsp:txXfrm>
        <a:off x="3403945" y="1850084"/>
        <a:ext cx="2894062" cy="434109"/>
      </dsp:txXfrm>
    </dsp:sp>
    <dsp:sp modelId="{263CF910-712C-4DE9-B987-D612DA4551C5}">
      <dsp:nvSpPr>
        <dsp:cNvPr id="0" name=""/>
        <dsp:cNvSpPr/>
      </dsp:nvSpPr>
      <dsp:spPr>
        <a:xfrm>
          <a:off x="3403945" y="2327452"/>
          <a:ext cx="2894062" cy="579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 developed around the root of trust </a:t>
          </a:r>
        </a:p>
      </dsp:txBody>
      <dsp:txXfrm>
        <a:off x="3403945" y="2327452"/>
        <a:ext cx="2894062" cy="579641"/>
      </dsp:txXfrm>
    </dsp:sp>
    <dsp:sp modelId="{64CB941E-916C-4843-8615-5EDA95A23A7C}">
      <dsp:nvSpPr>
        <dsp:cNvPr id="0" name=""/>
        <dsp:cNvSpPr/>
      </dsp:nvSpPr>
      <dsp:spPr>
        <a:xfrm>
          <a:off x="7745039" y="74415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C995F-18EF-4B01-8639-BE4D3A33341E}">
      <dsp:nvSpPr>
        <dsp:cNvPr id="0" name=""/>
        <dsp:cNvSpPr/>
      </dsp:nvSpPr>
      <dsp:spPr>
        <a:xfrm>
          <a:off x="6804468" y="18500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Onion layers</a:t>
          </a:r>
          <a:endParaRPr lang="en-US" sz="1400" kern="1200"/>
        </a:p>
      </dsp:txBody>
      <dsp:txXfrm>
        <a:off x="6804468" y="1850084"/>
        <a:ext cx="2894062" cy="434109"/>
      </dsp:txXfrm>
    </dsp:sp>
    <dsp:sp modelId="{CB1CE867-F307-4C06-BF30-4E19E8452A52}">
      <dsp:nvSpPr>
        <dsp:cNvPr id="0" name=""/>
        <dsp:cNvSpPr/>
      </dsp:nvSpPr>
      <dsp:spPr>
        <a:xfrm>
          <a:off x="6804468" y="2327452"/>
          <a:ext cx="2894062" cy="579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 a series of</a:t>
          </a:r>
          <a:r>
            <a:rPr lang="tr-TR" sz="1100" kern="1200"/>
            <a:t> </a:t>
          </a:r>
          <a:r>
            <a:rPr lang="en-US" sz="1100" kern="1200"/>
            <a:t>concentric circles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extending trust outward from the center.</a:t>
          </a:r>
        </a:p>
      </dsp:txBody>
      <dsp:txXfrm>
        <a:off x="6804468" y="2327452"/>
        <a:ext cx="2894062" cy="57964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51517-0119-4163-A355-336383456C70}">
      <dsp:nvSpPr>
        <dsp:cNvPr id="0" name=""/>
        <dsp:cNvSpPr/>
      </dsp:nvSpPr>
      <dsp:spPr>
        <a:xfrm>
          <a:off x="558081" y="935097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9F7ED-22F0-46DE-A5BF-B197B9F093F5}">
      <dsp:nvSpPr>
        <dsp:cNvPr id="0" name=""/>
        <dsp:cNvSpPr/>
      </dsp:nvSpPr>
      <dsp:spPr>
        <a:xfrm>
          <a:off x="5531" y="1606737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Layering</a:t>
          </a:r>
          <a:endParaRPr lang="en-US" sz="1600" kern="1200"/>
        </a:p>
      </dsp:txBody>
      <dsp:txXfrm>
        <a:off x="5531" y="1606737"/>
        <a:ext cx="1700156" cy="255023"/>
      </dsp:txXfrm>
    </dsp:sp>
    <dsp:sp modelId="{A4F3B97A-A533-4D84-AC6B-7343C7C4227B}">
      <dsp:nvSpPr>
        <dsp:cNvPr id="0" name=""/>
        <dsp:cNvSpPr/>
      </dsp:nvSpPr>
      <dsp:spPr>
        <a:xfrm>
          <a:off x="5531" y="1897382"/>
          <a:ext cx="1700156" cy="81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Each layer builds upon the more-trusted inner layer</a:t>
          </a:r>
        </a:p>
      </dsp:txBody>
      <dsp:txXfrm>
        <a:off x="5531" y="1897382"/>
        <a:ext cx="1700156" cy="818769"/>
      </dsp:txXfrm>
    </dsp:sp>
    <dsp:sp modelId="{CEAE7F22-69E6-4EF4-BAD2-B8EAF5A60A20}">
      <dsp:nvSpPr>
        <dsp:cNvPr id="0" name=""/>
        <dsp:cNvSpPr/>
      </dsp:nvSpPr>
      <dsp:spPr>
        <a:xfrm>
          <a:off x="2555765" y="935097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ED2C2-336E-45E5-A4B4-87B20B10C7AE}">
      <dsp:nvSpPr>
        <dsp:cNvPr id="0" name=""/>
        <dsp:cNvSpPr/>
      </dsp:nvSpPr>
      <dsp:spPr>
        <a:xfrm>
          <a:off x="2003214" y="1606737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Using</a:t>
          </a:r>
        </a:p>
      </dsp:txBody>
      <dsp:txXfrm>
        <a:off x="2003214" y="1606737"/>
        <a:ext cx="1700156" cy="255023"/>
      </dsp:txXfrm>
    </dsp:sp>
    <dsp:sp modelId="{A9BF7ED0-403D-4F7C-9049-015185DF4CC6}">
      <dsp:nvSpPr>
        <dsp:cNvPr id="0" name=""/>
        <dsp:cNvSpPr/>
      </dsp:nvSpPr>
      <dsp:spPr>
        <a:xfrm>
          <a:off x="2003214" y="1897382"/>
          <a:ext cx="1700156" cy="81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access </a:t>
          </a:r>
          <a:r>
            <a:rPr lang="en-US" sz="1200" kern="1200" dirty="0"/>
            <a:t>controls, digital signatures,</a:t>
          </a:r>
          <a:r>
            <a:rPr lang="tr-TR" sz="1200" kern="1200" dirty="0"/>
            <a:t> </a:t>
          </a:r>
          <a:r>
            <a:rPr lang="en-US" sz="1200" kern="1200" dirty="0"/>
            <a:t>encryption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and other security primitives. </a:t>
          </a:r>
        </a:p>
      </dsp:txBody>
      <dsp:txXfrm>
        <a:off x="2003214" y="1897382"/>
        <a:ext cx="1700156" cy="818769"/>
      </dsp:txXfrm>
    </dsp:sp>
    <dsp:sp modelId="{4CC561D8-CC23-4962-9B3A-55174782816D}">
      <dsp:nvSpPr>
        <dsp:cNvPr id="0" name=""/>
        <dsp:cNvSpPr/>
      </dsp:nvSpPr>
      <dsp:spPr>
        <a:xfrm>
          <a:off x="4553449" y="935097"/>
          <a:ext cx="595054" cy="595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178A7-90D9-4264-9D0B-2F6ED0BF9309}">
      <dsp:nvSpPr>
        <dsp:cNvPr id="0" name=""/>
        <dsp:cNvSpPr/>
      </dsp:nvSpPr>
      <dsp:spPr>
        <a:xfrm>
          <a:off x="4000898" y="1606737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The root of trust</a:t>
          </a:r>
        </a:p>
      </dsp:txBody>
      <dsp:txXfrm>
        <a:off x="4000898" y="1606737"/>
        <a:ext cx="1700156" cy="255023"/>
      </dsp:txXfrm>
    </dsp:sp>
    <dsp:sp modelId="{996DD49A-DBFB-44DF-B568-2FF8526E92B9}">
      <dsp:nvSpPr>
        <dsp:cNvPr id="0" name=""/>
        <dsp:cNvSpPr/>
      </dsp:nvSpPr>
      <dsp:spPr>
        <a:xfrm>
          <a:off x="4000898" y="1897382"/>
          <a:ext cx="1700156" cy="81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ensures that most of the trust is placed</a:t>
          </a:r>
          <a:r>
            <a:rPr lang="tr-TR" sz="1200" kern="1200"/>
            <a:t> </a:t>
          </a:r>
          <a:endParaRPr lang="en-US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within the least complex part of the system</a:t>
          </a:r>
        </a:p>
      </dsp:txBody>
      <dsp:txXfrm>
        <a:off x="4000898" y="1897382"/>
        <a:ext cx="1700156" cy="818769"/>
      </dsp:txXfrm>
    </dsp:sp>
    <dsp:sp modelId="{0EF81178-2D92-4C4D-BBB9-FFA7BFF3CE0B}">
      <dsp:nvSpPr>
        <dsp:cNvPr id="0" name=""/>
        <dsp:cNvSpPr/>
      </dsp:nvSpPr>
      <dsp:spPr>
        <a:xfrm>
          <a:off x="6551132" y="935097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EDC2C-CF0D-4361-A4D4-8530666B704F}">
      <dsp:nvSpPr>
        <dsp:cNvPr id="0" name=""/>
        <dsp:cNvSpPr/>
      </dsp:nvSpPr>
      <dsp:spPr>
        <a:xfrm>
          <a:off x="5998581" y="1606737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Least</a:t>
          </a:r>
          <a:r>
            <a:rPr lang="tr-TR" sz="1600" kern="1200"/>
            <a:t> </a:t>
          </a:r>
          <a:r>
            <a:rPr lang="en-US" sz="1600" kern="1200"/>
            <a:t>complex</a:t>
          </a:r>
        </a:p>
      </dsp:txBody>
      <dsp:txXfrm>
        <a:off x="5998581" y="1606737"/>
        <a:ext cx="1700156" cy="255023"/>
      </dsp:txXfrm>
    </dsp:sp>
    <dsp:sp modelId="{5D0591F0-EA14-460B-B0F2-74F70A3563C8}">
      <dsp:nvSpPr>
        <dsp:cNvPr id="0" name=""/>
        <dsp:cNvSpPr/>
      </dsp:nvSpPr>
      <dsp:spPr>
        <a:xfrm>
          <a:off x="5998581" y="1897382"/>
          <a:ext cx="1700156" cy="81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least vulnerable, parts of</a:t>
          </a:r>
          <a:r>
            <a:rPr lang="tr-TR" sz="1200" kern="1200" dirty="0"/>
            <a:t> </a:t>
          </a:r>
          <a:r>
            <a:rPr lang="en-US" sz="1200" kern="1200" dirty="0"/>
            <a:t>the system</a:t>
          </a:r>
        </a:p>
      </dsp:txBody>
      <dsp:txXfrm>
        <a:off x="5998581" y="1897382"/>
        <a:ext cx="1700156" cy="818769"/>
      </dsp:txXfrm>
    </dsp:sp>
    <dsp:sp modelId="{37B8061D-C616-4013-95D7-DFE2B4B44052}">
      <dsp:nvSpPr>
        <dsp:cNvPr id="0" name=""/>
        <dsp:cNvSpPr/>
      </dsp:nvSpPr>
      <dsp:spPr>
        <a:xfrm>
          <a:off x="8548816" y="935097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108BB-1D32-4545-AB89-504A42919E38}">
      <dsp:nvSpPr>
        <dsp:cNvPr id="0" name=""/>
        <dsp:cNvSpPr/>
      </dsp:nvSpPr>
      <dsp:spPr>
        <a:xfrm>
          <a:off x="7996265" y="1606737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More complex</a:t>
          </a:r>
          <a:endParaRPr lang="en-US" sz="1600" kern="1200"/>
        </a:p>
      </dsp:txBody>
      <dsp:txXfrm>
        <a:off x="7996265" y="1606737"/>
        <a:ext cx="1700156" cy="255023"/>
      </dsp:txXfrm>
    </dsp:sp>
    <dsp:sp modelId="{5C8C5949-C9CA-4326-A60A-93BC389F8A42}">
      <dsp:nvSpPr>
        <dsp:cNvPr id="0" name=""/>
        <dsp:cNvSpPr/>
      </dsp:nvSpPr>
      <dsp:spPr>
        <a:xfrm>
          <a:off x="7996265" y="1897382"/>
          <a:ext cx="1700156" cy="81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while </a:t>
          </a:r>
          <a:r>
            <a:rPr lang="en-US" sz="1200" kern="1200" dirty="0"/>
            <a:t>more complex software is layered around it</a:t>
          </a:r>
        </a:p>
      </dsp:txBody>
      <dsp:txXfrm>
        <a:off x="7996265" y="1897382"/>
        <a:ext cx="1700156" cy="81876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1FB73-5E54-4459-806B-9D43AC645B10}">
      <dsp:nvSpPr>
        <dsp:cNvPr id="0" name=""/>
        <dsp:cNvSpPr/>
      </dsp:nvSpPr>
      <dsp:spPr>
        <a:xfrm rot="5400000">
          <a:off x="-184418" y="186151"/>
          <a:ext cx="1229453" cy="86061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Repeat</a:t>
          </a:r>
          <a:endParaRPr lang="en-US" sz="2200" kern="1200" dirty="0"/>
        </a:p>
      </dsp:txBody>
      <dsp:txXfrm rot="-5400000">
        <a:off x="1" y="432042"/>
        <a:ext cx="860617" cy="368836"/>
      </dsp:txXfrm>
    </dsp:sp>
    <dsp:sp modelId="{4B6407B1-7125-4CF2-AD57-0D893CB00B6E}">
      <dsp:nvSpPr>
        <dsp:cNvPr id="0" name=""/>
        <dsp:cNvSpPr/>
      </dsp:nvSpPr>
      <dsp:spPr>
        <a:xfrm rot="5400000">
          <a:off x="4416205" y="-3553854"/>
          <a:ext cx="799144" cy="79103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kern="1200" dirty="0"/>
            <a:t>This security architecture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is repeated at different scales </a:t>
          </a:r>
        </a:p>
      </dsp:txBody>
      <dsp:txXfrm rot="-5400000">
        <a:off x="860618" y="40744"/>
        <a:ext cx="7871309" cy="721122"/>
      </dsp:txXfrm>
    </dsp:sp>
    <dsp:sp modelId="{F796A267-C4E6-4CC4-B8C1-30385C0D3DAB}">
      <dsp:nvSpPr>
        <dsp:cNvPr id="0" name=""/>
        <dsp:cNvSpPr/>
      </dsp:nvSpPr>
      <dsp:spPr>
        <a:xfrm rot="5400000">
          <a:off x="-184418" y="1268606"/>
          <a:ext cx="1229453" cy="860617"/>
        </a:xfrm>
        <a:prstGeom prst="chevron">
          <a:avLst/>
        </a:prstGeom>
        <a:solidFill>
          <a:schemeClr val="accent2">
            <a:hueOff val="-2469290"/>
            <a:satOff val="-916"/>
            <a:lumOff val="2092"/>
            <a:alphaOff val="0"/>
          </a:schemeClr>
        </a:solidFill>
        <a:ln w="9525" cap="flat" cmpd="sng" algn="ctr">
          <a:solidFill>
            <a:schemeClr val="accent2">
              <a:hueOff val="-2469290"/>
              <a:satOff val="-916"/>
              <a:lumOff val="20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First</a:t>
          </a:r>
          <a:r>
            <a:rPr lang="tr-TR" sz="2200" kern="1200" dirty="0"/>
            <a:t> </a:t>
          </a:r>
          <a:endParaRPr lang="en-US" sz="2200" kern="1200" dirty="0"/>
        </a:p>
      </dsp:txBody>
      <dsp:txXfrm rot="-5400000">
        <a:off x="1" y="1514497"/>
        <a:ext cx="860617" cy="368836"/>
      </dsp:txXfrm>
    </dsp:sp>
    <dsp:sp modelId="{88775B3F-195A-4141-A9FB-D4D6C96015A9}">
      <dsp:nvSpPr>
        <dsp:cNvPr id="0" name=""/>
        <dsp:cNvSpPr/>
      </dsp:nvSpPr>
      <dsp:spPr>
        <a:xfrm rot="5400000">
          <a:off x="4416205" y="-2471399"/>
          <a:ext cx="799144" cy="79103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2469290"/>
              <a:satOff val="-916"/>
              <a:lumOff val="209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establishing a root of trust within the hardware</a:t>
          </a:r>
          <a:r>
            <a:rPr lang="tr-TR" sz="2200" kern="1200" dirty="0"/>
            <a:t> </a:t>
          </a:r>
          <a:r>
            <a:rPr lang="en-US" sz="2200" kern="1200" dirty="0"/>
            <a:t>of a single system</a:t>
          </a:r>
        </a:p>
      </dsp:txBody>
      <dsp:txXfrm rot="-5400000">
        <a:off x="860618" y="1123199"/>
        <a:ext cx="7871309" cy="721122"/>
      </dsp:txXfrm>
    </dsp:sp>
    <dsp:sp modelId="{24817EBE-A120-4C50-9B22-5555E7DD5D2C}">
      <dsp:nvSpPr>
        <dsp:cNvPr id="0" name=""/>
        <dsp:cNvSpPr/>
      </dsp:nvSpPr>
      <dsp:spPr>
        <a:xfrm rot="5400000">
          <a:off x="-184418" y="2351061"/>
          <a:ext cx="1229453" cy="860617"/>
        </a:xfrm>
        <a:prstGeom prst="chevron">
          <a:avLst/>
        </a:prstGeom>
        <a:solidFill>
          <a:schemeClr val="accent2">
            <a:hueOff val="-4938581"/>
            <a:satOff val="-1833"/>
            <a:lumOff val="4183"/>
            <a:alphaOff val="0"/>
          </a:schemeClr>
        </a:solidFill>
        <a:ln w="9525" cap="flat" cmpd="sng" algn="ctr">
          <a:solidFill>
            <a:schemeClr val="accent2">
              <a:hueOff val="-4938581"/>
              <a:satOff val="-1833"/>
              <a:lumOff val="41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Then</a:t>
          </a:r>
        </a:p>
      </dsp:txBody>
      <dsp:txXfrm rot="-5400000">
        <a:off x="1" y="2596952"/>
        <a:ext cx="860617" cy="368836"/>
      </dsp:txXfrm>
    </dsp:sp>
    <dsp:sp modelId="{6A7E2545-26F8-4E61-9808-78451F11E4C4}">
      <dsp:nvSpPr>
        <dsp:cNvPr id="0" name=""/>
        <dsp:cNvSpPr/>
      </dsp:nvSpPr>
      <dsp:spPr>
        <a:xfrm rot="5400000">
          <a:off x="4416205" y="-1388943"/>
          <a:ext cx="799144" cy="79103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4938581"/>
              <a:satOff val="-1833"/>
              <a:lumOff val="41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extending that root of trust through the operating</a:t>
          </a:r>
          <a:r>
            <a:rPr lang="tr-TR" sz="2200" kern="1200"/>
            <a:t> </a:t>
          </a:r>
          <a:r>
            <a:rPr lang="en-US" sz="2200" kern="1200"/>
            <a:t>system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 higher-level system services</a:t>
          </a:r>
        </a:p>
      </dsp:txBody>
      <dsp:txXfrm rot="-5400000">
        <a:off x="860618" y="2205655"/>
        <a:ext cx="7871309" cy="721122"/>
      </dsp:txXfrm>
    </dsp:sp>
    <dsp:sp modelId="{E056E58E-7D28-4E8F-9E4C-80F2ACD58B10}">
      <dsp:nvSpPr>
        <dsp:cNvPr id="0" name=""/>
        <dsp:cNvSpPr/>
      </dsp:nvSpPr>
      <dsp:spPr>
        <a:xfrm rot="5400000">
          <a:off x="-184418" y="3433517"/>
          <a:ext cx="1229453" cy="860617"/>
        </a:xfrm>
        <a:prstGeom prst="chevron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9525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Finally</a:t>
          </a:r>
          <a:r>
            <a:rPr lang="tr-TR" sz="2200" kern="1200" dirty="0"/>
            <a:t> </a:t>
          </a:r>
          <a:r>
            <a:rPr lang="en-US" sz="2200" kern="1200" dirty="0"/>
            <a:t> </a:t>
          </a:r>
        </a:p>
      </dsp:txBody>
      <dsp:txXfrm rot="-5400000">
        <a:off x="1" y="3679408"/>
        <a:ext cx="860617" cy="368836"/>
      </dsp:txXfrm>
    </dsp:sp>
    <dsp:sp modelId="{A2B45871-11B3-4349-8AE8-AE87262F49C4}">
      <dsp:nvSpPr>
        <dsp:cNvPr id="0" name=""/>
        <dsp:cNvSpPr/>
      </dsp:nvSpPr>
      <dsp:spPr>
        <a:xfrm rot="5400000">
          <a:off x="4416205" y="-306488"/>
          <a:ext cx="799144" cy="791032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across many servers layered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 concentric</a:t>
          </a:r>
          <a:r>
            <a:rPr lang="tr-TR" sz="2200" kern="1200"/>
            <a:t> circles of diminishing trust</a:t>
          </a:r>
          <a:endParaRPr lang="en-US" sz="2200" kern="1200"/>
        </a:p>
      </dsp:txBody>
      <dsp:txXfrm rot="-5400000">
        <a:off x="860618" y="3288110"/>
        <a:ext cx="7871309" cy="72112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C6E8E5-8473-466E-91E9-64C0C3E8E4F4}">
      <dsp:nvSpPr>
        <dsp:cNvPr id="0" name=""/>
        <dsp:cNvSpPr/>
      </dsp:nvSpPr>
      <dsp:spPr>
        <a:xfrm>
          <a:off x="0" y="363237"/>
          <a:ext cx="8770938" cy="1587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437388" rIns="68072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As software systems become more</a:t>
          </a:r>
          <a:r>
            <a:rPr lang="tr-TR" sz="2100" kern="1200"/>
            <a:t> </a:t>
          </a:r>
          <a:r>
            <a:rPr lang="en-US" sz="2100" kern="1200"/>
            <a:t>complex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they are more likely to contain bugs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which make them vulnerable to security</a:t>
          </a:r>
          <a:r>
            <a:rPr lang="tr-TR" sz="2100" kern="1200"/>
            <a:t> </a:t>
          </a:r>
          <a:r>
            <a:rPr lang="en-US" sz="2100" kern="1200"/>
            <a:t>compromise. </a:t>
          </a:r>
        </a:p>
      </dsp:txBody>
      <dsp:txXfrm>
        <a:off x="0" y="363237"/>
        <a:ext cx="8770938" cy="1587600"/>
      </dsp:txXfrm>
    </dsp:sp>
    <dsp:sp modelId="{79839294-7483-40C7-8E57-D1BA949D25E1}">
      <dsp:nvSpPr>
        <dsp:cNvPr id="0" name=""/>
        <dsp:cNvSpPr/>
      </dsp:nvSpPr>
      <dsp:spPr>
        <a:xfrm>
          <a:off x="438546" y="53277"/>
          <a:ext cx="6139656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Complexity: more bugs</a:t>
          </a:r>
          <a:endParaRPr lang="en-US" sz="2100" kern="1200" dirty="0"/>
        </a:p>
      </dsp:txBody>
      <dsp:txXfrm>
        <a:off x="468808" y="83539"/>
        <a:ext cx="6079132" cy="559396"/>
      </dsp:txXfrm>
    </dsp:sp>
    <dsp:sp modelId="{D8D6B0B2-9BE8-47E4-B499-369C50FDC1C5}">
      <dsp:nvSpPr>
        <dsp:cNvPr id="0" name=""/>
        <dsp:cNvSpPr/>
      </dsp:nvSpPr>
      <dsp:spPr>
        <a:xfrm>
          <a:off x="0" y="2374197"/>
          <a:ext cx="8770938" cy="122377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437388" rIns="68072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As a result, the more complex a software system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becomes, the</a:t>
          </a:r>
          <a:r>
            <a:rPr lang="tr-TR" sz="2100" kern="1200"/>
            <a:t> </a:t>
          </a:r>
          <a:r>
            <a:rPr lang="en-US" sz="2100" kern="1200"/>
            <a:t>harder it is to secure.</a:t>
          </a:r>
        </a:p>
      </dsp:txBody>
      <dsp:txXfrm>
        <a:off x="0" y="2374197"/>
        <a:ext cx="8770938" cy="1223775"/>
      </dsp:txXfrm>
    </dsp:sp>
    <dsp:sp modelId="{B4AB8358-235D-4589-AFB8-B67F4720516E}">
      <dsp:nvSpPr>
        <dsp:cNvPr id="0" name=""/>
        <dsp:cNvSpPr/>
      </dsp:nvSpPr>
      <dsp:spPr>
        <a:xfrm>
          <a:off x="438546" y="2064237"/>
          <a:ext cx="6139656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How to secure?</a:t>
          </a:r>
          <a:endParaRPr lang="en-US" sz="2100" kern="1200" dirty="0"/>
        </a:p>
      </dsp:txBody>
      <dsp:txXfrm>
        <a:off x="468808" y="2094499"/>
        <a:ext cx="6079132" cy="55939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92552-2619-4BF1-B38E-4ED6238A1A34}">
      <dsp:nvSpPr>
        <dsp:cNvPr id="0" name=""/>
        <dsp:cNvSpPr/>
      </dsp:nvSpPr>
      <dsp:spPr>
        <a:xfrm rot="5400000">
          <a:off x="6168789" y="-2566723"/>
          <a:ext cx="85707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 security architecture is different.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Bitcoin systems can and should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 the blockchain as their root of</a:t>
          </a:r>
          <a:r>
            <a:rPr lang="tr-TR" sz="1500" kern="1200"/>
            <a:t> </a:t>
          </a:r>
          <a:r>
            <a:rPr lang="en-US" sz="1500" kern="1200"/>
            <a:t>trust.</a:t>
          </a:r>
        </a:p>
      </dsp:txBody>
      <dsp:txXfrm rot="-5400000">
        <a:off x="3492704" y="151201"/>
        <a:ext cx="6167410" cy="773399"/>
      </dsp:txXfrm>
    </dsp:sp>
    <dsp:sp modelId="{9464735D-A148-4504-825C-F8BCEA70F433}">
      <dsp:nvSpPr>
        <dsp:cNvPr id="0" name=""/>
        <dsp:cNvSpPr/>
      </dsp:nvSpPr>
      <dsp:spPr>
        <a:xfrm>
          <a:off x="0" y="2227"/>
          <a:ext cx="3492703" cy="107134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Bitcoin</a:t>
          </a:r>
        </a:p>
      </dsp:txBody>
      <dsp:txXfrm>
        <a:off x="52299" y="54526"/>
        <a:ext cx="3388105" cy="966749"/>
      </dsp:txXfrm>
    </dsp:sp>
    <dsp:sp modelId="{F4DB9509-64D2-4DB1-AA7A-6CD51EFCEEDA}">
      <dsp:nvSpPr>
        <dsp:cNvPr id="0" name=""/>
        <dsp:cNvSpPr/>
      </dsp:nvSpPr>
      <dsp:spPr>
        <a:xfrm rot="5400000">
          <a:off x="6168789" y="-1441808"/>
          <a:ext cx="85707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 bitcoin, the consensus system creates a</a:t>
          </a:r>
          <a:r>
            <a:rPr lang="tr-TR" sz="1500" kern="1200" dirty="0"/>
            <a:t> </a:t>
          </a:r>
          <a:r>
            <a:rPr lang="en-US" sz="1500" kern="1200" dirty="0"/>
            <a:t>trusted public ledger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that is completely decentralized</a:t>
          </a:r>
        </a:p>
      </dsp:txBody>
      <dsp:txXfrm rot="-5400000">
        <a:off x="3492704" y="1276116"/>
        <a:ext cx="6167410" cy="773399"/>
      </dsp:txXfrm>
    </dsp:sp>
    <dsp:sp modelId="{E0BE9EA6-51F0-4074-85BF-5D4B1CE5400E}">
      <dsp:nvSpPr>
        <dsp:cNvPr id="0" name=""/>
        <dsp:cNvSpPr/>
      </dsp:nvSpPr>
      <dsp:spPr>
        <a:xfrm>
          <a:off x="0" y="1127142"/>
          <a:ext cx="3492703" cy="107134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300" kern="1200" dirty="0"/>
            <a:t>Consensus</a:t>
          </a:r>
          <a:endParaRPr lang="en-US" sz="4300" kern="1200" dirty="0"/>
        </a:p>
      </dsp:txBody>
      <dsp:txXfrm>
        <a:off x="52299" y="1179441"/>
        <a:ext cx="3388105" cy="966749"/>
      </dsp:txXfrm>
    </dsp:sp>
    <dsp:sp modelId="{4773A870-D366-4091-9721-7081ACDE2935}">
      <dsp:nvSpPr>
        <dsp:cNvPr id="0" name=""/>
        <dsp:cNvSpPr/>
      </dsp:nvSpPr>
      <dsp:spPr>
        <a:xfrm rot="5400000">
          <a:off x="6168789" y="-316894"/>
          <a:ext cx="85707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 correctly validated blockchain</a:t>
          </a:r>
          <a:r>
            <a:rPr lang="tr-TR" sz="1500" kern="1200" dirty="0"/>
            <a:t>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uses the genesis block as the root of trust </a:t>
          </a:r>
        </a:p>
      </dsp:txBody>
      <dsp:txXfrm rot="-5400000">
        <a:off x="3492704" y="2401030"/>
        <a:ext cx="6167410" cy="773399"/>
      </dsp:txXfrm>
    </dsp:sp>
    <dsp:sp modelId="{C18959AE-0634-483C-89A9-AEFBE09F0F87}">
      <dsp:nvSpPr>
        <dsp:cNvPr id="0" name=""/>
        <dsp:cNvSpPr/>
      </dsp:nvSpPr>
      <dsp:spPr>
        <a:xfrm>
          <a:off x="0" y="2252057"/>
          <a:ext cx="3492703" cy="107134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Genesis</a:t>
          </a:r>
          <a:r>
            <a:rPr lang="tr-TR" sz="4300" kern="1200" dirty="0"/>
            <a:t> </a:t>
          </a:r>
          <a:r>
            <a:rPr lang="en-US" sz="4300" kern="1200" dirty="0"/>
            <a:t>block</a:t>
          </a:r>
        </a:p>
      </dsp:txBody>
      <dsp:txXfrm>
        <a:off x="52299" y="2304356"/>
        <a:ext cx="3388105" cy="966749"/>
      </dsp:txXfrm>
    </dsp:sp>
    <dsp:sp modelId="{21D8DBB3-B9D3-4184-B998-9F0F95EF13F9}">
      <dsp:nvSpPr>
        <dsp:cNvPr id="0" name=""/>
        <dsp:cNvSpPr/>
      </dsp:nvSpPr>
      <dsp:spPr>
        <a:xfrm rot="5400000">
          <a:off x="6168789" y="808020"/>
          <a:ext cx="85707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building a chain of trust up to the</a:t>
          </a:r>
          <a:r>
            <a:rPr lang="tr-TR" sz="1500" kern="1200"/>
            <a:t> current block</a:t>
          </a:r>
          <a:endParaRPr lang="en-US" sz="1500" kern="1200"/>
        </a:p>
      </dsp:txBody>
      <dsp:txXfrm rot="-5400000">
        <a:off x="3492704" y="3525945"/>
        <a:ext cx="6167410" cy="773399"/>
      </dsp:txXfrm>
    </dsp:sp>
    <dsp:sp modelId="{83E54792-707D-476E-9230-D1EA6C359C0D}">
      <dsp:nvSpPr>
        <dsp:cNvPr id="0" name=""/>
        <dsp:cNvSpPr/>
      </dsp:nvSpPr>
      <dsp:spPr>
        <a:xfrm>
          <a:off x="0" y="3376972"/>
          <a:ext cx="3492703" cy="107134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Chain</a:t>
          </a:r>
          <a:r>
            <a:rPr lang="tr-TR" sz="4300" kern="1200"/>
            <a:t> </a:t>
          </a:r>
          <a:r>
            <a:rPr lang="en-US" sz="4300" kern="1200"/>
            <a:t>of trust </a:t>
          </a:r>
        </a:p>
      </dsp:txBody>
      <dsp:txXfrm>
        <a:off x="52299" y="3429271"/>
        <a:ext cx="3388105" cy="96674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F5B48-436B-45BC-9855-1F02F9CF54AF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A652B-25F3-47AB-AE7E-4CF244878224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/>
            <a:t>Complexity</a:t>
          </a:r>
          <a:endParaRPr lang="en-US" sz="2600" kern="1200"/>
        </a:p>
      </dsp:txBody>
      <dsp:txXfrm>
        <a:off x="3421" y="1568504"/>
        <a:ext cx="2894062" cy="434109"/>
      </dsp:txXfrm>
    </dsp:sp>
    <dsp:sp modelId="{2BD94BDD-FACA-4764-BC56-C95669B8EF30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designing a complex bitcoin application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consists of services on</a:t>
          </a:r>
          <a:r>
            <a:rPr lang="tr-TR" sz="1700" kern="1200"/>
            <a:t> </a:t>
          </a:r>
          <a:r>
            <a:rPr lang="en-US" sz="1700" kern="1200"/>
            <a:t>many different systems  </a:t>
          </a:r>
        </a:p>
      </dsp:txBody>
      <dsp:txXfrm>
        <a:off x="3421" y="2058195"/>
        <a:ext cx="2894062" cy="1156972"/>
      </dsp:txXfrm>
    </dsp:sp>
    <dsp:sp modelId="{9D54066B-3E9A-4B42-9576-09D2D9923062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1DD2A-4704-4945-B14F-82BEDA899840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/>
            <a:t>Security architecture</a:t>
          </a:r>
          <a:endParaRPr lang="en-US" sz="2600" kern="1200"/>
        </a:p>
      </dsp:txBody>
      <dsp:txXfrm>
        <a:off x="3403945" y="1568504"/>
        <a:ext cx="2894062" cy="434109"/>
      </dsp:txXfrm>
    </dsp:sp>
    <dsp:sp modelId="{2D05CA68-04C9-48C5-A1BA-A56B9BD2B6F6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carefully examine the security architecture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</a:t>
          </a:r>
          <a:r>
            <a:rPr lang="tr-TR" sz="1700" kern="1200"/>
            <a:t> </a:t>
          </a:r>
          <a:r>
            <a:rPr lang="en-US" sz="1700" kern="1200"/>
            <a:t>order to ascertain where trust is being placed </a:t>
          </a:r>
        </a:p>
      </dsp:txBody>
      <dsp:txXfrm>
        <a:off x="3403945" y="2058195"/>
        <a:ext cx="2894062" cy="1156972"/>
      </dsp:txXfrm>
    </dsp:sp>
    <dsp:sp modelId="{A1981603-DA2B-4A25-A565-6C937D6DC166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B4832-81A4-4672-AE17-77BBDB98BAED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/>
            <a:t>Trust</a:t>
          </a:r>
          <a:r>
            <a:rPr lang="en-US" sz="2600" kern="1200"/>
            <a:t> </a:t>
          </a:r>
        </a:p>
      </dsp:txBody>
      <dsp:txXfrm>
        <a:off x="6804468" y="1568504"/>
        <a:ext cx="2894062" cy="434109"/>
      </dsp:txXfrm>
    </dsp:sp>
    <dsp:sp modelId="{2ACB2B53-3801-41A0-B0B5-26B5EAC45F4D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only thing that should</a:t>
          </a:r>
          <a:r>
            <a:rPr lang="tr-TR" sz="1700" kern="1200"/>
            <a:t> </a:t>
          </a:r>
          <a:r>
            <a:rPr lang="en-US" sz="1700" kern="1200"/>
            <a:t>be explicitly trusted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a fully validated blockchain.</a:t>
          </a:r>
        </a:p>
      </dsp:txBody>
      <dsp:txXfrm>
        <a:off x="6804468" y="2058195"/>
        <a:ext cx="2894062" cy="115697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88E92-EA0B-46DA-A36C-C54E953B3CFA}">
      <dsp:nvSpPr>
        <dsp:cNvPr id="0" name=""/>
        <dsp:cNvSpPr/>
      </dsp:nvSpPr>
      <dsp:spPr>
        <a:xfrm>
          <a:off x="943992" y="24459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44919-E01B-43DF-9843-46163EBA9B51}">
      <dsp:nvSpPr>
        <dsp:cNvPr id="0" name=""/>
        <dsp:cNvSpPr/>
      </dsp:nvSpPr>
      <dsp:spPr>
        <a:xfrm>
          <a:off x="3421" y="13934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Examination</a:t>
          </a:r>
          <a:endParaRPr lang="en-US" sz="2800" kern="1200"/>
        </a:p>
      </dsp:txBody>
      <dsp:txXfrm>
        <a:off x="3421" y="1393484"/>
        <a:ext cx="2894062" cy="434109"/>
      </dsp:txXfrm>
    </dsp:sp>
    <dsp:sp modelId="{6AD53498-9BF3-4DA4-A111-C85707632723}">
      <dsp:nvSpPr>
        <dsp:cNvPr id="0" name=""/>
        <dsp:cNvSpPr/>
      </dsp:nvSpPr>
      <dsp:spPr>
        <a:xfrm>
          <a:off x="3421" y="1890835"/>
          <a:ext cx="2894062" cy="1515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carefully examine the security architecture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</a:t>
          </a:r>
          <a:r>
            <a:rPr lang="tr-TR" sz="1700" kern="1200"/>
            <a:t> </a:t>
          </a:r>
          <a:r>
            <a:rPr lang="en-US" sz="1700" kern="1200"/>
            <a:t>order to ascertain where trust is being placed </a:t>
          </a:r>
        </a:p>
      </dsp:txBody>
      <dsp:txXfrm>
        <a:off x="3421" y="1890835"/>
        <a:ext cx="2894062" cy="1515820"/>
      </dsp:txXfrm>
    </dsp:sp>
    <dsp:sp modelId="{4B5E4F0C-47A7-47CA-A4AA-75A143373715}">
      <dsp:nvSpPr>
        <dsp:cNvPr id="0" name=""/>
        <dsp:cNvSpPr/>
      </dsp:nvSpPr>
      <dsp:spPr>
        <a:xfrm>
          <a:off x="4344515" y="24459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D3910-477B-44AD-A0B7-A02ACB74DA6E}">
      <dsp:nvSpPr>
        <dsp:cNvPr id="0" name=""/>
        <dsp:cNvSpPr/>
      </dsp:nvSpPr>
      <dsp:spPr>
        <a:xfrm>
          <a:off x="3403945" y="13934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Concern</a:t>
          </a:r>
          <a:endParaRPr lang="en-US" sz="2800" kern="1200"/>
        </a:p>
      </dsp:txBody>
      <dsp:txXfrm>
        <a:off x="3403945" y="1393484"/>
        <a:ext cx="2894062" cy="434109"/>
      </dsp:txXfrm>
    </dsp:sp>
    <dsp:sp modelId="{22CC6D24-B272-45CC-BAFA-7B40D012F636}">
      <dsp:nvSpPr>
        <dsp:cNvPr id="0" name=""/>
        <dsp:cNvSpPr/>
      </dsp:nvSpPr>
      <dsp:spPr>
        <a:xfrm>
          <a:off x="3403945" y="1890835"/>
          <a:ext cx="2894062" cy="1515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explicitly or</a:t>
          </a:r>
          <a:r>
            <a:rPr lang="tr-TR" sz="1700" kern="1200" dirty="0"/>
            <a:t> </a:t>
          </a:r>
          <a:r>
            <a:rPr lang="en-US" sz="1700" kern="1200" dirty="0"/>
            <a:t>implicitly vest</a:t>
          </a:r>
          <a:r>
            <a:rPr lang="tr-TR" sz="1700" kern="1200" dirty="0"/>
            <a:t>ing</a:t>
          </a:r>
          <a:r>
            <a:rPr lang="en-US" sz="1700" kern="1200" dirty="0"/>
            <a:t> trust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anything but the blockchain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that should be a source of concern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3403945" y="1890835"/>
        <a:ext cx="2894062" cy="1515820"/>
      </dsp:txXfrm>
    </dsp:sp>
    <dsp:sp modelId="{B1CA1A54-EB68-48C1-835A-D7DC461A29FA}">
      <dsp:nvSpPr>
        <dsp:cNvPr id="0" name=""/>
        <dsp:cNvSpPr/>
      </dsp:nvSpPr>
      <dsp:spPr>
        <a:xfrm>
          <a:off x="7745039" y="24459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87E07-EBC3-4910-9D90-6F1CBE81F03B}">
      <dsp:nvSpPr>
        <dsp:cNvPr id="0" name=""/>
        <dsp:cNvSpPr/>
      </dsp:nvSpPr>
      <dsp:spPr>
        <a:xfrm>
          <a:off x="6804468" y="139348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Reason</a:t>
          </a:r>
          <a:endParaRPr lang="en-US" sz="2800" kern="1200"/>
        </a:p>
      </dsp:txBody>
      <dsp:txXfrm>
        <a:off x="6804468" y="1393484"/>
        <a:ext cx="2894062" cy="434109"/>
      </dsp:txXfrm>
    </dsp:sp>
    <dsp:sp modelId="{E755C021-B4BE-4D77-9C5C-58F2B5A2FBBF}">
      <dsp:nvSpPr>
        <dsp:cNvPr id="0" name=""/>
        <dsp:cNvSpPr/>
      </dsp:nvSpPr>
      <dsp:spPr>
        <a:xfrm>
          <a:off x="6804468" y="1890835"/>
          <a:ext cx="2894062" cy="1515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because it introduces vulnerability</a:t>
          </a:r>
          <a:endParaRPr lang="en-US" sz="1700" kern="1200"/>
        </a:p>
      </dsp:txBody>
      <dsp:txXfrm>
        <a:off x="6804468" y="1890835"/>
        <a:ext cx="2894062" cy="151582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4A8BC-9938-4383-96D8-57143BD3DD5D}">
      <dsp:nvSpPr>
        <dsp:cNvPr id="0" name=""/>
        <dsp:cNvSpPr/>
      </dsp:nvSpPr>
      <dsp:spPr>
        <a:xfrm>
          <a:off x="0" y="358137"/>
          <a:ext cx="9701953" cy="9906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54076" rIns="75297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consider each individual component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evaluate</a:t>
          </a:r>
          <a:r>
            <a:rPr lang="tr-TR" sz="1700" kern="1200" dirty="0"/>
            <a:t> </a:t>
          </a:r>
          <a:r>
            <a:rPr lang="en-US" sz="1700" kern="1200" dirty="0"/>
            <a:t>a hypothetical scenario </a:t>
          </a:r>
        </a:p>
      </dsp:txBody>
      <dsp:txXfrm>
        <a:off x="0" y="358137"/>
        <a:ext cx="9701953" cy="990675"/>
      </dsp:txXfrm>
    </dsp:sp>
    <dsp:sp modelId="{665848DB-52B7-4227-8A75-ED2D704FF3F9}">
      <dsp:nvSpPr>
        <dsp:cNvPr id="0" name=""/>
        <dsp:cNvSpPr/>
      </dsp:nvSpPr>
      <dsp:spPr>
        <a:xfrm>
          <a:off x="485097" y="107217"/>
          <a:ext cx="679136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Component by component</a:t>
          </a:r>
          <a:endParaRPr lang="en-US" sz="1700" kern="1200" dirty="0"/>
        </a:p>
      </dsp:txBody>
      <dsp:txXfrm>
        <a:off x="509595" y="131715"/>
        <a:ext cx="6742371" cy="452844"/>
      </dsp:txXfrm>
    </dsp:sp>
    <dsp:sp modelId="{299CB9A6-AE48-48B3-85F3-514889B1E9D5}">
      <dsp:nvSpPr>
        <dsp:cNvPr id="0" name=""/>
        <dsp:cNvSpPr/>
      </dsp:nvSpPr>
      <dsp:spPr>
        <a:xfrm>
          <a:off x="0" y="1691532"/>
          <a:ext cx="9701953" cy="9906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54076" rIns="75297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where </a:t>
          </a:r>
          <a:r>
            <a:rPr lang="tr-TR" sz="1700" kern="1200"/>
            <a:t>each</a:t>
          </a:r>
          <a:r>
            <a:rPr lang="en-US" sz="1700" kern="1200"/>
            <a:t> component is completely compromised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and</a:t>
          </a:r>
          <a:r>
            <a:rPr lang="tr-TR" sz="1700" kern="1200"/>
            <a:t> </a:t>
          </a:r>
          <a:r>
            <a:rPr lang="en-US" sz="1700" kern="1200"/>
            <a:t>under the control of a malicious actor</a:t>
          </a:r>
        </a:p>
      </dsp:txBody>
      <dsp:txXfrm>
        <a:off x="0" y="1691532"/>
        <a:ext cx="9701953" cy="990675"/>
      </dsp:txXfrm>
    </dsp:sp>
    <dsp:sp modelId="{7BDC56D4-A0A7-4E93-B6B7-E1687FB9B7A3}">
      <dsp:nvSpPr>
        <dsp:cNvPr id="0" name=""/>
        <dsp:cNvSpPr/>
      </dsp:nvSpPr>
      <dsp:spPr>
        <a:xfrm>
          <a:off x="485097" y="1440612"/>
          <a:ext cx="679136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Assume</a:t>
          </a:r>
          <a:endParaRPr lang="en-US" sz="1700" kern="1200" dirty="0"/>
        </a:p>
      </dsp:txBody>
      <dsp:txXfrm>
        <a:off x="509595" y="1465110"/>
        <a:ext cx="6742371" cy="452844"/>
      </dsp:txXfrm>
    </dsp:sp>
    <dsp:sp modelId="{ED1CB06F-6948-44AD-AC43-89A9A9EFB2FB}">
      <dsp:nvSpPr>
        <dsp:cNvPr id="0" name=""/>
        <dsp:cNvSpPr/>
      </dsp:nvSpPr>
      <dsp:spPr>
        <a:xfrm>
          <a:off x="0" y="3024927"/>
          <a:ext cx="9701953" cy="9906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54076" rIns="75297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assess the impacts on the overall security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if </a:t>
          </a:r>
          <a:r>
            <a:rPr lang="en-US" sz="1700" kern="1200" dirty="0"/>
            <a:t>that component is compromised.</a:t>
          </a:r>
        </a:p>
      </dsp:txBody>
      <dsp:txXfrm>
        <a:off x="0" y="3024927"/>
        <a:ext cx="9701953" cy="990675"/>
      </dsp:txXfrm>
    </dsp:sp>
    <dsp:sp modelId="{D06B71BB-03BE-4E27-8C93-BD5C196F8E37}">
      <dsp:nvSpPr>
        <dsp:cNvPr id="0" name=""/>
        <dsp:cNvSpPr/>
      </dsp:nvSpPr>
      <dsp:spPr>
        <a:xfrm>
          <a:off x="485097" y="2774007"/>
          <a:ext cx="679136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Impacts</a:t>
          </a:r>
          <a:endParaRPr lang="en-US" sz="1700" kern="1200" dirty="0"/>
        </a:p>
      </dsp:txBody>
      <dsp:txXfrm>
        <a:off x="509595" y="2798505"/>
        <a:ext cx="6742371" cy="45284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07B62-A9D8-450D-B473-C7BCF3C1FF44}">
      <dsp:nvSpPr>
        <dsp:cNvPr id="0" name=""/>
        <dsp:cNvSpPr/>
      </dsp:nvSpPr>
      <dsp:spPr>
        <a:xfrm>
          <a:off x="943992" y="33740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413CF-A10E-4410-9EC8-0D2722511C7A}">
      <dsp:nvSpPr>
        <dsp:cNvPr id="0" name=""/>
        <dsp:cNvSpPr/>
      </dsp:nvSpPr>
      <dsp:spPr>
        <a:xfrm>
          <a:off x="3421" y="14783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Hacking Examples</a:t>
          </a:r>
          <a:endParaRPr lang="en-US" sz="1900" kern="1200"/>
        </a:p>
      </dsp:txBody>
      <dsp:txXfrm>
        <a:off x="3421" y="1478310"/>
        <a:ext cx="2894062" cy="434109"/>
      </dsp:txXfrm>
    </dsp:sp>
    <dsp:sp modelId="{48DF2555-EE4C-4A35-823E-A89DBA26658E}">
      <dsp:nvSpPr>
        <dsp:cNvPr id="0" name=""/>
        <dsp:cNvSpPr/>
      </dsp:nvSpPr>
      <dsp:spPr>
        <a:xfrm>
          <a:off x="3421" y="1971949"/>
          <a:ext cx="2894062" cy="1341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examples of hacked bitcoin exchanges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their security architecture and design fails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even under the most casual scrutiny.</a:t>
          </a:r>
        </a:p>
      </dsp:txBody>
      <dsp:txXfrm>
        <a:off x="3421" y="1971949"/>
        <a:ext cx="2894062" cy="1341898"/>
      </dsp:txXfrm>
    </dsp:sp>
    <dsp:sp modelId="{55090ACF-17FA-4FC8-A0D9-3D20C89394B3}">
      <dsp:nvSpPr>
        <dsp:cNvPr id="0" name=""/>
        <dsp:cNvSpPr/>
      </dsp:nvSpPr>
      <dsp:spPr>
        <a:xfrm>
          <a:off x="4344515" y="33740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27C4A-2195-4F00-835B-5D48D12249B4}">
      <dsp:nvSpPr>
        <dsp:cNvPr id="0" name=""/>
        <dsp:cNvSpPr/>
      </dsp:nvSpPr>
      <dsp:spPr>
        <a:xfrm>
          <a:off x="3403945" y="14783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centralized implementations</a:t>
          </a:r>
        </a:p>
      </dsp:txBody>
      <dsp:txXfrm>
        <a:off x="3403945" y="1478310"/>
        <a:ext cx="2894062" cy="434109"/>
      </dsp:txXfrm>
    </dsp:sp>
    <dsp:sp modelId="{1344FE89-561E-4436-BD88-2E509A17AC23}">
      <dsp:nvSpPr>
        <dsp:cNvPr id="0" name=""/>
        <dsp:cNvSpPr/>
      </dsp:nvSpPr>
      <dsp:spPr>
        <a:xfrm>
          <a:off x="3403945" y="1971949"/>
          <a:ext cx="2894062" cy="1341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had invested trust explicitly in numerous</a:t>
          </a:r>
          <a:r>
            <a:rPr lang="tr-TR" sz="1500" kern="1200"/>
            <a:t> </a:t>
          </a:r>
          <a:r>
            <a:rPr lang="en-US" sz="1500" kern="1200"/>
            <a:t>components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outside the bitcoin blockchain </a:t>
          </a:r>
        </a:p>
      </dsp:txBody>
      <dsp:txXfrm>
        <a:off x="3403945" y="1971949"/>
        <a:ext cx="2894062" cy="1341898"/>
      </dsp:txXfrm>
    </dsp:sp>
    <dsp:sp modelId="{8D8B7EAF-9598-46EC-9673-20051A50F16E}">
      <dsp:nvSpPr>
        <dsp:cNvPr id="0" name=""/>
        <dsp:cNvSpPr/>
      </dsp:nvSpPr>
      <dsp:spPr>
        <a:xfrm>
          <a:off x="7745039" y="33740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7DD14-C81B-4339-BD61-FD3C60317CE1}">
      <dsp:nvSpPr>
        <dsp:cNvPr id="0" name=""/>
        <dsp:cNvSpPr/>
      </dsp:nvSpPr>
      <dsp:spPr>
        <a:xfrm>
          <a:off x="6804468" y="14783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such as </a:t>
          </a:r>
        </a:p>
      </dsp:txBody>
      <dsp:txXfrm>
        <a:off x="6804468" y="1478310"/>
        <a:ext cx="2894062" cy="434109"/>
      </dsp:txXfrm>
    </dsp:sp>
    <dsp:sp modelId="{98A3778E-B5F4-4058-950A-341E668924E2}">
      <dsp:nvSpPr>
        <dsp:cNvPr id="0" name=""/>
        <dsp:cNvSpPr/>
      </dsp:nvSpPr>
      <dsp:spPr>
        <a:xfrm>
          <a:off x="6804468" y="1971949"/>
          <a:ext cx="2894062" cy="1341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hot wallets, centralized ledger</a:t>
          </a:r>
          <a:r>
            <a:rPr lang="tr-TR" sz="1500" kern="1200"/>
            <a:t> </a:t>
          </a:r>
          <a:r>
            <a:rPr lang="en-US" sz="1500" kern="1200"/>
            <a:t>databases,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vulnerable encryption keys, and similar schemes.</a:t>
          </a:r>
        </a:p>
      </dsp:txBody>
      <dsp:txXfrm>
        <a:off x="6804468" y="1971949"/>
        <a:ext cx="2894062" cy="134189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F98BB-4A5F-4AE7-A382-1AEA33C376D6}">
      <dsp:nvSpPr>
        <dsp:cNvPr id="0" name=""/>
        <dsp:cNvSpPr/>
      </dsp:nvSpPr>
      <dsp:spPr>
        <a:xfrm rot="5400000">
          <a:off x="6053463" y="-2422734"/>
          <a:ext cx="1087729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Modern general-purpose</a:t>
          </a:r>
          <a:r>
            <a:rPr lang="tr-TR" sz="2000" kern="1200"/>
            <a:t> </a:t>
          </a:r>
          <a:r>
            <a:rPr lang="en-US" sz="2000" kern="1200"/>
            <a:t>operating systems are not very secure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not particularly suited to storing digital</a:t>
          </a:r>
          <a:r>
            <a:rPr lang="tr-TR" sz="2000" kern="1200"/>
            <a:t> </a:t>
          </a:r>
          <a:r>
            <a:rPr lang="en-US" sz="2000" kern="1200"/>
            <a:t>money. </a:t>
          </a:r>
        </a:p>
      </dsp:txBody>
      <dsp:txXfrm rot="-5400000">
        <a:off x="3492704" y="191124"/>
        <a:ext cx="6156150" cy="981531"/>
      </dsp:txXfrm>
    </dsp:sp>
    <dsp:sp modelId="{F24BA2B7-C660-4E99-83C6-EA67DE575D2E}">
      <dsp:nvSpPr>
        <dsp:cNvPr id="0" name=""/>
        <dsp:cNvSpPr/>
      </dsp:nvSpPr>
      <dsp:spPr>
        <a:xfrm>
          <a:off x="0" y="2060"/>
          <a:ext cx="3492703" cy="135966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OS’s security</a:t>
          </a:r>
          <a:endParaRPr lang="en-US" sz="3800" kern="1200" dirty="0"/>
        </a:p>
      </dsp:txBody>
      <dsp:txXfrm>
        <a:off x="66373" y="68433"/>
        <a:ext cx="3359957" cy="1226915"/>
      </dsp:txXfrm>
    </dsp:sp>
    <dsp:sp modelId="{F10B9A25-6563-41DF-A996-84F6872DDC4E}">
      <dsp:nvSpPr>
        <dsp:cNvPr id="0" name=""/>
        <dsp:cNvSpPr/>
      </dsp:nvSpPr>
      <dsp:spPr>
        <a:xfrm rot="5400000">
          <a:off x="6053463" y="-995089"/>
          <a:ext cx="1087729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Our computers are constantly exposed to external threats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via always-on internet</a:t>
          </a:r>
          <a:r>
            <a:rPr lang="tr-TR" sz="2000" kern="1200"/>
            <a:t> </a:t>
          </a:r>
          <a:r>
            <a:rPr lang="en-US" sz="2000" kern="1200"/>
            <a:t>connections</a:t>
          </a:r>
        </a:p>
      </dsp:txBody>
      <dsp:txXfrm rot="-5400000">
        <a:off x="3492704" y="1618769"/>
        <a:ext cx="6156150" cy="981531"/>
      </dsp:txXfrm>
    </dsp:sp>
    <dsp:sp modelId="{A007B7CC-6063-4DA8-8C7A-F7A9F0E60838}">
      <dsp:nvSpPr>
        <dsp:cNvPr id="0" name=""/>
        <dsp:cNvSpPr/>
      </dsp:nvSpPr>
      <dsp:spPr>
        <a:xfrm>
          <a:off x="0" y="1429704"/>
          <a:ext cx="3492703" cy="135966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Threats</a:t>
          </a:r>
          <a:endParaRPr lang="en-US" sz="3800" kern="1200" dirty="0"/>
        </a:p>
      </dsp:txBody>
      <dsp:txXfrm>
        <a:off x="66373" y="1496077"/>
        <a:ext cx="3359957" cy="1226915"/>
      </dsp:txXfrm>
    </dsp:sp>
    <dsp:sp modelId="{D38CA2C3-C37F-4CF1-B7F7-174C448B4E2C}">
      <dsp:nvSpPr>
        <dsp:cNvPr id="0" name=""/>
        <dsp:cNvSpPr/>
      </dsp:nvSpPr>
      <dsp:spPr>
        <a:xfrm rot="5400000">
          <a:off x="6053463" y="432555"/>
          <a:ext cx="1087729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from hundreds of</a:t>
          </a:r>
          <a:r>
            <a:rPr lang="tr-TR" sz="2000" kern="1200"/>
            <a:t> </a:t>
          </a:r>
          <a:r>
            <a:rPr lang="en-US" sz="2000" kern="1200"/>
            <a:t>authors</a:t>
          </a:r>
          <a:r>
            <a:rPr lang="tr-TR" sz="2000" kern="1200"/>
            <a:t> are running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often with unconstrained access to the user’s files</a:t>
          </a:r>
        </a:p>
      </dsp:txBody>
      <dsp:txXfrm rot="-5400000">
        <a:off x="3492704" y="3046414"/>
        <a:ext cx="6156150" cy="981531"/>
      </dsp:txXfrm>
    </dsp:sp>
    <dsp:sp modelId="{1981FC7E-F96A-4DD0-8FC2-855616DEACE2}">
      <dsp:nvSpPr>
        <dsp:cNvPr id="0" name=""/>
        <dsp:cNvSpPr/>
      </dsp:nvSpPr>
      <dsp:spPr>
        <a:xfrm>
          <a:off x="0" y="2857349"/>
          <a:ext cx="3492703" cy="135966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SW Components</a:t>
          </a:r>
          <a:endParaRPr lang="en-US" sz="3800" kern="1200" dirty="0"/>
        </a:p>
      </dsp:txBody>
      <dsp:txXfrm>
        <a:off x="66373" y="2923722"/>
        <a:ext cx="3359957" cy="122691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CE74F-B8D1-4123-9309-85D9BFE35BB9}">
      <dsp:nvSpPr>
        <dsp:cNvPr id="0" name=""/>
        <dsp:cNvSpPr/>
      </dsp:nvSpPr>
      <dsp:spPr>
        <a:xfrm>
          <a:off x="0" y="401048"/>
          <a:ext cx="970195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499872" rIns="7529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 single piece of rogue</a:t>
          </a:r>
          <a:r>
            <a:rPr lang="tr-TR" sz="2400" kern="1200"/>
            <a:t> </a:t>
          </a:r>
          <a:r>
            <a:rPr lang="en-US" sz="2400" kern="1200"/>
            <a:t>software installed on your computer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can compromise</a:t>
          </a:r>
          <a:r>
            <a:rPr lang="tr-TR" sz="2400" kern="1200"/>
            <a:t> </a:t>
          </a:r>
          <a:r>
            <a:rPr lang="en-US" sz="2400" kern="1200"/>
            <a:t>your keyboard and files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stealing any bitcoin stored in wallet applications</a:t>
          </a:r>
        </a:p>
      </dsp:txBody>
      <dsp:txXfrm>
        <a:off x="0" y="401048"/>
        <a:ext cx="9701953" cy="1814400"/>
      </dsp:txXfrm>
    </dsp:sp>
    <dsp:sp modelId="{44360B79-6F24-4A5A-9B1D-6BD7C2AD0547}">
      <dsp:nvSpPr>
        <dsp:cNvPr id="0" name=""/>
        <dsp:cNvSpPr/>
      </dsp:nvSpPr>
      <dsp:spPr>
        <a:xfrm>
          <a:off x="485097" y="46808"/>
          <a:ext cx="6791367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A single rogue SW is enough</a:t>
          </a:r>
          <a:endParaRPr lang="en-US" sz="2400" kern="1200"/>
        </a:p>
      </dsp:txBody>
      <dsp:txXfrm>
        <a:off x="519682" y="81393"/>
        <a:ext cx="6722197" cy="639310"/>
      </dsp:txXfrm>
    </dsp:sp>
    <dsp:sp modelId="{76922B1D-E874-4ABB-8BAC-CA720F316991}">
      <dsp:nvSpPr>
        <dsp:cNvPr id="0" name=""/>
        <dsp:cNvSpPr/>
      </dsp:nvSpPr>
      <dsp:spPr>
        <a:xfrm>
          <a:off x="0" y="2699288"/>
          <a:ext cx="970195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499872" rIns="7529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400" kern="1200"/>
            <a:t>The level of </a:t>
          </a:r>
          <a:r>
            <a:rPr lang="en-US" sz="2400" kern="1200"/>
            <a:t>computer maintenance required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to keep a computer virus-free and trojan-free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is</a:t>
          </a:r>
          <a:r>
            <a:rPr lang="tr-TR" sz="2400" kern="1200"/>
            <a:t> </a:t>
          </a:r>
          <a:r>
            <a:rPr lang="en-US" sz="2400" kern="1200"/>
            <a:t>beyond the skill level of </a:t>
          </a:r>
          <a:r>
            <a:rPr lang="tr-TR" sz="2400" kern="1200"/>
            <a:t>many typical end user</a:t>
          </a:r>
          <a:endParaRPr lang="en-US" sz="2400" kern="1200"/>
        </a:p>
      </dsp:txBody>
      <dsp:txXfrm>
        <a:off x="0" y="2699288"/>
        <a:ext cx="9701953" cy="1814400"/>
      </dsp:txXfrm>
    </dsp:sp>
    <dsp:sp modelId="{8749403B-3A1C-4266-ADDF-D1236DFEA1AE}">
      <dsp:nvSpPr>
        <dsp:cNvPr id="0" name=""/>
        <dsp:cNvSpPr/>
      </dsp:nvSpPr>
      <dsp:spPr>
        <a:xfrm>
          <a:off x="485097" y="2345048"/>
          <a:ext cx="6791367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To much skill and effort to keep clean</a:t>
          </a:r>
          <a:endParaRPr lang="en-US" sz="2400" kern="1200"/>
        </a:p>
      </dsp:txBody>
      <dsp:txXfrm>
        <a:off x="519682" y="2379633"/>
        <a:ext cx="6722197" cy="63931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90A9A-25A3-481E-AD25-9661ED295170}">
      <dsp:nvSpPr>
        <dsp:cNvPr id="0" name=""/>
        <dsp:cNvSpPr/>
      </dsp:nvSpPr>
      <dsp:spPr>
        <a:xfrm rot="5400000">
          <a:off x="6126659" y="-2514505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digital assets</a:t>
          </a:r>
          <a:r>
            <a:rPr lang="tr-TR" sz="1600" kern="1200"/>
            <a:t> </a:t>
          </a:r>
          <a:r>
            <a:rPr lang="en-US" sz="1600" kern="1200"/>
            <a:t>are still woefully vulnerable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Despite decades of research and advancements in information security </a:t>
          </a:r>
        </a:p>
      </dsp:txBody>
      <dsp:txXfrm rot="-5400000">
        <a:off x="3492703" y="165403"/>
        <a:ext cx="6163297" cy="849433"/>
      </dsp:txXfrm>
    </dsp:sp>
    <dsp:sp modelId="{A83E71CB-F7AB-47DD-BAF0-43F78EA21B16}">
      <dsp:nvSpPr>
        <dsp:cNvPr id="0" name=""/>
        <dsp:cNvSpPr/>
      </dsp:nvSpPr>
      <dsp:spPr>
        <a:xfrm>
          <a:off x="0" y="1782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digital assets are vulnarable</a:t>
          </a:r>
          <a:endParaRPr lang="en-US" sz="3300" kern="1200"/>
        </a:p>
      </dsp:txBody>
      <dsp:txXfrm>
        <a:off x="57440" y="59222"/>
        <a:ext cx="3377823" cy="1061792"/>
      </dsp:txXfrm>
    </dsp:sp>
    <dsp:sp modelId="{B5F1150D-1C63-4163-982E-463326F7A0F1}">
      <dsp:nvSpPr>
        <dsp:cNvPr id="0" name=""/>
        <dsp:cNvSpPr/>
      </dsp:nvSpPr>
      <dsp:spPr>
        <a:xfrm rot="5400000">
          <a:off x="6126659" y="-1278999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Even the most highly protected</a:t>
          </a:r>
          <a:r>
            <a:rPr lang="tr-TR" sz="1600" kern="1200"/>
            <a:t> </a:t>
          </a:r>
          <a:r>
            <a:rPr lang="en-US" sz="1600" kern="1200"/>
            <a:t>and restricted systems</a:t>
          </a:r>
          <a:r>
            <a:rPr lang="tr-TR" sz="1600" kern="1200"/>
            <a:t>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are frequently breached</a:t>
          </a:r>
        </a:p>
      </dsp:txBody>
      <dsp:txXfrm rot="-5400000">
        <a:off x="3492703" y="1400909"/>
        <a:ext cx="6163297" cy="849433"/>
      </dsp:txXfrm>
    </dsp:sp>
    <dsp:sp modelId="{8760C4FB-2D8E-4B98-AD49-B1A2F8EFF802}">
      <dsp:nvSpPr>
        <dsp:cNvPr id="0" name=""/>
        <dsp:cNvSpPr/>
      </dsp:nvSpPr>
      <dsp:spPr>
        <a:xfrm>
          <a:off x="0" y="1237288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Protection is not enough</a:t>
          </a:r>
          <a:endParaRPr lang="en-US" sz="3300" kern="1200"/>
        </a:p>
      </dsp:txBody>
      <dsp:txXfrm>
        <a:off x="57440" y="1294728"/>
        <a:ext cx="3377823" cy="1061792"/>
      </dsp:txXfrm>
    </dsp:sp>
    <dsp:sp modelId="{AD1C99A3-97C3-4B8C-B2D0-6F82F3F2A4A5}">
      <dsp:nvSpPr>
        <dsp:cNvPr id="0" name=""/>
        <dsp:cNvSpPr/>
      </dsp:nvSpPr>
      <dsp:spPr>
        <a:xfrm rot="5400000">
          <a:off x="6126659" y="-43493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 financial services companies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intelligence agencies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defense contractors</a:t>
          </a:r>
        </a:p>
      </dsp:txBody>
      <dsp:txXfrm rot="-5400000">
        <a:off x="3492703" y="2636415"/>
        <a:ext cx="6163297" cy="849433"/>
      </dsp:txXfrm>
    </dsp:sp>
    <dsp:sp modelId="{87CDBD68-813E-4793-AD75-F01D21CD781E}">
      <dsp:nvSpPr>
        <dsp:cNvPr id="0" name=""/>
        <dsp:cNvSpPr/>
      </dsp:nvSpPr>
      <dsp:spPr>
        <a:xfrm>
          <a:off x="0" y="2472794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Such as</a:t>
          </a:r>
          <a:endParaRPr lang="en-US" sz="3300" kern="1200"/>
        </a:p>
      </dsp:txBody>
      <dsp:txXfrm>
        <a:off x="57440" y="2530234"/>
        <a:ext cx="3377823" cy="106179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FD5AE-18F5-4253-A432-4EB341E47889}">
      <dsp:nvSpPr>
        <dsp:cNvPr id="0" name=""/>
        <dsp:cNvSpPr/>
      </dsp:nvSpPr>
      <dsp:spPr>
        <a:xfrm rot="5400000">
          <a:off x="6164154" y="-2560906"/>
          <a:ext cx="86634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Bitcoin </a:t>
          </a:r>
          <a:r>
            <a:rPr lang="en-US" sz="1500" kern="1200" dirty="0"/>
            <a:t>creates digital assets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have intrinsic value and can be stolen and diverted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new owners instantly and irrevocably</a:t>
          </a:r>
        </a:p>
      </dsp:txBody>
      <dsp:txXfrm rot="-5400000">
        <a:off x="3492703" y="152837"/>
        <a:ext cx="6166957" cy="781763"/>
      </dsp:txXfrm>
    </dsp:sp>
    <dsp:sp modelId="{C6105229-7D11-4877-911B-68A7EEE21C2A}">
      <dsp:nvSpPr>
        <dsp:cNvPr id="0" name=""/>
        <dsp:cNvSpPr/>
      </dsp:nvSpPr>
      <dsp:spPr>
        <a:xfrm>
          <a:off x="0" y="2251"/>
          <a:ext cx="3492703" cy="108293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Digital assets</a:t>
          </a:r>
          <a:endParaRPr lang="en-US" sz="3200" kern="1200" dirty="0"/>
        </a:p>
      </dsp:txBody>
      <dsp:txXfrm>
        <a:off x="52864" y="55115"/>
        <a:ext cx="3386975" cy="977206"/>
      </dsp:txXfrm>
    </dsp:sp>
    <dsp:sp modelId="{FAB59BB1-B439-433B-8EA7-9FD81DE478D7}">
      <dsp:nvSpPr>
        <dsp:cNvPr id="0" name=""/>
        <dsp:cNvSpPr/>
      </dsp:nvSpPr>
      <dsp:spPr>
        <a:xfrm rot="5400000">
          <a:off x="6164154" y="-1423824"/>
          <a:ext cx="86634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This creates a massive incentive for hackers. </a:t>
          </a:r>
        </a:p>
      </dsp:txBody>
      <dsp:txXfrm rot="-5400000">
        <a:off x="3492703" y="1289919"/>
        <a:ext cx="6166957" cy="781763"/>
      </dsp:txXfrm>
    </dsp:sp>
    <dsp:sp modelId="{151CE7FE-F991-4F41-B2AD-FB613A11C20F}">
      <dsp:nvSpPr>
        <dsp:cNvPr id="0" name=""/>
        <dsp:cNvSpPr/>
      </dsp:nvSpPr>
      <dsp:spPr>
        <a:xfrm>
          <a:off x="0" y="1139332"/>
          <a:ext cx="3492703" cy="108293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Incentives</a:t>
          </a:r>
          <a:endParaRPr lang="en-US" sz="3200" kern="1200" dirty="0"/>
        </a:p>
      </dsp:txBody>
      <dsp:txXfrm>
        <a:off x="52864" y="1192196"/>
        <a:ext cx="3386975" cy="977206"/>
      </dsp:txXfrm>
    </dsp:sp>
    <dsp:sp modelId="{89631036-0465-4500-9584-7DA84E22CBAF}">
      <dsp:nvSpPr>
        <dsp:cNvPr id="0" name=""/>
        <dsp:cNvSpPr/>
      </dsp:nvSpPr>
      <dsp:spPr>
        <a:xfrm rot="5400000">
          <a:off x="6164154" y="-286743"/>
          <a:ext cx="86634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/>
            <a:t>Protection is not enough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Despite the difficulty of fencing and laundering</a:t>
          </a:r>
          <a:r>
            <a:rPr lang="tr-TR" sz="1500" kern="1200"/>
            <a:t> </a:t>
          </a:r>
          <a:r>
            <a:rPr lang="en-US" sz="1500" kern="1200"/>
            <a:t>financial information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we have seen ever-escalating thefts. </a:t>
          </a:r>
        </a:p>
      </dsp:txBody>
      <dsp:txXfrm rot="-5400000">
        <a:off x="3492703" y="2427000"/>
        <a:ext cx="6166957" cy="781763"/>
      </dsp:txXfrm>
    </dsp:sp>
    <dsp:sp modelId="{E0A617FA-18B3-4EED-86A0-C9D43FF25433}">
      <dsp:nvSpPr>
        <dsp:cNvPr id="0" name=""/>
        <dsp:cNvSpPr/>
      </dsp:nvSpPr>
      <dsp:spPr>
        <a:xfrm>
          <a:off x="0" y="2276414"/>
          <a:ext cx="3492703" cy="108293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Protected?</a:t>
          </a:r>
          <a:endParaRPr lang="en-US" sz="3200" kern="1200" dirty="0"/>
        </a:p>
      </dsp:txBody>
      <dsp:txXfrm>
        <a:off x="52864" y="2329278"/>
        <a:ext cx="3386975" cy="977206"/>
      </dsp:txXfrm>
    </dsp:sp>
    <dsp:sp modelId="{BC6CDBF0-9CB0-470E-B96C-E298378E68A8}">
      <dsp:nvSpPr>
        <dsp:cNvPr id="0" name=""/>
        <dsp:cNvSpPr/>
      </dsp:nvSpPr>
      <dsp:spPr>
        <a:xfrm rot="5400000">
          <a:off x="6164154" y="850338"/>
          <a:ext cx="86634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Bitcoin </a:t>
          </a:r>
          <a:r>
            <a:rPr lang="en-US" sz="1500" kern="1200"/>
            <a:t>doesn’t need to be fenced or laundered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 is intrinsic value within a</a:t>
          </a:r>
          <a:r>
            <a:rPr lang="tr-TR" sz="1500" kern="1200"/>
            <a:t> digital asset</a:t>
          </a:r>
          <a:endParaRPr lang="en-US" sz="1500" kern="1200"/>
        </a:p>
      </dsp:txBody>
      <dsp:txXfrm rot="-5400000">
        <a:off x="3492703" y="3564081"/>
        <a:ext cx="6166957" cy="781763"/>
      </dsp:txXfrm>
    </dsp:sp>
    <dsp:sp modelId="{2AA66DFC-422F-4EEC-8837-60561959EE31}">
      <dsp:nvSpPr>
        <dsp:cNvPr id="0" name=""/>
        <dsp:cNvSpPr/>
      </dsp:nvSpPr>
      <dsp:spPr>
        <a:xfrm>
          <a:off x="0" y="3413495"/>
          <a:ext cx="3492703" cy="108293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Bitcoin’s escalation</a:t>
          </a:r>
          <a:endParaRPr lang="en-US" sz="3200" kern="1200" dirty="0"/>
        </a:p>
      </dsp:txBody>
      <dsp:txXfrm>
        <a:off x="52864" y="3466359"/>
        <a:ext cx="3386975" cy="97720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623F8-1A12-4B8E-BD01-A69C480A248E}">
      <dsp:nvSpPr>
        <dsp:cNvPr id="0" name=""/>
        <dsp:cNvSpPr/>
      </dsp:nvSpPr>
      <dsp:spPr>
        <a:xfrm>
          <a:off x="4737" y="426089"/>
          <a:ext cx="2423119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Hacker’s strategy</a:t>
          </a:r>
          <a:endParaRPr lang="en-US" sz="2000" kern="1200"/>
        </a:p>
      </dsp:txBody>
      <dsp:txXfrm>
        <a:off x="4737" y="426089"/>
        <a:ext cx="2423119" cy="396000"/>
      </dsp:txXfrm>
    </dsp:sp>
    <dsp:sp modelId="{26FBB9DA-236C-4304-A77D-5DC1C223F769}">
      <dsp:nvSpPr>
        <dsp:cNvPr id="0" name=""/>
        <dsp:cNvSpPr/>
      </dsp:nvSpPr>
      <dsp:spPr>
        <a:xfrm>
          <a:off x="2427856" y="104339"/>
          <a:ext cx="484623" cy="10395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E549D9-E9EF-4CC7-B4CB-D2AEC1483C8A}">
      <dsp:nvSpPr>
        <dsp:cNvPr id="0" name=""/>
        <dsp:cNvSpPr/>
      </dsp:nvSpPr>
      <dsp:spPr>
        <a:xfrm>
          <a:off x="3106330" y="104339"/>
          <a:ext cx="6590885" cy="10395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Until now, hackers had to convert</a:t>
          </a:r>
          <a:r>
            <a:rPr lang="tr-TR" sz="2000" kern="1200"/>
            <a:t> </a:t>
          </a:r>
          <a:r>
            <a:rPr lang="en-US" sz="2000" kern="1200"/>
            <a:t>identity information or account tokens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into value after compromising them</a:t>
          </a:r>
        </a:p>
      </dsp:txBody>
      <dsp:txXfrm>
        <a:off x="3106330" y="104339"/>
        <a:ext cx="6590885" cy="1039500"/>
      </dsp:txXfrm>
    </dsp:sp>
    <dsp:sp modelId="{C78FA391-2359-4AC5-ACB2-C881EAD60B3A}">
      <dsp:nvSpPr>
        <dsp:cNvPr id="0" name=""/>
        <dsp:cNvSpPr/>
      </dsp:nvSpPr>
      <dsp:spPr>
        <a:xfrm>
          <a:off x="4737" y="1234402"/>
          <a:ext cx="2423119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Account tokens</a:t>
          </a:r>
          <a:endParaRPr lang="en-US" sz="2000" kern="1200"/>
        </a:p>
      </dsp:txBody>
      <dsp:txXfrm>
        <a:off x="4737" y="1234402"/>
        <a:ext cx="2423119" cy="396000"/>
      </dsp:txXfrm>
    </dsp:sp>
    <dsp:sp modelId="{B8BE485C-881B-4ACF-8275-64937457B9CA}">
      <dsp:nvSpPr>
        <dsp:cNvPr id="0" name=""/>
        <dsp:cNvSpPr/>
      </dsp:nvSpPr>
      <dsp:spPr>
        <a:xfrm>
          <a:off x="2427856" y="1215839"/>
          <a:ext cx="484623" cy="4331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AD7C42-61D4-493C-9BB4-E4AD314C7D3E}">
      <dsp:nvSpPr>
        <dsp:cNvPr id="0" name=""/>
        <dsp:cNvSpPr/>
      </dsp:nvSpPr>
      <dsp:spPr>
        <a:xfrm>
          <a:off x="3106330" y="1215839"/>
          <a:ext cx="6590885" cy="433125"/>
        </a:xfrm>
        <a:prstGeom prst="rect">
          <a:avLst/>
        </a:prstGeom>
        <a:solidFill>
          <a:schemeClr val="accent2">
            <a:hueOff val="-1851968"/>
            <a:satOff val="-687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as credit cards and bank accounts</a:t>
          </a:r>
        </a:p>
      </dsp:txBody>
      <dsp:txXfrm>
        <a:off x="3106330" y="1215839"/>
        <a:ext cx="6590885" cy="433125"/>
      </dsp:txXfrm>
    </dsp:sp>
    <dsp:sp modelId="{65FDAF43-48CD-43BE-BF43-6CD26A7C0728}">
      <dsp:nvSpPr>
        <dsp:cNvPr id="0" name=""/>
        <dsp:cNvSpPr/>
      </dsp:nvSpPr>
      <dsp:spPr>
        <a:xfrm>
          <a:off x="4737" y="1752288"/>
          <a:ext cx="2423119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Bitcoin improves security</a:t>
          </a:r>
          <a:endParaRPr lang="en-US" sz="2000" kern="1200" dirty="0"/>
        </a:p>
      </dsp:txBody>
      <dsp:txXfrm>
        <a:off x="4737" y="1752288"/>
        <a:ext cx="2423119" cy="668250"/>
      </dsp:txXfrm>
    </dsp:sp>
    <dsp:sp modelId="{D29E0CFD-9548-4B49-8D94-07EFC8A59EBD}">
      <dsp:nvSpPr>
        <dsp:cNvPr id="0" name=""/>
        <dsp:cNvSpPr/>
      </dsp:nvSpPr>
      <dsp:spPr>
        <a:xfrm>
          <a:off x="2427856" y="1720964"/>
          <a:ext cx="484623" cy="73089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FC861-9BF9-44E1-9966-02A469C5EFD1}">
      <dsp:nvSpPr>
        <dsp:cNvPr id="0" name=""/>
        <dsp:cNvSpPr/>
      </dsp:nvSpPr>
      <dsp:spPr>
        <a:xfrm>
          <a:off x="3106330" y="1720964"/>
          <a:ext cx="6590885" cy="730898"/>
        </a:xfrm>
        <a:prstGeom prst="rect">
          <a:avLst/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Fortunately bitcoin also creates the incentives to improve computer security</a:t>
          </a:r>
        </a:p>
      </dsp:txBody>
      <dsp:txXfrm>
        <a:off x="3106330" y="1720964"/>
        <a:ext cx="6590885" cy="730898"/>
      </dsp:txXfrm>
    </dsp:sp>
    <dsp:sp modelId="{CB293804-2AAF-4B00-894C-1B7CB1DAB6BF}">
      <dsp:nvSpPr>
        <dsp:cNvPr id="0" name=""/>
        <dsp:cNvSpPr/>
      </dsp:nvSpPr>
      <dsp:spPr>
        <a:xfrm>
          <a:off x="4737" y="2576070"/>
          <a:ext cx="2423119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Bitcoin makes risk obvious</a:t>
          </a:r>
          <a:endParaRPr lang="en-US" sz="2000" kern="1200" dirty="0"/>
        </a:p>
      </dsp:txBody>
      <dsp:txXfrm>
        <a:off x="4737" y="2576070"/>
        <a:ext cx="2423119" cy="668250"/>
      </dsp:txXfrm>
    </dsp:sp>
    <dsp:sp modelId="{6BE5D5F4-8E2F-4B7E-9356-028C8308EC75}">
      <dsp:nvSpPr>
        <dsp:cNvPr id="0" name=""/>
        <dsp:cNvSpPr/>
      </dsp:nvSpPr>
      <dsp:spPr>
        <a:xfrm>
          <a:off x="2427856" y="2523863"/>
          <a:ext cx="484623" cy="772664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B3CF7-FD70-48EA-AF1E-6455AC0A67E3}">
      <dsp:nvSpPr>
        <dsp:cNvPr id="0" name=""/>
        <dsp:cNvSpPr/>
      </dsp:nvSpPr>
      <dsp:spPr>
        <a:xfrm>
          <a:off x="3106330" y="2523863"/>
          <a:ext cx="6590885" cy="772664"/>
        </a:xfrm>
        <a:prstGeom prst="rect">
          <a:avLst/>
        </a:prstGeom>
        <a:solidFill>
          <a:schemeClr val="accent2">
            <a:hueOff val="-5555903"/>
            <a:satOff val="-2062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 risk of computer compromise was vague and indirect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bitcoin</a:t>
          </a:r>
          <a:r>
            <a:rPr lang="tr-TR" sz="2000" kern="1200" dirty="0"/>
            <a:t> </a:t>
          </a:r>
          <a:r>
            <a:rPr lang="en-US" sz="2000" kern="1200" dirty="0"/>
            <a:t>makes these risks clear and obvious</a:t>
          </a:r>
        </a:p>
      </dsp:txBody>
      <dsp:txXfrm>
        <a:off x="3106330" y="2523863"/>
        <a:ext cx="6590885" cy="772664"/>
      </dsp:txXfrm>
    </dsp:sp>
    <dsp:sp modelId="{30A7E222-EF9C-4EEB-BD2A-70DB23DFD478}">
      <dsp:nvSpPr>
        <dsp:cNvPr id="0" name=""/>
        <dsp:cNvSpPr/>
      </dsp:nvSpPr>
      <dsp:spPr>
        <a:xfrm>
          <a:off x="4737" y="3690277"/>
          <a:ext cx="2423119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Focus on security</a:t>
          </a:r>
          <a:endParaRPr lang="en-US" sz="2000" kern="1200" dirty="0"/>
        </a:p>
      </dsp:txBody>
      <dsp:txXfrm>
        <a:off x="4737" y="3690277"/>
        <a:ext cx="2423119" cy="396000"/>
      </dsp:txXfrm>
    </dsp:sp>
    <dsp:sp modelId="{D475F8EB-FE90-44BB-AFFB-55BDC99BEA06}">
      <dsp:nvSpPr>
        <dsp:cNvPr id="0" name=""/>
        <dsp:cNvSpPr/>
      </dsp:nvSpPr>
      <dsp:spPr>
        <a:xfrm>
          <a:off x="2427856" y="3368527"/>
          <a:ext cx="484623" cy="10395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1EC3A-46AD-4265-AE84-13FF71469C67}">
      <dsp:nvSpPr>
        <dsp:cNvPr id="0" name=""/>
        <dsp:cNvSpPr/>
      </dsp:nvSpPr>
      <dsp:spPr>
        <a:xfrm>
          <a:off x="3106330" y="3368527"/>
          <a:ext cx="6590885" cy="1039500"/>
        </a:xfrm>
        <a:prstGeom prst="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Holding bitcoin on a computer</a:t>
          </a:r>
          <a:r>
            <a:rPr lang="tr-TR" sz="2000" kern="1200" dirty="0"/>
            <a:t> </a:t>
          </a:r>
          <a:r>
            <a:rPr lang="en-US" sz="2000" kern="1200" dirty="0"/>
            <a:t>serves to focus</a:t>
          </a:r>
          <a:r>
            <a:rPr lang="tr-TR" sz="2000" kern="1200" dirty="0"/>
            <a:t> </a:t>
          </a:r>
          <a:r>
            <a:rPr lang="en-US" sz="2000" kern="1200" dirty="0"/>
            <a:t>the user’s mind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 the need for improved computer security.</a:t>
          </a:r>
        </a:p>
      </dsp:txBody>
      <dsp:txXfrm>
        <a:off x="3106330" y="3368527"/>
        <a:ext cx="6590885" cy="103950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B2DE5-336B-44FA-94CE-6774E37BF456}">
      <dsp:nvSpPr>
        <dsp:cNvPr id="0" name=""/>
        <dsp:cNvSpPr/>
      </dsp:nvSpPr>
      <dsp:spPr>
        <a:xfrm>
          <a:off x="0" y="305578"/>
          <a:ext cx="9701953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we have</a:t>
          </a:r>
          <a:r>
            <a:rPr lang="tr-TR" sz="1900" kern="1200"/>
            <a:t> </a:t>
          </a:r>
          <a:r>
            <a:rPr lang="en-US" sz="1900" kern="1200"/>
            <a:t>seen an escalation in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both hacking techniques and security solutions.</a:t>
          </a:r>
        </a:p>
      </dsp:txBody>
      <dsp:txXfrm>
        <a:off x="0" y="305578"/>
        <a:ext cx="9701953" cy="1107225"/>
      </dsp:txXfrm>
    </dsp:sp>
    <dsp:sp modelId="{57AFCC6A-CED4-4EDA-9904-4617155BB4F1}">
      <dsp:nvSpPr>
        <dsp:cNvPr id="0" name=""/>
        <dsp:cNvSpPr/>
      </dsp:nvSpPr>
      <dsp:spPr>
        <a:xfrm>
          <a:off x="485097" y="25138"/>
          <a:ext cx="6791367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Escalation in bitcoin attacks</a:t>
          </a:r>
          <a:endParaRPr lang="en-US" sz="1900" kern="1200"/>
        </a:p>
      </dsp:txBody>
      <dsp:txXfrm>
        <a:off x="512477" y="52518"/>
        <a:ext cx="6736607" cy="506120"/>
      </dsp:txXfrm>
    </dsp:sp>
    <dsp:sp modelId="{4E8D23C4-26FF-41A4-9A9A-B0C6D97FBD42}">
      <dsp:nvSpPr>
        <dsp:cNvPr id="0" name=""/>
        <dsp:cNvSpPr/>
      </dsp:nvSpPr>
      <dsp:spPr>
        <a:xfrm>
          <a:off x="0" y="1795843"/>
          <a:ext cx="9701953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</a:t>
          </a:r>
          <a:r>
            <a:rPr lang="tr-TR" sz="1900" kern="1200"/>
            <a:t> </a:t>
          </a:r>
          <a:r>
            <a:rPr lang="en-US" sz="1900" kern="1200"/>
            <a:t>proliferation and increased adoption of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bitcoin and other digital currencies</a:t>
          </a:r>
        </a:p>
      </dsp:txBody>
      <dsp:txXfrm>
        <a:off x="0" y="1795843"/>
        <a:ext cx="9701953" cy="1107225"/>
      </dsp:txXfrm>
    </dsp:sp>
    <dsp:sp modelId="{8DD3631D-6213-4496-B0BF-2FB3F19AE49D}">
      <dsp:nvSpPr>
        <dsp:cNvPr id="0" name=""/>
        <dsp:cNvSpPr/>
      </dsp:nvSpPr>
      <dsp:spPr>
        <a:xfrm>
          <a:off x="485097" y="1515403"/>
          <a:ext cx="6791367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 a direct result of </a:t>
          </a:r>
        </a:p>
      </dsp:txBody>
      <dsp:txXfrm>
        <a:off x="512477" y="1542783"/>
        <a:ext cx="6736607" cy="506120"/>
      </dsp:txXfrm>
    </dsp:sp>
    <dsp:sp modelId="{BC8312F9-DA50-47F7-AA96-61E0B79D1CC0}">
      <dsp:nvSpPr>
        <dsp:cNvPr id="0" name=""/>
        <dsp:cNvSpPr/>
      </dsp:nvSpPr>
      <dsp:spPr>
        <a:xfrm>
          <a:off x="0" y="3286108"/>
          <a:ext cx="9701953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395732" rIns="75297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hackers now have a very juicy target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and users have a clear incentive to defend themselves.</a:t>
          </a:r>
        </a:p>
      </dsp:txBody>
      <dsp:txXfrm>
        <a:off x="0" y="3286108"/>
        <a:ext cx="9701953" cy="1107225"/>
      </dsp:txXfrm>
    </dsp:sp>
    <dsp:sp modelId="{68A63277-3D5A-4180-9E6C-6FC36BC6287C}">
      <dsp:nvSpPr>
        <dsp:cNvPr id="0" name=""/>
        <dsp:cNvSpPr/>
      </dsp:nvSpPr>
      <dsp:spPr>
        <a:xfrm>
          <a:off x="485097" y="3005668"/>
          <a:ext cx="6791367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 simple terms</a:t>
          </a:r>
        </a:p>
      </dsp:txBody>
      <dsp:txXfrm>
        <a:off x="512477" y="3033048"/>
        <a:ext cx="6736607" cy="50612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2B576-6F75-4C7D-BA0D-85BBFEE5892B}">
      <dsp:nvSpPr>
        <dsp:cNvPr id="0" name=""/>
        <dsp:cNvSpPr/>
      </dsp:nvSpPr>
      <dsp:spPr>
        <a:xfrm>
          <a:off x="1563406" y="38643"/>
          <a:ext cx="1509048" cy="1478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00E0F-3A35-4EF0-8044-5ED8D735B128}">
      <dsp:nvSpPr>
        <dsp:cNvPr id="0" name=""/>
        <dsp:cNvSpPr/>
      </dsp:nvSpPr>
      <dsp:spPr>
        <a:xfrm>
          <a:off x="162147" y="1670873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tremendous</a:t>
          </a:r>
          <a:r>
            <a:rPr lang="tr-TR" sz="3300" kern="1200"/>
            <a:t> </a:t>
          </a:r>
          <a:r>
            <a:rPr lang="en-US" sz="3300" kern="1200"/>
            <a:t>innovation</a:t>
          </a:r>
          <a:r>
            <a:rPr lang="tr-TR" sz="3300" kern="1200"/>
            <a:t>s</a:t>
          </a:r>
          <a:endParaRPr lang="en-US" sz="3300" kern="1200"/>
        </a:p>
      </dsp:txBody>
      <dsp:txXfrm>
        <a:off x="162147" y="1670873"/>
        <a:ext cx="4311566" cy="633664"/>
      </dsp:txXfrm>
    </dsp:sp>
    <dsp:sp modelId="{05A058E6-CF92-47C2-B607-394EDF354A0A}">
      <dsp:nvSpPr>
        <dsp:cNvPr id="0" name=""/>
        <dsp:cNvSpPr/>
      </dsp:nvSpPr>
      <dsp:spPr>
        <a:xfrm>
          <a:off x="162147" y="2376017"/>
          <a:ext cx="4311566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Over the past three years tremendous</a:t>
          </a:r>
          <a:r>
            <a:rPr lang="tr-TR" sz="1700" kern="1200"/>
            <a:t> </a:t>
          </a:r>
          <a:r>
            <a:rPr lang="en-US" sz="1700" kern="1200"/>
            <a:t>innovation </a:t>
          </a:r>
          <a:r>
            <a:rPr lang="tr-TR" sz="1700" kern="1200"/>
            <a:t>is seen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realm of information security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direct result of bitcoin adoption</a:t>
          </a:r>
          <a:r>
            <a:rPr lang="tr-TR" sz="1700" kern="1200"/>
            <a:t> seen</a:t>
          </a:r>
          <a:r>
            <a:rPr lang="en-US" sz="1700" kern="1200"/>
            <a:t> </a:t>
          </a:r>
        </a:p>
      </dsp:txBody>
      <dsp:txXfrm>
        <a:off x="162147" y="2376017"/>
        <a:ext cx="4311566" cy="1236589"/>
      </dsp:txXfrm>
    </dsp:sp>
    <dsp:sp modelId="{3E2353D5-1A00-4290-AD71-3EE09BFA0F02}">
      <dsp:nvSpPr>
        <dsp:cNvPr id="0" name=""/>
        <dsp:cNvSpPr/>
      </dsp:nvSpPr>
      <dsp:spPr>
        <a:xfrm>
          <a:off x="6629497" y="38643"/>
          <a:ext cx="1509048" cy="1478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2BF3C-C512-4331-824D-D5D058E63C83}">
      <dsp:nvSpPr>
        <dsp:cNvPr id="0" name=""/>
        <dsp:cNvSpPr/>
      </dsp:nvSpPr>
      <dsp:spPr>
        <a:xfrm>
          <a:off x="5228238" y="1670873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In</a:t>
          </a:r>
          <a:r>
            <a:rPr lang="en-US" sz="3300" kern="1200"/>
            <a:t> the form of </a:t>
          </a:r>
        </a:p>
      </dsp:txBody>
      <dsp:txXfrm>
        <a:off x="5228238" y="1670873"/>
        <a:ext cx="4311566" cy="633664"/>
      </dsp:txXfrm>
    </dsp:sp>
    <dsp:sp modelId="{F2204A55-BD4A-4622-BA8F-CD6C39A00E72}">
      <dsp:nvSpPr>
        <dsp:cNvPr id="0" name=""/>
        <dsp:cNvSpPr/>
      </dsp:nvSpPr>
      <dsp:spPr>
        <a:xfrm>
          <a:off x="5228238" y="2376017"/>
          <a:ext cx="4311566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hardware encryption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storage and hardware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multisignature technology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digital escrow</a:t>
          </a:r>
        </a:p>
      </dsp:txBody>
      <dsp:txXfrm>
        <a:off x="5228238" y="2376017"/>
        <a:ext cx="4311566" cy="123658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FC63A-4827-4B2F-A4E9-D45642CD5A2E}">
      <dsp:nvSpPr>
        <dsp:cNvPr id="0" name=""/>
        <dsp:cNvSpPr/>
      </dsp:nvSpPr>
      <dsp:spPr>
        <a:xfrm rot="5400000">
          <a:off x="6177175" y="-2577250"/>
          <a:ext cx="840305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are nothing more than long numbers</a:t>
          </a:r>
        </a:p>
      </dsp:txBody>
      <dsp:txXfrm rot="-5400000">
        <a:off x="3492703" y="148242"/>
        <a:ext cx="6168229" cy="758265"/>
      </dsp:txXfrm>
    </dsp:sp>
    <dsp:sp modelId="{7328E3FC-2A3B-4860-AA88-8503A605C94A}">
      <dsp:nvSpPr>
        <dsp:cNvPr id="0" name=""/>
        <dsp:cNvSpPr/>
      </dsp:nvSpPr>
      <dsp:spPr>
        <a:xfrm>
          <a:off x="0" y="2183"/>
          <a:ext cx="3492703" cy="105038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Bitcoin keys </a:t>
          </a:r>
        </a:p>
      </dsp:txBody>
      <dsp:txXfrm>
        <a:off x="51275" y="53458"/>
        <a:ext cx="3390153" cy="947831"/>
      </dsp:txXfrm>
    </dsp:sp>
    <dsp:sp modelId="{74948D71-99F6-4FE1-AEED-9AD1068128FD}">
      <dsp:nvSpPr>
        <dsp:cNvPr id="0" name=""/>
        <dsp:cNvSpPr/>
      </dsp:nvSpPr>
      <dsp:spPr>
        <a:xfrm rot="5400000">
          <a:off x="6177175" y="-1474349"/>
          <a:ext cx="840305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they can</a:t>
          </a:r>
          <a:r>
            <a:rPr lang="tr-TR" sz="1900" kern="1200"/>
            <a:t> </a:t>
          </a:r>
          <a:r>
            <a:rPr lang="en-US" sz="1900" kern="1200"/>
            <a:t>be stored in a physical form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such as printed on paper or etched on a metal coin</a:t>
          </a:r>
        </a:p>
      </dsp:txBody>
      <dsp:txXfrm rot="-5400000">
        <a:off x="3492703" y="1251143"/>
        <a:ext cx="6168229" cy="758265"/>
      </dsp:txXfrm>
    </dsp:sp>
    <dsp:sp modelId="{CD1E3A85-0633-4ED7-8D4C-7E6E749ADE09}">
      <dsp:nvSpPr>
        <dsp:cNvPr id="0" name=""/>
        <dsp:cNvSpPr/>
      </dsp:nvSpPr>
      <dsp:spPr>
        <a:xfrm>
          <a:off x="0" y="1105084"/>
          <a:ext cx="3492703" cy="105038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Store on pyhsical forms</a:t>
          </a:r>
          <a:r>
            <a:rPr lang="en-US" sz="2900" kern="1200"/>
            <a:t> </a:t>
          </a:r>
        </a:p>
      </dsp:txBody>
      <dsp:txXfrm>
        <a:off x="51275" y="1156359"/>
        <a:ext cx="3390153" cy="947831"/>
      </dsp:txXfrm>
    </dsp:sp>
    <dsp:sp modelId="{6C335011-6F52-4FD5-BF26-7FEDFFFE2987}">
      <dsp:nvSpPr>
        <dsp:cNvPr id="0" name=""/>
        <dsp:cNvSpPr/>
      </dsp:nvSpPr>
      <dsp:spPr>
        <a:xfrm rot="5400000">
          <a:off x="6177175" y="-371449"/>
          <a:ext cx="840305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</a:t>
          </a:r>
          <a:r>
            <a:rPr lang="tr-TR" sz="1900" kern="1200"/>
            <a:t> </a:t>
          </a:r>
          <a:r>
            <a:rPr lang="en-US" sz="1900" kern="1200"/>
            <a:t> very effective method for protecting bitcoin is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to convert them into physical</a:t>
          </a:r>
          <a:r>
            <a:rPr lang="tr-TR" sz="1900" kern="1200"/>
            <a:t> </a:t>
          </a:r>
          <a:r>
            <a:rPr lang="en-US" sz="1900" kern="1200"/>
            <a:t>form</a:t>
          </a:r>
        </a:p>
      </dsp:txBody>
      <dsp:txXfrm rot="-5400000">
        <a:off x="3492703" y="2354043"/>
        <a:ext cx="6168229" cy="758265"/>
      </dsp:txXfrm>
    </dsp:sp>
    <dsp:sp modelId="{8845B7AD-284C-4ECD-A6F7-2DE525B54237}">
      <dsp:nvSpPr>
        <dsp:cNvPr id="0" name=""/>
        <dsp:cNvSpPr/>
      </dsp:nvSpPr>
      <dsp:spPr>
        <a:xfrm>
          <a:off x="0" y="2207985"/>
          <a:ext cx="3492703" cy="105038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Convert soft to hard</a:t>
          </a:r>
          <a:endParaRPr lang="en-US" sz="2900" kern="1200"/>
        </a:p>
      </dsp:txBody>
      <dsp:txXfrm>
        <a:off x="51275" y="2259260"/>
        <a:ext cx="3390153" cy="947831"/>
      </dsp:txXfrm>
    </dsp:sp>
    <dsp:sp modelId="{FB9CF9B2-2447-48F9-AAC9-783F6E1921B1}">
      <dsp:nvSpPr>
        <dsp:cNvPr id="0" name=""/>
        <dsp:cNvSpPr/>
      </dsp:nvSpPr>
      <dsp:spPr>
        <a:xfrm rot="5400000">
          <a:off x="6177175" y="731451"/>
          <a:ext cx="840305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most users are far more comfortable with physical security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than information</a:t>
          </a:r>
          <a:r>
            <a:rPr lang="tr-TR" sz="1900" kern="1200"/>
            <a:t> </a:t>
          </a:r>
          <a:r>
            <a:rPr lang="en-US" sz="1900" kern="1200"/>
            <a:t>security</a:t>
          </a:r>
        </a:p>
      </dsp:txBody>
      <dsp:txXfrm rot="-5400000">
        <a:off x="3492703" y="3456943"/>
        <a:ext cx="6168229" cy="758265"/>
      </dsp:txXfrm>
    </dsp:sp>
    <dsp:sp modelId="{3E8F970C-863B-402E-AD2C-47F3C185955A}">
      <dsp:nvSpPr>
        <dsp:cNvPr id="0" name=""/>
        <dsp:cNvSpPr/>
      </dsp:nvSpPr>
      <dsp:spPr>
        <a:xfrm>
          <a:off x="0" y="3310885"/>
          <a:ext cx="3492703" cy="105038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Physical security</a:t>
          </a:r>
          <a:endParaRPr lang="en-US" sz="2900" kern="1200"/>
        </a:p>
      </dsp:txBody>
      <dsp:txXfrm>
        <a:off x="51275" y="3362160"/>
        <a:ext cx="3390153" cy="94783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071AB-092B-4574-B6CF-26C268521797}">
      <dsp:nvSpPr>
        <dsp:cNvPr id="0" name=""/>
        <dsp:cNvSpPr/>
      </dsp:nvSpPr>
      <dsp:spPr>
        <a:xfrm>
          <a:off x="3421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00BF4-D46D-4821-B6CB-61431667F749}">
      <dsp:nvSpPr>
        <dsp:cNvPr id="0" name=""/>
        <dsp:cNvSpPr/>
      </dsp:nvSpPr>
      <dsp:spPr>
        <a:xfrm>
          <a:off x="3421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Cold storage</a:t>
          </a:r>
          <a:endParaRPr lang="en-US" sz="2300" kern="1200"/>
        </a:p>
      </dsp:txBody>
      <dsp:txXfrm>
        <a:off x="3421" y="1564013"/>
        <a:ext cx="2894062" cy="434109"/>
      </dsp:txXfrm>
    </dsp:sp>
    <dsp:sp modelId="{DCCC626D-760C-4A7F-BC48-0E04F3EEBDD9}">
      <dsp:nvSpPr>
        <dsp:cNvPr id="0" name=""/>
        <dsp:cNvSpPr/>
      </dsp:nvSpPr>
      <dsp:spPr>
        <a:xfrm>
          <a:off x="3421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Keeping bitcoin offline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one of the most effective security techniques. </a:t>
          </a:r>
        </a:p>
      </dsp:txBody>
      <dsp:txXfrm>
        <a:off x="3421" y="2053900"/>
        <a:ext cx="2894062" cy="1166181"/>
      </dsp:txXfrm>
    </dsp:sp>
    <dsp:sp modelId="{A88D372C-347C-4114-B94B-D9293BCC85DA}">
      <dsp:nvSpPr>
        <dsp:cNvPr id="0" name=""/>
        <dsp:cNvSpPr/>
      </dsp:nvSpPr>
      <dsp:spPr>
        <a:xfrm>
          <a:off x="3403945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3F243-1E41-42A5-830C-ACA745DD4F28}">
      <dsp:nvSpPr>
        <dsp:cNvPr id="0" name=""/>
        <dsp:cNvSpPr/>
      </dsp:nvSpPr>
      <dsp:spPr>
        <a:xfrm>
          <a:off x="3403945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What is a cold storage?</a:t>
          </a:r>
          <a:endParaRPr lang="en-US" sz="2300" kern="1200"/>
        </a:p>
      </dsp:txBody>
      <dsp:txXfrm>
        <a:off x="3403945" y="1564013"/>
        <a:ext cx="2894062" cy="434109"/>
      </dsp:txXfrm>
    </dsp:sp>
    <dsp:sp modelId="{DCC7495E-7102-42B3-A1DA-714C4BF93D9F}">
      <dsp:nvSpPr>
        <dsp:cNvPr id="0" name=""/>
        <dsp:cNvSpPr/>
      </dsp:nvSpPr>
      <dsp:spPr>
        <a:xfrm>
          <a:off x="3403945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where the keys are generated on an offline system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never connected to the</a:t>
          </a:r>
          <a:r>
            <a:rPr lang="tr-TR" sz="1700" kern="1200"/>
            <a:t> </a:t>
          </a:r>
          <a:r>
            <a:rPr lang="en-US" sz="1700" kern="1200"/>
            <a:t>internet</a:t>
          </a:r>
        </a:p>
      </dsp:txBody>
      <dsp:txXfrm>
        <a:off x="3403945" y="2053900"/>
        <a:ext cx="2894062" cy="1166181"/>
      </dsp:txXfrm>
    </dsp:sp>
    <dsp:sp modelId="{66BEB1E7-8E2E-4F65-B05D-42789E8BBB5C}">
      <dsp:nvSpPr>
        <dsp:cNvPr id="0" name=""/>
        <dsp:cNvSpPr/>
      </dsp:nvSpPr>
      <dsp:spPr>
        <a:xfrm>
          <a:off x="6804468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38686-9F7E-458F-8BB3-2A86D8622DCA}">
      <dsp:nvSpPr>
        <dsp:cNvPr id="0" name=""/>
        <dsp:cNvSpPr/>
      </dsp:nvSpPr>
      <dsp:spPr>
        <a:xfrm>
          <a:off x="6804468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Offline storage</a:t>
          </a:r>
          <a:endParaRPr lang="en-US" sz="2300" kern="1200"/>
        </a:p>
      </dsp:txBody>
      <dsp:txXfrm>
        <a:off x="6804468" y="1564013"/>
        <a:ext cx="2894062" cy="434109"/>
      </dsp:txXfrm>
    </dsp:sp>
    <dsp:sp modelId="{B245FFE4-4BED-4DB0-8716-3CF0A36664D4}">
      <dsp:nvSpPr>
        <dsp:cNvPr id="0" name=""/>
        <dsp:cNvSpPr/>
      </dsp:nvSpPr>
      <dsp:spPr>
        <a:xfrm>
          <a:off x="6804468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stored offline either on paper or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digital media, such as a USB memory</a:t>
          </a:r>
          <a:r>
            <a:rPr lang="tr-TR" sz="1700" kern="1200"/>
            <a:t> stick</a:t>
          </a:r>
          <a:endParaRPr lang="en-US" sz="1700" kern="1200"/>
        </a:p>
      </dsp:txBody>
      <dsp:txXfrm>
        <a:off x="6804468" y="2053900"/>
        <a:ext cx="2894062" cy="116618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2E287-E2A9-4BFA-8CF1-CC056A3553E9}">
      <dsp:nvSpPr>
        <dsp:cNvPr id="0" name=""/>
        <dsp:cNvSpPr/>
      </dsp:nvSpPr>
      <dsp:spPr>
        <a:xfrm rot="5400000">
          <a:off x="6177175" y="-2577250"/>
          <a:ext cx="840304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bitcoin security increasingly</a:t>
          </a:r>
          <a:r>
            <a:rPr lang="tr-TR" sz="2200" kern="1200"/>
            <a:t> </a:t>
          </a:r>
          <a:r>
            <a:rPr lang="en-US" sz="2200" kern="1200"/>
            <a:t>will take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form of hardware tamperproof</a:t>
          </a:r>
          <a:r>
            <a:rPr lang="tr-TR" sz="2200" kern="1200"/>
            <a:t> </a:t>
          </a:r>
          <a:r>
            <a:rPr lang="en-US" sz="2200" kern="1200"/>
            <a:t>wallets</a:t>
          </a:r>
        </a:p>
      </dsp:txBody>
      <dsp:txXfrm rot="-5400000">
        <a:off x="3492703" y="148242"/>
        <a:ext cx="6168229" cy="758264"/>
      </dsp:txXfrm>
    </dsp:sp>
    <dsp:sp modelId="{24E5F1C7-3B4D-42A3-A8A6-49C2413F5EEE}">
      <dsp:nvSpPr>
        <dsp:cNvPr id="0" name=""/>
        <dsp:cNvSpPr/>
      </dsp:nvSpPr>
      <dsp:spPr>
        <a:xfrm>
          <a:off x="0" y="2183"/>
          <a:ext cx="3492703" cy="10503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Hardware wallet</a:t>
          </a:r>
          <a:endParaRPr lang="en-US" sz="3500" kern="1200"/>
        </a:p>
      </dsp:txBody>
      <dsp:txXfrm>
        <a:off x="51275" y="53458"/>
        <a:ext cx="3390153" cy="947830"/>
      </dsp:txXfrm>
    </dsp:sp>
    <dsp:sp modelId="{2CB5070A-B1B1-4B6E-9B1F-FE1469E750A3}">
      <dsp:nvSpPr>
        <dsp:cNvPr id="0" name=""/>
        <dsp:cNvSpPr/>
      </dsp:nvSpPr>
      <dsp:spPr>
        <a:xfrm rot="5400000">
          <a:off x="6177175" y="-1474351"/>
          <a:ext cx="840304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 bitcoin hardware wallet</a:t>
          </a:r>
          <a:r>
            <a:rPr lang="tr-TR" sz="2200" kern="1200"/>
            <a:t> </a:t>
          </a:r>
          <a:r>
            <a:rPr lang="en-US" sz="2200" kern="1200"/>
            <a:t>has just one purpose: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 hold bitcoin securely</a:t>
          </a:r>
        </a:p>
      </dsp:txBody>
      <dsp:txXfrm rot="-5400000">
        <a:off x="3492703" y="1251141"/>
        <a:ext cx="6168229" cy="758264"/>
      </dsp:txXfrm>
    </dsp:sp>
    <dsp:sp modelId="{D0DCFE80-42F9-465F-A9CD-75F4FCE52047}">
      <dsp:nvSpPr>
        <dsp:cNvPr id="0" name=""/>
        <dsp:cNvSpPr/>
      </dsp:nvSpPr>
      <dsp:spPr>
        <a:xfrm>
          <a:off x="0" y="1105083"/>
          <a:ext cx="3492703" cy="10503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Usage</a:t>
          </a:r>
          <a:endParaRPr lang="en-US" sz="3500" kern="1200"/>
        </a:p>
      </dsp:txBody>
      <dsp:txXfrm>
        <a:off x="51275" y="1156358"/>
        <a:ext cx="3390153" cy="947830"/>
      </dsp:txXfrm>
    </dsp:sp>
    <dsp:sp modelId="{DE418608-42C4-4615-BFEB-549E9342D52D}">
      <dsp:nvSpPr>
        <dsp:cNvPr id="0" name=""/>
        <dsp:cNvSpPr/>
      </dsp:nvSpPr>
      <dsp:spPr>
        <a:xfrm rot="5400000">
          <a:off x="6177175" y="-371452"/>
          <a:ext cx="840304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can deliver an almost foolproof</a:t>
          </a:r>
          <a:r>
            <a:rPr lang="tr-TR" sz="2200" kern="1200"/>
            <a:t> </a:t>
          </a:r>
          <a:r>
            <a:rPr lang="en-US" sz="2200" kern="1200"/>
            <a:t>level of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security to nonexpert users</a:t>
          </a:r>
        </a:p>
      </dsp:txBody>
      <dsp:txXfrm rot="-5400000">
        <a:off x="3492703" y="2354040"/>
        <a:ext cx="6168229" cy="758264"/>
      </dsp:txXfrm>
    </dsp:sp>
    <dsp:sp modelId="{3DBA10E4-6DE1-4697-B426-ECBEA27B0D52}">
      <dsp:nvSpPr>
        <dsp:cNvPr id="0" name=""/>
        <dsp:cNvSpPr/>
      </dsp:nvSpPr>
      <dsp:spPr>
        <a:xfrm>
          <a:off x="0" y="2207982"/>
          <a:ext cx="3492703" cy="10503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Non-expert users</a:t>
          </a:r>
          <a:r>
            <a:rPr lang="en-US" sz="3500" kern="1200"/>
            <a:t> </a:t>
          </a:r>
        </a:p>
      </dsp:txBody>
      <dsp:txXfrm>
        <a:off x="51275" y="2259257"/>
        <a:ext cx="3390153" cy="947830"/>
      </dsp:txXfrm>
    </dsp:sp>
    <dsp:sp modelId="{1CA7A1F2-AD78-49F7-86B4-DA9A1A531B7C}">
      <dsp:nvSpPr>
        <dsp:cNvPr id="0" name=""/>
        <dsp:cNvSpPr/>
      </dsp:nvSpPr>
      <dsp:spPr>
        <a:xfrm rot="5400000">
          <a:off x="6177175" y="731447"/>
          <a:ext cx="840304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kern="1200">
              <a:hlinkClick xmlns:r="http://schemas.openxmlformats.org/officeDocument/2006/relationships" r:id="rId1"/>
            </a:rPr>
            <a:t>Trezor</a:t>
          </a:r>
          <a:r>
            <a:rPr lang="tr-TR" sz="2200" kern="1200"/>
            <a:t> is </a:t>
          </a:r>
          <a:r>
            <a:rPr lang="en-US" sz="2200" kern="1200"/>
            <a:t>such a hardware wallet</a:t>
          </a:r>
        </a:p>
      </dsp:txBody>
      <dsp:txXfrm rot="-5400000">
        <a:off x="3492703" y="3456939"/>
        <a:ext cx="6168229" cy="758264"/>
      </dsp:txXfrm>
    </dsp:sp>
    <dsp:sp modelId="{3350BA9A-44BA-4C07-8037-978AFB899770}">
      <dsp:nvSpPr>
        <dsp:cNvPr id="0" name=""/>
        <dsp:cNvSpPr/>
      </dsp:nvSpPr>
      <dsp:spPr>
        <a:xfrm>
          <a:off x="0" y="3310881"/>
          <a:ext cx="3492703" cy="10503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an example </a:t>
          </a:r>
        </a:p>
      </dsp:txBody>
      <dsp:txXfrm>
        <a:off x="51275" y="3362156"/>
        <a:ext cx="3390153" cy="94783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A3340-6BE5-4EC7-BD9C-2B4C8681CEE1}">
      <dsp:nvSpPr>
        <dsp:cNvPr id="0" name=""/>
        <dsp:cNvSpPr/>
      </dsp:nvSpPr>
      <dsp:spPr>
        <a:xfrm rot="5400000">
          <a:off x="6126659" y="-2514505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users are rightly concerned about bitcoin theft</a:t>
          </a:r>
        </a:p>
      </dsp:txBody>
      <dsp:txXfrm rot="-5400000">
        <a:off x="3492703" y="165403"/>
        <a:ext cx="6163297" cy="849433"/>
      </dsp:txXfrm>
    </dsp:sp>
    <dsp:sp modelId="{3E92E67C-56D6-4695-997C-627A50206FE4}">
      <dsp:nvSpPr>
        <dsp:cNvPr id="0" name=""/>
        <dsp:cNvSpPr/>
      </dsp:nvSpPr>
      <dsp:spPr>
        <a:xfrm>
          <a:off x="0" y="1782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Bitcoin theft</a:t>
          </a:r>
          <a:endParaRPr lang="en-US" sz="3700" kern="1200" dirty="0"/>
        </a:p>
      </dsp:txBody>
      <dsp:txXfrm>
        <a:off x="57440" y="59222"/>
        <a:ext cx="3377823" cy="1061792"/>
      </dsp:txXfrm>
    </dsp:sp>
    <dsp:sp modelId="{61C0B315-3330-45E3-8828-504FC98979DB}">
      <dsp:nvSpPr>
        <dsp:cNvPr id="0" name=""/>
        <dsp:cNvSpPr/>
      </dsp:nvSpPr>
      <dsp:spPr>
        <a:xfrm rot="5400000">
          <a:off x="6126659" y="-1278999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600" kern="1200"/>
            <a:t>Losing data files </a:t>
          </a:r>
          <a:r>
            <a:rPr lang="en-US" sz="1600" kern="1200"/>
            <a:t>is an even bigger</a:t>
          </a:r>
          <a:r>
            <a:rPr lang="tr-TR" sz="1600" kern="1200"/>
            <a:t> </a:t>
          </a:r>
          <a:r>
            <a:rPr lang="en-US" sz="1600" kern="1200"/>
            <a:t>risk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If they contain bitcoin, the loss is much more</a:t>
          </a:r>
          <a:r>
            <a:rPr lang="tr-TR" sz="1600" kern="1200"/>
            <a:t> </a:t>
          </a:r>
          <a:r>
            <a:rPr lang="en-US" sz="1600" kern="1200"/>
            <a:t>painful</a:t>
          </a:r>
        </a:p>
      </dsp:txBody>
      <dsp:txXfrm rot="-5400000">
        <a:off x="3492703" y="1400909"/>
        <a:ext cx="6163297" cy="849433"/>
      </dsp:txXfrm>
    </dsp:sp>
    <dsp:sp modelId="{A8B513D3-CBE5-4874-BEE7-493766984DED}">
      <dsp:nvSpPr>
        <dsp:cNvPr id="0" name=""/>
        <dsp:cNvSpPr/>
      </dsp:nvSpPr>
      <dsp:spPr>
        <a:xfrm>
          <a:off x="0" y="1237288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Losing data files</a:t>
          </a:r>
          <a:endParaRPr lang="en-US" sz="3700" kern="1200"/>
        </a:p>
      </dsp:txBody>
      <dsp:txXfrm>
        <a:off x="57440" y="1294728"/>
        <a:ext cx="3377823" cy="1061792"/>
      </dsp:txXfrm>
    </dsp:sp>
    <dsp:sp modelId="{970ADE3B-5731-4E2E-AE5A-A0BB8A286AC8}">
      <dsp:nvSpPr>
        <dsp:cNvPr id="0" name=""/>
        <dsp:cNvSpPr/>
      </dsp:nvSpPr>
      <dsp:spPr>
        <a:xfrm rot="5400000">
          <a:off x="6126659" y="-43493"/>
          <a:ext cx="941337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 the effort to secure their bitcoin wallets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users must be very careful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not to</a:t>
          </a:r>
          <a:r>
            <a:rPr lang="tr-TR" sz="1600" kern="1200"/>
            <a:t> </a:t>
          </a:r>
          <a:r>
            <a:rPr lang="en-US" sz="1600" kern="1200"/>
            <a:t>go too far and end up losing the bitcoin.</a:t>
          </a:r>
        </a:p>
      </dsp:txBody>
      <dsp:txXfrm rot="-5400000">
        <a:off x="3492703" y="2636415"/>
        <a:ext cx="6163297" cy="849433"/>
      </dsp:txXfrm>
    </dsp:sp>
    <dsp:sp modelId="{3EB568EE-E8DA-453D-831F-158ABA473C56}">
      <dsp:nvSpPr>
        <dsp:cNvPr id="0" name=""/>
        <dsp:cNvSpPr/>
      </dsp:nvSpPr>
      <dsp:spPr>
        <a:xfrm>
          <a:off x="0" y="2472794"/>
          <a:ext cx="3492703" cy="1176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Go too far</a:t>
          </a:r>
          <a:endParaRPr lang="en-US" sz="3700" kern="1200" dirty="0"/>
        </a:p>
      </dsp:txBody>
      <dsp:txXfrm>
        <a:off x="57440" y="2530234"/>
        <a:ext cx="3377823" cy="106179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593E7-E086-434D-B5C9-82ACF664B471}">
      <dsp:nvSpPr>
        <dsp:cNvPr id="0" name=""/>
        <dsp:cNvSpPr/>
      </dsp:nvSpPr>
      <dsp:spPr>
        <a:xfrm rot="5400000">
          <a:off x="6054643" y="-2424213"/>
          <a:ext cx="1085369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 well-known bitcoin awareness</a:t>
          </a:r>
          <a:r>
            <a:rPr lang="tr-TR" sz="2000" kern="1200"/>
            <a:t> </a:t>
          </a:r>
          <a:r>
            <a:rPr lang="en-US" sz="2000" kern="1200"/>
            <a:t>and education project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lost almost 7,000 bitcoin.</a:t>
          </a:r>
        </a:p>
      </dsp:txBody>
      <dsp:txXfrm rot="-5400000">
        <a:off x="3492704" y="190709"/>
        <a:ext cx="6156266" cy="979403"/>
      </dsp:txXfrm>
    </dsp:sp>
    <dsp:sp modelId="{A58D49F8-EA48-47F1-A7B6-1A1FF75C1087}">
      <dsp:nvSpPr>
        <dsp:cNvPr id="0" name=""/>
        <dsp:cNvSpPr/>
      </dsp:nvSpPr>
      <dsp:spPr>
        <a:xfrm>
          <a:off x="0" y="2055"/>
          <a:ext cx="3492703" cy="13567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July 2011 </a:t>
          </a:r>
        </a:p>
      </dsp:txBody>
      <dsp:txXfrm>
        <a:off x="66229" y="68284"/>
        <a:ext cx="3360245" cy="1224253"/>
      </dsp:txXfrm>
    </dsp:sp>
    <dsp:sp modelId="{DA2D2838-64EC-41F1-9175-97133A0AAA1D}">
      <dsp:nvSpPr>
        <dsp:cNvPr id="0" name=""/>
        <dsp:cNvSpPr/>
      </dsp:nvSpPr>
      <dsp:spPr>
        <a:xfrm rot="5400000">
          <a:off x="6054643" y="-999665"/>
          <a:ext cx="1085369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000" kern="1200" dirty="0"/>
            <a:t>To </a:t>
          </a:r>
          <a:r>
            <a:rPr lang="en-US" sz="2000" kern="1200" dirty="0"/>
            <a:t>prevent theft</a:t>
          </a:r>
          <a:r>
            <a:rPr lang="tr-TR" sz="2000" kern="1200" dirty="0"/>
            <a:t> </a:t>
          </a:r>
          <a:r>
            <a:rPr lang="en-US" sz="2000" kern="1200" dirty="0"/>
            <a:t>owners implemented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complex series of encrypted backups </a:t>
          </a:r>
        </a:p>
      </dsp:txBody>
      <dsp:txXfrm rot="-5400000">
        <a:off x="3492704" y="1615257"/>
        <a:ext cx="6156266" cy="979403"/>
      </dsp:txXfrm>
    </dsp:sp>
    <dsp:sp modelId="{56E719AE-FFE3-460D-8B7E-38079F1B788F}">
      <dsp:nvSpPr>
        <dsp:cNvPr id="0" name=""/>
        <dsp:cNvSpPr/>
      </dsp:nvSpPr>
      <dsp:spPr>
        <a:xfrm>
          <a:off x="0" y="1426603"/>
          <a:ext cx="3492703" cy="13567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Theft prevention</a:t>
          </a:r>
          <a:endParaRPr lang="en-US" sz="3800" kern="1200" dirty="0"/>
        </a:p>
      </dsp:txBody>
      <dsp:txXfrm>
        <a:off x="66229" y="1492832"/>
        <a:ext cx="3360245" cy="1224253"/>
      </dsp:txXfrm>
    </dsp:sp>
    <dsp:sp modelId="{753A3C91-4F55-4643-89A0-542234B58728}">
      <dsp:nvSpPr>
        <dsp:cNvPr id="0" name=""/>
        <dsp:cNvSpPr/>
      </dsp:nvSpPr>
      <dsp:spPr>
        <a:xfrm rot="5400000">
          <a:off x="6054643" y="424881"/>
          <a:ext cx="1085369" cy="620924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 the end they</a:t>
          </a:r>
          <a:r>
            <a:rPr lang="tr-TR" sz="2000" kern="1200"/>
            <a:t> </a:t>
          </a:r>
          <a:r>
            <a:rPr lang="en-US" sz="2000" kern="1200"/>
            <a:t>accidentally lost the encryption keys,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making the backups worthless and losing a fortune</a:t>
          </a:r>
        </a:p>
      </dsp:txBody>
      <dsp:txXfrm rot="-5400000">
        <a:off x="3492704" y="3039804"/>
        <a:ext cx="6156266" cy="979403"/>
      </dsp:txXfrm>
    </dsp:sp>
    <dsp:sp modelId="{0736EA5E-55E7-4BF0-9FAD-1171C273FCEA}">
      <dsp:nvSpPr>
        <dsp:cNvPr id="0" name=""/>
        <dsp:cNvSpPr/>
      </dsp:nvSpPr>
      <dsp:spPr>
        <a:xfrm>
          <a:off x="0" y="2851150"/>
          <a:ext cx="3492703" cy="13567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Lost</a:t>
          </a:r>
          <a:endParaRPr lang="en-US" sz="3800" kern="1200" dirty="0"/>
        </a:p>
      </dsp:txBody>
      <dsp:txXfrm>
        <a:off x="66229" y="2917379"/>
        <a:ext cx="3360245" cy="1224253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37F3F-9733-4157-AA8E-061D3A4D69CC}">
      <dsp:nvSpPr>
        <dsp:cNvPr id="0" name=""/>
        <dsp:cNvSpPr/>
      </dsp:nvSpPr>
      <dsp:spPr>
        <a:xfrm rot="5400000">
          <a:off x="6192622" y="-2596638"/>
          <a:ext cx="809411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bitcoin users often keep all their bitcoin in a single wallet.</a:t>
          </a:r>
        </a:p>
      </dsp:txBody>
      <dsp:txXfrm rot="-5400000">
        <a:off x="3492703" y="142793"/>
        <a:ext cx="6169737" cy="730387"/>
      </dsp:txXfrm>
    </dsp:sp>
    <dsp:sp modelId="{C0C4F9CA-8EED-420C-AE70-FABFD0F3CBEF}">
      <dsp:nvSpPr>
        <dsp:cNvPr id="0" name=""/>
        <dsp:cNvSpPr/>
      </dsp:nvSpPr>
      <dsp:spPr>
        <a:xfrm>
          <a:off x="0" y="2103"/>
          <a:ext cx="3492703" cy="10117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Common mistake</a:t>
          </a:r>
          <a:endParaRPr lang="en-US" sz="2900" kern="1200"/>
        </a:p>
      </dsp:txBody>
      <dsp:txXfrm>
        <a:off x="49390" y="51493"/>
        <a:ext cx="3393923" cy="912984"/>
      </dsp:txXfrm>
    </dsp:sp>
    <dsp:sp modelId="{AC7602F2-E311-415F-8098-2818768DAE94}">
      <dsp:nvSpPr>
        <dsp:cNvPr id="0" name=""/>
        <dsp:cNvSpPr/>
      </dsp:nvSpPr>
      <dsp:spPr>
        <a:xfrm rot="5400000">
          <a:off x="6192622" y="-1534285"/>
          <a:ext cx="809411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spread the risk among multiple and diverse bitcoin wallets. </a:t>
          </a:r>
        </a:p>
      </dsp:txBody>
      <dsp:txXfrm rot="-5400000">
        <a:off x="3492703" y="1205146"/>
        <a:ext cx="6169737" cy="730387"/>
      </dsp:txXfrm>
    </dsp:sp>
    <dsp:sp modelId="{1E88E4D6-A942-4D38-9D74-2825BCF6DCE9}">
      <dsp:nvSpPr>
        <dsp:cNvPr id="0" name=""/>
        <dsp:cNvSpPr/>
      </dsp:nvSpPr>
      <dsp:spPr>
        <a:xfrm>
          <a:off x="0" y="1064456"/>
          <a:ext cx="3492703" cy="10117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Best practice</a:t>
          </a:r>
          <a:endParaRPr lang="en-US" sz="2900" kern="1200"/>
        </a:p>
      </dsp:txBody>
      <dsp:txXfrm>
        <a:off x="49390" y="1113846"/>
        <a:ext cx="3393923" cy="912984"/>
      </dsp:txXfrm>
    </dsp:sp>
    <dsp:sp modelId="{6EE19057-4CF8-46FA-8464-B3AC064AC804}">
      <dsp:nvSpPr>
        <dsp:cNvPr id="0" name=""/>
        <dsp:cNvSpPr/>
      </dsp:nvSpPr>
      <dsp:spPr>
        <a:xfrm rot="5400000">
          <a:off x="6192622" y="-471932"/>
          <a:ext cx="809411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Prudent</a:t>
          </a:r>
          <a:r>
            <a:rPr lang="tr-TR" sz="1400" kern="1200"/>
            <a:t> </a:t>
          </a:r>
          <a:r>
            <a:rPr lang="en-US" sz="1400" kern="1200"/>
            <a:t>users will keep only a small fraction, perhaps less than 5%,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of their bitcoin in an</a:t>
          </a:r>
          <a:r>
            <a:rPr lang="tr-TR" sz="1400" kern="1200"/>
            <a:t> </a:t>
          </a:r>
          <a:r>
            <a:rPr lang="en-US" sz="1400" kern="1200"/>
            <a:t>online or mobile wallet as “pocket change.” </a:t>
          </a:r>
        </a:p>
      </dsp:txBody>
      <dsp:txXfrm rot="-5400000">
        <a:off x="3492703" y="2267499"/>
        <a:ext cx="6169737" cy="730387"/>
      </dsp:txXfrm>
    </dsp:sp>
    <dsp:sp modelId="{B6FD7C10-1E1B-4D29-A66C-617CB7750A2F}">
      <dsp:nvSpPr>
        <dsp:cNvPr id="0" name=""/>
        <dsp:cNvSpPr/>
      </dsp:nvSpPr>
      <dsp:spPr>
        <a:xfrm>
          <a:off x="0" y="2126809"/>
          <a:ext cx="3492703" cy="10117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Small fraction online</a:t>
          </a:r>
          <a:endParaRPr lang="en-US" sz="2900" kern="1200"/>
        </a:p>
      </dsp:txBody>
      <dsp:txXfrm>
        <a:off x="49390" y="2176199"/>
        <a:ext cx="3393923" cy="912984"/>
      </dsp:txXfrm>
    </dsp:sp>
    <dsp:sp modelId="{9707D8EA-3C7F-46A0-BB56-8D3E17B9B8F6}">
      <dsp:nvSpPr>
        <dsp:cNvPr id="0" name=""/>
        <dsp:cNvSpPr/>
      </dsp:nvSpPr>
      <dsp:spPr>
        <a:xfrm rot="5400000">
          <a:off x="6192622" y="590420"/>
          <a:ext cx="809411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 </a:t>
          </a:r>
          <a:r>
            <a:rPr lang="en-US" sz="1400" kern="1200" dirty="0"/>
            <a:t>rest should be </a:t>
          </a:r>
          <a:r>
            <a:rPr lang="tr-TR" sz="1400" kern="1200" dirty="0"/>
            <a:t>splitted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between a few different</a:t>
          </a:r>
          <a:r>
            <a:rPr lang="tr-TR" sz="1400" kern="1200" dirty="0"/>
            <a:t> </a:t>
          </a:r>
          <a:r>
            <a:rPr lang="en-US" sz="1400" kern="1200" dirty="0"/>
            <a:t>storage mechanisms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such as a desktop wallet and offline</a:t>
          </a:r>
        </a:p>
      </dsp:txBody>
      <dsp:txXfrm rot="-5400000">
        <a:off x="3492703" y="3329851"/>
        <a:ext cx="6169737" cy="730387"/>
      </dsp:txXfrm>
    </dsp:sp>
    <dsp:sp modelId="{F328D42E-8ED3-47C9-9CC9-8015B5A1796E}">
      <dsp:nvSpPr>
        <dsp:cNvPr id="0" name=""/>
        <dsp:cNvSpPr/>
      </dsp:nvSpPr>
      <dsp:spPr>
        <a:xfrm>
          <a:off x="0" y="3189162"/>
          <a:ext cx="3492703" cy="10117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7150" dist="25400" dir="5400000" algn="ctr" rotWithShape="0">
            <a:srgbClr val="000000">
              <a:alpha val="2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Split the rest</a:t>
          </a:r>
          <a:endParaRPr lang="en-US" sz="2900" kern="1200" dirty="0"/>
        </a:p>
      </dsp:txBody>
      <dsp:txXfrm>
        <a:off x="49390" y="3238552"/>
        <a:ext cx="3393923" cy="91298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5DDD4-3A9B-498E-AB85-26657FB363B4}">
      <dsp:nvSpPr>
        <dsp:cNvPr id="0" name=""/>
        <dsp:cNvSpPr/>
      </dsp:nvSpPr>
      <dsp:spPr>
        <a:xfrm rot="5400000">
          <a:off x="6027759" y="-2390506"/>
          <a:ext cx="1139137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Whenever a company or individual stores large amounts of bitcoin,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they should consider</a:t>
          </a:r>
          <a:r>
            <a:rPr lang="tr-TR" sz="1800" kern="1200"/>
            <a:t> </a:t>
          </a:r>
          <a:r>
            <a:rPr lang="en-US" sz="1800" kern="1200"/>
            <a:t>using a multisignature bitcoin address. </a:t>
          </a:r>
        </a:p>
      </dsp:txBody>
      <dsp:txXfrm rot="-5400000">
        <a:off x="3492703" y="200158"/>
        <a:ext cx="6153641" cy="1027921"/>
      </dsp:txXfrm>
    </dsp:sp>
    <dsp:sp modelId="{6413E6FF-E96D-4EE4-BB6C-6B6105CC8887}">
      <dsp:nvSpPr>
        <dsp:cNvPr id="0" name=""/>
        <dsp:cNvSpPr/>
      </dsp:nvSpPr>
      <dsp:spPr>
        <a:xfrm>
          <a:off x="0" y="2157"/>
          <a:ext cx="3492703" cy="142392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 dirty="0"/>
            <a:t>Multisig for large amounts</a:t>
          </a:r>
          <a:endParaRPr lang="en-US" sz="3300" kern="1200" dirty="0"/>
        </a:p>
      </dsp:txBody>
      <dsp:txXfrm>
        <a:off x="69510" y="71667"/>
        <a:ext cx="3353683" cy="1284901"/>
      </dsp:txXfrm>
    </dsp:sp>
    <dsp:sp modelId="{0DA95DBD-65F2-4ADA-A9E8-40C1E01050FE}">
      <dsp:nvSpPr>
        <dsp:cNvPr id="0" name=""/>
        <dsp:cNvSpPr/>
      </dsp:nvSpPr>
      <dsp:spPr>
        <a:xfrm rot="5400000">
          <a:off x="6027759" y="-895388"/>
          <a:ext cx="1139137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secure funds</a:t>
          </a:r>
          <a:r>
            <a:rPr lang="tr-TR" sz="1800" kern="1200"/>
            <a:t> </a:t>
          </a:r>
          <a:r>
            <a:rPr lang="en-US" sz="1800" kern="1200"/>
            <a:t>by requiring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more than one signature to make a payment. </a:t>
          </a:r>
        </a:p>
      </dsp:txBody>
      <dsp:txXfrm rot="-5400000">
        <a:off x="3492703" y="1695276"/>
        <a:ext cx="6153641" cy="1027921"/>
      </dsp:txXfrm>
    </dsp:sp>
    <dsp:sp modelId="{D0D5DE9B-657B-4C2E-AA7F-44D1571C1B05}">
      <dsp:nvSpPr>
        <dsp:cNvPr id="0" name=""/>
        <dsp:cNvSpPr/>
      </dsp:nvSpPr>
      <dsp:spPr>
        <a:xfrm>
          <a:off x="0" y="1497275"/>
          <a:ext cx="3492703" cy="142392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Multisignature addresses </a:t>
          </a:r>
        </a:p>
      </dsp:txBody>
      <dsp:txXfrm>
        <a:off x="69510" y="1566785"/>
        <a:ext cx="3353683" cy="1284901"/>
      </dsp:txXfrm>
    </dsp:sp>
    <dsp:sp modelId="{66729447-4AB2-4D02-8DA3-D618F7588B48}">
      <dsp:nvSpPr>
        <dsp:cNvPr id="0" name=""/>
        <dsp:cNvSpPr/>
      </dsp:nvSpPr>
      <dsp:spPr>
        <a:xfrm rot="5400000">
          <a:off x="6027759" y="599728"/>
          <a:ext cx="1139137" cy="620924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The signing keys should be</a:t>
          </a:r>
          <a:r>
            <a:rPr lang="tr-TR" sz="1800" kern="1200"/>
            <a:t> </a:t>
          </a:r>
          <a:r>
            <a:rPr lang="en-US" sz="1800" kern="1200"/>
            <a:t>stored in a number of different locations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and under the control of different people.</a:t>
          </a:r>
        </a:p>
      </dsp:txBody>
      <dsp:txXfrm rot="-5400000">
        <a:off x="3492703" y="3190392"/>
        <a:ext cx="6153641" cy="1027921"/>
      </dsp:txXfrm>
    </dsp:sp>
    <dsp:sp modelId="{BF7EF0EF-EC9C-4868-AC43-548F3419B9BB}">
      <dsp:nvSpPr>
        <dsp:cNvPr id="0" name=""/>
        <dsp:cNvSpPr/>
      </dsp:nvSpPr>
      <dsp:spPr>
        <a:xfrm>
          <a:off x="0" y="2992392"/>
          <a:ext cx="3492703" cy="142392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 dirty="0"/>
            <a:t>Storage in different locations</a:t>
          </a:r>
          <a:endParaRPr lang="en-US" sz="3300" kern="1200" dirty="0"/>
        </a:p>
      </dsp:txBody>
      <dsp:txXfrm>
        <a:off x="69510" y="3061902"/>
        <a:ext cx="3353683" cy="1284901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72097-6C52-46D0-B4D7-3A764E6719C2}">
      <dsp:nvSpPr>
        <dsp:cNvPr id="0" name=""/>
        <dsp:cNvSpPr/>
      </dsp:nvSpPr>
      <dsp:spPr>
        <a:xfrm>
          <a:off x="0" y="361973"/>
          <a:ext cx="8770938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416560" rIns="680722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000" kern="1200"/>
            <a:t>In </a:t>
          </a:r>
          <a:r>
            <a:rPr lang="en-US" sz="2000" kern="1200"/>
            <a:t>a corporate environment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keys should be generated independently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and held by several company executives,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ensure no single person can compromise</a:t>
          </a:r>
          <a:r>
            <a:rPr lang="tr-TR" sz="2000" kern="1200"/>
            <a:t> </a:t>
          </a:r>
          <a:r>
            <a:rPr lang="en-US" sz="2000" kern="1200"/>
            <a:t>the funds. </a:t>
          </a:r>
        </a:p>
      </dsp:txBody>
      <dsp:txXfrm>
        <a:off x="0" y="361973"/>
        <a:ext cx="8770938" cy="1827000"/>
      </dsp:txXfrm>
    </dsp:sp>
    <dsp:sp modelId="{F7903CD6-5962-4389-BF9A-C375248E0B39}">
      <dsp:nvSpPr>
        <dsp:cNvPr id="0" name=""/>
        <dsp:cNvSpPr/>
      </dsp:nvSpPr>
      <dsp:spPr>
        <a:xfrm>
          <a:off x="438546" y="66773"/>
          <a:ext cx="6139656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Example</a:t>
          </a:r>
          <a:endParaRPr lang="en-US" sz="2000" kern="1200"/>
        </a:p>
      </dsp:txBody>
      <dsp:txXfrm>
        <a:off x="467367" y="95594"/>
        <a:ext cx="6082014" cy="532758"/>
      </dsp:txXfrm>
    </dsp:sp>
    <dsp:sp modelId="{B9BC16D2-527F-42DC-A88E-4C13508DBD20}">
      <dsp:nvSpPr>
        <dsp:cNvPr id="0" name=""/>
        <dsp:cNvSpPr/>
      </dsp:nvSpPr>
      <dsp:spPr>
        <a:xfrm>
          <a:off x="0" y="2592173"/>
          <a:ext cx="8770938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22" tIns="416560" rIns="680722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can also offer redundancy,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where a single person</a:t>
          </a:r>
          <a:r>
            <a:rPr lang="tr-TR" sz="2000" kern="1200"/>
            <a:t> </a:t>
          </a:r>
          <a:r>
            <a:rPr lang="en-US" sz="2000" kern="1200"/>
            <a:t>holds several keys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that are stored in different locations.</a:t>
          </a:r>
        </a:p>
      </dsp:txBody>
      <dsp:txXfrm>
        <a:off x="0" y="2592173"/>
        <a:ext cx="8770938" cy="1512000"/>
      </dsp:txXfrm>
    </dsp:sp>
    <dsp:sp modelId="{CF2142AB-9EF0-43BA-AC0E-2E1C4B3CC03D}">
      <dsp:nvSpPr>
        <dsp:cNvPr id="0" name=""/>
        <dsp:cNvSpPr/>
      </dsp:nvSpPr>
      <dsp:spPr>
        <a:xfrm>
          <a:off x="438546" y="2296973"/>
          <a:ext cx="6139656" cy="590400"/>
        </a:xfrm>
        <a:prstGeom prst="round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064" tIns="0" rIns="23206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Multisignature addresses </a:t>
          </a:r>
        </a:p>
      </dsp:txBody>
      <dsp:txXfrm>
        <a:off x="467367" y="2325794"/>
        <a:ext cx="6082014" cy="53275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3F6E7-655C-42A2-BC58-8D914455C125}">
      <dsp:nvSpPr>
        <dsp:cNvPr id="0" name=""/>
        <dsp:cNvSpPr/>
      </dsp:nvSpPr>
      <dsp:spPr>
        <a:xfrm rot="5400000">
          <a:off x="5416237" y="-2119623"/>
          <a:ext cx="1096001" cy="561340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Bitcoin users are told to</a:t>
          </a:r>
          <a:r>
            <a:rPr lang="tr-TR" sz="1900" kern="1200" dirty="0"/>
            <a:t> </a:t>
          </a:r>
          <a:r>
            <a:rPr lang="en-US" sz="1900" kern="1200" dirty="0"/>
            <a:t>use complex passwords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and keep their keys secure and private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not sharing them with</a:t>
          </a:r>
          <a:r>
            <a:rPr lang="tr-TR" sz="1900" kern="1200" dirty="0"/>
            <a:t> </a:t>
          </a:r>
          <a:r>
            <a:rPr lang="en-US" sz="1900" kern="1200" dirty="0"/>
            <a:t>anyone. </a:t>
          </a:r>
        </a:p>
      </dsp:txBody>
      <dsp:txXfrm rot="-5400000">
        <a:off x="3157538" y="192578"/>
        <a:ext cx="5559898" cy="988997"/>
      </dsp:txXfrm>
    </dsp:sp>
    <dsp:sp modelId="{783E17BA-AC36-4FD6-9DF6-5A534AA548D0}">
      <dsp:nvSpPr>
        <dsp:cNvPr id="0" name=""/>
        <dsp:cNvSpPr/>
      </dsp:nvSpPr>
      <dsp:spPr>
        <a:xfrm>
          <a:off x="0" y="2075"/>
          <a:ext cx="3157537" cy="13700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Don’t share!</a:t>
          </a:r>
          <a:endParaRPr lang="en-US" sz="3800" kern="1200" dirty="0"/>
        </a:p>
      </dsp:txBody>
      <dsp:txXfrm>
        <a:off x="66878" y="68953"/>
        <a:ext cx="3023781" cy="1236245"/>
      </dsp:txXfrm>
    </dsp:sp>
    <dsp:sp modelId="{907804F1-54B6-4721-9C6F-0095A282F7DE}">
      <dsp:nvSpPr>
        <dsp:cNvPr id="0" name=""/>
        <dsp:cNvSpPr/>
      </dsp:nvSpPr>
      <dsp:spPr>
        <a:xfrm rot="5400000">
          <a:off x="5416237" y="-681121"/>
          <a:ext cx="1096001" cy="561340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that practice makes it almost impossible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the user’s family</a:t>
          </a:r>
          <a:r>
            <a:rPr lang="tr-TR" sz="1900" kern="1200"/>
            <a:t> </a:t>
          </a:r>
          <a:r>
            <a:rPr lang="en-US" sz="1900" kern="1200"/>
            <a:t>to recover any funds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if the user is not available to unlock them. </a:t>
          </a:r>
        </a:p>
      </dsp:txBody>
      <dsp:txXfrm rot="-5400000">
        <a:off x="3157538" y="1631080"/>
        <a:ext cx="5559898" cy="988997"/>
      </dsp:txXfrm>
    </dsp:sp>
    <dsp:sp modelId="{06CBCF7F-EE0F-4EE2-8262-C6FE1A393126}">
      <dsp:nvSpPr>
        <dsp:cNvPr id="0" name=""/>
        <dsp:cNvSpPr/>
      </dsp:nvSpPr>
      <dsp:spPr>
        <a:xfrm>
          <a:off x="0" y="1440577"/>
          <a:ext cx="3157537" cy="13700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User is not available!</a:t>
          </a:r>
          <a:endParaRPr lang="en-US" sz="3800" kern="1200" dirty="0"/>
        </a:p>
      </dsp:txBody>
      <dsp:txXfrm>
        <a:off x="66878" y="1507455"/>
        <a:ext cx="3023781" cy="1236245"/>
      </dsp:txXfrm>
    </dsp:sp>
    <dsp:sp modelId="{E297BD73-F574-4482-904A-60EE12614279}">
      <dsp:nvSpPr>
        <dsp:cNvPr id="0" name=""/>
        <dsp:cNvSpPr/>
      </dsp:nvSpPr>
      <dsp:spPr>
        <a:xfrm rot="5400000">
          <a:off x="5416237" y="757380"/>
          <a:ext cx="1096001" cy="561340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 most cases the families of bitcoin users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might be completely unaware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of the existence of the bitcoin</a:t>
          </a:r>
          <a:r>
            <a:rPr lang="tr-TR" sz="1900" kern="1200" dirty="0"/>
            <a:t> </a:t>
          </a:r>
          <a:r>
            <a:rPr lang="en-US" sz="1900" kern="1200" dirty="0"/>
            <a:t>funds.</a:t>
          </a:r>
        </a:p>
      </dsp:txBody>
      <dsp:txXfrm rot="-5400000">
        <a:off x="3157538" y="3069581"/>
        <a:ext cx="5559898" cy="988997"/>
      </dsp:txXfrm>
    </dsp:sp>
    <dsp:sp modelId="{C50BAB2B-6787-467E-B6CC-7999EAF9A778}">
      <dsp:nvSpPr>
        <dsp:cNvPr id="0" name=""/>
        <dsp:cNvSpPr/>
      </dsp:nvSpPr>
      <dsp:spPr>
        <a:xfrm>
          <a:off x="0" y="2879079"/>
          <a:ext cx="3157537" cy="13700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800" kern="1200" dirty="0"/>
            <a:t>How to know?</a:t>
          </a:r>
          <a:endParaRPr lang="en-US" sz="3800" kern="1200" dirty="0"/>
        </a:p>
      </dsp:txBody>
      <dsp:txXfrm>
        <a:off x="66878" y="2945957"/>
        <a:ext cx="3023781" cy="1236245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ABCEB-3C73-4C26-87A1-00AA19A1AF6E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DE56E-B590-4C5A-93E9-5ACCCB65D192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Use trusted lawyer</a:t>
          </a:r>
          <a:endParaRPr lang="en-US" sz="2200" kern="1200"/>
        </a:p>
      </dsp:txBody>
      <dsp:txXfrm>
        <a:off x="152976" y="1800668"/>
        <a:ext cx="4320000" cy="648000"/>
      </dsp:txXfrm>
    </dsp:sp>
    <dsp:sp modelId="{2DA1110C-6FD8-4372-8015-0946A57328E7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you have a lot of bitcoin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 should consider sharing access details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a trusted</a:t>
          </a:r>
          <a:r>
            <a:rPr lang="tr-TR" sz="1700" kern="1200"/>
            <a:t> </a:t>
          </a:r>
          <a:r>
            <a:rPr lang="en-US" sz="1700" kern="1200"/>
            <a:t>relative or lawyer. </a:t>
          </a:r>
        </a:p>
      </dsp:txBody>
      <dsp:txXfrm>
        <a:off x="152976" y="2515931"/>
        <a:ext cx="4320000" cy="991265"/>
      </dsp:txXfrm>
    </dsp:sp>
    <dsp:sp modelId="{DD5A1FBE-6C2A-40C1-8C90-564D89F7CBC0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E92DA-C208-4D22-A3DC-FB7B882E383C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A more complex survivability scheme </a:t>
          </a:r>
        </a:p>
      </dsp:txBody>
      <dsp:txXfrm>
        <a:off x="5228976" y="1800668"/>
        <a:ext cx="4320000" cy="648000"/>
      </dsp:txXfrm>
    </dsp:sp>
    <dsp:sp modelId="{E1C5234F-7DA5-4620-BB03-0ABE6A14E563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be set up with multisignature</a:t>
          </a:r>
          <a:r>
            <a:rPr lang="tr-TR" sz="1700" kern="1200"/>
            <a:t> </a:t>
          </a:r>
          <a:r>
            <a:rPr lang="en-US" sz="1700" kern="1200"/>
            <a:t>access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estate planning through a lawyer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specialized as a “digital asset</a:t>
          </a:r>
          <a:r>
            <a:rPr lang="tr-TR" sz="1700" kern="1200"/>
            <a:t> executor.”</a:t>
          </a:r>
          <a:endParaRPr lang="en-US" sz="1700" kern="1200"/>
        </a:p>
      </dsp:txBody>
      <dsp:txXfrm>
        <a:off x="5228976" y="2515931"/>
        <a:ext cx="4320000" cy="991265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736C7-7C4B-4A01-8B71-AF99CFCC414F}">
      <dsp:nvSpPr>
        <dsp:cNvPr id="0" name=""/>
        <dsp:cNvSpPr/>
      </dsp:nvSpPr>
      <dsp:spPr>
        <a:xfrm>
          <a:off x="0" y="301654"/>
          <a:ext cx="9701953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291592" rIns="75297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completely new </a:t>
          </a:r>
          <a:endParaRPr lang="tr-TR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unprecedented, </a:t>
          </a:r>
          <a:endParaRPr lang="tr-TR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and complex </a:t>
          </a:r>
          <a:endParaRPr lang="tr-TR" sz="1400" kern="1200"/>
        </a:p>
      </dsp:txBody>
      <dsp:txXfrm>
        <a:off x="0" y="301654"/>
        <a:ext cx="9701953" cy="1058400"/>
      </dsp:txXfrm>
    </dsp:sp>
    <dsp:sp modelId="{5EBC4FA4-E12B-4995-865A-5402323CB876}">
      <dsp:nvSpPr>
        <dsp:cNvPr id="0" name=""/>
        <dsp:cNvSpPr/>
      </dsp:nvSpPr>
      <dsp:spPr>
        <a:xfrm>
          <a:off x="485097" y="95014"/>
          <a:ext cx="6791367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Bitcoin technology</a:t>
          </a:r>
          <a:r>
            <a:rPr lang="tr-TR" sz="1400" kern="1200"/>
            <a:t> </a:t>
          </a:r>
          <a:r>
            <a:rPr lang="en-US" sz="1400" kern="1200"/>
            <a:t>is</a:t>
          </a:r>
          <a:endParaRPr lang="tr-TR" sz="1400" kern="1200"/>
        </a:p>
      </dsp:txBody>
      <dsp:txXfrm>
        <a:off x="505272" y="115189"/>
        <a:ext cx="6751017" cy="372930"/>
      </dsp:txXfrm>
    </dsp:sp>
    <dsp:sp modelId="{33FCFE9D-E8D3-4EDD-AF33-BB0ADE5AB8A3}">
      <dsp:nvSpPr>
        <dsp:cNvPr id="0" name=""/>
        <dsp:cNvSpPr/>
      </dsp:nvSpPr>
      <dsp:spPr>
        <a:xfrm>
          <a:off x="0" y="1642294"/>
          <a:ext cx="970195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291592" rIns="75297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we</a:t>
          </a:r>
          <a:r>
            <a:rPr lang="tr-TR" sz="1400" kern="1200"/>
            <a:t> </a:t>
          </a:r>
          <a:r>
            <a:rPr lang="en-US" sz="1400" kern="1200"/>
            <a:t>will develop better security tools and practices </a:t>
          </a:r>
          <a:endParaRPr lang="tr-TR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that are easier to use by nonexperts.</a:t>
          </a:r>
          <a:endParaRPr lang="tr-TR" sz="1400" kern="1200"/>
        </a:p>
      </dsp:txBody>
      <dsp:txXfrm>
        <a:off x="0" y="1642294"/>
        <a:ext cx="9701953" cy="815850"/>
      </dsp:txXfrm>
    </dsp:sp>
    <dsp:sp modelId="{3BEA6D75-C2F5-4B59-9AB3-C38521814CEF}">
      <dsp:nvSpPr>
        <dsp:cNvPr id="0" name=""/>
        <dsp:cNvSpPr/>
      </dsp:nvSpPr>
      <dsp:spPr>
        <a:xfrm>
          <a:off x="485097" y="1435655"/>
          <a:ext cx="6791367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Over time</a:t>
          </a:r>
          <a:endParaRPr lang="tr-TR" sz="1400" kern="1200"/>
        </a:p>
      </dsp:txBody>
      <dsp:txXfrm>
        <a:off x="505272" y="1455830"/>
        <a:ext cx="6751017" cy="372930"/>
      </dsp:txXfrm>
    </dsp:sp>
    <dsp:sp modelId="{D5919205-02E1-4B2B-8E4D-EBE634110810}">
      <dsp:nvSpPr>
        <dsp:cNvPr id="0" name=""/>
        <dsp:cNvSpPr/>
      </dsp:nvSpPr>
      <dsp:spPr>
        <a:xfrm>
          <a:off x="0" y="2740385"/>
          <a:ext cx="970195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979" tIns="291592" rIns="75297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many of the tips discussed here </a:t>
          </a:r>
          <a:endParaRPr lang="tr-TR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to enjoy a secure and</a:t>
          </a:r>
          <a:r>
            <a:rPr lang="tr-TR" sz="1400" kern="1200"/>
            <a:t> trouble-free bitcoin experience</a:t>
          </a:r>
        </a:p>
      </dsp:txBody>
      <dsp:txXfrm>
        <a:off x="0" y="2740385"/>
        <a:ext cx="9701953" cy="815850"/>
      </dsp:txXfrm>
    </dsp:sp>
    <dsp:sp modelId="{6B95EB90-8760-4531-8D3E-3B105543D2B5}">
      <dsp:nvSpPr>
        <dsp:cNvPr id="0" name=""/>
        <dsp:cNvSpPr/>
      </dsp:nvSpPr>
      <dsp:spPr>
        <a:xfrm>
          <a:off x="485097" y="2533744"/>
          <a:ext cx="6791367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698" tIns="0" rIns="25669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now, bitcoin users can use </a:t>
          </a:r>
          <a:endParaRPr lang="tr-TR" sz="1400" kern="1200"/>
        </a:p>
      </dsp:txBody>
      <dsp:txXfrm>
        <a:off x="505272" y="2553919"/>
        <a:ext cx="6751017" cy="37293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2A9FC-523E-4E4D-A603-D046C1240F6C}">
      <dsp:nvSpPr>
        <dsp:cNvPr id="0" name=""/>
        <dsp:cNvSpPr/>
      </dsp:nvSpPr>
      <dsp:spPr>
        <a:xfrm>
          <a:off x="4209" y="1004163"/>
          <a:ext cx="431156" cy="431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2D770-E405-4ECC-85CB-8F4DC44D866C}">
      <dsp:nvSpPr>
        <dsp:cNvPr id="0" name=""/>
        <dsp:cNvSpPr/>
      </dsp:nvSpPr>
      <dsp:spPr>
        <a:xfrm>
          <a:off x="4209" y="1505976"/>
          <a:ext cx="1231875" cy="219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Your opinion</a:t>
          </a:r>
        </a:p>
      </dsp:txBody>
      <dsp:txXfrm>
        <a:off x="4209" y="1505976"/>
        <a:ext cx="1231875" cy="219427"/>
      </dsp:txXfrm>
    </dsp:sp>
    <dsp:sp modelId="{B0D2E7A8-CDAD-4CA4-B8FF-FDCE0C36A1F8}">
      <dsp:nvSpPr>
        <dsp:cNvPr id="0" name=""/>
        <dsp:cNvSpPr/>
      </dsp:nvSpPr>
      <dsp:spPr>
        <a:xfrm>
          <a:off x="4209" y="1758267"/>
          <a:ext cx="1231875" cy="889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do you think on this chapter?</a:t>
          </a:r>
          <a:endParaRPr lang="tr-TR" sz="1100" kern="1200"/>
        </a:p>
      </dsp:txBody>
      <dsp:txXfrm>
        <a:off x="4209" y="1758267"/>
        <a:ext cx="1231875" cy="889072"/>
      </dsp:txXfrm>
    </dsp:sp>
    <dsp:sp modelId="{2EC652AE-5292-49F7-A875-A9A2D2E7C595}">
      <dsp:nvSpPr>
        <dsp:cNvPr id="0" name=""/>
        <dsp:cNvSpPr/>
      </dsp:nvSpPr>
      <dsp:spPr>
        <a:xfrm>
          <a:off x="1451662" y="1004163"/>
          <a:ext cx="431156" cy="431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FE14A-7F38-400A-8028-DE778ED13EB8}">
      <dsp:nvSpPr>
        <dsp:cNvPr id="0" name=""/>
        <dsp:cNvSpPr/>
      </dsp:nvSpPr>
      <dsp:spPr>
        <a:xfrm>
          <a:off x="1451662" y="1505976"/>
          <a:ext cx="1231875" cy="219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Challenging</a:t>
          </a:r>
        </a:p>
      </dsp:txBody>
      <dsp:txXfrm>
        <a:off x="1451662" y="1505976"/>
        <a:ext cx="1231875" cy="219427"/>
      </dsp:txXfrm>
    </dsp:sp>
    <dsp:sp modelId="{977100FD-B875-46B8-9BE8-09525C604C11}">
      <dsp:nvSpPr>
        <dsp:cNvPr id="0" name=""/>
        <dsp:cNvSpPr/>
      </dsp:nvSpPr>
      <dsp:spPr>
        <a:xfrm>
          <a:off x="1451662" y="1758267"/>
          <a:ext cx="1231875" cy="889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most interesting point?</a:t>
          </a:r>
          <a:endParaRPr lang="tr-TR" sz="1100" kern="1200"/>
        </a:p>
      </dsp:txBody>
      <dsp:txXfrm>
        <a:off x="1451662" y="1758267"/>
        <a:ext cx="1231875" cy="889072"/>
      </dsp:txXfrm>
    </dsp:sp>
    <dsp:sp modelId="{8F3BAE71-3882-45EC-AEBE-FB8649F38745}">
      <dsp:nvSpPr>
        <dsp:cNvPr id="0" name=""/>
        <dsp:cNvSpPr/>
      </dsp:nvSpPr>
      <dsp:spPr>
        <a:xfrm>
          <a:off x="2899115" y="1004163"/>
          <a:ext cx="431156" cy="431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3D812-E773-4FC7-9D71-06D90E970DCD}">
      <dsp:nvSpPr>
        <dsp:cNvPr id="0" name=""/>
        <dsp:cNvSpPr/>
      </dsp:nvSpPr>
      <dsp:spPr>
        <a:xfrm>
          <a:off x="2899115" y="1505976"/>
          <a:ext cx="1231875" cy="219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Clarification</a:t>
          </a:r>
        </a:p>
      </dsp:txBody>
      <dsp:txXfrm>
        <a:off x="2899115" y="1505976"/>
        <a:ext cx="1231875" cy="219427"/>
      </dsp:txXfrm>
    </dsp:sp>
    <dsp:sp modelId="{446836D9-8B90-4CE4-8B85-72C5A5E10F84}">
      <dsp:nvSpPr>
        <dsp:cNvPr id="0" name=""/>
        <dsp:cNvSpPr/>
      </dsp:nvSpPr>
      <dsp:spPr>
        <a:xfrm>
          <a:off x="2899115" y="1758267"/>
          <a:ext cx="1231875" cy="889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unclarified points?</a:t>
          </a:r>
          <a:endParaRPr lang="tr-TR" sz="1100" kern="1200"/>
        </a:p>
      </dsp:txBody>
      <dsp:txXfrm>
        <a:off x="2899115" y="1758267"/>
        <a:ext cx="1231875" cy="889072"/>
      </dsp:txXfrm>
    </dsp:sp>
    <dsp:sp modelId="{CB948C78-8B00-4198-8159-6772C31179C8}">
      <dsp:nvSpPr>
        <dsp:cNvPr id="0" name=""/>
        <dsp:cNvSpPr/>
      </dsp:nvSpPr>
      <dsp:spPr>
        <a:xfrm>
          <a:off x="4346568" y="1004163"/>
          <a:ext cx="431156" cy="4311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7EBB8-DD31-4790-8A3B-8EA7516EDA45}">
      <dsp:nvSpPr>
        <dsp:cNvPr id="0" name=""/>
        <dsp:cNvSpPr/>
      </dsp:nvSpPr>
      <dsp:spPr>
        <a:xfrm>
          <a:off x="4346568" y="1505976"/>
          <a:ext cx="1231875" cy="219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Critical issue</a:t>
          </a:r>
        </a:p>
      </dsp:txBody>
      <dsp:txXfrm>
        <a:off x="4346568" y="1505976"/>
        <a:ext cx="1231875" cy="219427"/>
      </dsp:txXfrm>
    </dsp:sp>
    <dsp:sp modelId="{125F013F-769D-46A9-9927-838A5CA079E0}">
      <dsp:nvSpPr>
        <dsp:cNvPr id="0" name=""/>
        <dsp:cNvSpPr/>
      </dsp:nvSpPr>
      <dsp:spPr>
        <a:xfrm>
          <a:off x="4346568" y="1758267"/>
          <a:ext cx="1231875" cy="889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and explain a critical issu</a:t>
          </a:r>
          <a:r>
            <a:rPr lang="tr-TR" sz="1100" kern="1200"/>
            <a:t>e</a:t>
          </a:r>
          <a:r>
            <a:rPr lang="en-US" sz="1100" kern="1200"/>
            <a:t> in this chapter</a:t>
          </a:r>
          <a:endParaRPr lang="tr-TR" sz="1100" kern="1200"/>
        </a:p>
      </dsp:txBody>
      <dsp:txXfrm>
        <a:off x="4346568" y="1758267"/>
        <a:ext cx="1231875" cy="889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1.05.2021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" y="3177"/>
            <a:ext cx="12198351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6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1" y="6442526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6"/>
            <a:ext cx="2755379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6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3" y="1023869"/>
            <a:ext cx="379367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3" y="4945377"/>
            <a:ext cx="379367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2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9" y="1262065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2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1" y="6296732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7" y="6296732"/>
            <a:ext cx="2781543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2" y="1830581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3"/>
            <a:ext cx="4566475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401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401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9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41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41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5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8" y="453683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9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1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9" y="3223805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6" y="6286502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86502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9" y="373606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8" y="453683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9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2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4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4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5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7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1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6" y="6296617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701" y="6296617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4" y="2853202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3" y="571504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5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1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1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5/1/2021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701" y="6296617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30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1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 userDrawn="1">
          <p15:clr>
            <a:srgbClr val="F26B43"/>
          </p15:clr>
        </p15:guide>
        <p15:guide id="2" orient="horz" pos="3960" userDrawn="1">
          <p15:clr>
            <a:srgbClr val="F26B43"/>
          </p15:clr>
        </p15:guide>
        <p15:guide id="3" orient="horz" pos="1536" userDrawn="1">
          <p15:clr>
            <a:srgbClr val="F26B43"/>
          </p15:clr>
        </p15:guide>
        <p15:guide id="4" orient="horz" pos="3840" userDrawn="1">
          <p15:clr>
            <a:srgbClr val="F26B43"/>
          </p15:clr>
        </p15:guide>
        <p15:guide id="5" pos="4416" userDrawn="1">
          <p15:clr>
            <a:srgbClr val="F26B43"/>
          </p15:clr>
        </p15:guide>
        <p15:guide id="6" pos="4800" userDrawn="1">
          <p15:clr>
            <a:srgbClr val="F26B43"/>
          </p15:clr>
        </p15:guide>
        <p15:guide id="7" orient="horz" pos="360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7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90" y="1262065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3" y="1638301"/>
            <a:ext cx="5860821" cy="202129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11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Bitcoin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3" y="3921295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90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F21D33-7C72-4D9D-AB31-56CD5D229E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 title="Rule Line">
            <a:extLst>
              <a:ext uri="{FF2B5EF4-FFF2-40B4-BE49-F238E27FC236}">
                <a16:creationId xmlns:a16="http://schemas.microsoft.com/office/drawing/2014/main" id="{82F133EB-00E6-4683-85DC-CDF9651642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328" y="2190393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 dirty="0"/>
              <a:t>Content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784145"/>
              </p:ext>
            </p:extLst>
          </p:nvPr>
        </p:nvGraphicFramePr>
        <p:xfrm>
          <a:off x="642938" y="208547"/>
          <a:ext cx="7823292" cy="6432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881CB0-1221-43BE-BE77-866AB4D5547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BD77A15-12B8-4FAB-A167-E0D60E5C92E2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D0DD1E-3DFD-459C-AF93-74007A3D127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1E32EF0-93A9-42DF-953A-1574E58C5864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73F2476-AF66-478D-98AC-4E572A85CCC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C1FF5215-F946-48D6-BA7C-5BCEBE2D166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E9B1CB7D-F5B1-40C6-9E55-F1314B9B581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0F5362-ECD6-4C1D-9DFE-15BF7094511A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64A62ED5-69F8-4A9A-959F-BDFA4CB006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50" y="26"/>
                </a:moveTo>
                <a:cubicBezTo>
                  <a:pt x="3150" y="29"/>
                  <a:pt x="3149" y="31"/>
                  <a:pt x="3148" y="33"/>
                </a:cubicBezTo>
                <a:cubicBezTo>
                  <a:pt x="3130" y="54"/>
                  <a:pt x="3133" y="63"/>
                  <a:pt x="3126" y="63"/>
                </a:cubicBezTo>
                <a:cubicBezTo>
                  <a:pt x="3111" y="92"/>
                  <a:pt x="3109" y="94"/>
                  <a:pt x="3107" y="95"/>
                </a:cubicBezTo>
                <a:cubicBezTo>
                  <a:pt x="3075" y="145"/>
                  <a:pt x="3066" y="164"/>
                  <a:pt x="3058" y="184"/>
                </a:cubicBezTo>
                <a:cubicBezTo>
                  <a:pt x="3045" y="217"/>
                  <a:pt x="3044" y="224"/>
                  <a:pt x="3042" y="229"/>
                </a:cubicBezTo>
                <a:cubicBezTo>
                  <a:pt x="3041" y="231"/>
                  <a:pt x="3050" y="226"/>
                  <a:pt x="3049" y="213"/>
                </a:cubicBezTo>
                <a:cubicBezTo>
                  <a:pt x="3082" y="150"/>
                  <a:pt x="3087" y="141"/>
                  <a:pt x="3092" y="131"/>
                </a:cubicBezTo>
                <a:cubicBezTo>
                  <a:pt x="3108" y="113"/>
                  <a:pt x="3108" y="109"/>
                  <a:pt x="3110" y="108"/>
                </a:cubicBezTo>
                <a:cubicBezTo>
                  <a:pt x="3133" y="75"/>
                  <a:pt x="3137" y="65"/>
                  <a:pt x="3143" y="57"/>
                </a:cubicBezTo>
                <a:cubicBezTo>
                  <a:pt x="3162" y="30"/>
                  <a:pt x="3164" y="29"/>
                  <a:pt x="3163" y="26"/>
                </a:cubicBezTo>
                <a:cubicBezTo>
                  <a:pt x="3177" y="5"/>
                  <a:pt x="3181" y="3"/>
                  <a:pt x="3185" y="0"/>
                </a:cubicBezTo>
                <a:cubicBezTo>
                  <a:pt x="3164" y="11"/>
                  <a:pt x="3161" y="22"/>
                  <a:pt x="3150" y="26"/>
                </a:cubicBezTo>
                <a:close/>
                <a:moveTo>
                  <a:pt x="3022" y="73"/>
                </a:moveTo>
                <a:cubicBezTo>
                  <a:pt x="3020" y="92"/>
                  <a:pt x="3018" y="104"/>
                  <a:pt x="3017" y="128"/>
                </a:cubicBezTo>
                <a:cubicBezTo>
                  <a:pt x="3014" y="201"/>
                  <a:pt x="3015" y="208"/>
                  <a:pt x="3012" y="211"/>
                </a:cubicBezTo>
                <a:cubicBezTo>
                  <a:pt x="3017" y="255"/>
                  <a:pt x="3014" y="257"/>
                  <a:pt x="3016" y="263"/>
                </a:cubicBezTo>
                <a:cubicBezTo>
                  <a:pt x="3026" y="204"/>
                  <a:pt x="3025" y="199"/>
                  <a:pt x="3026" y="195"/>
                </a:cubicBezTo>
                <a:cubicBezTo>
                  <a:pt x="3040" y="153"/>
                  <a:pt x="3037" y="139"/>
                  <a:pt x="3044" y="134"/>
                </a:cubicBezTo>
                <a:cubicBezTo>
                  <a:pt x="3062" y="96"/>
                  <a:pt x="3065" y="93"/>
                  <a:pt x="3067" y="89"/>
                </a:cubicBezTo>
                <a:cubicBezTo>
                  <a:pt x="3083" y="65"/>
                  <a:pt x="3079" y="56"/>
                  <a:pt x="3086" y="57"/>
                </a:cubicBezTo>
                <a:cubicBezTo>
                  <a:pt x="3101" y="34"/>
                  <a:pt x="3103" y="33"/>
                  <a:pt x="3102" y="30"/>
                </a:cubicBezTo>
                <a:cubicBezTo>
                  <a:pt x="3111" y="0"/>
                  <a:pt x="3111" y="0"/>
                  <a:pt x="3111" y="0"/>
                </a:cubicBezTo>
                <a:cubicBezTo>
                  <a:pt x="3095" y="21"/>
                  <a:pt x="3096" y="29"/>
                  <a:pt x="3089" y="31"/>
                </a:cubicBezTo>
                <a:cubicBezTo>
                  <a:pt x="3073" y="69"/>
                  <a:pt x="3062" y="72"/>
                  <a:pt x="3060" y="83"/>
                </a:cubicBezTo>
                <a:cubicBezTo>
                  <a:pt x="3064" y="58"/>
                  <a:pt x="3069" y="55"/>
                  <a:pt x="3068" y="47"/>
                </a:cubicBezTo>
                <a:cubicBezTo>
                  <a:pt x="3085" y="0"/>
                  <a:pt x="3085" y="0"/>
                  <a:pt x="3085" y="0"/>
                </a:cubicBezTo>
                <a:cubicBezTo>
                  <a:pt x="3079" y="13"/>
                  <a:pt x="3075" y="16"/>
                  <a:pt x="3075" y="23"/>
                </a:cubicBezTo>
                <a:cubicBezTo>
                  <a:pt x="3058" y="55"/>
                  <a:pt x="3058" y="62"/>
                  <a:pt x="3057" y="68"/>
                </a:cubicBezTo>
                <a:cubicBezTo>
                  <a:pt x="3042" y="112"/>
                  <a:pt x="3040" y="124"/>
                  <a:pt x="3035" y="133"/>
                </a:cubicBezTo>
                <a:cubicBezTo>
                  <a:pt x="3018" y="179"/>
                  <a:pt x="3022" y="177"/>
                  <a:pt x="3020" y="169"/>
                </a:cubicBezTo>
                <a:cubicBezTo>
                  <a:pt x="3028" y="127"/>
                  <a:pt x="3035" y="121"/>
                  <a:pt x="3035" y="109"/>
                </a:cubicBezTo>
                <a:cubicBezTo>
                  <a:pt x="3047" y="70"/>
                  <a:pt x="3049" y="60"/>
                  <a:pt x="3053" y="51"/>
                </a:cubicBezTo>
                <a:cubicBezTo>
                  <a:pt x="3062" y="0"/>
                  <a:pt x="3062" y="0"/>
                  <a:pt x="3062" y="0"/>
                </a:cubicBezTo>
                <a:cubicBezTo>
                  <a:pt x="3048" y="47"/>
                  <a:pt x="3041" y="63"/>
                  <a:pt x="3038" y="82"/>
                </a:cubicBezTo>
                <a:cubicBezTo>
                  <a:pt x="3027" y="111"/>
                  <a:pt x="3030" y="119"/>
                  <a:pt x="3025" y="120"/>
                </a:cubicBezTo>
                <a:cubicBezTo>
                  <a:pt x="3021" y="108"/>
                  <a:pt x="3025" y="106"/>
                  <a:pt x="3024" y="99"/>
                </a:cubicBezTo>
                <a:cubicBezTo>
                  <a:pt x="3037" y="45"/>
                  <a:pt x="3042" y="43"/>
                  <a:pt x="3041" y="36"/>
                </a:cubicBezTo>
                <a:cubicBezTo>
                  <a:pt x="3045" y="0"/>
                  <a:pt x="3045" y="0"/>
                  <a:pt x="3045" y="0"/>
                </a:cubicBezTo>
                <a:cubicBezTo>
                  <a:pt x="3030" y="52"/>
                  <a:pt x="3028" y="56"/>
                  <a:pt x="3028" y="61"/>
                </a:cubicBezTo>
                <a:close/>
                <a:moveTo>
                  <a:pt x="3116" y="46"/>
                </a:moveTo>
                <a:cubicBezTo>
                  <a:pt x="3116" y="49"/>
                  <a:pt x="3113" y="49"/>
                  <a:pt x="3112" y="51"/>
                </a:cubicBezTo>
                <a:cubicBezTo>
                  <a:pt x="3103" y="60"/>
                  <a:pt x="3105" y="64"/>
                  <a:pt x="3102" y="65"/>
                </a:cubicBezTo>
                <a:cubicBezTo>
                  <a:pt x="3077" y="100"/>
                  <a:pt x="3078" y="112"/>
                  <a:pt x="3069" y="115"/>
                </a:cubicBezTo>
                <a:cubicBezTo>
                  <a:pt x="3059" y="148"/>
                  <a:pt x="3051" y="151"/>
                  <a:pt x="3050" y="160"/>
                </a:cubicBezTo>
                <a:cubicBezTo>
                  <a:pt x="3033" y="198"/>
                  <a:pt x="3037" y="206"/>
                  <a:pt x="3031" y="207"/>
                </a:cubicBezTo>
                <a:cubicBezTo>
                  <a:pt x="3028" y="240"/>
                  <a:pt x="3021" y="246"/>
                  <a:pt x="3028" y="247"/>
                </a:cubicBezTo>
                <a:cubicBezTo>
                  <a:pt x="3044" y="193"/>
                  <a:pt x="3046" y="187"/>
                  <a:pt x="3047" y="180"/>
                </a:cubicBezTo>
                <a:cubicBezTo>
                  <a:pt x="3066" y="142"/>
                  <a:pt x="3070" y="131"/>
                  <a:pt x="3078" y="123"/>
                </a:cubicBezTo>
                <a:cubicBezTo>
                  <a:pt x="3099" y="87"/>
                  <a:pt x="3100" y="84"/>
                  <a:pt x="3101" y="82"/>
                </a:cubicBezTo>
                <a:cubicBezTo>
                  <a:pt x="3138" y="36"/>
                  <a:pt x="3139" y="23"/>
                  <a:pt x="3149" y="18"/>
                </a:cubicBezTo>
                <a:cubicBezTo>
                  <a:pt x="3145" y="6"/>
                  <a:pt x="3139" y="11"/>
                  <a:pt x="3136" y="19"/>
                </a:cubicBezTo>
                <a:close/>
                <a:moveTo>
                  <a:pt x="3177" y="40"/>
                </a:moveTo>
                <a:cubicBezTo>
                  <a:pt x="3172" y="44"/>
                  <a:pt x="3174" y="55"/>
                  <a:pt x="3165" y="56"/>
                </a:cubicBezTo>
                <a:cubicBezTo>
                  <a:pt x="3146" y="83"/>
                  <a:pt x="3143" y="85"/>
                  <a:pt x="3143" y="90"/>
                </a:cubicBezTo>
                <a:cubicBezTo>
                  <a:pt x="3128" y="108"/>
                  <a:pt x="3126" y="110"/>
                  <a:pt x="3123" y="111"/>
                </a:cubicBezTo>
                <a:cubicBezTo>
                  <a:pt x="3100" y="150"/>
                  <a:pt x="3089" y="160"/>
                  <a:pt x="3084" y="173"/>
                </a:cubicBezTo>
                <a:cubicBezTo>
                  <a:pt x="3061" y="210"/>
                  <a:pt x="3060" y="214"/>
                  <a:pt x="3061" y="218"/>
                </a:cubicBezTo>
                <a:cubicBezTo>
                  <a:pt x="3044" y="256"/>
                  <a:pt x="3048" y="268"/>
                  <a:pt x="3040" y="270"/>
                </a:cubicBezTo>
                <a:cubicBezTo>
                  <a:pt x="3036" y="343"/>
                  <a:pt x="3029" y="331"/>
                  <a:pt x="3034" y="330"/>
                </a:cubicBezTo>
                <a:cubicBezTo>
                  <a:pt x="3039" y="292"/>
                  <a:pt x="3042" y="288"/>
                  <a:pt x="3043" y="283"/>
                </a:cubicBezTo>
                <a:cubicBezTo>
                  <a:pt x="3059" y="238"/>
                  <a:pt x="3058" y="231"/>
                  <a:pt x="3064" y="229"/>
                </a:cubicBezTo>
                <a:cubicBezTo>
                  <a:pt x="3084" y="187"/>
                  <a:pt x="3087" y="184"/>
                  <a:pt x="3089" y="179"/>
                </a:cubicBezTo>
                <a:cubicBezTo>
                  <a:pt x="3124" y="131"/>
                  <a:pt x="3123" y="135"/>
                  <a:pt x="3127" y="131"/>
                </a:cubicBezTo>
                <a:cubicBezTo>
                  <a:pt x="3145" y="105"/>
                  <a:pt x="3144" y="100"/>
                  <a:pt x="3148" y="99"/>
                </a:cubicBezTo>
                <a:cubicBezTo>
                  <a:pt x="3161" y="79"/>
                  <a:pt x="3163" y="77"/>
                  <a:pt x="3164" y="74"/>
                </a:cubicBezTo>
                <a:cubicBezTo>
                  <a:pt x="3188" y="45"/>
                  <a:pt x="3190" y="38"/>
                  <a:pt x="3196" y="34"/>
                </a:cubicBezTo>
                <a:cubicBezTo>
                  <a:pt x="3215" y="7"/>
                  <a:pt x="3223" y="9"/>
                  <a:pt x="3220" y="2"/>
                </a:cubicBezTo>
                <a:cubicBezTo>
                  <a:pt x="3209" y="3"/>
                  <a:pt x="3209" y="7"/>
                  <a:pt x="3205" y="7"/>
                </a:cubicBezTo>
                <a:cubicBezTo>
                  <a:pt x="3184" y="32"/>
                  <a:pt x="3182" y="37"/>
                  <a:pt x="3177" y="40"/>
                </a:cubicBezTo>
                <a:close/>
                <a:moveTo>
                  <a:pt x="3014" y="80"/>
                </a:moveTo>
                <a:cubicBezTo>
                  <a:pt x="3011" y="54"/>
                  <a:pt x="3017" y="36"/>
                  <a:pt x="3018" y="14"/>
                </a:cubicBezTo>
                <a:cubicBezTo>
                  <a:pt x="3022" y="13"/>
                  <a:pt x="3019" y="6"/>
                  <a:pt x="3022" y="5"/>
                </a:cubicBezTo>
                <a:cubicBezTo>
                  <a:pt x="3023" y="4"/>
                  <a:pt x="3024" y="2"/>
                  <a:pt x="3025" y="0"/>
                </a:cubicBezTo>
                <a:cubicBezTo>
                  <a:pt x="3015" y="0"/>
                  <a:pt x="3015" y="0"/>
                  <a:pt x="3015" y="0"/>
                </a:cubicBezTo>
                <a:cubicBezTo>
                  <a:pt x="3012" y="6"/>
                  <a:pt x="3014" y="15"/>
                  <a:pt x="3009" y="19"/>
                </a:cubicBezTo>
                <a:cubicBezTo>
                  <a:pt x="3009" y="31"/>
                  <a:pt x="3009" y="44"/>
                  <a:pt x="3008" y="56"/>
                </a:cubicBezTo>
                <a:cubicBezTo>
                  <a:pt x="3008" y="60"/>
                  <a:pt x="3008" y="65"/>
                  <a:pt x="3009" y="69"/>
                </a:cubicBezTo>
                <a:cubicBezTo>
                  <a:pt x="3010" y="73"/>
                  <a:pt x="3007" y="82"/>
                  <a:pt x="3014" y="80"/>
                </a:cubicBezTo>
                <a:close/>
                <a:moveTo>
                  <a:pt x="2154" y="176"/>
                </a:moveTo>
                <a:cubicBezTo>
                  <a:pt x="2152" y="182"/>
                  <a:pt x="2146" y="191"/>
                  <a:pt x="2153" y="194"/>
                </a:cubicBezTo>
                <a:cubicBezTo>
                  <a:pt x="2159" y="188"/>
                  <a:pt x="2164" y="180"/>
                  <a:pt x="2169" y="171"/>
                </a:cubicBezTo>
                <a:cubicBezTo>
                  <a:pt x="2175" y="150"/>
                  <a:pt x="2180" y="133"/>
                  <a:pt x="2186" y="119"/>
                </a:cubicBezTo>
                <a:cubicBezTo>
                  <a:pt x="2187" y="111"/>
                  <a:pt x="2188" y="103"/>
                  <a:pt x="2192" y="94"/>
                </a:cubicBezTo>
                <a:cubicBezTo>
                  <a:pt x="2190" y="89"/>
                  <a:pt x="2193" y="91"/>
                  <a:pt x="2194" y="85"/>
                </a:cubicBezTo>
                <a:cubicBezTo>
                  <a:pt x="2196" y="81"/>
                  <a:pt x="2197" y="76"/>
                  <a:pt x="2199" y="71"/>
                </a:cubicBezTo>
                <a:cubicBezTo>
                  <a:pt x="2200" y="47"/>
                  <a:pt x="2202" y="27"/>
                  <a:pt x="2205" y="0"/>
                </a:cubicBezTo>
                <a:cubicBezTo>
                  <a:pt x="2197" y="0"/>
                  <a:pt x="2197" y="0"/>
                  <a:pt x="2197" y="0"/>
                </a:cubicBezTo>
                <a:cubicBezTo>
                  <a:pt x="2196" y="4"/>
                  <a:pt x="2196" y="9"/>
                  <a:pt x="2195" y="13"/>
                </a:cubicBezTo>
                <a:cubicBezTo>
                  <a:pt x="2197" y="21"/>
                  <a:pt x="2191" y="35"/>
                  <a:pt x="2194" y="40"/>
                </a:cubicBezTo>
                <a:cubicBezTo>
                  <a:pt x="2195" y="41"/>
                  <a:pt x="2191" y="42"/>
                  <a:pt x="2191" y="41"/>
                </a:cubicBezTo>
                <a:cubicBezTo>
                  <a:pt x="2191" y="46"/>
                  <a:pt x="2192" y="50"/>
                  <a:pt x="2192" y="55"/>
                </a:cubicBezTo>
                <a:cubicBezTo>
                  <a:pt x="2192" y="55"/>
                  <a:pt x="2189" y="55"/>
                  <a:pt x="2189" y="57"/>
                </a:cubicBezTo>
                <a:cubicBezTo>
                  <a:pt x="2189" y="57"/>
                  <a:pt x="2191" y="58"/>
                  <a:pt x="2191" y="59"/>
                </a:cubicBezTo>
                <a:cubicBezTo>
                  <a:pt x="2191" y="62"/>
                  <a:pt x="2192" y="64"/>
                  <a:pt x="2190" y="68"/>
                </a:cubicBezTo>
                <a:cubicBezTo>
                  <a:pt x="2187" y="76"/>
                  <a:pt x="2186" y="89"/>
                  <a:pt x="2181" y="93"/>
                </a:cubicBezTo>
                <a:cubicBezTo>
                  <a:pt x="2185" y="94"/>
                  <a:pt x="2179" y="102"/>
                  <a:pt x="2179" y="106"/>
                </a:cubicBezTo>
                <a:cubicBezTo>
                  <a:pt x="2181" y="109"/>
                  <a:pt x="2179" y="114"/>
                  <a:pt x="2177" y="119"/>
                </a:cubicBezTo>
                <a:cubicBezTo>
                  <a:pt x="2171" y="131"/>
                  <a:pt x="2167" y="145"/>
                  <a:pt x="2163" y="160"/>
                </a:cubicBezTo>
                <a:cubicBezTo>
                  <a:pt x="2162" y="164"/>
                  <a:pt x="2159" y="164"/>
                  <a:pt x="2158" y="168"/>
                </a:cubicBezTo>
                <a:cubicBezTo>
                  <a:pt x="2157" y="171"/>
                  <a:pt x="2157" y="176"/>
                  <a:pt x="2154" y="176"/>
                </a:cubicBezTo>
                <a:close/>
                <a:moveTo>
                  <a:pt x="2311" y="845"/>
                </a:moveTo>
                <a:cubicBezTo>
                  <a:pt x="2314" y="849"/>
                  <a:pt x="2316" y="854"/>
                  <a:pt x="2323" y="858"/>
                </a:cubicBezTo>
                <a:cubicBezTo>
                  <a:pt x="2344" y="898"/>
                  <a:pt x="2346" y="909"/>
                  <a:pt x="2357" y="917"/>
                </a:cubicBezTo>
                <a:cubicBezTo>
                  <a:pt x="2373" y="962"/>
                  <a:pt x="2374" y="968"/>
                  <a:pt x="2379" y="974"/>
                </a:cubicBezTo>
                <a:cubicBezTo>
                  <a:pt x="2402" y="1039"/>
                  <a:pt x="2405" y="1045"/>
                  <a:pt x="2406" y="1052"/>
                </a:cubicBezTo>
                <a:cubicBezTo>
                  <a:pt x="2428" y="1117"/>
                  <a:pt x="2430" y="1124"/>
                  <a:pt x="2429" y="1131"/>
                </a:cubicBezTo>
                <a:cubicBezTo>
                  <a:pt x="2441" y="1178"/>
                  <a:pt x="2454" y="1182"/>
                  <a:pt x="2448" y="1190"/>
                </a:cubicBezTo>
                <a:cubicBezTo>
                  <a:pt x="2462" y="1236"/>
                  <a:pt x="2466" y="1242"/>
                  <a:pt x="2469" y="1249"/>
                </a:cubicBezTo>
                <a:cubicBezTo>
                  <a:pt x="2482" y="1291"/>
                  <a:pt x="2482" y="1294"/>
                  <a:pt x="2486" y="1297"/>
                </a:cubicBezTo>
                <a:cubicBezTo>
                  <a:pt x="2499" y="1333"/>
                  <a:pt x="2498" y="1340"/>
                  <a:pt x="2504" y="1345"/>
                </a:cubicBezTo>
                <a:cubicBezTo>
                  <a:pt x="2523" y="1391"/>
                  <a:pt x="2526" y="1397"/>
                  <a:pt x="2531" y="1403"/>
                </a:cubicBezTo>
                <a:cubicBezTo>
                  <a:pt x="2541" y="1435"/>
                  <a:pt x="2545" y="1437"/>
                  <a:pt x="2548" y="1440"/>
                </a:cubicBezTo>
                <a:cubicBezTo>
                  <a:pt x="2563" y="1473"/>
                  <a:pt x="2567" y="1475"/>
                  <a:pt x="2567" y="1479"/>
                </a:cubicBezTo>
                <a:cubicBezTo>
                  <a:pt x="2616" y="1536"/>
                  <a:pt x="2619" y="1537"/>
                  <a:pt x="2623" y="1537"/>
                </a:cubicBezTo>
                <a:cubicBezTo>
                  <a:pt x="2627" y="1538"/>
                  <a:pt x="2626" y="1536"/>
                  <a:pt x="2624" y="1535"/>
                </a:cubicBezTo>
                <a:cubicBezTo>
                  <a:pt x="2576" y="1476"/>
                  <a:pt x="2567" y="1471"/>
                  <a:pt x="2569" y="1465"/>
                </a:cubicBezTo>
                <a:cubicBezTo>
                  <a:pt x="2557" y="1435"/>
                  <a:pt x="2550" y="1434"/>
                  <a:pt x="2552" y="1430"/>
                </a:cubicBezTo>
                <a:cubicBezTo>
                  <a:pt x="2534" y="1388"/>
                  <a:pt x="2528" y="1383"/>
                  <a:pt x="2527" y="1377"/>
                </a:cubicBezTo>
                <a:cubicBezTo>
                  <a:pt x="2513" y="1348"/>
                  <a:pt x="2509" y="1345"/>
                  <a:pt x="2506" y="1342"/>
                </a:cubicBezTo>
                <a:cubicBezTo>
                  <a:pt x="2504" y="1319"/>
                  <a:pt x="2497" y="1314"/>
                  <a:pt x="2498" y="1307"/>
                </a:cubicBezTo>
                <a:cubicBezTo>
                  <a:pt x="2481" y="1279"/>
                  <a:pt x="2493" y="1274"/>
                  <a:pt x="2484" y="1272"/>
                </a:cubicBezTo>
                <a:cubicBezTo>
                  <a:pt x="2476" y="1250"/>
                  <a:pt x="2478" y="1244"/>
                  <a:pt x="2473" y="1238"/>
                </a:cubicBezTo>
                <a:cubicBezTo>
                  <a:pt x="2460" y="1192"/>
                  <a:pt x="2460" y="1189"/>
                  <a:pt x="2458" y="1186"/>
                </a:cubicBezTo>
                <a:cubicBezTo>
                  <a:pt x="2450" y="1144"/>
                  <a:pt x="2438" y="1140"/>
                  <a:pt x="2441" y="1133"/>
                </a:cubicBezTo>
                <a:cubicBezTo>
                  <a:pt x="2428" y="1087"/>
                  <a:pt x="2424" y="1075"/>
                  <a:pt x="2416" y="1064"/>
                </a:cubicBezTo>
                <a:cubicBezTo>
                  <a:pt x="2410" y="1041"/>
                  <a:pt x="2411" y="1035"/>
                  <a:pt x="2407" y="1030"/>
                </a:cubicBezTo>
                <a:cubicBezTo>
                  <a:pt x="2387" y="974"/>
                  <a:pt x="2384" y="968"/>
                  <a:pt x="2380" y="962"/>
                </a:cubicBezTo>
                <a:cubicBezTo>
                  <a:pt x="2366" y="915"/>
                  <a:pt x="2355" y="909"/>
                  <a:pt x="2357" y="902"/>
                </a:cubicBezTo>
                <a:cubicBezTo>
                  <a:pt x="2339" y="870"/>
                  <a:pt x="2335" y="867"/>
                  <a:pt x="2335" y="864"/>
                </a:cubicBezTo>
                <a:cubicBezTo>
                  <a:pt x="2329" y="853"/>
                  <a:pt x="2327" y="850"/>
                  <a:pt x="2322" y="847"/>
                </a:cubicBezTo>
                <a:close/>
                <a:moveTo>
                  <a:pt x="2226" y="830"/>
                </a:moveTo>
                <a:cubicBezTo>
                  <a:pt x="2225" y="835"/>
                  <a:pt x="2237" y="841"/>
                  <a:pt x="2240" y="840"/>
                </a:cubicBezTo>
                <a:cubicBezTo>
                  <a:pt x="2280" y="885"/>
                  <a:pt x="2282" y="892"/>
                  <a:pt x="2288" y="898"/>
                </a:cubicBezTo>
                <a:cubicBezTo>
                  <a:pt x="2309" y="930"/>
                  <a:pt x="2309" y="932"/>
                  <a:pt x="2309" y="933"/>
                </a:cubicBezTo>
                <a:cubicBezTo>
                  <a:pt x="2324" y="964"/>
                  <a:pt x="2328" y="967"/>
                  <a:pt x="2329" y="970"/>
                </a:cubicBezTo>
                <a:cubicBezTo>
                  <a:pt x="2351" y="1008"/>
                  <a:pt x="2350" y="1015"/>
                  <a:pt x="2355" y="1021"/>
                </a:cubicBezTo>
                <a:cubicBezTo>
                  <a:pt x="2373" y="1067"/>
                  <a:pt x="2375" y="1070"/>
                  <a:pt x="2375" y="1074"/>
                </a:cubicBezTo>
                <a:cubicBezTo>
                  <a:pt x="2397" y="1132"/>
                  <a:pt x="2396" y="1135"/>
                  <a:pt x="2401" y="1138"/>
                </a:cubicBezTo>
                <a:cubicBezTo>
                  <a:pt x="2407" y="1163"/>
                  <a:pt x="2406" y="1167"/>
                  <a:pt x="2414" y="1170"/>
                </a:cubicBezTo>
                <a:cubicBezTo>
                  <a:pt x="2421" y="1203"/>
                  <a:pt x="2425" y="1211"/>
                  <a:pt x="2422" y="1220"/>
                </a:cubicBezTo>
                <a:cubicBezTo>
                  <a:pt x="2443" y="1271"/>
                  <a:pt x="2443" y="1273"/>
                  <a:pt x="2443" y="1276"/>
                </a:cubicBezTo>
                <a:cubicBezTo>
                  <a:pt x="2453" y="1306"/>
                  <a:pt x="2452" y="1312"/>
                  <a:pt x="2457" y="1317"/>
                </a:cubicBezTo>
                <a:cubicBezTo>
                  <a:pt x="2463" y="1344"/>
                  <a:pt x="2471" y="1346"/>
                  <a:pt x="2470" y="1349"/>
                </a:cubicBezTo>
                <a:cubicBezTo>
                  <a:pt x="2487" y="1386"/>
                  <a:pt x="2484" y="1392"/>
                  <a:pt x="2494" y="1396"/>
                </a:cubicBezTo>
                <a:cubicBezTo>
                  <a:pt x="2510" y="1433"/>
                  <a:pt x="2518" y="1438"/>
                  <a:pt x="2517" y="1443"/>
                </a:cubicBezTo>
                <a:cubicBezTo>
                  <a:pt x="2533" y="1461"/>
                  <a:pt x="2535" y="1463"/>
                  <a:pt x="2536" y="1466"/>
                </a:cubicBezTo>
                <a:cubicBezTo>
                  <a:pt x="2554" y="1485"/>
                  <a:pt x="2560" y="1493"/>
                  <a:pt x="2563" y="1489"/>
                </a:cubicBezTo>
                <a:cubicBezTo>
                  <a:pt x="2530" y="1445"/>
                  <a:pt x="2522" y="1441"/>
                  <a:pt x="2522" y="1436"/>
                </a:cubicBezTo>
                <a:cubicBezTo>
                  <a:pt x="2466" y="1320"/>
                  <a:pt x="2462" y="1316"/>
                  <a:pt x="2464" y="1311"/>
                </a:cubicBezTo>
                <a:cubicBezTo>
                  <a:pt x="2445" y="1263"/>
                  <a:pt x="2447" y="1258"/>
                  <a:pt x="2442" y="1254"/>
                </a:cubicBezTo>
                <a:cubicBezTo>
                  <a:pt x="2435" y="1229"/>
                  <a:pt x="2435" y="1227"/>
                  <a:pt x="2435" y="1224"/>
                </a:cubicBezTo>
                <a:cubicBezTo>
                  <a:pt x="2407" y="1143"/>
                  <a:pt x="2407" y="1133"/>
                  <a:pt x="2403" y="1124"/>
                </a:cubicBezTo>
                <a:cubicBezTo>
                  <a:pt x="2396" y="1104"/>
                  <a:pt x="2396" y="1099"/>
                  <a:pt x="2394" y="1094"/>
                </a:cubicBezTo>
                <a:cubicBezTo>
                  <a:pt x="2379" y="1056"/>
                  <a:pt x="2379" y="1054"/>
                  <a:pt x="2377" y="1052"/>
                </a:cubicBezTo>
                <a:cubicBezTo>
                  <a:pt x="2362" y="1018"/>
                  <a:pt x="2360" y="1013"/>
                  <a:pt x="2359" y="1008"/>
                </a:cubicBezTo>
                <a:cubicBezTo>
                  <a:pt x="2322" y="939"/>
                  <a:pt x="2316" y="929"/>
                  <a:pt x="2311" y="919"/>
                </a:cubicBezTo>
                <a:cubicBezTo>
                  <a:pt x="2268" y="860"/>
                  <a:pt x="2269" y="857"/>
                  <a:pt x="2267" y="855"/>
                </a:cubicBezTo>
                <a:cubicBezTo>
                  <a:pt x="2242" y="833"/>
                  <a:pt x="2236" y="829"/>
                  <a:pt x="2230" y="825"/>
                </a:cubicBezTo>
                <a:cubicBezTo>
                  <a:pt x="2215" y="829"/>
                  <a:pt x="2217" y="829"/>
                  <a:pt x="2219" y="829"/>
                </a:cubicBezTo>
                <a:close/>
                <a:moveTo>
                  <a:pt x="3510" y="16"/>
                </a:moveTo>
                <a:cubicBezTo>
                  <a:pt x="3524" y="18"/>
                  <a:pt x="3535" y="22"/>
                  <a:pt x="3546" y="27"/>
                </a:cubicBezTo>
                <a:cubicBezTo>
                  <a:pt x="3580" y="42"/>
                  <a:pt x="3582" y="38"/>
                  <a:pt x="3584" y="42"/>
                </a:cubicBezTo>
                <a:cubicBezTo>
                  <a:pt x="3618" y="52"/>
                  <a:pt x="3623" y="54"/>
                  <a:pt x="3628" y="56"/>
                </a:cubicBezTo>
                <a:cubicBezTo>
                  <a:pt x="3702" y="78"/>
                  <a:pt x="3712" y="88"/>
                  <a:pt x="3727" y="91"/>
                </a:cubicBezTo>
                <a:cubicBezTo>
                  <a:pt x="3785" y="120"/>
                  <a:pt x="3787" y="122"/>
                  <a:pt x="3791" y="123"/>
                </a:cubicBezTo>
                <a:cubicBezTo>
                  <a:pt x="3770" y="103"/>
                  <a:pt x="3762" y="105"/>
                  <a:pt x="3760" y="99"/>
                </a:cubicBezTo>
                <a:cubicBezTo>
                  <a:pt x="3707" y="77"/>
                  <a:pt x="3699" y="70"/>
                  <a:pt x="3688" y="67"/>
                </a:cubicBezTo>
                <a:cubicBezTo>
                  <a:pt x="3618" y="44"/>
                  <a:pt x="3610" y="38"/>
                  <a:pt x="3599" y="36"/>
                </a:cubicBezTo>
                <a:cubicBezTo>
                  <a:pt x="3547" y="17"/>
                  <a:pt x="3540" y="18"/>
                  <a:pt x="3538" y="12"/>
                </a:cubicBezTo>
                <a:cubicBezTo>
                  <a:pt x="3504" y="1"/>
                  <a:pt x="3503" y="1"/>
                  <a:pt x="3503" y="0"/>
                </a:cubicBezTo>
                <a:cubicBezTo>
                  <a:pt x="3495" y="8"/>
                  <a:pt x="3505" y="9"/>
                  <a:pt x="3510" y="16"/>
                </a:cubicBezTo>
                <a:close/>
                <a:moveTo>
                  <a:pt x="3427" y="20"/>
                </a:moveTo>
                <a:cubicBezTo>
                  <a:pt x="3431" y="23"/>
                  <a:pt x="3439" y="22"/>
                  <a:pt x="3441" y="28"/>
                </a:cubicBezTo>
                <a:cubicBezTo>
                  <a:pt x="3472" y="49"/>
                  <a:pt x="3482" y="47"/>
                  <a:pt x="3484" y="53"/>
                </a:cubicBezTo>
                <a:cubicBezTo>
                  <a:pt x="3561" y="81"/>
                  <a:pt x="3567" y="88"/>
                  <a:pt x="3580" y="88"/>
                </a:cubicBezTo>
                <a:cubicBezTo>
                  <a:pt x="3610" y="99"/>
                  <a:pt x="3608" y="105"/>
                  <a:pt x="3614" y="103"/>
                </a:cubicBezTo>
                <a:cubicBezTo>
                  <a:pt x="3673" y="129"/>
                  <a:pt x="3682" y="128"/>
                  <a:pt x="3686" y="133"/>
                </a:cubicBezTo>
                <a:cubicBezTo>
                  <a:pt x="3728" y="150"/>
                  <a:pt x="3736" y="150"/>
                  <a:pt x="3738" y="156"/>
                </a:cubicBezTo>
                <a:cubicBezTo>
                  <a:pt x="3766" y="171"/>
                  <a:pt x="3768" y="173"/>
                  <a:pt x="3770" y="175"/>
                </a:cubicBezTo>
                <a:cubicBezTo>
                  <a:pt x="3815" y="218"/>
                  <a:pt x="3820" y="221"/>
                  <a:pt x="3824" y="226"/>
                </a:cubicBezTo>
                <a:cubicBezTo>
                  <a:pt x="3840" y="232"/>
                  <a:pt x="3826" y="226"/>
                  <a:pt x="3823" y="217"/>
                </a:cubicBezTo>
                <a:cubicBezTo>
                  <a:pt x="3809" y="197"/>
                  <a:pt x="3803" y="200"/>
                  <a:pt x="3804" y="195"/>
                </a:cubicBezTo>
                <a:cubicBezTo>
                  <a:pt x="3780" y="170"/>
                  <a:pt x="3772" y="173"/>
                  <a:pt x="3772" y="166"/>
                </a:cubicBezTo>
                <a:cubicBezTo>
                  <a:pt x="3732" y="139"/>
                  <a:pt x="3725" y="141"/>
                  <a:pt x="3724" y="135"/>
                </a:cubicBezTo>
                <a:cubicBezTo>
                  <a:pt x="3672" y="119"/>
                  <a:pt x="3670" y="114"/>
                  <a:pt x="3665" y="113"/>
                </a:cubicBezTo>
                <a:cubicBezTo>
                  <a:pt x="3622" y="94"/>
                  <a:pt x="3612" y="93"/>
                  <a:pt x="3607" y="88"/>
                </a:cubicBezTo>
                <a:cubicBezTo>
                  <a:pt x="3553" y="69"/>
                  <a:pt x="3545" y="69"/>
                  <a:pt x="3539" y="65"/>
                </a:cubicBezTo>
                <a:cubicBezTo>
                  <a:pt x="3500" y="46"/>
                  <a:pt x="3489" y="45"/>
                  <a:pt x="3481" y="40"/>
                </a:cubicBezTo>
                <a:cubicBezTo>
                  <a:pt x="3448" y="23"/>
                  <a:pt x="3449" y="17"/>
                  <a:pt x="3444" y="19"/>
                </a:cubicBezTo>
                <a:cubicBezTo>
                  <a:pt x="3422" y="2"/>
                  <a:pt x="3421" y="1"/>
                  <a:pt x="3421" y="0"/>
                </a:cubicBezTo>
                <a:close/>
                <a:moveTo>
                  <a:pt x="2120" y="152"/>
                </a:moveTo>
                <a:cubicBezTo>
                  <a:pt x="2122" y="149"/>
                  <a:pt x="2127" y="152"/>
                  <a:pt x="2126" y="145"/>
                </a:cubicBezTo>
                <a:cubicBezTo>
                  <a:pt x="2128" y="141"/>
                  <a:pt x="2129" y="136"/>
                  <a:pt x="2130" y="132"/>
                </a:cubicBezTo>
                <a:cubicBezTo>
                  <a:pt x="2133" y="135"/>
                  <a:pt x="2137" y="123"/>
                  <a:pt x="2133" y="124"/>
                </a:cubicBezTo>
                <a:cubicBezTo>
                  <a:pt x="2133" y="119"/>
                  <a:pt x="2138" y="121"/>
                  <a:pt x="2138" y="114"/>
                </a:cubicBezTo>
                <a:cubicBezTo>
                  <a:pt x="2137" y="106"/>
                  <a:pt x="2141" y="96"/>
                  <a:pt x="2144" y="86"/>
                </a:cubicBezTo>
                <a:cubicBezTo>
                  <a:pt x="2144" y="69"/>
                  <a:pt x="2149" y="48"/>
                  <a:pt x="2154" y="28"/>
                </a:cubicBezTo>
                <a:cubicBezTo>
                  <a:pt x="2152" y="20"/>
                  <a:pt x="2156" y="9"/>
                  <a:pt x="2156" y="0"/>
                </a:cubicBezTo>
                <a:cubicBezTo>
                  <a:pt x="2146" y="0"/>
                  <a:pt x="2146" y="0"/>
                  <a:pt x="2146" y="0"/>
                </a:cubicBezTo>
                <a:cubicBezTo>
                  <a:pt x="2146" y="12"/>
                  <a:pt x="2145" y="24"/>
                  <a:pt x="2146" y="35"/>
                </a:cubicBezTo>
                <a:cubicBezTo>
                  <a:pt x="2140" y="38"/>
                  <a:pt x="2145" y="45"/>
                  <a:pt x="2140" y="53"/>
                </a:cubicBezTo>
                <a:cubicBezTo>
                  <a:pt x="2143" y="59"/>
                  <a:pt x="2137" y="69"/>
                  <a:pt x="2135" y="77"/>
                </a:cubicBezTo>
                <a:cubicBezTo>
                  <a:pt x="2143" y="79"/>
                  <a:pt x="2129" y="83"/>
                  <a:pt x="2136" y="84"/>
                </a:cubicBezTo>
                <a:cubicBezTo>
                  <a:pt x="2134" y="88"/>
                  <a:pt x="2133" y="92"/>
                  <a:pt x="2132" y="96"/>
                </a:cubicBezTo>
                <a:cubicBezTo>
                  <a:pt x="2127" y="106"/>
                  <a:pt x="2131" y="111"/>
                  <a:pt x="2127" y="120"/>
                </a:cubicBezTo>
                <a:cubicBezTo>
                  <a:pt x="2126" y="127"/>
                  <a:pt x="2123" y="131"/>
                  <a:pt x="2120" y="136"/>
                </a:cubicBezTo>
                <a:cubicBezTo>
                  <a:pt x="2119" y="142"/>
                  <a:pt x="2114" y="150"/>
                  <a:pt x="2120" y="152"/>
                </a:cubicBezTo>
                <a:close/>
                <a:moveTo>
                  <a:pt x="3473" y="21"/>
                </a:moveTo>
                <a:cubicBezTo>
                  <a:pt x="3474" y="26"/>
                  <a:pt x="3481" y="23"/>
                  <a:pt x="3482" y="27"/>
                </a:cubicBezTo>
                <a:cubicBezTo>
                  <a:pt x="3525" y="42"/>
                  <a:pt x="3529" y="41"/>
                  <a:pt x="3529" y="43"/>
                </a:cubicBezTo>
                <a:cubicBezTo>
                  <a:pt x="3556" y="50"/>
                  <a:pt x="3560" y="53"/>
                  <a:pt x="3565" y="54"/>
                </a:cubicBezTo>
                <a:cubicBezTo>
                  <a:pt x="3587" y="59"/>
                  <a:pt x="3590" y="63"/>
                  <a:pt x="3596" y="63"/>
                </a:cubicBezTo>
                <a:cubicBezTo>
                  <a:pt x="3658" y="81"/>
                  <a:pt x="3665" y="83"/>
                  <a:pt x="3672" y="84"/>
                </a:cubicBezTo>
                <a:cubicBezTo>
                  <a:pt x="3705" y="94"/>
                  <a:pt x="3704" y="100"/>
                  <a:pt x="3710" y="98"/>
                </a:cubicBezTo>
                <a:cubicBezTo>
                  <a:pt x="3741" y="113"/>
                  <a:pt x="3750" y="122"/>
                  <a:pt x="3762" y="128"/>
                </a:cubicBezTo>
                <a:cubicBezTo>
                  <a:pt x="3734" y="106"/>
                  <a:pt x="3735" y="102"/>
                  <a:pt x="3732" y="101"/>
                </a:cubicBezTo>
                <a:cubicBezTo>
                  <a:pt x="3703" y="87"/>
                  <a:pt x="3695" y="86"/>
                  <a:pt x="3691" y="80"/>
                </a:cubicBezTo>
                <a:cubicBezTo>
                  <a:pt x="3643" y="67"/>
                  <a:pt x="3634" y="68"/>
                  <a:pt x="3631" y="63"/>
                </a:cubicBezTo>
                <a:cubicBezTo>
                  <a:pt x="3595" y="53"/>
                  <a:pt x="3580" y="51"/>
                  <a:pt x="3566" y="45"/>
                </a:cubicBezTo>
                <a:cubicBezTo>
                  <a:pt x="3521" y="29"/>
                  <a:pt x="3512" y="29"/>
                  <a:pt x="3506" y="25"/>
                </a:cubicBezTo>
                <a:cubicBezTo>
                  <a:pt x="3450" y="1"/>
                  <a:pt x="3450" y="1"/>
                  <a:pt x="3449" y="0"/>
                </a:cubicBezTo>
                <a:cubicBezTo>
                  <a:pt x="3460" y="14"/>
                  <a:pt x="3465" y="20"/>
                  <a:pt x="3473" y="21"/>
                </a:cubicBezTo>
                <a:close/>
                <a:moveTo>
                  <a:pt x="3620" y="24"/>
                </a:moveTo>
                <a:cubicBezTo>
                  <a:pt x="3631" y="33"/>
                  <a:pt x="3648" y="37"/>
                  <a:pt x="3660" y="45"/>
                </a:cubicBezTo>
                <a:cubicBezTo>
                  <a:pt x="3693" y="63"/>
                  <a:pt x="3695" y="64"/>
                  <a:pt x="3697" y="64"/>
                </a:cubicBezTo>
                <a:cubicBezTo>
                  <a:pt x="3679" y="44"/>
                  <a:pt x="3672" y="47"/>
                  <a:pt x="3673" y="40"/>
                </a:cubicBezTo>
                <a:cubicBezTo>
                  <a:pt x="3676" y="28"/>
                  <a:pt x="3672" y="29"/>
                  <a:pt x="3670" y="27"/>
                </a:cubicBezTo>
                <a:cubicBezTo>
                  <a:pt x="3650" y="7"/>
                  <a:pt x="3647" y="4"/>
                  <a:pt x="3644" y="0"/>
                </a:cubicBezTo>
                <a:cubicBezTo>
                  <a:pt x="3635" y="4"/>
                  <a:pt x="3633" y="2"/>
                  <a:pt x="3633" y="1"/>
                </a:cubicBezTo>
                <a:cubicBezTo>
                  <a:pt x="3612" y="3"/>
                  <a:pt x="3615" y="4"/>
                  <a:pt x="3618" y="7"/>
                </a:cubicBezTo>
                <a:cubicBezTo>
                  <a:pt x="3628" y="5"/>
                  <a:pt x="3633" y="12"/>
                  <a:pt x="3636" y="12"/>
                </a:cubicBezTo>
                <a:cubicBezTo>
                  <a:pt x="3662" y="38"/>
                  <a:pt x="3670" y="35"/>
                  <a:pt x="3669" y="42"/>
                </a:cubicBezTo>
                <a:cubicBezTo>
                  <a:pt x="3626" y="22"/>
                  <a:pt x="3626" y="19"/>
                  <a:pt x="3622" y="19"/>
                </a:cubicBezTo>
                <a:cubicBezTo>
                  <a:pt x="3555" y="0"/>
                  <a:pt x="3555" y="0"/>
                  <a:pt x="3555" y="0"/>
                </a:cubicBezTo>
                <a:close/>
                <a:moveTo>
                  <a:pt x="3212" y="33"/>
                </a:moveTo>
                <a:cubicBezTo>
                  <a:pt x="3206" y="33"/>
                  <a:pt x="3205" y="37"/>
                  <a:pt x="3203" y="40"/>
                </a:cubicBezTo>
                <a:cubicBezTo>
                  <a:pt x="3189" y="62"/>
                  <a:pt x="3182" y="63"/>
                  <a:pt x="3181" y="70"/>
                </a:cubicBezTo>
                <a:cubicBezTo>
                  <a:pt x="3156" y="101"/>
                  <a:pt x="3153" y="105"/>
                  <a:pt x="3149" y="110"/>
                </a:cubicBezTo>
                <a:cubicBezTo>
                  <a:pt x="3127" y="142"/>
                  <a:pt x="3121" y="145"/>
                  <a:pt x="3117" y="149"/>
                </a:cubicBezTo>
                <a:cubicBezTo>
                  <a:pt x="3095" y="182"/>
                  <a:pt x="3097" y="191"/>
                  <a:pt x="3089" y="192"/>
                </a:cubicBezTo>
                <a:cubicBezTo>
                  <a:pt x="3072" y="230"/>
                  <a:pt x="3070" y="235"/>
                  <a:pt x="3067" y="240"/>
                </a:cubicBezTo>
                <a:cubicBezTo>
                  <a:pt x="3055" y="279"/>
                  <a:pt x="3050" y="279"/>
                  <a:pt x="3052" y="285"/>
                </a:cubicBezTo>
                <a:cubicBezTo>
                  <a:pt x="3062" y="273"/>
                  <a:pt x="3059" y="266"/>
                  <a:pt x="3062" y="264"/>
                </a:cubicBezTo>
                <a:cubicBezTo>
                  <a:pt x="3091" y="212"/>
                  <a:pt x="3094" y="199"/>
                  <a:pt x="3102" y="189"/>
                </a:cubicBezTo>
                <a:cubicBezTo>
                  <a:pt x="3129" y="153"/>
                  <a:pt x="3131" y="147"/>
                  <a:pt x="3134" y="141"/>
                </a:cubicBezTo>
                <a:cubicBezTo>
                  <a:pt x="3178" y="91"/>
                  <a:pt x="3180" y="84"/>
                  <a:pt x="3184" y="79"/>
                </a:cubicBezTo>
                <a:cubicBezTo>
                  <a:pt x="3206" y="54"/>
                  <a:pt x="3203" y="47"/>
                  <a:pt x="3210" y="48"/>
                </a:cubicBezTo>
                <a:cubicBezTo>
                  <a:pt x="3230" y="23"/>
                  <a:pt x="3232" y="21"/>
                  <a:pt x="3235" y="18"/>
                </a:cubicBezTo>
                <a:cubicBezTo>
                  <a:pt x="3236" y="0"/>
                  <a:pt x="3236" y="0"/>
                  <a:pt x="3236" y="0"/>
                </a:cubicBezTo>
                <a:close/>
                <a:moveTo>
                  <a:pt x="3233" y="56"/>
                </a:moveTo>
                <a:cubicBezTo>
                  <a:pt x="3233" y="58"/>
                  <a:pt x="3230" y="57"/>
                  <a:pt x="3229" y="58"/>
                </a:cubicBezTo>
                <a:cubicBezTo>
                  <a:pt x="3216" y="75"/>
                  <a:pt x="3212" y="85"/>
                  <a:pt x="3202" y="90"/>
                </a:cubicBezTo>
                <a:cubicBezTo>
                  <a:pt x="3171" y="129"/>
                  <a:pt x="3166" y="132"/>
                  <a:pt x="3164" y="137"/>
                </a:cubicBezTo>
                <a:cubicBezTo>
                  <a:pt x="3139" y="170"/>
                  <a:pt x="3133" y="178"/>
                  <a:pt x="3126" y="185"/>
                </a:cubicBezTo>
                <a:cubicBezTo>
                  <a:pt x="3100" y="228"/>
                  <a:pt x="3098" y="230"/>
                  <a:pt x="3099" y="233"/>
                </a:cubicBezTo>
                <a:cubicBezTo>
                  <a:pt x="3089" y="255"/>
                  <a:pt x="3084" y="261"/>
                  <a:pt x="3082" y="269"/>
                </a:cubicBezTo>
                <a:cubicBezTo>
                  <a:pt x="3073" y="289"/>
                  <a:pt x="3070" y="294"/>
                  <a:pt x="3071" y="301"/>
                </a:cubicBezTo>
                <a:cubicBezTo>
                  <a:pt x="3061" y="337"/>
                  <a:pt x="3052" y="344"/>
                  <a:pt x="3059" y="348"/>
                </a:cubicBezTo>
                <a:cubicBezTo>
                  <a:pt x="3069" y="311"/>
                  <a:pt x="3071" y="307"/>
                  <a:pt x="3073" y="305"/>
                </a:cubicBezTo>
                <a:cubicBezTo>
                  <a:pt x="3087" y="271"/>
                  <a:pt x="3088" y="268"/>
                  <a:pt x="3090" y="264"/>
                </a:cubicBezTo>
                <a:cubicBezTo>
                  <a:pt x="3111" y="237"/>
                  <a:pt x="3106" y="228"/>
                  <a:pt x="3109" y="226"/>
                </a:cubicBezTo>
                <a:cubicBezTo>
                  <a:pt x="3127" y="208"/>
                  <a:pt x="3122" y="199"/>
                  <a:pt x="3129" y="201"/>
                </a:cubicBezTo>
                <a:cubicBezTo>
                  <a:pt x="3162" y="155"/>
                  <a:pt x="3164" y="153"/>
                  <a:pt x="3165" y="150"/>
                </a:cubicBezTo>
                <a:cubicBezTo>
                  <a:pt x="3190" y="125"/>
                  <a:pt x="3187" y="118"/>
                  <a:pt x="3191" y="117"/>
                </a:cubicBezTo>
                <a:cubicBezTo>
                  <a:pt x="3208" y="99"/>
                  <a:pt x="3213" y="99"/>
                  <a:pt x="3214" y="94"/>
                </a:cubicBezTo>
                <a:cubicBezTo>
                  <a:pt x="3234" y="64"/>
                  <a:pt x="3239" y="64"/>
                  <a:pt x="3242" y="61"/>
                </a:cubicBezTo>
                <a:cubicBezTo>
                  <a:pt x="3259" y="28"/>
                  <a:pt x="3265" y="28"/>
                  <a:pt x="3268" y="25"/>
                </a:cubicBezTo>
                <a:cubicBezTo>
                  <a:pt x="3279" y="1"/>
                  <a:pt x="3279" y="1"/>
                  <a:pt x="3279" y="0"/>
                </a:cubicBezTo>
                <a:cubicBezTo>
                  <a:pt x="3256" y="19"/>
                  <a:pt x="3257" y="22"/>
                  <a:pt x="3257" y="25"/>
                </a:cubicBezTo>
                <a:cubicBezTo>
                  <a:pt x="3238" y="46"/>
                  <a:pt x="3237" y="52"/>
                  <a:pt x="3233" y="56"/>
                </a:cubicBezTo>
                <a:close/>
                <a:moveTo>
                  <a:pt x="3266" y="58"/>
                </a:moveTo>
                <a:cubicBezTo>
                  <a:pt x="3268" y="64"/>
                  <a:pt x="3258" y="61"/>
                  <a:pt x="3262" y="69"/>
                </a:cubicBezTo>
                <a:cubicBezTo>
                  <a:pt x="3249" y="91"/>
                  <a:pt x="3245" y="92"/>
                  <a:pt x="3242" y="94"/>
                </a:cubicBezTo>
                <a:cubicBezTo>
                  <a:pt x="3222" y="121"/>
                  <a:pt x="3222" y="124"/>
                  <a:pt x="3220" y="124"/>
                </a:cubicBezTo>
                <a:cubicBezTo>
                  <a:pt x="3204" y="138"/>
                  <a:pt x="3209" y="147"/>
                  <a:pt x="3202" y="145"/>
                </a:cubicBezTo>
                <a:cubicBezTo>
                  <a:pt x="3184" y="168"/>
                  <a:pt x="3181" y="176"/>
                  <a:pt x="3176" y="182"/>
                </a:cubicBezTo>
                <a:cubicBezTo>
                  <a:pt x="3160" y="206"/>
                  <a:pt x="3156" y="212"/>
                  <a:pt x="3152" y="219"/>
                </a:cubicBezTo>
                <a:cubicBezTo>
                  <a:pt x="3130" y="247"/>
                  <a:pt x="3133" y="254"/>
                  <a:pt x="3129" y="255"/>
                </a:cubicBezTo>
                <a:cubicBezTo>
                  <a:pt x="3116" y="278"/>
                  <a:pt x="3117" y="283"/>
                  <a:pt x="3116" y="287"/>
                </a:cubicBezTo>
                <a:cubicBezTo>
                  <a:pt x="3103" y="309"/>
                  <a:pt x="3107" y="317"/>
                  <a:pt x="3103" y="318"/>
                </a:cubicBezTo>
                <a:cubicBezTo>
                  <a:pt x="3104" y="323"/>
                  <a:pt x="3113" y="307"/>
                  <a:pt x="3118" y="289"/>
                </a:cubicBezTo>
                <a:cubicBezTo>
                  <a:pt x="3132" y="263"/>
                  <a:pt x="3133" y="261"/>
                  <a:pt x="3133" y="259"/>
                </a:cubicBezTo>
                <a:cubicBezTo>
                  <a:pt x="3152" y="235"/>
                  <a:pt x="3156" y="227"/>
                  <a:pt x="3159" y="218"/>
                </a:cubicBezTo>
                <a:cubicBezTo>
                  <a:pt x="3212" y="152"/>
                  <a:pt x="3211" y="146"/>
                  <a:pt x="3215" y="144"/>
                </a:cubicBezTo>
                <a:cubicBezTo>
                  <a:pt x="3233" y="123"/>
                  <a:pt x="3234" y="121"/>
                  <a:pt x="3235" y="119"/>
                </a:cubicBezTo>
                <a:cubicBezTo>
                  <a:pt x="3276" y="61"/>
                  <a:pt x="3281" y="54"/>
                  <a:pt x="3285" y="45"/>
                </a:cubicBezTo>
                <a:cubicBezTo>
                  <a:pt x="3304" y="7"/>
                  <a:pt x="3306" y="3"/>
                  <a:pt x="3307" y="0"/>
                </a:cubicBezTo>
                <a:cubicBezTo>
                  <a:pt x="3289" y="13"/>
                  <a:pt x="3289" y="20"/>
                  <a:pt x="3288" y="25"/>
                </a:cubicBezTo>
                <a:close/>
                <a:moveTo>
                  <a:pt x="3328" y="44"/>
                </a:moveTo>
                <a:cubicBezTo>
                  <a:pt x="3331" y="57"/>
                  <a:pt x="3320" y="58"/>
                  <a:pt x="3321" y="69"/>
                </a:cubicBezTo>
                <a:cubicBezTo>
                  <a:pt x="3291" y="125"/>
                  <a:pt x="3285" y="140"/>
                  <a:pt x="3274" y="151"/>
                </a:cubicBezTo>
                <a:cubicBezTo>
                  <a:pt x="3246" y="195"/>
                  <a:pt x="3240" y="199"/>
                  <a:pt x="3239" y="206"/>
                </a:cubicBezTo>
                <a:cubicBezTo>
                  <a:pt x="3207" y="239"/>
                  <a:pt x="3211" y="249"/>
                  <a:pt x="3203" y="248"/>
                </a:cubicBezTo>
                <a:cubicBezTo>
                  <a:pt x="3187" y="277"/>
                  <a:pt x="3183" y="280"/>
                  <a:pt x="3181" y="284"/>
                </a:cubicBezTo>
                <a:cubicBezTo>
                  <a:pt x="3135" y="346"/>
                  <a:pt x="3135" y="352"/>
                  <a:pt x="3131" y="356"/>
                </a:cubicBezTo>
                <a:cubicBezTo>
                  <a:pt x="3116" y="393"/>
                  <a:pt x="3117" y="386"/>
                  <a:pt x="3120" y="383"/>
                </a:cubicBezTo>
                <a:cubicBezTo>
                  <a:pt x="3155" y="333"/>
                  <a:pt x="3159" y="323"/>
                  <a:pt x="3168" y="316"/>
                </a:cubicBezTo>
                <a:cubicBezTo>
                  <a:pt x="3194" y="280"/>
                  <a:pt x="3194" y="276"/>
                  <a:pt x="3196" y="275"/>
                </a:cubicBezTo>
                <a:cubicBezTo>
                  <a:pt x="3222" y="247"/>
                  <a:pt x="3220" y="237"/>
                  <a:pt x="3226" y="235"/>
                </a:cubicBezTo>
                <a:cubicBezTo>
                  <a:pt x="3249" y="205"/>
                  <a:pt x="3250" y="199"/>
                  <a:pt x="3256" y="196"/>
                </a:cubicBezTo>
                <a:cubicBezTo>
                  <a:pt x="3279" y="168"/>
                  <a:pt x="3281" y="159"/>
                  <a:pt x="3286" y="152"/>
                </a:cubicBezTo>
                <a:cubicBezTo>
                  <a:pt x="3303" y="114"/>
                  <a:pt x="3312" y="117"/>
                  <a:pt x="3311" y="111"/>
                </a:cubicBezTo>
                <a:cubicBezTo>
                  <a:pt x="3332" y="68"/>
                  <a:pt x="3332" y="66"/>
                  <a:pt x="3332" y="64"/>
                </a:cubicBezTo>
                <a:cubicBezTo>
                  <a:pt x="3341" y="43"/>
                  <a:pt x="3345" y="38"/>
                  <a:pt x="3347" y="30"/>
                </a:cubicBezTo>
                <a:cubicBezTo>
                  <a:pt x="3353" y="4"/>
                  <a:pt x="3354" y="3"/>
                  <a:pt x="3355" y="0"/>
                </a:cubicBezTo>
                <a:cubicBezTo>
                  <a:pt x="3335" y="30"/>
                  <a:pt x="3335" y="40"/>
                  <a:pt x="3328" y="44"/>
                </a:cubicBezTo>
                <a:close/>
                <a:moveTo>
                  <a:pt x="3306" y="46"/>
                </a:moveTo>
                <a:cubicBezTo>
                  <a:pt x="3299" y="56"/>
                  <a:pt x="3294" y="69"/>
                  <a:pt x="3289" y="82"/>
                </a:cubicBezTo>
                <a:cubicBezTo>
                  <a:pt x="3270" y="121"/>
                  <a:pt x="3264" y="120"/>
                  <a:pt x="3266" y="125"/>
                </a:cubicBezTo>
                <a:cubicBezTo>
                  <a:pt x="3247" y="151"/>
                  <a:pt x="3249" y="157"/>
                  <a:pt x="3247" y="159"/>
                </a:cubicBezTo>
                <a:cubicBezTo>
                  <a:pt x="3229" y="187"/>
                  <a:pt x="3227" y="190"/>
                  <a:pt x="3223" y="190"/>
                </a:cubicBezTo>
                <a:cubicBezTo>
                  <a:pt x="3198" y="226"/>
                  <a:pt x="3193" y="239"/>
                  <a:pt x="3183" y="247"/>
                </a:cubicBezTo>
                <a:cubicBezTo>
                  <a:pt x="3145" y="300"/>
                  <a:pt x="3145" y="309"/>
                  <a:pt x="3137" y="311"/>
                </a:cubicBezTo>
                <a:cubicBezTo>
                  <a:pt x="3114" y="353"/>
                  <a:pt x="3112" y="359"/>
                  <a:pt x="3108" y="364"/>
                </a:cubicBezTo>
                <a:cubicBezTo>
                  <a:pt x="3095" y="396"/>
                  <a:pt x="3095" y="401"/>
                  <a:pt x="3093" y="404"/>
                </a:cubicBezTo>
                <a:cubicBezTo>
                  <a:pt x="3091" y="418"/>
                  <a:pt x="3095" y="414"/>
                  <a:pt x="3096" y="408"/>
                </a:cubicBezTo>
                <a:cubicBezTo>
                  <a:pt x="3109" y="368"/>
                  <a:pt x="3117" y="366"/>
                  <a:pt x="3116" y="359"/>
                </a:cubicBezTo>
                <a:cubicBezTo>
                  <a:pt x="3148" y="313"/>
                  <a:pt x="3149" y="307"/>
                  <a:pt x="3154" y="304"/>
                </a:cubicBezTo>
                <a:cubicBezTo>
                  <a:pt x="3186" y="258"/>
                  <a:pt x="3191" y="256"/>
                  <a:pt x="3192" y="249"/>
                </a:cubicBezTo>
                <a:cubicBezTo>
                  <a:pt x="3234" y="190"/>
                  <a:pt x="3236" y="186"/>
                  <a:pt x="3239" y="182"/>
                </a:cubicBezTo>
                <a:cubicBezTo>
                  <a:pt x="3255" y="158"/>
                  <a:pt x="3264" y="150"/>
                  <a:pt x="3267" y="138"/>
                </a:cubicBezTo>
                <a:cubicBezTo>
                  <a:pt x="3306" y="78"/>
                  <a:pt x="3301" y="66"/>
                  <a:pt x="3308" y="66"/>
                </a:cubicBezTo>
                <a:cubicBezTo>
                  <a:pt x="3324" y="32"/>
                  <a:pt x="3322" y="26"/>
                  <a:pt x="3325" y="25"/>
                </a:cubicBezTo>
                <a:cubicBezTo>
                  <a:pt x="3322" y="0"/>
                  <a:pt x="3322" y="0"/>
                  <a:pt x="3322" y="0"/>
                </a:cubicBezTo>
                <a:cubicBezTo>
                  <a:pt x="3310" y="26"/>
                  <a:pt x="3313" y="33"/>
                  <a:pt x="3310" y="35"/>
                </a:cubicBezTo>
                <a:close/>
                <a:moveTo>
                  <a:pt x="1833" y="144"/>
                </a:moveTo>
                <a:cubicBezTo>
                  <a:pt x="1834" y="148"/>
                  <a:pt x="1831" y="154"/>
                  <a:pt x="1834" y="158"/>
                </a:cubicBezTo>
                <a:cubicBezTo>
                  <a:pt x="1833" y="176"/>
                  <a:pt x="1836" y="192"/>
                  <a:pt x="1833" y="212"/>
                </a:cubicBezTo>
                <a:cubicBezTo>
                  <a:pt x="1835" y="220"/>
                  <a:pt x="1835" y="229"/>
                  <a:pt x="1835" y="238"/>
                </a:cubicBezTo>
                <a:cubicBezTo>
                  <a:pt x="1833" y="244"/>
                  <a:pt x="1838" y="245"/>
                  <a:pt x="1835" y="251"/>
                </a:cubicBezTo>
                <a:cubicBezTo>
                  <a:pt x="1841" y="253"/>
                  <a:pt x="1829" y="264"/>
                  <a:pt x="1838" y="264"/>
                </a:cubicBezTo>
                <a:cubicBezTo>
                  <a:pt x="1842" y="241"/>
                  <a:pt x="1841" y="220"/>
                  <a:pt x="1839" y="200"/>
                </a:cubicBezTo>
                <a:cubicBezTo>
                  <a:pt x="1843" y="193"/>
                  <a:pt x="1838" y="190"/>
                  <a:pt x="1842" y="183"/>
                </a:cubicBezTo>
                <a:cubicBezTo>
                  <a:pt x="1838" y="180"/>
                  <a:pt x="1844" y="172"/>
                  <a:pt x="1840" y="168"/>
                </a:cubicBezTo>
                <a:cubicBezTo>
                  <a:pt x="1842" y="156"/>
                  <a:pt x="1839" y="146"/>
                  <a:pt x="1841" y="135"/>
                </a:cubicBezTo>
                <a:cubicBezTo>
                  <a:pt x="1838" y="133"/>
                  <a:pt x="1840" y="132"/>
                  <a:pt x="1842" y="130"/>
                </a:cubicBezTo>
                <a:cubicBezTo>
                  <a:pt x="1842" y="128"/>
                  <a:pt x="1841" y="125"/>
                  <a:pt x="1839" y="123"/>
                </a:cubicBezTo>
                <a:cubicBezTo>
                  <a:pt x="1838" y="118"/>
                  <a:pt x="1843" y="111"/>
                  <a:pt x="1840" y="107"/>
                </a:cubicBezTo>
                <a:cubicBezTo>
                  <a:pt x="1841" y="96"/>
                  <a:pt x="1841" y="85"/>
                  <a:pt x="1840" y="75"/>
                </a:cubicBezTo>
                <a:cubicBezTo>
                  <a:pt x="1842" y="53"/>
                  <a:pt x="1847" y="28"/>
                  <a:pt x="1852" y="4"/>
                </a:cubicBezTo>
                <a:cubicBezTo>
                  <a:pt x="1853" y="3"/>
                  <a:pt x="1853" y="2"/>
                  <a:pt x="1853" y="0"/>
                </a:cubicBezTo>
                <a:cubicBezTo>
                  <a:pt x="1845" y="0"/>
                  <a:pt x="1845" y="0"/>
                  <a:pt x="1845" y="0"/>
                </a:cubicBezTo>
                <a:cubicBezTo>
                  <a:pt x="1842" y="19"/>
                  <a:pt x="1837" y="36"/>
                  <a:pt x="1834" y="51"/>
                </a:cubicBezTo>
                <a:cubicBezTo>
                  <a:pt x="1833" y="68"/>
                  <a:pt x="1832" y="87"/>
                  <a:pt x="1831" y="105"/>
                </a:cubicBezTo>
                <a:cubicBezTo>
                  <a:pt x="1833" y="113"/>
                  <a:pt x="1831" y="122"/>
                  <a:pt x="1833" y="130"/>
                </a:cubicBezTo>
                <a:cubicBezTo>
                  <a:pt x="1832" y="135"/>
                  <a:pt x="1833" y="139"/>
                  <a:pt x="1833" y="144"/>
                </a:cubicBezTo>
                <a:close/>
                <a:moveTo>
                  <a:pt x="0" y="2063"/>
                </a:moveTo>
                <a:cubicBezTo>
                  <a:pt x="0" y="2074"/>
                  <a:pt x="0" y="2074"/>
                  <a:pt x="0" y="2074"/>
                </a:cubicBezTo>
                <a:cubicBezTo>
                  <a:pt x="3" y="2076"/>
                  <a:pt x="5" y="2078"/>
                  <a:pt x="8" y="2080"/>
                </a:cubicBezTo>
                <a:cubicBezTo>
                  <a:pt x="33" y="2102"/>
                  <a:pt x="57" y="2123"/>
                  <a:pt x="79" y="2145"/>
                </a:cubicBezTo>
                <a:cubicBezTo>
                  <a:pt x="83" y="2150"/>
                  <a:pt x="87" y="2155"/>
                  <a:pt x="91" y="2160"/>
                </a:cubicBezTo>
                <a:cubicBezTo>
                  <a:pt x="99" y="2160"/>
                  <a:pt x="99" y="2160"/>
                  <a:pt x="99" y="2160"/>
                </a:cubicBezTo>
                <a:cubicBezTo>
                  <a:pt x="91" y="2149"/>
                  <a:pt x="84" y="2139"/>
                  <a:pt x="73" y="2128"/>
                </a:cubicBezTo>
                <a:cubicBezTo>
                  <a:pt x="49" y="2106"/>
                  <a:pt x="25" y="2082"/>
                  <a:pt x="0" y="2063"/>
                </a:cubicBezTo>
                <a:close/>
                <a:moveTo>
                  <a:pt x="3426" y="101"/>
                </a:moveTo>
                <a:cubicBezTo>
                  <a:pt x="3427" y="105"/>
                  <a:pt x="3433" y="102"/>
                  <a:pt x="3433" y="107"/>
                </a:cubicBezTo>
                <a:cubicBezTo>
                  <a:pt x="3466" y="129"/>
                  <a:pt x="3473" y="131"/>
                  <a:pt x="3477" y="137"/>
                </a:cubicBezTo>
                <a:cubicBezTo>
                  <a:pt x="3507" y="145"/>
                  <a:pt x="3507" y="155"/>
                  <a:pt x="3517" y="154"/>
                </a:cubicBezTo>
                <a:cubicBezTo>
                  <a:pt x="3564" y="174"/>
                  <a:pt x="3568" y="181"/>
                  <a:pt x="3578" y="180"/>
                </a:cubicBezTo>
                <a:cubicBezTo>
                  <a:pt x="3640" y="204"/>
                  <a:pt x="3649" y="204"/>
                  <a:pt x="3652" y="210"/>
                </a:cubicBezTo>
                <a:cubicBezTo>
                  <a:pt x="3735" y="234"/>
                  <a:pt x="3740" y="237"/>
                  <a:pt x="3746" y="238"/>
                </a:cubicBezTo>
                <a:cubicBezTo>
                  <a:pt x="3773" y="254"/>
                  <a:pt x="3787" y="255"/>
                  <a:pt x="3796" y="263"/>
                </a:cubicBezTo>
                <a:cubicBezTo>
                  <a:pt x="3834" y="280"/>
                  <a:pt x="3836" y="285"/>
                  <a:pt x="3840" y="287"/>
                </a:cubicBezTo>
                <a:cubicBezTo>
                  <a:pt x="3828" y="268"/>
                  <a:pt x="3815" y="266"/>
                  <a:pt x="3807" y="258"/>
                </a:cubicBezTo>
                <a:cubicBezTo>
                  <a:pt x="3762" y="240"/>
                  <a:pt x="3755" y="231"/>
                  <a:pt x="3741" y="230"/>
                </a:cubicBezTo>
                <a:cubicBezTo>
                  <a:pt x="3722" y="217"/>
                  <a:pt x="3714" y="217"/>
                  <a:pt x="3708" y="217"/>
                </a:cubicBezTo>
                <a:cubicBezTo>
                  <a:pt x="3661" y="197"/>
                  <a:pt x="3650" y="199"/>
                  <a:pt x="3645" y="195"/>
                </a:cubicBezTo>
                <a:cubicBezTo>
                  <a:pt x="3599" y="178"/>
                  <a:pt x="3586" y="177"/>
                  <a:pt x="3580" y="169"/>
                </a:cubicBezTo>
                <a:cubicBezTo>
                  <a:pt x="3514" y="144"/>
                  <a:pt x="3501" y="134"/>
                  <a:pt x="3483" y="130"/>
                </a:cubicBezTo>
                <a:cubicBezTo>
                  <a:pt x="3463" y="111"/>
                  <a:pt x="3458" y="112"/>
                  <a:pt x="3455" y="110"/>
                </a:cubicBezTo>
                <a:cubicBezTo>
                  <a:pt x="3436" y="101"/>
                  <a:pt x="3434" y="92"/>
                  <a:pt x="3425" y="90"/>
                </a:cubicBezTo>
                <a:cubicBezTo>
                  <a:pt x="3423" y="83"/>
                  <a:pt x="3430" y="83"/>
                  <a:pt x="3432" y="87"/>
                </a:cubicBezTo>
                <a:cubicBezTo>
                  <a:pt x="3449" y="100"/>
                  <a:pt x="3451" y="102"/>
                  <a:pt x="3455" y="101"/>
                </a:cubicBezTo>
                <a:cubicBezTo>
                  <a:pt x="3485" y="120"/>
                  <a:pt x="3492" y="126"/>
                  <a:pt x="3502" y="128"/>
                </a:cubicBezTo>
                <a:cubicBezTo>
                  <a:pt x="3535" y="145"/>
                  <a:pt x="3541" y="152"/>
                  <a:pt x="3552" y="153"/>
                </a:cubicBezTo>
                <a:cubicBezTo>
                  <a:pt x="3582" y="166"/>
                  <a:pt x="3589" y="165"/>
                  <a:pt x="3591" y="170"/>
                </a:cubicBezTo>
                <a:cubicBezTo>
                  <a:pt x="3647" y="181"/>
                  <a:pt x="3653" y="188"/>
                  <a:pt x="3664" y="189"/>
                </a:cubicBezTo>
                <a:cubicBezTo>
                  <a:pt x="3699" y="198"/>
                  <a:pt x="3710" y="200"/>
                  <a:pt x="3720" y="203"/>
                </a:cubicBezTo>
                <a:cubicBezTo>
                  <a:pt x="3763" y="221"/>
                  <a:pt x="3768" y="222"/>
                  <a:pt x="3774" y="223"/>
                </a:cubicBezTo>
                <a:cubicBezTo>
                  <a:pt x="3810" y="245"/>
                  <a:pt x="3813" y="246"/>
                  <a:pt x="3814" y="246"/>
                </a:cubicBezTo>
                <a:cubicBezTo>
                  <a:pt x="3799" y="228"/>
                  <a:pt x="3790" y="229"/>
                  <a:pt x="3787" y="222"/>
                </a:cubicBezTo>
                <a:cubicBezTo>
                  <a:pt x="3747" y="202"/>
                  <a:pt x="3743" y="201"/>
                  <a:pt x="3739" y="201"/>
                </a:cubicBezTo>
                <a:cubicBezTo>
                  <a:pt x="3695" y="187"/>
                  <a:pt x="3682" y="182"/>
                  <a:pt x="3664" y="183"/>
                </a:cubicBezTo>
                <a:cubicBezTo>
                  <a:pt x="3625" y="169"/>
                  <a:pt x="3620" y="165"/>
                  <a:pt x="3617" y="168"/>
                </a:cubicBezTo>
                <a:cubicBezTo>
                  <a:pt x="3539" y="138"/>
                  <a:pt x="3528" y="132"/>
                  <a:pt x="3518" y="127"/>
                </a:cubicBezTo>
                <a:cubicBezTo>
                  <a:pt x="3453" y="92"/>
                  <a:pt x="3452" y="89"/>
                  <a:pt x="3449" y="88"/>
                </a:cubicBezTo>
                <a:cubicBezTo>
                  <a:pt x="3426" y="67"/>
                  <a:pt x="3420" y="64"/>
                  <a:pt x="3415" y="62"/>
                </a:cubicBezTo>
                <a:cubicBezTo>
                  <a:pt x="3388" y="37"/>
                  <a:pt x="3389" y="32"/>
                  <a:pt x="3386" y="32"/>
                </a:cubicBezTo>
                <a:cubicBezTo>
                  <a:pt x="3402" y="34"/>
                  <a:pt x="3402" y="38"/>
                  <a:pt x="3404" y="39"/>
                </a:cubicBezTo>
                <a:cubicBezTo>
                  <a:pt x="3422" y="49"/>
                  <a:pt x="3421" y="55"/>
                  <a:pt x="3425" y="55"/>
                </a:cubicBezTo>
                <a:cubicBezTo>
                  <a:pt x="3447" y="71"/>
                  <a:pt x="3451" y="71"/>
                  <a:pt x="3451" y="75"/>
                </a:cubicBezTo>
                <a:cubicBezTo>
                  <a:pt x="3487" y="93"/>
                  <a:pt x="3490" y="98"/>
                  <a:pt x="3496" y="100"/>
                </a:cubicBezTo>
                <a:cubicBezTo>
                  <a:pt x="3542" y="119"/>
                  <a:pt x="3548" y="130"/>
                  <a:pt x="3564" y="131"/>
                </a:cubicBezTo>
                <a:cubicBezTo>
                  <a:pt x="3608" y="148"/>
                  <a:pt x="3621" y="146"/>
                  <a:pt x="3626" y="152"/>
                </a:cubicBezTo>
                <a:cubicBezTo>
                  <a:pt x="3717" y="160"/>
                  <a:pt x="3716" y="154"/>
                  <a:pt x="3710" y="155"/>
                </a:cubicBezTo>
                <a:cubicBezTo>
                  <a:pt x="3630" y="121"/>
                  <a:pt x="3616" y="106"/>
                  <a:pt x="3588" y="107"/>
                </a:cubicBezTo>
                <a:cubicBezTo>
                  <a:pt x="3522" y="77"/>
                  <a:pt x="3514" y="79"/>
                  <a:pt x="3512" y="73"/>
                </a:cubicBezTo>
                <a:cubicBezTo>
                  <a:pt x="3454" y="45"/>
                  <a:pt x="3444" y="40"/>
                  <a:pt x="3437" y="32"/>
                </a:cubicBezTo>
                <a:cubicBezTo>
                  <a:pt x="3419" y="23"/>
                  <a:pt x="3415" y="23"/>
                  <a:pt x="3416" y="19"/>
                </a:cubicBezTo>
                <a:cubicBezTo>
                  <a:pt x="3395" y="3"/>
                  <a:pt x="3393" y="2"/>
                  <a:pt x="3392" y="0"/>
                </a:cubicBezTo>
                <a:cubicBezTo>
                  <a:pt x="3358" y="12"/>
                  <a:pt x="3359" y="22"/>
                  <a:pt x="3360" y="31"/>
                </a:cubicBezTo>
                <a:cubicBezTo>
                  <a:pt x="3336" y="112"/>
                  <a:pt x="3336" y="117"/>
                  <a:pt x="3336" y="123"/>
                </a:cubicBezTo>
                <a:cubicBezTo>
                  <a:pt x="3321" y="150"/>
                  <a:pt x="3320" y="156"/>
                  <a:pt x="3317" y="159"/>
                </a:cubicBezTo>
                <a:cubicBezTo>
                  <a:pt x="3304" y="194"/>
                  <a:pt x="3296" y="199"/>
                  <a:pt x="3294" y="209"/>
                </a:cubicBezTo>
                <a:cubicBezTo>
                  <a:pt x="3283" y="219"/>
                  <a:pt x="3283" y="221"/>
                  <a:pt x="3282" y="223"/>
                </a:cubicBezTo>
                <a:cubicBezTo>
                  <a:pt x="3266" y="241"/>
                  <a:pt x="3269" y="250"/>
                  <a:pt x="3262" y="250"/>
                </a:cubicBezTo>
                <a:cubicBezTo>
                  <a:pt x="3229" y="295"/>
                  <a:pt x="3223" y="295"/>
                  <a:pt x="3221" y="299"/>
                </a:cubicBezTo>
                <a:cubicBezTo>
                  <a:pt x="3170" y="353"/>
                  <a:pt x="3162" y="358"/>
                  <a:pt x="3156" y="365"/>
                </a:cubicBezTo>
                <a:cubicBezTo>
                  <a:pt x="3137" y="388"/>
                  <a:pt x="3134" y="391"/>
                  <a:pt x="3132" y="395"/>
                </a:cubicBezTo>
                <a:cubicBezTo>
                  <a:pt x="3114" y="416"/>
                  <a:pt x="3113" y="418"/>
                  <a:pt x="3112" y="420"/>
                </a:cubicBezTo>
                <a:cubicBezTo>
                  <a:pt x="3122" y="411"/>
                  <a:pt x="3125" y="411"/>
                  <a:pt x="3126" y="408"/>
                </a:cubicBezTo>
                <a:cubicBezTo>
                  <a:pt x="3143" y="383"/>
                  <a:pt x="3152" y="383"/>
                  <a:pt x="3153" y="376"/>
                </a:cubicBezTo>
                <a:cubicBezTo>
                  <a:pt x="3211" y="324"/>
                  <a:pt x="3215" y="314"/>
                  <a:pt x="3224" y="308"/>
                </a:cubicBezTo>
                <a:cubicBezTo>
                  <a:pt x="3267" y="256"/>
                  <a:pt x="3271" y="256"/>
                  <a:pt x="3273" y="254"/>
                </a:cubicBezTo>
                <a:cubicBezTo>
                  <a:pt x="3290" y="222"/>
                  <a:pt x="3298" y="217"/>
                  <a:pt x="3300" y="208"/>
                </a:cubicBezTo>
                <a:cubicBezTo>
                  <a:pt x="3327" y="156"/>
                  <a:pt x="3333" y="155"/>
                  <a:pt x="3333" y="149"/>
                </a:cubicBezTo>
                <a:cubicBezTo>
                  <a:pt x="3360" y="77"/>
                  <a:pt x="3358" y="69"/>
                  <a:pt x="3360" y="66"/>
                </a:cubicBezTo>
                <a:cubicBezTo>
                  <a:pt x="3370" y="31"/>
                  <a:pt x="3365" y="21"/>
                  <a:pt x="3372" y="22"/>
                </a:cubicBezTo>
                <a:cubicBezTo>
                  <a:pt x="3365" y="85"/>
                  <a:pt x="3358" y="92"/>
                  <a:pt x="3362" y="97"/>
                </a:cubicBezTo>
                <a:cubicBezTo>
                  <a:pt x="3350" y="134"/>
                  <a:pt x="3348" y="136"/>
                  <a:pt x="3346" y="137"/>
                </a:cubicBezTo>
                <a:cubicBezTo>
                  <a:pt x="3335" y="157"/>
                  <a:pt x="3338" y="164"/>
                  <a:pt x="3334" y="164"/>
                </a:cubicBezTo>
                <a:cubicBezTo>
                  <a:pt x="3322" y="190"/>
                  <a:pt x="3320" y="192"/>
                  <a:pt x="3317" y="194"/>
                </a:cubicBezTo>
                <a:cubicBezTo>
                  <a:pt x="3288" y="230"/>
                  <a:pt x="3295" y="240"/>
                  <a:pt x="3289" y="240"/>
                </a:cubicBezTo>
                <a:cubicBezTo>
                  <a:pt x="3257" y="283"/>
                  <a:pt x="3258" y="287"/>
                  <a:pt x="3256" y="288"/>
                </a:cubicBezTo>
                <a:cubicBezTo>
                  <a:pt x="3239" y="311"/>
                  <a:pt x="3231" y="316"/>
                  <a:pt x="3225" y="323"/>
                </a:cubicBezTo>
                <a:cubicBezTo>
                  <a:pt x="3168" y="381"/>
                  <a:pt x="3169" y="385"/>
                  <a:pt x="3166" y="386"/>
                </a:cubicBezTo>
                <a:cubicBezTo>
                  <a:pt x="3148" y="408"/>
                  <a:pt x="3140" y="413"/>
                  <a:pt x="3136" y="421"/>
                </a:cubicBezTo>
                <a:cubicBezTo>
                  <a:pt x="3127" y="443"/>
                  <a:pt x="3128" y="438"/>
                  <a:pt x="3130" y="434"/>
                </a:cubicBezTo>
                <a:cubicBezTo>
                  <a:pt x="3153" y="408"/>
                  <a:pt x="3156" y="404"/>
                  <a:pt x="3159" y="400"/>
                </a:cubicBezTo>
                <a:cubicBezTo>
                  <a:pt x="3173" y="387"/>
                  <a:pt x="3177" y="383"/>
                  <a:pt x="3179" y="378"/>
                </a:cubicBezTo>
                <a:cubicBezTo>
                  <a:pt x="3197" y="369"/>
                  <a:pt x="3196" y="361"/>
                  <a:pt x="3202" y="359"/>
                </a:cubicBezTo>
                <a:cubicBezTo>
                  <a:pt x="3289" y="252"/>
                  <a:pt x="3303" y="239"/>
                  <a:pt x="3312" y="220"/>
                </a:cubicBezTo>
                <a:cubicBezTo>
                  <a:pt x="3339" y="180"/>
                  <a:pt x="3340" y="174"/>
                  <a:pt x="3344" y="170"/>
                </a:cubicBezTo>
                <a:cubicBezTo>
                  <a:pt x="3352" y="146"/>
                  <a:pt x="3355" y="145"/>
                  <a:pt x="3355" y="141"/>
                </a:cubicBezTo>
                <a:cubicBezTo>
                  <a:pt x="3368" y="101"/>
                  <a:pt x="3374" y="93"/>
                  <a:pt x="3374" y="81"/>
                </a:cubicBezTo>
                <a:cubicBezTo>
                  <a:pt x="3386" y="52"/>
                  <a:pt x="3387" y="59"/>
                  <a:pt x="3391" y="64"/>
                </a:cubicBezTo>
                <a:cubicBezTo>
                  <a:pt x="3383" y="109"/>
                  <a:pt x="3368" y="123"/>
                  <a:pt x="3368" y="151"/>
                </a:cubicBezTo>
                <a:cubicBezTo>
                  <a:pt x="3344" y="200"/>
                  <a:pt x="3339" y="213"/>
                  <a:pt x="3332" y="226"/>
                </a:cubicBezTo>
                <a:cubicBezTo>
                  <a:pt x="3301" y="269"/>
                  <a:pt x="3302" y="274"/>
                  <a:pt x="3301" y="278"/>
                </a:cubicBezTo>
                <a:cubicBezTo>
                  <a:pt x="3272" y="313"/>
                  <a:pt x="3268" y="314"/>
                  <a:pt x="3269" y="320"/>
                </a:cubicBezTo>
                <a:cubicBezTo>
                  <a:pt x="3225" y="362"/>
                  <a:pt x="3218" y="366"/>
                  <a:pt x="3213" y="372"/>
                </a:cubicBezTo>
                <a:cubicBezTo>
                  <a:pt x="3179" y="404"/>
                  <a:pt x="3178" y="407"/>
                  <a:pt x="3172" y="407"/>
                </a:cubicBezTo>
                <a:cubicBezTo>
                  <a:pt x="3180" y="408"/>
                  <a:pt x="3182" y="406"/>
                  <a:pt x="3185" y="404"/>
                </a:cubicBezTo>
                <a:cubicBezTo>
                  <a:pt x="3205" y="378"/>
                  <a:pt x="3215" y="382"/>
                  <a:pt x="3214" y="376"/>
                </a:cubicBezTo>
                <a:cubicBezTo>
                  <a:pt x="3265" y="334"/>
                  <a:pt x="3267" y="327"/>
                  <a:pt x="3271" y="322"/>
                </a:cubicBezTo>
                <a:cubicBezTo>
                  <a:pt x="3306" y="287"/>
                  <a:pt x="3304" y="280"/>
                  <a:pt x="3307" y="278"/>
                </a:cubicBezTo>
                <a:cubicBezTo>
                  <a:pt x="3333" y="243"/>
                  <a:pt x="3332" y="237"/>
                  <a:pt x="3337" y="236"/>
                </a:cubicBezTo>
                <a:cubicBezTo>
                  <a:pt x="3353" y="204"/>
                  <a:pt x="3355" y="198"/>
                  <a:pt x="3358" y="193"/>
                </a:cubicBezTo>
                <a:cubicBezTo>
                  <a:pt x="3386" y="121"/>
                  <a:pt x="3383" y="114"/>
                  <a:pt x="3385" y="113"/>
                </a:cubicBezTo>
                <a:cubicBezTo>
                  <a:pt x="3391" y="93"/>
                  <a:pt x="3387" y="87"/>
                  <a:pt x="3395" y="88"/>
                </a:cubicBezTo>
                <a:cubicBezTo>
                  <a:pt x="3390" y="147"/>
                  <a:pt x="3384" y="146"/>
                  <a:pt x="3386" y="152"/>
                </a:cubicBezTo>
                <a:cubicBezTo>
                  <a:pt x="3369" y="209"/>
                  <a:pt x="3374" y="218"/>
                  <a:pt x="3367" y="217"/>
                </a:cubicBezTo>
                <a:cubicBezTo>
                  <a:pt x="3331" y="288"/>
                  <a:pt x="3323" y="301"/>
                  <a:pt x="3317" y="314"/>
                </a:cubicBezTo>
                <a:cubicBezTo>
                  <a:pt x="3296" y="336"/>
                  <a:pt x="3293" y="336"/>
                  <a:pt x="3294" y="340"/>
                </a:cubicBezTo>
                <a:cubicBezTo>
                  <a:pt x="3283" y="348"/>
                  <a:pt x="3285" y="351"/>
                  <a:pt x="3284" y="351"/>
                </a:cubicBezTo>
                <a:cubicBezTo>
                  <a:pt x="3230" y="404"/>
                  <a:pt x="3232" y="418"/>
                  <a:pt x="3221" y="421"/>
                </a:cubicBezTo>
                <a:cubicBezTo>
                  <a:pt x="3201" y="467"/>
                  <a:pt x="3193" y="468"/>
                  <a:pt x="3195" y="476"/>
                </a:cubicBezTo>
                <a:cubicBezTo>
                  <a:pt x="3185" y="499"/>
                  <a:pt x="3182" y="502"/>
                  <a:pt x="3186" y="503"/>
                </a:cubicBezTo>
                <a:cubicBezTo>
                  <a:pt x="3209" y="452"/>
                  <a:pt x="3220" y="442"/>
                  <a:pt x="3224" y="428"/>
                </a:cubicBezTo>
                <a:cubicBezTo>
                  <a:pt x="3273" y="375"/>
                  <a:pt x="3279" y="367"/>
                  <a:pt x="3287" y="360"/>
                </a:cubicBezTo>
                <a:cubicBezTo>
                  <a:pt x="3305" y="342"/>
                  <a:pt x="3305" y="338"/>
                  <a:pt x="3307" y="337"/>
                </a:cubicBezTo>
                <a:cubicBezTo>
                  <a:pt x="3348" y="283"/>
                  <a:pt x="3350" y="279"/>
                  <a:pt x="3351" y="272"/>
                </a:cubicBezTo>
                <a:cubicBezTo>
                  <a:pt x="3379" y="229"/>
                  <a:pt x="3374" y="220"/>
                  <a:pt x="3378" y="218"/>
                </a:cubicBezTo>
                <a:cubicBezTo>
                  <a:pt x="3386" y="191"/>
                  <a:pt x="3387" y="187"/>
                  <a:pt x="3390" y="184"/>
                </a:cubicBezTo>
                <a:cubicBezTo>
                  <a:pt x="3406" y="145"/>
                  <a:pt x="3399" y="145"/>
                  <a:pt x="3404" y="153"/>
                </a:cubicBezTo>
                <a:cubicBezTo>
                  <a:pt x="3399" y="178"/>
                  <a:pt x="3398" y="180"/>
                  <a:pt x="3397" y="182"/>
                </a:cubicBezTo>
                <a:cubicBezTo>
                  <a:pt x="3387" y="219"/>
                  <a:pt x="3380" y="234"/>
                  <a:pt x="3376" y="251"/>
                </a:cubicBezTo>
                <a:cubicBezTo>
                  <a:pt x="3369" y="261"/>
                  <a:pt x="3370" y="263"/>
                  <a:pt x="3370" y="264"/>
                </a:cubicBezTo>
                <a:cubicBezTo>
                  <a:pt x="3349" y="302"/>
                  <a:pt x="3350" y="312"/>
                  <a:pt x="3343" y="317"/>
                </a:cubicBezTo>
                <a:cubicBezTo>
                  <a:pt x="3329" y="342"/>
                  <a:pt x="3327" y="345"/>
                  <a:pt x="3326" y="348"/>
                </a:cubicBezTo>
                <a:cubicBezTo>
                  <a:pt x="3309" y="373"/>
                  <a:pt x="3306" y="375"/>
                  <a:pt x="3306" y="380"/>
                </a:cubicBezTo>
                <a:cubicBezTo>
                  <a:pt x="3279" y="409"/>
                  <a:pt x="3279" y="415"/>
                  <a:pt x="3276" y="418"/>
                </a:cubicBezTo>
                <a:cubicBezTo>
                  <a:pt x="3256" y="453"/>
                  <a:pt x="3249" y="452"/>
                  <a:pt x="3250" y="459"/>
                </a:cubicBezTo>
                <a:cubicBezTo>
                  <a:pt x="3231" y="494"/>
                  <a:pt x="3234" y="503"/>
                  <a:pt x="3229" y="504"/>
                </a:cubicBezTo>
                <a:cubicBezTo>
                  <a:pt x="3228" y="556"/>
                  <a:pt x="3220" y="565"/>
                  <a:pt x="3229" y="567"/>
                </a:cubicBezTo>
                <a:cubicBezTo>
                  <a:pt x="3242" y="488"/>
                  <a:pt x="3247" y="481"/>
                  <a:pt x="3249" y="470"/>
                </a:cubicBezTo>
                <a:cubicBezTo>
                  <a:pt x="3269" y="440"/>
                  <a:pt x="3269" y="435"/>
                  <a:pt x="3275" y="435"/>
                </a:cubicBezTo>
                <a:cubicBezTo>
                  <a:pt x="3307" y="387"/>
                  <a:pt x="3311" y="385"/>
                  <a:pt x="3313" y="382"/>
                </a:cubicBezTo>
                <a:cubicBezTo>
                  <a:pt x="3339" y="343"/>
                  <a:pt x="3340" y="339"/>
                  <a:pt x="3342" y="336"/>
                </a:cubicBezTo>
                <a:cubicBezTo>
                  <a:pt x="3348" y="337"/>
                  <a:pt x="3342" y="339"/>
                  <a:pt x="3343" y="345"/>
                </a:cubicBezTo>
                <a:cubicBezTo>
                  <a:pt x="3330" y="361"/>
                  <a:pt x="3328" y="366"/>
                  <a:pt x="3327" y="372"/>
                </a:cubicBezTo>
                <a:cubicBezTo>
                  <a:pt x="3310" y="403"/>
                  <a:pt x="3307" y="407"/>
                  <a:pt x="3306" y="413"/>
                </a:cubicBezTo>
                <a:cubicBezTo>
                  <a:pt x="3272" y="477"/>
                  <a:pt x="3268" y="487"/>
                  <a:pt x="3266" y="499"/>
                </a:cubicBezTo>
                <a:cubicBezTo>
                  <a:pt x="3257" y="584"/>
                  <a:pt x="3258" y="602"/>
                  <a:pt x="3259" y="613"/>
                </a:cubicBezTo>
                <a:cubicBezTo>
                  <a:pt x="3262" y="591"/>
                  <a:pt x="3261" y="580"/>
                  <a:pt x="3260" y="569"/>
                </a:cubicBezTo>
                <a:cubicBezTo>
                  <a:pt x="3274" y="501"/>
                  <a:pt x="3273" y="491"/>
                  <a:pt x="3276" y="485"/>
                </a:cubicBezTo>
                <a:cubicBezTo>
                  <a:pt x="3286" y="463"/>
                  <a:pt x="3287" y="460"/>
                  <a:pt x="3290" y="458"/>
                </a:cubicBezTo>
                <a:cubicBezTo>
                  <a:pt x="3317" y="406"/>
                  <a:pt x="3319" y="398"/>
                  <a:pt x="3324" y="394"/>
                </a:cubicBezTo>
                <a:cubicBezTo>
                  <a:pt x="3347" y="355"/>
                  <a:pt x="3347" y="346"/>
                  <a:pt x="3354" y="342"/>
                </a:cubicBezTo>
                <a:cubicBezTo>
                  <a:pt x="3379" y="293"/>
                  <a:pt x="3383" y="279"/>
                  <a:pt x="3390" y="267"/>
                </a:cubicBezTo>
                <a:cubicBezTo>
                  <a:pt x="3402" y="242"/>
                  <a:pt x="3400" y="232"/>
                  <a:pt x="3407" y="229"/>
                </a:cubicBezTo>
                <a:cubicBezTo>
                  <a:pt x="3419" y="181"/>
                  <a:pt x="3415" y="173"/>
                  <a:pt x="3416" y="169"/>
                </a:cubicBezTo>
                <a:cubicBezTo>
                  <a:pt x="3428" y="157"/>
                  <a:pt x="3419" y="164"/>
                  <a:pt x="3420" y="174"/>
                </a:cubicBezTo>
                <a:cubicBezTo>
                  <a:pt x="3412" y="238"/>
                  <a:pt x="3415" y="245"/>
                  <a:pt x="3412" y="246"/>
                </a:cubicBezTo>
                <a:cubicBezTo>
                  <a:pt x="3399" y="288"/>
                  <a:pt x="3396" y="301"/>
                  <a:pt x="3388" y="311"/>
                </a:cubicBezTo>
                <a:cubicBezTo>
                  <a:pt x="3370" y="349"/>
                  <a:pt x="3371" y="354"/>
                  <a:pt x="3370" y="358"/>
                </a:cubicBezTo>
                <a:cubicBezTo>
                  <a:pt x="3348" y="399"/>
                  <a:pt x="3344" y="406"/>
                  <a:pt x="3341" y="415"/>
                </a:cubicBezTo>
                <a:cubicBezTo>
                  <a:pt x="3323" y="443"/>
                  <a:pt x="3322" y="453"/>
                  <a:pt x="3318" y="460"/>
                </a:cubicBezTo>
                <a:cubicBezTo>
                  <a:pt x="3302" y="501"/>
                  <a:pt x="3300" y="505"/>
                  <a:pt x="3300" y="510"/>
                </a:cubicBezTo>
                <a:cubicBezTo>
                  <a:pt x="3292" y="547"/>
                  <a:pt x="3289" y="556"/>
                  <a:pt x="3288" y="567"/>
                </a:cubicBezTo>
                <a:cubicBezTo>
                  <a:pt x="3294" y="608"/>
                  <a:pt x="3292" y="615"/>
                  <a:pt x="3298" y="613"/>
                </a:cubicBezTo>
                <a:cubicBezTo>
                  <a:pt x="3303" y="514"/>
                  <a:pt x="3308" y="512"/>
                  <a:pt x="3308" y="505"/>
                </a:cubicBezTo>
                <a:cubicBezTo>
                  <a:pt x="3321" y="471"/>
                  <a:pt x="3323" y="471"/>
                  <a:pt x="3323" y="467"/>
                </a:cubicBezTo>
                <a:cubicBezTo>
                  <a:pt x="3336" y="433"/>
                  <a:pt x="3345" y="427"/>
                  <a:pt x="3348" y="415"/>
                </a:cubicBezTo>
                <a:cubicBezTo>
                  <a:pt x="3384" y="349"/>
                  <a:pt x="3387" y="338"/>
                  <a:pt x="3392" y="329"/>
                </a:cubicBezTo>
                <a:cubicBezTo>
                  <a:pt x="3401" y="322"/>
                  <a:pt x="3392" y="343"/>
                  <a:pt x="3383" y="364"/>
                </a:cubicBezTo>
                <a:cubicBezTo>
                  <a:pt x="3368" y="400"/>
                  <a:pt x="3367" y="406"/>
                  <a:pt x="3365" y="411"/>
                </a:cubicBezTo>
                <a:cubicBezTo>
                  <a:pt x="3348" y="447"/>
                  <a:pt x="3349" y="456"/>
                  <a:pt x="3344" y="459"/>
                </a:cubicBezTo>
                <a:cubicBezTo>
                  <a:pt x="3328" y="515"/>
                  <a:pt x="3325" y="520"/>
                  <a:pt x="3325" y="528"/>
                </a:cubicBezTo>
                <a:cubicBezTo>
                  <a:pt x="3318" y="606"/>
                  <a:pt x="3323" y="617"/>
                  <a:pt x="3318" y="620"/>
                </a:cubicBezTo>
                <a:cubicBezTo>
                  <a:pt x="3332" y="669"/>
                  <a:pt x="3325" y="683"/>
                  <a:pt x="3332" y="682"/>
                </a:cubicBezTo>
                <a:cubicBezTo>
                  <a:pt x="3326" y="633"/>
                  <a:pt x="3325" y="621"/>
                  <a:pt x="3324" y="609"/>
                </a:cubicBezTo>
                <a:cubicBezTo>
                  <a:pt x="3333" y="543"/>
                  <a:pt x="3329" y="535"/>
                  <a:pt x="3330" y="532"/>
                </a:cubicBezTo>
                <a:cubicBezTo>
                  <a:pt x="3338" y="510"/>
                  <a:pt x="3335" y="503"/>
                  <a:pt x="3339" y="503"/>
                </a:cubicBezTo>
                <a:cubicBezTo>
                  <a:pt x="3360" y="438"/>
                  <a:pt x="3365" y="434"/>
                  <a:pt x="3366" y="427"/>
                </a:cubicBezTo>
                <a:cubicBezTo>
                  <a:pt x="3388" y="388"/>
                  <a:pt x="3385" y="376"/>
                  <a:pt x="3391" y="372"/>
                </a:cubicBezTo>
                <a:cubicBezTo>
                  <a:pt x="3405" y="344"/>
                  <a:pt x="3402" y="337"/>
                  <a:pt x="3406" y="336"/>
                </a:cubicBezTo>
                <a:cubicBezTo>
                  <a:pt x="3431" y="261"/>
                  <a:pt x="3430" y="249"/>
                  <a:pt x="3436" y="242"/>
                </a:cubicBezTo>
                <a:cubicBezTo>
                  <a:pt x="3440" y="222"/>
                  <a:pt x="3448" y="227"/>
                  <a:pt x="3442" y="233"/>
                </a:cubicBezTo>
                <a:cubicBezTo>
                  <a:pt x="3435" y="304"/>
                  <a:pt x="3435" y="312"/>
                  <a:pt x="3433" y="317"/>
                </a:cubicBezTo>
                <a:cubicBezTo>
                  <a:pt x="3426" y="349"/>
                  <a:pt x="3415" y="355"/>
                  <a:pt x="3417" y="373"/>
                </a:cubicBezTo>
                <a:cubicBezTo>
                  <a:pt x="3398" y="409"/>
                  <a:pt x="3395" y="419"/>
                  <a:pt x="3390" y="429"/>
                </a:cubicBezTo>
                <a:cubicBezTo>
                  <a:pt x="3374" y="468"/>
                  <a:pt x="3369" y="477"/>
                  <a:pt x="3364" y="486"/>
                </a:cubicBezTo>
                <a:cubicBezTo>
                  <a:pt x="3350" y="555"/>
                  <a:pt x="3342" y="561"/>
                  <a:pt x="3343" y="564"/>
                </a:cubicBezTo>
                <a:cubicBezTo>
                  <a:pt x="3337" y="589"/>
                  <a:pt x="3341" y="597"/>
                  <a:pt x="3336" y="597"/>
                </a:cubicBezTo>
                <a:cubicBezTo>
                  <a:pt x="3336" y="631"/>
                  <a:pt x="3331" y="635"/>
                  <a:pt x="3333" y="645"/>
                </a:cubicBezTo>
                <a:cubicBezTo>
                  <a:pt x="3351" y="557"/>
                  <a:pt x="3354" y="542"/>
                  <a:pt x="3360" y="530"/>
                </a:cubicBezTo>
                <a:cubicBezTo>
                  <a:pt x="3380" y="472"/>
                  <a:pt x="3380" y="468"/>
                  <a:pt x="3384" y="469"/>
                </a:cubicBezTo>
                <a:cubicBezTo>
                  <a:pt x="3401" y="432"/>
                  <a:pt x="3401" y="421"/>
                  <a:pt x="3407" y="415"/>
                </a:cubicBezTo>
                <a:cubicBezTo>
                  <a:pt x="3429" y="360"/>
                  <a:pt x="3431" y="352"/>
                  <a:pt x="3435" y="345"/>
                </a:cubicBezTo>
                <a:cubicBezTo>
                  <a:pt x="3442" y="313"/>
                  <a:pt x="3444" y="307"/>
                  <a:pt x="3447" y="301"/>
                </a:cubicBezTo>
                <a:cubicBezTo>
                  <a:pt x="3455" y="291"/>
                  <a:pt x="3449" y="295"/>
                  <a:pt x="3453" y="298"/>
                </a:cubicBezTo>
                <a:cubicBezTo>
                  <a:pt x="3425" y="410"/>
                  <a:pt x="3420" y="410"/>
                  <a:pt x="3422" y="416"/>
                </a:cubicBezTo>
                <a:cubicBezTo>
                  <a:pt x="3393" y="478"/>
                  <a:pt x="3393" y="496"/>
                  <a:pt x="3385" y="506"/>
                </a:cubicBezTo>
                <a:cubicBezTo>
                  <a:pt x="3370" y="564"/>
                  <a:pt x="3362" y="575"/>
                  <a:pt x="3360" y="591"/>
                </a:cubicBezTo>
                <a:cubicBezTo>
                  <a:pt x="3351" y="652"/>
                  <a:pt x="3352" y="666"/>
                  <a:pt x="3353" y="681"/>
                </a:cubicBezTo>
                <a:cubicBezTo>
                  <a:pt x="3358" y="622"/>
                  <a:pt x="3364" y="612"/>
                  <a:pt x="3363" y="597"/>
                </a:cubicBezTo>
                <a:cubicBezTo>
                  <a:pt x="3380" y="557"/>
                  <a:pt x="3378" y="549"/>
                  <a:pt x="3383" y="546"/>
                </a:cubicBezTo>
                <a:cubicBezTo>
                  <a:pt x="3402" y="483"/>
                  <a:pt x="3407" y="480"/>
                  <a:pt x="3406" y="472"/>
                </a:cubicBezTo>
                <a:cubicBezTo>
                  <a:pt x="3425" y="437"/>
                  <a:pt x="3422" y="430"/>
                  <a:pt x="3425" y="429"/>
                </a:cubicBezTo>
                <a:cubicBezTo>
                  <a:pt x="3438" y="397"/>
                  <a:pt x="3437" y="388"/>
                  <a:pt x="3442" y="384"/>
                </a:cubicBezTo>
                <a:cubicBezTo>
                  <a:pt x="3455" y="332"/>
                  <a:pt x="3460" y="332"/>
                  <a:pt x="3457" y="326"/>
                </a:cubicBezTo>
                <a:cubicBezTo>
                  <a:pt x="3463" y="349"/>
                  <a:pt x="3458" y="358"/>
                  <a:pt x="3458" y="372"/>
                </a:cubicBezTo>
                <a:cubicBezTo>
                  <a:pt x="3450" y="388"/>
                  <a:pt x="3451" y="393"/>
                  <a:pt x="3451" y="396"/>
                </a:cubicBezTo>
                <a:cubicBezTo>
                  <a:pt x="3444" y="416"/>
                  <a:pt x="3442" y="417"/>
                  <a:pt x="3442" y="421"/>
                </a:cubicBezTo>
                <a:cubicBezTo>
                  <a:pt x="3431" y="446"/>
                  <a:pt x="3430" y="460"/>
                  <a:pt x="3424" y="468"/>
                </a:cubicBezTo>
                <a:cubicBezTo>
                  <a:pt x="3407" y="509"/>
                  <a:pt x="3401" y="518"/>
                  <a:pt x="3397" y="529"/>
                </a:cubicBezTo>
                <a:cubicBezTo>
                  <a:pt x="3383" y="583"/>
                  <a:pt x="3376" y="592"/>
                  <a:pt x="3382" y="596"/>
                </a:cubicBezTo>
                <a:cubicBezTo>
                  <a:pt x="3409" y="524"/>
                  <a:pt x="3412" y="513"/>
                  <a:pt x="3417" y="504"/>
                </a:cubicBezTo>
                <a:cubicBezTo>
                  <a:pt x="3441" y="458"/>
                  <a:pt x="3440" y="453"/>
                  <a:pt x="3440" y="450"/>
                </a:cubicBezTo>
                <a:cubicBezTo>
                  <a:pt x="3457" y="405"/>
                  <a:pt x="3457" y="398"/>
                  <a:pt x="3462" y="396"/>
                </a:cubicBezTo>
                <a:cubicBezTo>
                  <a:pt x="3472" y="356"/>
                  <a:pt x="3467" y="344"/>
                  <a:pt x="3476" y="344"/>
                </a:cubicBezTo>
                <a:cubicBezTo>
                  <a:pt x="3464" y="412"/>
                  <a:pt x="3465" y="422"/>
                  <a:pt x="3460" y="426"/>
                </a:cubicBezTo>
                <a:cubicBezTo>
                  <a:pt x="3449" y="464"/>
                  <a:pt x="3445" y="466"/>
                  <a:pt x="3446" y="471"/>
                </a:cubicBezTo>
                <a:cubicBezTo>
                  <a:pt x="3438" y="502"/>
                  <a:pt x="3433" y="506"/>
                  <a:pt x="3433" y="516"/>
                </a:cubicBezTo>
                <a:cubicBezTo>
                  <a:pt x="3417" y="568"/>
                  <a:pt x="3415" y="576"/>
                  <a:pt x="3410" y="581"/>
                </a:cubicBezTo>
                <a:cubicBezTo>
                  <a:pt x="3410" y="660"/>
                  <a:pt x="3412" y="665"/>
                  <a:pt x="3412" y="672"/>
                </a:cubicBezTo>
                <a:cubicBezTo>
                  <a:pt x="3426" y="706"/>
                  <a:pt x="3422" y="719"/>
                  <a:pt x="3430" y="717"/>
                </a:cubicBezTo>
                <a:cubicBezTo>
                  <a:pt x="3420" y="681"/>
                  <a:pt x="3418" y="669"/>
                  <a:pt x="3415" y="659"/>
                </a:cubicBezTo>
                <a:cubicBezTo>
                  <a:pt x="3417" y="602"/>
                  <a:pt x="3414" y="595"/>
                  <a:pt x="3417" y="593"/>
                </a:cubicBezTo>
                <a:cubicBezTo>
                  <a:pt x="3434" y="546"/>
                  <a:pt x="3431" y="525"/>
                  <a:pt x="3442" y="515"/>
                </a:cubicBezTo>
                <a:cubicBezTo>
                  <a:pt x="3458" y="465"/>
                  <a:pt x="3460" y="456"/>
                  <a:pt x="3461" y="448"/>
                </a:cubicBezTo>
                <a:cubicBezTo>
                  <a:pt x="3477" y="411"/>
                  <a:pt x="3477" y="404"/>
                  <a:pt x="3480" y="401"/>
                </a:cubicBezTo>
                <a:cubicBezTo>
                  <a:pt x="3493" y="395"/>
                  <a:pt x="3485" y="406"/>
                  <a:pt x="3486" y="425"/>
                </a:cubicBezTo>
                <a:cubicBezTo>
                  <a:pt x="3466" y="480"/>
                  <a:pt x="3469" y="488"/>
                  <a:pt x="3464" y="490"/>
                </a:cubicBezTo>
                <a:cubicBezTo>
                  <a:pt x="3457" y="522"/>
                  <a:pt x="3453" y="524"/>
                  <a:pt x="3454" y="532"/>
                </a:cubicBezTo>
                <a:cubicBezTo>
                  <a:pt x="3444" y="561"/>
                  <a:pt x="3446" y="568"/>
                  <a:pt x="3444" y="572"/>
                </a:cubicBezTo>
                <a:cubicBezTo>
                  <a:pt x="3437" y="682"/>
                  <a:pt x="3434" y="691"/>
                  <a:pt x="3439" y="719"/>
                </a:cubicBezTo>
                <a:cubicBezTo>
                  <a:pt x="3448" y="743"/>
                  <a:pt x="3450" y="749"/>
                  <a:pt x="3457" y="750"/>
                </a:cubicBezTo>
                <a:cubicBezTo>
                  <a:pt x="3444" y="682"/>
                  <a:pt x="3442" y="668"/>
                  <a:pt x="3441" y="655"/>
                </a:cubicBezTo>
                <a:cubicBezTo>
                  <a:pt x="3449" y="616"/>
                  <a:pt x="3442" y="615"/>
                  <a:pt x="3447" y="611"/>
                </a:cubicBezTo>
                <a:cubicBezTo>
                  <a:pt x="3451" y="571"/>
                  <a:pt x="3456" y="564"/>
                  <a:pt x="3456" y="554"/>
                </a:cubicBezTo>
                <a:cubicBezTo>
                  <a:pt x="3482" y="464"/>
                  <a:pt x="3487" y="456"/>
                  <a:pt x="3488" y="446"/>
                </a:cubicBezTo>
                <a:cubicBezTo>
                  <a:pt x="3494" y="430"/>
                  <a:pt x="3499" y="432"/>
                  <a:pt x="3495" y="433"/>
                </a:cubicBezTo>
                <a:cubicBezTo>
                  <a:pt x="3483" y="507"/>
                  <a:pt x="3473" y="525"/>
                  <a:pt x="3476" y="554"/>
                </a:cubicBezTo>
                <a:cubicBezTo>
                  <a:pt x="3469" y="597"/>
                  <a:pt x="3466" y="612"/>
                  <a:pt x="3465" y="629"/>
                </a:cubicBezTo>
                <a:cubicBezTo>
                  <a:pt x="3479" y="752"/>
                  <a:pt x="3485" y="750"/>
                  <a:pt x="3485" y="755"/>
                </a:cubicBezTo>
                <a:cubicBezTo>
                  <a:pt x="3499" y="791"/>
                  <a:pt x="3500" y="794"/>
                  <a:pt x="3503" y="795"/>
                </a:cubicBezTo>
                <a:cubicBezTo>
                  <a:pt x="3492" y="758"/>
                  <a:pt x="3488" y="746"/>
                  <a:pt x="3484" y="744"/>
                </a:cubicBezTo>
                <a:cubicBezTo>
                  <a:pt x="3481" y="733"/>
                  <a:pt x="3481" y="729"/>
                  <a:pt x="3481" y="729"/>
                </a:cubicBezTo>
                <a:cubicBezTo>
                  <a:pt x="3475" y="679"/>
                  <a:pt x="3475" y="662"/>
                  <a:pt x="3473" y="646"/>
                </a:cubicBezTo>
                <a:cubicBezTo>
                  <a:pt x="3481" y="573"/>
                  <a:pt x="3482" y="570"/>
                  <a:pt x="3481" y="565"/>
                </a:cubicBezTo>
                <a:cubicBezTo>
                  <a:pt x="3488" y="543"/>
                  <a:pt x="3484" y="535"/>
                  <a:pt x="3485" y="532"/>
                </a:cubicBezTo>
                <a:cubicBezTo>
                  <a:pt x="3494" y="519"/>
                  <a:pt x="3487" y="532"/>
                  <a:pt x="3488" y="551"/>
                </a:cubicBezTo>
                <a:cubicBezTo>
                  <a:pt x="3483" y="582"/>
                  <a:pt x="3481" y="591"/>
                  <a:pt x="3481" y="600"/>
                </a:cubicBezTo>
                <a:cubicBezTo>
                  <a:pt x="3506" y="747"/>
                  <a:pt x="3504" y="754"/>
                  <a:pt x="3507" y="755"/>
                </a:cubicBezTo>
                <a:cubicBezTo>
                  <a:pt x="3522" y="799"/>
                  <a:pt x="3528" y="803"/>
                  <a:pt x="3531" y="811"/>
                </a:cubicBezTo>
                <a:cubicBezTo>
                  <a:pt x="3524" y="788"/>
                  <a:pt x="3521" y="783"/>
                  <a:pt x="3520" y="776"/>
                </a:cubicBezTo>
                <a:cubicBezTo>
                  <a:pt x="3511" y="743"/>
                  <a:pt x="3507" y="733"/>
                  <a:pt x="3503" y="723"/>
                </a:cubicBezTo>
                <a:cubicBezTo>
                  <a:pt x="3500" y="696"/>
                  <a:pt x="3497" y="689"/>
                  <a:pt x="3495" y="682"/>
                </a:cubicBezTo>
                <a:cubicBezTo>
                  <a:pt x="3491" y="631"/>
                  <a:pt x="3491" y="616"/>
                  <a:pt x="3490" y="599"/>
                </a:cubicBezTo>
                <a:cubicBezTo>
                  <a:pt x="3495" y="554"/>
                  <a:pt x="3495" y="550"/>
                  <a:pt x="3497" y="548"/>
                </a:cubicBezTo>
                <a:cubicBezTo>
                  <a:pt x="3502" y="498"/>
                  <a:pt x="3505" y="494"/>
                  <a:pt x="3506" y="489"/>
                </a:cubicBezTo>
                <a:cubicBezTo>
                  <a:pt x="3506" y="547"/>
                  <a:pt x="3503" y="566"/>
                  <a:pt x="3502" y="585"/>
                </a:cubicBezTo>
                <a:cubicBezTo>
                  <a:pt x="3515" y="692"/>
                  <a:pt x="3511" y="695"/>
                  <a:pt x="3512" y="698"/>
                </a:cubicBezTo>
                <a:cubicBezTo>
                  <a:pt x="3528" y="752"/>
                  <a:pt x="3532" y="765"/>
                  <a:pt x="3537" y="775"/>
                </a:cubicBezTo>
                <a:cubicBezTo>
                  <a:pt x="3550" y="790"/>
                  <a:pt x="3543" y="782"/>
                  <a:pt x="3539" y="771"/>
                </a:cubicBezTo>
                <a:cubicBezTo>
                  <a:pt x="3522" y="708"/>
                  <a:pt x="3521" y="704"/>
                  <a:pt x="3519" y="702"/>
                </a:cubicBezTo>
                <a:cubicBezTo>
                  <a:pt x="3511" y="634"/>
                  <a:pt x="3511" y="615"/>
                  <a:pt x="3509" y="600"/>
                </a:cubicBezTo>
                <a:cubicBezTo>
                  <a:pt x="3520" y="547"/>
                  <a:pt x="3511" y="533"/>
                  <a:pt x="3520" y="534"/>
                </a:cubicBezTo>
                <a:cubicBezTo>
                  <a:pt x="3524" y="611"/>
                  <a:pt x="3521" y="619"/>
                  <a:pt x="3526" y="619"/>
                </a:cubicBezTo>
                <a:cubicBezTo>
                  <a:pt x="3528" y="645"/>
                  <a:pt x="3532" y="649"/>
                  <a:pt x="3531" y="660"/>
                </a:cubicBezTo>
                <a:cubicBezTo>
                  <a:pt x="3556" y="737"/>
                  <a:pt x="3561" y="744"/>
                  <a:pt x="3562" y="760"/>
                </a:cubicBezTo>
                <a:cubicBezTo>
                  <a:pt x="3585" y="787"/>
                  <a:pt x="3582" y="784"/>
                  <a:pt x="3579" y="783"/>
                </a:cubicBezTo>
                <a:cubicBezTo>
                  <a:pt x="3560" y="729"/>
                  <a:pt x="3552" y="701"/>
                  <a:pt x="3543" y="672"/>
                </a:cubicBezTo>
                <a:cubicBezTo>
                  <a:pt x="3532" y="618"/>
                  <a:pt x="3532" y="614"/>
                  <a:pt x="3532" y="609"/>
                </a:cubicBezTo>
                <a:cubicBezTo>
                  <a:pt x="3535" y="597"/>
                  <a:pt x="3540" y="609"/>
                  <a:pt x="3544" y="622"/>
                </a:cubicBezTo>
                <a:cubicBezTo>
                  <a:pt x="3564" y="685"/>
                  <a:pt x="3567" y="689"/>
                  <a:pt x="3569" y="696"/>
                </a:cubicBezTo>
                <a:cubicBezTo>
                  <a:pt x="3585" y="716"/>
                  <a:pt x="3578" y="710"/>
                  <a:pt x="3575" y="700"/>
                </a:cubicBezTo>
                <a:cubicBezTo>
                  <a:pt x="3544" y="591"/>
                  <a:pt x="3539" y="578"/>
                  <a:pt x="3533" y="566"/>
                </a:cubicBezTo>
                <a:cubicBezTo>
                  <a:pt x="3524" y="501"/>
                  <a:pt x="3524" y="496"/>
                  <a:pt x="3524" y="492"/>
                </a:cubicBezTo>
                <a:cubicBezTo>
                  <a:pt x="3538" y="519"/>
                  <a:pt x="3540" y="534"/>
                  <a:pt x="3545" y="545"/>
                </a:cubicBezTo>
                <a:cubicBezTo>
                  <a:pt x="3565" y="611"/>
                  <a:pt x="3571" y="614"/>
                  <a:pt x="3572" y="622"/>
                </a:cubicBezTo>
                <a:cubicBezTo>
                  <a:pt x="3605" y="698"/>
                  <a:pt x="3603" y="709"/>
                  <a:pt x="3609" y="711"/>
                </a:cubicBezTo>
                <a:cubicBezTo>
                  <a:pt x="3621" y="744"/>
                  <a:pt x="3629" y="753"/>
                  <a:pt x="3632" y="766"/>
                </a:cubicBezTo>
                <a:cubicBezTo>
                  <a:pt x="3648" y="791"/>
                  <a:pt x="3648" y="793"/>
                  <a:pt x="3650" y="793"/>
                </a:cubicBezTo>
                <a:cubicBezTo>
                  <a:pt x="3633" y="742"/>
                  <a:pt x="3627" y="742"/>
                  <a:pt x="3626" y="738"/>
                </a:cubicBezTo>
                <a:cubicBezTo>
                  <a:pt x="3609" y="692"/>
                  <a:pt x="3602" y="684"/>
                  <a:pt x="3600" y="670"/>
                </a:cubicBezTo>
                <a:cubicBezTo>
                  <a:pt x="3573" y="591"/>
                  <a:pt x="3570" y="586"/>
                  <a:pt x="3569" y="578"/>
                </a:cubicBezTo>
                <a:cubicBezTo>
                  <a:pt x="3567" y="568"/>
                  <a:pt x="3571" y="572"/>
                  <a:pt x="3573" y="578"/>
                </a:cubicBezTo>
                <a:cubicBezTo>
                  <a:pt x="3589" y="595"/>
                  <a:pt x="3591" y="601"/>
                  <a:pt x="3593" y="607"/>
                </a:cubicBezTo>
                <a:cubicBezTo>
                  <a:pt x="3615" y="642"/>
                  <a:pt x="3619" y="647"/>
                  <a:pt x="3622" y="651"/>
                </a:cubicBezTo>
                <a:cubicBezTo>
                  <a:pt x="3682" y="757"/>
                  <a:pt x="3686" y="769"/>
                  <a:pt x="3692" y="779"/>
                </a:cubicBezTo>
                <a:cubicBezTo>
                  <a:pt x="3700" y="801"/>
                  <a:pt x="3701" y="805"/>
                  <a:pt x="3701" y="809"/>
                </a:cubicBezTo>
                <a:cubicBezTo>
                  <a:pt x="3698" y="773"/>
                  <a:pt x="3692" y="767"/>
                  <a:pt x="3689" y="758"/>
                </a:cubicBezTo>
                <a:cubicBezTo>
                  <a:pt x="3682" y="741"/>
                  <a:pt x="3677" y="738"/>
                  <a:pt x="3678" y="732"/>
                </a:cubicBezTo>
                <a:cubicBezTo>
                  <a:pt x="3657" y="683"/>
                  <a:pt x="3641" y="668"/>
                  <a:pt x="3631" y="646"/>
                </a:cubicBezTo>
                <a:cubicBezTo>
                  <a:pt x="3609" y="610"/>
                  <a:pt x="3605" y="606"/>
                  <a:pt x="3603" y="600"/>
                </a:cubicBezTo>
                <a:cubicBezTo>
                  <a:pt x="3602" y="588"/>
                  <a:pt x="3604" y="593"/>
                  <a:pt x="3605" y="598"/>
                </a:cubicBezTo>
                <a:cubicBezTo>
                  <a:pt x="3636" y="646"/>
                  <a:pt x="3645" y="650"/>
                  <a:pt x="3649" y="660"/>
                </a:cubicBezTo>
                <a:cubicBezTo>
                  <a:pt x="3683" y="718"/>
                  <a:pt x="3683" y="724"/>
                  <a:pt x="3687" y="727"/>
                </a:cubicBezTo>
                <a:cubicBezTo>
                  <a:pt x="3711" y="775"/>
                  <a:pt x="3709" y="785"/>
                  <a:pt x="3715" y="787"/>
                </a:cubicBezTo>
                <a:cubicBezTo>
                  <a:pt x="3704" y="756"/>
                  <a:pt x="3706" y="749"/>
                  <a:pt x="3703" y="748"/>
                </a:cubicBezTo>
                <a:cubicBezTo>
                  <a:pt x="3683" y="705"/>
                  <a:pt x="3676" y="692"/>
                  <a:pt x="3670" y="678"/>
                </a:cubicBezTo>
                <a:cubicBezTo>
                  <a:pt x="3642" y="629"/>
                  <a:pt x="3632" y="620"/>
                  <a:pt x="3626" y="607"/>
                </a:cubicBezTo>
                <a:cubicBezTo>
                  <a:pt x="3605" y="580"/>
                  <a:pt x="3601" y="579"/>
                  <a:pt x="3601" y="574"/>
                </a:cubicBezTo>
                <a:cubicBezTo>
                  <a:pt x="3573" y="536"/>
                  <a:pt x="3569" y="530"/>
                  <a:pt x="3565" y="524"/>
                </a:cubicBezTo>
                <a:cubicBezTo>
                  <a:pt x="3546" y="487"/>
                  <a:pt x="3541" y="488"/>
                  <a:pt x="3543" y="482"/>
                </a:cubicBezTo>
                <a:cubicBezTo>
                  <a:pt x="3536" y="457"/>
                  <a:pt x="3537" y="465"/>
                  <a:pt x="3542" y="469"/>
                </a:cubicBezTo>
                <a:cubicBezTo>
                  <a:pt x="3566" y="506"/>
                  <a:pt x="3571" y="510"/>
                  <a:pt x="3575" y="514"/>
                </a:cubicBezTo>
                <a:cubicBezTo>
                  <a:pt x="3616" y="563"/>
                  <a:pt x="3621" y="567"/>
                  <a:pt x="3623" y="575"/>
                </a:cubicBezTo>
                <a:cubicBezTo>
                  <a:pt x="3671" y="639"/>
                  <a:pt x="3669" y="646"/>
                  <a:pt x="3672" y="648"/>
                </a:cubicBezTo>
                <a:cubicBezTo>
                  <a:pt x="3691" y="678"/>
                  <a:pt x="3690" y="689"/>
                  <a:pt x="3695" y="692"/>
                </a:cubicBezTo>
                <a:cubicBezTo>
                  <a:pt x="3712" y="731"/>
                  <a:pt x="3709" y="741"/>
                  <a:pt x="3716" y="741"/>
                </a:cubicBezTo>
                <a:cubicBezTo>
                  <a:pt x="3708" y="703"/>
                  <a:pt x="3703" y="704"/>
                  <a:pt x="3704" y="698"/>
                </a:cubicBezTo>
                <a:cubicBezTo>
                  <a:pt x="3691" y="675"/>
                  <a:pt x="3692" y="664"/>
                  <a:pt x="3686" y="662"/>
                </a:cubicBezTo>
                <a:cubicBezTo>
                  <a:pt x="3670" y="620"/>
                  <a:pt x="3664" y="622"/>
                  <a:pt x="3664" y="618"/>
                </a:cubicBezTo>
                <a:cubicBezTo>
                  <a:pt x="3633" y="576"/>
                  <a:pt x="3635" y="569"/>
                  <a:pt x="3632" y="567"/>
                </a:cubicBezTo>
                <a:cubicBezTo>
                  <a:pt x="3612" y="544"/>
                  <a:pt x="3609" y="542"/>
                  <a:pt x="3608" y="538"/>
                </a:cubicBezTo>
                <a:cubicBezTo>
                  <a:pt x="3595" y="520"/>
                  <a:pt x="3590" y="520"/>
                  <a:pt x="3589" y="516"/>
                </a:cubicBezTo>
                <a:cubicBezTo>
                  <a:pt x="3575" y="485"/>
                  <a:pt x="3576" y="492"/>
                  <a:pt x="3583" y="494"/>
                </a:cubicBezTo>
                <a:cubicBezTo>
                  <a:pt x="3605" y="518"/>
                  <a:pt x="3612" y="530"/>
                  <a:pt x="3621" y="540"/>
                </a:cubicBezTo>
                <a:cubicBezTo>
                  <a:pt x="3637" y="562"/>
                  <a:pt x="3646" y="562"/>
                  <a:pt x="3647" y="571"/>
                </a:cubicBezTo>
                <a:cubicBezTo>
                  <a:pt x="3679" y="613"/>
                  <a:pt x="3687" y="624"/>
                  <a:pt x="3693" y="637"/>
                </a:cubicBezTo>
                <a:cubicBezTo>
                  <a:pt x="3722" y="683"/>
                  <a:pt x="3722" y="688"/>
                  <a:pt x="3725" y="690"/>
                </a:cubicBezTo>
                <a:cubicBezTo>
                  <a:pt x="3736" y="699"/>
                  <a:pt x="3730" y="697"/>
                  <a:pt x="3730" y="687"/>
                </a:cubicBezTo>
                <a:cubicBezTo>
                  <a:pt x="3696" y="629"/>
                  <a:pt x="3695" y="622"/>
                  <a:pt x="3690" y="618"/>
                </a:cubicBezTo>
                <a:cubicBezTo>
                  <a:pt x="3664" y="581"/>
                  <a:pt x="3661" y="574"/>
                  <a:pt x="3658" y="568"/>
                </a:cubicBezTo>
                <a:cubicBezTo>
                  <a:pt x="3624" y="530"/>
                  <a:pt x="3617" y="519"/>
                  <a:pt x="3608" y="510"/>
                </a:cubicBezTo>
                <a:cubicBezTo>
                  <a:pt x="3534" y="424"/>
                  <a:pt x="3528" y="418"/>
                  <a:pt x="3524" y="409"/>
                </a:cubicBezTo>
                <a:cubicBezTo>
                  <a:pt x="3505" y="384"/>
                  <a:pt x="3506" y="376"/>
                  <a:pt x="3500" y="376"/>
                </a:cubicBezTo>
                <a:cubicBezTo>
                  <a:pt x="3502" y="363"/>
                  <a:pt x="3500" y="371"/>
                  <a:pt x="3504" y="371"/>
                </a:cubicBezTo>
                <a:cubicBezTo>
                  <a:pt x="3530" y="404"/>
                  <a:pt x="3532" y="412"/>
                  <a:pt x="3538" y="417"/>
                </a:cubicBezTo>
                <a:cubicBezTo>
                  <a:pt x="3562" y="446"/>
                  <a:pt x="3566" y="447"/>
                  <a:pt x="3567" y="452"/>
                </a:cubicBezTo>
                <a:cubicBezTo>
                  <a:pt x="3602" y="487"/>
                  <a:pt x="3602" y="492"/>
                  <a:pt x="3607" y="493"/>
                </a:cubicBezTo>
                <a:cubicBezTo>
                  <a:pt x="3650" y="542"/>
                  <a:pt x="3656" y="546"/>
                  <a:pt x="3659" y="555"/>
                </a:cubicBezTo>
                <a:cubicBezTo>
                  <a:pt x="3706" y="616"/>
                  <a:pt x="3708" y="625"/>
                  <a:pt x="3715" y="629"/>
                </a:cubicBezTo>
                <a:cubicBezTo>
                  <a:pt x="3727" y="644"/>
                  <a:pt x="3724" y="639"/>
                  <a:pt x="3720" y="638"/>
                </a:cubicBezTo>
                <a:cubicBezTo>
                  <a:pt x="3689" y="575"/>
                  <a:pt x="3675" y="561"/>
                  <a:pt x="3663" y="546"/>
                </a:cubicBezTo>
                <a:cubicBezTo>
                  <a:pt x="3641" y="512"/>
                  <a:pt x="3631" y="508"/>
                  <a:pt x="3625" y="500"/>
                </a:cubicBezTo>
                <a:cubicBezTo>
                  <a:pt x="3592" y="468"/>
                  <a:pt x="3591" y="465"/>
                  <a:pt x="3591" y="461"/>
                </a:cubicBezTo>
                <a:cubicBezTo>
                  <a:pt x="3577" y="443"/>
                  <a:pt x="3570" y="445"/>
                  <a:pt x="3570" y="438"/>
                </a:cubicBezTo>
                <a:cubicBezTo>
                  <a:pt x="3535" y="402"/>
                  <a:pt x="3533" y="398"/>
                  <a:pt x="3532" y="393"/>
                </a:cubicBezTo>
                <a:cubicBezTo>
                  <a:pt x="3530" y="387"/>
                  <a:pt x="3532" y="390"/>
                  <a:pt x="3534" y="393"/>
                </a:cubicBezTo>
                <a:cubicBezTo>
                  <a:pt x="3549" y="412"/>
                  <a:pt x="3552" y="411"/>
                  <a:pt x="3553" y="413"/>
                </a:cubicBezTo>
                <a:cubicBezTo>
                  <a:pt x="3592" y="453"/>
                  <a:pt x="3594" y="455"/>
                  <a:pt x="3596" y="458"/>
                </a:cubicBezTo>
                <a:cubicBezTo>
                  <a:pt x="3621" y="483"/>
                  <a:pt x="3627" y="485"/>
                  <a:pt x="3631" y="491"/>
                </a:cubicBezTo>
                <a:cubicBezTo>
                  <a:pt x="3653" y="516"/>
                  <a:pt x="3661" y="526"/>
                  <a:pt x="3669" y="536"/>
                </a:cubicBezTo>
                <a:cubicBezTo>
                  <a:pt x="3710" y="588"/>
                  <a:pt x="3713" y="595"/>
                  <a:pt x="3719" y="598"/>
                </a:cubicBezTo>
                <a:cubicBezTo>
                  <a:pt x="3754" y="657"/>
                  <a:pt x="3756" y="665"/>
                  <a:pt x="3759" y="672"/>
                </a:cubicBezTo>
                <a:cubicBezTo>
                  <a:pt x="3769" y="696"/>
                  <a:pt x="3765" y="705"/>
                  <a:pt x="3770" y="704"/>
                </a:cubicBezTo>
                <a:cubicBezTo>
                  <a:pt x="3763" y="670"/>
                  <a:pt x="3763" y="659"/>
                  <a:pt x="3758" y="655"/>
                </a:cubicBezTo>
                <a:cubicBezTo>
                  <a:pt x="3722" y="590"/>
                  <a:pt x="3717" y="586"/>
                  <a:pt x="3713" y="579"/>
                </a:cubicBezTo>
                <a:cubicBezTo>
                  <a:pt x="3668" y="527"/>
                  <a:pt x="3671" y="520"/>
                  <a:pt x="3668" y="519"/>
                </a:cubicBezTo>
                <a:cubicBezTo>
                  <a:pt x="3638" y="483"/>
                  <a:pt x="3626" y="475"/>
                  <a:pt x="3618" y="463"/>
                </a:cubicBezTo>
                <a:cubicBezTo>
                  <a:pt x="3597" y="446"/>
                  <a:pt x="3593" y="439"/>
                  <a:pt x="3587" y="435"/>
                </a:cubicBezTo>
                <a:cubicBezTo>
                  <a:pt x="3544" y="388"/>
                  <a:pt x="3531" y="373"/>
                  <a:pt x="3516" y="359"/>
                </a:cubicBezTo>
                <a:cubicBezTo>
                  <a:pt x="3482" y="312"/>
                  <a:pt x="3483" y="307"/>
                  <a:pt x="3480" y="307"/>
                </a:cubicBezTo>
                <a:cubicBezTo>
                  <a:pt x="3491" y="306"/>
                  <a:pt x="3495" y="310"/>
                  <a:pt x="3498" y="315"/>
                </a:cubicBezTo>
                <a:cubicBezTo>
                  <a:pt x="3528" y="347"/>
                  <a:pt x="3536" y="354"/>
                  <a:pt x="3543" y="362"/>
                </a:cubicBezTo>
                <a:cubicBezTo>
                  <a:pt x="3574" y="381"/>
                  <a:pt x="3571" y="392"/>
                  <a:pt x="3580" y="390"/>
                </a:cubicBezTo>
                <a:cubicBezTo>
                  <a:pt x="3598" y="407"/>
                  <a:pt x="3606" y="414"/>
                  <a:pt x="3615" y="420"/>
                </a:cubicBezTo>
                <a:cubicBezTo>
                  <a:pt x="3642" y="449"/>
                  <a:pt x="3647" y="454"/>
                  <a:pt x="3650" y="457"/>
                </a:cubicBezTo>
                <a:cubicBezTo>
                  <a:pt x="3680" y="486"/>
                  <a:pt x="3682" y="493"/>
                  <a:pt x="3686" y="498"/>
                </a:cubicBezTo>
                <a:cubicBezTo>
                  <a:pt x="3724" y="544"/>
                  <a:pt x="3729" y="547"/>
                  <a:pt x="3731" y="554"/>
                </a:cubicBezTo>
                <a:cubicBezTo>
                  <a:pt x="3765" y="605"/>
                  <a:pt x="3771" y="607"/>
                  <a:pt x="3773" y="614"/>
                </a:cubicBezTo>
                <a:cubicBezTo>
                  <a:pt x="3793" y="649"/>
                  <a:pt x="3792" y="642"/>
                  <a:pt x="3790" y="637"/>
                </a:cubicBezTo>
                <a:cubicBezTo>
                  <a:pt x="3772" y="601"/>
                  <a:pt x="3770" y="595"/>
                  <a:pt x="3765" y="593"/>
                </a:cubicBezTo>
                <a:cubicBezTo>
                  <a:pt x="3747" y="556"/>
                  <a:pt x="3740" y="557"/>
                  <a:pt x="3740" y="549"/>
                </a:cubicBezTo>
                <a:cubicBezTo>
                  <a:pt x="3716" y="518"/>
                  <a:pt x="3713" y="513"/>
                  <a:pt x="3708" y="510"/>
                </a:cubicBezTo>
                <a:cubicBezTo>
                  <a:pt x="3663" y="455"/>
                  <a:pt x="3658" y="453"/>
                  <a:pt x="3656" y="448"/>
                </a:cubicBezTo>
                <a:cubicBezTo>
                  <a:pt x="3639" y="433"/>
                  <a:pt x="3635" y="430"/>
                  <a:pt x="3631" y="428"/>
                </a:cubicBezTo>
                <a:cubicBezTo>
                  <a:pt x="3606" y="403"/>
                  <a:pt x="3605" y="400"/>
                  <a:pt x="3602" y="399"/>
                </a:cubicBezTo>
                <a:cubicBezTo>
                  <a:pt x="3568" y="367"/>
                  <a:pt x="3560" y="369"/>
                  <a:pt x="3558" y="363"/>
                </a:cubicBezTo>
                <a:cubicBezTo>
                  <a:pt x="3494" y="295"/>
                  <a:pt x="3486" y="288"/>
                  <a:pt x="3480" y="279"/>
                </a:cubicBezTo>
                <a:cubicBezTo>
                  <a:pt x="3472" y="259"/>
                  <a:pt x="3480" y="269"/>
                  <a:pt x="3487" y="280"/>
                </a:cubicBezTo>
                <a:cubicBezTo>
                  <a:pt x="3581" y="355"/>
                  <a:pt x="3584" y="357"/>
                  <a:pt x="3588" y="356"/>
                </a:cubicBezTo>
                <a:cubicBezTo>
                  <a:pt x="3607" y="371"/>
                  <a:pt x="3608" y="375"/>
                  <a:pt x="3614" y="374"/>
                </a:cubicBezTo>
                <a:cubicBezTo>
                  <a:pt x="3644" y="397"/>
                  <a:pt x="3643" y="407"/>
                  <a:pt x="3651" y="406"/>
                </a:cubicBezTo>
                <a:cubicBezTo>
                  <a:pt x="3671" y="425"/>
                  <a:pt x="3673" y="426"/>
                  <a:pt x="3674" y="429"/>
                </a:cubicBezTo>
                <a:cubicBezTo>
                  <a:pt x="3702" y="457"/>
                  <a:pt x="3707" y="461"/>
                  <a:pt x="3710" y="466"/>
                </a:cubicBezTo>
                <a:cubicBezTo>
                  <a:pt x="3755" y="519"/>
                  <a:pt x="3757" y="520"/>
                  <a:pt x="3760" y="521"/>
                </a:cubicBezTo>
                <a:cubicBezTo>
                  <a:pt x="3775" y="552"/>
                  <a:pt x="3783" y="552"/>
                  <a:pt x="3784" y="559"/>
                </a:cubicBezTo>
                <a:cubicBezTo>
                  <a:pt x="3802" y="592"/>
                  <a:pt x="3803" y="594"/>
                  <a:pt x="3806" y="594"/>
                </a:cubicBezTo>
                <a:cubicBezTo>
                  <a:pt x="3803" y="583"/>
                  <a:pt x="3803" y="576"/>
                  <a:pt x="3798" y="573"/>
                </a:cubicBezTo>
                <a:cubicBezTo>
                  <a:pt x="3759" y="513"/>
                  <a:pt x="3754" y="504"/>
                  <a:pt x="3747" y="496"/>
                </a:cubicBezTo>
                <a:cubicBezTo>
                  <a:pt x="3718" y="457"/>
                  <a:pt x="3712" y="459"/>
                  <a:pt x="3713" y="455"/>
                </a:cubicBezTo>
                <a:cubicBezTo>
                  <a:pt x="3682" y="427"/>
                  <a:pt x="3680" y="421"/>
                  <a:pt x="3676" y="418"/>
                </a:cubicBezTo>
                <a:cubicBezTo>
                  <a:pt x="3660" y="405"/>
                  <a:pt x="3655" y="404"/>
                  <a:pt x="3655" y="397"/>
                </a:cubicBezTo>
                <a:cubicBezTo>
                  <a:pt x="3624" y="378"/>
                  <a:pt x="3624" y="370"/>
                  <a:pt x="3618" y="369"/>
                </a:cubicBezTo>
                <a:cubicBezTo>
                  <a:pt x="3604" y="356"/>
                  <a:pt x="3600" y="353"/>
                  <a:pt x="3595" y="351"/>
                </a:cubicBezTo>
                <a:cubicBezTo>
                  <a:pt x="3588" y="343"/>
                  <a:pt x="3585" y="343"/>
                  <a:pt x="3583" y="341"/>
                </a:cubicBezTo>
                <a:cubicBezTo>
                  <a:pt x="3552" y="324"/>
                  <a:pt x="3552" y="316"/>
                  <a:pt x="3546" y="315"/>
                </a:cubicBezTo>
                <a:cubicBezTo>
                  <a:pt x="3518" y="293"/>
                  <a:pt x="3513" y="292"/>
                  <a:pt x="3511" y="287"/>
                </a:cubicBezTo>
                <a:cubicBezTo>
                  <a:pt x="3473" y="249"/>
                  <a:pt x="3471" y="239"/>
                  <a:pt x="3464" y="236"/>
                </a:cubicBezTo>
                <a:cubicBezTo>
                  <a:pt x="3464" y="229"/>
                  <a:pt x="3471" y="229"/>
                  <a:pt x="3475" y="233"/>
                </a:cubicBezTo>
                <a:cubicBezTo>
                  <a:pt x="3498" y="257"/>
                  <a:pt x="3501" y="260"/>
                  <a:pt x="3505" y="262"/>
                </a:cubicBezTo>
                <a:cubicBezTo>
                  <a:pt x="3519" y="277"/>
                  <a:pt x="3523" y="275"/>
                  <a:pt x="3524" y="278"/>
                </a:cubicBezTo>
                <a:cubicBezTo>
                  <a:pt x="3556" y="301"/>
                  <a:pt x="3562" y="300"/>
                  <a:pt x="3565" y="303"/>
                </a:cubicBezTo>
                <a:cubicBezTo>
                  <a:pt x="3580" y="312"/>
                  <a:pt x="3580" y="313"/>
                  <a:pt x="3581" y="313"/>
                </a:cubicBezTo>
                <a:cubicBezTo>
                  <a:pt x="3601" y="325"/>
                  <a:pt x="3604" y="326"/>
                  <a:pt x="3608" y="329"/>
                </a:cubicBezTo>
                <a:cubicBezTo>
                  <a:pt x="3643" y="351"/>
                  <a:pt x="3649" y="350"/>
                  <a:pt x="3652" y="354"/>
                </a:cubicBezTo>
                <a:cubicBezTo>
                  <a:pt x="3678" y="367"/>
                  <a:pt x="3693" y="375"/>
                  <a:pt x="3708" y="383"/>
                </a:cubicBezTo>
                <a:cubicBezTo>
                  <a:pt x="3760" y="411"/>
                  <a:pt x="3762" y="421"/>
                  <a:pt x="3770" y="424"/>
                </a:cubicBezTo>
                <a:cubicBezTo>
                  <a:pt x="3809" y="461"/>
                  <a:pt x="3812" y="463"/>
                  <a:pt x="3815" y="467"/>
                </a:cubicBezTo>
                <a:cubicBezTo>
                  <a:pt x="3834" y="487"/>
                  <a:pt x="3838" y="487"/>
                  <a:pt x="3840" y="490"/>
                </a:cubicBezTo>
                <a:cubicBezTo>
                  <a:pt x="3834" y="475"/>
                  <a:pt x="3825" y="469"/>
                  <a:pt x="3819" y="460"/>
                </a:cubicBezTo>
                <a:cubicBezTo>
                  <a:pt x="3792" y="438"/>
                  <a:pt x="3793" y="432"/>
                  <a:pt x="3788" y="434"/>
                </a:cubicBezTo>
                <a:cubicBezTo>
                  <a:pt x="3769" y="415"/>
                  <a:pt x="3767" y="413"/>
                  <a:pt x="3767" y="409"/>
                </a:cubicBezTo>
                <a:cubicBezTo>
                  <a:pt x="3741" y="393"/>
                  <a:pt x="3737" y="390"/>
                  <a:pt x="3733" y="388"/>
                </a:cubicBezTo>
                <a:cubicBezTo>
                  <a:pt x="3678" y="358"/>
                  <a:pt x="3671" y="350"/>
                  <a:pt x="3658" y="349"/>
                </a:cubicBezTo>
                <a:cubicBezTo>
                  <a:pt x="3620" y="324"/>
                  <a:pt x="3616" y="320"/>
                  <a:pt x="3610" y="318"/>
                </a:cubicBezTo>
                <a:cubicBezTo>
                  <a:pt x="3586" y="305"/>
                  <a:pt x="3581" y="301"/>
                  <a:pt x="3576" y="298"/>
                </a:cubicBezTo>
                <a:cubicBezTo>
                  <a:pt x="3551" y="286"/>
                  <a:pt x="3550" y="278"/>
                  <a:pt x="3543" y="276"/>
                </a:cubicBezTo>
                <a:cubicBezTo>
                  <a:pt x="3518" y="256"/>
                  <a:pt x="3508" y="251"/>
                  <a:pt x="3497" y="245"/>
                </a:cubicBezTo>
                <a:cubicBezTo>
                  <a:pt x="3480" y="220"/>
                  <a:pt x="3474" y="222"/>
                  <a:pt x="3472" y="220"/>
                </a:cubicBezTo>
                <a:cubicBezTo>
                  <a:pt x="3458" y="198"/>
                  <a:pt x="3452" y="196"/>
                  <a:pt x="3450" y="189"/>
                </a:cubicBezTo>
                <a:cubicBezTo>
                  <a:pt x="3467" y="202"/>
                  <a:pt x="3470" y="200"/>
                  <a:pt x="3470" y="201"/>
                </a:cubicBezTo>
                <a:cubicBezTo>
                  <a:pt x="3508" y="228"/>
                  <a:pt x="3514" y="232"/>
                  <a:pt x="3519" y="237"/>
                </a:cubicBezTo>
                <a:cubicBezTo>
                  <a:pt x="3549" y="252"/>
                  <a:pt x="3552" y="253"/>
                  <a:pt x="3555" y="256"/>
                </a:cubicBezTo>
                <a:cubicBezTo>
                  <a:pt x="3598" y="278"/>
                  <a:pt x="3605" y="282"/>
                  <a:pt x="3610" y="287"/>
                </a:cubicBezTo>
                <a:cubicBezTo>
                  <a:pt x="3676" y="320"/>
                  <a:pt x="3685" y="315"/>
                  <a:pt x="3684" y="321"/>
                </a:cubicBezTo>
                <a:cubicBezTo>
                  <a:pt x="3725" y="340"/>
                  <a:pt x="3730" y="346"/>
                  <a:pt x="3737" y="350"/>
                </a:cubicBezTo>
                <a:cubicBezTo>
                  <a:pt x="3768" y="372"/>
                  <a:pt x="3771" y="375"/>
                  <a:pt x="3776" y="376"/>
                </a:cubicBezTo>
                <a:cubicBezTo>
                  <a:pt x="3822" y="416"/>
                  <a:pt x="3821" y="423"/>
                  <a:pt x="3825" y="425"/>
                </a:cubicBezTo>
                <a:cubicBezTo>
                  <a:pt x="3836" y="427"/>
                  <a:pt x="3826" y="425"/>
                  <a:pt x="3824" y="414"/>
                </a:cubicBezTo>
                <a:cubicBezTo>
                  <a:pt x="3808" y="399"/>
                  <a:pt x="3802" y="401"/>
                  <a:pt x="3803" y="396"/>
                </a:cubicBezTo>
                <a:cubicBezTo>
                  <a:pt x="3777" y="374"/>
                  <a:pt x="3776" y="369"/>
                  <a:pt x="3771" y="367"/>
                </a:cubicBezTo>
                <a:cubicBezTo>
                  <a:pt x="3753" y="354"/>
                  <a:pt x="3751" y="352"/>
                  <a:pt x="3750" y="349"/>
                </a:cubicBezTo>
                <a:cubicBezTo>
                  <a:pt x="3700" y="322"/>
                  <a:pt x="3698" y="317"/>
                  <a:pt x="3690" y="316"/>
                </a:cubicBezTo>
                <a:cubicBezTo>
                  <a:pt x="3657" y="299"/>
                  <a:pt x="3656" y="297"/>
                  <a:pt x="3652" y="297"/>
                </a:cubicBezTo>
                <a:cubicBezTo>
                  <a:pt x="3597" y="265"/>
                  <a:pt x="3579" y="257"/>
                  <a:pt x="3561" y="251"/>
                </a:cubicBezTo>
                <a:cubicBezTo>
                  <a:pt x="3513" y="220"/>
                  <a:pt x="3507" y="220"/>
                  <a:pt x="3504" y="216"/>
                </a:cubicBezTo>
                <a:cubicBezTo>
                  <a:pt x="3485" y="199"/>
                  <a:pt x="3474" y="197"/>
                  <a:pt x="3469" y="188"/>
                </a:cubicBezTo>
                <a:cubicBezTo>
                  <a:pt x="3442" y="157"/>
                  <a:pt x="3447" y="163"/>
                  <a:pt x="3453" y="169"/>
                </a:cubicBezTo>
                <a:cubicBezTo>
                  <a:pt x="3478" y="187"/>
                  <a:pt x="3481" y="189"/>
                  <a:pt x="3483" y="193"/>
                </a:cubicBezTo>
                <a:cubicBezTo>
                  <a:pt x="3525" y="218"/>
                  <a:pt x="3531" y="224"/>
                  <a:pt x="3538" y="229"/>
                </a:cubicBezTo>
                <a:cubicBezTo>
                  <a:pt x="3595" y="256"/>
                  <a:pt x="3603" y="260"/>
                  <a:pt x="3610" y="265"/>
                </a:cubicBezTo>
                <a:cubicBezTo>
                  <a:pt x="3642" y="275"/>
                  <a:pt x="3644" y="276"/>
                  <a:pt x="3646" y="278"/>
                </a:cubicBezTo>
                <a:cubicBezTo>
                  <a:pt x="3697" y="296"/>
                  <a:pt x="3705" y="296"/>
                  <a:pt x="3709" y="300"/>
                </a:cubicBezTo>
                <a:cubicBezTo>
                  <a:pt x="3768" y="328"/>
                  <a:pt x="3781" y="331"/>
                  <a:pt x="3788" y="340"/>
                </a:cubicBezTo>
                <a:cubicBezTo>
                  <a:pt x="3806" y="351"/>
                  <a:pt x="3808" y="353"/>
                  <a:pt x="3811" y="354"/>
                </a:cubicBezTo>
                <a:cubicBezTo>
                  <a:pt x="3833" y="374"/>
                  <a:pt x="3837" y="374"/>
                  <a:pt x="3840" y="376"/>
                </a:cubicBezTo>
                <a:cubicBezTo>
                  <a:pt x="3829" y="365"/>
                  <a:pt x="3828" y="354"/>
                  <a:pt x="3818" y="353"/>
                </a:cubicBezTo>
                <a:cubicBezTo>
                  <a:pt x="3790" y="329"/>
                  <a:pt x="3784" y="331"/>
                  <a:pt x="3785" y="325"/>
                </a:cubicBezTo>
                <a:cubicBezTo>
                  <a:pt x="3759" y="314"/>
                  <a:pt x="3754" y="308"/>
                  <a:pt x="3744" y="306"/>
                </a:cubicBezTo>
                <a:cubicBezTo>
                  <a:pt x="3691" y="279"/>
                  <a:pt x="3678" y="280"/>
                  <a:pt x="3672" y="274"/>
                </a:cubicBezTo>
                <a:cubicBezTo>
                  <a:pt x="3600" y="254"/>
                  <a:pt x="3589" y="241"/>
                  <a:pt x="3569" y="237"/>
                </a:cubicBezTo>
                <a:cubicBezTo>
                  <a:pt x="3539" y="215"/>
                  <a:pt x="3533" y="217"/>
                  <a:pt x="3534" y="211"/>
                </a:cubicBezTo>
                <a:cubicBezTo>
                  <a:pt x="3492" y="194"/>
                  <a:pt x="3495" y="184"/>
                  <a:pt x="3489" y="184"/>
                </a:cubicBezTo>
                <a:cubicBezTo>
                  <a:pt x="3456" y="152"/>
                  <a:pt x="3447" y="155"/>
                  <a:pt x="3447" y="148"/>
                </a:cubicBezTo>
                <a:cubicBezTo>
                  <a:pt x="3425" y="126"/>
                  <a:pt x="3423" y="125"/>
                  <a:pt x="3423" y="121"/>
                </a:cubicBezTo>
                <a:cubicBezTo>
                  <a:pt x="3434" y="129"/>
                  <a:pt x="3437" y="129"/>
                  <a:pt x="3437" y="131"/>
                </a:cubicBezTo>
                <a:cubicBezTo>
                  <a:pt x="3461" y="150"/>
                  <a:pt x="3474" y="156"/>
                  <a:pt x="3483" y="167"/>
                </a:cubicBezTo>
                <a:cubicBezTo>
                  <a:pt x="3514" y="176"/>
                  <a:pt x="3515" y="187"/>
                  <a:pt x="3526" y="186"/>
                </a:cubicBezTo>
                <a:cubicBezTo>
                  <a:pt x="3554" y="198"/>
                  <a:pt x="3561" y="202"/>
                  <a:pt x="3567" y="207"/>
                </a:cubicBezTo>
                <a:cubicBezTo>
                  <a:pt x="3627" y="229"/>
                  <a:pt x="3638" y="238"/>
                  <a:pt x="3657" y="240"/>
                </a:cubicBezTo>
                <a:cubicBezTo>
                  <a:pt x="3691" y="257"/>
                  <a:pt x="3698" y="265"/>
                  <a:pt x="3709" y="267"/>
                </a:cubicBezTo>
                <a:cubicBezTo>
                  <a:pt x="3751" y="290"/>
                  <a:pt x="3755" y="293"/>
                  <a:pt x="3761" y="294"/>
                </a:cubicBezTo>
                <a:cubicBezTo>
                  <a:pt x="3792" y="313"/>
                  <a:pt x="3794" y="315"/>
                  <a:pt x="3795" y="318"/>
                </a:cubicBezTo>
                <a:cubicBezTo>
                  <a:pt x="3817" y="331"/>
                  <a:pt x="3824" y="336"/>
                  <a:pt x="3830" y="344"/>
                </a:cubicBezTo>
                <a:cubicBezTo>
                  <a:pt x="3837" y="339"/>
                  <a:pt x="3833" y="338"/>
                  <a:pt x="3829" y="335"/>
                </a:cubicBezTo>
                <a:cubicBezTo>
                  <a:pt x="3748" y="279"/>
                  <a:pt x="3746" y="274"/>
                  <a:pt x="3738" y="276"/>
                </a:cubicBezTo>
                <a:cubicBezTo>
                  <a:pt x="3689" y="246"/>
                  <a:pt x="3677" y="244"/>
                  <a:pt x="3670" y="237"/>
                </a:cubicBezTo>
                <a:cubicBezTo>
                  <a:pt x="3605" y="209"/>
                  <a:pt x="3600" y="207"/>
                  <a:pt x="3593" y="207"/>
                </a:cubicBezTo>
                <a:cubicBezTo>
                  <a:pt x="3541" y="181"/>
                  <a:pt x="3531" y="177"/>
                  <a:pt x="3521" y="173"/>
                </a:cubicBezTo>
                <a:cubicBezTo>
                  <a:pt x="3487" y="152"/>
                  <a:pt x="3476" y="148"/>
                  <a:pt x="3468" y="142"/>
                </a:cubicBezTo>
                <a:cubicBezTo>
                  <a:pt x="3450" y="123"/>
                  <a:pt x="3447" y="124"/>
                  <a:pt x="3445" y="122"/>
                </a:cubicBezTo>
                <a:cubicBezTo>
                  <a:pt x="3426" y="105"/>
                  <a:pt x="3423" y="102"/>
                  <a:pt x="3426" y="101"/>
                </a:cubicBezTo>
                <a:close/>
                <a:moveTo>
                  <a:pt x="3422" y="38"/>
                </a:moveTo>
                <a:cubicBezTo>
                  <a:pt x="3426" y="37"/>
                  <a:pt x="3428" y="39"/>
                  <a:pt x="3431" y="39"/>
                </a:cubicBezTo>
                <a:cubicBezTo>
                  <a:pt x="3434" y="44"/>
                  <a:pt x="3437" y="47"/>
                  <a:pt x="3442" y="50"/>
                </a:cubicBezTo>
                <a:cubicBezTo>
                  <a:pt x="3448" y="51"/>
                  <a:pt x="3451" y="55"/>
                  <a:pt x="3456" y="57"/>
                </a:cubicBezTo>
                <a:cubicBezTo>
                  <a:pt x="3460" y="61"/>
                  <a:pt x="3466" y="61"/>
                  <a:pt x="3470" y="65"/>
                </a:cubicBezTo>
                <a:cubicBezTo>
                  <a:pt x="3480" y="69"/>
                  <a:pt x="3486" y="77"/>
                  <a:pt x="3499" y="78"/>
                </a:cubicBezTo>
                <a:cubicBezTo>
                  <a:pt x="3506" y="86"/>
                  <a:pt x="3520" y="86"/>
                  <a:pt x="3526" y="94"/>
                </a:cubicBezTo>
                <a:cubicBezTo>
                  <a:pt x="3550" y="97"/>
                  <a:pt x="3570" y="105"/>
                  <a:pt x="3587" y="116"/>
                </a:cubicBezTo>
                <a:cubicBezTo>
                  <a:pt x="3599" y="116"/>
                  <a:pt x="3607" y="121"/>
                  <a:pt x="3618" y="122"/>
                </a:cubicBezTo>
                <a:cubicBezTo>
                  <a:pt x="3624" y="128"/>
                  <a:pt x="3636" y="128"/>
                  <a:pt x="3643" y="134"/>
                </a:cubicBezTo>
                <a:cubicBezTo>
                  <a:pt x="3653" y="135"/>
                  <a:pt x="3661" y="141"/>
                  <a:pt x="3672" y="143"/>
                </a:cubicBezTo>
                <a:cubicBezTo>
                  <a:pt x="3681" y="145"/>
                  <a:pt x="3687" y="152"/>
                  <a:pt x="3699" y="152"/>
                </a:cubicBezTo>
                <a:cubicBezTo>
                  <a:pt x="3691" y="160"/>
                  <a:pt x="3685" y="147"/>
                  <a:pt x="3674" y="151"/>
                </a:cubicBezTo>
                <a:cubicBezTo>
                  <a:pt x="3667" y="149"/>
                  <a:pt x="3659" y="148"/>
                  <a:pt x="3648" y="149"/>
                </a:cubicBezTo>
                <a:cubicBezTo>
                  <a:pt x="3645" y="145"/>
                  <a:pt x="3637" y="146"/>
                  <a:pt x="3632" y="143"/>
                </a:cubicBezTo>
                <a:cubicBezTo>
                  <a:pt x="3627" y="143"/>
                  <a:pt x="3622" y="141"/>
                  <a:pt x="3619" y="138"/>
                </a:cubicBezTo>
                <a:cubicBezTo>
                  <a:pt x="3607" y="137"/>
                  <a:pt x="3600" y="131"/>
                  <a:pt x="3588" y="131"/>
                </a:cubicBezTo>
                <a:cubicBezTo>
                  <a:pt x="3580" y="125"/>
                  <a:pt x="3567" y="125"/>
                  <a:pt x="3559" y="120"/>
                </a:cubicBezTo>
                <a:cubicBezTo>
                  <a:pt x="3550" y="116"/>
                  <a:pt x="3542" y="111"/>
                  <a:pt x="3532" y="109"/>
                </a:cubicBezTo>
                <a:cubicBezTo>
                  <a:pt x="3528" y="105"/>
                  <a:pt x="3522" y="104"/>
                  <a:pt x="3518" y="101"/>
                </a:cubicBezTo>
                <a:cubicBezTo>
                  <a:pt x="3516" y="100"/>
                  <a:pt x="3513" y="99"/>
                  <a:pt x="3509" y="100"/>
                </a:cubicBezTo>
                <a:cubicBezTo>
                  <a:pt x="3510" y="96"/>
                  <a:pt x="3507" y="96"/>
                  <a:pt x="3504" y="95"/>
                </a:cubicBezTo>
                <a:cubicBezTo>
                  <a:pt x="3497" y="90"/>
                  <a:pt x="3487" y="87"/>
                  <a:pt x="3481" y="80"/>
                </a:cubicBezTo>
                <a:cubicBezTo>
                  <a:pt x="3475" y="80"/>
                  <a:pt x="3473" y="75"/>
                  <a:pt x="3470" y="72"/>
                </a:cubicBezTo>
                <a:cubicBezTo>
                  <a:pt x="3466" y="72"/>
                  <a:pt x="3465" y="69"/>
                  <a:pt x="3461" y="70"/>
                </a:cubicBezTo>
                <a:cubicBezTo>
                  <a:pt x="3462" y="66"/>
                  <a:pt x="3459" y="66"/>
                  <a:pt x="3456" y="66"/>
                </a:cubicBezTo>
                <a:cubicBezTo>
                  <a:pt x="3455" y="60"/>
                  <a:pt x="3447" y="63"/>
                  <a:pt x="3445" y="58"/>
                </a:cubicBezTo>
                <a:cubicBezTo>
                  <a:pt x="3439" y="58"/>
                  <a:pt x="3438" y="52"/>
                  <a:pt x="3431" y="53"/>
                </a:cubicBezTo>
                <a:cubicBezTo>
                  <a:pt x="3428" y="45"/>
                  <a:pt x="3422" y="40"/>
                  <a:pt x="3415" y="36"/>
                </a:cubicBezTo>
                <a:cubicBezTo>
                  <a:pt x="3415" y="31"/>
                  <a:pt x="3422" y="35"/>
                  <a:pt x="3422" y="38"/>
                </a:cubicBezTo>
                <a:close/>
                <a:moveTo>
                  <a:pt x="3358" y="316"/>
                </a:moveTo>
                <a:cubicBezTo>
                  <a:pt x="3355" y="318"/>
                  <a:pt x="3354" y="322"/>
                  <a:pt x="3352" y="325"/>
                </a:cubicBezTo>
                <a:cubicBezTo>
                  <a:pt x="3345" y="322"/>
                  <a:pt x="3356" y="319"/>
                  <a:pt x="3354" y="314"/>
                </a:cubicBezTo>
                <a:cubicBezTo>
                  <a:pt x="3356" y="311"/>
                  <a:pt x="3358" y="308"/>
                  <a:pt x="3360" y="305"/>
                </a:cubicBezTo>
                <a:cubicBezTo>
                  <a:pt x="3367" y="307"/>
                  <a:pt x="3355" y="310"/>
                  <a:pt x="3358" y="316"/>
                </a:cubicBezTo>
                <a:close/>
                <a:moveTo>
                  <a:pt x="3369" y="289"/>
                </a:moveTo>
                <a:cubicBezTo>
                  <a:pt x="3368" y="293"/>
                  <a:pt x="3366" y="297"/>
                  <a:pt x="3364" y="302"/>
                </a:cubicBezTo>
                <a:cubicBezTo>
                  <a:pt x="3358" y="300"/>
                  <a:pt x="3368" y="295"/>
                  <a:pt x="3365" y="289"/>
                </a:cubicBezTo>
                <a:cubicBezTo>
                  <a:pt x="3369" y="286"/>
                  <a:pt x="3372" y="281"/>
                  <a:pt x="3373" y="275"/>
                </a:cubicBezTo>
                <a:cubicBezTo>
                  <a:pt x="3378" y="277"/>
                  <a:pt x="3371" y="286"/>
                  <a:pt x="3369" y="289"/>
                </a:cubicBezTo>
                <a:close/>
                <a:moveTo>
                  <a:pt x="3386" y="250"/>
                </a:moveTo>
                <a:cubicBezTo>
                  <a:pt x="3383" y="256"/>
                  <a:pt x="3386" y="247"/>
                  <a:pt x="3386" y="244"/>
                </a:cubicBezTo>
                <a:cubicBezTo>
                  <a:pt x="3390" y="245"/>
                  <a:pt x="3387" y="248"/>
                  <a:pt x="3386" y="250"/>
                </a:cubicBezTo>
                <a:close/>
                <a:moveTo>
                  <a:pt x="3411" y="294"/>
                </a:moveTo>
                <a:cubicBezTo>
                  <a:pt x="3406" y="294"/>
                  <a:pt x="3410" y="287"/>
                  <a:pt x="3411" y="286"/>
                </a:cubicBezTo>
                <a:cubicBezTo>
                  <a:pt x="3417" y="287"/>
                  <a:pt x="3409" y="290"/>
                  <a:pt x="3411" y="294"/>
                </a:cubicBezTo>
                <a:close/>
                <a:moveTo>
                  <a:pt x="3420" y="261"/>
                </a:moveTo>
                <a:cubicBezTo>
                  <a:pt x="3416" y="267"/>
                  <a:pt x="3419" y="257"/>
                  <a:pt x="3419" y="254"/>
                </a:cubicBezTo>
                <a:cubicBezTo>
                  <a:pt x="3423" y="256"/>
                  <a:pt x="3420" y="258"/>
                  <a:pt x="3420" y="261"/>
                </a:cubicBezTo>
                <a:close/>
                <a:moveTo>
                  <a:pt x="3593" y="579"/>
                </a:moveTo>
                <a:cubicBezTo>
                  <a:pt x="3593" y="580"/>
                  <a:pt x="3593" y="582"/>
                  <a:pt x="3593" y="583"/>
                </a:cubicBezTo>
                <a:cubicBezTo>
                  <a:pt x="3589" y="585"/>
                  <a:pt x="3589" y="580"/>
                  <a:pt x="3589" y="577"/>
                </a:cubicBezTo>
                <a:cubicBezTo>
                  <a:pt x="3590" y="577"/>
                  <a:pt x="3591" y="579"/>
                  <a:pt x="3593" y="579"/>
                </a:cubicBezTo>
                <a:close/>
                <a:moveTo>
                  <a:pt x="3576" y="556"/>
                </a:moveTo>
                <a:cubicBezTo>
                  <a:pt x="3575" y="562"/>
                  <a:pt x="3571" y="551"/>
                  <a:pt x="3567" y="552"/>
                </a:cubicBezTo>
                <a:cubicBezTo>
                  <a:pt x="3567" y="549"/>
                  <a:pt x="3567" y="546"/>
                  <a:pt x="3565" y="546"/>
                </a:cubicBezTo>
                <a:cubicBezTo>
                  <a:pt x="3569" y="539"/>
                  <a:pt x="3571" y="556"/>
                  <a:pt x="3576" y="556"/>
                </a:cubicBezTo>
                <a:close/>
                <a:moveTo>
                  <a:pt x="3522" y="440"/>
                </a:moveTo>
                <a:cubicBezTo>
                  <a:pt x="3518" y="438"/>
                  <a:pt x="3516" y="434"/>
                  <a:pt x="3515" y="429"/>
                </a:cubicBezTo>
                <a:cubicBezTo>
                  <a:pt x="3519" y="430"/>
                  <a:pt x="3521" y="435"/>
                  <a:pt x="3522" y="440"/>
                </a:cubicBezTo>
                <a:close/>
                <a:moveTo>
                  <a:pt x="3503" y="443"/>
                </a:moveTo>
                <a:cubicBezTo>
                  <a:pt x="3507" y="446"/>
                  <a:pt x="3504" y="458"/>
                  <a:pt x="3508" y="462"/>
                </a:cubicBezTo>
                <a:cubicBezTo>
                  <a:pt x="3505" y="460"/>
                  <a:pt x="3503" y="460"/>
                  <a:pt x="3500" y="463"/>
                </a:cubicBezTo>
                <a:cubicBezTo>
                  <a:pt x="3502" y="474"/>
                  <a:pt x="3498" y="479"/>
                  <a:pt x="3497" y="487"/>
                </a:cubicBezTo>
                <a:cubicBezTo>
                  <a:pt x="3497" y="495"/>
                  <a:pt x="3491" y="481"/>
                  <a:pt x="3497" y="483"/>
                </a:cubicBezTo>
                <a:cubicBezTo>
                  <a:pt x="3495" y="466"/>
                  <a:pt x="3502" y="458"/>
                  <a:pt x="3503" y="443"/>
                </a:cubicBezTo>
                <a:close/>
                <a:moveTo>
                  <a:pt x="3451" y="265"/>
                </a:moveTo>
                <a:cubicBezTo>
                  <a:pt x="3459" y="267"/>
                  <a:pt x="3454" y="277"/>
                  <a:pt x="3452" y="281"/>
                </a:cubicBezTo>
                <a:cubicBezTo>
                  <a:pt x="3445" y="278"/>
                  <a:pt x="3454" y="272"/>
                  <a:pt x="3451" y="265"/>
                </a:cubicBezTo>
                <a:close/>
                <a:moveTo>
                  <a:pt x="57" y="2139"/>
                </a:moveTo>
                <a:cubicBezTo>
                  <a:pt x="52" y="2141"/>
                  <a:pt x="48" y="2128"/>
                  <a:pt x="43" y="2130"/>
                </a:cubicBezTo>
                <a:cubicBezTo>
                  <a:pt x="38" y="2120"/>
                  <a:pt x="28" y="2117"/>
                  <a:pt x="18" y="2109"/>
                </a:cubicBezTo>
                <a:cubicBezTo>
                  <a:pt x="12" y="2104"/>
                  <a:pt x="6" y="2099"/>
                  <a:pt x="0" y="2093"/>
                </a:cubicBezTo>
                <a:cubicBezTo>
                  <a:pt x="0" y="2105"/>
                  <a:pt x="0" y="2105"/>
                  <a:pt x="0" y="2105"/>
                </a:cubicBezTo>
                <a:cubicBezTo>
                  <a:pt x="5" y="2108"/>
                  <a:pt x="10" y="2111"/>
                  <a:pt x="15" y="2115"/>
                </a:cubicBezTo>
                <a:cubicBezTo>
                  <a:pt x="29" y="2128"/>
                  <a:pt x="43" y="2139"/>
                  <a:pt x="58" y="2150"/>
                </a:cubicBezTo>
                <a:cubicBezTo>
                  <a:pt x="60" y="2153"/>
                  <a:pt x="64" y="2157"/>
                  <a:pt x="67" y="2160"/>
                </a:cubicBezTo>
                <a:cubicBezTo>
                  <a:pt x="74" y="2160"/>
                  <a:pt x="74" y="2160"/>
                  <a:pt x="74" y="2160"/>
                </a:cubicBezTo>
                <a:cubicBezTo>
                  <a:pt x="72" y="2157"/>
                  <a:pt x="69" y="2154"/>
                  <a:pt x="67" y="2150"/>
                </a:cubicBezTo>
                <a:cubicBezTo>
                  <a:pt x="61" y="2143"/>
                  <a:pt x="59" y="2146"/>
                  <a:pt x="57" y="2139"/>
                </a:cubicBezTo>
                <a:close/>
                <a:moveTo>
                  <a:pt x="0" y="2131"/>
                </a:moveTo>
                <a:cubicBezTo>
                  <a:pt x="0" y="2152"/>
                  <a:pt x="0" y="2152"/>
                  <a:pt x="0" y="2152"/>
                </a:cubicBezTo>
                <a:cubicBezTo>
                  <a:pt x="2" y="2155"/>
                  <a:pt x="4" y="2158"/>
                  <a:pt x="6" y="2160"/>
                </a:cubicBezTo>
                <a:cubicBezTo>
                  <a:pt x="18" y="2160"/>
                  <a:pt x="18" y="2160"/>
                  <a:pt x="18" y="2160"/>
                </a:cubicBezTo>
                <a:cubicBezTo>
                  <a:pt x="15" y="2155"/>
                  <a:pt x="11" y="2149"/>
                  <a:pt x="5" y="2144"/>
                </a:cubicBezTo>
                <a:cubicBezTo>
                  <a:pt x="4" y="2139"/>
                  <a:pt x="2" y="2135"/>
                  <a:pt x="0" y="2131"/>
                </a:cubicBezTo>
                <a:close/>
                <a:moveTo>
                  <a:pt x="1714" y="33"/>
                </a:moveTo>
                <a:cubicBezTo>
                  <a:pt x="1718" y="31"/>
                  <a:pt x="1719" y="23"/>
                  <a:pt x="1721" y="17"/>
                </a:cubicBezTo>
                <a:cubicBezTo>
                  <a:pt x="1726" y="16"/>
                  <a:pt x="1724" y="2"/>
                  <a:pt x="1730" y="2"/>
                </a:cubicBezTo>
                <a:cubicBezTo>
                  <a:pt x="1730" y="1"/>
                  <a:pt x="1730" y="1"/>
                  <a:pt x="1730" y="0"/>
                </a:cubicBezTo>
                <a:cubicBezTo>
                  <a:pt x="1723" y="0"/>
                  <a:pt x="1723" y="0"/>
                  <a:pt x="1723" y="0"/>
                </a:cubicBezTo>
                <a:cubicBezTo>
                  <a:pt x="1720" y="5"/>
                  <a:pt x="1718" y="9"/>
                  <a:pt x="1715" y="13"/>
                </a:cubicBezTo>
                <a:cubicBezTo>
                  <a:pt x="1710" y="27"/>
                  <a:pt x="1705" y="42"/>
                  <a:pt x="1699" y="54"/>
                </a:cubicBezTo>
                <a:cubicBezTo>
                  <a:pt x="1702" y="61"/>
                  <a:pt x="1694" y="63"/>
                  <a:pt x="1693" y="72"/>
                </a:cubicBezTo>
                <a:cubicBezTo>
                  <a:pt x="1691" y="82"/>
                  <a:pt x="1692" y="83"/>
                  <a:pt x="1687" y="91"/>
                </a:cubicBezTo>
                <a:cubicBezTo>
                  <a:pt x="1685" y="88"/>
                  <a:pt x="1688" y="82"/>
                  <a:pt x="1687" y="77"/>
                </a:cubicBezTo>
                <a:cubicBezTo>
                  <a:pt x="1688" y="73"/>
                  <a:pt x="1690" y="68"/>
                  <a:pt x="1691" y="63"/>
                </a:cubicBezTo>
                <a:cubicBezTo>
                  <a:pt x="1692" y="53"/>
                  <a:pt x="1693" y="52"/>
                  <a:pt x="1696" y="39"/>
                </a:cubicBezTo>
                <a:cubicBezTo>
                  <a:pt x="1699" y="24"/>
                  <a:pt x="1705" y="13"/>
                  <a:pt x="1710" y="0"/>
                </a:cubicBezTo>
                <a:cubicBezTo>
                  <a:pt x="1703" y="0"/>
                  <a:pt x="1703" y="0"/>
                  <a:pt x="1703" y="0"/>
                </a:cubicBezTo>
                <a:cubicBezTo>
                  <a:pt x="1695" y="24"/>
                  <a:pt x="1693" y="32"/>
                  <a:pt x="1684" y="65"/>
                </a:cubicBezTo>
                <a:cubicBezTo>
                  <a:pt x="1684" y="77"/>
                  <a:pt x="1684" y="89"/>
                  <a:pt x="1679" y="103"/>
                </a:cubicBezTo>
                <a:cubicBezTo>
                  <a:pt x="1682" y="103"/>
                  <a:pt x="1685" y="103"/>
                  <a:pt x="1682" y="101"/>
                </a:cubicBezTo>
                <a:cubicBezTo>
                  <a:pt x="1684" y="98"/>
                  <a:pt x="1686" y="102"/>
                  <a:pt x="1686" y="104"/>
                </a:cubicBezTo>
                <a:cubicBezTo>
                  <a:pt x="1686" y="109"/>
                  <a:pt x="1678" y="118"/>
                  <a:pt x="1686" y="118"/>
                </a:cubicBezTo>
                <a:cubicBezTo>
                  <a:pt x="1691" y="95"/>
                  <a:pt x="1698" y="83"/>
                  <a:pt x="1700" y="65"/>
                </a:cubicBezTo>
                <a:cubicBezTo>
                  <a:pt x="1705" y="57"/>
                  <a:pt x="1709" y="44"/>
                  <a:pt x="1714" y="33"/>
                </a:cubicBezTo>
                <a:close/>
                <a:moveTo>
                  <a:pt x="3158" y="1807"/>
                </a:moveTo>
                <a:cubicBezTo>
                  <a:pt x="3155" y="1805"/>
                  <a:pt x="3153" y="1805"/>
                  <a:pt x="3151" y="1805"/>
                </a:cubicBezTo>
                <a:cubicBezTo>
                  <a:pt x="3135" y="1790"/>
                  <a:pt x="3132" y="1787"/>
                  <a:pt x="3131" y="1789"/>
                </a:cubicBezTo>
                <a:cubicBezTo>
                  <a:pt x="3095" y="1762"/>
                  <a:pt x="3093" y="1759"/>
                  <a:pt x="3083" y="1754"/>
                </a:cubicBezTo>
                <a:cubicBezTo>
                  <a:pt x="3060" y="1715"/>
                  <a:pt x="3059" y="1709"/>
                  <a:pt x="3057" y="1703"/>
                </a:cubicBezTo>
                <a:cubicBezTo>
                  <a:pt x="3049" y="1705"/>
                  <a:pt x="3054" y="1709"/>
                  <a:pt x="3051" y="1715"/>
                </a:cubicBezTo>
                <a:cubicBezTo>
                  <a:pt x="3069" y="1745"/>
                  <a:pt x="3066" y="1750"/>
                  <a:pt x="3073" y="1753"/>
                </a:cubicBezTo>
                <a:cubicBezTo>
                  <a:pt x="3064" y="1757"/>
                  <a:pt x="3058" y="1755"/>
                  <a:pt x="3052" y="1750"/>
                </a:cubicBezTo>
                <a:cubicBezTo>
                  <a:pt x="3027" y="1719"/>
                  <a:pt x="3031" y="1715"/>
                  <a:pt x="3024" y="1713"/>
                </a:cubicBezTo>
                <a:cubicBezTo>
                  <a:pt x="3006" y="1687"/>
                  <a:pt x="3005" y="1680"/>
                  <a:pt x="2998" y="1674"/>
                </a:cubicBezTo>
                <a:cubicBezTo>
                  <a:pt x="2974" y="1614"/>
                  <a:pt x="2974" y="1605"/>
                  <a:pt x="2968" y="1597"/>
                </a:cubicBezTo>
                <a:cubicBezTo>
                  <a:pt x="2960" y="1561"/>
                  <a:pt x="2955" y="1552"/>
                  <a:pt x="2954" y="1543"/>
                </a:cubicBezTo>
                <a:cubicBezTo>
                  <a:pt x="2942" y="1487"/>
                  <a:pt x="2938" y="1485"/>
                  <a:pt x="2939" y="1483"/>
                </a:cubicBezTo>
                <a:cubicBezTo>
                  <a:pt x="2932" y="1458"/>
                  <a:pt x="2930" y="1454"/>
                  <a:pt x="2926" y="1451"/>
                </a:cubicBezTo>
                <a:cubicBezTo>
                  <a:pt x="2918" y="1423"/>
                  <a:pt x="2918" y="1412"/>
                  <a:pt x="2913" y="1416"/>
                </a:cubicBezTo>
                <a:cubicBezTo>
                  <a:pt x="2922" y="1441"/>
                  <a:pt x="2923" y="1444"/>
                  <a:pt x="2924" y="1447"/>
                </a:cubicBezTo>
                <a:cubicBezTo>
                  <a:pt x="2933" y="1489"/>
                  <a:pt x="2937" y="1499"/>
                  <a:pt x="2939" y="1510"/>
                </a:cubicBezTo>
                <a:cubicBezTo>
                  <a:pt x="2947" y="1546"/>
                  <a:pt x="2946" y="1552"/>
                  <a:pt x="2950" y="1556"/>
                </a:cubicBezTo>
                <a:cubicBezTo>
                  <a:pt x="2955" y="1583"/>
                  <a:pt x="2959" y="1585"/>
                  <a:pt x="2955" y="1588"/>
                </a:cubicBezTo>
                <a:cubicBezTo>
                  <a:pt x="2965" y="1615"/>
                  <a:pt x="2972" y="1624"/>
                  <a:pt x="2974" y="1635"/>
                </a:cubicBezTo>
                <a:cubicBezTo>
                  <a:pt x="3005" y="1703"/>
                  <a:pt x="3014" y="1707"/>
                  <a:pt x="3013" y="1713"/>
                </a:cubicBezTo>
                <a:cubicBezTo>
                  <a:pt x="3012" y="1729"/>
                  <a:pt x="3007" y="1712"/>
                  <a:pt x="2996" y="1704"/>
                </a:cubicBezTo>
                <a:cubicBezTo>
                  <a:pt x="2983" y="1672"/>
                  <a:pt x="2975" y="1670"/>
                  <a:pt x="2977" y="1666"/>
                </a:cubicBezTo>
                <a:cubicBezTo>
                  <a:pt x="2961" y="1640"/>
                  <a:pt x="2961" y="1632"/>
                  <a:pt x="2956" y="1626"/>
                </a:cubicBezTo>
                <a:cubicBezTo>
                  <a:pt x="2948" y="1598"/>
                  <a:pt x="2946" y="1591"/>
                  <a:pt x="2945" y="1584"/>
                </a:cubicBezTo>
                <a:cubicBezTo>
                  <a:pt x="2934" y="1529"/>
                  <a:pt x="2935" y="1525"/>
                  <a:pt x="2934" y="1522"/>
                </a:cubicBezTo>
                <a:cubicBezTo>
                  <a:pt x="2931" y="1493"/>
                  <a:pt x="2927" y="1487"/>
                  <a:pt x="2928" y="1479"/>
                </a:cubicBezTo>
                <a:cubicBezTo>
                  <a:pt x="2906" y="1410"/>
                  <a:pt x="2905" y="1403"/>
                  <a:pt x="2902" y="1396"/>
                </a:cubicBezTo>
                <a:cubicBezTo>
                  <a:pt x="2891" y="1385"/>
                  <a:pt x="2900" y="1391"/>
                  <a:pt x="2900" y="1400"/>
                </a:cubicBezTo>
                <a:cubicBezTo>
                  <a:pt x="2911" y="1442"/>
                  <a:pt x="2915" y="1445"/>
                  <a:pt x="2913" y="1450"/>
                </a:cubicBezTo>
                <a:cubicBezTo>
                  <a:pt x="2922" y="1477"/>
                  <a:pt x="2920" y="1480"/>
                  <a:pt x="2921" y="1482"/>
                </a:cubicBezTo>
                <a:cubicBezTo>
                  <a:pt x="2923" y="1506"/>
                  <a:pt x="2930" y="1509"/>
                  <a:pt x="2926" y="1514"/>
                </a:cubicBezTo>
                <a:cubicBezTo>
                  <a:pt x="2937" y="1582"/>
                  <a:pt x="2936" y="1585"/>
                  <a:pt x="2938" y="1587"/>
                </a:cubicBezTo>
                <a:cubicBezTo>
                  <a:pt x="2946" y="1620"/>
                  <a:pt x="2947" y="1623"/>
                  <a:pt x="2947" y="1628"/>
                </a:cubicBezTo>
                <a:cubicBezTo>
                  <a:pt x="2952" y="1638"/>
                  <a:pt x="2959" y="1643"/>
                  <a:pt x="2958" y="1648"/>
                </a:cubicBezTo>
                <a:cubicBezTo>
                  <a:pt x="2970" y="1669"/>
                  <a:pt x="2970" y="1675"/>
                  <a:pt x="2975" y="1680"/>
                </a:cubicBezTo>
                <a:cubicBezTo>
                  <a:pt x="2985" y="1703"/>
                  <a:pt x="2991" y="1708"/>
                  <a:pt x="2992" y="1715"/>
                </a:cubicBezTo>
                <a:cubicBezTo>
                  <a:pt x="2960" y="1672"/>
                  <a:pt x="2952" y="1665"/>
                  <a:pt x="2949" y="1657"/>
                </a:cubicBezTo>
                <a:cubicBezTo>
                  <a:pt x="2930" y="1604"/>
                  <a:pt x="2923" y="1599"/>
                  <a:pt x="2923" y="1593"/>
                </a:cubicBezTo>
                <a:cubicBezTo>
                  <a:pt x="2916" y="1554"/>
                  <a:pt x="2909" y="1552"/>
                  <a:pt x="2911" y="1548"/>
                </a:cubicBezTo>
                <a:cubicBezTo>
                  <a:pt x="2903" y="1513"/>
                  <a:pt x="2903" y="1506"/>
                  <a:pt x="2901" y="1500"/>
                </a:cubicBezTo>
                <a:cubicBezTo>
                  <a:pt x="2897" y="1475"/>
                  <a:pt x="2894" y="1469"/>
                  <a:pt x="2895" y="1462"/>
                </a:cubicBezTo>
                <a:cubicBezTo>
                  <a:pt x="2886" y="1404"/>
                  <a:pt x="2880" y="1402"/>
                  <a:pt x="2879" y="1399"/>
                </a:cubicBezTo>
                <a:cubicBezTo>
                  <a:pt x="2849" y="1306"/>
                  <a:pt x="2845" y="1298"/>
                  <a:pt x="2848" y="1289"/>
                </a:cubicBezTo>
                <a:cubicBezTo>
                  <a:pt x="2840" y="1270"/>
                  <a:pt x="2841" y="1277"/>
                  <a:pt x="2844" y="1284"/>
                </a:cubicBezTo>
                <a:cubicBezTo>
                  <a:pt x="2845" y="1328"/>
                  <a:pt x="2844" y="1332"/>
                  <a:pt x="2849" y="1334"/>
                </a:cubicBezTo>
                <a:cubicBezTo>
                  <a:pt x="2853" y="1401"/>
                  <a:pt x="2850" y="1416"/>
                  <a:pt x="2854" y="1429"/>
                </a:cubicBezTo>
                <a:cubicBezTo>
                  <a:pt x="2854" y="1447"/>
                  <a:pt x="2859" y="1448"/>
                  <a:pt x="2855" y="1451"/>
                </a:cubicBezTo>
                <a:cubicBezTo>
                  <a:pt x="2860" y="1486"/>
                  <a:pt x="2863" y="1500"/>
                  <a:pt x="2863" y="1514"/>
                </a:cubicBezTo>
                <a:cubicBezTo>
                  <a:pt x="2878" y="1567"/>
                  <a:pt x="2875" y="1571"/>
                  <a:pt x="2878" y="1574"/>
                </a:cubicBezTo>
                <a:cubicBezTo>
                  <a:pt x="2882" y="1588"/>
                  <a:pt x="2881" y="1592"/>
                  <a:pt x="2886" y="1594"/>
                </a:cubicBezTo>
                <a:cubicBezTo>
                  <a:pt x="2895" y="1630"/>
                  <a:pt x="2905" y="1631"/>
                  <a:pt x="2897" y="1633"/>
                </a:cubicBezTo>
                <a:cubicBezTo>
                  <a:pt x="2887" y="1603"/>
                  <a:pt x="2880" y="1602"/>
                  <a:pt x="2877" y="1599"/>
                </a:cubicBezTo>
                <a:cubicBezTo>
                  <a:pt x="2871" y="1576"/>
                  <a:pt x="2870" y="1573"/>
                  <a:pt x="2870" y="1571"/>
                </a:cubicBezTo>
                <a:cubicBezTo>
                  <a:pt x="2856" y="1524"/>
                  <a:pt x="2855" y="1519"/>
                  <a:pt x="2855" y="1514"/>
                </a:cubicBezTo>
                <a:cubicBezTo>
                  <a:pt x="2847" y="1481"/>
                  <a:pt x="2848" y="1476"/>
                  <a:pt x="2844" y="1472"/>
                </a:cubicBezTo>
                <a:cubicBezTo>
                  <a:pt x="2834" y="1424"/>
                  <a:pt x="2823" y="1421"/>
                  <a:pt x="2829" y="1415"/>
                </a:cubicBezTo>
                <a:cubicBezTo>
                  <a:pt x="2807" y="1354"/>
                  <a:pt x="2797" y="1336"/>
                  <a:pt x="2792" y="1317"/>
                </a:cubicBezTo>
                <a:cubicBezTo>
                  <a:pt x="2772" y="1287"/>
                  <a:pt x="2779" y="1281"/>
                  <a:pt x="2772" y="1278"/>
                </a:cubicBezTo>
                <a:cubicBezTo>
                  <a:pt x="2760" y="1259"/>
                  <a:pt x="2763" y="1254"/>
                  <a:pt x="2758" y="1250"/>
                </a:cubicBezTo>
                <a:cubicBezTo>
                  <a:pt x="2739" y="1219"/>
                  <a:pt x="2740" y="1214"/>
                  <a:pt x="2733" y="1210"/>
                </a:cubicBezTo>
                <a:cubicBezTo>
                  <a:pt x="2704" y="1176"/>
                  <a:pt x="2698" y="1167"/>
                  <a:pt x="2691" y="1158"/>
                </a:cubicBezTo>
                <a:cubicBezTo>
                  <a:pt x="2677" y="1152"/>
                  <a:pt x="2667" y="1150"/>
                  <a:pt x="2672" y="1156"/>
                </a:cubicBezTo>
                <a:cubicBezTo>
                  <a:pt x="2687" y="1171"/>
                  <a:pt x="2696" y="1174"/>
                  <a:pt x="2701" y="1178"/>
                </a:cubicBezTo>
                <a:cubicBezTo>
                  <a:pt x="2719" y="1217"/>
                  <a:pt x="2727" y="1221"/>
                  <a:pt x="2727" y="1227"/>
                </a:cubicBezTo>
                <a:cubicBezTo>
                  <a:pt x="2742" y="1266"/>
                  <a:pt x="2752" y="1271"/>
                  <a:pt x="2751" y="1277"/>
                </a:cubicBezTo>
                <a:cubicBezTo>
                  <a:pt x="2767" y="1314"/>
                  <a:pt x="2767" y="1317"/>
                  <a:pt x="2771" y="1319"/>
                </a:cubicBezTo>
                <a:cubicBezTo>
                  <a:pt x="2780" y="1351"/>
                  <a:pt x="2787" y="1356"/>
                  <a:pt x="2786" y="1363"/>
                </a:cubicBezTo>
                <a:cubicBezTo>
                  <a:pt x="2796" y="1382"/>
                  <a:pt x="2794" y="1385"/>
                  <a:pt x="2795" y="1388"/>
                </a:cubicBezTo>
                <a:cubicBezTo>
                  <a:pt x="2803" y="1417"/>
                  <a:pt x="2805" y="1420"/>
                  <a:pt x="2809" y="1423"/>
                </a:cubicBezTo>
                <a:cubicBezTo>
                  <a:pt x="2813" y="1444"/>
                  <a:pt x="2814" y="1447"/>
                  <a:pt x="2811" y="1450"/>
                </a:cubicBezTo>
                <a:cubicBezTo>
                  <a:pt x="2825" y="1491"/>
                  <a:pt x="2828" y="1493"/>
                  <a:pt x="2828" y="1496"/>
                </a:cubicBezTo>
                <a:cubicBezTo>
                  <a:pt x="2835" y="1522"/>
                  <a:pt x="2836" y="1525"/>
                  <a:pt x="2839" y="1527"/>
                </a:cubicBezTo>
                <a:cubicBezTo>
                  <a:pt x="2851" y="1580"/>
                  <a:pt x="2853" y="1585"/>
                  <a:pt x="2858" y="1589"/>
                </a:cubicBezTo>
                <a:cubicBezTo>
                  <a:pt x="2886" y="1644"/>
                  <a:pt x="2890" y="1655"/>
                  <a:pt x="2897" y="1665"/>
                </a:cubicBezTo>
                <a:cubicBezTo>
                  <a:pt x="2908" y="1689"/>
                  <a:pt x="2910" y="1697"/>
                  <a:pt x="2906" y="1694"/>
                </a:cubicBezTo>
                <a:cubicBezTo>
                  <a:pt x="2862" y="1637"/>
                  <a:pt x="2851" y="1606"/>
                  <a:pt x="2832" y="1577"/>
                </a:cubicBezTo>
                <a:cubicBezTo>
                  <a:pt x="2811" y="1528"/>
                  <a:pt x="2810" y="1524"/>
                  <a:pt x="2809" y="1520"/>
                </a:cubicBezTo>
                <a:cubicBezTo>
                  <a:pt x="2791" y="1470"/>
                  <a:pt x="2788" y="1454"/>
                  <a:pt x="2785" y="1438"/>
                </a:cubicBezTo>
                <a:cubicBezTo>
                  <a:pt x="2763" y="1361"/>
                  <a:pt x="2758" y="1353"/>
                  <a:pt x="2755" y="1345"/>
                </a:cubicBezTo>
                <a:cubicBezTo>
                  <a:pt x="2747" y="1318"/>
                  <a:pt x="2739" y="1315"/>
                  <a:pt x="2742" y="1310"/>
                </a:cubicBezTo>
                <a:cubicBezTo>
                  <a:pt x="2741" y="1318"/>
                  <a:pt x="2741" y="1322"/>
                  <a:pt x="2742" y="1326"/>
                </a:cubicBezTo>
                <a:cubicBezTo>
                  <a:pt x="2761" y="1380"/>
                  <a:pt x="2766" y="1383"/>
                  <a:pt x="2764" y="1388"/>
                </a:cubicBezTo>
                <a:cubicBezTo>
                  <a:pt x="2781" y="1433"/>
                  <a:pt x="2773" y="1439"/>
                  <a:pt x="2780" y="1443"/>
                </a:cubicBezTo>
                <a:cubicBezTo>
                  <a:pt x="2790" y="1491"/>
                  <a:pt x="2792" y="1496"/>
                  <a:pt x="2793" y="1501"/>
                </a:cubicBezTo>
                <a:cubicBezTo>
                  <a:pt x="2787" y="1502"/>
                  <a:pt x="2789" y="1498"/>
                  <a:pt x="2789" y="1496"/>
                </a:cubicBezTo>
                <a:cubicBezTo>
                  <a:pt x="2774" y="1451"/>
                  <a:pt x="2763" y="1443"/>
                  <a:pt x="2765" y="1433"/>
                </a:cubicBezTo>
                <a:cubicBezTo>
                  <a:pt x="2755" y="1409"/>
                  <a:pt x="2757" y="1406"/>
                  <a:pt x="2756" y="1403"/>
                </a:cubicBezTo>
                <a:cubicBezTo>
                  <a:pt x="2750" y="1380"/>
                  <a:pt x="2748" y="1378"/>
                  <a:pt x="2749" y="1375"/>
                </a:cubicBezTo>
                <a:cubicBezTo>
                  <a:pt x="2738" y="1336"/>
                  <a:pt x="2739" y="1326"/>
                  <a:pt x="2732" y="1317"/>
                </a:cubicBezTo>
                <a:cubicBezTo>
                  <a:pt x="2728" y="1292"/>
                  <a:pt x="2727" y="1288"/>
                  <a:pt x="2730" y="1289"/>
                </a:cubicBezTo>
                <a:cubicBezTo>
                  <a:pt x="2732" y="1282"/>
                  <a:pt x="2729" y="1282"/>
                  <a:pt x="2727" y="1282"/>
                </a:cubicBezTo>
                <a:cubicBezTo>
                  <a:pt x="2709" y="1224"/>
                  <a:pt x="2705" y="1217"/>
                  <a:pt x="2701" y="1210"/>
                </a:cubicBezTo>
                <a:cubicBezTo>
                  <a:pt x="2696" y="1199"/>
                  <a:pt x="2693" y="1203"/>
                  <a:pt x="2696" y="1206"/>
                </a:cubicBezTo>
                <a:cubicBezTo>
                  <a:pt x="2702" y="1235"/>
                  <a:pt x="2712" y="1241"/>
                  <a:pt x="2709" y="1249"/>
                </a:cubicBezTo>
                <a:cubicBezTo>
                  <a:pt x="2725" y="1297"/>
                  <a:pt x="2724" y="1301"/>
                  <a:pt x="2725" y="1304"/>
                </a:cubicBezTo>
                <a:cubicBezTo>
                  <a:pt x="2726" y="1320"/>
                  <a:pt x="2730" y="1323"/>
                  <a:pt x="2728" y="1327"/>
                </a:cubicBezTo>
                <a:cubicBezTo>
                  <a:pt x="2735" y="1366"/>
                  <a:pt x="2739" y="1368"/>
                  <a:pt x="2740" y="1372"/>
                </a:cubicBezTo>
                <a:cubicBezTo>
                  <a:pt x="2745" y="1391"/>
                  <a:pt x="2748" y="1399"/>
                  <a:pt x="2746" y="1407"/>
                </a:cubicBezTo>
                <a:cubicBezTo>
                  <a:pt x="2757" y="1429"/>
                  <a:pt x="2755" y="1432"/>
                  <a:pt x="2756" y="1435"/>
                </a:cubicBezTo>
                <a:cubicBezTo>
                  <a:pt x="2761" y="1455"/>
                  <a:pt x="2766" y="1459"/>
                  <a:pt x="2762" y="1465"/>
                </a:cubicBezTo>
                <a:cubicBezTo>
                  <a:pt x="2789" y="1521"/>
                  <a:pt x="2792" y="1525"/>
                  <a:pt x="2789" y="1530"/>
                </a:cubicBezTo>
                <a:cubicBezTo>
                  <a:pt x="2809" y="1580"/>
                  <a:pt x="2816" y="1588"/>
                  <a:pt x="2818" y="1597"/>
                </a:cubicBezTo>
                <a:cubicBezTo>
                  <a:pt x="2846" y="1638"/>
                  <a:pt x="2843" y="1644"/>
                  <a:pt x="2851" y="1647"/>
                </a:cubicBezTo>
                <a:cubicBezTo>
                  <a:pt x="2857" y="1651"/>
                  <a:pt x="2858" y="1648"/>
                  <a:pt x="2855" y="1645"/>
                </a:cubicBezTo>
                <a:cubicBezTo>
                  <a:pt x="2847" y="1622"/>
                  <a:pt x="2838" y="1620"/>
                  <a:pt x="2840" y="1616"/>
                </a:cubicBezTo>
                <a:cubicBezTo>
                  <a:pt x="2807" y="1551"/>
                  <a:pt x="2804" y="1544"/>
                  <a:pt x="2803" y="1537"/>
                </a:cubicBezTo>
                <a:cubicBezTo>
                  <a:pt x="2799" y="1521"/>
                  <a:pt x="2796" y="1518"/>
                  <a:pt x="2800" y="1519"/>
                </a:cubicBezTo>
                <a:cubicBezTo>
                  <a:pt x="2808" y="1542"/>
                  <a:pt x="2809" y="1548"/>
                  <a:pt x="2813" y="1554"/>
                </a:cubicBezTo>
                <a:cubicBezTo>
                  <a:pt x="2824" y="1583"/>
                  <a:pt x="2831" y="1585"/>
                  <a:pt x="2829" y="1588"/>
                </a:cubicBezTo>
                <a:cubicBezTo>
                  <a:pt x="2842" y="1611"/>
                  <a:pt x="2844" y="1617"/>
                  <a:pt x="2849" y="1622"/>
                </a:cubicBezTo>
                <a:cubicBezTo>
                  <a:pt x="2854" y="1643"/>
                  <a:pt x="2867" y="1644"/>
                  <a:pt x="2863" y="1648"/>
                </a:cubicBezTo>
                <a:cubicBezTo>
                  <a:pt x="2874" y="1665"/>
                  <a:pt x="2880" y="1668"/>
                  <a:pt x="2881" y="1672"/>
                </a:cubicBezTo>
                <a:cubicBezTo>
                  <a:pt x="2867" y="1679"/>
                  <a:pt x="2862" y="1674"/>
                  <a:pt x="2858" y="1675"/>
                </a:cubicBezTo>
                <a:cubicBezTo>
                  <a:pt x="2840" y="1657"/>
                  <a:pt x="2839" y="1651"/>
                  <a:pt x="2833" y="1646"/>
                </a:cubicBezTo>
                <a:cubicBezTo>
                  <a:pt x="2813" y="1626"/>
                  <a:pt x="2811" y="1624"/>
                  <a:pt x="2808" y="1621"/>
                </a:cubicBezTo>
                <a:cubicBezTo>
                  <a:pt x="2784" y="1586"/>
                  <a:pt x="2782" y="1584"/>
                  <a:pt x="2782" y="1581"/>
                </a:cubicBezTo>
                <a:cubicBezTo>
                  <a:pt x="2753" y="1534"/>
                  <a:pt x="2757" y="1527"/>
                  <a:pt x="2750" y="1522"/>
                </a:cubicBezTo>
                <a:cubicBezTo>
                  <a:pt x="2742" y="1503"/>
                  <a:pt x="2741" y="1500"/>
                  <a:pt x="2740" y="1498"/>
                </a:cubicBezTo>
                <a:cubicBezTo>
                  <a:pt x="2735" y="1477"/>
                  <a:pt x="2729" y="1475"/>
                  <a:pt x="2729" y="1472"/>
                </a:cubicBezTo>
                <a:cubicBezTo>
                  <a:pt x="2717" y="1432"/>
                  <a:pt x="2715" y="1427"/>
                  <a:pt x="2713" y="1422"/>
                </a:cubicBezTo>
                <a:cubicBezTo>
                  <a:pt x="2707" y="1382"/>
                  <a:pt x="2701" y="1380"/>
                  <a:pt x="2700" y="1377"/>
                </a:cubicBezTo>
                <a:cubicBezTo>
                  <a:pt x="2694" y="1327"/>
                  <a:pt x="2686" y="1323"/>
                  <a:pt x="2688" y="1316"/>
                </a:cubicBezTo>
                <a:cubicBezTo>
                  <a:pt x="2675" y="1280"/>
                  <a:pt x="2685" y="1274"/>
                  <a:pt x="2678" y="1273"/>
                </a:cubicBezTo>
                <a:cubicBezTo>
                  <a:pt x="2664" y="1216"/>
                  <a:pt x="2663" y="1205"/>
                  <a:pt x="2657" y="1194"/>
                </a:cubicBezTo>
                <a:cubicBezTo>
                  <a:pt x="2642" y="1140"/>
                  <a:pt x="2641" y="1137"/>
                  <a:pt x="2642" y="1134"/>
                </a:cubicBezTo>
                <a:cubicBezTo>
                  <a:pt x="2635" y="1113"/>
                  <a:pt x="2634" y="1110"/>
                  <a:pt x="2634" y="1107"/>
                </a:cubicBezTo>
                <a:cubicBezTo>
                  <a:pt x="2615" y="1061"/>
                  <a:pt x="2615" y="1053"/>
                  <a:pt x="2612" y="1045"/>
                </a:cubicBezTo>
                <a:cubicBezTo>
                  <a:pt x="2569" y="975"/>
                  <a:pt x="2573" y="967"/>
                  <a:pt x="2565" y="962"/>
                </a:cubicBezTo>
                <a:cubicBezTo>
                  <a:pt x="2564" y="964"/>
                  <a:pt x="2567" y="984"/>
                  <a:pt x="2581" y="1001"/>
                </a:cubicBezTo>
                <a:cubicBezTo>
                  <a:pt x="2593" y="1031"/>
                  <a:pt x="2587" y="1036"/>
                  <a:pt x="2590" y="1039"/>
                </a:cubicBezTo>
                <a:cubicBezTo>
                  <a:pt x="2593" y="1066"/>
                  <a:pt x="2592" y="1072"/>
                  <a:pt x="2598" y="1078"/>
                </a:cubicBezTo>
                <a:cubicBezTo>
                  <a:pt x="2600" y="1131"/>
                  <a:pt x="2604" y="1143"/>
                  <a:pt x="2603" y="1157"/>
                </a:cubicBezTo>
                <a:cubicBezTo>
                  <a:pt x="2611" y="1222"/>
                  <a:pt x="2612" y="1229"/>
                  <a:pt x="2611" y="1236"/>
                </a:cubicBezTo>
                <a:cubicBezTo>
                  <a:pt x="2616" y="1268"/>
                  <a:pt x="2615" y="1272"/>
                  <a:pt x="2616" y="1276"/>
                </a:cubicBezTo>
                <a:cubicBezTo>
                  <a:pt x="2627" y="1307"/>
                  <a:pt x="2618" y="1313"/>
                  <a:pt x="2624" y="1315"/>
                </a:cubicBezTo>
                <a:cubicBezTo>
                  <a:pt x="2624" y="1341"/>
                  <a:pt x="2628" y="1347"/>
                  <a:pt x="2630" y="1353"/>
                </a:cubicBezTo>
                <a:cubicBezTo>
                  <a:pt x="2640" y="1406"/>
                  <a:pt x="2644" y="1418"/>
                  <a:pt x="2648" y="1431"/>
                </a:cubicBezTo>
                <a:cubicBezTo>
                  <a:pt x="2672" y="1494"/>
                  <a:pt x="2679" y="1519"/>
                  <a:pt x="2697" y="1542"/>
                </a:cubicBezTo>
                <a:cubicBezTo>
                  <a:pt x="2719" y="1582"/>
                  <a:pt x="2726" y="1584"/>
                  <a:pt x="2725" y="1587"/>
                </a:cubicBezTo>
                <a:cubicBezTo>
                  <a:pt x="2737" y="1611"/>
                  <a:pt x="2733" y="1608"/>
                  <a:pt x="2729" y="1605"/>
                </a:cubicBezTo>
                <a:cubicBezTo>
                  <a:pt x="2723" y="1602"/>
                  <a:pt x="2721" y="1601"/>
                  <a:pt x="2719" y="1601"/>
                </a:cubicBezTo>
                <a:cubicBezTo>
                  <a:pt x="2684" y="1558"/>
                  <a:pt x="2688" y="1550"/>
                  <a:pt x="2678" y="1545"/>
                </a:cubicBezTo>
                <a:cubicBezTo>
                  <a:pt x="2663" y="1519"/>
                  <a:pt x="2656" y="1513"/>
                  <a:pt x="2657" y="1505"/>
                </a:cubicBezTo>
                <a:cubicBezTo>
                  <a:pt x="2638" y="1461"/>
                  <a:pt x="2631" y="1459"/>
                  <a:pt x="2633" y="1455"/>
                </a:cubicBezTo>
                <a:cubicBezTo>
                  <a:pt x="2618" y="1407"/>
                  <a:pt x="2611" y="1398"/>
                  <a:pt x="2615" y="1388"/>
                </a:cubicBezTo>
                <a:cubicBezTo>
                  <a:pt x="2603" y="1339"/>
                  <a:pt x="2605" y="1334"/>
                  <a:pt x="2601" y="1329"/>
                </a:cubicBezTo>
                <a:cubicBezTo>
                  <a:pt x="2603" y="1313"/>
                  <a:pt x="2596" y="1309"/>
                  <a:pt x="2601" y="1302"/>
                </a:cubicBezTo>
                <a:cubicBezTo>
                  <a:pt x="2595" y="1232"/>
                  <a:pt x="2596" y="1221"/>
                  <a:pt x="2593" y="1211"/>
                </a:cubicBezTo>
                <a:cubicBezTo>
                  <a:pt x="2593" y="1171"/>
                  <a:pt x="2592" y="1168"/>
                  <a:pt x="2592" y="1166"/>
                </a:cubicBezTo>
                <a:cubicBezTo>
                  <a:pt x="2585" y="1131"/>
                  <a:pt x="2588" y="1110"/>
                  <a:pt x="2585" y="1090"/>
                </a:cubicBezTo>
                <a:cubicBezTo>
                  <a:pt x="2577" y="1051"/>
                  <a:pt x="2577" y="1041"/>
                  <a:pt x="2571" y="1032"/>
                </a:cubicBezTo>
                <a:cubicBezTo>
                  <a:pt x="2548" y="965"/>
                  <a:pt x="2541" y="957"/>
                  <a:pt x="2540" y="948"/>
                </a:cubicBezTo>
                <a:cubicBezTo>
                  <a:pt x="2522" y="912"/>
                  <a:pt x="2517" y="903"/>
                  <a:pt x="2511" y="894"/>
                </a:cubicBezTo>
                <a:cubicBezTo>
                  <a:pt x="2495" y="873"/>
                  <a:pt x="2491" y="870"/>
                  <a:pt x="2489" y="872"/>
                </a:cubicBezTo>
                <a:cubicBezTo>
                  <a:pt x="2516" y="912"/>
                  <a:pt x="2519" y="916"/>
                  <a:pt x="2519" y="921"/>
                </a:cubicBezTo>
                <a:cubicBezTo>
                  <a:pt x="2535" y="961"/>
                  <a:pt x="2536" y="963"/>
                  <a:pt x="2537" y="964"/>
                </a:cubicBezTo>
                <a:cubicBezTo>
                  <a:pt x="2545" y="985"/>
                  <a:pt x="2546" y="987"/>
                  <a:pt x="2547" y="989"/>
                </a:cubicBezTo>
                <a:cubicBezTo>
                  <a:pt x="2553" y="1015"/>
                  <a:pt x="2554" y="1019"/>
                  <a:pt x="2556" y="1024"/>
                </a:cubicBezTo>
                <a:cubicBezTo>
                  <a:pt x="2563" y="1103"/>
                  <a:pt x="2562" y="1107"/>
                  <a:pt x="2564" y="1110"/>
                </a:cubicBezTo>
                <a:cubicBezTo>
                  <a:pt x="2564" y="1125"/>
                  <a:pt x="2564" y="1132"/>
                  <a:pt x="2566" y="1138"/>
                </a:cubicBezTo>
                <a:cubicBezTo>
                  <a:pt x="2561" y="1174"/>
                  <a:pt x="2570" y="1176"/>
                  <a:pt x="2567" y="1180"/>
                </a:cubicBezTo>
                <a:cubicBezTo>
                  <a:pt x="2571" y="1227"/>
                  <a:pt x="2573" y="1230"/>
                  <a:pt x="2570" y="1235"/>
                </a:cubicBezTo>
                <a:cubicBezTo>
                  <a:pt x="2573" y="1249"/>
                  <a:pt x="2574" y="1253"/>
                  <a:pt x="2573" y="1258"/>
                </a:cubicBezTo>
                <a:cubicBezTo>
                  <a:pt x="2576" y="1305"/>
                  <a:pt x="2575" y="1313"/>
                  <a:pt x="2575" y="1322"/>
                </a:cubicBezTo>
                <a:cubicBezTo>
                  <a:pt x="2578" y="1352"/>
                  <a:pt x="2579" y="1356"/>
                  <a:pt x="2584" y="1359"/>
                </a:cubicBezTo>
                <a:cubicBezTo>
                  <a:pt x="2589" y="1406"/>
                  <a:pt x="2594" y="1414"/>
                  <a:pt x="2593" y="1423"/>
                </a:cubicBezTo>
                <a:cubicBezTo>
                  <a:pt x="2604" y="1454"/>
                  <a:pt x="2606" y="1459"/>
                  <a:pt x="2608" y="1465"/>
                </a:cubicBezTo>
                <a:cubicBezTo>
                  <a:pt x="2608" y="1472"/>
                  <a:pt x="2606" y="1464"/>
                  <a:pt x="2600" y="1457"/>
                </a:cubicBezTo>
                <a:cubicBezTo>
                  <a:pt x="2589" y="1423"/>
                  <a:pt x="2580" y="1416"/>
                  <a:pt x="2578" y="1408"/>
                </a:cubicBezTo>
                <a:cubicBezTo>
                  <a:pt x="2568" y="1371"/>
                  <a:pt x="2571" y="1367"/>
                  <a:pt x="2570" y="1364"/>
                </a:cubicBezTo>
                <a:cubicBezTo>
                  <a:pt x="2564" y="1333"/>
                  <a:pt x="2563" y="1329"/>
                  <a:pt x="2562" y="1324"/>
                </a:cubicBezTo>
                <a:cubicBezTo>
                  <a:pt x="2557" y="1275"/>
                  <a:pt x="2551" y="1267"/>
                  <a:pt x="2555" y="1257"/>
                </a:cubicBezTo>
                <a:cubicBezTo>
                  <a:pt x="2545" y="1222"/>
                  <a:pt x="2544" y="1213"/>
                  <a:pt x="2543" y="1204"/>
                </a:cubicBezTo>
                <a:cubicBezTo>
                  <a:pt x="2538" y="1174"/>
                  <a:pt x="2541" y="1168"/>
                  <a:pt x="2538" y="1164"/>
                </a:cubicBezTo>
                <a:cubicBezTo>
                  <a:pt x="2538" y="1118"/>
                  <a:pt x="2536" y="1114"/>
                  <a:pt x="2535" y="1110"/>
                </a:cubicBezTo>
                <a:cubicBezTo>
                  <a:pt x="2523" y="1023"/>
                  <a:pt x="2516" y="1004"/>
                  <a:pt x="2513" y="985"/>
                </a:cubicBezTo>
                <a:cubicBezTo>
                  <a:pt x="2497" y="937"/>
                  <a:pt x="2492" y="933"/>
                  <a:pt x="2491" y="928"/>
                </a:cubicBezTo>
                <a:cubicBezTo>
                  <a:pt x="2456" y="864"/>
                  <a:pt x="2445" y="856"/>
                  <a:pt x="2440" y="847"/>
                </a:cubicBezTo>
                <a:cubicBezTo>
                  <a:pt x="2423" y="825"/>
                  <a:pt x="2418" y="822"/>
                  <a:pt x="2416" y="824"/>
                </a:cubicBezTo>
                <a:cubicBezTo>
                  <a:pt x="2466" y="889"/>
                  <a:pt x="2465" y="895"/>
                  <a:pt x="2471" y="899"/>
                </a:cubicBezTo>
                <a:cubicBezTo>
                  <a:pt x="2480" y="926"/>
                  <a:pt x="2487" y="927"/>
                  <a:pt x="2484" y="931"/>
                </a:cubicBezTo>
                <a:cubicBezTo>
                  <a:pt x="2502" y="971"/>
                  <a:pt x="2500" y="978"/>
                  <a:pt x="2504" y="984"/>
                </a:cubicBezTo>
                <a:cubicBezTo>
                  <a:pt x="2519" y="1035"/>
                  <a:pt x="2519" y="1048"/>
                  <a:pt x="2521" y="1061"/>
                </a:cubicBezTo>
                <a:cubicBezTo>
                  <a:pt x="2523" y="1094"/>
                  <a:pt x="2525" y="1097"/>
                  <a:pt x="2525" y="1101"/>
                </a:cubicBezTo>
                <a:cubicBezTo>
                  <a:pt x="2530" y="1187"/>
                  <a:pt x="2534" y="1193"/>
                  <a:pt x="2533" y="1200"/>
                </a:cubicBezTo>
                <a:cubicBezTo>
                  <a:pt x="2541" y="1242"/>
                  <a:pt x="2547" y="1244"/>
                  <a:pt x="2542" y="1248"/>
                </a:cubicBezTo>
                <a:cubicBezTo>
                  <a:pt x="2540" y="1238"/>
                  <a:pt x="2532" y="1221"/>
                  <a:pt x="2533" y="1203"/>
                </a:cubicBezTo>
                <a:cubicBezTo>
                  <a:pt x="2506" y="1094"/>
                  <a:pt x="2505" y="1090"/>
                  <a:pt x="2507" y="1085"/>
                </a:cubicBezTo>
                <a:cubicBezTo>
                  <a:pt x="2491" y="1037"/>
                  <a:pt x="2485" y="1030"/>
                  <a:pt x="2484" y="1021"/>
                </a:cubicBezTo>
                <a:cubicBezTo>
                  <a:pt x="2470" y="978"/>
                  <a:pt x="2464" y="974"/>
                  <a:pt x="2463" y="970"/>
                </a:cubicBezTo>
                <a:cubicBezTo>
                  <a:pt x="2425" y="913"/>
                  <a:pt x="2420" y="905"/>
                  <a:pt x="2415" y="896"/>
                </a:cubicBezTo>
                <a:cubicBezTo>
                  <a:pt x="2347" y="844"/>
                  <a:pt x="2367" y="846"/>
                  <a:pt x="2364" y="851"/>
                </a:cubicBezTo>
                <a:cubicBezTo>
                  <a:pt x="2398" y="881"/>
                  <a:pt x="2395" y="885"/>
                  <a:pt x="2401" y="887"/>
                </a:cubicBezTo>
                <a:cubicBezTo>
                  <a:pt x="2420" y="914"/>
                  <a:pt x="2421" y="917"/>
                  <a:pt x="2423" y="920"/>
                </a:cubicBezTo>
                <a:cubicBezTo>
                  <a:pt x="2470" y="1009"/>
                  <a:pt x="2477" y="1021"/>
                  <a:pt x="2479" y="1033"/>
                </a:cubicBezTo>
                <a:cubicBezTo>
                  <a:pt x="2487" y="1057"/>
                  <a:pt x="2492" y="1063"/>
                  <a:pt x="2491" y="1070"/>
                </a:cubicBezTo>
                <a:cubicBezTo>
                  <a:pt x="2500" y="1118"/>
                  <a:pt x="2507" y="1120"/>
                  <a:pt x="2505" y="1124"/>
                </a:cubicBezTo>
                <a:cubicBezTo>
                  <a:pt x="2516" y="1167"/>
                  <a:pt x="2521" y="1173"/>
                  <a:pt x="2519" y="1180"/>
                </a:cubicBezTo>
                <a:cubicBezTo>
                  <a:pt x="2529" y="1223"/>
                  <a:pt x="2528" y="1227"/>
                  <a:pt x="2528" y="1231"/>
                </a:cubicBezTo>
                <a:cubicBezTo>
                  <a:pt x="2535" y="1259"/>
                  <a:pt x="2536" y="1263"/>
                  <a:pt x="2535" y="1267"/>
                </a:cubicBezTo>
                <a:cubicBezTo>
                  <a:pt x="2543" y="1307"/>
                  <a:pt x="2545" y="1311"/>
                  <a:pt x="2545" y="1315"/>
                </a:cubicBezTo>
                <a:cubicBezTo>
                  <a:pt x="2549" y="1346"/>
                  <a:pt x="2551" y="1354"/>
                  <a:pt x="2556" y="1362"/>
                </a:cubicBezTo>
                <a:cubicBezTo>
                  <a:pt x="2566" y="1400"/>
                  <a:pt x="2567" y="1402"/>
                  <a:pt x="2567" y="1403"/>
                </a:cubicBezTo>
                <a:cubicBezTo>
                  <a:pt x="2547" y="1372"/>
                  <a:pt x="2545" y="1368"/>
                  <a:pt x="2541" y="1365"/>
                </a:cubicBezTo>
                <a:cubicBezTo>
                  <a:pt x="2530" y="1327"/>
                  <a:pt x="2528" y="1322"/>
                  <a:pt x="2528" y="1317"/>
                </a:cubicBezTo>
                <a:cubicBezTo>
                  <a:pt x="2519" y="1281"/>
                  <a:pt x="2515" y="1276"/>
                  <a:pt x="2514" y="1271"/>
                </a:cubicBezTo>
                <a:cubicBezTo>
                  <a:pt x="2501" y="1222"/>
                  <a:pt x="2501" y="1220"/>
                  <a:pt x="2503" y="1217"/>
                </a:cubicBezTo>
                <a:cubicBezTo>
                  <a:pt x="2493" y="1184"/>
                  <a:pt x="2494" y="1173"/>
                  <a:pt x="2489" y="1163"/>
                </a:cubicBezTo>
                <a:cubicBezTo>
                  <a:pt x="2478" y="1123"/>
                  <a:pt x="2479" y="1120"/>
                  <a:pt x="2477" y="1118"/>
                </a:cubicBezTo>
                <a:cubicBezTo>
                  <a:pt x="2465" y="1061"/>
                  <a:pt x="2464" y="1050"/>
                  <a:pt x="2458" y="1040"/>
                </a:cubicBezTo>
                <a:cubicBezTo>
                  <a:pt x="2438" y="969"/>
                  <a:pt x="2428" y="961"/>
                  <a:pt x="2429" y="950"/>
                </a:cubicBezTo>
                <a:cubicBezTo>
                  <a:pt x="2404" y="901"/>
                  <a:pt x="2405" y="895"/>
                  <a:pt x="2398" y="890"/>
                </a:cubicBezTo>
                <a:cubicBezTo>
                  <a:pt x="2373" y="865"/>
                  <a:pt x="2373" y="859"/>
                  <a:pt x="2370" y="861"/>
                </a:cubicBezTo>
                <a:cubicBezTo>
                  <a:pt x="2414" y="928"/>
                  <a:pt x="2413" y="940"/>
                  <a:pt x="2421" y="950"/>
                </a:cubicBezTo>
                <a:cubicBezTo>
                  <a:pt x="2424" y="979"/>
                  <a:pt x="2436" y="980"/>
                  <a:pt x="2433" y="984"/>
                </a:cubicBezTo>
                <a:cubicBezTo>
                  <a:pt x="2445" y="1019"/>
                  <a:pt x="2445" y="1021"/>
                  <a:pt x="2449" y="1023"/>
                </a:cubicBezTo>
                <a:cubicBezTo>
                  <a:pt x="2456" y="1056"/>
                  <a:pt x="2458" y="1061"/>
                  <a:pt x="2459" y="1067"/>
                </a:cubicBezTo>
                <a:cubicBezTo>
                  <a:pt x="2468" y="1089"/>
                  <a:pt x="2462" y="1096"/>
                  <a:pt x="2467" y="1101"/>
                </a:cubicBezTo>
                <a:cubicBezTo>
                  <a:pt x="2478" y="1155"/>
                  <a:pt x="2481" y="1157"/>
                  <a:pt x="2481" y="1160"/>
                </a:cubicBezTo>
                <a:cubicBezTo>
                  <a:pt x="2486" y="1197"/>
                  <a:pt x="2492" y="1207"/>
                  <a:pt x="2494" y="1218"/>
                </a:cubicBezTo>
                <a:cubicBezTo>
                  <a:pt x="2496" y="1246"/>
                  <a:pt x="2503" y="1248"/>
                  <a:pt x="2501" y="1252"/>
                </a:cubicBezTo>
                <a:cubicBezTo>
                  <a:pt x="2511" y="1278"/>
                  <a:pt x="2507" y="1282"/>
                  <a:pt x="2510" y="1284"/>
                </a:cubicBezTo>
                <a:cubicBezTo>
                  <a:pt x="2521" y="1328"/>
                  <a:pt x="2527" y="1339"/>
                  <a:pt x="2530" y="1350"/>
                </a:cubicBezTo>
                <a:cubicBezTo>
                  <a:pt x="2536" y="1372"/>
                  <a:pt x="2540" y="1377"/>
                  <a:pt x="2540" y="1382"/>
                </a:cubicBezTo>
                <a:cubicBezTo>
                  <a:pt x="2558" y="1416"/>
                  <a:pt x="2567" y="1421"/>
                  <a:pt x="2564" y="1428"/>
                </a:cubicBezTo>
                <a:cubicBezTo>
                  <a:pt x="2586" y="1475"/>
                  <a:pt x="2600" y="1476"/>
                  <a:pt x="2595" y="1480"/>
                </a:cubicBezTo>
                <a:cubicBezTo>
                  <a:pt x="2603" y="1500"/>
                  <a:pt x="2610" y="1502"/>
                  <a:pt x="2610" y="1505"/>
                </a:cubicBezTo>
                <a:cubicBezTo>
                  <a:pt x="2629" y="1535"/>
                  <a:pt x="2628" y="1540"/>
                  <a:pt x="2635" y="1543"/>
                </a:cubicBezTo>
                <a:cubicBezTo>
                  <a:pt x="2632" y="1550"/>
                  <a:pt x="2641" y="1552"/>
                  <a:pt x="2639" y="1556"/>
                </a:cubicBezTo>
                <a:cubicBezTo>
                  <a:pt x="2553" y="1493"/>
                  <a:pt x="2545" y="1489"/>
                  <a:pt x="2546" y="1483"/>
                </a:cubicBezTo>
                <a:cubicBezTo>
                  <a:pt x="2498" y="1431"/>
                  <a:pt x="2494" y="1426"/>
                  <a:pt x="2491" y="1420"/>
                </a:cubicBezTo>
                <a:cubicBezTo>
                  <a:pt x="2460" y="1376"/>
                  <a:pt x="2458" y="1364"/>
                  <a:pt x="2452" y="1353"/>
                </a:cubicBezTo>
                <a:cubicBezTo>
                  <a:pt x="2433" y="1313"/>
                  <a:pt x="2438" y="1305"/>
                  <a:pt x="2429" y="1301"/>
                </a:cubicBezTo>
                <a:cubicBezTo>
                  <a:pt x="2410" y="1264"/>
                  <a:pt x="2414" y="1260"/>
                  <a:pt x="2414" y="1257"/>
                </a:cubicBezTo>
                <a:cubicBezTo>
                  <a:pt x="2405" y="1236"/>
                  <a:pt x="2404" y="1233"/>
                  <a:pt x="2402" y="1231"/>
                </a:cubicBezTo>
                <a:cubicBezTo>
                  <a:pt x="2389" y="1192"/>
                  <a:pt x="2377" y="1192"/>
                  <a:pt x="2384" y="1187"/>
                </a:cubicBezTo>
                <a:cubicBezTo>
                  <a:pt x="2354" y="1133"/>
                  <a:pt x="2351" y="1121"/>
                  <a:pt x="2343" y="1110"/>
                </a:cubicBezTo>
                <a:cubicBezTo>
                  <a:pt x="2320" y="1065"/>
                  <a:pt x="2318" y="1062"/>
                  <a:pt x="2314" y="1060"/>
                </a:cubicBezTo>
                <a:cubicBezTo>
                  <a:pt x="2282" y="1003"/>
                  <a:pt x="2272" y="999"/>
                  <a:pt x="2273" y="992"/>
                </a:cubicBezTo>
                <a:cubicBezTo>
                  <a:pt x="2249" y="966"/>
                  <a:pt x="2245" y="954"/>
                  <a:pt x="2228" y="945"/>
                </a:cubicBezTo>
                <a:cubicBezTo>
                  <a:pt x="2207" y="915"/>
                  <a:pt x="2197" y="908"/>
                  <a:pt x="2190" y="901"/>
                </a:cubicBezTo>
                <a:cubicBezTo>
                  <a:pt x="2128" y="855"/>
                  <a:pt x="2122" y="846"/>
                  <a:pt x="2119" y="853"/>
                </a:cubicBezTo>
                <a:cubicBezTo>
                  <a:pt x="2131" y="868"/>
                  <a:pt x="2135" y="869"/>
                  <a:pt x="2138" y="869"/>
                </a:cubicBezTo>
                <a:cubicBezTo>
                  <a:pt x="2175" y="901"/>
                  <a:pt x="2188" y="909"/>
                  <a:pt x="2196" y="918"/>
                </a:cubicBezTo>
                <a:cubicBezTo>
                  <a:pt x="2232" y="953"/>
                  <a:pt x="2235" y="963"/>
                  <a:pt x="2245" y="971"/>
                </a:cubicBezTo>
                <a:cubicBezTo>
                  <a:pt x="2282" y="1016"/>
                  <a:pt x="2282" y="1022"/>
                  <a:pt x="2287" y="1026"/>
                </a:cubicBezTo>
                <a:cubicBezTo>
                  <a:pt x="2295" y="1045"/>
                  <a:pt x="2301" y="1049"/>
                  <a:pt x="2302" y="1054"/>
                </a:cubicBezTo>
                <a:cubicBezTo>
                  <a:pt x="2320" y="1087"/>
                  <a:pt x="2327" y="1091"/>
                  <a:pt x="2327" y="1096"/>
                </a:cubicBezTo>
                <a:cubicBezTo>
                  <a:pt x="2346" y="1129"/>
                  <a:pt x="2346" y="1134"/>
                  <a:pt x="2351" y="1139"/>
                </a:cubicBezTo>
                <a:cubicBezTo>
                  <a:pt x="2361" y="1163"/>
                  <a:pt x="2363" y="1166"/>
                  <a:pt x="2368" y="1168"/>
                </a:cubicBezTo>
                <a:cubicBezTo>
                  <a:pt x="2377" y="1209"/>
                  <a:pt x="2389" y="1211"/>
                  <a:pt x="2385" y="1217"/>
                </a:cubicBezTo>
                <a:cubicBezTo>
                  <a:pt x="2399" y="1258"/>
                  <a:pt x="2404" y="1262"/>
                  <a:pt x="2408" y="1266"/>
                </a:cubicBezTo>
                <a:cubicBezTo>
                  <a:pt x="2419" y="1293"/>
                  <a:pt x="2415" y="1298"/>
                  <a:pt x="2421" y="1301"/>
                </a:cubicBezTo>
                <a:cubicBezTo>
                  <a:pt x="2438" y="1342"/>
                  <a:pt x="2443" y="1346"/>
                  <a:pt x="2443" y="1350"/>
                </a:cubicBezTo>
                <a:cubicBezTo>
                  <a:pt x="2439" y="1341"/>
                  <a:pt x="2422" y="1324"/>
                  <a:pt x="2416" y="1305"/>
                </a:cubicBezTo>
                <a:cubicBezTo>
                  <a:pt x="2393" y="1273"/>
                  <a:pt x="2396" y="1267"/>
                  <a:pt x="2391" y="1263"/>
                </a:cubicBezTo>
                <a:cubicBezTo>
                  <a:pt x="2377" y="1239"/>
                  <a:pt x="2377" y="1237"/>
                  <a:pt x="2373" y="1235"/>
                </a:cubicBezTo>
                <a:cubicBezTo>
                  <a:pt x="2347" y="1182"/>
                  <a:pt x="2340" y="1173"/>
                  <a:pt x="2337" y="1164"/>
                </a:cubicBezTo>
                <a:cubicBezTo>
                  <a:pt x="2315" y="1131"/>
                  <a:pt x="2310" y="1126"/>
                  <a:pt x="2311" y="1120"/>
                </a:cubicBezTo>
                <a:cubicBezTo>
                  <a:pt x="2293" y="1094"/>
                  <a:pt x="2286" y="1084"/>
                  <a:pt x="2279" y="1073"/>
                </a:cubicBezTo>
                <a:cubicBezTo>
                  <a:pt x="2235" y="1000"/>
                  <a:pt x="2221" y="991"/>
                  <a:pt x="2215" y="980"/>
                </a:cubicBezTo>
                <a:cubicBezTo>
                  <a:pt x="2173" y="942"/>
                  <a:pt x="2176" y="938"/>
                  <a:pt x="2172" y="936"/>
                </a:cubicBezTo>
                <a:cubicBezTo>
                  <a:pt x="2117" y="899"/>
                  <a:pt x="2124" y="901"/>
                  <a:pt x="2127" y="904"/>
                </a:cubicBezTo>
                <a:cubicBezTo>
                  <a:pt x="2164" y="935"/>
                  <a:pt x="2173" y="946"/>
                  <a:pt x="2184" y="957"/>
                </a:cubicBezTo>
                <a:cubicBezTo>
                  <a:pt x="2206" y="984"/>
                  <a:pt x="2215" y="985"/>
                  <a:pt x="2212" y="989"/>
                </a:cubicBezTo>
                <a:cubicBezTo>
                  <a:pt x="2239" y="1031"/>
                  <a:pt x="2242" y="1033"/>
                  <a:pt x="2245" y="1034"/>
                </a:cubicBezTo>
                <a:cubicBezTo>
                  <a:pt x="2277" y="1078"/>
                  <a:pt x="2278" y="1086"/>
                  <a:pt x="2284" y="1094"/>
                </a:cubicBezTo>
                <a:cubicBezTo>
                  <a:pt x="2318" y="1152"/>
                  <a:pt x="2325" y="1160"/>
                  <a:pt x="2328" y="1168"/>
                </a:cubicBezTo>
                <a:cubicBezTo>
                  <a:pt x="2348" y="1210"/>
                  <a:pt x="2359" y="1213"/>
                  <a:pt x="2356" y="1218"/>
                </a:cubicBezTo>
                <a:cubicBezTo>
                  <a:pt x="2389" y="1274"/>
                  <a:pt x="2392" y="1282"/>
                  <a:pt x="2397" y="1290"/>
                </a:cubicBezTo>
                <a:cubicBezTo>
                  <a:pt x="2426" y="1344"/>
                  <a:pt x="2425" y="1350"/>
                  <a:pt x="2431" y="1349"/>
                </a:cubicBezTo>
                <a:cubicBezTo>
                  <a:pt x="2442" y="1375"/>
                  <a:pt x="2449" y="1379"/>
                  <a:pt x="2450" y="1383"/>
                </a:cubicBezTo>
                <a:cubicBezTo>
                  <a:pt x="2459" y="1401"/>
                  <a:pt x="2449" y="1394"/>
                  <a:pt x="2448" y="1390"/>
                </a:cubicBezTo>
                <a:cubicBezTo>
                  <a:pt x="2435" y="1366"/>
                  <a:pt x="2428" y="1370"/>
                  <a:pt x="2426" y="1364"/>
                </a:cubicBezTo>
                <a:cubicBezTo>
                  <a:pt x="2402" y="1323"/>
                  <a:pt x="2393" y="1316"/>
                  <a:pt x="2393" y="1308"/>
                </a:cubicBezTo>
                <a:cubicBezTo>
                  <a:pt x="2365" y="1270"/>
                  <a:pt x="2358" y="1255"/>
                  <a:pt x="2349" y="1240"/>
                </a:cubicBezTo>
                <a:cubicBezTo>
                  <a:pt x="2330" y="1210"/>
                  <a:pt x="2321" y="1202"/>
                  <a:pt x="2319" y="1194"/>
                </a:cubicBezTo>
                <a:cubicBezTo>
                  <a:pt x="2298" y="1164"/>
                  <a:pt x="2300" y="1156"/>
                  <a:pt x="2291" y="1149"/>
                </a:cubicBezTo>
                <a:cubicBezTo>
                  <a:pt x="2275" y="1118"/>
                  <a:pt x="2269" y="1111"/>
                  <a:pt x="2265" y="1103"/>
                </a:cubicBezTo>
                <a:cubicBezTo>
                  <a:pt x="2231" y="1042"/>
                  <a:pt x="2222" y="1040"/>
                  <a:pt x="2223" y="1035"/>
                </a:cubicBezTo>
                <a:cubicBezTo>
                  <a:pt x="2208" y="1017"/>
                  <a:pt x="2212" y="1014"/>
                  <a:pt x="2207" y="1012"/>
                </a:cubicBezTo>
                <a:cubicBezTo>
                  <a:pt x="2177" y="975"/>
                  <a:pt x="2180" y="972"/>
                  <a:pt x="2175" y="970"/>
                </a:cubicBezTo>
                <a:cubicBezTo>
                  <a:pt x="2160" y="950"/>
                  <a:pt x="2156" y="947"/>
                  <a:pt x="2156" y="944"/>
                </a:cubicBezTo>
                <a:cubicBezTo>
                  <a:pt x="2135" y="924"/>
                  <a:pt x="2131" y="922"/>
                  <a:pt x="2127" y="919"/>
                </a:cubicBezTo>
                <a:cubicBezTo>
                  <a:pt x="2066" y="879"/>
                  <a:pt x="2060" y="875"/>
                  <a:pt x="2053" y="870"/>
                </a:cubicBezTo>
                <a:cubicBezTo>
                  <a:pt x="2041" y="864"/>
                  <a:pt x="2045" y="872"/>
                  <a:pt x="2049" y="872"/>
                </a:cubicBezTo>
                <a:cubicBezTo>
                  <a:pt x="2083" y="887"/>
                  <a:pt x="2082" y="901"/>
                  <a:pt x="2086" y="895"/>
                </a:cubicBezTo>
                <a:cubicBezTo>
                  <a:pt x="2136" y="937"/>
                  <a:pt x="2158" y="956"/>
                  <a:pt x="2170" y="977"/>
                </a:cubicBezTo>
                <a:cubicBezTo>
                  <a:pt x="2201" y="1019"/>
                  <a:pt x="2207" y="1030"/>
                  <a:pt x="2215" y="1040"/>
                </a:cubicBezTo>
                <a:cubicBezTo>
                  <a:pt x="2242" y="1090"/>
                  <a:pt x="2250" y="1091"/>
                  <a:pt x="2249" y="1095"/>
                </a:cubicBezTo>
                <a:cubicBezTo>
                  <a:pt x="2279" y="1146"/>
                  <a:pt x="2287" y="1157"/>
                  <a:pt x="2295" y="1167"/>
                </a:cubicBezTo>
                <a:cubicBezTo>
                  <a:pt x="2319" y="1209"/>
                  <a:pt x="2324" y="1220"/>
                  <a:pt x="2334" y="1230"/>
                </a:cubicBezTo>
                <a:cubicBezTo>
                  <a:pt x="2378" y="1305"/>
                  <a:pt x="2386" y="1315"/>
                  <a:pt x="2391" y="1326"/>
                </a:cubicBezTo>
                <a:cubicBezTo>
                  <a:pt x="2425" y="1379"/>
                  <a:pt x="2446" y="1399"/>
                  <a:pt x="2462" y="1420"/>
                </a:cubicBezTo>
                <a:cubicBezTo>
                  <a:pt x="2493" y="1454"/>
                  <a:pt x="2509" y="1456"/>
                  <a:pt x="2502" y="1462"/>
                </a:cubicBezTo>
                <a:cubicBezTo>
                  <a:pt x="2420" y="1396"/>
                  <a:pt x="2419" y="1392"/>
                  <a:pt x="2415" y="1388"/>
                </a:cubicBezTo>
                <a:cubicBezTo>
                  <a:pt x="2373" y="1338"/>
                  <a:pt x="2363" y="1331"/>
                  <a:pt x="2362" y="1322"/>
                </a:cubicBezTo>
                <a:cubicBezTo>
                  <a:pt x="2329" y="1277"/>
                  <a:pt x="2324" y="1268"/>
                  <a:pt x="2317" y="1260"/>
                </a:cubicBezTo>
                <a:cubicBezTo>
                  <a:pt x="2273" y="1202"/>
                  <a:pt x="2274" y="1192"/>
                  <a:pt x="2265" y="1184"/>
                </a:cubicBezTo>
                <a:cubicBezTo>
                  <a:pt x="2231" y="1128"/>
                  <a:pt x="2228" y="1124"/>
                  <a:pt x="2224" y="1120"/>
                </a:cubicBezTo>
                <a:cubicBezTo>
                  <a:pt x="2206" y="1089"/>
                  <a:pt x="2206" y="1085"/>
                  <a:pt x="2201" y="1081"/>
                </a:cubicBezTo>
                <a:cubicBezTo>
                  <a:pt x="2145" y="996"/>
                  <a:pt x="2139" y="988"/>
                  <a:pt x="2132" y="980"/>
                </a:cubicBezTo>
                <a:cubicBezTo>
                  <a:pt x="2095" y="938"/>
                  <a:pt x="2082" y="921"/>
                  <a:pt x="2063" y="906"/>
                </a:cubicBezTo>
                <a:cubicBezTo>
                  <a:pt x="1958" y="846"/>
                  <a:pt x="1958" y="850"/>
                  <a:pt x="1960" y="848"/>
                </a:cubicBezTo>
                <a:cubicBezTo>
                  <a:pt x="1964" y="857"/>
                  <a:pt x="1973" y="868"/>
                  <a:pt x="1990" y="875"/>
                </a:cubicBezTo>
                <a:cubicBezTo>
                  <a:pt x="2029" y="915"/>
                  <a:pt x="2043" y="917"/>
                  <a:pt x="2042" y="922"/>
                </a:cubicBezTo>
                <a:cubicBezTo>
                  <a:pt x="2071" y="951"/>
                  <a:pt x="2074" y="955"/>
                  <a:pt x="2077" y="959"/>
                </a:cubicBezTo>
                <a:cubicBezTo>
                  <a:pt x="2113" y="1006"/>
                  <a:pt x="2117" y="1015"/>
                  <a:pt x="2123" y="1024"/>
                </a:cubicBezTo>
                <a:cubicBezTo>
                  <a:pt x="2145" y="1069"/>
                  <a:pt x="2158" y="1071"/>
                  <a:pt x="2153" y="1078"/>
                </a:cubicBezTo>
                <a:cubicBezTo>
                  <a:pt x="2060" y="980"/>
                  <a:pt x="2026" y="953"/>
                  <a:pt x="2003" y="933"/>
                </a:cubicBezTo>
                <a:cubicBezTo>
                  <a:pt x="1997" y="934"/>
                  <a:pt x="2030" y="962"/>
                  <a:pt x="2059" y="987"/>
                </a:cubicBezTo>
                <a:cubicBezTo>
                  <a:pt x="2135" y="1070"/>
                  <a:pt x="2141" y="1071"/>
                  <a:pt x="2140" y="1074"/>
                </a:cubicBezTo>
                <a:cubicBezTo>
                  <a:pt x="2158" y="1100"/>
                  <a:pt x="2165" y="1104"/>
                  <a:pt x="2166" y="1110"/>
                </a:cubicBezTo>
                <a:cubicBezTo>
                  <a:pt x="2185" y="1150"/>
                  <a:pt x="2199" y="1154"/>
                  <a:pt x="2198" y="1160"/>
                </a:cubicBezTo>
                <a:cubicBezTo>
                  <a:pt x="2229" y="1202"/>
                  <a:pt x="2233" y="1214"/>
                  <a:pt x="2241" y="1225"/>
                </a:cubicBezTo>
                <a:cubicBezTo>
                  <a:pt x="2280" y="1279"/>
                  <a:pt x="2285" y="1284"/>
                  <a:pt x="2287" y="1290"/>
                </a:cubicBezTo>
                <a:cubicBezTo>
                  <a:pt x="2310" y="1315"/>
                  <a:pt x="2308" y="1324"/>
                  <a:pt x="2312" y="1320"/>
                </a:cubicBezTo>
                <a:cubicBezTo>
                  <a:pt x="2334" y="1347"/>
                  <a:pt x="2343" y="1348"/>
                  <a:pt x="2340" y="1352"/>
                </a:cubicBezTo>
                <a:cubicBezTo>
                  <a:pt x="2304" y="1320"/>
                  <a:pt x="2297" y="1317"/>
                  <a:pt x="2298" y="1313"/>
                </a:cubicBezTo>
                <a:cubicBezTo>
                  <a:pt x="2267" y="1279"/>
                  <a:pt x="2258" y="1276"/>
                  <a:pt x="2259" y="1272"/>
                </a:cubicBezTo>
                <a:cubicBezTo>
                  <a:pt x="2207" y="1202"/>
                  <a:pt x="2201" y="1196"/>
                  <a:pt x="2194" y="1189"/>
                </a:cubicBezTo>
                <a:cubicBezTo>
                  <a:pt x="2163" y="1144"/>
                  <a:pt x="2160" y="1140"/>
                  <a:pt x="2155" y="1137"/>
                </a:cubicBezTo>
                <a:cubicBezTo>
                  <a:pt x="2105" y="1071"/>
                  <a:pt x="2089" y="1058"/>
                  <a:pt x="2076" y="1045"/>
                </a:cubicBezTo>
                <a:cubicBezTo>
                  <a:pt x="1943" y="937"/>
                  <a:pt x="1938" y="939"/>
                  <a:pt x="1930" y="932"/>
                </a:cubicBezTo>
                <a:cubicBezTo>
                  <a:pt x="1910" y="924"/>
                  <a:pt x="1912" y="926"/>
                  <a:pt x="1917" y="929"/>
                </a:cubicBezTo>
                <a:cubicBezTo>
                  <a:pt x="1950" y="953"/>
                  <a:pt x="1966" y="960"/>
                  <a:pt x="1975" y="967"/>
                </a:cubicBezTo>
                <a:cubicBezTo>
                  <a:pt x="2003" y="992"/>
                  <a:pt x="2017" y="997"/>
                  <a:pt x="2022" y="1007"/>
                </a:cubicBezTo>
                <a:cubicBezTo>
                  <a:pt x="2034" y="1020"/>
                  <a:pt x="2049" y="1023"/>
                  <a:pt x="2047" y="1028"/>
                </a:cubicBezTo>
                <a:cubicBezTo>
                  <a:pt x="2123" y="1110"/>
                  <a:pt x="2134" y="1117"/>
                  <a:pt x="2136" y="1127"/>
                </a:cubicBezTo>
                <a:cubicBezTo>
                  <a:pt x="2105" y="1093"/>
                  <a:pt x="2090" y="1093"/>
                  <a:pt x="2094" y="1088"/>
                </a:cubicBezTo>
                <a:cubicBezTo>
                  <a:pt x="1994" y="1026"/>
                  <a:pt x="1979" y="1015"/>
                  <a:pt x="1964" y="1007"/>
                </a:cubicBezTo>
                <a:cubicBezTo>
                  <a:pt x="1884" y="981"/>
                  <a:pt x="1880" y="980"/>
                  <a:pt x="1875" y="979"/>
                </a:cubicBezTo>
                <a:cubicBezTo>
                  <a:pt x="1802" y="959"/>
                  <a:pt x="1794" y="957"/>
                  <a:pt x="1785" y="954"/>
                </a:cubicBezTo>
                <a:cubicBezTo>
                  <a:pt x="1780" y="960"/>
                  <a:pt x="1800" y="964"/>
                  <a:pt x="1820" y="969"/>
                </a:cubicBezTo>
                <a:cubicBezTo>
                  <a:pt x="1861" y="984"/>
                  <a:pt x="1871" y="985"/>
                  <a:pt x="1882" y="989"/>
                </a:cubicBezTo>
                <a:cubicBezTo>
                  <a:pt x="1898" y="991"/>
                  <a:pt x="1904" y="998"/>
                  <a:pt x="1909" y="996"/>
                </a:cubicBezTo>
                <a:cubicBezTo>
                  <a:pt x="2016" y="1047"/>
                  <a:pt x="2029" y="1056"/>
                  <a:pt x="2042" y="1064"/>
                </a:cubicBezTo>
                <a:cubicBezTo>
                  <a:pt x="2139" y="1152"/>
                  <a:pt x="2153" y="1157"/>
                  <a:pt x="2152" y="1166"/>
                </a:cubicBezTo>
                <a:cubicBezTo>
                  <a:pt x="2037" y="1063"/>
                  <a:pt x="2028" y="1057"/>
                  <a:pt x="2019" y="1051"/>
                </a:cubicBezTo>
                <a:cubicBezTo>
                  <a:pt x="1918" y="1008"/>
                  <a:pt x="1913" y="1000"/>
                  <a:pt x="1910" y="1002"/>
                </a:cubicBezTo>
                <a:cubicBezTo>
                  <a:pt x="1880" y="995"/>
                  <a:pt x="1876" y="992"/>
                  <a:pt x="1872" y="993"/>
                </a:cubicBezTo>
                <a:cubicBezTo>
                  <a:pt x="1988" y="1044"/>
                  <a:pt x="1992" y="1046"/>
                  <a:pt x="2005" y="1053"/>
                </a:cubicBezTo>
                <a:cubicBezTo>
                  <a:pt x="2110" y="1134"/>
                  <a:pt x="2114" y="1139"/>
                  <a:pt x="2122" y="1144"/>
                </a:cubicBezTo>
                <a:cubicBezTo>
                  <a:pt x="2182" y="1205"/>
                  <a:pt x="2180" y="1210"/>
                  <a:pt x="2186" y="1213"/>
                </a:cubicBezTo>
                <a:cubicBezTo>
                  <a:pt x="2204" y="1238"/>
                  <a:pt x="2216" y="1240"/>
                  <a:pt x="2212" y="1245"/>
                </a:cubicBezTo>
                <a:cubicBezTo>
                  <a:pt x="2180" y="1218"/>
                  <a:pt x="2174" y="1210"/>
                  <a:pt x="2167" y="1202"/>
                </a:cubicBezTo>
                <a:cubicBezTo>
                  <a:pt x="2144" y="1177"/>
                  <a:pt x="2130" y="1177"/>
                  <a:pt x="2134" y="1173"/>
                </a:cubicBezTo>
                <a:cubicBezTo>
                  <a:pt x="2017" y="1102"/>
                  <a:pt x="2002" y="1093"/>
                  <a:pt x="1988" y="1086"/>
                </a:cubicBezTo>
                <a:cubicBezTo>
                  <a:pt x="1953" y="1072"/>
                  <a:pt x="1948" y="1063"/>
                  <a:pt x="1945" y="1071"/>
                </a:cubicBezTo>
                <a:cubicBezTo>
                  <a:pt x="2015" y="1108"/>
                  <a:pt x="2016" y="1110"/>
                  <a:pt x="2017" y="1108"/>
                </a:cubicBezTo>
                <a:cubicBezTo>
                  <a:pt x="2048" y="1127"/>
                  <a:pt x="2059" y="1131"/>
                  <a:pt x="2070" y="1140"/>
                </a:cubicBezTo>
                <a:cubicBezTo>
                  <a:pt x="2124" y="1179"/>
                  <a:pt x="2128" y="1181"/>
                  <a:pt x="2126" y="1185"/>
                </a:cubicBezTo>
                <a:cubicBezTo>
                  <a:pt x="1894" y="1067"/>
                  <a:pt x="1862" y="1046"/>
                  <a:pt x="1831" y="1031"/>
                </a:cubicBezTo>
                <a:cubicBezTo>
                  <a:pt x="1819" y="1028"/>
                  <a:pt x="1825" y="1032"/>
                  <a:pt x="1830" y="1036"/>
                </a:cubicBezTo>
                <a:cubicBezTo>
                  <a:pt x="1878" y="1062"/>
                  <a:pt x="1891" y="1074"/>
                  <a:pt x="1911" y="1079"/>
                </a:cubicBezTo>
                <a:cubicBezTo>
                  <a:pt x="2085" y="1172"/>
                  <a:pt x="2097" y="1179"/>
                  <a:pt x="2108" y="1184"/>
                </a:cubicBezTo>
                <a:cubicBezTo>
                  <a:pt x="2173" y="1234"/>
                  <a:pt x="2187" y="1235"/>
                  <a:pt x="2182" y="1239"/>
                </a:cubicBezTo>
                <a:cubicBezTo>
                  <a:pt x="2062" y="1185"/>
                  <a:pt x="2032" y="1171"/>
                  <a:pt x="2001" y="1152"/>
                </a:cubicBezTo>
                <a:cubicBezTo>
                  <a:pt x="1899" y="1094"/>
                  <a:pt x="1870" y="1065"/>
                  <a:pt x="1827" y="1044"/>
                </a:cubicBezTo>
                <a:cubicBezTo>
                  <a:pt x="1802" y="1021"/>
                  <a:pt x="1793" y="1020"/>
                  <a:pt x="1796" y="1016"/>
                </a:cubicBezTo>
                <a:cubicBezTo>
                  <a:pt x="1765" y="983"/>
                  <a:pt x="1759" y="982"/>
                  <a:pt x="1760" y="979"/>
                </a:cubicBezTo>
                <a:cubicBezTo>
                  <a:pt x="1750" y="965"/>
                  <a:pt x="1742" y="962"/>
                  <a:pt x="1742" y="964"/>
                </a:cubicBezTo>
                <a:cubicBezTo>
                  <a:pt x="1859" y="1073"/>
                  <a:pt x="1897" y="1098"/>
                  <a:pt x="1927" y="1122"/>
                </a:cubicBezTo>
                <a:cubicBezTo>
                  <a:pt x="1984" y="1157"/>
                  <a:pt x="1995" y="1155"/>
                  <a:pt x="1997" y="1163"/>
                </a:cubicBezTo>
                <a:cubicBezTo>
                  <a:pt x="2066" y="1192"/>
                  <a:pt x="2073" y="1204"/>
                  <a:pt x="2077" y="1200"/>
                </a:cubicBezTo>
                <a:cubicBezTo>
                  <a:pt x="1999" y="1181"/>
                  <a:pt x="1975" y="1172"/>
                  <a:pt x="1952" y="1164"/>
                </a:cubicBezTo>
                <a:cubicBezTo>
                  <a:pt x="1812" y="1102"/>
                  <a:pt x="1800" y="1107"/>
                  <a:pt x="1802" y="1101"/>
                </a:cubicBezTo>
                <a:cubicBezTo>
                  <a:pt x="1863" y="1135"/>
                  <a:pt x="1871" y="1147"/>
                  <a:pt x="1875" y="1145"/>
                </a:cubicBezTo>
                <a:cubicBezTo>
                  <a:pt x="1932" y="1163"/>
                  <a:pt x="1935" y="1166"/>
                  <a:pt x="1938" y="1168"/>
                </a:cubicBezTo>
                <a:cubicBezTo>
                  <a:pt x="1958" y="1170"/>
                  <a:pt x="1962" y="1178"/>
                  <a:pt x="1966" y="1178"/>
                </a:cubicBezTo>
                <a:cubicBezTo>
                  <a:pt x="1988" y="1181"/>
                  <a:pt x="1995" y="1191"/>
                  <a:pt x="2001" y="1189"/>
                </a:cubicBezTo>
                <a:cubicBezTo>
                  <a:pt x="2074" y="1212"/>
                  <a:pt x="2078" y="1217"/>
                  <a:pt x="2080" y="1215"/>
                </a:cubicBezTo>
                <a:cubicBezTo>
                  <a:pt x="2117" y="1228"/>
                  <a:pt x="2124" y="1232"/>
                  <a:pt x="2137" y="1235"/>
                </a:cubicBezTo>
                <a:cubicBezTo>
                  <a:pt x="2234" y="1279"/>
                  <a:pt x="2245" y="1287"/>
                  <a:pt x="2243" y="1292"/>
                </a:cubicBezTo>
                <a:cubicBezTo>
                  <a:pt x="2131" y="1245"/>
                  <a:pt x="2120" y="1242"/>
                  <a:pt x="2108" y="1239"/>
                </a:cubicBezTo>
                <a:cubicBezTo>
                  <a:pt x="2028" y="1217"/>
                  <a:pt x="2017" y="1216"/>
                  <a:pt x="2005" y="1213"/>
                </a:cubicBezTo>
                <a:cubicBezTo>
                  <a:pt x="1958" y="1197"/>
                  <a:pt x="1947" y="1195"/>
                  <a:pt x="1935" y="1192"/>
                </a:cubicBezTo>
                <a:cubicBezTo>
                  <a:pt x="1799" y="1116"/>
                  <a:pt x="1795" y="1118"/>
                  <a:pt x="1793" y="1116"/>
                </a:cubicBezTo>
                <a:cubicBezTo>
                  <a:pt x="1777" y="1110"/>
                  <a:pt x="1780" y="1101"/>
                  <a:pt x="1777" y="1100"/>
                </a:cubicBezTo>
                <a:cubicBezTo>
                  <a:pt x="1768" y="1091"/>
                  <a:pt x="1766" y="1092"/>
                  <a:pt x="1768" y="1094"/>
                </a:cubicBezTo>
                <a:cubicBezTo>
                  <a:pt x="1775" y="1110"/>
                  <a:pt x="1784" y="1111"/>
                  <a:pt x="1786" y="1114"/>
                </a:cubicBezTo>
                <a:cubicBezTo>
                  <a:pt x="1836" y="1150"/>
                  <a:pt x="1847" y="1161"/>
                  <a:pt x="1855" y="1163"/>
                </a:cubicBezTo>
                <a:cubicBezTo>
                  <a:pt x="1888" y="1188"/>
                  <a:pt x="1893" y="1191"/>
                  <a:pt x="1895" y="1189"/>
                </a:cubicBezTo>
                <a:cubicBezTo>
                  <a:pt x="1958" y="1223"/>
                  <a:pt x="1978" y="1230"/>
                  <a:pt x="2003" y="1240"/>
                </a:cubicBezTo>
                <a:cubicBezTo>
                  <a:pt x="2041" y="1245"/>
                  <a:pt x="2048" y="1253"/>
                  <a:pt x="2053" y="1252"/>
                </a:cubicBezTo>
                <a:cubicBezTo>
                  <a:pt x="2147" y="1279"/>
                  <a:pt x="2157" y="1282"/>
                  <a:pt x="2166" y="1286"/>
                </a:cubicBezTo>
                <a:cubicBezTo>
                  <a:pt x="2217" y="1301"/>
                  <a:pt x="2237" y="1308"/>
                  <a:pt x="2257" y="1315"/>
                </a:cubicBezTo>
                <a:cubicBezTo>
                  <a:pt x="2324" y="1358"/>
                  <a:pt x="2331" y="1352"/>
                  <a:pt x="2328" y="1357"/>
                </a:cubicBezTo>
                <a:cubicBezTo>
                  <a:pt x="2331" y="1361"/>
                  <a:pt x="2323" y="1361"/>
                  <a:pt x="2312" y="1354"/>
                </a:cubicBezTo>
                <a:cubicBezTo>
                  <a:pt x="2262" y="1327"/>
                  <a:pt x="2258" y="1327"/>
                  <a:pt x="2253" y="1325"/>
                </a:cubicBezTo>
                <a:cubicBezTo>
                  <a:pt x="2222" y="1313"/>
                  <a:pt x="2216" y="1307"/>
                  <a:pt x="2212" y="1308"/>
                </a:cubicBezTo>
                <a:cubicBezTo>
                  <a:pt x="2192" y="1303"/>
                  <a:pt x="2187" y="1302"/>
                  <a:pt x="2182" y="1302"/>
                </a:cubicBezTo>
                <a:cubicBezTo>
                  <a:pt x="2120" y="1285"/>
                  <a:pt x="2116" y="1290"/>
                  <a:pt x="2111" y="1286"/>
                </a:cubicBezTo>
                <a:cubicBezTo>
                  <a:pt x="2062" y="1273"/>
                  <a:pt x="2058" y="1275"/>
                  <a:pt x="2054" y="1274"/>
                </a:cubicBezTo>
                <a:cubicBezTo>
                  <a:pt x="2005" y="1263"/>
                  <a:pt x="2001" y="1263"/>
                  <a:pt x="1996" y="1262"/>
                </a:cubicBezTo>
                <a:cubicBezTo>
                  <a:pt x="1943" y="1252"/>
                  <a:pt x="1934" y="1249"/>
                  <a:pt x="1924" y="1245"/>
                </a:cubicBezTo>
                <a:cubicBezTo>
                  <a:pt x="1874" y="1231"/>
                  <a:pt x="1855" y="1225"/>
                  <a:pt x="1835" y="1217"/>
                </a:cubicBezTo>
                <a:cubicBezTo>
                  <a:pt x="1789" y="1181"/>
                  <a:pt x="1784" y="1176"/>
                  <a:pt x="1780" y="1181"/>
                </a:cubicBezTo>
                <a:cubicBezTo>
                  <a:pt x="1792" y="1194"/>
                  <a:pt x="1801" y="1197"/>
                  <a:pt x="1800" y="1202"/>
                </a:cubicBezTo>
                <a:cubicBezTo>
                  <a:pt x="1724" y="1168"/>
                  <a:pt x="1766" y="1186"/>
                  <a:pt x="1797" y="1207"/>
                </a:cubicBezTo>
                <a:cubicBezTo>
                  <a:pt x="1849" y="1237"/>
                  <a:pt x="1860" y="1244"/>
                  <a:pt x="1870" y="1251"/>
                </a:cubicBezTo>
                <a:cubicBezTo>
                  <a:pt x="2017" y="1319"/>
                  <a:pt x="2027" y="1321"/>
                  <a:pt x="2038" y="1326"/>
                </a:cubicBezTo>
                <a:cubicBezTo>
                  <a:pt x="2062" y="1334"/>
                  <a:pt x="2064" y="1329"/>
                  <a:pt x="2067" y="1332"/>
                </a:cubicBezTo>
                <a:cubicBezTo>
                  <a:pt x="2101" y="1345"/>
                  <a:pt x="2109" y="1344"/>
                  <a:pt x="2117" y="1348"/>
                </a:cubicBezTo>
                <a:cubicBezTo>
                  <a:pt x="2179" y="1365"/>
                  <a:pt x="2190" y="1363"/>
                  <a:pt x="2202" y="1370"/>
                </a:cubicBezTo>
                <a:cubicBezTo>
                  <a:pt x="2239" y="1378"/>
                  <a:pt x="2242" y="1381"/>
                  <a:pt x="2243" y="1379"/>
                </a:cubicBezTo>
                <a:cubicBezTo>
                  <a:pt x="2271" y="1395"/>
                  <a:pt x="2279" y="1390"/>
                  <a:pt x="2289" y="1396"/>
                </a:cubicBezTo>
                <a:cubicBezTo>
                  <a:pt x="2335" y="1407"/>
                  <a:pt x="2342" y="1415"/>
                  <a:pt x="2346" y="1413"/>
                </a:cubicBezTo>
                <a:cubicBezTo>
                  <a:pt x="2436" y="1455"/>
                  <a:pt x="2440" y="1458"/>
                  <a:pt x="2445" y="1461"/>
                </a:cubicBezTo>
                <a:cubicBezTo>
                  <a:pt x="2441" y="1460"/>
                  <a:pt x="2440" y="1470"/>
                  <a:pt x="2435" y="1465"/>
                </a:cubicBezTo>
                <a:cubicBezTo>
                  <a:pt x="2403" y="1446"/>
                  <a:pt x="2399" y="1444"/>
                  <a:pt x="2396" y="1441"/>
                </a:cubicBezTo>
                <a:cubicBezTo>
                  <a:pt x="2345" y="1421"/>
                  <a:pt x="2342" y="1417"/>
                  <a:pt x="2339" y="1419"/>
                </a:cubicBezTo>
                <a:cubicBezTo>
                  <a:pt x="2288" y="1400"/>
                  <a:pt x="2278" y="1399"/>
                  <a:pt x="2267" y="1395"/>
                </a:cubicBezTo>
                <a:cubicBezTo>
                  <a:pt x="2242" y="1393"/>
                  <a:pt x="2238" y="1387"/>
                  <a:pt x="2236" y="1390"/>
                </a:cubicBezTo>
                <a:cubicBezTo>
                  <a:pt x="2185" y="1383"/>
                  <a:pt x="2180" y="1381"/>
                  <a:pt x="2174" y="1380"/>
                </a:cubicBezTo>
                <a:cubicBezTo>
                  <a:pt x="2108" y="1367"/>
                  <a:pt x="2100" y="1369"/>
                  <a:pt x="2091" y="1364"/>
                </a:cubicBezTo>
                <a:cubicBezTo>
                  <a:pt x="2030" y="1352"/>
                  <a:pt x="2020" y="1345"/>
                  <a:pt x="2012" y="1348"/>
                </a:cubicBezTo>
                <a:cubicBezTo>
                  <a:pt x="1921" y="1321"/>
                  <a:pt x="1904" y="1314"/>
                  <a:pt x="1888" y="1310"/>
                </a:cubicBezTo>
                <a:cubicBezTo>
                  <a:pt x="1846" y="1294"/>
                  <a:pt x="1847" y="1280"/>
                  <a:pt x="1844" y="1286"/>
                </a:cubicBezTo>
                <a:cubicBezTo>
                  <a:pt x="1805" y="1264"/>
                  <a:pt x="1802" y="1260"/>
                  <a:pt x="1799" y="1256"/>
                </a:cubicBezTo>
                <a:cubicBezTo>
                  <a:pt x="1792" y="1262"/>
                  <a:pt x="1796" y="1264"/>
                  <a:pt x="1799" y="1267"/>
                </a:cubicBezTo>
                <a:cubicBezTo>
                  <a:pt x="1822" y="1281"/>
                  <a:pt x="1831" y="1288"/>
                  <a:pt x="1839" y="1293"/>
                </a:cubicBezTo>
                <a:cubicBezTo>
                  <a:pt x="1935" y="1335"/>
                  <a:pt x="1945" y="1339"/>
                  <a:pt x="1956" y="1342"/>
                </a:cubicBezTo>
                <a:cubicBezTo>
                  <a:pt x="1993" y="1352"/>
                  <a:pt x="1997" y="1353"/>
                  <a:pt x="2002" y="1352"/>
                </a:cubicBezTo>
                <a:cubicBezTo>
                  <a:pt x="2082" y="1371"/>
                  <a:pt x="2083" y="1372"/>
                  <a:pt x="2085" y="1373"/>
                </a:cubicBezTo>
                <a:cubicBezTo>
                  <a:pt x="2115" y="1375"/>
                  <a:pt x="2118" y="1381"/>
                  <a:pt x="2120" y="1378"/>
                </a:cubicBezTo>
                <a:cubicBezTo>
                  <a:pt x="2155" y="1386"/>
                  <a:pt x="2165" y="1383"/>
                  <a:pt x="2176" y="1389"/>
                </a:cubicBezTo>
                <a:cubicBezTo>
                  <a:pt x="2196" y="1393"/>
                  <a:pt x="2201" y="1391"/>
                  <a:pt x="2207" y="1394"/>
                </a:cubicBezTo>
                <a:cubicBezTo>
                  <a:pt x="2226" y="1393"/>
                  <a:pt x="2232" y="1397"/>
                  <a:pt x="2237" y="1396"/>
                </a:cubicBezTo>
                <a:cubicBezTo>
                  <a:pt x="2289" y="1410"/>
                  <a:pt x="2294" y="1408"/>
                  <a:pt x="2300" y="1412"/>
                </a:cubicBezTo>
                <a:cubicBezTo>
                  <a:pt x="2403" y="1451"/>
                  <a:pt x="2407" y="1454"/>
                  <a:pt x="2411" y="1457"/>
                </a:cubicBezTo>
                <a:cubicBezTo>
                  <a:pt x="2382" y="1460"/>
                  <a:pt x="2378" y="1455"/>
                  <a:pt x="2375" y="1456"/>
                </a:cubicBezTo>
                <a:cubicBezTo>
                  <a:pt x="2349" y="1454"/>
                  <a:pt x="2346" y="1457"/>
                  <a:pt x="2342" y="1455"/>
                </a:cubicBezTo>
                <a:cubicBezTo>
                  <a:pt x="2278" y="1447"/>
                  <a:pt x="2273" y="1444"/>
                  <a:pt x="2267" y="1445"/>
                </a:cubicBezTo>
                <a:cubicBezTo>
                  <a:pt x="2223" y="1440"/>
                  <a:pt x="2219" y="1437"/>
                  <a:pt x="2215" y="1433"/>
                </a:cubicBezTo>
                <a:cubicBezTo>
                  <a:pt x="2193" y="1431"/>
                  <a:pt x="2191" y="1434"/>
                  <a:pt x="2188" y="1434"/>
                </a:cubicBezTo>
                <a:cubicBezTo>
                  <a:pt x="2155" y="1427"/>
                  <a:pt x="2148" y="1421"/>
                  <a:pt x="2143" y="1423"/>
                </a:cubicBezTo>
                <a:cubicBezTo>
                  <a:pt x="2090" y="1417"/>
                  <a:pt x="2083" y="1408"/>
                  <a:pt x="2079" y="1413"/>
                </a:cubicBezTo>
                <a:cubicBezTo>
                  <a:pt x="1999" y="1398"/>
                  <a:pt x="1989" y="1393"/>
                  <a:pt x="1980" y="1392"/>
                </a:cubicBezTo>
                <a:cubicBezTo>
                  <a:pt x="1957" y="1385"/>
                  <a:pt x="1954" y="1382"/>
                  <a:pt x="1952" y="1384"/>
                </a:cubicBezTo>
                <a:cubicBezTo>
                  <a:pt x="1867" y="1355"/>
                  <a:pt x="1868" y="1352"/>
                  <a:pt x="1868" y="1352"/>
                </a:cubicBezTo>
                <a:cubicBezTo>
                  <a:pt x="1854" y="1345"/>
                  <a:pt x="1853" y="1346"/>
                  <a:pt x="1851" y="1346"/>
                </a:cubicBezTo>
                <a:cubicBezTo>
                  <a:pt x="1819" y="1330"/>
                  <a:pt x="1814" y="1322"/>
                  <a:pt x="1810" y="1321"/>
                </a:cubicBezTo>
                <a:cubicBezTo>
                  <a:pt x="1759" y="1288"/>
                  <a:pt x="1760" y="1285"/>
                  <a:pt x="1757" y="1283"/>
                </a:cubicBezTo>
                <a:cubicBezTo>
                  <a:pt x="1737" y="1278"/>
                  <a:pt x="1744" y="1285"/>
                  <a:pt x="1751" y="1292"/>
                </a:cubicBezTo>
                <a:cubicBezTo>
                  <a:pt x="1824" y="1336"/>
                  <a:pt x="1820" y="1339"/>
                  <a:pt x="1825" y="1342"/>
                </a:cubicBezTo>
                <a:cubicBezTo>
                  <a:pt x="1914" y="1376"/>
                  <a:pt x="1921" y="1385"/>
                  <a:pt x="1926" y="1383"/>
                </a:cubicBezTo>
                <a:cubicBezTo>
                  <a:pt x="1966" y="1396"/>
                  <a:pt x="1970" y="1399"/>
                  <a:pt x="1972" y="1397"/>
                </a:cubicBezTo>
                <a:cubicBezTo>
                  <a:pt x="2078" y="1420"/>
                  <a:pt x="2102" y="1426"/>
                  <a:pt x="2125" y="1426"/>
                </a:cubicBezTo>
                <a:cubicBezTo>
                  <a:pt x="2205" y="1443"/>
                  <a:pt x="2211" y="1443"/>
                  <a:pt x="2217" y="1442"/>
                </a:cubicBezTo>
                <a:cubicBezTo>
                  <a:pt x="2256" y="1449"/>
                  <a:pt x="2259" y="1450"/>
                  <a:pt x="2263" y="1452"/>
                </a:cubicBezTo>
                <a:cubicBezTo>
                  <a:pt x="2241" y="1449"/>
                  <a:pt x="2235" y="1450"/>
                  <a:pt x="2228" y="1453"/>
                </a:cubicBezTo>
                <a:cubicBezTo>
                  <a:pt x="2161" y="1450"/>
                  <a:pt x="2138" y="1452"/>
                  <a:pt x="2115" y="1453"/>
                </a:cubicBezTo>
                <a:cubicBezTo>
                  <a:pt x="2033" y="1453"/>
                  <a:pt x="2030" y="1453"/>
                  <a:pt x="2027" y="1452"/>
                </a:cubicBezTo>
                <a:cubicBezTo>
                  <a:pt x="1998" y="1450"/>
                  <a:pt x="1996" y="1456"/>
                  <a:pt x="1992" y="1450"/>
                </a:cubicBezTo>
                <a:cubicBezTo>
                  <a:pt x="1962" y="1449"/>
                  <a:pt x="1960" y="1455"/>
                  <a:pt x="1955" y="1449"/>
                </a:cubicBezTo>
                <a:cubicBezTo>
                  <a:pt x="1918" y="1451"/>
                  <a:pt x="1915" y="1451"/>
                  <a:pt x="1912" y="1452"/>
                </a:cubicBezTo>
                <a:cubicBezTo>
                  <a:pt x="1934" y="1456"/>
                  <a:pt x="1942" y="1456"/>
                  <a:pt x="1951" y="1457"/>
                </a:cubicBezTo>
                <a:cubicBezTo>
                  <a:pt x="1993" y="1458"/>
                  <a:pt x="1997" y="1456"/>
                  <a:pt x="2001" y="1459"/>
                </a:cubicBezTo>
                <a:cubicBezTo>
                  <a:pt x="2056" y="1461"/>
                  <a:pt x="2060" y="1459"/>
                  <a:pt x="2065" y="1462"/>
                </a:cubicBezTo>
                <a:cubicBezTo>
                  <a:pt x="2095" y="1465"/>
                  <a:pt x="2098" y="1457"/>
                  <a:pt x="2104" y="1462"/>
                </a:cubicBezTo>
                <a:cubicBezTo>
                  <a:pt x="2171" y="1462"/>
                  <a:pt x="2187" y="1459"/>
                  <a:pt x="2205" y="1461"/>
                </a:cubicBezTo>
                <a:cubicBezTo>
                  <a:pt x="2239" y="1464"/>
                  <a:pt x="2246" y="1458"/>
                  <a:pt x="2255" y="1463"/>
                </a:cubicBezTo>
                <a:cubicBezTo>
                  <a:pt x="2379" y="1467"/>
                  <a:pt x="2385" y="1469"/>
                  <a:pt x="2390" y="1469"/>
                </a:cubicBezTo>
                <a:cubicBezTo>
                  <a:pt x="2447" y="1477"/>
                  <a:pt x="2453" y="1485"/>
                  <a:pt x="2456" y="1481"/>
                </a:cubicBezTo>
                <a:cubicBezTo>
                  <a:pt x="2471" y="1483"/>
                  <a:pt x="2476" y="1485"/>
                  <a:pt x="2480" y="1484"/>
                </a:cubicBezTo>
                <a:cubicBezTo>
                  <a:pt x="2496" y="1492"/>
                  <a:pt x="2489" y="1491"/>
                  <a:pt x="2481" y="1490"/>
                </a:cubicBezTo>
                <a:cubicBezTo>
                  <a:pt x="2459" y="1486"/>
                  <a:pt x="2459" y="1488"/>
                  <a:pt x="2457" y="1487"/>
                </a:cubicBezTo>
                <a:cubicBezTo>
                  <a:pt x="2436" y="1484"/>
                  <a:pt x="2430" y="1485"/>
                  <a:pt x="2423" y="1483"/>
                </a:cubicBezTo>
                <a:cubicBezTo>
                  <a:pt x="2367" y="1482"/>
                  <a:pt x="2348" y="1479"/>
                  <a:pt x="2330" y="1481"/>
                </a:cubicBezTo>
                <a:cubicBezTo>
                  <a:pt x="2283" y="1485"/>
                  <a:pt x="2277" y="1479"/>
                  <a:pt x="2273" y="1480"/>
                </a:cubicBezTo>
                <a:cubicBezTo>
                  <a:pt x="2200" y="1484"/>
                  <a:pt x="2196" y="1487"/>
                  <a:pt x="2191" y="1488"/>
                </a:cubicBezTo>
                <a:cubicBezTo>
                  <a:pt x="2155" y="1488"/>
                  <a:pt x="2153" y="1490"/>
                  <a:pt x="2150" y="1487"/>
                </a:cubicBezTo>
                <a:cubicBezTo>
                  <a:pt x="2117" y="1486"/>
                  <a:pt x="2113" y="1490"/>
                  <a:pt x="2108" y="1488"/>
                </a:cubicBezTo>
                <a:cubicBezTo>
                  <a:pt x="2069" y="1483"/>
                  <a:pt x="2060" y="1487"/>
                  <a:pt x="2050" y="1484"/>
                </a:cubicBezTo>
                <a:cubicBezTo>
                  <a:pt x="1988" y="1472"/>
                  <a:pt x="1985" y="1477"/>
                  <a:pt x="1979" y="1473"/>
                </a:cubicBezTo>
                <a:cubicBezTo>
                  <a:pt x="1945" y="1469"/>
                  <a:pt x="1938" y="1456"/>
                  <a:pt x="1935" y="1464"/>
                </a:cubicBezTo>
                <a:cubicBezTo>
                  <a:pt x="2001" y="1482"/>
                  <a:pt x="2009" y="1487"/>
                  <a:pt x="2015" y="1486"/>
                </a:cubicBezTo>
                <a:cubicBezTo>
                  <a:pt x="2080" y="1493"/>
                  <a:pt x="2086" y="1494"/>
                  <a:pt x="2094" y="1497"/>
                </a:cubicBezTo>
                <a:cubicBezTo>
                  <a:pt x="2167" y="1495"/>
                  <a:pt x="2186" y="1498"/>
                  <a:pt x="2203" y="1494"/>
                </a:cubicBezTo>
                <a:cubicBezTo>
                  <a:pt x="2239" y="1495"/>
                  <a:pt x="2241" y="1492"/>
                  <a:pt x="2244" y="1492"/>
                </a:cubicBezTo>
                <a:cubicBezTo>
                  <a:pt x="2289" y="1487"/>
                  <a:pt x="2294" y="1490"/>
                  <a:pt x="2298" y="1489"/>
                </a:cubicBezTo>
                <a:cubicBezTo>
                  <a:pt x="2349" y="1491"/>
                  <a:pt x="2358" y="1488"/>
                  <a:pt x="2368" y="1491"/>
                </a:cubicBezTo>
                <a:cubicBezTo>
                  <a:pt x="2408" y="1491"/>
                  <a:pt x="2409" y="1489"/>
                  <a:pt x="2412" y="1491"/>
                </a:cubicBezTo>
                <a:cubicBezTo>
                  <a:pt x="2452" y="1494"/>
                  <a:pt x="2456" y="1493"/>
                  <a:pt x="2462" y="1498"/>
                </a:cubicBezTo>
                <a:cubicBezTo>
                  <a:pt x="2494" y="1499"/>
                  <a:pt x="2499" y="1504"/>
                  <a:pt x="2504" y="1503"/>
                </a:cubicBezTo>
                <a:cubicBezTo>
                  <a:pt x="2539" y="1513"/>
                  <a:pt x="2541" y="1511"/>
                  <a:pt x="2544" y="1514"/>
                </a:cubicBezTo>
                <a:cubicBezTo>
                  <a:pt x="2540" y="1522"/>
                  <a:pt x="2534" y="1517"/>
                  <a:pt x="2528" y="1514"/>
                </a:cubicBezTo>
                <a:cubicBezTo>
                  <a:pt x="2499" y="1515"/>
                  <a:pt x="2495" y="1516"/>
                  <a:pt x="2491" y="1515"/>
                </a:cubicBezTo>
                <a:cubicBezTo>
                  <a:pt x="2470" y="1517"/>
                  <a:pt x="2461" y="1511"/>
                  <a:pt x="2453" y="1516"/>
                </a:cubicBezTo>
                <a:cubicBezTo>
                  <a:pt x="2361" y="1511"/>
                  <a:pt x="2358" y="1522"/>
                  <a:pt x="2352" y="1514"/>
                </a:cubicBezTo>
                <a:cubicBezTo>
                  <a:pt x="2303" y="1521"/>
                  <a:pt x="2299" y="1520"/>
                  <a:pt x="2295" y="1521"/>
                </a:cubicBezTo>
                <a:cubicBezTo>
                  <a:pt x="2268" y="1522"/>
                  <a:pt x="2265" y="1529"/>
                  <a:pt x="2260" y="1526"/>
                </a:cubicBezTo>
                <a:cubicBezTo>
                  <a:pt x="2207" y="1533"/>
                  <a:pt x="2198" y="1529"/>
                  <a:pt x="2191" y="1533"/>
                </a:cubicBezTo>
                <a:cubicBezTo>
                  <a:pt x="2159" y="1533"/>
                  <a:pt x="2151" y="1531"/>
                  <a:pt x="2144" y="1533"/>
                </a:cubicBezTo>
                <a:cubicBezTo>
                  <a:pt x="2122" y="1534"/>
                  <a:pt x="2121" y="1537"/>
                  <a:pt x="2124" y="1535"/>
                </a:cubicBezTo>
                <a:cubicBezTo>
                  <a:pt x="2146" y="1533"/>
                  <a:pt x="2152" y="1539"/>
                  <a:pt x="2156" y="1538"/>
                </a:cubicBezTo>
                <a:cubicBezTo>
                  <a:pt x="2199" y="1537"/>
                  <a:pt x="2208" y="1537"/>
                  <a:pt x="2217" y="1537"/>
                </a:cubicBezTo>
                <a:cubicBezTo>
                  <a:pt x="2258" y="1531"/>
                  <a:pt x="2264" y="1537"/>
                  <a:pt x="2268" y="1534"/>
                </a:cubicBezTo>
                <a:cubicBezTo>
                  <a:pt x="2296" y="1526"/>
                  <a:pt x="2301" y="1531"/>
                  <a:pt x="2304" y="1527"/>
                </a:cubicBezTo>
                <a:cubicBezTo>
                  <a:pt x="2335" y="1525"/>
                  <a:pt x="2338" y="1528"/>
                  <a:pt x="2341" y="1528"/>
                </a:cubicBezTo>
                <a:cubicBezTo>
                  <a:pt x="2369" y="1527"/>
                  <a:pt x="2374" y="1522"/>
                  <a:pt x="2379" y="1525"/>
                </a:cubicBezTo>
                <a:cubicBezTo>
                  <a:pt x="2415" y="1519"/>
                  <a:pt x="2422" y="1529"/>
                  <a:pt x="2426" y="1521"/>
                </a:cubicBezTo>
                <a:cubicBezTo>
                  <a:pt x="2479" y="1523"/>
                  <a:pt x="2484" y="1524"/>
                  <a:pt x="2489" y="1524"/>
                </a:cubicBezTo>
                <a:cubicBezTo>
                  <a:pt x="2510" y="1525"/>
                  <a:pt x="2516" y="1524"/>
                  <a:pt x="2521" y="1524"/>
                </a:cubicBezTo>
                <a:cubicBezTo>
                  <a:pt x="2547" y="1526"/>
                  <a:pt x="2559" y="1534"/>
                  <a:pt x="2570" y="1533"/>
                </a:cubicBezTo>
                <a:cubicBezTo>
                  <a:pt x="2608" y="1551"/>
                  <a:pt x="2617" y="1556"/>
                  <a:pt x="2627" y="1558"/>
                </a:cubicBezTo>
                <a:cubicBezTo>
                  <a:pt x="2654" y="1575"/>
                  <a:pt x="2658" y="1582"/>
                  <a:pt x="2661" y="1578"/>
                </a:cubicBezTo>
                <a:cubicBezTo>
                  <a:pt x="2679" y="1592"/>
                  <a:pt x="2668" y="1591"/>
                  <a:pt x="2658" y="1587"/>
                </a:cubicBezTo>
                <a:cubicBezTo>
                  <a:pt x="2602" y="1571"/>
                  <a:pt x="2598" y="1576"/>
                  <a:pt x="2592" y="1572"/>
                </a:cubicBezTo>
                <a:cubicBezTo>
                  <a:pt x="2493" y="1566"/>
                  <a:pt x="2486" y="1559"/>
                  <a:pt x="2482" y="1564"/>
                </a:cubicBezTo>
                <a:cubicBezTo>
                  <a:pt x="2454" y="1559"/>
                  <a:pt x="2452" y="1559"/>
                  <a:pt x="2450" y="1561"/>
                </a:cubicBezTo>
                <a:cubicBezTo>
                  <a:pt x="2407" y="1554"/>
                  <a:pt x="2405" y="1561"/>
                  <a:pt x="2401" y="1560"/>
                </a:cubicBezTo>
                <a:cubicBezTo>
                  <a:pt x="2363" y="1561"/>
                  <a:pt x="2358" y="1554"/>
                  <a:pt x="2355" y="1558"/>
                </a:cubicBezTo>
                <a:cubicBezTo>
                  <a:pt x="2328" y="1563"/>
                  <a:pt x="2323" y="1555"/>
                  <a:pt x="2321" y="1561"/>
                </a:cubicBezTo>
                <a:cubicBezTo>
                  <a:pt x="2293" y="1560"/>
                  <a:pt x="2290" y="1562"/>
                  <a:pt x="2286" y="1562"/>
                </a:cubicBezTo>
                <a:cubicBezTo>
                  <a:pt x="2243" y="1564"/>
                  <a:pt x="2236" y="1566"/>
                  <a:pt x="2229" y="1566"/>
                </a:cubicBezTo>
                <a:cubicBezTo>
                  <a:pt x="2173" y="1564"/>
                  <a:pt x="2167" y="1569"/>
                  <a:pt x="2158" y="1566"/>
                </a:cubicBezTo>
                <a:cubicBezTo>
                  <a:pt x="2121" y="1565"/>
                  <a:pt x="2118" y="1572"/>
                  <a:pt x="2113" y="1567"/>
                </a:cubicBezTo>
                <a:cubicBezTo>
                  <a:pt x="2076" y="1567"/>
                  <a:pt x="2075" y="1564"/>
                  <a:pt x="2074" y="1562"/>
                </a:cubicBezTo>
                <a:cubicBezTo>
                  <a:pt x="2035" y="1553"/>
                  <a:pt x="2033" y="1551"/>
                  <a:pt x="2031" y="1549"/>
                </a:cubicBezTo>
                <a:cubicBezTo>
                  <a:pt x="2019" y="1549"/>
                  <a:pt x="2032" y="1553"/>
                  <a:pt x="2045" y="1559"/>
                </a:cubicBezTo>
                <a:cubicBezTo>
                  <a:pt x="2068" y="1563"/>
                  <a:pt x="2066" y="1572"/>
                  <a:pt x="2070" y="1568"/>
                </a:cubicBezTo>
                <a:cubicBezTo>
                  <a:pt x="2092" y="1572"/>
                  <a:pt x="2098" y="1570"/>
                  <a:pt x="2102" y="1576"/>
                </a:cubicBezTo>
                <a:cubicBezTo>
                  <a:pt x="2162" y="1582"/>
                  <a:pt x="2171" y="1587"/>
                  <a:pt x="2179" y="1585"/>
                </a:cubicBezTo>
                <a:cubicBezTo>
                  <a:pt x="2207" y="1588"/>
                  <a:pt x="2208" y="1584"/>
                  <a:pt x="2211" y="1585"/>
                </a:cubicBezTo>
                <a:cubicBezTo>
                  <a:pt x="2233" y="1583"/>
                  <a:pt x="2239" y="1590"/>
                  <a:pt x="2242" y="1585"/>
                </a:cubicBezTo>
                <a:cubicBezTo>
                  <a:pt x="2263" y="1586"/>
                  <a:pt x="2272" y="1586"/>
                  <a:pt x="2280" y="1587"/>
                </a:cubicBezTo>
                <a:cubicBezTo>
                  <a:pt x="2313" y="1585"/>
                  <a:pt x="2323" y="1589"/>
                  <a:pt x="2331" y="1589"/>
                </a:cubicBezTo>
                <a:cubicBezTo>
                  <a:pt x="2365" y="1592"/>
                  <a:pt x="2367" y="1591"/>
                  <a:pt x="2369" y="1591"/>
                </a:cubicBezTo>
                <a:cubicBezTo>
                  <a:pt x="2399" y="1594"/>
                  <a:pt x="2405" y="1600"/>
                  <a:pt x="2408" y="1596"/>
                </a:cubicBezTo>
                <a:cubicBezTo>
                  <a:pt x="2442" y="1597"/>
                  <a:pt x="2451" y="1602"/>
                  <a:pt x="2459" y="1598"/>
                </a:cubicBezTo>
                <a:cubicBezTo>
                  <a:pt x="2471" y="1601"/>
                  <a:pt x="2473" y="1601"/>
                  <a:pt x="2475" y="1601"/>
                </a:cubicBezTo>
                <a:cubicBezTo>
                  <a:pt x="2445" y="1606"/>
                  <a:pt x="2443" y="1607"/>
                  <a:pt x="2439" y="1604"/>
                </a:cubicBezTo>
                <a:cubicBezTo>
                  <a:pt x="2395" y="1607"/>
                  <a:pt x="2374" y="1608"/>
                  <a:pt x="2352" y="1609"/>
                </a:cubicBezTo>
                <a:cubicBezTo>
                  <a:pt x="2254" y="1621"/>
                  <a:pt x="2247" y="1616"/>
                  <a:pt x="2243" y="1620"/>
                </a:cubicBezTo>
                <a:cubicBezTo>
                  <a:pt x="2203" y="1616"/>
                  <a:pt x="2183" y="1620"/>
                  <a:pt x="2161" y="1620"/>
                </a:cubicBezTo>
                <a:cubicBezTo>
                  <a:pt x="2112" y="1621"/>
                  <a:pt x="2109" y="1622"/>
                  <a:pt x="2107" y="1623"/>
                </a:cubicBezTo>
                <a:cubicBezTo>
                  <a:pt x="2030" y="1621"/>
                  <a:pt x="2026" y="1616"/>
                  <a:pt x="2024" y="1618"/>
                </a:cubicBezTo>
                <a:cubicBezTo>
                  <a:pt x="1994" y="1611"/>
                  <a:pt x="1990" y="1617"/>
                  <a:pt x="1983" y="1612"/>
                </a:cubicBezTo>
                <a:cubicBezTo>
                  <a:pt x="1985" y="1614"/>
                  <a:pt x="1988" y="1619"/>
                  <a:pt x="1991" y="1617"/>
                </a:cubicBezTo>
                <a:cubicBezTo>
                  <a:pt x="2042" y="1624"/>
                  <a:pt x="2053" y="1625"/>
                  <a:pt x="2063" y="1626"/>
                </a:cubicBezTo>
                <a:cubicBezTo>
                  <a:pt x="2134" y="1631"/>
                  <a:pt x="2138" y="1625"/>
                  <a:pt x="2144" y="1627"/>
                </a:cubicBezTo>
                <a:cubicBezTo>
                  <a:pt x="2193" y="1623"/>
                  <a:pt x="2196" y="1627"/>
                  <a:pt x="2199" y="1627"/>
                </a:cubicBezTo>
                <a:cubicBezTo>
                  <a:pt x="2212" y="1625"/>
                  <a:pt x="2218" y="1627"/>
                  <a:pt x="2223" y="1625"/>
                </a:cubicBezTo>
                <a:cubicBezTo>
                  <a:pt x="2307" y="1624"/>
                  <a:pt x="2311" y="1617"/>
                  <a:pt x="2317" y="1622"/>
                </a:cubicBezTo>
                <a:cubicBezTo>
                  <a:pt x="2338" y="1618"/>
                  <a:pt x="2344" y="1620"/>
                  <a:pt x="2349" y="1617"/>
                </a:cubicBezTo>
                <a:cubicBezTo>
                  <a:pt x="2418" y="1614"/>
                  <a:pt x="2424" y="1617"/>
                  <a:pt x="2428" y="1612"/>
                </a:cubicBezTo>
                <a:cubicBezTo>
                  <a:pt x="2486" y="1613"/>
                  <a:pt x="2495" y="1611"/>
                  <a:pt x="2504" y="1613"/>
                </a:cubicBezTo>
                <a:cubicBezTo>
                  <a:pt x="2538" y="1616"/>
                  <a:pt x="2544" y="1614"/>
                  <a:pt x="2551" y="1618"/>
                </a:cubicBezTo>
                <a:cubicBezTo>
                  <a:pt x="2576" y="1617"/>
                  <a:pt x="2582" y="1619"/>
                  <a:pt x="2589" y="1619"/>
                </a:cubicBezTo>
                <a:cubicBezTo>
                  <a:pt x="2605" y="1620"/>
                  <a:pt x="2607" y="1617"/>
                  <a:pt x="2606" y="1621"/>
                </a:cubicBezTo>
                <a:cubicBezTo>
                  <a:pt x="2570" y="1626"/>
                  <a:pt x="2567" y="1624"/>
                  <a:pt x="2565" y="1624"/>
                </a:cubicBezTo>
                <a:cubicBezTo>
                  <a:pt x="2544" y="1626"/>
                  <a:pt x="2543" y="1633"/>
                  <a:pt x="2539" y="1631"/>
                </a:cubicBezTo>
                <a:cubicBezTo>
                  <a:pt x="2525" y="1626"/>
                  <a:pt x="2522" y="1626"/>
                  <a:pt x="2519" y="1625"/>
                </a:cubicBezTo>
                <a:cubicBezTo>
                  <a:pt x="2488" y="1626"/>
                  <a:pt x="2486" y="1632"/>
                  <a:pt x="2482" y="1630"/>
                </a:cubicBezTo>
                <a:cubicBezTo>
                  <a:pt x="2437" y="1636"/>
                  <a:pt x="2418" y="1631"/>
                  <a:pt x="2401" y="1638"/>
                </a:cubicBezTo>
                <a:cubicBezTo>
                  <a:pt x="2369" y="1638"/>
                  <a:pt x="2365" y="1641"/>
                  <a:pt x="2360" y="1640"/>
                </a:cubicBezTo>
                <a:cubicBezTo>
                  <a:pt x="2288" y="1646"/>
                  <a:pt x="2283" y="1643"/>
                  <a:pt x="2279" y="1644"/>
                </a:cubicBezTo>
                <a:cubicBezTo>
                  <a:pt x="2247" y="1646"/>
                  <a:pt x="2241" y="1643"/>
                  <a:pt x="2237" y="1644"/>
                </a:cubicBezTo>
                <a:cubicBezTo>
                  <a:pt x="2191" y="1641"/>
                  <a:pt x="2187" y="1648"/>
                  <a:pt x="2181" y="1641"/>
                </a:cubicBezTo>
                <a:cubicBezTo>
                  <a:pt x="2122" y="1643"/>
                  <a:pt x="2117" y="1637"/>
                  <a:pt x="2113" y="1638"/>
                </a:cubicBezTo>
                <a:cubicBezTo>
                  <a:pt x="2065" y="1636"/>
                  <a:pt x="2061" y="1637"/>
                  <a:pt x="2056" y="1637"/>
                </a:cubicBezTo>
                <a:cubicBezTo>
                  <a:pt x="2022" y="1634"/>
                  <a:pt x="2017" y="1630"/>
                  <a:pt x="2012" y="1631"/>
                </a:cubicBezTo>
                <a:cubicBezTo>
                  <a:pt x="2047" y="1640"/>
                  <a:pt x="2052" y="1641"/>
                  <a:pt x="2057" y="1640"/>
                </a:cubicBezTo>
                <a:cubicBezTo>
                  <a:pt x="2091" y="1647"/>
                  <a:pt x="2095" y="1643"/>
                  <a:pt x="2100" y="1645"/>
                </a:cubicBezTo>
                <a:cubicBezTo>
                  <a:pt x="2132" y="1645"/>
                  <a:pt x="2135" y="1647"/>
                  <a:pt x="2137" y="1649"/>
                </a:cubicBezTo>
                <a:cubicBezTo>
                  <a:pt x="2164" y="1651"/>
                  <a:pt x="2167" y="1648"/>
                  <a:pt x="2170" y="1650"/>
                </a:cubicBezTo>
                <a:cubicBezTo>
                  <a:pt x="2195" y="1655"/>
                  <a:pt x="2198" y="1646"/>
                  <a:pt x="2204" y="1651"/>
                </a:cubicBezTo>
                <a:cubicBezTo>
                  <a:pt x="2257" y="1652"/>
                  <a:pt x="2266" y="1651"/>
                  <a:pt x="2276" y="1652"/>
                </a:cubicBezTo>
                <a:cubicBezTo>
                  <a:pt x="2344" y="1649"/>
                  <a:pt x="2354" y="1649"/>
                  <a:pt x="2363" y="1647"/>
                </a:cubicBezTo>
                <a:cubicBezTo>
                  <a:pt x="2397" y="1650"/>
                  <a:pt x="2400" y="1643"/>
                  <a:pt x="2405" y="1644"/>
                </a:cubicBezTo>
                <a:cubicBezTo>
                  <a:pt x="2459" y="1643"/>
                  <a:pt x="2467" y="1634"/>
                  <a:pt x="2478" y="1640"/>
                </a:cubicBezTo>
                <a:cubicBezTo>
                  <a:pt x="2425" y="1649"/>
                  <a:pt x="2417" y="1651"/>
                  <a:pt x="2410" y="1652"/>
                </a:cubicBezTo>
                <a:cubicBezTo>
                  <a:pt x="2383" y="1656"/>
                  <a:pt x="2381" y="1661"/>
                  <a:pt x="2376" y="1659"/>
                </a:cubicBezTo>
                <a:cubicBezTo>
                  <a:pt x="2349" y="1660"/>
                  <a:pt x="2346" y="1666"/>
                  <a:pt x="2341" y="1661"/>
                </a:cubicBezTo>
                <a:cubicBezTo>
                  <a:pt x="2303" y="1667"/>
                  <a:pt x="2299" y="1668"/>
                  <a:pt x="2295" y="1667"/>
                </a:cubicBezTo>
                <a:cubicBezTo>
                  <a:pt x="2267" y="1667"/>
                  <a:pt x="2260" y="1667"/>
                  <a:pt x="2253" y="1668"/>
                </a:cubicBezTo>
                <a:cubicBezTo>
                  <a:pt x="2216" y="1663"/>
                  <a:pt x="2215" y="1672"/>
                  <a:pt x="2210" y="1669"/>
                </a:cubicBezTo>
                <a:cubicBezTo>
                  <a:pt x="2143" y="1667"/>
                  <a:pt x="2139" y="1664"/>
                  <a:pt x="2136" y="1669"/>
                </a:cubicBezTo>
                <a:cubicBezTo>
                  <a:pt x="2175" y="1676"/>
                  <a:pt x="2181" y="1672"/>
                  <a:pt x="2188" y="1675"/>
                </a:cubicBezTo>
                <a:cubicBezTo>
                  <a:pt x="2221" y="1675"/>
                  <a:pt x="2222" y="1675"/>
                  <a:pt x="2223" y="1672"/>
                </a:cubicBezTo>
                <a:cubicBezTo>
                  <a:pt x="2253" y="1672"/>
                  <a:pt x="2257" y="1673"/>
                  <a:pt x="2260" y="1676"/>
                </a:cubicBezTo>
                <a:cubicBezTo>
                  <a:pt x="2296" y="1677"/>
                  <a:pt x="2293" y="1681"/>
                  <a:pt x="2300" y="1684"/>
                </a:cubicBezTo>
                <a:cubicBezTo>
                  <a:pt x="2357" y="1678"/>
                  <a:pt x="2366" y="1682"/>
                  <a:pt x="2374" y="1678"/>
                </a:cubicBezTo>
                <a:cubicBezTo>
                  <a:pt x="2435" y="1674"/>
                  <a:pt x="2440" y="1673"/>
                  <a:pt x="2445" y="1673"/>
                </a:cubicBezTo>
                <a:cubicBezTo>
                  <a:pt x="2465" y="1667"/>
                  <a:pt x="2471" y="1669"/>
                  <a:pt x="2476" y="1667"/>
                </a:cubicBezTo>
                <a:cubicBezTo>
                  <a:pt x="2508" y="1661"/>
                  <a:pt x="2512" y="1666"/>
                  <a:pt x="2514" y="1664"/>
                </a:cubicBezTo>
                <a:cubicBezTo>
                  <a:pt x="2547" y="1662"/>
                  <a:pt x="2554" y="1661"/>
                  <a:pt x="2560" y="1658"/>
                </a:cubicBezTo>
                <a:cubicBezTo>
                  <a:pt x="2620" y="1652"/>
                  <a:pt x="2623" y="1651"/>
                  <a:pt x="2626" y="1650"/>
                </a:cubicBezTo>
                <a:cubicBezTo>
                  <a:pt x="2662" y="1652"/>
                  <a:pt x="2669" y="1652"/>
                  <a:pt x="2675" y="1651"/>
                </a:cubicBezTo>
                <a:cubicBezTo>
                  <a:pt x="2724" y="1652"/>
                  <a:pt x="2732" y="1655"/>
                  <a:pt x="2739" y="1654"/>
                </a:cubicBezTo>
                <a:cubicBezTo>
                  <a:pt x="2796" y="1661"/>
                  <a:pt x="2800" y="1664"/>
                  <a:pt x="2803" y="1663"/>
                </a:cubicBezTo>
                <a:cubicBezTo>
                  <a:pt x="2817" y="1678"/>
                  <a:pt x="2813" y="1673"/>
                  <a:pt x="2811" y="1675"/>
                </a:cubicBezTo>
                <a:cubicBezTo>
                  <a:pt x="2770" y="1672"/>
                  <a:pt x="2758" y="1673"/>
                  <a:pt x="2745" y="1671"/>
                </a:cubicBezTo>
                <a:cubicBezTo>
                  <a:pt x="2650" y="1676"/>
                  <a:pt x="2646" y="1683"/>
                  <a:pt x="2638" y="1679"/>
                </a:cubicBezTo>
                <a:cubicBezTo>
                  <a:pt x="2619" y="1686"/>
                  <a:pt x="2615" y="1682"/>
                  <a:pt x="2613" y="1685"/>
                </a:cubicBezTo>
                <a:cubicBezTo>
                  <a:pt x="2593" y="1688"/>
                  <a:pt x="2590" y="1688"/>
                  <a:pt x="2587" y="1689"/>
                </a:cubicBezTo>
                <a:cubicBezTo>
                  <a:pt x="2558" y="1695"/>
                  <a:pt x="2555" y="1695"/>
                  <a:pt x="2552" y="1697"/>
                </a:cubicBezTo>
                <a:cubicBezTo>
                  <a:pt x="2509" y="1701"/>
                  <a:pt x="2506" y="1705"/>
                  <a:pt x="2501" y="1700"/>
                </a:cubicBezTo>
                <a:cubicBezTo>
                  <a:pt x="2459" y="1707"/>
                  <a:pt x="2451" y="1707"/>
                  <a:pt x="2443" y="1708"/>
                </a:cubicBezTo>
                <a:cubicBezTo>
                  <a:pt x="2414" y="1713"/>
                  <a:pt x="2406" y="1710"/>
                  <a:pt x="2398" y="1713"/>
                </a:cubicBezTo>
                <a:cubicBezTo>
                  <a:pt x="2321" y="1710"/>
                  <a:pt x="2314" y="1713"/>
                  <a:pt x="2305" y="1711"/>
                </a:cubicBezTo>
                <a:cubicBezTo>
                  <a:pt x="2241" y="1703"/>
                  <a:pt x="2226" y="1705"/>
                  <a:pt x="2210" y="1700"/>
                </a:cubicBezTo>
                <a:cubicBezTo>
                  <a:pt x="2178" y="1697"/>
                  <a:pt x="2168" y="1688"/>
                  <a:pt x="2161" y="1691"/>
                </a:cubicBezTo>
                <a:cubicBezTo>
                  <a:pt x="2204" y="1705"/>
                  <a:pt x="2210" y="1706"/>
                  <a:pt x="2216" y="1707"/>
                </a:cubicBezTo>
                <a:cubicBezTo>
                  <a:pt x="2314" y="1720"/>
                  <a:pt x="2320" y="1719"/>
                  <a:pt x="2326" y="1719"/>
                </a:cubicBezTo>
                <a:cubicBezTo>
                  <a:pt x="2366" y="1716"/>
                  <a:pt x="2374" y="1724"/>
                  <a:pt x="2380" y="1721"/>
                </a:cubicBezTo>
                <a:cubicBezTo>
                  <a:pt x="2490" y="1712"/>
                  <a:pt x="2502" y="1711"/>
                  <a:pt x="2514" y="1711"/>
                </a:cubicBezTo>
                <a:cubicBezTo>
                  <a:pt x="2560" y="1701"/>
                  <a:pt x="2570" y="1701"/>
                  <a:pt x="2580" y="1700"/>
                </a:cubicBezTo>
                <a:cubicBezTo>
                  <a:pt x="2624" y="1689"/>
                  <a:pt x="2627" y="1689"/>
                  <a:pt x="2630" y="1691"/>
                </a:cubicBezTo>
                <a:cubicBezTo>
                  <a:pt x="2674" y="1686"/>
                  <a:pt x="2680" y="1685"/>
                  <a:pt x="2687" y="1685"/>
                </a:cubicBezTo>
                <a:cubicBezTo>
                  <a:pt x="2721" y="1678"/>
                  <a:pt x="2725" y="1684"/>
                  <a:pt x="2728" y="1681"/>
                </a:cubicBezTo>
                <a:cubicBezTo>
                  <a:pt x="2748" y="1684"/>
                  <a:pt x="2750" y="1680"/>
                  <a:pt x="2752" y="1681"/>
                </a:cubicBezTo>
                <a:cubicBezTo>
                  <a:pt x="2779" y="1689"/>
                  <a:pt x="2773" y="1678"/>
                  <a:pt x="2772" y="1686"/>
                </a:cubicBezTo>
                <a:cubicBezTo>
                  <a:pt x="2733" y="1690"/>
                  <a:pt x="2731" y="1691"/>
                  <a:pt x="2729" y="1692"/>
                </a:cubicBezTo>
                <a:cubicBezTo>
                  <a:pt x="2699" y="1696"/>
                  <a:pt x="2691" y="1701"/>
                  <a:pt x="2682" y="1703"/>
                </a:cubicBezTo>
                <a:cubicBezTo>
                  <a:pt x="2646" y="1707"/>
                  <a:pt x="2638" y="1713"/>
                  <a:pt x="2630" y="1715"/>
                </a:cubicBezTo>
                <a:cubicBezTo>
                  <a:pt x="2586" y="1730"/>
                  <a:pt x="2581" y="1731"/>
                  <a:pt x="2577" y="1732"/>
                </a:cubicBezTo>
                <a:cubicBezTo>
                  <a:pt x="2534" y="1747"/>
                  <a:pt x="2530" y="1748"/>
                  <a:pt x="2525" y="1750"/>
                </a:cubicBezTo>
                <a:cubicBezTo>
                  <a:pt x="2489" y="1754"/>
                  <a:pt x="2482" y="1764"/>
                  <a:pt x="2472" y="1759"/>
                </a:cubicBezTo>
                <a:cubicBezTo>
                  <a:pt x="2413" y="1764"/>
                  <a:pt x="2409" y="1766"/>
                  <a:pt x="2404" y="1766"/>
                </a:cubicBezTo>
                <a:cubicBezTo>
                  <a:pt x="2352" y="1766"/>
                  <a:pt x="2342" y="1760"/>
                  <a:pt x="2333" y="1763"/>
                </a:cubicBezTo>
                <a:cubicBezTo>
                  <a:pt x="2404" y="1770"/>
                  <a:pt x="2412" y="1772"/>
                  <a:pt x="2419" y="1771"/>
                </a:cubicBezTo>
                <a:cubicBezTo>
                  <a:pt x="2475" y="1765"/>
                  <a:pt x="2491" y="1769"/>
                  <a:pt x="2504" y="1762"/>
                </a:cubicBezTo>
                <a:cubicBezTo>
                  <a:pt x="2567" y="1744"/>
                  <a:pt x="2571" y="1747"/>
                  <a:pt x="2574" y="1740"/>
                </a:cubicBezTo>
                <a:cubicBezTo>
                  <a:pt x="2596" y="1732"/>
                  <a:pt x="2601" y="1738"/>
                  <a:pt x="2603" y="1731"/>
                </a:cubicBezTo>
                <a:cubicBezTo>
                  <a:pt x="2653" y="1722"/>
                  <a:pt x="2659" y="1714"/>
                  <a:pt x="2666" y="1712"/>
                </a:cubicBezTo>
                <a:cubicBezTo>
                  <a:pt x="2710" y="1703"/>
                  <a:pt x="2727" y="1700"/>
                  <a:pt x="2744" y="1697"/>
                </a:cubicBezTo>
                <a:cubicBezTo>
                  <a:pt x="2780" y="1698"/>
                  <a:pt x="2788" y="1692"/>
                  <a:pt x="2797" y="1695"/>
                </a:cubicBezTo>
                <a:cubicBezTo>
                  <a:pt x="2832" y="1693"/>
                  <a:pt x="2841" y="1692"/>
                  <a:pt x="2851" y="1697"/>
                </a:cubicBezTo>
                <a:cubicBezTo>
                  <a:pt x="2883" y="1700"/>
                  <a:pt x="2887" y="1701"/>
                  <a:pt x="2892" y="1703"/>
                </a:cubicBezTo>
                <a:cubicBezTo>
                  <a:pt x="2862" y="1708"/>
                  <a:pt x="2854" y="1704"/>
                  <a:pt x="2847" y="1707"/>
                </a:cubicBezTo>
                <a:cubicBezTo>
                  <a:pt x="2795" y="1706"/>
                  <a:pt x="2789" y="1714"/>
                  <a:pt x="2780" y="1710"/>
                </a:cubicBezTo>
                <a:cubicBezTo>
                  <a:pt x="2763" y="1715"/>
                  <a:pt x="2760" y="1712"/>
                  <a:pt x="2759" y="1714"/>
                </a:cubicBezTo>
                <a:cubicBezTo>
                  <a:pt x="2721" y="1718"/>
                  <a:pt x="2707" y="1724"/>
                  <a:pt x="2692" y="1724"/>
                </a:cubicBezTo>
                <a:cubicBezTo>
                  <a:pt x="2667" y="1732"/>
                  <a:pt x="2663" y="1731"/>
                  <a:pt x="2661" y="1735"/>
                </a:cubicBezTo>
                <a:cubicBezTo>
                  <a:pt x="2626" y="1745"/>
                  <a:pt x="2625" y="1745"/>
                  <a:pt x="2624" y="1748"/>
                </a:cubicBezTo>
                <a:cubicBezTo>
                  <a:pt x="2592" y="1757"/>
                  <a:pt x="2578" y="1764"/>
                  <a:pt x="2563" y="1768"/>
                </a:cubicBezTo>
                <a:cubicBezTo>
                  <a:pt x="2535" y="1773"/>
                  <a:pt x="2528" y="1777"/>
                  <a:pt x="2520" y="1781"/>
                </a:cubicBezTo>
                <a:cubicBezTo>
                  <a:pt x="2487" y="1781"/>
                  <a:pt x="2479" y="1784"/>
                  <a:pt x="2471" y="1785"/>
                </a:cubicBezTo>
                <a:cubicBezTo>
                  <a:pt x="2370" y="1780"/>
                  <a:pt x="2359" y="1771"/>
                  <a:pt x="2349" y="1774"/>
                </a:cubicBezTo>
                <a:cubicBezTo>
                  <a:pt x="2390" y="1781"/>
                  <a:pt x="2394" y="1787"/>
                  <a:pt x="2397" y="1785"/>
                </a:cubicBezTo>
                <a:cubicBezTo>
                  <a:pt x="2438" y="1786"/>
                  <a:pt x="2451" y="1790"/>
                  <a:pt x="2462" y="1789"/>
                </a:cubicBezTo>
                <a:cubicBezTo>
                  <a:pt x="2521" y="1786"/>
                  <a:pt x="2524" y="1785"/>
                  <a:pt x="2528" y="1786"/>
                </a:cubicBezTo>
                <a:cubicBezTo>
                  <a:pt x="2579" y="1770"/>
                  <a:pt x="2588" y="1769"/>
                  <a:pt x="2592" y="1768"/>
                </a:cubicBezTo>
                <a:cubicBezTo>
                  <a:pt x="2650" y="1747"/>
                  <a:pt x="2654" y="1746"/>
                  <a:pt x="2657" y="1746"/>
                </a:cubicBezTo>
                <a:cubicBezTo>
                  <a:pt x="2687" y="1734"/>
                  <a:pt x="2690" y="1734"/>
                  <a:pt x="2694" y="1737"/>
                </a:cubicBezTo>
                <a:cubicBezTo>
                  <a:pt x="2724" y="1724"/>
                  <a:pt x="2729" y="1728"/>
                  <a:pt x="2731" y="1727"/>
                </a:cubicBezTo>
                <a:cubicBezTo>
                  <a:pt x="2767" y="1722"/>
                  <a:pt x="2772" y="1720"/>
                  <a:pt x="2779" y="1723"/>
                </a:cubicBezTo>
                <a:cubicBezTo>
                  <a:pt x="2794" y="1720"/>
                  <a:pt x="2797" y="1718"/>
                  <a:pt x="2796" y="1721"/>
                </a:cubicBezTo>
                <a:cubicBezTo>
                  <a:pt x="2776" y="1728"/>
                  <a:pt x="2771" y="1730"/>
                  <a:pt x="2765" y="1732"/>
                </a:cubicBezTo>
                <a:cubicBezTo>
                  <a:pt x="2712" y="1755"/>
                  <a:pt x="2708" y="1762"/>
                  <a:pt x="2702" y="1760"/>
                </a:cubicBezTo>
                <a:cubicBezTo>
                  <a:pt x="2646" y="1781"/>
                  <a:pt x="2641" y="1788"/>
                  <a:pt x="2635" y="1789"/>
                </a:cubicBezTo>
                <a:cubicBezTo>
                  <a:pt x="2575" y="1810"/>
                  <a:pt x="2566" y="1802"/>
                  <a:pt x="2560" y="1807"/>
                </a:cubicBezTo>
                <a:cubicBezTo>
                  <a:pt x="2499" y="1820"/>
                  <a:pt x="2504" y="1816"/>
                  <a:pt x="2511" y="1819"/>
                </a:cubicBezTo>
                <a:cubicBezTo>
                  <a:pt x="2569" y="1813"/>
                  <a:pt x="2574" y="1809"/>
                  <a:pt x="2580" y="1813"/>
                </a:cubicBezTo>
                <a:cubicBezTo>
                  <a:pt x="2618" y="1802"/>
                  <a:pt x="2621" y="1802"/>
                  <a:pt x="2624" y="1803"/>
                </a:cubicBezTo>
                <a:cubicBezTo>
                  <a:pt x="2645" y="1797"/>
                  <a:pt x="2648" y="1796"/>
                  <a:pt x="2651" y="1794"/>
                </a:cubicBezTo>
                <a:cubicBezTo>
                  <a:pt x="2689" y="1774"/>
                  <a:pt x="2696" y="1779"/>
                  <a:pt x="2701" y="1773"/>
                </a:cubicBezTo>
                <a:cubicBezTo>
                  <a:pt x="2741" y="1756"/>
                  <a:pt x="2745" y="1746"/>
                  <a:pt x="2751" y="1749"/>
                </a:cubicBezTo>
                <a:cubicBezTo>
                  <a:pt x="2789" y="1733"/>
                  <a:pt x="2792" y="1733"/>
                  <a:pt x="2795" y="1730"/>
                </a:cubicBezTo>
                <a:cubicBezTo>
                  <a:pt x="2788" y="1740"/>
                  <a:pt x="2783" y="1735"/>
                  <a:pt x="2780" y="1741"/>
                </a:cubicBezTo>
                <a:cubicBezTo>
                  <a:pt x="2731" y="1774"/>
                  <a:pt x="2723" y="1772"/>
                  <a:pt x="2717" y="1781"/>
                </a:cubicBezTo>
                <a:cubicBezTo>
                  <a:pt x="2647" y="1806"/>
                  <a:pt x="2644" y="1811"/>
                  <a:pt x="2640" y="1810"/>
                </a:cubicBezTo>
                <a:cubicBezTo>
                  <a:pt x="2650" y="1810"/>
                  <a:pt x="2656" y="1813"/>
                  <a:pt x="2661" y="1809"/>
                </a:cubicBezTo>
                <a:cubicBezTo>
                  <a:pt x="2708" y="1802"/>
                  <a:pt x="2718" y="1795"/>
                  <a:pt x="2730" y="1797"/>
                </a:cubicBezTo>
                <a:cubicBezTo>
                  <a:pt x="2808" y="1776"/>
                  <a:pt x="2811" y="1768"/>
                  <a:pt x="2815" y="1767"/>
                </a:cubicBezTo>
                <a:cubicBezTo>
                  <a:pt x="2831" y="1757"/>
                  <a:pt x="2836" y="1762"/>
                  <a:pt x="2840" y="1758"/>
                </a:cubicBezTo>
                <a:cubicBezTo>
                  <a:pt x="2870" y="1752"/>
                  <a:pt x="2873" y="1743"/>
                  <a:pt x="2878" y="1747"/>
                </a:cubicBezTo>
                <a:cubicBezTo>
                  <a:pt x="2933" y="1737"/>
                  <a:pt x="2936" y="1737"/>
                  <a:pt x="2940" y="1738"/>
                </a:cubicBezTo>
                <a:cubicBezTo>
                  <a:pt x="2979" y="1744"/>
                  <a:pt x="2985" y="1741"/>
                  <a:pt x="2993" y="1744"/>
                </a:cubicBezTo>
                <a:cubicBezTo>
                  <a:pt x="3006" y="1750"/>
                  <a:pt x="3002" y="1756"/>
                  <a:pt x="2996" y="1751"/>
                </a:cubicBezTo>
                <a:cubicBezTo>
                  <a:pt x="2968" y="1752"/>
                  <a:pt x="2964" y="1751"/>
                  <a:pt x="2961" y="1749"/>
                </a:cubicBezTo>
                <a:cubicBezTo>
                  <a:pt x="2898" y="1754"/>
                  <a:pt x="2888" y="1762"/>
                  <a:pt x="2876" y="1758"/>
                </a:cubicBezTo>
                <a:cubicBezTo>
                  <a:pt x="2827" y="1782"/>
                  <a:pt x="2820" y="1785"/>
                  <a:pt x="2813" y="1787"/>
                </a:cubicBezTo>
                <a:cubicBezTo>
                  <a:pt x="2798" y="1797"/>
                  <a:pt x="2801" y="1795"/>
                  <a:pt x="2805" y="1795"/>
                </a:cubicBezTo>
                <a:cubicBezTo>
                  <a:pt x="2842" y="1780"/>
                  <a:pt x="2850" y="1784"/>
                  <a:pt x="2856" y="1776"/>
                </a:cubicBezTo>
                <a:cubicBezTo>
                  <a:pt x="2907" y="1764"/>
                  <a:pt x="2915" y="1765"/>
                  <a:pt x="2922" y="1760"/>
                </a:cubicBezTo>
                <a:cubicBezTo>
                  <a:pt x="2969" y="1757"/>
                  <a:pt x="2974" y="1763"/>
                  <a:pt x="2977" y="1760"/>
                </a:cubicBezTo>
                <a:cubicBezTo>
                  <a:pt x="3025" y="1770"/>
                  <a:pt x="3035" y="1767"/>
                  <a:pt x="3047" y="1773"/>
                </a:cubicBezTo>
                <a:cubicBezTo>
                  <a:pt x="3015" y="1779"/>
                  <a:pt x="3010" y="1773"/>
                  <a:pt x="3005" y="1776"/>
                </a:cubicBezTo>
                <a:cubicBezTo>
                  <a:pt x="3006" y="1780"/>
                  <a:pt x="3009" y="1784"/>
                  <a:pt x="3012" y="1786"/>
                </a:cubicBezTo>
                <a:cubicBezTo>
                  <a:pt x="2990" y="1813"/>
                  <a:pt x="2982" y="1817"/>
                  <a:pt x="2975" y="1826"/>
                </a:cubicBezTo>
                <a:cubicBezTo>
                  <a:pt x="3010" y="1818"/>
                  <a:pt x="3011" y="1815"/>
                  <a:pt x="3013" y="1816"/>
                </a:cubicBezTo>
                <a:cubicBezTo>
                  <a:pt x="3037" y="1804"/>
                  <a:pt x="3040" y="1802"/>
                  <a:pt x="3044" y="1802"/>
                </a:cubicBezTo>
                <a:cubicBezTo>
                  <a:pt x="3141" y="1829"/>
                  <a:pt x="3145" y="1819"/>
                  <a:pt x="3151" y="1821"/>
                </a:cubicBezTo>
                <a:close/>
                <a:moveTo>
                  <a:pt x="2862" y="1579"/>
                </a:moveTo>
                <a:cubicBezTo>
                  <a:pt x="2853" y="1564"/>
                  <a:pt x="2854" y="1547"/>
                  <a:pt x="2846" y="1531"/>
                </a:cubicBezTo>
                <a:cubicBezTo>
                  <a:pt x="2843" y="1511"/>
                  <a:pt x="2840" y="1510"/>
                  <a:pt x="2841" y="1507"/>
                </a:cubicBezTo>
                <a:cubicBezTo>
                  <a:pt x="2815" y="1429"/>
                  <a:pt x="2813" y="1421"/>
                  <a:pt x="2813" y="1412"/>
                </a:cubicBezTo>
                <a:cubicBezTo>
                  <a:pt x="2793" y="1358"/>
                  <a:pt x="2786" y="1351"/>
                  <a:pt x="2786" y="1342"/>
                </a:cubicBezTo>
                <a:cubicBezTo>
                  <a:pt x="2769" y="1304"/>
                  <a:pt x="2769" y="1300"/>
                  <a:pt x="2764" y="1296"/>
                </a:cubicBezTo>
                <a:cubicBezTo>
                  <a:pt x="2737" y="1243"/>
                  <a:pt x="2739" y="1234"/>
                  <a:pt x="2732" y="1227"/>
                </a:cubicBezTo>
                <a:cubicBezTo>
                  <a:pt x="2719" y="1202"/>
                  <a:pt x="2722" y="1202"/>
                  <a:pt x="2724" y="1204"/>
                </a:cubicBezTo>
                <a:cubicBezTo>
                  <a:pt x="2736" y="1222"/>
                  <a:pt x="2739" y="1227"/>
                  <a:pt x="2741" y="1233"/>
                </a:cubicBezTo>
                <a:cubicBezTo>
                  <a:pt x="2767" y="1280"/>
                  <a:pt x="2769" y="1283"/>
                  <a:pt x="2769" y="1286"/>
                </a:cubicBezTo>
                <a:cubicBezTo>
                  <a:pt x="2790" y="1326"/>
                  <a:pt x="2788" y="1332"/>
                  <a:pt x="2795" y="1337"/>
                </a:cubicBezTo>
                <a:cubicBezTo>
                  <a:pt x="2816" y="1408"/>
                  <a:pt x="2821" y="1417"/>
                  <a:pt x="2821" y="1428"/>
                </a:cubicBezTo>
                <a:cubicBezTo>
                  <a:pt x="2828" y="1445"/>
                  <a:pt x="2827" y="1448"/>
                  <a:pt x="2827" y="1450"/>
                </a:cubicBezTo>
                <a:cubicBezTo>
                  <a:pt x="2840" y="1494"/>
                  <a:pt x="2842" y="1499"/>
                  <a:pt x="2844" y="1504"/>
                </a:cubicBezTo>
                <a:cubicBezTo>
                  <a:pt x="2856" y="1554"/>
                  <a:pt x="2859" y="1558"/>
                  <a:pt x="2859" y="1564"/>
                </a:cubicBezTo>
                <a:close/>
                <a:moveTo>
                  <a:pt x="2583" y="1443"/>
                </a:moveTo>
                <a:cubicBezTo>
                  <a:pt x="2577" y="1441"/>
                  <a:pt x="2582" y="1437"/>
                  <a:pt x="2578" y="1434"/>
                </a:cubicBezTo>
                <a:cubicBezTo>
                  <a:pt x="2574" y="1428"/>
                  <a:pt x="2573" y="1422"/>
                  <a:pt x="2570" y="1416"/>
                </a:cubicBezTo>
                <a:cubicBezTo>
                  <a:pt x="2572" y="1413"/>
                  <a:pt x="2573" y="1418"/>
                  <a:pt x="2572" y="1420"/>
                </a:cubicBezTo>
                <a:cubicBezTo>
                  <a:pt x="2582" y="1429"/>
                  <a:pt x="2582" y="1440"/>
                  <a:pt x="2589" y="1449"/>
                </a:cubicBezTo>
                <a:cubicBezTo>
                  <a:pt x="2586" y="1453"/>
                  <a:pt x="2583" y="1445"/>
                  <a:pt x="2583" y="1443"/>
                </a:cubicBezTo>
                <a:close/>
                <a:moveTo>
                  <a:pt x="2161" y="1164"/>
                </a:moveTo>
                <a:cubicBezTo>
                  <a:pt x="2159" y="1156"/>
                  <a:pt x="2149" y="1149"/>
                  <a:pt x="2145" y="1141"/>
                </a:cubicBezTo>
                <a:cubicBezTo>
                  <a:pt x="2150" y="1136"/>
                  <a:pt x="2148" y="1145"/>
                  <a:pt x="2152" y="1146"/>
                </a:cubicBezTo>
                <a:cubicBezTo>
                  <a:pt x="2153" y="1148"/>
                  <a:pt x="2156" y="1151"/>
                  <a:pt x="2160" y="1153"/>
                </a:cubicBezTo>
                <a:cubicBezTo>
                  <a:pt x="2160" y="1160"/>
                  <a:pt x="2166" y="1166"/>
                  <a:pt x="2172" y="1172"/>
                </a:cubicBezTo>
                <a:cubicBezTo>
                  <a:pt x="2166" y="1176"/>
                  <a:pt x="2167" y="1165"/>
                  <a:pt x="2161" y="1164"/>
                </a:cubicBezTo>
                <a:close/>
                <a:moveTo>
                  <a:pt x="2176" y="1185"/>
                </a:moveTo>
                <a:cubicBezTo>
                  <a:pt x="2179" y="1177"/>
                  <a:pt x="2182" y="1189"/>
                  <a:pt x="2185" y="1191"/>
                </a:cubicBezTo>
                <a:cubicBezTo>
                  <a:pt x="2180" y="1195"/>
                  <a:pt x="2182" y="1185"/>
                  <a:pt x="2176" y="1185"/>
                </a:cubicBezTo>
                <a:close/>
                <a:moveTo>
                  <a:pt x="2197" y="1209"/>
                </a:moveTo>
                <a:cubicBezTo>
                  <a:pt x="2194" y="1203"/>
                  <a:pt x="2200" y="1211"/>
                  <a:pt x="2202" y="1213"/>
                </a:cubicBezTo>
                <a:cubicBezTo>
                  <a:pt x="2199" y="1215"/>
                  <a:pt x="2199" y="1211"/>
                  <a:pt x="2197" y="1209"/>
                </a:cubicBezTo>
                <a:close/>
                <a:moveTo>
                  <a:pt x="2096" y="1210"/>
                </a:moveTo>
                <a:cubicBezTo>
                  <a:pt x="2094" y="1207"/>
                  <a:pt x="2099" y="1209"/>
                  <a:pt x="2101" y="1211"/>
                </a:cubicBezTo>
                <a:cubicBezTo>
                  <a:pt x="2103" y="1214"/>
                  <a:pt x="2099" y="1212"/>
                  <a:pt x="2096" y="1210"/>
                </a:cubicBezTo>
                <a:close/>
                <a:moveTo>
                  <a:pt x="2214" y="1294"/>
                </a:moveTo>
                <a:cubicBezTo>
                  <a:pt x="2209" y="1289"/>
                  <a:pt x="2207" y="1293"/>
                  <a:pt x="2203" y="1289"/>
                </a:cubicBezTo>
                <a:cubicBezTo>
                  <a:pt x="2145" y="1278"/>
                  <a:pt x="2137" y="1269"/>
                  <a:pt x="2130" y="1270"/>
                </a:cubicBezTo>
                <a:cubicBezTo>
                  <a:pt x="2065" y="1252"/>
                  <a:pt x="2059" y="1244"/>
                  <a:pt x="2056" y="1247"/>
                </a:cubicBezTo>
                <a:cubicBezTo>
                  <a:pt x="2032" y="1238"/>
                  <a:pt x="2030" y="1242"/>
                  <a:pt x="2026" y="1237"/>
                </a:cubicBezTo>
                <a:cubicBezTo>
                  <a:pt x="1992" y="1231"/>
                  <a:pt x="1987" y="1224"/>
                  <a:pt x="1985" y="1228"/>
                </a:cubicBezTo>
                <a:cubicBezTo>
                  <a:pt x="1894" y="1185"/>
                  <a:pt x="1889" y="1182"/>
                  <a:pt x="1884" y="1179"/>
                </a:cubicBezTo>
                <a:cubicBezTo>
                  <a:pt x="1936" y="1199"/>
                  <a:pt x="1940" y="1202"/>
                  <a:pt x="1943" y="1200"/>
                </a:cubicBezTo>
                <a:cubicBezTo>
                  <a:pt x="1968" y="1208"/>
                  <a:pt x="1973" y="1214"/>
                  <a:pt x="1975" y="1211"/>
                </a:cubicBezTo>
                <a:cubicBezTo>
                  <a:pt x="2048" y="1233"/>
                  <a:pt x="2055" y="1236"/>
                  <a:pt x="2062" y="1235"/>
                </a:cubicBezTo>
                <a:cubicBezTo>
                  <a:pt x="2108" y="1244"/>
                  <a:pt x="2114" y="1253"/>
                  <a:pt x="2117" y="1250"/>
                </a:cubicBezTo>
                <a:cubicBezTo>
                  <a:pt x="2143" y="1262"/>
                  <a:pt x="2145" y="1257"/>
                  <a:pt x="2149" y="1261"/>
                </a:cubicBezTo>
                <a:cubicBezTo>
                  <a:pt x="2224" y="1291"/>
                  <a:pt x="2230" y="1292"/>
                  <a:pt x="2235" y="1297"/>
                </a:cubicBezTo>
                <a:close/>
                <a:moveTo>
                  <a:pt x="2235" y="1269"/>
                </a:moveTo>
                <a:cubicBezTo>
                  <a:pt x="2230" y="1265"/>
                  <a:pt x="2223" y="1262"/>
                  <a:pt x="2222" y="1257"/>
                </a:cubicBezTo>
                <a:cubicBezTo>
                  <a:pt x="2227" y="1254"/>
                  <a:pt x="2226" y="1264"/>
                  <a:pt x="2233" y="1265"/>
                </a:cubicBezTo>
                <a:cubicBezTo>
                  <a:pt x="2236" y="1266"/>
                  <a:pt x="2235" y="1268"/>
                  <a:pt x="2237" y="1270"/>
                </a:cubicBezTo>
                <a:cubicBezTo>
                  <a:pt x="2240" y="1272"/>
                  <a:pt x="2242" y="1273"/>
                  <a:pt x="2244" y="1275"/>
                </a:cubicBezTo>
                <a:cubicBezTo>
                  <a:pt x="2250" y="1281"/>
                  <a:pt x="2232" y="1272"/>
                  <a:pt x="2235" y="1269"/>
                </a:cubicBezTo>
                <a:close/>
                <a:moveTo>
                  <a:pt x="2448" y="1429"/>
                </a:moveTo>
                <a:cubicBezTo>
                  <a:pt x="2451" y="1431"/>
                  <a:pt x="2453" y="1432"/>
                  <a:pt x="2456" y="1434"/>
                </a:cubicBezTo>
                <a:cubicBezTo>
                  <a:pt x="2458" y="1437"/>
                  <a:pt x="2454" y="1436"/>
                  <a:pt x="2453" y="1434"/>
                </a:cubicBezTo>
                <a:cubicBezTo>
                  <a:pt x="2450" y="1433"/>
                  <a:pt x="2448" y="1431"/>
                  <a:pt x="2445" y="1430"/>
                </a:cubicBezTo>
                <a:cubicBezTo>
                  <a:pt x="2443" y="1427"/>
                  <a:pt x="2446" y="1428"/>
                  <a:pt x="2448" y="1429"/>
                </a:cubicBezTo>
                <a:close/>
                <a:moveTo>
                  <a:pt x="2359" y="1335"/>
                </a:moveTo>
                <a:cubicBezTo>
                  <a:pt x="2355" y="1338"/>
                  <a:pt x="2355" y="1333"/>
                  <a:pt x="2353" y="1332"/>
                </a:cubicBezTo>
                <a:cubicBezTo>
                  <a:pt x="2351" y="1325"/>
                  <a:pt x="2356" y="1333"/>
                  <a:pt x="2359" y="1335"/>
                </a:cubicBezTo>
                <a:close/>
                <a:moveTo>
                  <a:pt x="2273" y="1239"/>
                </a:moveTo>
                <a:cubicBezTo>
                  <a:pt x="2265" y="1229"/>
                  <a:pt x="2258" y="1219"/>
                  <a:pt x="2252" y="1209"/>
                </a:cubicBezTo>
                <a:cubicBezTo>
                  <a:pt x="2209" y="1141"/>
                  <a:pt x="2202" y="1137"/>
                  <a:pt x="2201" y="1131"/>
                </a:cubicBezTo>
                <a:cubicBezTo>
                  <a:pt x="2182" y="1105"/>
                  <a:pt x="2183" y="1103"/>
                  <a:pt x="2180" y="1101"/>
                </a:cubicBezTo>
                <a:cubicBezTo>
                  <a:pt x="2155" y="1064"/>
                  <a:pt x="2155" y="1058"/>
                  <a:pt x="2148" y="1054"/>
                </a:cubicBezTo>
                <a:cubicBezTo>
                  <a:pt x="2108" y="987"/>
                  <a:pt x="2105" y="982"/>
                  <a:pt x="2100" y="977"/>
                </a:cubicBezTo>
                <a:cubicBezTo>
                  <a:pt x="2088" y="959"/>
                  <a:pt x="2079" y="954"/>
                  <a:pt x="2077" y="948"/>
                </a:cubicBezTo>
                <a:cubicBezTo>
                  <a:pt x="2024" y="896"/>
                  <a:pt x="2010" y="887"/>
                  <a:pt x="2001" y="877"/>
                </a:cubicBezTo>
                <a:cubicBezTo>
                  <a:pt x="1972" y="854"/>
                  <a:pt x="1977" y="859"/>
                  <a:pt x="1982" y="859"/>
                </a:cubicBezTo>
                <a:cubicBezTo>
                  <a:pt x="2035" y="890"/>
                  <a:pt x="2044" y="903"/>
                  <a:pt x="2063" y="913"/>
                </a:cubicBezTo>
                <a:cubicBezTo>
                  <a:pt x="2104" y="956"/>
                  <a:pt x="2107" y="960"/>
                  <a:pt x="2108" y="964"/>
                </a:cubicBezTo>
                <a:cubicBezTo>
                  <a:pt x="2144" y="1006"/>
                  <a:pt x="2147" y="1010"/>
                  <a:pt x="2148" y="1014"/>
                </a:cubicBezTo>
                <a:cubicBezTo>
                  <a:pt x="2196" y="1085"/>
                  <a:pt x="2195" y="1090"/>
                  <a:pt x="2200" y="1094"/>
                </a:cubicBezTo>
                <a:cubicBezTo>
                  <a:pt x="2235" y="1150"/>
                  <a:pt x="2235" y="1155"/>
                  <a:pt x="2240" y="1159"/>
                </a:cubicBezTo>
                <a:cubicBezTo>
                  <a:pt x="2266" y="1203"/>
                  <a:pt x="2273" y="1206"/>
                  <a:pt x="2274" y="1211"/>
                </a:cubicBezTo>
                <a:cubicBezTo>
                  <a:pt x="2296" y="1240"/>
                  <a:pt x="2302" y="1258"/>
                  <a:pt x="2318" y="1274"/>
                </a:cubicBezTo>
                <a:cubicBezTo>
                  <a:pt x="2328" y="1293"/>
                  <a:pt x="2330" y="1297"/>
                  <a:pt x="2334" y="1301"/>
                </a:cubicBezTo>
                <a:cubicBezTo>
                  <a:pt x="2328" y="1309"/>
                  <a:pt x="2328" y="1303"/>
                  <a:pt x="2320" y="1299"/>
                </a:cubicBezTo>
                <a:cubicBezTo>
                  <a:pt x="2303" y="1273"/>
                  <a:pt x="2296" y="1272"/>
                  <a:pt x="2298" y="1269"/>
                </a:cubicBezTo>
                <a:cubicBezTo>
                  <a:pt x="2277" y="1244"/>
                  <a:pt x="2272" y="1242"/>
                  <a:pt x="2273" y="1239"/>
                </a:cubicBezTo>
                <a:close/>
                <a:moveTo>
                  <a:pt x="2317" y="1315"/>
                </a:moveTo>
                <a:cubicBezTo>
                  <a:pt x="2316" y="1310"/>
                  <a:pt x="2308" y="1306"/>
                  <a:pt x="2306" y="1300"/>
                </a:cubicBezTo>
                <a:cubicBezTo>
                  <a:pt x="2304" y="1295"/>
                  <a:pt x="2300" y="1291"/>
                  <a:pt x="2297" y="1286"/>
                </a:cubicBezTo>
                <a:cubicBezTo>
                  <a:pt x="2289" y="1277"/>
                  <a:pt x="2282" y="1267"/>
                  <a:pt x="2274" y="1258"/>
                </a:cubicBezTo>
                <a:cubicBezTo>
                  <a:pt x="2277" y="1256"/>
                  <a:pt x="2276" y="1260"/>
                  <a:pt x="2279" y="1262"/>
                </a:cubicBezTo>
                <a:cubicBezTo>
                  <a:pt x="2282" y="1263"/>
                  <a:pt x="2284" y="1265"/>
                  <a:pt x="2287" y="1266"/>
                </a:cubicBezTo>
                <a:cubicBezTo>
                  <a:pt x="2287" y="1272"/>
                  <a:pt x="2292" y="1277"/>
                  <a:pt x="2298" y="1282"/>
                </a:cubicBezTo>
                <a:cubicBezTo>
                  <a:pt x="2299" y="1287"/>
                  <a:pt x="2306" y="1291"/>
                  <a:pt x="2308" y="1297"/>
                </a:cubicBezTo>
                <a:cubicBezTo>
                  <a:pt x="2320" y="1305"/>
                  <a:pt x="2321" y="1316"/>
                  <a:pt x="2335" y="1324"/>
                </a:cubicBezTo>
                <a:cubicBezTo>
                  <a:pt x="2329" y="1330"/>
                  <a:pt x="2326" y="1318"/>
                  <a:pt x="2317" y="1315"/>
                </a:cubicBezTo>
                <a:close/>
                <a:moveTo>
                  <a:pt x="2334" y="1329"/>
                </a:moveTo>
                <a:cubicBezTo>
                  <a:pt x="2335" y="1328"/>
                  <a:pt x="2337" y="1329"/>
                  <a:pt x="2339" y="1330"/>
                </a:cubicBezTo>
                <a:cubicBezTo>
                  <a:pt x="2353" y="1342"/>
                  <a:pt x="2363" y="1355"/>
                  <a:pt x="2382" y="1367"/>
                </a:cubicBezTo>
                <a:cubicBezTo>
                  <a:pt x="2388" y="1372"/>
                  <a:pt x="2390" y="1378"/>
                  <a:pt x="2398" y="1382"/>
                </a:cubicBezTo>
                <a:cubicBezTo>
                  <a:pt x="2404" y="1383"/>
                  <a:pt x="2397" y="1394"/>
                  <a:pt x="2404" y="1389"/>
                </a:cubicBezTo>
                <a:cubicBezTo>
                  <a:pt x="2405" y="1393"/>
                  <a:pt x="2410" y="1395"/>
                  <a:pt x="2411" y="1399"/>
                </a:cubicBezTo>
                <a:cubicBezTo>
                  <a:pt x="2413" y="1402"/>
                  <a:pt x="2423" y="1404"/>
                  <a:pt x="2420" y="1408"/>
                </a:cubicBezTo>
                <a:cubicBezTo>
                  <a:pt x="2423" y="1410"/>
                  <a:pt x="2431" y="1412"/>
                  <a:pt x="2425" y="1416"/>
                </a:cubicBezTo>
                <a:cubicBezTo>
                  <a:pt x="2424" y="1411"/>
                  <a:pt x="2420" y="1415"/>
                  <a:pt x="2414" y="1409"/>
                </a:cubicBezTo>
                <a:cubicBezTo>
                  <a:pt x="2408" y="1407"/>
                  <a:pt x="2411" y="1402"/>
                  <a:pt x="2405" y="1400"/>
                </a:cubicBezTo>
                <a:cubicBezTo>
                  <a:pt x="2398" y="1396"/>
                  <a:pt x="2391" y="1391"/>
                  <a:pt x="2385" y="1387"/>
                </a:cubicBezTo>
                <a:cubicBezTo>
                  <a:pt x="2366" y="1368"/>
                  <a:pt x="2351" y="1348"/>
                  <a:pt x="2334" y="1329"/>
                </a:cubicBezTo>
                <a:close/>
                <a:moveTo>
                  <a:pt x="2489" y="1477"/>
                </a:moveTo>
                <a:cubicBezTo>
                  <a:pt x="2484" y="1476"/>
                  <a:pt x="2475" y="1475"/>
                  <a:pt x="2474" y="1469"/>
                </a:cubicBezTo>
                <a:cubicBezTo>
                  <a:pt x="2394" y="1424"/>
                  <a:pt x="2383" y="1424"/>
                  <a:pt x="2370" y="1413"/>
                </a:cubicBezTo>
                <a:cubicBezTo>
                  <a:pt x="2334" y="1402"/>
                  <a:pt x="2329" y="1399"/>
                  <a:pt x="2324" y="1399"/>
                </a:cubicBezTo>
                <a:cubicBezTo>
                  <a:pt x="2273" y="1380"/>
                  <a:pt x="2269" y="1381"/>
                  <a:pt x="2264" y="1379"/>
                </a:cubicBezTo>
                <a:cubicBezTo>
                  <a:pt x="2221" y="1363"/>
                  <a:pt x="2217" y="1365"/>
                  <a:pt x="2215" y="1363"/>
                </a:cubicBezTo>
                <a:cubicBezTo>
                  <a:pt x="2193" y="1359"/>
                  <a:pt x="2189" y="1356"/>
                  <a:pt x="2186" y="1354"/>
                </a:cubicBezTo>
                <a:cubicBezTo>
                  <a:pt x="2160" y="1349"/>
                  <a:pt x="2155" y="1345"/>
                  <a:pt x="2150" y="1346"/>
                </a:cubicBezTo>
                <a:cubicBezTo>
                  <a:pt x="2069" y="1323"/>
                  <a:pt x="2059" y="1322"/>
                  <a:pt x="2049" y="1320"/>
                </a:cubicBezTo>
                <a:cubicBezTo>
                  <a:pt x="2000" y="1301"/>
                  <a:pt x="1995" y="1302"/>
                  <a:pt x="1990" y="1299"/>
                </a:cubicBezTo>
                <a:cubicBezTo>
                  <a:pt x="1896" y="1255"/>
                  <a:pt x="1890" y="1251"/>
                  <a:pt x="1885" y="1248"/>
                </a:cubicBezTo>
                <a:cubicBezTo>
                  <a:pt x="1873" y="1238"/>
                  <a:pt x="1875" y="1238"/>
                  <a:pt x="1877" y="1240"/>
                </a:cubicBezTo>
                <a:cubicBezTo>
                  <a:pt x="1922" y="1254"/>
                  <a:pt x="1926" y="1252"/>
                  <a:pt x="1931" y="1258"/>
                </a:cubicBezTo>
                <a:cubicBezTo>
                  <a:pt x="1967" y="1262"/>
                  <a:pt x="1971" y="1268"/>
                  <a:pt x="1973" y="1265"/>
                </a:cubicBezTo>
                <a:cubicBezTo>
                  <a:pt x="2029" y="1276"/>
                  <a:pt x="2037" y="1284"/>
                  <a:pt x="2042" y="1279"/>
                </a:cubicBezTo>
                <a:cubicBezTo>
                  <a:pt x="2089" y="1292"/>
                  <a:pt x="2094" y="1289"/>
                  <a:pt x="2100" y="1294"/>
                </a:cubicBezTo>
                <a:cubicBezTo>
                  <a:pt x="2177" y="1307"/>
                  <a:pt x="2183" y="1311"/>
                  <a:pt x="2187" y="1310"/>
                </a:cubicBezTo>
                <a:cubicBezTo>
                  <a:pt x="2256" y="1336"/>
                  <a:pt x="2257" y="1330"/>
                  <a:pt x="2258" y="1337"/>
                </a:cubicBezTo>
                <a:cubicBezTo>
                  <a:pt x="2304" y="1360"/>
                  <a:pt x="2324" y="1367"/>
                  <a:pt x="2345" y="1379"/>
                </a:cubicBezTo>
                <a:cubicBezTo>
                  <a:pt x="2411" y="1419"/>
                  <a:pt x="2413" y="1422"/>
                  <a:pt x="2414" y="1425"/>
                </a:cubicBezTo>
                <a:cubicBezTo>
                  <a:pt x="2449" y="1443"/>
                  <a:pt x="2462" y="1451"/>
                  <a:pt x="2475" y="1460"/>
                </a:cubicBezTo>
                <a:close/>
                <a:moveTo>
                  <a:pt x="2508" y="1489"/>
                </a:moveTo>
                <a:cubicBezTo>
                  <a:pt x="2505" y="1480"/>
                  <a:pt x="2519" y="1488"/>
                  <a:pt x="2524" y="1492"/>
                </a:cubicBezTo>
                <a:cubicBezTo>
                  <a:pt x="2519" y="1495"/>
                  <a:pt x="2512" y="1487"/>
                  <a:pt x="2508" y="1489"/>
                </a:cubicBezTo>
                <a:close/>
                <a:moveTo>
                  <a:pt x="2534" y="1501"/>
                </a:moveTo>
                <a:cubicBezTo>
                  <a:pt x="2531" y="1500"/>
                  <a:pt x="2529" y="1498"/>
                  <a:pt x="2526" y="1497"/>
                </a:cubicBezTo>
                <a:cubicBezTo>
                  <a:pt x="2524" y="1494"/>
                  <a:pt x="2527" y="1495"/>
                  <a:pt x="2529" y="1496"/>
                </a:cubicBezTo>
                <a:cubicBezTo>
                  <a:pt x="2532" y="1498"/>
                  <a:pt x="2534" y="1499"/>
                  <a:pt x="2537" y="1501"/>
                </a:cubicBezTo>
                <a:cubicBezTo>
                  <a:pt x="2539" y="1504"/>
                  <a:pt x="2535" y="1503"/>
                  <a:pt x="2534" y="1501"/>
                </a:cubicBezTo>
                <a:close/>
                <a:moveTo>
                  <a:pt x="2300" y="1676"/>
                </a:moveTo>
                <a:cubicBezTo>
                  <a:pt x="2304" y="1674"/>
                  <a:pt x="2308" y="1671"/>
                  <a:pt x="2314" y="1675"/>
                </a:cubicBezTo>
                <a:cubicBezTo>
                  <a:pt x="2309" y="1676"/>
                  <a:pt x="2305" y="1679"/>
                  <a:pt x="2300" y="1676"/>
                </a:cubicBezTo>
                <a:close/>
                <a:moveTo>
                  <a:pt x="2329" y="1675"/>
                </a:moveTo>
                <a:cubicBezTo>
                  <a:pt x="2326" y="1677"/>
                  <a:pt x="2321" y="1673"/>
                  <a:pt x="2317" y="1677"/>
                </a:cubicBezTo>
                <a:cubicBezTo>
                  <a:pt x="2313" y="1672"/>
                  <a:pt x="2324" y="1676"/>
                  <a:pt x="2326" y="1672"/>
                </a:cubicBezTo>
                <a:cubicBezTo>
                  <a:pt x="2330" y="1673"/>
                  <a:pt x="2334" y="1672"/>
                  <a:pt x="2338" y="1670"/>
                </a:cubicBezTo>
                <a:cubicBezTo>
                  <a:pt x="2342" y="1675"/>
                  <a:pt x="2332" y="1675"/>
                  <a:pt x="2329" y="1675"/>
                </a:cubicBezTo>
                <a:close/>
                <a:moveTo>
                  <a:pt x="2742" y="1593"/>
                </a:moveTo>
                <a:cubicBezTo>
                  <a:pt x="2729" y="1584"/>
                  <a:pt x="2729" y="1573"/>
                  <a:pt x="2717" y="1564"/>
                </a:cubicBezTo>
                <a:cubicBezTo>
                  <a:pt x="2704" y="1537"/>
                  <a:pt x="2702" y="1535"/>
                  <a:pt x="2699" y="1533"/>
                </a:cubicBezTo>
                <a:cubicBezTo>
                  <a:pt x="2684" y="1506"/>
                  <a:pt x="2685" y="1504"/>
                  <a:pt x="2683" y="1501"/>
                </a:cubicBezTo>
                <a:cubicBezTo>
                  <a:pt x="2650" y="1418"/>
                  <a:pt x="2654" y="1414"/>
                  <a:pt x="2651" y="1412"/>
                </a:cubicBezTo>
                <a:cubicBezTo>
                  <a:pt x="2638" y="1362"/>
                  <a:pt x="2638" y="1351"/>
                  <a:pt x="2636" y="1339"/>
                </a:cubicBezTo>
                <a:cubicBezTo>
                  <a:pt x="2625" y="1301"/>
                  <a:pt x="2630" y="1294"/>
                  <a:pt x="2625" y="1290"/>
                </a:cubicBezTo>
                <a:cubicBezTo>
                  <a:pt x="2622" y="1250"/>
                  <a:pt x="2621" y="1245"/>
                  <a:pt x="2621" y="1240"/>
                </a:cubicBezTo>
                <a:cubicBezTo>
                  <a:pt x="2612" y="1150"/>
                  <a:pt x="2607" y="1129"/>
                  <a:pt x="2608" y="1106"/>
                </a:cubicBezTo>
                <a:cubicBezTo>
                  <a:pt x="2616" y="1110"/>
                  <a:pt x="2612" y="1115"/>
                  <a:pt x="2616" y="1119"/>
                </a:cubicBezTo>
                <a:cubicBezTo>
                  <a:pt x="2620" y="1134"/>
                  <a:pt x="2621" y="1138"/>
                  <a:pt x="2620" y="1143"/>
                </a:cubicBezTo>
                <a:cubicBezTo>
                  <a:pt x="2635" y="1209"/>
                  <a:pt x="2637" y="1213"/>
                  <a:pt x="2636" y="1218"/>
                </a:cubicBezTo>
                <a:cubicBezTo>
                  <a:pt x="2642" y="1252"/>
                  <a:pt x="2643" y="1257"/>
                  <a:pt x="2643" y="1263"/>
                </a:cubicBezTo>
                <a:cubicBezTo>
                  <a:pt x="2658" y="1309"/>
                  <a:pt x="2657" y="1314"/>
                  <a:pt x="2657" y="1319"/>
                </a:cubicBezTo>
                <a:cubicBezTo>
                  <a:pt x="2668" y="1364"/>
                  <a:pt x="2668" y="1366"/>
                  <a:pt x="2666" y="1370"/>
                </a:cubicBezTo>
                <a:cubicBezTo>
                  <a:pt x="2671" y="1392"/>
                  <a:pt x="2676" y="1393"/>
                  <a:pt x="2676" y="1394"/>
                </a:cubicBezTo>
                <a:cubicBezTo>
                  <a:pt x="2681" y="1409"/>
                  <a:pt x="2673" y="1415"/>
                  <a:pt x="2680" y="1419"/>
                </a:cubicBezTo>
                <a:cubicBezTo>
                  <a:pt x="2689" y="1457"/>
                  <a:pt x="2692" y="1466"/>
                  <a:pt x="2698" y="1475"/>
                </a:cubicBezTo>
                <a:cubicBezTo>
                  <a:pt x="2724" y="1549"/>
                  <a:pt x="2735" y="1567"/>
                  <a:pt x="2748" y="1584"/>
                </a:cubicBezTo>
                <a:cubicBezTo>
                  <a:pt x="2774" y="1618"/>
                  <a:pt x="2781" y="1626"/>
                  <a:pt x="2788" y="1634"/>
                </a:cubicBezTo>
                <a:cubicBezTo>
                  <a:pt x="2756" y="1619"/>
                  <a:pt x="2754" y="1614"/>
                  <a:pt x="2750" y="1609"/>
                </a:cubicBezTo>
                <a:close/>
                <a:moveTo>
                  <a:pt x="2716" y="1610"/>
                </a:moveTo>
                <a:cubicBezTo>
                  <a:pt x="2718" y="1613"/>
                  <a:pt x="2713" y="1611"/>
                  <a:pt x="2711" y="1609"/>
                </a:cubicBezTo>
                <a:cubicBezTo>
                  <a:pt x="2708" y="1605"/>
                  <a:pt x="2713" y="1608"/>
                  <a:pt x="2716" y="1610"/>
                </a:cubicBezTo>
                <a:close/>
                <a:moveTo>
                  <a:pt x="2687" y="1582"/>
                </a:moveTo>
                <a:cubicBezTo>
                  <a:pt x="2683" y="1586"/>
                  <a:pt x="2677" y="1577"/>
                  <a:pt x="2673" y="1576"/>
                </a:cubicBezTo>
                <a:cubicBezTo>
                  <a:pt x="2647" y="1538"/>
                  <a:pt x="2652" y="1531"/>
                  <a:pt x="2645" y="1526"/>
                </a:cubicBezTo>
                <a:cubicBezTo>
                  <a:pt x="2627" y="1486"/>
                  <a:pt x="2621" y="1477"/>
                  <a:pt x="2619" y="1467"/>
                </a:cubicBezTo>
                <a:cubicBezTo>
                  <a:pt x="2594" y="1380"/>
                  <a:pt x="2592" y="1371"/>
                  <a:pt x="2592" y="1362"/>
                </a:cubicBezTo>
                <a:cubicBezTo>
                  <a:pt x="2580" y="1281"/>
                  <a:pt x="2583" y="1276"/>
                  <a:pt x="2582" y="1272"/>
                </a:cubicBezTo>
                <a:cubicBezTo>
                  <a:pt x="2585" y="1242"/>
                  <a:pt x="2578" y="1239"/>
                  <a:pt x="2581" y="1234"/>
                </a:cubicBezTo>
                <a:cubicBezTo>
                  <a:pt x="2578" y="1214"/>
                  <a:pt x="2576" y="1213"/>
                  <a:pt x="2575" y="1212"/>
                </a:cubicBezTo>
                <a:cubicBezTo>
                  <a:pt x="2574" y="1144"/>
                  <a:pt x="2577" y="1139"/>
                  <a:pt x="2572" y="1137"/>
                </a:cubicBezTo>
                <a:cubicBezTo>
                  <a:pt x="2574" y="1098"/>
                  <a:pt x="2569" y="1092"/>
                  <a:pt x="2573" y="1085"/>
                </a:cubicBezTo>
                <a:cubicBezTo>
                  <a:pt x="2570" y="1056"/>
                  <a:pt x="2569" y="1050"/>
                  <a:pt x="2566" y="1044"/>
                </a:cubicBezTo>
                <a:cubicBezTo>
                  <a:pt x="2572" y="1064"/>
                  <a:pt x="2576" y="1069"/>
                  <a:pt x="2574" y="1075"/>
                </a:cubicBezTo>
                <a:cubicBezTo>
                  <a:pt x="2582" y="1149"/>
                  <a:pt x="2583" y="1152"/>
                  <a:pt x="2584" y="1155"/>
                </a:cubicBezTo>
                <a:cubicBezTo>
                  <a:pt x="2588" y="1193"/>
                  <a:pt x="2583" y="1206"/>
                  <a:pt x="2587" y="1217"/>
                </a:cubicBezTo>
                <a:cubicBezTo>
                  <a:pt x="2589" y="1273"/>
                  <a:pt x="2591" y="1275"/>
                  <a:pt x="2592" y="1276"/>
                </a:cubicBezTo>
                <a:cubicBezTo>
                  <a:pt x="2589" y="1301"/>
                  <a:pt x="2594" y="1311"/>
                  <a:pt x="2592" y="1323"/>
                </a:cubicBezTo>
                <a:cubicBezTo>
                  <a:pt x="2594" y="1347"/>
                  <a:pt x="2599" y="1352"/>
                  <a:pt x="2598" y="1358"/>
                </a:cubicBezTo>
                <a:cubicBezTo>
                  <a:pt x="2604" y="1388"/>
                  <a:pt x="2602" y="1391"/>
                  <a:pt x="2606" y="1393"/>
                </a:cubicBezTo>
                <a:cubicBezTo>
                  <a:pt x="2611" y="1423"/>
                  <a:pt x="2611" y="1425"/>
                  <a:pt x="2615" y="1427"/>
                </a:cubicBezTo>
                <a:cubicBezTo>
                  <a:pt x="2628" y="1467"/>
                  <a:pt x="2631" y="1472"/>
                  <a:pt x="2633" y="1478"/>
                </a:cubicBezTo>
                <a:cubicBezTo>
                  <a:pt x="2651" y="1517"/>
                  <a:pt x="2656" y="1521"/>
                  <a:pt x="2658" y="1527"/>
                </a:cubicBezTo>
                <a:cubicBezTo>
                  <a:pt x="2697" y="1593"/>
                  <a:pt x="2691" y="1584"/>
                  <a:pt x="2687" y="1582"/>
                </a:cubicBezTo>
                <a:close/>
                <a:moveTo>
                  <a:pt x="2144" y="1575"/>
                </a:moveTo>
                <a:cubicBezTo>
                  <a:pt x="2148" y="1570"/>
                  <a:pt x="2154" y="1577"/>
                  <a:pt x="2158" y="1574"/>
                </a:cubicBezTo>
                <a:cubicBezTo>
                  <a:pt x="2160" y="1578"/>
                  <a:pt x="2149" y="1578"/>
                  <a:pt x="2144" y="1575"/>
                </a:cubicBezTo>
                <a:close/>
                <a:moveTo>
                  <a:pt x="2526" y="1607"/>
                </a:moveTo>
                <a:cubicBezTo>
                  <a:pt x="2524" y="1607"/>
                  <a:pt x="2522" y="1607"/>
                  <a:pt x="2520" y="1605"/>
                </a:cubicBezTo>
                <a:cubicBezTo>
                  <a:pt x="2516" y="1609"/>
                  <a:pt x="2511" y="1603"/>
                  <a:pt x="2508" y="1607"/>
                </a:cubicBezTo>
                <a:cubicBezTo>
                  <a:pt x="2499" y="1605"/>
                  <a:pt x="2490" y="1605"/>
                  <a:pt x="2482" y="1606"/>
                </a:cubicBezTo>
                <a:cubicBezTo>
                  <a:pt x="2480" y="1603"/>
                  <a:pt x="2484" y="1601"/>
                  <a:pt x="2486" y="1604"/>
                </a:cubicBezTo>
                <a:cubicBezTo>
                  <a:pt x="2489" y="1602"/>
                  <a:pt x="2492" y="1603"/>
                  <a:pt x="2494" y="1601"/>
                </a:cubicBezTo>
                <a:cubicBezTo>
                  <a:pt x="2507" y="1605"/>
                  <a:pt x="2518" y="1601"/>
                  <a:pt x="2531" y="1604"/>
                </a:cubicBezTo>
                <a:cubicBezTo>
                  <a:pt x="2533" y="1608"/>
                  <a:pt x="2528" y="1604"/>
                  <a:pt x="2526" y="1607"/>
                </a:cubicBezTo>
                <a:close/>
                <a:moveTo>
                  <a:pt x="2567" y="1613"/>
                </a:moveTo>
                <a:cubicBezTo>
                  <a:pt x="2559" y="1606"/>
                  <a:pt x="2555" y="1614"/>
                  <a:pt x="2547" y="1607"/>
                </a:cubicBezTo>
                <a:cubicBezTo>
                  <a:pt x="2553" y="1605"/>
                  <a:pt x="2561" y="1610"/>
                  <a:pt x="2568" y="1608"/>
                </a:cubicBezTo>
                <a:cubicBezTo>
                  <a:pt x="2574" y="1610"/>
                  <a:pt x="2580" y="1607"/>
                  <a:pt x="2587" y="1610"/>
                </a:cubicBezTo>
                <a:cubicBezTo>
                  <a:pt x="2581" y="1615"/>
                  <a:pt x="2573" y="1607"/>
                  <a:pt x="2567" y="1613"/>
                </a:cubicBezTo>
                <a:close/>
                <a:moveTo>
                  <a:pt x="2540" y="1598"/>
                </a:moveTo>
                <a:cubicBezTo>
                  <a:pt x="2525" y="1593"/>
                  <a:pt x="2512" y="1597"/>
                  <a:pt x="2497" y="1592"/>
                </a:cubicBezTo>
                <a:cubicBezTo>
                  <a:pt x="2450" y="1595"/>
                  <a:pt x="2441" y="1586"/>
                  <a:pt x="2435" y="1590"/>
                </a:cubicBezTo>
                <a:cubicBezTo>
                  <a:pt x="2387" y="1588"/>
                  <a:pt x="2379" y="1582"/>
                  <a:pt x="2372" y="1583"/>
                </a:cubicBezTo>
                <a:cubicBezTo>
                  <a:pt x="2312" y="1577"/>
                  <a:pt x="2305" y="1580"/>
                  <a:pt x="2296" y="1579"/>
                </a:cubicBezTo>
                <a:cubicBezTo>
                  <a:pt x="2241" y="1575"/>
                  <a:pt x="2238" y="1581"/>
                  <a:pt x="2233" y="1579"/>
                </a:cubicBezTo>
                <a:cubicBezTo>
                  <a:pt x="2204" y="1581"/>
                  <a:pt x="2199" y="1578"/>
                  <a:pt x="2196" y="1580"/>
                </a:cubicBezTo>
                <a:cubicBezTo>
                  <a:pt x="2167" y="1578"/>
                  <a:pt x="2165" y="1578"/>
                  <a:pt x="2162" y="1576"/>
                </a:cubicBezTo>
                <a:cubicBezTo>
                  <a:pt x="2207" y="1569"/>
                  <a:pt x="2214" y="1577"/>
                  <a:pt x="2219" y="1572"/>
                </a:cubicBezTo>
                <a:cubicBezTo>
                  <a:pt x="2278" y="1569"/>
                  <a:pt x="2290" y="1571"/>
                  <a:pt x="2300" y="1569"/>
                </a:cubicBezTo>
                <a:cubicBezTo>
                  <a:pt x="2323" y="1569"/>
                  <a:pt x="2329" y="1569"/>
                  <a:pt x="2335" y="1568"/>
                </a:cubicBezTo>
                <a:cubicBezTo>
                  <a:pt x="2440" y="1571"/>
                  <a:pt x="2444" y="1568"/>
                  <a:pt x="2449" y="1566"/>
                </a:cubicBezTo>
                <a:cubicBezTo>
                  <a:pt x="2502" y="1575"/>
                  <a:pt x="2506" y="1569"/>
                  <a:pt x="2512" y="1573"/>
                </a:cubicBezTo>
                <a:cubicBezTo>
                  <a:pt x="2567" y="1582"/>
                  <a:pt x="2574" y="1579"/>
                  <a:pt x="2583" y="1581"/>
                </a:cubicBezTo>
                <a:cubicBezTo>
                  <a:pt x="2641" y="1590"/>
                  <a:pt x="2646" y="1593"/>
                  <a:pt x="2652" y="1596"/>
                </a:cubicBezTo>
                <a:cubicBezTo>
                  <a:pt x="2707" y="1622"/>
                  <a:pt x="2702" y="1616"/>
                  <a:pt x="2699" y="1619"/>
                </a:cubicBezTo>
                <a:cubicBezTo>
                  <a:pt x="2672" y="1612"/>
                  <a:pt x="2669" y="1612"/>
                  <a:pt x="2666" y="1613"/>
                </a:cubicBezTo>
                <a:cubicBezTo>
                  <a:pt x="2637" y="1606"/>
                  <a:pt x="2631" y="1611"/>
                  <a:pt x="2624" y="1606"/>
                </a:cubicBezTo>
                <a:close/>
                <a:moveTo>
                  <a:pt x="2597" y="1611"/>
                </a:moveTo>
                <a:cubicBezTo>
                  <a:pt x="2606" y="1607"/>
                  <a:pt x="2618" y="1619"/>
                  <a:pt x="2627" y="1613"/>
                </a:cubicBezTo>
                <a:cubicBezTo>
                  <a:pt x="2633" y="1619"/>
                  <a:pt x="2636" y="1614"/>
                  <a:pt x="2642" y="1618"/>
                </a:cubicBezTo>
                <a:cubicBezTo>
                  <a:pt x="2633" y="1621"/>
                  <a:pt x="2623" y="1619"/>
                  <a:pt x="2614" y="1621"/>
                </a:cubicBezTo>
                <a:cubicBezTo>
                  <a:pt x="2608" y="1613"/>
                  <a:pt x="2605" y="1615"/>
                  <a:pt x="2597" y="1611"/>
                </a:cubicBezTo>
                <a:close/>
                <a:moveTo>
                  <a:pt x="2763" y="1649"/>
                </a:moveTo>
                <a:cubicBezTo>
                  <a:pt x="2754" y="1649"/>
                  <a:pt x="2745" y="1646"/>
                  <a:pt x="2735" y="1643"/>
                </a:cubicBezTo>
                <a:cubicBezTo>
                  <a:pt x="2676" y="1644"/>
                  <a:pt x="2666" y="1642"/>
                  <a:pt x="2656" y="1643"/>
                </a:cubicBezTo>
                <a:cubicBezTo>
                  <a:pt x="2619" y="1644"/>
                  <a:pt x="2610" y="1645"/>
                  <a:pt x="2601" y="1648"/>
                </a:cubicBezTo>
                <a:cubicBezTo>
                  <a:pt x="2566" y="1648"/>
                  <a:pt x="2563" y="1648"/>
                  <a:pt x="2560" y="1650"/>
                </a:cubicBezTo>
                <a:cubicBezTo>
                  <a:pt x="2515" y="1653"/>
                  <a:pt x="2510" y="1656"/>
                  <a:pt x="2503" y="1654"/>
                </a:cubicBezTo>
                <a:cubicBezTo>
                  <a:pt x="2451" y="1659"/>
                  <a:pt x="2440" y="1669"/>
                  <a:pt x="2426" y="1663"/>
                </a:cubicBezTo>
                <a:cubicBezTo>
                  <a:pt x="2376" y="1673"/>
                  <a:pt x="2369" y="1667"/>
                  <a:pt x="2365" y="1672"/>
                </a:cubicBezTo>
                <a:cubicBezTo>
                  <a:pt x="2379" y="1668"/>
                  <a:pt x="2384" y="1667"/>
                  <a:pt x="2389" y="1664"/>
                </a:cubicBezTo>
                <a:cubicBezTo>
                  <a:pt x="2438" y="1657"/>
                  <a:pt x="2443" y="1656"/>
                  <a:pt x="2448" y="1654"/>
                </a:cubicBezTo>
                <a:cubicBezTo>
                  <a:pt x="2508" y="1641"/>
                  <a:pt x="2511" y="1645"/>
                  <a:pt x="2512" y="1644"/>
                </a:cubicBezTo>
                <a:cubicBezTo>
                  <a:pt x="2542" y="1641"/>
                  <a:pt x="2546" y="1637"/>
                  <a:pt x="2551" y="1636"/>
                </a:cubicBezTo>
                <a:cubicBezTo>
                  <a:pt x="2604" y="1630"/>
                  <a:pt x="2614" y="1631"/>
                  <a:pt x="2623" y="1627"/>
                </a:cubicBezTo>
                <a:cubicBezTo>
                  <a:pt x="2687" y="1626"/>
                  <a:pt x="2697" y="1629"/>
                  <a:pt x="2705" y="1626"/>
                </a:cubicBezTo>
                <a:cubicBezTo>
                  <a:pt x="2750" y="1637"/>
                  <a:pt x="2753" y="1632"/>
                  <a:pt x="2757" y="1637"/>
                </a:cubicBezTo>
                <a:cubicBezTo>
                  <a:pt x="2783" y="1654"/>
                  <a:pt x="2773" y="1651"/>
                  <a:pt x="2763" y="1649"/>
                </a:cubicBezTo>
                <a:close/>
                <a:moveTo>
                  <a:pt x="2805" y="1637"/>
                </a:moveTo>
                <a:cubicBezTo>
                  <a:pt x="2800" y="1634"/>
                  <a:pt x="2797" y="1631"/>
                  <a:pt x="2796" y="1626"/>
                </a:cubicBezTo>
                <a:cubicBezTo>
                  <a:pt x="2758" y="1589"/>
                  <a:pt x="2761" y="1584"/>
                  <a:pt x="2756" y="1581"/>
                </a:cubicBezTo>
                <a:cubicBezTo>
                  <a:pt x="2746" y="1568"/>
                  <a:pt x="2747" y="1564"/>
                  <a:pt x="2740" y="1561"/>
                </a:cubicBezTo>
                <a:cubicBezTo>
                  <a:pt x="2730" y="1535"/>
                  <a:pt x="2730" y="1532"/>
                  <a:pt x="2727" y="1530"/>
                </a:cubicBezTo>
                <a:cubicBezTo>
                  <a:pt x="2718" y="1506"/>
                  <a:pt x="2718" y="1503"/>
                  <a:pt x="2714" y="1501"/>
                </a:cubicBezTo>
                <a:cubicBezTo>
                  <a:pt x="2687" y="1421"/>
                  <a:pt x="2685" y="1400"/>
                  <a:pt x="2677" y="1380"/>
                </a:cubicBezTo>
                <a:cubicBezTo>
                  <a:pt x="2674" y="1353"/>
                  <a:pt x="2671" y="1351"/>
                  <a:pt x="2673" y="1348"/>
                </a:cubicBezTo>
                <a:cubicBezTo>
                  <a:pt x="2646" y="1236"/>
                  <a:pt x="2645" y="1214"/>
                  <a:pt x="2642" y="1194"/>
                </a:cubicBezTo>
                <a:cubicBezTo>
                  <a:pt x="2628" y="1129"/>
                  <a:pt x="2621" y="1127"/>
                  <a:pt x="2623" y="1123"/>
                </a:cubicBezTo>
                <a:cubicBezTo>
                  <a:pt x="2620" y="1109"/>
                  <a:pt x="2614" y="1106"/>
                  <a:pt x="2617" y="1101"/>
                </a:cubicBezTo>
                <a:cubicBezTo>
                  <a:pt x="2600" y="1060"/>
                  <a:pt x="2601" y="1047"/>
                  <a:pt x="2596" y="1035"/>
                </a:cubicBezTo>
                <a:cubicBezTo>
                  <a:pt x="2606" y="1050"/>
                  <a:pt x="2612" y="1052"/>
                  <a:pt x="2608" y="1056"/>
                </a:cubicBezTo>
                <a:cubicBezTo>
                  <a:pt x="2633" y="1119"/>
                  <a:pt x="2633" y="1126"/>
                  <a:pt x="2632" y="1133"/>
                </a:cubicBezTo>
                <a:cubicBezTo>
                  <a:pt x="2642" y="1158"/>
                  <a:pt x="2644" y="1164"/>
                  <a:pt x="2643" y="1171"/>
                </a:cubicBezTo>
                <a:cubicBezTo>
                  <a:pt x="2653" y="1196"/>
                  <a:pt x="2654" y="1203"/>
                  <a:pt x="2657" y="1209"/>
                </a:cubicBezTo>
                <a:cubicBezTo>
                  <a:pt x="2667" y="1272"/>
                  <a:pt x="2677" y="1274"/>
                  <a:pt x="2671" y="1279"/>
                </a:cubicBezTo>
                <a:cubicBezTo>
                  <a:pt x="2685" y="1333"/>
                  <a:pt x="2681" y="1340"/>
                  <a:pt x="2688" y="1345"/>
                </a:cubicBezTo>
                <a:cubicBezTo>
                  <a:pt x="2693" y="1378"/>
                  <a:pt x="2694" y="1381"/>
                  <a:pt x="2696" y="1384"/>
                </a:cubicBezTo>
                <a:cubicBezTo>
                  <a:pt x="2700" y="1418"/>
                  <a:pt x="2706" y="1420"/>
                  <a:pt x="2703" y="1423"/>
                </a:cubicBezTo>
                <a:cubicBezTo>
                  <a:pt x="2722" y="1475"/>
                  <a:pt x="2722" y="1478"/>
                  <a:pt x="2723" y="1481"/>
                </a:cubicBezTo>
                <a:cubicBezTo>
                  <a:pt x="2751" y="1548"/>
                  <a:pt x="2760" y="1560"/>
                  <a:pt x="2766" y="1573"/>
                </a:cubicBezTo>
                <a:cubicBezTo>
                  <a:pt x="2784" y="1604"/>
                  <a:pt x="2791" y="1605"/>
                  <a:pt x="2789" y="1609"/>
                </a:cubicBezTo>
                <a:close/>
                <a:moveTo>
                  <a:pt x="2817" y="1654"/>
                </a:moveTo>
                <a:cubicBezTo>
                  <a:pt x="2819" y="1652"/>
                  <a:pt x="2819" y="1650"/>
                  <a:pt x="2818" y="1649"/>
                </a:cubicBezTo>
                <a:cubicBezTo>
                  <a:pt x="2824" y="1647"/>
                  <a:pt x="2833" y="1657"/>
                  <a:pt x="2836" y="1661"/>
                </a:cubicBezTo>
                <a:cubicBezTo>
                  <a:pt x="2827" y="1663"/>
                  <a:pt x="2826" y="1655"/>
                  <a:pt x="2817" y="1654"/>
                </a:cubicBezTo>
                <a:close/>
                <a:moveTo>
                  <a:pt x="2828" y="1677"/>
                </a:moveTo>
                <a:cubicBezTo>
                  <a:pt x="2829" y="1675"/>
                  <a:pt x="2831" y="1673"/>
                  <a:pt x="2832" y="1671"/>
                </a:cubicBezTo>
                <a:cubicBezTo>
                  <a:pt x="2835" y="1671"/>
                  <a:pt x="2840" y="1673"/>
                  <a:pt x="2844" y="1677"/>
                </a:cubicBezTo>
                <a:cubicBezTo>
                  <a:pt x="2839" y="1679"/>
                  <a:pt x="2834" y="1679"/>
                  <a:pt x="2828" y="1677"/>
                </a:cubicBezTo>
                <a:close/>
                <a:moveTo>
                  <a:pt x="2900" y="1640"/>
                </a:moveTo>
                <a:cubicBezTo>
                  <a:pt x="2895" y="1633"/>
                  <a:pt x="2905" y="1639"/>
                  <a:pt x="2904" y="1641"/>
                </a:cubicBezTo>
                <a:cubicBezTo>
                  <a:pt x="2904" y="1642"/>
                  <a:pt x="2900" y="1641"/>
                  <a:pt x="2900" y="1640"/>
                </a:cubicBezTo>
                <a:close/>
                <a:moveTo>
                  <a:pt x="2864" y="1737"/>
                </a:moveTo>
                <a:cubicBezTo>
                  <a:pt x="2860" y="1739"/>
                  <a:pt x="2856" y="1743"/>
                  <a:pt x="2851" y="1741"/>
                </a:cubicBezTo>
                <a:cubicBezTo>
                  <a:pt x="2847" y="1745"/>
                  <a:pt x="2843" y="1748"/>
                  <a:pt x="2837" y="1746"/>
                </a:cubicBezTo>
                <a:cubicBezTo>
                  <a:pt x="2834" y="1753"/>
                  <a:pt x="2829" y="1752"/>
                  <a:pt x="2825" y="1753"/>
                </a:cubicBezTo>
                <a:cubicBezTo>
                  <a:pt x="2822" y="1759"/>
                  <a:pt x="2817" y="1754"/>
                  <a:pt x="2813" y="1758"/>
                </a:cubicBezTo>
                <a:cubicBezTo>
                  <a:pt x="2811" y="1757"/>
                  <a:pt x="2810" y="1760"/>
                  <a:pt x="2809" y="1761"/>
                </a:cubicBezTo>
                <a:cubicBezTo>
                  <a:pt x="2807" y="1762"/>
                  <a:pt x="2807" y="1761"/>
                  <a:pt x="2806" y="1761"/>
                </a:cubicBezTo>
                <a:cubicBezTo>
                  <a:pt x="2804" y="1762"/>
                  <a:pt x="2799" y="1763"/>
                  <a:pt x="2797" y="1766"/>
                </a:cubicBezTo>
                <a:cubicBezTo>
                  <a:pt x="2796" y="1768"/>
                  <a:pt x="2791" y="1771"/>
                  <a:pt x="2787" y="1770"/>
                </a:cubicBezTo>
                <a:cubicBezTo>
                  <a:pt x="2779" y="1776"/>
                  <a:pt x="2771" y="1778"/>
                  <a:pt x="2762" y="1779"/>
                </a:cubicBezTo>
                <a:cubicBezTo>
                  <a:pt x="2761" y="1784"/>
                  <a:pt x="2757" y="1780"/>
                  <a:pt x="2755" y="1782"/>
                </a:cubicBezTo>
                <a:cubicBezTo>
                  <a:pt x="2753" y="1784"/>
                  <a:pt x="2751" y="1785"/>
                  <a:pt x="2749" y="1784"/>
                </a:cubicBezTo>
                <a:cubicBezTo>
                  <a:pt x="2745" y="1785"/>
                  <a:pt x="2741" y="1789"/>
                  <a:pt x="2736" y="1788"/>
                </a:cubicBezTo>
                <a:cubicBezTo>
                  <a:pt x="2732" y="1791"/>
                  <a:pt x="2726" y="1789"/>
                  <a:pt x="2722" y="1792"/>
                </a:cubicBezTo>
                <a:cubicBezTo>
                  <a:pt x="2720" y="1791"/>
                  <a:pt x="2719" y="1795"/>
                  <a:pt x="2716" y="1793"/>
                </a:cubicBezTo>
                <a:cubicBezTo>
                  <a:pt x="2714" y="1793"/>
                  <a:pt x="2712" y="1793"/>
                  <a:pt x="2710" y="1795"/>
                </a:cubicBezTo>
                <a:cubicBezTo>
                  <a:pt x="2707" y="1789"/>
                  <a:pt x="2717" y="1789"/>
                  <a:pt x="2720" y="1788"/>
                </a:cubicBezTo>
                <a:cubicBezTo>
                  <a:pt x="2724" y="1786"/>
                  <a:pt x="2726" y="1778"/>
                  <a:pt x="2732" y="1783"/>
                </a:cubicBezTo>
                <a:cubicBezTo>
                  <a:pt x="2734" y="1775"/>
                  <a:pt x="2739" y="1776"/>
                  <a:pt x="2742" y="1774"/>
                </a:cubicBezTo>
                <a:cubicBezTo>
                  <a:pt x="2745" y="1768"/>
                  <a:pt x="2750" y="1771"/>
                  <a:pt x="2753" y="1766"/>
                </a:cubicBezTo>
                <a:cubicBezTo>
                  <a:pt x="2762" y="1766"/>
                  <a:pt x="2768" y="1758"/>
                  <a:pt x="2776" y="1755"/>
                </a:cubicBezTo>
                <a:cubicBezTo>
                  <a:pt x="2783" y="1749"/>
                  <a:pt x="2792" y="1749"/>
                  <a:pt x="2799" y="1741"/>
                </a:cubicBezTo>
                <a:cubicBezTo>
                  <a:pt x="2810" y="1740"/>
                  <a:pt x="2821" y="1735"/>
                  <a:pt x="2831" y="1731"/>
                </a:cubicBezTo>
                <a:cubicBezTo>
                  <a:pt x="2836" y="1732"/>
                  <a:pt x="2840" y="1731"/>
                  <a:pt x="2843" y="1729"/>
                </a:cubicBezTo>
                <a:cubicBezTo>
                  <a:pt x="2849" y="1735"/>
                  <a:pt x="2851" y="1724"/>
                  <a:pt x="2856" y="1729"/>
                </a:cubicBezTo>
                <a:cubicBezTo>
                  <a:pt x="2864" y="1725"/>
                  <a:pt x="2872" y="1724"/>
                  <a:pt x="2880" y="1721"/>
                </a:cubicBezTo>
                <a:cubicBezTo>
                  <a:pt x="2893" y="1726"/>
                  <a:pt x="2905" y="1722"/>
                  <a:pt x="2918" y="1726"/>
                </a:cubicBezTo>
                <a:cubicBezTo>
                  <a:pt x="2900" y="1729"/>
                  <a:pt x="2882" y="1734"/>
                  <a:pt x="2864" y="1737"/>
                </a:cubicBezTo>
                <a:close/>
                <a:moveTo>
                  <a:pt x="2915" y="1687"/>
                </a:moveTo>
                <a:cubicBezTo>
                  <a:pt x="2914" y="1684"/>
                  <a:pt x="2912" y="1681"/>
                  <a:pt x="2912" y="1677"/>
                </a:cubicBezTo>
                <a:cubicBezTo>
                  <a:pt x="2906" y="1672"/>
                  <a:pt x="2907" y="1664"/>
                  <a:pt x="2900" y="1659"/>
                </a:cubicBezTo>
                <a:cubicBezTo>
                  <a:pt x="2904" y="1655"/>
                  <a:pt x="2909" y="1664"/>
                  <a:pt x="2908" y="1667"/>
                </a:cubicBezTo>
                <a:cubicBezTo>
                  <a:pt x="2913" y="1670"/>
                  <a:pt x="2912" y="1673"/>
                  <a:pt x="2915" y="1677"/>
                </a:cubicBezTo>
                <a:cubicBezTo>
                  <a:pt x="2917" y="1678"/>
                  <a:pt x="2915" y="1681"/>
                  <a:pt x="2916" y="1683"/>
                </a:cubicBezTo>
                <a:cubicBezTo>
                  <a:pt x="2916" y="1684"/>
                  <a:pt x="2919" y="1684"/>
                  <a:pt x="2920" y="1685"/>
                </a:cubicBezTo>
                <a:cubicBezTo>
                  <a:pt x="2920" y="1685"/>
                  <a:pt x="2918" y="1686"/>
                  <a:pt x="2918" y="1687"/>
                </a:cubicBezTo>
                <a:cubicBezTo>
                  <a:pt x="2920" y="1690"/>
                  <a:pt x="2927" y="1693"/>
                  <a:pt x="2922" y="1697"/>
                </a:cubicBezTo>
                <a:cubicBezTo>
                  <a:pt x="2915" y="1695"/>
                  <a:pt x="2918" y="1691"/>
                  <a:pt x="2915" y="1687"/>
                </a:cubicBezTo>
                <a:close/>
                <a:moveTo>
                  <a:pt x="2921" y="1726"/>
                </a:moveTo>
                <a:cubicBezTo>
                  <a:pt x="2924" y="1725"/>
                  <a:pt x="2927" y="1725"/>
                  <a:pt x="2929" y="1726"/>
                </a:cubicBezTo>
                <a:cubicBezTo>
                  <a:pt x="2933" y="1729"/>
                  <a:pt x="2924" y="1727"/>
                  <a:pt x="2921" y="1726"/>
                </a:cubicBezTo>
                <a:close/>
                <a:moveTo>
                  <a:pt x="2925" y="1704"/>
                </a:moveTo>
                <a:cubicBezTo>
                  <a:pt x="2926" y="1701"/>
                  <a:pt x="2929" y="1702"/>
                  <a:pt x="2931" y="1703"/>
                </a:cubicBezTo>
                <a:cubicBezTo>
                  <a:pt x="2930" y="1704"/>
                  <a:pt x="2931" y="1705"/>
                  <a:pt x="2932" y="1706"/>
                </a:cubicBezTo>
                <a:cubicBezTo>
                  <a:pt x="2930" y="1708"/>
                  <a:pt x="2927" y="1706"/>
                  <a:pt x="2925" y="1704"/>
                </a:cubicBezTo>
                <a:close/>
                <a:moveTo>
                  <a:pt x="2954" y="1716"/>
                </a:moveTo>
                <a:cubicBezTo>
                  <a:pt x="2953" y="1717"/>
                  <a:pt x="2950" y="1716"/>
                  <a:pt x="2949" y="1715"/>
                </a:cubicBezTo>
                <a:cubicBezTo>
                  <a:pt x="2945" y="1708"/>
                  <a:pt x="2955" y="1714"/>
                  <a:pt x="2954" y="1716"/>
                </a:cubicBezTo>
                <a:close/>
                <a:moveTo>
                  <a:pt x="2973" y="1726"/>
                </a:moveTo>
                <a:cubicBezTo>
                  <a:pt x="2968" y="1724"/>
                  <a:pt x="2972" y="1720"/>
                  <a:pt x="2969" y="1718"/>
                </a:cubicBezTo>
                <a:cubicBezTo>
                  <a:pt x="2938" y="1683"/>
                  <a:pt x="2930" y="1679"/>
                  <a:pt x="2927" y="1674"/>
                </a:cubicBezTo>
                <a:cubicBezTo>
                  <a:pt x="2915" y="1643"/>
                  <a:pt x="2912" y="1636"/>
                  <a:pt x="2907" y="1629"/>
                </a:cubicBezTo>
                <a:cubicBezTo>
                  <a:pt x="2892" y="1579"/>
                  <a:pt x="2886" y="1575"/>
                  <a:pt x="2887" y="1569"/>
                </a:cubicBezTo>
                <a:cubicBezTo>
                  <a:pt x="2883" y="1542"/>
                  <a:pt x="2877" y="1540"/>
                  <a:pt x="2879" y="1538"/>
                </a:cubicBezTo>
                <a:cubicBezTo>
                  <a:pt x="2871" y="1501"/>
                  <a:pt x="2870" y="1496"/>
                  <a:pt x="2868" y="1491"/>
                </a:cubicBezTo>
                <a:cubicBezTo>
                  <a:pt x="2853" y="1392"/>
                  <a:pt x="2859" y="1387"/>
                  <a:pt x="2855" y="1385"/>
                </a:cubicBezTo>
                <a:cubicBezTo>
                  <a:pt x="2851" y="1351"/>
                  <a:pt x="2854" y="1340"/>
                  <a:pt x="2850" y="1330"/>
                </a:cubicBezTo>
                <a:cubicBezTo>
                  <a:pt x="2857" y="1350"/>
                  <a:pt x="2862" y="1353"/>
                  <a:pt x="2863" y="1357"/>
                </a:cubicBezTo>
                <a:cubicBezTo>
                  <a:pt x="2872" y="1389"/>
                  <a:pt x="2874" y="1392"/>
                  <a:pt x="2874" y="1395"/>
                </a:cubicBezTo>
                <a:cubicBezTo>
                  <a:pt x="2880" y="1418"/>
                  <a:pt x="2877" y="1423"/>
                  <a:pt x="2880" y="1426"/>
                </a:cubicBezTo>
                <a:cubicBezTo>
                  <a:pt x="2883" y="1449"/>
                  <a:pt x="2885" y="1452"/>
                  <a:pt x="2886" y="1456"/>
                </a:cubicBezTo>
                <a:cubicBezTo>
                  <a:pt x="2887" y="1491"/>
                  <a:pt x="2897" y="1495"/>
                  <a:pt x="2892" y="1502"/>
                </a:cubicBezTo>
                <a:cubicBezTo>
                  <a:pt x="2901" y="1537"/>
                  <a:pt x="2901" y="1540"/>
                  <a:pt x="2899" y="1543"/>
                </a:cubicBezTo>
                <a:cubicBezTo>
                  <a:pt x="2907" y="1572"/>
                  <a:pt x="2913" y="1576"/>
                  <a:pt x="2910" y="1582"/>
                </a:cubicBezTo>
                <a:cubicBezTo>
                  <a:pt x="2913" y="1604"/>
                  <a:pt x="2924" y="1607"/>
                  <a:pt x="2918" y="1613"/>
                </a:cubicBezTo>
                <a:cubicBezTo>
                  <a:pt x="2937" y="1642"/>
                  <a:pt x="2934" y="1651"/>
                  <a:pt x="2941" y="1657"/>
                </a:cubicBezTo>
                <a:cubicBezTo>
                  <a:pt x="2993" y="1738"/>
                  <a:pt x="2982" y="1726"/>
                  <a:pt x="2973" y="1726"/>
                </a:cubicBezTo>
                <a:close/>
                <a:moveTo>
                  <a:pt x="3024" y="1736"/>
                </a:moveTo>
                <a:cubicBezTo>
                  <a:pt x="3029" y="1728"/>
                  <a:pt x="3032" y="1742"/>
                  <a:pt x="3035" y="1744"/>
                </a:cubicBezTo>
                <a:cubicBezTo>
                  <a:pt x="3030" y="1747"/>
                  <a:pt x="3028" y="1738"/>
                  <a:pt x="3024" y="1736"/>
                </a:cubicBezTo>
                <a:close/>
                <a:moveTo>
                  <a:pt x="3115" y="1805"/>
                </a:moveTo>
                <a:cubicBezTo>
                  <a:pt x="3110" y="1802"/>
                  <a:pt x="3105" y="1802"/>
                  <a:pt x="3100" y="1803"/>
                </a:cubicBezTo>
                <a:cubicBezTo>
                  <a:pt x="3096" y="1798"/>
                  <a:pt x="3093" y="1800"/>
                  <a:pt x="3088" y="1797"/>
                </a:cubicBezTo>
                <a:cubicBezTo>
                  <a:pt x="3084" y="1796"/>
                  <a:pt x="3080" y="1793"/>
                  <a:pt x="3077" y="1795"/>
                </a:cubicBezTo>
                <a:cubicBezTo>
                  <a:pt x="3074" y="1791"/>
                  <a:pt x="3079" y="1792"/>
                  <a:pt x="3080" y="1790"/>
                </a:cubicBezTo>
                <a:cubicBezTo>
                  <a:pt x="3084" y="1789"/>
                  <a:pt x="3088" y="1790"/>
                  <a:pt x="3091" y="1789"/>
                </a:cubicBezTo>
                <a:cubicBezTo>
                  <a:pt x="3096" y="1792"/>
                  <a:pt x="3101" y="1795"/>
                  <a:pt x="3106" y="1799"/>
                </a:cubicBezTo>
                <a:cubicBezTo>
                  <a:pt x="3108" y="1801"/>
                  <a:pt x="3110" y="1799"/>
                  <a:pt x="3113" y="1800"/>
                </a:cubicBezTo>
                <a:cubicBezTo>
                  <a:pt x="3114" y="1802"/>
                  <a:pt x="3116" y="1803"/>
                  <a:pt x="3118" y="1804"/>
                </a:cubicBezTo>
                <a:cubicBezTo>
                  <a:pt x="3120" y="1805"/>
                  <a:pt x="3122" y="1806"/>
                  <a:pt x="3123" y="1808"/>
                </a:cubicBezTo>
                <a:cubicBezTo>
                  <a:pt x="3121" y="1810"/>
                  <a:pt x="3118" y="1806"/>
                  <a:pt x="3115" y="1805"/>
                </a:cubicBezTo>
                <a:close/>
                <a:moveTo>
                  <a:pt x="1680" y="9"/>
                </a:moveTo>
                <a:cubicBezTo>
                  <a:pt x="1681" y="6"/>
                  <a:pt x="1682" y="3"/>
                  <a:pt x="1683" y="0"/>
                </a:cubicBezTo>
                <a:cubicBezTo>
                  <a:pt x="1678" y="0"/>
                  <a:pt x="1678" y="0"/>
                  <a:pt x="1678" y="0"/>
                </a:cubicBezTo>
                <a:cubicBezTo>
                  <a:pt x="1678" y="2"/>
                  <a:pt x="1677" y="4"/>
                  <a:pt x="1676" y="6"/>
                </a:cubicBezTo>
                <a:cubicBezTo>
                  <a:pt x="1676" y="9"/>
                  <a:pt x="1678" y="11"/>
                  <a:pt x="1676" y="15"/>
                </a:cubicBezTo>
                <a:cubicBezTo>
                  <a:pt x="1672" y="19"/>
                  <a:pt x="1676" y="26"/>
                  <a:pt x="1679" y="20"/>
                </a:cubicBezTo>
                <a:cubicBezTo>
                  <a:pt x="1674" y="19"/>
                  <a:pt x="1680" y="13"/>
                  <a:pt x="1680" y="9"/>
                </a:cubicBezTo>
                <a:close/>
                <a:moveTo>
                  <a:pt x="974" y="1507"/>
                </a:moveTo>
                <a:cubicBezTo>
                  <a:pt x="972" y="1503"/>
                  <a:pt x="969" y="1505"/>
                  <a:pt x="966" y="1504"/>
                </a:cubicBezTo>
                <a:cubicBezTo>
                  <a:pt x="931" y="1480"/>
                  <a:pt x="929" y="1480"/>
                  <a:pt x="927" y="1479"/>
                </a:cubicBezTo>
                <a:cubicBezTo>
                  <a:pt x="911" y="1456"/>
                  <a:pt x="903" y="1450"/>
                  <a:pt x="900" y="1449"/>
                </a:cubicBezTo>
                <a:cubicBezTo>
                  <a:pt x="891" y="1420"/>
                  <a:pt x="892" y="1413"/>
                  <a:pt x="887" y="1405"/>
                </a:cubicBezTo>
                <a:cubicBezTo>
                  <a:pt x="899" y="1346"/>
                  <a:pt x="894" y="1342"/>
                  <a:pt x="900" y="1340"/>
                </a:cubicBezTo>
                <a:cubicBezTo>
                  <a:pt x="889" y="1354"/>
                  <a:pt x="882" y="1359"/>
                  <a:pt x="883" y="1365"/>
                </a:cubicBezTo>
                <a:cubicBezTo>
                  <a:pt x="879" y="1379"/>
                  <a:pt x="873" y="1375"/>
                  <a:pt x="876" y="1373"/>
                </a:cubicBezTo>
                <a:cubicBezTo>
                  <a:pt x="867" y="1315"/>
                  <a:pt x="864" y="1303"/>
                  <a:pt x="861" y="1290"/>
                </a:cubicBezTo>
                <a:cubicBezTo>
                  <a:pt x="844" y="1227"/>
                  <a:pt x="849" y="1225"/>
                  <a:pt x="845" y="1221"/>
                </a:cubicBezTo>
                <a:cubicBezTo>
                  <a:pt x="820" y="1167"/>
                  <a:pt x="816" y="1162"/>
                  <a:pt x="812" y="1156"/>
                </a:cubicBezTo>
                <a:cubicBezTo>
                  <a:pt x="782" y="1111"/>
                  <a:pt x="775" y="1106"/>
                  <a:pt x="777" y="1103"/>
                </a:cubicBezTo>
                <a:cubicBezTo>
                  <a:pt x="763" y="1061"/>
                  <a:pt x="767" y="1054"/>
                  <a:pt x="760" y="1046"/>
                </a:cubicBezTo>
                <a:cubicBezTo>
                  <a:pt x="758" y="1037"/>
                  <a:pt x="754" y="1047"/>
                  <a:pt x="761" y="1059"/>
                </a:cubicBezTo>
                <a:cubicBezTo>
                  <a:pt x="759" y="1081"/>
                  <a:pt x="757" y="1079"/>
                  <a:pt x="755" y="1076"/>
                </a:cubicBezTo>
                <a:cubicBezTo>
                  <a:pt x="746" y="1052"/>
                  <a:pt x="751" y="1050"/>
                  <a:pt x="749" y="1046"/>
                </a:cubicBezTo>
                <a:cubicBezTo>
                  <a:pt x="743" y="1005"/>
                  <a:pt x="744" y="997"/>
                  <a:pt x="744" y="990"/>
                </a:cubicBezTo>
                <a:cubicBezTo>
                  <a:pt x="720" y="917"/>
                  <a:pt x="722" y="913"/>
                  <a:pt x="719" y="909"/>
                </a:cubicBezTo>
                <a:cubicBezTo>
                  <a:pt x="724" y="939"/>
                  <a:pt x="724" y="944"/>
                  <a:pt x="729" y="950"/>
                </a:cubicBezTo>
                <a:cubicBezTo>
                  <a:pt x="742" y="1033"/>
                  <a:pt x="743" y="1042"/>
                  <a:pt x="742" y="1051"/>
                </a:cubicBezTo>
                <a:cubicBezTo>
                  <a:pt x="748" y="1098"/>
                  <a:pt x="747" y="1116"/>
                  <a:pt x="751" y="1135"/>
                </a:cubicBezTo>
                <a:cubicBezTo>
                  <a:pt x="760" y="1183"/>
                  <a:pt x="759" y="1188"/>
                  <a:pt x="763" y="1193"/>
                </a:cubicBezTo>
                <a:cubicBezTo>
                  <a:pt x="774" y="1226"/>
                  <a:pt x="771" y="1231"/>
                  <a:pt x="772" y="1236"/>
                </a:cubicBezTo>
                <a:cubicBezTo>
                  <a:pt x="781" y="1282"/>
                  <a:pt x="794" y="1289"/>
                  <a:pt x="786" y="1293"/>
                </a:cubicBezTo>
                <a:cubicBezTo>
                  <a:pt x="799" y="1326"/>
                  <a:pt x="799" y="1331"/>
                  <a:pt x="801" y="1336"/>
                </a:cubicBezTo>
                <a:cubicBezTo>
                  <a:pt x="825" y="1401"/>
                  <a:pt x="829" y="1406"/>
                  <a:pt x="830" y="1411"/>
                </a:cubicBezTo>
                <a:cubicBezTo>
                  <a:pt x="830" y="1413"/>
                  <a:pt x="823" y="1404"/>
                  <a:pt x="816" y="1394"/>
                </a:cubicBezTo>
                <a:cubicBezTo>
                  <a:pt x="781" y="1320"/>
                  <a:pt x="783" y="1315"/>
                  <a:pt x="776" y="1308"/>
                </a:cubicBezTo>
                <a:cubicBezTo>
                  <a:pt x="769" y="1284"/>
                  <a:pt x="767" y="1277"/>
                  <a:pt x="765" y="1270"/>
                </a:cubicBezTo>
                <a:cubicBezTo>
                  <a:pt x="743" y="1187"/>
                  <a:pt x="741" y="1180"/>
                  <a:pt x="742" y="1174"/>
                </a:cubicBezTo>
                <a:cubicBezTo>
                  <a:pt x="735" y="1142"/>
                  <a:pt x="733" y="1130"/>
                  <a:pt x="734" y="1118"/>
                </a:cubicBezTo>
                <a:cubicBezTo>
                  <a:pt x="731" y="1086"/>
                  <a:pt x="725" y="1082"/>
                  <a:pt x="728" y="1080"/>
                </a:cubicBezTo>
                <a:cubicBezTo>
                  <a:pt x="722" y="1018"/>
                  <a:pt x="715" y="1010"/>
                  <a:pt x="717" y="1004"/>
                </a:cubicBezTo>
                <a:cubicBezTo>
                  <a:pt x="713" y="1033"/>
                  <a:pt x="724" y="1038"/>
                  <a:pt x="716" y="1040"/>
                </a:cubicBezTo>
                <a:cubicBezTo>
                  <a:pt x="717" y="1070"/>
                  <a:pt x="724" y="1074"/>
                  <a:pt x="721" y="1077"/>
                </a:cubicBezTo>
                <a:cubicBezTo>
                  <a:pt x="722" y="1126"/>
                  <a:pt x="728" y="1130"/>
                  <a:pt x="725" y="1132"/>
                </a:cubicBezTo>
                <a:cubicBezTo>
                  <a:pt x="721" y="1146"/>
                  <a:pt x="726" y="1142"/>
                  <a:pt x="720" y="1136"/>
                </a:cubicBezTo>
                <a:cubicBezTo>
                  <a:pt x="713" y="1098"/>
                  <a:pt x="714" y="1093"/>
                  <a:pt x="712" y="1088"/>
                </a:cubicBezTo>
                <a:cubicBezTo>
                  <a:pt x="704" y="1052"/>
                  <a:pt x="713" y="1048"/>
                  <a:pt x="706" y="1042"/>
                </a:cubicBezTo>
                <a:cubicBezTo>
                  <a:pt x="704" y="1006"/>
                  <a:pt x="702" y="1001"/>
                  <a:pt x="703" y="996"/>
                </a:cubicBezTo>
                <a:cubicBezTo>
                  <a:pt x="697" y="954"/>
                  <a:pt x="698" y="944"/>
                  <a:pt x="696" y="934"/>
                </a:cubicBezTo>
                <a:cubicBezTo>
                  <a:pt x="689" y="896"/>
                  <a:pt x="689" y="891"/>
                  <a:pt x="689" y="885"/>
                </a:cubicBezTo>
                <a:cubicBezTo>
                  <a:pt x="677" y="832"/>
                  <a:pt x="675" y="827"/>
                  <a:pt x="676" y="822"/>
                </a:cubicBezTo>
                <a:cubicBezTo>
                  <a:pt x="670" y="849"/>
                  <a:pt x="681" y="857"/>
                  <a:pt x="677" y="862"/>
                </a:cubicBezTo>
                <a:cubicBezTo>
                  <a:pt x="682" y="891"/>
                  <a:pt x="679" y="902"/>
                  <a:pt x="682" y="914"/>
                </a:cubicBezTo>
                <a:cubicBezTo>
                  <a:pt x="675" y="936"/>
                  <a:pt x="679" y="939"/>
                  <a:pt x="675" y="941"/>
                </a:cubicBezTo>
                <a:cubicBezTo>
                  <a:pt x="676" y="951"/>
                  <a:pt x="674" y="953"/>
                  <a:pt x="677" y="955"/>
                </a:cubicBezTo>
                <a:cubicBezTo>
                  <a:pt x="671" y="1001"/>
                  <a:pt x="666" y="1006"/>
                  <a:pt x="669" y="1012"/>
                </a:cubicBezTo>
                <a:cubicBezTo>
                  <a:pt x="670" y="1042"/>
                  <a:pt x="665" y="1044"/>
                  <a:pt x="671" y="1048"/>
                </a:cubicBezTo>
                <a:cubicBezTo>
                  <a:pt x="675" y="1091"/>
                  <a:pt x="668" y="1096"/>
                  <a:pt x="672" y="1103"/>
                </a:cubicBezTo>
                <a:cubicBezTo>
                  <a:pt x="675" y="1163"/>
                  <a:pt x="676" y="1169"/>
                  <a:pt x="676" y="1176"/>
                </a:cubicBezTo>
                <a:cubicBezTo>
                  <a:pt x="682" y="1236"/>
                  <a:pt x="694" y="1244"/>
                  <a:pt x="688" y="1250"/>
                </a:cubicBezTo>
                <a:cubicBezTo>
                  <a:pt x="698" y="1281"/>
                  <a:pt x="699" y="1284"/>
                  <a:pt x="696" y="1287"/>
                </a:cubicBezTo>
                <a:cubicBezTo>
                  <a:pt x="690" y="1298"/>
                  <a:pt x="692" y="1293"/>
                  <a:pt x="688" y="1287"/>
                </a:cubicBezTo>
                <a:cubicBezTo>
                  <a:pt x="672" y="1252"/>
                  <a:pt x="668" y="1243"/>
                  <a:pt x="666" y="1233"/>
                </a:cubicBezTo>
                <a:cubicBezTo>
                  <a:pt x="651" y="1146"/>
                  <a:pt x="645" y="1138"/>
                  <a:pt x="646" y="1130"/>
                </a:cubicBezTo>
                <a:cubicBezTo>
                  <a:pt x="640" y="1069"/>
                  <a:pt x="643" y="1054"/>
                  <a:pt x="643" y="1039"/>
                </a:cubicBezTo>
                <a:cubicBezTo>
                  <a:pt x="647" y="987"/>
                  <a:pt x="648" y="980"/>
                  <a:pt x="646" y="972"/>
                </a:cubicBezTo>
                <a:cubicBezTo>
                  <a:pt x="652" y="935"/>
                  <a:pt x="651" y="931"/>
                  <a:pt x="652" y="928"/>
                </a:cubicBezTo>
                <a:cubicBezTo>
                  <a:pt x="656" y="852"/>
                  <a:pt x="648" y="843"/>
                  <a:pt x="653" y="836"/>
                </a:cubicBezTo>
                <a:cubicBezTo>
                  <a:pt x="643" y="816"/>
                  <a:pt x="650" y="822"/>
                  <a:pt x="647" y="827"/>
                </a:cubicBezTo>
                <a:cubicBezTo>
                  <a:pt x="644" y="882"/>
                  <a:pt x="649" y="888"/>
                  <a:pt x="645" y="892"/>
                </a:cubicBezTo>
                <a:cubicBezTo>
                  <a:pt x="642" y="928"/>
                  <a:pt x="644" y="934"/>
                  <a:pt x="641" y="938"/>
                </a:cubicBezTo>
                <a:cubicBezTo>
                  <a:pt x="641" y="965"/>
                  <a:pt x="638" y="967"/>
                  <a:pt x="639" y="969"/>
                </a:cubicBezTo>
                <a:cubicBezTo>
                  <a:pt x="633" y="1038"/>
                  <a:pt x="633" y="1043"/>
                  <a:pt x="633" y="1048"/>
                </a:cubicBezTo>
                <a:cubicBezTo>
                  <a:pt x="633" y="1085"/>
                  <a:pt x="635" y="1090"/>
                  <a:pt x="635" y="1095"/>
                </a:cubicBezTo>
                <a:cubicBezTo>
                  <a:pt x="642" y="1123"/>
                  <a:pt x="631" y="1124"/>
                  <a:pt x="637" y="1128"/>
                </a:cubicBezTo>
                <a:cubicBezTo>
                  <a:pt x="638" y="1156"/>
                  <a:pt x="642" y="1169"/>
                  <a:pt x="642" y="1181"/>
                </a:cubicBezTo>
                <a:cubicBezTo>
                  <a:pt x="652" y="1203"/>
                  <a:pt x="648" y="1205"/>
                  <a:pt x="651" y="1209"/>
                </a:cubicBezTo>
                <a:cubicBezTo>
                  <a:pt x="670" y="1264"/>
                  <a:pt x="669" y="1270"/>
                  <a:pt x="673" y="1277"/>
                </a:cubicBezTo>
                <a:cubicBezTo>
                  <a:pt x="675" y="1288"/>
                  <a:pt x="670" y="1291"/>
                  <a:pt x="665" y="1285"/>
                </a:cubicBezTo>
                <a:cubicBezTo>
                  <a:pt x="650" y="1251"/>
                  <a:pt x="642" y="1245"/>
                  <a:pt x="645" y="1241"/>
                </a:cubicBezTo>
                <a:cubicBezTo>
                  <a:pt x="624" y="1186"/>
                  <a:pt x="627" y="1177"/>
                  <a:pt x="624" y="1167"/>
                </a:cubicBezTo>
                <a:cubicBezTo>
                  <a:pt x="617" y="1119"/>
                  <a:pt x="620" y="1115"/>
                  <a:pt x="615" y="1109"/>
                </a:cubicBezTo>
                <a:cubicBezTo>
                  <a:pt x="612" y="1061"/>
                  <a:pt x="616" y="1043"/>
                  <a:pt x="609" y="1022"/>
                </a:cubicBezTo>
                <a:cubicBezTo>
                  <a:pt x="623" y="949"/>
                  <a:pt x="617" y="941"/>
                  <a:pt x="624" y="934"/>
                </a:cubicBezTo>
                <a:cubicBezTo>
                  <a:pt x="640" y="866"/>
                  <a:pt x="634" y="861"/>
                  <a:pt x="637" y="858"/>
                </a:cubicBezTo>
                <a:cubicBezTo>
                  <a:pt x="635" y="834"/>
                  <a:pt x="646" y="833"/>
                  <a:pt x="640" y="829"/>
                </a:cubicBezTo>
                <a:cubicBezTo>
                  <a:pt x="642" y="801"/>
                  <a:pt x="647" y="799"/>
                  <a:pt x="643" y="795"/>
                </a:cubicBezTo>
                <a:cubicBezTo>
                  <a:pt x="643" y="761"/>
                  <a:pt x="645" y="757"/>
                  <a:pt x="645" y="753"/>
                </a:cubicBezTo>
                <a:cubicBezTo>
                  <a:pt x="634" y="744"/>
                  <a:pt x="632" y="755"/>
                  <a:pt x="638" y="766"/>
                </a:cubicBezTo>
                <a:cubicBezTo>
                  <a:pt x="632" y="820"/>
                  <a:pt x="632" y="834"/>
                  <a:pt x="632" y="848"/>
                </a:cubicBezTo>
                <a:cubicBezTo>
                  <a:pt x="621" y="875"/>
                  <a:pt x="625" y="883"/>
                  <a:pt x="619" y="889"/>
                </a:cubicBezTo>
                <a:cubicBezTo>
                  <a:pt x="609" y="963"/>
                  <a:pt x="606" y="993"/>
                  <a:pt x="601" y="1022"/>
                </a:cubicBezTo>
                <a:cubicBezTo>
                  <a:pt x="607" y="1061"/>
                  <a:pt x="599" y="1069"/>
                  <a:pt x="604" y="1079"/>
                </a:cubicBezTo>
                <a:cubicBezTo>
                  <a:pt x="607" y="1103"/>
                  <a:pt x="605" y="1105"/>
                  <a:pt x="606" y="1108"/>
                </a:cubicBezTo>
                <a:cubicBezTo>
                  <a:pt x="615" y="1176"/>
                  <a:pt x="616" y="1186"/>
                  <a:pt x="621" y="1196"/>
                </a:cubicBezTo>
                <a:cubicBezTo>
                  <a:pt x="630" y="1230"/>
                  <a:pt x="630" y="1235"/>
                  <a:pt x="634" y="1240"/>
                </a:cubicBezTo>
                <a:cubicBezTo>
                  <a:pt x="624" y="1245"/>
                  <a:pt x="627" y="1241"/>
                  <a:pt x="623" y="1237"/>
                </a:cubicBezTo>
                <a:cubicBezTo>
                  <a:pt x="611" y="1184"/>
                  <a:pt x="605" y="1176"/>
                  <a:pt x="607" y="1169"/>
                </a:cubicBezTo>
                <a:cubicBezTo>
                  <a:pt x="596" y="1116"/>
                  <a:pt x="594" y="1108"/>
                  <a:pt x="593" y="1101"/>
                </a:cubicBezTo>
                <a:cubicBezTo>
                  <a:pt x="593" y="1067"/>
                  <a:pt x="588" y="1054"/>
                  <a:pt x="589" y="1042"/>
                </a:cubicBezTo>
                <a:cubicBezTo>
                  <a:pt x="591" y="964"/>
                  <a:pt x="591" y="961"/>
                  <a:pt x="590" y="958"/>
                </a:cubicBezTo>
                <a:cubicBezTo>
                  <a:pt x="590" y="927"/>
                  <a:pt x="596" y="925"/>
                  <a:pt x="593" y="921"/>
                </a:cubicBezTo>
                <a:cubicBezTo>
                  <a:pt x="605" y="892"/>
                  <a:pt x="595" y="887"/>
                  <a:pt x="603" y="885"/>
                </a:cubicBezTo>
                <a:cubicBezTo>
                  <a:pt x="602" y="863"/>
                  <a:pt x="614" y="862"/>
                  <a:pt x="607" y="858"/>
                </a:cubicBezTo>
                <a:cubicBezTo>
                  <a:pt x="613" y="834"/>
                  <a:pt x="614" y="828"/>
                  <a:pt x="616" y="822"/>
                </a:cubicBezTo>
                <a:cubicBezTo>
                  <a:pt x="615" y="800"/>
                  <a:pt x="620" y="797"/>
                  <a:pt x="618" y="794"/>
                </a:cubicBezTo>
                <a:cubicBezTo>
                  <a:pt x="608" y="817"/>
                  <a:pt x="609" y="822"/>
                  <a:pt x="609" y="827"/>
                </a:cubicBezTo>
                <a:cubicBezTo>
                  <a:pt x="597" y="876"/>
                  <a:pt x="594" y="885"/>
                  <a:pt x="590" y="894"/>
                </a:cubicBezTo>
                <a:cubicBezTo>
                  <a:pt x="584" y="957"/>
                  <a:pt x="578" y="965"/>
                  <a:pt x="581" y="975"/>
                </a:cubicBezTo>
                <a:cubicBezTo>
                  <a:pt x="579" y="1012"/>
                  <a:pt x="580" y="1021"/>
                  <a:pt x="580" y="1030"/>
                </a:cubicBezTo>
                <a:cubicBezTo>
                  <a:pt x="582" y="1091"/>
                  <a:pt x="586" y="1096"/>
                  <a:pt x="585" y="1101"/>
                </a:cubicBezTo>
                <a:cubicBezTo>
                  <a:pt x="600" y="1177"/>
                  <a:pt x="598" y="1181"/>
                  <a:pt x="604" y="1187"/>
                </a:cubicBezTo>
                <a:cubicBezTo>
                  <a:pt x="606" y="1230"/>
                  <a:pt x="603" y="1224"/>
                  <a:pt x="600" y="1219"/>
                </a:cubicBezTo>
                <a:cubicBezTo>
                  <a:pt x="585" y="1180"/>
                  <a:pt x="590" y="1172"/>
                  <a:pt x="586" y="1170"/>
                </a:cubicBezTo>
                <a:cubicBezTo>
                  <a:pt x="581" y="1151"/>
                  <a:pt x="584" y="1149"/>
                  <a:pt x="579" y="1145"/>
                </a:cubicBezTo>
                <a:cubicBezTo>
                  <a:pt x="573" y="1114"/>
                  <a:pt x="573" y="1112"/>
                  <a:pt x="573" y="1110"/>
                </a:cubicBezTo>
                <a:cubicBezTo>
                  <a:pt x="566" y="1082"/>
                  <a:pt x="569" y="1078"/>
                  <a:pt x="568" y="1073"/>
                </a:cubicBezTo>
                <a:cubicBezTo>
                  <a:pt x="566" y="1036"/>
                  <a:pt x="563" y="1033"/>
                  <a:pt x="567" y="1031"/>
                </a:cubicBezTo>
                <a:cubicBezTo>
                  <a:pt x="569" y="979"/>
                  <a:pt x="563" y="969"/>
                  <a:pt x="565" y="960"/>
                </a:cubicBezTo>
                <a:cubicBezTo>
                  <a:pt x="568" y="930"/>
                  <a:pt x="564" y="927"/>
                  <a:pt x="566" y="924"/>
                </a:cubicBezTo>
                <a:cubicBezTo>
                  <a:pt x="574" y="895"/>
                  <a:pt x="569" y="889"/>
                  <a:pt x="573" y="885"/>
                </a:cubicBezTo>
                <a:cubicBezTo>
                  <a:pt x="579" y="847"/>
                  <a:pt x="578" y="841"/>
                  <a:pt x="578" y="836"/>
                </a:cubicBezTo>
                <a:cubicBezTo>
                  <a:pt x="583" y="808"/>
                  <a:pt x="590" y="806"/>
                  <a:pt x="590" y="803"/>
                </a:cubicBezTo>
                <a:cubicBezTo>
                  <a:pt x="597" y="749"/>
                  <a:pt x="598" y="743"/>
                  <a:pt x="599" y="738"/>
                </a:cubicBezTo>
                <a:cubicBezTo>
                  <a:pt x="600" y="694"/>
                  <a:pt x="601" y="691"/>
                  <a:pt x="601" y="688"/>
                </a:cubicBezTo>
                <a:cubicBezTo>
                  <a:pt x="594" y="675"/>
                  <a:pt x="596" y="680"/>
                  <a:pt x="600" y="686"/>
                </a:cubicBezTo>
                <a:cubicBezTo>
                  <a:pt x="595" y="733"/>
                  <a:pt x="590" y="739"/>
                  <a:pt x="592" y="746"/>
                </a:cubicBezTo>
                <a:cubicBezTo>
                  <a:pt x="570" y="852"/>
                  <a:pt x="563" y="853"/>
                  <a:pt x="567" y="857"/>
                </a:cubicBezTo>
                <a:cubicBezTo>
                  <a:pt x="563" y="882"/>
                  <a:pt x="561" y="885"/>
                  <a:pt x="563" y="889"/>
                </a:cubicBezTo>
                <a:cubicBezTo>
                  <a:pt x="558" y="915"/>
                  <a:pt x="558" y="918"/>
                  <a:pt x="558" y="920"/>
                </a:cubicBezTo>
                <a:cubicBezTo>
                  <a:pt x="554" y="958"/>
                  <a:pt x="558" y="966"/>
                  <a:pt x="555" y="972"/>
                </a:cubicBezTo>
                <a:cubicBezTo>
                  <a:pt x="558" y="1019"/>
                  <a:pt x="555" y="1023"/>
                  <a:pt x="557" y="1027"/>
                </a:cubicBezTo>
                <a:cubicBezTo>
                  <a:pt x="558" y="1059"/>
                  <a:pt x="561" y="1064"/>
                  <a:pt x="556" y="1068"/>
                </a:cubicBezTo>
                <a:cubicBezTo>
                  <a:pt x="562" y="1093"/>
                  <a:pt x="560" y="1096"/>
                  <a:pt x="563" y="1100"/>
                </a:cubicBezTo>
                <a:cubicBezTo>
                  <a:pt x="564" y="1121"/>
                  <a:pt x="568" y="1131"/>
                  <a:pt x="571" y="1141"/>
                </a:cubicBezTo>
                <a:cubicBezTo>
                  <a:pt x="580" y="1181"/>
                  <a:pt x="584" y="1184"/>
                  <a:pt x="582" y="1186"/>
                </a:cubicBezTo>
                <a:cubicBezTo>
                  <a:pt x="564" y="1172"/>
                  <a:pt x="561" y="1161"/>
                  <a:pt x="558" y="1150"/>
                </a:cubicBezTo>
                <a:cubicBezTo>
                  <a:pt x="546" y="1104"/>
                  <a:pt x="550" y="1101"/>
                  <a:pt x="545" y="1097"/>
                </a:cubicBezTo>
                <a:cubicBezTo>
                  <a:pt x="543" y="1058"/>
                  <a:pt x="539" y="1047"/>
                  <a:pt x="540" y="1037"/>
                </a:cubicBezTo>
                <a:cubicBezTo>
                  <a:pt x="536" y="987"/>
                  <a:pt x="533" y="982"/>
                  <a:pt x="534" y="977"/>
                </a:cubicBezTo>
                <a:cubicBezTo>
                  <a:pt x="533" y="942"/>
                  <a:pt x="535" y="938"/>
                  <a:pt x="535" y="933"/>
                </a:cubicBezTo>
                <a:cubicBezTo>
                  <a:pt x="540" y="908"/>
                  <a:pt x="534" y="897"/>
                  <a:pt x="541" y="889"/>
                </a:cubicBezTo>
                <a:cubicBezTo>
                  <a:pt x="544" y="865"/>
                  <a:pt x="544" y="862"/>
                  <a:pt x="547" y="860"/>
                </a:cubicBezTo>
                <a:cubicBezTo>
                  <a:pt x="546" y="829"/>
                  <a:pt x="552" y="826"/>
                  <a:pt x="552" y="822"/>
                </a:cubicBezTo>
                <a:cubicBezTo>
                  <a:pt x="565" y="779"/>
                  <a:pt x="565" y="775"/>
                  <a:pt x="567" y="771"/>
                </a:cubicBezTo>
                <a:cubicBezTo>
                  <a:pt x="575" y="741"/>
                  <a:pt x="570" y="736"/>
                  <a:pt x="577" y="732"/>
                </a:cubicBezTo>
                <a:cubicBezTo>
                  <a:pt x="577" y="702"/>
                  <a:pt x="583" y="698"/>
                  <a:pt x="578" y="693"/>
                </a:cubicBezTo>
                <a:cubicBezTo>
                  <a:pt x="583" y="675"/>
                  <a:pt x="583" y="671"/>
                  <a:pt x="583" y="666"/>
                </a:cubicBezTo>
                <a:cubicBezTo>
                  <a:pt x="575" y="703"/>
                  <a:pt x="574" y="710"/>
                  <a:pt x="571" y="717"/>
                </a:cubicBezTo>
                <a:cubicBezTo>
                  <a:pt x="570" y="735"/>
                  <a:pt x="567" y="736"/>
                  <a:pt x="568" y="739"/>
                </a:cubicBezTo>
                <a:cubicBezTo>
                  <a:pt x="561" y="763"/>
                  <a:pt x="562" y="767"/>
                  <a:pt x="561" y="770"/>
                </a:cubicBezTo>
                <a:cubicBezTo>
                  <a:pt x="549" y="802"/>
                  <a:pt x="549" y="804"/>
                  <a:pt x="549" y="806"/>
                </a:cubicBezTo>
                <a:cubicBezTo>
                  <a:pt x="540" y="840"/>
                  <a:pt x="537" y="858"/>
                  <a:pt x="532" y="876"/>
                </a:cubicBezTo>
                <a:cubicBezTo>
                  <a:pt x="524" y="936"/>
                  <a:pt x="527" y="941"/>
                  <a:pt x="525" y="946"/>
                </a:cubicBezTo>
                <a:cubicBezTo>
                  <a:pt x="526" y="979"/>
                  <a:pt x="524" y="983"/>
                  <a:pt x="526" y="988"/>
                </a:cubicBezTo>
                <a:cubicBezTo>
                  <a:pt x="528" y="1026"/>
                  <a:pt x="534" y="1036"/>
                  <a:pt x="529" y="1045"/>
                </a:cubicBezTo>
                <a:cubicBezTo>
                  <a:pt x="544" y="1143"/>
                  <a:pt x="552" y="1151"/>
                  <a:pt x="548" y="1157"/>
                </a:cubicBezTo>
                <a:cubicBezTo>
                  <a:pt x="539" y="1126"/>
                  <a:pt x="532" y="1132"/>
                  <a:pt x="527" y="1121"/>
                </a:cubicBezTo>
                <a:cubicBezTo>
                  <a:pt x="526" y="1098"/>
                  <a:pt x="526" y="1092"/>
                  <a:pt x="524" y="1086"/>
                </a:cubicBezTo>
                <a:cubicBezTo>
                  <a:pt x="522" y="1028"/>
                  <a:pt x="517" y="1022"/>
                  <a:pt x="520" y="1017"/>
                </a:cubicBezTo>
                <a:cubicBezTo>
                  <a:pt x="518" y="993"/>
                  <a:pt x="516" y="987"/>
                  <a:pt x="519" y="982"/>
                </a:cubicBezTo>
                <a:cubicBezTo>
                  <a:pt x="517" y="890"/>
                  <a:pt x="517" y="878"/>
                  <a:pt x="522" y="865"/>
                </a:cubicBezTo>
                <a:cubicBezTo>
                  <a:pt x="524" y="834"/>
                  <a:pt x="523" y="830"/>
                  <a:pt x="523" y="826"/>
                </a:cubicBezTo>
                <a:cubicBezTo>
                  <a:pt x="528" y="766"/>
                  <a:pt x="535" y="764"/>
                  <a:pt x="533" y="761"/>
                </a:cubicBezTo>
                <a:cubicBezTo>
                  <a:pt x="541" y="726"/>
                  <a:pt x="537" y="718"/>
                  <a:pt x="541" y="712"/>
                </a:cubicBezTo>
                <a:cubicBezTo>
                  <a:pt x="551" y="692"/>
                  <a:pt x="546" y="688"/>
                  <a:pt x="549" y="685"/>
                </a:cubicBezTo>
                <a:cubicBezTo>
                  <a:pt x="542" y="713"/>
                  <a:pt x="530" y="716"/>
                  <a:pt x="535" y="722"/>
                </a:cubicBezTo>
                <a:cubicBezTo>
                  <a:pt x="526" y="743"/>
                  <a:pt x="531" y="749"/>
                  <a:pt x="525" y="753"/>
                </a:cubicBezTo>
                <a:cubicBezTo>
                  <a:pt x="518" y="809"/>
                  <a:pt x="514" y="815"/>
                  <a:pt x="518" y="822"/>
                </a:cubicBezTo>
                <a:cubicBezTo>
                  <a:pt x="513" y="854"/>
                  <a:pt x="513" y="856"/>
                  <a:pt x="510" y="857"/>
                </a:cubicBezTo>
                <a:cubicBezTo>
                  <a:pt x="508" y="870"/>
                  <a:pt x="511" y="872"/>
                  <a:pt x="509" y="874"/>
                </a:cubicBezTo>
                <a:cubicBezTo>
                  <a:pt x="509" y="898"/>
                  <a:pt x="507" y="901"/>
                  <a:pt x="507" y="905"/>
                </a:cubicBezTo>
                <a:cubicBezTo>
                  <a:pt x="503" y="954"/>
                  <a:pt x="508" y="962"/>
                  <a:pt x="504" y="969"/>
                </a:cubicBezTo>
                <a:cubicBezTo>
                  <a:pt x="508" y="1018"/>
                  <a:pt x="511" y="1031"/>
                  <a:pt x="509" y="1043"/>
                </a:cubicBezTo>
                <a:cubicBezTo>
                  <a:pt x="511" y="1074"/>
                  <a:pt x="512" y="1078"/>
                  <a:pt x="515" y="1081"/>
                </a:cubicBezTo>
                <a:cubicBezTo>
                  <a:pt x="518" y="1112"/>
                  <a:pt x="517" y="1113"/>
                  <a:pt x="517" y="1115"/>
                </a:cubicBezTo>
                <a:cubicBezTo>
                  <a:pt x="503" y="1090"/>
                  <a:pt x="497" y="1080"/>
                  <a:pt x="501" y="1073"/>
                </a:cubicBezTo>
                <a:cubicBezTo>
                  <a:pt x="492" y="1033"/>
                  <a:pt x="486" y="1028"/>
                  <a:pt x="490" y="1024"/>
                </a:cubicBezTo>
                <a:cubicBezTo>
                  <a:pt x="487" y="996"/>
                  <a:pt x="483" y="991"/>
                  <a:pt x="485" y="987"/>
                </a:cubicBezTo>
                <a:cubicBezTo>
                  <a:pt x="484" y="972"/>
                  <a:pt x="482" y="969"/>
                  <a:pt x="484" y="967"/>
                </a:cubicBezTo>
                <a:cubicBezTo>
                  <a:pt x="483" y="926"/>
                  <a:pt x="486" y="914"/>
                  <a:pt x="486" y="901"/>
                </a:cubicBezTo>
                <a:cubicBezTo>
                  <a:pt x="486" y="872"/>
                  <a:pt x="486" y="869"/>
                  <a:pt x="487" y="866"/>
                </a:cubicBezTo>
                <a:cubicBezTo>
                  <a:pt x="491" y="841"/>
                  <a:pt x="492" y="835"/>
                  <a:pt x="496" y="830"/>
                </a:cubicBezTo>
                <a:cubicBezTo>
                  <a:pt x="497" y="808"/>
                  <a:pt x="497" y="805"/>
                  <a:pt x="498" y="802"/>
                </a:cubicBezTo>
                <a:cubicBezTo>
                  <a:pt x="501" y="781"/>
                  <a:pt x="502" y="777"/>
                  <a:pt x="502" y="774"/>
                </a:cubicBezTo>
                <a:cubicBezTo>
                  <a:pt x="509" y="743"/>
                  <a:pt x="503" y="739"/>
                  <a:pt x="507" y="736"/>
                </a:cubicBezTo>
                <a:cubicBezTo>
                  <a:pt x="513" y="714"/>
                  <a:pt x="508" y="710"/>
                  <a:pt x="514" y="708"/>
                </a:cubicBezTo>
                <a:cubicBezTo>
                  <a:pt x="516" y="672"/>
                  <a:pt x="518" y="666"/>
                  <a:pt x="514" y="659"/>
                </a:cubicBezTo>
                <a:cubicBezTo>
                  <a:pt x="522" y="620"/>
                  <a:pt x="511" y="615"/>
                  <a:pt x="515" y="613"/>
                </a:cubicBezTo>
                <a:cubicBezTo>
                  <a:pt x="513" y="576"/>
                  <a:pt x="517" y="570"/>
                  <a:pt x="514" y="562"/>
                </a:cubicBezTo>
                <a:cubicBezTo>
                  <a:pt x="512" y="540"/>
                  <a:pt x="511" y="537"/>
                  <a:pt x="513" y="534"/>
                </a:cubicBezTo>
                <a:cubicBezTo>
                  <a:pt x="508" y="542"/>
                  <a:pt x="509" y="547"/>
                  <a:pt x="510" y="552"/>
                </a:cubicBezTo>
                <a:cubicBezTo>
                  <a:pt x="511" y="613"/>
                  <a:pt x="510" y="618"/>
                  <a:pt x="509" y="622"/>
                </a:cubicBezTo>
                <a:cubicBezTo>
                  <a:pt x="509" y="654"/>
                  <a:pt x="508" y="658"/>
                  <a:pt x="509" y="663"/>
                </a:cubicBezTo>
                <a:cubicBezTo>
                  <a:pt x="499" y="722"/>
                  <a:pt x="502" y="727"/>
                  <a:pt x="499" y="732"/>
                </a:cubicBezTo>
                <a:cubicBezTo>
                  <a:pt x="490" y="794"/>
                  <a:pt x="488" y="801"/>
                  <a:pt x="486" y="808"/>
                </a:cubicBezTo>
                <a:cubicBezTo>
                  <a:pt x="484" y="836"/>
                  <a:pt x="481" y="842"/>
                  <a:pt x="480" y="849"/>
                </a:cubicBezTo>
                <a:cubicBezTo>
                  <a:pt x="477" y="885"/>
                  <a:pt x="474" y="888"/>
                  <a:pt x="476" y="892"/>
                </a:cubicBezTo>
                <a:cubicBezTo>
                  <a:pt x="475" y="941"/>
                  <a:pt x="477" y="949"/>
                  <a:pt x="474" y="956"/>
                </a:cubicBezTo>
                <a:cubicBezTo>
                  <a:pt x="478" y="1007"/>
                  <a:pt x="478" y="1015"/>
                  <a:pt x="481" y="1023"/>
                </a:cubicBezTo>
                <a:cubicBezTo>
                  <a:pt x="485" y="1060"/>
                  <a:pt x="486" y="1063"/>
                  <a:pt x="489" y="1068"/>
                </a:cubicBezTo>
                <a:cubicBezTo>
                  <a:pt x="477" y="1065"/>
                  <a:pt x="473" y="1058"/>
                  <a:pt x="472" y="1051"/>
                </a:cubicBezTo>
                <a:cubicBezTo>
                  <a:pt x="469" y="1021"/>
                  <a:pt x="469" y="1014"/>
                  <a:pt x="467" y="1006"/>
                </a:cubicBezTo>
                <a:cubicBezTo>
                  <a:pt x="464" y="956"/>
                  <a:pt x="462" y="949"/>
                  <a:pt x="460" y="941"/>
                </a:cubicBezTo>
                <a:cubicBezTo>
                  <a:pt x="460" y="879"/>
                  <a:pt x="462" y="877"/>
                  <a:pt x="461" y="874"/>
                </a:cubicBezTo>
                <a:cubicBezTo>
                  <a:pt x="468" y="826"/>
                  <a:pt x="463" y="820"/>
                  <a:pt x="467" y="815"/>
                </a:cubicBezTo>
                <a:cubicBezTo>
                  <a:pt x="474" y="789"/>
                  <a:pt x="470" y="786"/>
                  <a:pt x="474" y="784"/>
                </a:cubicBezTo>
                <a:cubicBezTo>
                  <a:pt x="479" y="746"/>
                  <a:pt x="482" y="724"/>
                  <a:pt x="486" y="703"/>
                </a:cubicBezTo>
                <a:cubicBezTo>
                  <a:pt x="490" y="666"/>
                  <a:pt x="494" y="661"/>
                  <a:pt x="493" y="656"/>
                </a:cubicBezTo>
                <a:cubicBezTo>
                  <a:pt x="494" y="600"/>
                  <a:pt x="491" y="594"/>
                  <a:pt x="490" y="588"/>
                </a:cubicBezTo>
                <a:cubicBezTo>
                  <a:pt x="482" y="572"/>
                  <a:pt x="482" y="575"/>
                  <a:pt x="485" y="578"/>
                </a:cubicBezTo>
                <a:cubicBezTo>
                  <a:pt x="489" y="615"/>
                  <a:pt x="484" y="625"/>
                  <a:pt x="488" y="638"/>
                </a:cubicBezTo>
                <a:cubicBezTo>
                  <a:pt x="482" y="691"/>
                  <a:pt x="474" y="695"/>
                  <a:pt x="477" y="701"/>
                </a:cubicBezTo>
                <a:cubicBezTo>
                  <a:pt x="478" y="728"/>
                  <a:pt x="467" y="729"/>
                  <a:pt x="473" y="734"/>
                </a:cubicBezTo>
                <a:cubicBezTo>
                  <a:pt x="466" y="787"/>
                  <a:pt x="456" y="807"/>
                  <a:pt x="456" y="829"/>
                </a:cubicBezTo>
                <a:cubicBezTo>
                  <a:pt x="452" y="864"/>
                  <a:pt x="453" y="867"/>
                  <a:pt x="452" y="869"/>
                </a:cubicBezTo>
                <a:cubicBezTo>
                  <a:pt x="452" y="898"/>
                  <a:pt x="451" y="901"/>
                  <a:pt x="450" y="903"/>
                </a:cubicBezTo>
                <a:cubicBezTo>
                  <a:pt x="454" y="926"/>
                  <a:pt x="448" y="928"/>
                  <a:pt x="454" y="932"/>
                </a:cubicBezTo>
                <a:cubicBezTo>
                  <a:pt x="453" y="980"/>
                  <a:pt x="457" y="993"/>
                  <a:pt x="458" y="1005"/>
                </a:cubicBezTo>
                <a:cubicBezTo>
                  <a:pt x="460" y="1036"/>
                  <a:pt x="452" y="1028"/>
                  <a:pt x="453" y="1021"/>
                </a:cubicBezTo>
                <a:cubicBezTo>
                  <a:pt x="440" y="968"/>
                  <a:pt x="437" y="966"/>
                  <a:pt x="439" y="964"/>
                </a:cubicBezTo>
                <a:cubicBezTo>
                  <a:pt x="438" y="947"/>
                  <a:pt x="437" y="944"/>
                  <a:pt x="437" y="942"/>
                </a:cubicBezTo>
                <a:cubicBezTo>
                  <a:pt x="434" y="894"/>
                  <a:pt x="436" y="890"/>
                  <a:pt x="437" y="885"/>
                </a:cubicBezTo>
                <a:cubicBezTo>
                  <a:pt x="442" y="839"/>
                  <a:pt x="439" y="834"/>
                  <a:pt x="440" y="830"/>
                </a:cubicBezTo>
                <a:cubicBezTo>
                  <a:pt x="450" y="793"/>
                  <a:pt x="446" y="783"/>
                  <a:pt x="451" y="774"/>
                </a:cubicBezTo>
                <a:cubicBezTo>
                  <a:pt x="454" y="744"/>
                  <a:pt x="457" y="742"/>
                  <a:pt x="457" y="740"/>
                </a:cubicBezTo>
                <a:cubicBezTo>
                  <a:pt x="463" y="717"/>
                  <a:pt x="463" y="715"/>
                  <a:pt x="464" y="713"/>
                </a:cubicBezTo>
                <a:cubicBezTo>
                  <a:pt x="468" y="697"/>
                  <a:pt x="463" y="694"/>
                  <a:pt x="468" y="692"/>
                </a:cubicBezTo>
                <a:cubicBezTo>
                  <a:pt x="474" y="647"/>
                  <a:pt x="473" y="645"/>
                  <a:pt x="473" y="643"/>
                </a:cubicBezTo>
                <a:cubicBezTo>
                  <a:pt x="475" y="617"/>
                  <a:pt x="478" y="612"/>
                  <a:pt x="474" y="607"/>
                </a:cubicBezTo>
                <a:cubicBezTo>
                  <a:pt x="467" y="544"/>
                  <a:pt x="471" y="539"/>
                  <a:pt x="465" y="538"/>
                </a:cubicBezTo>
                <a:cubicBezTo>
                  <a:pt x="461" y="511"/>
                  <a:pt x="460" y="507"/>
                  <a:pt x="462" y="503"/>
                </a:cubicBezTo>
                <a:cubicBezTo>
                  <a:pt x="457" y="538"/>
                  <a:pt x="470" y="546"/>
                  <a:pt x="465" y="552"/>
                </a:cubicBezTo>
                <a:cubicBezTo>
                  <a:pt x="470" y="582"/>
                  <a:pt x="469" y="588"/>
                  <a:pt x="468" y="595"/>
                </a:cubicBezTo>
                <a:cubicBezTo>
                  <a:pt x="465" y="622"/>
                  <a:pt x="467" y="628"/>
                  <a:pt x="467" y="634"/>
                </a:cubicBezTo>
                <a:cubicBezTo>
                  <a:pt x="460" y="664"/>
                  <a:pt x="461" y="676"/>
                  <a:pt x="459" y="687"/>
                </a:cubicBezTo>
                <a:cubicBezTo>
                  <a:pt x="444" y="731"/>
                  <a:pt x="452" y="736"/>
                  <a:pt x="447" y="739"/>
                </a:cubicBezTo>
                <a:cubicBezTo>
                  <a:pt x="444" y="764"/>
                  <a:pt x="442" y="767"/>
                  <a:pt x="441" y="770"/>
                </a:cubicBezTo>
                <a:cubicBezTo>
                  <a:pt x="433" y="806"/>
                  <a:pt x="437" y="810"/>
                  <a:pt x="433" y="813"/>
                </a:cubicBezTo>
                <a:cubicBezTo>
                  <a:pt x="430" y="841"/>
                  <a:pt x="429" y="849"/>
                  <a:pt x="426" y="855"/>
                </a:cubicBezTo>
                <a:cubicBezTo>
                  <a:pt x="427" y="895"/>
                  <a:pt x="426" y="897"/>
                  <a:pt x="425" y="899"/>
                </a:cubicBezTo>
                <a:cubicBezTo>
                  <a:pt x="422" y="888"/>
                  <a:pt x="419" y="883"/>
                  <a:pt x="419" y="879"/>
                </a:cubicBezTo>
                <a:cubicBezTo>
                  <a:pt x="422" y="840"/>
                  <a:pt x="418" y="835"/>
                  <a:pt x="419" y="831"/>
                </a:cubicBezTo>
                <a:cubicBezTo>
                  <a:pt x="420" y="773"/>
                  <a:pt x="425" y="741"/>
                  <a:pt x="432" y="709"/>
                </a:cubicBezTo>
                <a:cubicBezTo>
                  <a:pt x="433" y="669"/>
                  <a:pt x="436" y="665"/>
                  <a:pt x="432" y="661"/>
                </a:cubicBezTo>
                <a:cubicBezTo>
                  <a:pt x="438" y="624"/>
                  <a:pt x="435" y="620"/>
                  <a:pt x="438" y="617"/>
                </a:cubicBezTo>
                <a:cubicBezTo>
                  <a:pt x="438" y="601"/>
                  <a:pt x="437" y="597"/>
                  <a:pt x="437" y="593"/>
                </a:cubicBezTo>
                <a:cubicBezTo>
                  <a:pt x="433" y="602"/>
                  <a:pt x="434" y="608"/>
                  <a:pt x="433" y="613"/>
                </a:cubicBezTo>
                <a:cubicBezTo>
                  <a:pt x="423" y="677"/>
                  <a:pt x="424" y="683"/>
                  <a:pt x="425" y="688"/>
                </a:cubicBezTo>
                <a:cubicBezTo>
                  <a:pt x="418" y="711"/>
                  <a:pt x="423" y="715"/>
                  <a:pt x="418" y="717"/>
                </a:cubicBezTo>
                <a:cubicBezTo>
                  <a:pt x="411" y="765"/>
                  <a:pt x="414" y="768"/>
                  <a:pt x="414" y="771"/>
                </a:cubicBezTo>
                <a:cubicBezTo>
                  <a:pt x="415" y="805"/>
                  <a:pt x="408" y="814"/>
                  <a:pt x="413" y="825"/>
                </a:cubicBezTo>
                <a:cubicBezTo>
                  <a:pt x="409" y="843"/>
                  <a:pt x="411" y="847"/>
                  <a:pt x="408" y="852"/>
                </a:cubicBezTo>
                <a:cubicBezTo>
                  <a:pt x="413" y="907"/>
                  <a:pt x="416" y="911"/>
                  <a:pt x="415" y="915"/>
                </a:cubicBezTo>
                <a:cubicBezTo>
                  <a:pt x="424" y="956"/>
                  <a:pt x="423" y="963"/>
                  <a:pt x="426" y="971"/>
                </a:cubicBezTo>
                <a:cubicBezTo>
                  <a:pt x="422" y="973"/>
                  <a:pt x="413" y="966"/>
                  <a:pt x="416" y="962"/>
                </a:cubicBezTo>
                <a:cubicBezTo>
                  <a:pt x="398" y="901"/>
                  <a:pt x="390" y="896"/>
                  <a:pt x="397" y="893"/>
                </a:cubicBezTo>
                <a:cubicBezTo>
                  <a:pt x="393" y="859"/>
                  <a:pt x="388" y="854"/>
                  <a:pt x="387" y="849"/>
                </a:cubicBezTo>
                <a:cubicBezTo>
                  <a:pt x="388" y="825"/>
                  <a:pt x="387" y="822"/>
                  <a:pt x="387" y="819"/>
                </a:cubicBezTo>
                <a:cubicBezTo>
                  <a:pt x="387" y="781"/>
                  <a:pt x="387" y="778"/>
                  <a:pt x="385" y="775"/>
                </a:cubicBezTo>
                <a:cubicBezTo>
                  <a:pt x="385" y="740"/>
                  <a:pt x="388" y="735"/>
                  <a:pt x="388" y="730"/>
                </a:cubicBezTo>
                <a:cubicBezTo>
                  <a:pt x="396" y="683"/>
                  <a:pt x="389" y="676"/>
                  <a:pt x="394" y="672"/>
                </a:cubicBezTo>
                <a:cubicBezTo>
                  <a:pt x="397" y="622"/>
                  <a:pt x="400" y="617"/>
                  <a:pt x="397" y="611"/>
                </a:cubicBezTo>
                <a:cubicBezTo>
                  <a:pt x="404" y="586"/>
                  <a:pt x="406" y="584"/>
                  <a:pt x="405" y="581"/>
                </a:cubicBezTo>
                <a:cubicBezTo>
                  <a:pt x="415" y="540"/>
                  <a:pt x="413" y="537"/>
                  <a:pt x="414" y="535"/>
                </a:cubicBezTo>
                <a:cubicBezTo>
                  <a:pt x="414" y="477"/>
                  <a:pt x="420" y="468"/>
                  <a:pt x="416" y="458"/>
                </a:cubicBezTo>
                <a:cubicBezTo>
                  <a:pt x="412" y="435"/>
                  <a:pt x="414" y="431"/>
                  <a:pt x="411" y="432"/>
                </a:cubicBezTo>
                <a:cubicBezTo>
                  <a:pt x="412" y="490"/>
                  <a:pt x="409" y="495"/>
                  <a:pt x="411" y="500"/>
                </a:cubicBezTo>
                <a:cubicBezTo>
                  <a:pt x="408" y="524"/>
                  <a:pt x="408" y="526"/>
                  <a:pt x="408" y="529"/>
                </a:cubicBezTo>
                <a:cubicBezTo>
                  <a:pt x="405" y="563"/>
                  <a:pt x="397" y="567"/>
                  <a:pt x="402" y="573"/>
                </a:cubicBezTo>
                <a:cubicBezTo>
                  <a:pt x="394" y="607"/>
                  <a:pt x="390" y="612"/>
                  <a:pt x="391" y="618"/>
                </a:cubicBezTo>
                <a:cubicBezTo>
                  <a:pt x="389" y="640"/>
                  <a:pt x="389" y="643"/>
                  <a:pt x="389" y="646"/>
                </a:cubicBezTo>
                <a:cubicBezTo>
                  <a:pt x="386" y="667"/>
                  <a:pt x="380" y="670"/>
                  <a:pt x="385" y="673"/>
                </a:cubicBezTo>
                <a:cubicBezTo>
                  <a:pt x="376" y="720"/>
                  <a:pt x="380" y="734"/>
                  <a:pt x="377" y="746"/>
                </a:cubicBezTo>
                <a:cubicBezTo>
                  <a:pt x="382" y="786"/>
                  <a:pt x="376" y="788"/>
                  <a:pt x="378" y="791"/>
                </a:cubicBezTo>
                <a:cubicBezTo>
                  <a:pt x="372" y="812"/>
                  <a:pt x="384" y="817"/>
                  <a:pt x="379" y="819"/>
                </a:cubicBezTo>
                <a:cubicBezTo>
                  <a:pt x="384" y="878"/>
                  <a:pt x="385" y="881"/>
                  <a:pt x="382" y="884"/>
                </a:cubicBezTo>
                <a:cubicBezTo>
                  <a:pt x="375" y="870"/>
                  <a:pt x="378" y="866"/>
                  <a:pt x="377" y="861"/>
                </a:cubicBezTo>
                <a:cubicBezTo>
                  <a:pt x="373" y="822"/>
                  <a:pt x="370" y="812"/>
                  <a:pt x="373" y="803"/>
                </a:cubicBezTo>
                <a:cubicBezTo>
                  <a:pt x="369" y="752"/>
                  <a:pt x="366" y="739"/>
                  <a:pt x="370" y="727"/>
                </a:cubicBezTo>
                <a:cubicBezTo>
                  <a:pt x="374" y="678"/>
                  <a:pt x="368" y="674"/>
                  <a:pt x="373" y="671"/>
                </a:cubicBezTo>
                <a:cubicBezTo>
                  <a:pt x="375" y="650"/>
                  <a:pt x="376" y="644"/>
                  <a:pt x="375" y="637"/>
                </a:cubicBezTo>
                <a:cubicBezTo>
                  <a:pt x="385" y="618"/>
                  <a:pt x="376" y="613"/>
                  <a:pt x="383" y="611"/>
                </a:cubicBezTo>
                <a:cubicBezTo>
                  <a:pt x="392" y="583"/>
                  <a:pt x="382" y="577"/>
                  <a:pt x="389" y="574"/>
                </a:cubicBezTo>
                <a:cubicBezTo>
                  <a:pt x="394" y="539"/>
                  <a:pt x="393" y="537"/>
                  <a:pt x="394" y="536"/>
                </a:cubicBezTo>
                <a:cubicBezTo>
                  <a:pt x="399" y="513"/>
                  <a:pt x="397" y="506"/>
                  <a:pt x="397" y="499"/>
                </a:cubicBezTo>
                <a:cubicBezTo>
                  <a:pt x="395" y="482"/>
                  <a:pt x="393" y="485"/>
                  <a:pt x="394" y="487"/>
                </a:cubicBezTo>
                <a:cubicBezTo>
                  <a:pt x="386" y="537"/>
                  <a:pt x="387" y="542"/>
                  <a:pt x="386" y="547"/>
                </a:cubicBezTo>
                <a:cubicBezTo>
                  <a:pt x="384" y="570"/>
                  <a:pt x="381" y="575"/>
                  <a:pt x="380" y="580"/>
                </a:cubicBezTo>
                <a:cubicBezTo>
                  <a:pt x="374" y="608"/>
                  <a:pt x="372" y="618"/>
                  <a:pt x="369" y="629"/>
                </a:cubicBezTo>
                <a:cubicBezTo>
                  <a:pt x="362" y="701"/>
                  <a:pt x="362" y="711"/>
                  <a:pt x="360" y="721"/>
                </a:cubicBezTo>
                <a:cubicBezTo>
                  <a:pt x="357" y="790"/>
                  <a:pt x="360" y="800"/>
                  <a:pt x="362" y="810"/>
                </a:cubicBezTo>
                <a:cubicBezTo>
                  <a:pt x="364" y="835"/>
                  <a:pt x="365" y="838"/>
                  <a:pt x="365" y="840"/>
                </a:cubicBezTo>
                <a:cubicBezTo>
                  <a:pt x="372" y="877"/>
                  <a:pt x="366" y="881"/>
                  <a:pt x="371" y="887"/>
                </a:cubicBezTo>
                <a:cubicBezTo>
                  <a:pt x="360" y="876"/>
                  <a:pt x="349" y="866"/>
                  <a:pt x="352" y="857"/>
                </a:cubicBezTo>
                <a:cubicBezTo>
                  <a:pt x="349" y="832"/>
                  <a:pt x="341" y="829"/>
                  <a:pt x="344" y="823"/>
                </a:cubicBezTo>
                <a:cubicBezTo>
                  <a:pt x="342" y="804"/>
                  <a:pt x="343" y="799"/>
                  <a:pt x="340" y="794"/>
                </a:cubicBezTo>
                <a:cubicBezTo>
                  <a:pt x="344" y="767"/>
                  <a:pt x="335" y="758"/>
                  <a:pt x="342" y="752"/>
                </a:cubicBezTo>
                <a:cubicBezTo>
                  <a:pt x="344" y="689"/>
                  <a:pt x="344" y="687"/>
                  <a:pt x="342" y="685"/>
                </a:cubicBezTo>
                <a:cubicBezTo>
                  <a:pt x="346" y="665"/>
                  <a:pt x="346" y="662"/>
                  <a:pt x="348" y="659"/>
                </a:cubicBezTo>
                <a:cubicBezTo>
                  <a:pt x="351" y="634"/>
                  <a:pt x="353" y="631"/>
                  <a:pt x="358" y="628"/>
                </a:cubicBezTo>
                <a:cubicBezTo>
                  <a:pt x="364" y="573"/>
                  <a:pt x="367" y="568"/>
                  <a:pt x="364" y="562"/>
                </a:cubicBezTo>
                <a:cubicBezTo>
                  <a:pt x="375" y="527"/>
                  <a:pt x="370" y="521"/>
                  <a:pt x="375" y="517"/>
                </a:cubicBezTo>
                <a:cubicBezTo>
                  <a:pt x="381" y="476"/>
                  <a:pt x="381" y="466"/>
                  <a:pt x="382" y="456"/>
                </a:cubicBezTo>
                <a:cubicBezTo>
                  <a:pt x="383" y="391"/>
                  <a:pt x="380" y="388"/>
                  <a:pt x="380" y="385"/>
                </a:cubicBezTo>
                <a:cubicBezTo>
                  <a:pt x="380" y="365"/>
                  <a:pt x="378" y="363"/>
                  <a:pt x="375" y="362"/>
                </a:cubicBezTo>
                <a:cubicBezTo>
                  <a:pt x="377" y="320"/>
                  <a:pt x="375" y="314"/>
                  <a:pt x="376" y="308"/>
                </a:cubicBezTo>
                <a:cubicBezTo>
                  <a:pt x="366" y="262"/>
                  <a:pt x="371" y="257"/>
                  <a:pt x="364" y="249"/>
                </a:cubicBezTo>
                <a:cubicBezTo>
                  <a:pt x="357" y="219"/>
                  <a:pt x="350" y="209"/>
                  <a:pt x="348" y="212"/>
                </a:cubicBezTo>
                <a:cubicBezTo>
                  <a:pt x="361" y="263"/>
                  <a:pt x="365" y="271"/>
                  <a:pt x="365" y="278"/>
                </a:cubicBezTo>
                <a:cubicBezTo>
                  <a:pt x="373" y="347"/>
                  <a:pt x="367" y="353"/>
                  <a:pt x="370" y="360"/>
                </a:cubicBezTo>
                <a:cubicBezTo>
                  <a:pt x="368" y="383"/>
                  <a:pt x="362" y="385"/>
                  <a:pt x="367" y="389"/>
                </a:cubicBezTo>
                <a:cubicBezTo>
                  <a:pt x="359" y="426"/>
                  <a:pt x="354" y="432"/>
                  <a:pt x="354" y="438"/>
                </a:cubicBezTo>
                <a:cubicBezTo>
                  <a:pt x="346" y="471"/>
                  <a:pt x="341" y="484"/>
                  <a:pt x="339" y="497"/>
                </a:cubicBezTo>
                <a:cubicBezTo>
                  <a:pt x="329" y="543"/>
                  <a:pt x="322" y="548"/>
                  <a:pt x="325" y="556"/>
                </a:cubicBezTo>
                <a:cubicBezTo>
                  <a:pt x="320" y="592"/>
                  <a:pt x="315" y="606"/>
                  <a:pt x="315" y="621"/>
                </a:cubicBezTo>
                <a:cubicBezTo>
                  <a:pt x="312" y="648"/>
                  <a:pt x="309" y="651"/>
                  <a:pt x="313" y="655"/>
                </a:cubicBezTo>
                <a:cubicBezTo>
                  <a:pt x="309" y="675"/>
                  <a:pt x="311" y="683"/>
                  <a:pt x="309" y="690"/>
                </a:cubicBezTo>
                <a:cubicBezTo>
                  <a:pt x="304" y="717"/>
                  <a:pt x="313" y="722"/>
                  <a:pt x="306" y="724"/>
                </a:cubicBezTo>
                <a:cubicBezTo>
                  <a:pt x="307" y="752"/>
                  <a:pt x="314" y="757"/>
                  <a:pt x="308" y="761"/>
                </a:cubicBezTo>
                <a:cubicBezTo>
                  <a:pt x="301" y="681"/>
                  <a:pt x="302" y="674"/>
                  <a:pt x="300" y="667"/>
                </a:cubicBezTo>
                <a:cubicBezTo>
                  <a:pt x="303" y="622"/>
                  <a:pt x="302" y="618"/>
                  <a:pt x="306" y="615"/>
                </a:cubicBezTo>
                <a:cubicBezTo>
                  <a:pt x="315" y="560"/>
                  <a:pt x="315" y="557"/>
                  <a:pt x="316" y="554"/>
                </a:cubicBezTo>
                <a:cubicBezTo>
                  <a:pt x="318" y="529"/>
                  <a:pt x="325" y="526"/>
                  <a:pt x="320" y="522"/>
                </a:cubicBezTo>
                <a:cubicBezTo>
                  <a:pt x="330" y="478"/>
                  <a:pt x="331" y="475"/>
                  <a:pt x="333" y="472"/>
                </a:cubicBezTo>
                <a:cubicBezTo>
                  <a:pt x="334" y="447"/>
                  <a:pt x="338" y="444"/>
                  <a:pt x="339" y="441"/>
                </a:cubicBezTo>
                <a:cubicBezTo>
                  <a:pt x="341" y="417"/>
                  <a:pt x="344" y="414"/>
                  <a:pt x="342" y="410"/>
                </a:cubicBezTo>
                <a:cubicBezTo>
                  <a:pt x="343" y="371"/>
                  <a:pt x="341" y="364"/>
                  <a:pt x="344" y="357"/>
                </a:cubicBezTo>
                <a:cubicBezTo>
                  <a:pt x="331" y="289"/>
                  <a:pt x="326" y="279"/>
                  <a:pt x="324" y="269"/>
                </a:cubicBezTo>
                <a:cubicBezTo>
                  <a:pt x="317" y="254"/>
                  <a:pt x="314" y="265"/>
                  <a:pt x="322" y="277"/>
                </a:cubicBezTo>
                <a:cubicBezTo>
                  <a:pt x="324" y="297"/>
                  <a:pt x="329" y="300"/>
                  <a:pt x="327" y="303"/>
                </a:cubicBezTo>
                <a:cubicBezTo>
                  <a:pt x="335" y="347"/>
                  <a:pt x="336" y="355"/>
                  <a:pt x="335" y="363"/>
                </a:cubicBezTo>
                <a:cubicBezTo>
                  <a:pt x="329" y="420"/>
                  <a:pt x="334" y="428"/>
                  <a:pt x="330" y="434"/>
                </a:cubicBezTo>
                <a:cubicBezTo>
                  <a:pt x="324" y="463"/>
                  <a:pt x="322" y="470"/>
                  <a:pt x="322" y="477"/>
                </a:cubicBezTo>
                <a:cubicBezTo>
                  <a:pt x="311" y="526"/>
                  <a:pt x="312" y="534"/>
                  <a:pt x="309" y="540"/>
                </a:cubicBezTo>
                <a:cubicBezTo>
                  <a:pt x="295" y="624"/>
                  <a:pt x="294" y="627"/>
                  <a:pt x="292" y="630"/>
                </a:cubicBezTo>
                <a:cubicBezTo>
                  <a:pt x="291" y="652"/>
                  <a:pt x="292" y="656"/>
                  <a:pt x="292" y="659"/>
                </a:cubicBezTo>
                <a:cubicBezTo>
                  <a:pt x="292" y="705"/>
                  <a:pt x="293" y="711"/>
                  <a:pt x="293" y="717"/>
                </a:cubicBezTo>
                <a:cubicBezTo>
                  <a:pt x="293" y="733"/>
                  <a:pt x="294" y="736"/>
                  <a:pt x="292" y="734"/>
                </a:cubicBezTo>
                <a:cubicBezTo>
                  <a:pt x="289" y="694"/>
                  <a:pt x="277" y="695"/>
                  <a:pt x="284" y="689"/>
                </a:cubicBezTo>
                <a:cubicBezTo>
                  <a:pt x="283" y="634"/>
                  <a:pt x="284" y="631"/>
                  <a:pt x="283" y="628"/>
                </a:cubicBezTo>
                <a:cubicBezTo>
                  <a:pt x="285" y="596"/>
                  <a:pt x="290" y="592"/>
                  <a:pt x="288" y="587"/>
                </a:cubicBezTo>
                <a:cubicBezTo>
                  <a:pt x="296" y="555"/>
                  <a:pt x="294" y="550"/>
                  <a:pt x="297" y="546"/>
                </a:cubicBezTo>
                <a:cubicBezTo>
                  <a:pt x="302" y="524"/>
                  <a:pt x="300" y="521"/>
                  <a:pt x="301" y="519"/>
                </a:cubicBezTo>
                <a:cubicBezTo>
                  <a:pt x="305" y="475"/>
                  <a:pt x="304" y="473"/>
                  <a:pt x="308" y="471"/>
                </a:cubicBezTo>
                <a:cubicBezTo>
                  <a:pt x="306" y="439"/>
                  <a:pt x="313" y="430"/>
                  <a:pt x="309" y="420"/>
                </a:cubicBezTo>
                <a:cubicBezTo>
                  <a:pt x="312" y="383"/>
                  <a:pt x="309" y="373"/>
                  <a:pt x="312" y="364"/>
                </a:cubicBezTo>
                <a:cubicBezTo>
                  <a:pt x="304" y="330"/>
                  <a:pt x="309" y="326"/>
                  <a:pt x="305" y="321"/>
                </a:cubicBezTo>
                <a:cubicBezTo>
                  <a:pt x="294" y="266"/>
                  <a:pt x="291" y="256"/>
                  <a:pt x="286" y="246"/>
                </a:cubicBezTo>
                <a:cubicBezTo>
                  <a:pt x="272" y="214"/>
                  <a:pt x="274" y="209"/>
                  <a:pt x="270" y="204"/>
                </a:cubicBezTo>
                <a:cubicBezTo>
                  <a:pt x="263" y="201"/>
                  <a:pt x="269" y="213"/>
                  <a:pt x="274" y="225"/>
                </a:cubicBezTo>
                <a:cubicBezTo>
                  <a:pt x="284" y="267"/>
                  <a:pt x="290" y="274"/>
                  <a:pt x="291" y="279"/>
                </a:cubicBezTo>
                <a:cubicBezTo>
                  <a:pt x="298" y="309"/>
                  <a:pt x="296" y="320"/>
                  <a:pt x="303" y="333"/>
                </a:cubicBezTo>
                <a:cubicBezTo>
                  <a:pt x="301" y="383"/>
                  <a:pt x="302" y="396"/>
                  <a:pt x="301" y="409"/>
                </a:cubicBezTo>
                <a:cubicBezTo>
                  <a:pt x="298" y="441"/>
                  <a:pt x="299" y="444"/>
                  <a:pt x="299" y="448"/>
                </a:cubicBezTo>
                <a:cubicBezTo>
                  <a:pt x="292" y="469"/>
                  <a:pt x="302" y="474"/>
                  <a:pt x="295" y="475"/>
                </a:cubicBezTo>
                <a:cubicBezTo>
                  <a:pt x="282" y="575"/>
                  <a:pt x="277" y="588"/>
                  <a:pt x="277" y="601"/>
                </a:cubicBezTo>
                <a:cubicBezTo>
                  <a:pt x="270" y="621"/>
                  <a:pt x="277" y="626"/>
                  <a:pt x="272" y="628"/>
                </a:cubicBezTo>
                <a:cubicBezTo>
                  <a:pt x="265" y="615"/>
                  <a:pt x="270" y="596"/>
                  <a:pt x="270" y="576"/>
                </a:cubicBezTo>
                <a:cubicBezTo>
                  <a:pt x="279" y="502"/>
                  <a:pt x="277" y="498"/>
                  <a:pt x="277" y="496"/>
                </a:cubicBezTo>
                <a:cubicBezTo>
                  <a:pt x="279" y="469"/>
                  <a:pt x="282" y="464"/>
                  <a:pt x="280" y="459"/>
                </a:cubicBezTo>
                <a:cubicBezTo>
                  <a:pt x="285" y="425"/>
                  <a:pt x="282" y="419"/>
                  <a:pt x="283" y="414"/>
                </a:cubicBezTo>
                <a:cubicBezTo>
                  <a:pt x="284" y="394"/>
                  <a:pt x="281" y="389"/>
                  <a:pt x="283" y="384"/>
                </a:cubicBezTo>
                <a:cubicBezTo>
                  <a:pt x="276" y="328"/>
                  <a:pt x="271" y="317"/>
                  <a:pt x="271" y="307"/>
                </a:cubicBezTo>
                <a:cubicBezTo>
                  <a:pt x="257" y="256"/>
                  <a:pt x="255" y="250"/>
                  <a:pt x="254" y="245"/>
                </a:cubicBezTo>
                <a:cubicBezTo>
                  <a:pt x="220" y="175"/>
                  <a:pt x="210" y="168"/>
                  <a:pt x="208" y="162"/>
                </a:cubicBezTo>
                <a:cubicBezTo>
                  <a:pt x="233" y="223"/>
                  <a:pt x="239" y="222"/>
                  <a:pt x="237" y="225"/>
                </a:cubicBezTo>
                <a:cubicBezTo>
                  <a:pt x="254" y="264"/>
                  <a:pt x="253" y="276"/>
                  <a:pt x="260" y="288"/>
                </a:cubicBezTo>
                <a:cubicBezTo>
                  <a:pt x="264" y="326"/>
                  <a:pt x="267" y="331"/>
                  <a:pt x="267" y="335"/>
                </a:cubicBezTo>
                <a:cubicBezTo>
                  <a:pt x="272" y="407"/>
                  <a:pt x="275" y="411"/>
                  <a:pt x="272" y="414"/>
                </a:cubicBezTo>
                <a:cubicBezTo>
                  <a:pt x="276" y="454"/>
                  <a:pt x="267" y="456"/>
                  <a:pt x="271" y="460"/>
                </a:cubicBezTo>
                <a:cubicBezTo>
                  <a:pt x="270" y="503"/>
                  <a:pt x="264" y="509"/>
                  <a:pt x="266" y="517"/>
                </a:cubicBezTo>
                <a:cubicBezTo>
                  <a:pt x="257" y="543"/>
                  <a:pt x="265" y="548"/>
                  <a:pt x="260" y="551"/>
                </a:cubicBezTo>
                <a:cubicBezTo>
                  <a:pt x="259" y="593"/>
                  <a:pt x="259" y="601"/>
                  <a:pt x="258" y="608"/>
                </a:cubicBezTo>
                <a:cubicBezTo>
                  <a:pt x="259" y="636"/>
                  <a:pt x="262" y="640"/>
                  <a:pt x="259" y="643"/>
                </a:cubicBezTo>
                <a:cubicBezTo>
                  <a:pt x="249" y="634"/>
                  <a:pt x="251" y="618"/>
                  <a:pt x="247" y="600"/>
                </a:cubicBezTo>
                <a:cubicBezTo>
                  <a:pt x="240" y="541"/>
                  <a:pt x="241" y="533"/>
                  <a:pt x="241" y="524"/>
                </a:cubicBezTo>
                <a:cubicBezTo>
                  <a:pt x="248" y="492"/>
                  <a:pt x="240" y="482"/>
                  <a:pt x="246" y="475"/>
                </a:cubicBezTo>
                <a:cubicBezTo>
                  <a:pt x="244" y="453"/>
                  <a:pt x="250" y="452"/>
                  <a:pt x="246" y="448"/>
                </a:cubicBezTo>
                <a:cubicBezTo>
                  <a:pt x="247" y="407"/>
                  <a:pt x="254" y="404"/>
                  <a:pt x="251" y="399"/>
                </a:cubicBezTo>
                <a:cubicBezTo>
                  <a:pt x="254" y="383"/>
                  <a:pt x="250" y="378"/>
                  <a:pt x="252" y="374"/>
                </a:cubicBezTo>
                <a:cubicBezTo>
                  <a:pt x="251" y="314"/>
                  <a:pt x="248" y="306"/>
                  <a:pt x="251" y="298"/>
                </a:cubicBezTo>
                <a:cubicBezTo>
                  <a:pt x="240" y="257"/>
                  <a:pt x="233" y="260"/>
                  <a:pt x="238" y="264"/>
                </a:cubicBezTo>
                <a:cubicBezTo>
                  <a:pt x="247" y="313"/>
                  <a:pt x="244" y="319"/>
                  <a:pt x="248" y="327"/>
                </a:cubicBezTo>
                <a:cubicBezTo>
                  <a:pt x="248" y="356"/>
                  <a:pt x="242" y="359"/>
                  <a:pt x="245" y="364"/>
                </a:cubicBezTo>
                <a:cubicBezTo>
                  <a:pt x="241" y="405"/>
                  <a:pt x="239" y="409"/>
                  <a:pt x="242" y="414"/>
                </a:cubicBezTo>
                <a:cubicBezTo>
                  <a:pt x="239" y="435"/>
                  <a:pt x="240" y="438"/>
                  <a:pt x="240" y="440"/>
                </a:cubicBezTo>
                <a:cubicBezTo>
                  <a:pt x="236" y="486"/>
                  <a:pt x="234" y="494"/>
                  <a:pt x="234" y="503"/>
                </a:cubicBezTo>
                <a:cubicBezTo>
                  <a:pt x="231" y="524"/>
                  <a:pt x="232" y="526"/>
                  <a:pt x="231" y="529"/>
                </a:cubicBezTo>
                <a:cubicBezTo>
                  <a:pt x="230" y="471"/>
                  <a:pt x="222" y="464"/>
                  <a:pt x="227" y="459"/>
                </a:cubicBezTo>
                <a:cubicBezTo>
                  <a:pt x="228" y="431"/>
                  <a:pt x="222" y="427"/>
                  <a:pt x="226" y="425"/>
                </a:cubicBezTo>
                <a:cubicBezTo>
                  <a:pt x="227" y="372"/>
                  <a:pt x="228" y="367"/>
                  <a:pt x="225" y="362"/>
                </a:cubicBezTo>
                <a:cubicBezTo>
                  <a:pt x="226" y="313"/>
                  <a:pt x="223" y="308"/>
                  <a:pt x="225" y="303"/>
                </a:cubicBezTo>
                <a:cubicBezTo>
                  <a:pt x="215" y="226"/>
                  <a:pt x="202" y="221"/>
                  <a:pt x="208" y="219"/>
                </a:cubicBezTo>
                <a:cubicBezTo>
                  <a:pt x="202" y="192"/>
                  <a:pt x="193" y="187"/>
                  <a:pt x="197" y="184"/>
                </a:cubicBezTo>
                <a:cubicBezTo>
                  <a:pt x="159" y="111"/>
                  <a:pt x="161" y="108"/>
                  <a:pt x="158" y="104"/>
                </a:cubicBezTo>
                <a:cubicBezTo>
                  <a:pt x="162" y="120"/>
                  <a:pt x="165" y="126"/>
                  <a:pt x="165" y="132"/>
                </a:cubicBezTo>
                <a:cubicBezTo>
                  <a:pt x="195" y="203"/>
                  <a:pt x="200" y="209"/>
                  <a:pt x="199" y="214"/>
                </a:cubicBezTo>
                <a:cubicBezTo>
                  <a:pt x="212" y="270"/>
                  <a:pt x="215" y="275"/>
                  <a:pt x="215" y="281"/>
                </a:cubicBezTo>
                <a:cubicBezTo>
                  <a:pt x="212" y="317"/>
                  <a:pt x="220" y="324"/>
                  <a:pt x="217" y="330"/>
                </a:cubicBezTo>
                <a:cubicBezTo>
                  <a:pt x="219" y="372"/>
                  <a:pt x="217" y="383"/>
                  <a:pt x="215" y="393"/>
                </a:cubicBezTo>
                <a:cubicBezTo>
                  <a:pt x="221" y="422"/>
                  <a:pt x="210" y="424"/>
                  <a:pt x="216" y="429"/>
                </a:cubicBezTo>
                <a:cubicBezTo>
                  <a:pt x="216" y="474"/>
                  <a:pt x="220" y="483"/>
                  <a:pt x="217" y="491"/>
                </a:cubicBezTo>
                <a:cubicBezTo>
                  <a:pt x="226" y="548"/>
                  <a:pt x="218" y="555"/>
                  <a:pt x="224" y="564"/>
                </a:cubicBezTo>
                <a:cubicBezTo>
                  <a:pt x="214" y="556"/>
                  <a:pt x="221" y="553"/>
                  <a:pt x="218" y="549"/>
                </a:cubicBezTo>
                <a:cubicBezTo>
                  <a:pt x="213" y="498"/>
                  <a:pt x="206" y="488"/>
                  <a:pt x="209" y="480"/>
                </a:cubicBezTo>
                <a:cubicBezTo>
                  <a:pt x="200" y="416"/>
                  <a:pt x="200" y="407"/>
                  <a:pt x="200" y="399"/>
                </a:cubicBezTo>
                <a:cubicBezTo>
                  <a:pt x="200" y="341"/>
                  <a:pt x="197" y="337"/>
                  <a:pt x="198" y="333"/>
                </a:cubicBezTo>
                <a:cubicBezTo>
                  <a:pt x="199" y="312"/>
                  <a:pt x="203" y="310"/>
                  <a:pt x="198" y="306"/>
                </a:cubicBezTo>
                <a:cubicBezTo>
                  <a:pt x="198" y="275"/>
                  <a:pt x="194" y="269"/>
                  <a:pt x="195" y="265"/>
                </a:cubicBezTo>
                <a:cubicBezTo>
                  <a:pt x="175" y="191"/>
                  <a:pt x="172" y="186"/>
                  <a:pt x="170" y="181"/>
                </a:cubicBezTo>
                <a:cubicBezTo>
                  <a:pt x="122" y="111"/>
                  <a:pt x="132" y="117"/>
                  <a:pt x="134" y="122"/>
                </a:cubicBezTo>
                <a:cubicBezTo>
                  <a:pt x="153" y="151"/>
                  <a:pt x="153" y="155"/>
                  <a:pt x="155" y="160"/>
                </a:cubicBezTo>
                <a:cubicBezTo>
                  <a:pt x="182" y="243"/>
                  <a:pt x="187" y="248"/>
                  <a:pt x="187" y="252"/>
                </a:cubicBezTo>
                <a:cubicBezTo>
                  <a:pt x="190" y="282"/>
                  <a:pt x="193" y="287"/>
                  <a:pt x="190" y="291"/>
                </a:cubicBezTo>
                <a:cubicBezTo>
                  <a:pt x="194" y="347"/>
                  <a:pt x="192" y="351"/>
                  <a:pt x="190" y="355"/>
                </a:cubicBezTo>
                <a:cubicBezTo>
                  <a:pt x="191" y="394"/>
                  <a:pt x="194" y="397"/>
                  <a:pt x="192" y="399"/>
                </a:cubicBezTo>
                <a:cubicBezTo>
                  <a:pt x="193" y="428"/>
                  <a:pt x="194" y="436"/>
                  <a:pt x="195" y="445"/>
                </a:cubicBezTo>
                <a:cubicBezTo>
                  <a:pt x="197" y="504"/>
                  <a:pt x="204" y="514"/>
                  <a:pt x="202" y="522"/>
                </a:cubicBezTo>
                <a:cubicBezTo>
                  <a:pt x="195" y="496"/>
                  <a:pt x="192" y="492"/>
                  <a:pt x="191" y="488"/>
                </a:cubicBezTo>
                <a:cubicBezTo>
                  <a:pt x="182" y="442"/>
                  <a:pt x="186" y="437"/>
                  <a:pt x="185" y="430"/>
                </a:cubicBezTo>
                <a:cubicBezTo>
                  <a:pt x="186" y="370"/>
                  <a:pt x="181" y="363"/>
                  <a:pt x="183" y="357"/>
                </a:cubicBezTo>
                <a:cubicBezTo>
                  <a:pt x="182" y="325"/>
                  <a:pt x="175" y="321"/>
                  <a:pt x="177" y="318"/>
                </a:cubicBezTo>
                <a:cubicBezTo>
                  <a:pt x="173" y="294"/>
                  <a:pt x="175" y="288"/>
                  <a:pt x="172" y="281"/>
                </a:cubicBezTo>
                <a:cubicBezTo>
                  <a:pt x="170" y="250"/>
                  <a:pt x="163" y="245"/>
                  <a:pt x="166" y="243"/>
                </a:cubicBezTo>
                <a:cubicBezTo>
                  <a:pt x="117" y="146"/>
                  <a:pt x="115" y="136"/>
                  <a:pt x="110" y="138"/>
                </a:cubicBezTo>
                <a:cubicBezTo>
                  <a:pt x="158" y="251"/>
                  <a:pt x="166" y="268"/>
                  <a:pt x="163" y="283"/>
                </a:cubicBezTo>
                <a:cubicBezTo>
                  <a:pt x="170" y="315"/>
                  <a:pt x="167" y="323"/>
                  <a:pt x="173" y="332"/>
                </a:cubicBezTo>
                <a:cubicBezTo>
                  <a:pt x="172" y="391"/>
                  <a:pt x="174" y="397"/>
                  <a:pt x="174" y="404"/>
                </a:cubicBezTo>
                <a:cubicBezTo>
                  <a:pt x="174" y="419"/>
                  <a:pt x="175" y="423"/>
                  <a:pt x="172" y="421"/>
                </a:cubicBezTo>
                <a:cubicBezTo>
                  <a:pt x="157" y="335"/>
                  <a:pt x="157" y="325"/>
                  <a:pt x="156" y="322"/>
                </a:cubicBezTo>
                <a:cubicBezTo>
                  <a:pt x="154" y="304"/>
                  <a:pt x="152" y="301"/>
                  <a:pt x="152" y="298"/>
                </a:cubicBezTo>
                <a:cubicBezTo>
                  <a:pt x="121" y="215"/>
                  <a:pt x="124" y="220"/>
                  <a:pt x="126" y="224"/>
                </a:cubicBezTo>
                <a:cubicBezTo>
                  <a:pt x="142" y="278"/>
                  <a:pt x="141" y="294"/>
                  <a:pt x="149" y="312"/>
                </a:cubicBezTo>
                <a:cubicBezTo>
                  <a:pt x="152" y="360"/>
                  <a:pt x="149" y="372"/>
                  <a:pt x="155" y="385"/>
                </a:cubicBezTo>
                <a:cubicBezTo>
                  <a:pt x="164" y="425"/>
                  <a:pt x="163" y="427"/>
                  <a:pt x="166" y="430"/>
                </a:cubicBezTo>
                <a:cubicBezTo>
                  <a:pt x="166" y="449"/>
                  <a:pt x="160" y="441"/>
                  <a:pt x="155" y="433"/>
                </a:cubicBezTo>
                <a:cubicBezTo>
                  <a:pt x="52" y="216"/>
                  <a:pt x="51" y="203"/>
                  <a:pt x="42" y="189"/>
                </a:cubicBezTo>
                <a:cubicBezTo>
                  <a:pt x="33" y="158"/>
                  <a:pt x="33" y="148"/>
                  <a:pt x="29" y="151"/>
                </a:cubicBezTo>
                <a:cubicBezTo>
                  <a:pt x="101" y="327"/>
                  <a:pt x="104" y="346"/>
                  <a:pt x="123" y="370"/>
                </a:cubicBezTo>
                <a:cubicBezTo>
                  <a:pt x="135" y="395"/>
                  <a:pt x="130" y="397"/>
                  <a:pt x="134" y="400"/>
                </a:cubicBezTo>
                <a:cubicBezTo>
                  <a:pt x="148" y="437"/>
                  <a:pt x="157" y="443"/>
                  <a:pt x="154" y="447"/>
                </a:cubicBezTo>
                <a:cubicBezTo>
                  <a:pt x="151" y="451"/>
                  <a:pt x="156" y="444"/>
                  <a:pt x="151" y="447"/>
                </a:cubicBezTo>
                <a:cubicBezTo>
                  <a:pt x="132" y="420"/>
                  <a:pt x="125" y="405"/>
                  <a:pt x="116" y="394"/>
                </a:cubicBezTo>
                <a:cubicBezTo>
                  <a:pt x="47" y="271"/>
                  <a:pt x="45" y="264"/>
                  <a:pt x="39" y="256"/>
                </a:cubicBezTo>
                <a:cubicBezTo>
                  <a:pt x="23" y="217"/>
                  <a:pt x="19" y="203"/>
                  <a:pt x="8" y="187"/>
                </a:cubicBezTo>
                <a:cubicBezTo>
                  <a:pt x="0" y="172"/>
                  <a:pt x="0" y="172"/>
                  <a:pt x="0" y="172"/>
                </a:cubicBezTo>
                <a:cubicBezTo>
                  <a:pt x="13" y="212"/>
                  <a:pt x="18" y="217"/>
                  <a:pt x="17" y="221"/>
                </a:cubicBezTo>
                <a:cubicBezTo>
                  <a:pt x="38" y="262"/>
                  <a:pt x="42" y="277"/>
                  <a:pt x="49" y="292"/>
                </a:cubicBezTo>
                <a:cubicBezTo>
                  <a:pt x="88" y="361"/>
                  <a:pt x="84" y="375"/>
                  <a:pt x="89" y="371"/>
                </a:cubicBezTo>
                <a:cubicBezTo>
                  <a:pt x="157" y="471"/>
                  <a:pt x="164" y="481"/>
                  <a:pt x="172" y="491"/>
                </a:cubicBezTo>
                <a:cubicBezTo>
                  <a:pt x="187" y="517"/>
                  <a:pt x="186" y="518"/>
                  <a:pt x="186" y="518"/>
                </a:cubicBezTo>
                <a:cubicBezTo>
                  <a:pt x="198" y="535"/>
                  <a:pt x="201" y="544"/>
                  <a:pt x="199" y="552"/>
                </a:cubicBezTo>
                <a:cubicBezTo>
                  <a:pt x="156" y="486"/>
                  <a:pt x="141" y="472"/>
                  <a:pt x="130" y="459"/>
                </a:cubicBezTo>
                <a:cubicBezTo>
                  <a:pt x="110" y="430"/>
                  <a:pt x="107" y="427"/>
                  <a:pt x="105" y="423"/>
                </a:cubicBezTo>
                <a:cubicBezTo>
                  <a:pt x="50" y="348"/>
                  <a:pt x="55" y="346"/>
                  <a:pt x="50" y="342"/>
                </a:cubicBezTo>
                <a:cubicBezTo>
                  <a:pt x="3" y="267"/>
                  <a:pt x="5" y="258"/>
                  <a:pt x="0" y="254"/>
                </a:cubicBezTo>
                <a:cubicBezTo>
                  <a:pt x="11" y="297"/>
                  <a:pt x="19" y="301"/>
                  <a:pt x="20" y="304"/>
                </a:cubicBezTo>
                <a:cubicBezTo>
                  <a:pt x="37" y="330"/>
                  <a:pt x="35" y="333"/>
                  <a:pt x="38" y="337"/>
                </a:cubicBezTo>
                <a:cubicBezTo>
                  <a:pt x="94" y="423"/>
                  <a:pt x="98" y="426"/>
                  <a:pt x="101" y="429"/>
                </a:cubicBezTo>
                <a:cubicBezTo>
                  <a:pt x="129" y="469"/>
                  <a:pt x="132" y="472"/>
                  <a:pt x="134" y="475"/>
                </a:cubicBezTo>
                <a:cubicBezTo>
                  <a:pt x="155" y="502"/>
                  <a:pt x="157" y="504"/>
                  <a:pt x="159" y="507"/>
                </a:cubicBezTo>
                <a:cubicBezTo>
                  <a:pt x="167" y="526"/>
                  <a:pt x="176" y="523"/>
                  <a:pt x="172" y="528"/>
                </a:cubicBezTo>
                <a:cubicBezTo>
                  <a:pt x="127" y="476"/>
                  <a:pt x="107" y="458"/>
                  <a:pt x="85" y="432"/>
                </a:cubicBezTo>
                <a:cubicBezTo>
                  <a:pt x="42" y="373"/>
                  <a:pt x="30" y="364"/>
                  <a:pt x="27" y="355"/>
                </a:cubicBezTo>
                <a:cubicBezTo>
                  <a:pt x="0" y="328"/>
                  <a:pt x="0" y="328"/>
                  <a:pt x="0" y="328"/>
                </a:cubicBezTo>
                <a:cubicBezTo>
                  <a:pt x="26" y="363"/>
                  <a:pt x="25" y="368"/>
                  <a:pt x="32" y="373"/>
                </a:cubicBezTo>
                <a:cubicBezTo>
                  <a:pt x="69" y="424"/>
                  <a:pt x="79" y="434"/>
                  <a:pt x="89" y="450"/>
                </a:cubicBezTo>
                <a:cubicBezTo>
                  <a:pt x="187" y="565"/>
                  <a:pt x="194" y="574"/>
                  <a:pt x="200" y="583"/>
                </a:cubicBezTo>
                <a:cubicBezTo>
                  <a:pt x="195" y="580"/>
                  <a:pt x="178" y="573"/>
                  <a:pt x="164" y="552"/>
                </a:cubicBezTo>
                <a:cubicBezTo>
                  <a:pt x="130" y="519"/>
                  <a:pt x="122" y="508"/>
                  <a:pt x="114" y="500"/>
                </a:cubicBezTo>
                <a:cubicBezTo>
                  <a:pt x="18" y="376"/>
                  <a:pt x="19" y="374"/>
                  <a:pt x="16" y="374"/>
                </a:cubicBezTo>
                <a:cubicBezTo>
                  <a:pt x="7" y="360"/>
                  <a:pt x="5" y="354"/>
                  <a:pt x="0" y="347"/>
                </a:cubicBezTo>
                <a:cubicBezTo>
                  <a:pt x="0" y="358"/>
                  <a:pt x="0" y="358"/>
                  <a:pt x="0" y="359"/>
                </a:cubicBezTo>
                <a:cubicBezTo>
                  <a:pt x="16" y="378"/>
                  <a:pt x="13" y="388"/>
                  <a:pt x="20" y="387"/>
                </a:cubicBezTo>
                <a:cubicBezTo>
                  <a:pt x="147" y="544"/>
                  <a:pt x="149" y="552"/>
                  <a:pt x="153" y="555"/>
                </a:cubicBezTo>
                <a:cubicBezTo>
                  <a:pt x="205" y="609"/>
                  <a:pt x="209" y="614"/>
                  <a:pt x="213" y="620"/>
                </a:cubicBezTo>
                <a:cubicBezTo>
                  <a:pt x="248" y="673"/>
                  <a:pt x="250" y="678"/>
                  <a:pt x="249" y="682"/>
                </a:cubicBezTo>
                <a:cubicBezTo>
                  <a:pt x="215" y="648"/>
                  <a:pt x="211" y="642"/>
                  <a:pt x="207" y="642"/>
                </a:cubicBezTo>
                <a:cubicBezTo>
                  <a:pt x="173" y="607"/>
                  <a:pt x="159" y="599"/>
                  <a:pt x="145" y="585"/>
                </a:cubicBezTo>
                <a:cubicBezTo>
                  <a:pt x="89" y="539"/>
                  <a:pt x="87" y="528"/>
                  <a:pt x="82" y="530"/>
                </a:cubicBezTo>
                <a:cubicBezTo>
                  <a:pt x="10" y="445"/>
                  <a:pt x="5" y="438"/>
                  <a:pt x="0" y="430"/>
                </a:cubicBezTo>
                <a:cubicBezTo>
                  <a:pt x="7" y="448"/>
                  <a:pt x="10" y="450"/>
                  <a:pt x="12" y="455"/>
                </a:cubicBezTo>
                <a:cubicBezTo>
                  <a:pt x="63" y="516"/>
                  <a:pt x="68" y="529"/>
                  <a:pt x="76" y="532"/>
                </a:cubicBezTo>
                <a:cubicBezTo>
                  <a:pt x="109" y="563"/>
                  <a:pt x="112" y="569"/>
                  <a:pt x="116" y="574"/>
                </a:cubicBezTo>
                <a:cubicBezTo>
                  <a:pt x="151" y="606"/>
                  <a:pt x="166" y="613"/>
                  <a:pt x="180" y="630"/>
                </a:cubicBezTo>
                <a:cubicBezTo>
                  <a:pt x="239" y="683"/>
                  <a:pt x="241" y="686"/>
                  <a:pt x="243" y="689"/>
                </a:cubicBezTo>
                <a:cubicBezTo>
                  <a:pt x="155" y="616"/>
                  <a:pt x="134" y="603"/>
                  <a:pt x="114" y="586"/>
                </a:cubicBezTo>
                <a:cubicBezTo>
                  <a:pt x="37" y="519"/>
                  <a:pt x="35" y="503"/>
                  <a:pt x="30" y="506"/>
                </a:cubicBezTo>
                <a:cubicBezTo>
                  <a:pt x="76" y="567"/>
                  <a:pt x="91" y="576"/>
                  <a:pt x="105" y="592"/>
                </a:cubicBezTo>
                <a:cubicBezTo>
                  <a:pt x="129" y="611"/>
                  <a:pt x="137" y="616"/>
                  <a:pt x="145" y="622"/>
                </a:cubicBezTo>
                <a:cubicBezTo>
                  <a:pt x="163" y="636"/>
                  <a:pt x="167" y="641"/>
                  <a:pt x="165" y="643"/>
                </a:cubicBezTo>
                <a:cubicBezTo>
                  <a:pt x="119" y="612"/>
                  <a:pt x="116" y="612"/>
                  <a:pt x="114" y="612"/>
                </a:cubicBezTo>
                <a:cubicBezTo>
                  <a:pt x="88" y="593"/>
                  <a:pt x="82" y="591"/>
                  <a:pt x="77" y="587"/>
                </a:cubicBezTo>
                <a:cubicBezTo>
                  <a:pt x="13" y="544"/>
                  <a:pt x="7" y="538"/>
                  <a:pt x="0" y="533"/>
                </a:cubicBezTo>
                <a:cubicBezTo>
                  <a:pt x="17" y="555"/>
                  <a:pt x="24" y="560"/>
                  <a:pt x="31" y="567"/>
                </a:cubicBezTo>
                <a:cubicBezTo>
                  <a:pt x="78" y="600"/>
                  <a:pt x="82" y="597"/>
                  <a:pt x="86" y="603"/>
                </a:cubicBezTo>
                <a:cubicBezTo>
                  <a:pt x="126" y="627"/>
                  <a:pt x="133" y="631"/>
                  <a:pt x="141" y="636"/>
                </a:cubicBezTo>
                <a:cubicBezTo>
                  <a:pt x="168" y="656"/>
                  <a:pt x="171" y="658"/>
                  <a:pt x="173" y="658"/>
                </a:cubicBezTo>
                <a:cubicBezTo>
                  <a:pt x="213" y="686"/>
                  <a:pt x="215" y="691"/>
                  <a:pt x="217" y="694"/>
                </a:cubicBezTo>
                <a:cubicBezTo>
                  <a:pt x="241" y="718"/>
                  <a:pt x="246" y="717"/>
                  <a:pt x="251" y="723"/>
                </a:cubicBezTo>
                <a:cubicBezTo>
                  <a:pt x="272" y="754"/>
                  <a:pt x="281" y="753"/>
                  <a:pt x="277" y="759"/>
                </a:cubicBezTo>
                <a:cubicBezTo>
                  <a:pt x="250" y="738"/>
                  <a:pt x="248" y="731"/>
                  <a:pt x="245" y="733"/>
                </a:cubicBezTo>
                <a:cubicBezTo>
                  <a:pt x="215" y="709"/>
                  <a:pt x="205" y="703"/>
                  <a:pt x="195" y="696"/>
                </a:cubicBezTo>
                <a:cubicBezTo>
                  <a:pt x="156" y="670"/>
                  <a:pt x="145" y="670"/>
                  <a:pt x="135" y="661"/>
                </a:cubicBezTo>
                <a:cubicBezTo>
                  <a:pt x="98" y="642"/>
                  <a:pt x="87" y="639"/>
                  <a:pt x="78" y="630"/>
                </a:cubicBezTo>
                <a:cubicBezTo>
                  <a:pt x="44" y="608"/>
                  <a:pt x="39" y="604"/>
                  <a:pt x="35" y="599"/>
                </a:cubicBezTo>
                <a:cubicBezTo>
                  <a:pt x="64" y="632"/>
                  <a:pt x="77" y="634"/>
                  <a:pt x="88" y="647"/>
                </a:cubicBezTo>
                <a:cubicBezTo>
                  <a:pt x="113" y="663"/>
                  <a:pt x="120" y="661"/>
                  <a:pt x="126" y="668"/>
                </a:cubicBezTo>
                <a:cubicBezTo>
                  <a:pt x="179" y="700"/>
                  <a:pt x="192" y="704"/>
                  <a:pt x="205" y="714"/>
                </a:cubicBezTo>
                <a:cubicBezTo>
                  <a:pt x="252" y="749"/>
                  <a:pt x="256" y="748"/>
                  <a:pt x="259" y="752"/>
                </a:cubicBezTo>
                <a:cubicBezTo>
                  <a:pt x="309" y="812"/>
                  <a:pt x="313" y="815"/>
                  <a:pt x="311" y="817"/>
                </a:cubicBezTo>
                <a:cubicBezTo>
                  <a:pt x="287" y="793"/>
                  <a:pt x="281" y="789"/>
                  <a:pt x="275" y="782"/>
                </a:cubicBezTo>
                <a:cubicBezTo>
                  <a:pt x="238" y="756"/>
                  <a:pt x="233" y="745"/>
                  <a:pt x="226" y="744"/>
                </a:cubicBezTo>
                <a:cubicBezTo>
                  <a:pt x="179" y="713"/>
                  <a:pt x="167" y="709"/>
                  <a:pt x="155" y="701"/>
                </a:cubicBezTo>
                <a:cubicBezTo>
                  <a:pt x="130" y="689"/>
                  <a:pt x="124" y="688"/>
                  <a:pt x="118" y="682"/>
                </a:cubicBezTo>
                <a:cubicBezTo>
                  <a:pt x="87" y="673"/>
                  <a:pt x="85" y="666"/>
                  <a:pt x="81" y="668"/>
                </a:cubicBezTo>
                <a:cubicBezTo>
                  <a:pt x="6" y="628"/>
                  <a:pt x="4" y="626"/>
                  <a:pt x="0" y="626"/>
                </a:cubicBezTo>
                <a:cubicBezTo>
                  <a:pt x="2" y="634"/>
                  <a:pt x="4" y="634"/>
                  <a:pt x="5" y="633"/>
                </a:cubicBezTo>
                <a:cubicBezTo>
                  <a:pt x="34" y="652"/>
                  <a:pt x="37" y="657"/>
                  <a:pt x="41" y="656"/>
                </a:cubicBezTo>
                <a:cubicBezTo>
                  <a:pt x="82" y="671"/>
                  <a:pt x="86" y="684"/>
                  <a:pt x="93" y="681"/>
                </a:cubicBezTo>
                <a:cubicBezTo>
                  <a:pt x="148" y="714"/>
                  <a:pt x="153" y="704"/>
                  <a:pt x="155" y="711"/>
                </a:cubicBezTo>
                <a:cubicBezTo>
                  <a:pt x="188" y="727"/>
                  <a:pt x="193" y="733"/>
                  <a:pt x="199" y="736"/>
                </a:cubicBezTo>
                <a:cubicBezTo>
                  <a:pt x="227" y="758"/>
                  <a:pt x="231" y="754"/>
                  <a:pt x="233" y="760"/>
                </a:cubicBezTo>
                <a:cubicBezTo>
                  <a:pt x="290" y="813"/>
                  <a:pt x="296" y="820"/>
                  <a:pt x="302" y="824"/>
                </a:cubicBezTo>
                <a:cubicBezTo>
                  <a:pt x="314" y="839"/>
                  <a:pt x="311" y="840"/>
                  <a:pt x="308" y="836"/>
                </a:cubicBezTo>
                <a:cubicBezTo>
                  <a:pt x="294" y="829"/>
                  <a:pt x="288" y="817"/>
                  <a:pt x="281" y="817"/>
                </a:cubicBezTo>
                <a:cubicBezTo>
                  <a:pt x="229" y="777"/>
                  <a:pt x="227" y="773"/>
                  <a:pt x="223" y="773"/>
                </a:cubicBezTo>
                <a:cubicBezTo>
                  <a:pt x="175" y="741"/>
                  <a:pt x="167" y="743"/>
                  <a:pt x="160" y="734"/>
                </a:cubicBezTo>
                <a:cubicBezTo>
                  <a:pt x="133" y="722"/>
                  <a:pt x="125" y="722"/>
                  <a:pt x="118" y="716"/>
                </a:cubicBezTo>
                <a:cubicBezTo>
                  <a:pt x="83" y="708"/>
                  <a:pt x="81" y="695"/>
                  <a:pt x="75" y="701"/>
                </a:cubicBezTo>
                <a:cubicBezTo>
                  <a:pt x="102" y="718"/>
                  <a:pt x="105" y="719"/>
                  <a:pt x="108" y="721"/>
                </a:cubicBezTo>
                <a:cubicBezTo>
                  <a:pt x="162" y="747"/>
                  <a:pt x="164" y="749"/>
                  <a:pt x="168" y="748"/>
                </a:cubicBezTo>
                <a:cubicBezTo>
                  <a:pt x="198" y="770"/>
                  <a:pt x="205" y="770"/>
                  <a:pt x="210" y="774"/>
                </a:cubicBezTo>
                <a:cubicBezTo>
                  <a:pt x="297" y="836"/>
                  <a:pt x="302" y="842"/>
                  <a:pt x="307" y="846"/>
                </a:cubicBezTo>
                <a:cubicBezTo>
                  <a:pt x="324" y="865"/>
                  <a:pt x="312" y="860"/>
                  <a:pt x="303" y="847"/>
                </a:cubicBezTo>
                <a:cubicBezTo>
                  <a:pt x="244" y="813"/>
                  <a:pt x="238" y="807"/>
                  <a:pt x="232" y="801"/>
                </a:cubicBezTo>
                <a:cubicBezTo>
                  <a:pt x="172" y="765"/>
                  <a:pt x="165" y="768"/>
                  <a:pt x="159" y="759"/>
                </a:cubicBezTo>
                <a:cubicBezTo>
                  <a:pt x="124" y="742"/>
                  <a:pt x="119" y="747"/>
                  <a:pt x="115" y="742"/>
                </a:cubicBezTo>
                <a:cubicBezTo>
                  <a:pt x="80" y="724"/>
                  <a:pt x="77" y="723"/>
                  <a:pt x="75" y="720"/>
                </a:cubicBezTo>
                <a:cubicBezTo>
                  <a:pt x="43" y="707"/>
                  <a:pt x="39" y="696"/>
                  <a:pt x="34" y="699"/>
                </a:cubicBezTo>
                <a:cubicBezTo>
                  <a:pt x="17" y="698"/>
                  <a:pt x="31" y="699"/>
                  <a:pt x="42" y="711"/>
                </a:cubicBezTo>
                <a:cubicBezTo>
                  <a:pt x="73" y="726"/>
                  <a:pt x="76" y="731"/>
                  <a:pt x="80" y="730"/>
                </a:cubicBezTo>
                <a:cubicBezTo>
                  <a:pt x="143" y="758"/>
                  <a:pt x="148" y="769"/>
                  <a:pt x="155" y="768"/>
                </a:cubicBezTo>
                <a:cubicBezTo>
                  <a:pt x="195" y="790"/>
                  <a:pt x="198" y="792"/>
                  <a:pt x="201" y="791"/>
                </a:cubicBezTo>
                <a:cubicBezTo>
                  <a:pt x="241" y="822"/>
                  <a:pt x="254" y="823"/>
                  <a:pt x="266" y="833"/>
                </a:cubicBezTo>
                <a:cubicBezTo>
                  <a:pt x="321" y="881"/>
                  <a:pt x="327" y="880"/>
                  <a:pt x="332" y="885"/>
                </a:cubicBezTo>
                <a:cubicBezTo>
                  <a:pt x="358" y="919"/>
                  <a:pt x="348" y="917"/>
                  <a:pt x="340" y="904"/>
                </a:cubicBezTo>
                <a:cubicBezTo>
                  <a:pt x="310" y="881"/>
                  <a:pt x="307" y="882"/>
                  <a:pt x="305" y="877"/>
                </a:cubicBezTo>
                <a:cubicBezTo>
                  <a:pt x="278" y="859"/>
                  <a:pt x="271" y="855"/>
                  <a:pt x="263" y="852"/>
                </a:cubicBezTo>
                <a:cubicBezTo>
                  <a:pt x="217" y="825"/>
                  <a:pt x="212" y="819"/>
                  <a:pt x="208" y="816"/>
                </a:cubicBezTo>
                <a:cubicBezTo>
                  <a:pt x="170" y="802"/>
                  <a:pt x="169" y="799"/>
                  <a:pt x="167" y="799"/>
                </a:cubicBezTo>
                <a:cubicBezTo>
                  <a:pt x="126" y="782"/>
                  <a:pt x="119" y="775"/>
                  <a:pt x="110" y="776"/>
                </a:cubicBezTo>
                <a:cubicBezTo>
                  <a:pt x="70" y="760"/>
                  <a:pt x="67" y="754"/>
                  <a:pt x="62" y="754"/>
                </a:cubicBezTo>
                <a:cubicBezTo>
                  <a:pt x="18" y="739"/>
                  <a:pt x="25" y="738"/>
                  <a:pt x="31" y="744"/>
                </a:cubicBezTo>
                <a:cubicBezTo>
                  <a:pt x="75" y="767"/>
                  <a:pt x="81" y="772"/>
                  <a:pt x="88" y="772"/>
                </a:cubicBezTo>
                <a:cubicBezTo>
                  <a:pt x="132" y="793"/>
                  <a:pt x="139" y="794"/>
                  <a:pt x="145" y="799"/>
                </a:cubicBezTo>
                <a:cubicBezTo>
                  <a:pt x="158" y="805"/>
                  <a:pt x="163" y="802"/>
                  <a:pt x="166" y="806"/>
                </a:cubicBezTo>
                <a:cubicBezTo>
                  <a:pt x="217" y="829"/>
                  <a:pt x="228" y="842"/>
                  <a:pt x="241" y="848"/>
                </a:cubicBezTo>
                <a:cubicBezTo>
                  <a:pt x="293" y="879"/>
                  <a:pt x="304" y="894"/>
                  <a:pt x="317" y="898"/>
                </a:cubicBezTo>
                <a:cubicBezTo>
                  <a:pt x="372" y="946"/>
                  <a:pt x="386" y="963"/>
                  <a:pt x="400" y="976"/>
                </a:cubicBezTo>
                <a:cubicBezTo>
                  <a:pt x="392" y="979"/>
                  <a:pt x="371" y="960"/>
                  <a:pt x="349" y="943"/>
                </a:cubicBezTo>
                <a:cubicBezTo>
                  <a:pt x="329" y="924"/>
                  <a:pt x="322" y="926"/>
                  <a:pt x="317" y="917"/>
                </a:cubicBezTo>
                <a:cubicBezTo>
                  <a:pt x="278" y="892"/>
                  <a:pt x="274" y="883"/>
                  <a:pt x="269" y="882"/>
                </a:cubicBezTo>
                <a:cubicBezTo>
                  <a:pt x="213" y="844"/>
                  <a:pt x="206" y="850"/>
                  <a:pt x="202" y="841"/>
                </a:cubicBezTo>
                <a:cubicBezTo>
                  <a:pt x="179" y="829"/>
                  <a:pt x="173" y="827"/>
                  <a:pt x="167" y="823"/>
                </a:cubicBezTo>
                <a:cubicBezTo>
                  <a:pt x="145" y="809"/>
                  <a:pt x="140" y="807"/>
                  <a:pt x="135" y="803"/>
                </a:cubicBezTo>
                <a:cubicBezTo>
                  <a:pt x="94" y="787"/>
                  <a:pt x="88" y="786"/>
                  <a:pt x="82" y="782"/>
                </a:cubicBezTo>
                <a:cubicBezTo>
                  <a:pt x="18" y="768"/>
                  <a:pt x="25" y="763"/>
                  <a:pt x="31" y="770"/>
                </a:cubicBezTo>
                <a:cubicBezTo>
                  <a:pt x="72" y="789"/>
                  <a:pt x="76" y="784"/>
                  <a:pt x="78" y="788"/>
                </a:cubicBezTo>
                <a:cubicBezTo>
                  <a:pt x="101" y="793"/>
                  <a:pt x="103" y="801"/>
                  <a:pt x="107" y="799"/>
                </a:cubicBezTo>
                <a:cubicBezTo>
                  <a:pt x="130" y="808"/>
                  <a:pt x="135" y="815"/>
                  <a:pt x="142" y="817"/>
                </a:cubicBezTo>
                <a:cubicBezTo>
                  <a:pt x="170" y="836"/>
                  <a:pt x="179" y="838"/>
                  <a:pt x="187" y="844"/>
                </a:cubicBezTo>
                <a:cubicBezTo>
                  <a:pt x="233" y="870"/>
                  <a:pt x="251" y="880"/>
                  <a:pt x="268" y="893"/>
                </a:cubicBezTo>
                <a:cubicBezTo>
                  <a:pt x="303" y="920"/>
                  <a:pt x="313" y="923"/>
                  <a:pt x="321" y="933"/>
                </a:cubicBezTo>
                <a:cubicBezTo>
                  <a:pt x="355" y="961"/>
                  <a:pt x="358" y="960"/>
                  <a:pt x="359" y="965"/>
                </a:cubicBezTo>
                <a:cubicBezTo>
                  <a:pt x="330" y="953"/>
                  <a:pt x="328" y="946"/>
                  <a:pt x="325" y="946"/>
                </a:cubicBezTo>
                <a:cubicBezTo>
                  <a:pt x="294" y="928"/>
                  <a:pt x="291" y="926"/>
                  <a:pt x="288" y="928"/>
                </a:cubicBezTo>
                <a:cubicBezTo>
                  <a:pt x="253" y="905"/>
                  <a:pt x="246" y="907"/>
                  <a:pt x="240" y="902"/>
                </a:cubicBezTo>
                <a:cubicBezTo>
                  <a:pt x="196" y="874"/>
                  <a:pt x="189" y="878"/>
                  <a:pt x="183" y="871"/>
                </a:cubicBezTo>
                <a:cubicBezTo>
                  <a:pt x="151" y="863"/>
                  <a:pt x="149" y="853"/>
                  <a:pt x="145" y="855"/>
                </a:cubicBezTo>
                <a:cubicBezTo>
                  <a:pt x="101" y="836"/>
                  <a:pt x="95" y="830"/>
                  <a:pt x="89" y="825"/>
                </a:cubicBezTo>
                <a:cubicBezTo>
                  <a:pt x="75" y="820"/>
                  <a:pt x="78" y="824"/>
                  <a:pt x="81" y="829"/>
                </a:cubicBezTo>
                <a:cubicBezTo>
                  <a:pt x="125" y="851"/>
                  <a:pt x="134" y="857"/>
                  <a:pt x="143" y="859"/>
                </a:cubicBezTo>
                <a:cubicBezTo>
                  <a:pt x="177" y="878"/>
                  <a:pt x="186" y="880"/>
                  <a:pt x="195" y="884"/>
                </a:cubicBezTo>
                <a:cubicBezTo>
                  <a:pt x="207" y="892"/>
                  <a:pt x="211" y="897"/>
                  <a:pt x="218" y="897"/>
                </a:cubicBezTo>
                <a:cubicBezTo>
                  <a:pt x="249" y="916"/>
                  <a:pt x="257" y="920"/>
                  <a:pt x="265" y="922"/>
                </a:cubicBezTo>
                <a:cubicBezTo>
                  <a:pt x="296" y="944"/>
                  <a:pt x="307" y="946"/>
                  <a:pt x="317" y="954"/>
                </a:cubicBezTo>
                <a:cubicBezTo>
                  <a:pt x="372" y="983"/>
                  <a:pt x="377" y="991"/>
                  <a:pt x="383" y="991"/>
                </a:cubicBezTo>
                <a:cubicBezTo>
                  <a:pt x="407" y="1010"/>
                  <a:pt x="410" y="1011"/>
                  <a:pt x="412" y="1013"/>
                </a:cubicBezTo>
                <a:cubicBezTo>
                  <a:pt x="429" y="1029"/>
                  <a:pt x="432" y="1032"/>
                  <a:pt x="434" y="1035"/>
                </a:cubicBezTo>
                <a:cubicBezTo>
                  <a:pt x="391" y="1012"/>
                  <a:pt x="379" y="1003"/>
                  <a:pt x="366" y="1000"/>
                </a:cubicBezTo>
                <a:cubicBezTo>
                  <a:pt x="282" y="959"/>
                  <a:pt x="273" y="956"/>
                  <a:pt x="265" y="952"/>
                </a:cubicBezTo>
                <a:cubicBezTo>
                  <a:pt x="208" y="925"/>
                  <a:pt x="204" y="923"/>
                  <a:pt x="199" y="924"/>
                </a:cubicBezTo>
                <a:cubicBezTo>
                  <a:pt x="168" y="902"/>
                  <a:pt x="164" y="897"/>
                  <a:pt x="160" y="895"/>
                </a:cubicBezTo>
                <a:cubicBezTo>
                  <a:pt x="119" y="863"/>
                  <a:pt x="114" y="861"/>
                  <a:pt x="110" y="856"/>
                </a:cubicBezTo>
                <a:cubicBezTo>
                  <a:pt x="97" y="853"/>
                  <a:pt x="111" y="861"/>
                  <a:pt x="124" y="875"/>
                </a:cubicBezTo>
                <a:cubicBezTo>
                  <a:pt x="187" y="933"/>
                  <a:pt x="199" y="943"/>
                  <a:pt x="211" y="952"/>
                </a:cubicBezTo>
                <a:cubicBezTo>
                  <a:pt x="237" y="972"/>
                  <a:pt x="244" y="976"/>
                  <a:pt x="251" y="978"/>
                </a:cubicBezTo>
                <a:cubicBezTo>
                  <a:pt x="355" y="1037"/>
                  <a:pt x="362" y="1036"/>
                  <a:pt x="369" y="1041"/>
                </a:cubicBezTo>
                <a:cubicBezTo>
                  <a:pt x="396" y="1053"/>
                  <a:pt x="402" y="1057"/>
                  <a:pt x="410" y="1057"/>
                </a:cubicBezTo>
                <a:cubicBezTo>
                  <a:pt x="443" y="1078"/>
                  <a:pt x="446" y="1080"/>
                  <a:pt x="450" y="1080"/>
                </a:cubicBezTo>
                <a:cubicBezTo>
                  <a:pt x="498" y="1117"/>
                  <a:pt x="507" y="1122"/>
                  <a:pt x="503" y="1125"/>
                </a:cubicBezTo>
                <a:cubicBezTo>
                  <a:pt x="426" y="1084"/>
                  <a:pt x="415" y="1078"/>
                  <a:pt x="403" y="1075"/>
                </a:cubicBezTo>
                <a:cubicBezTo>
                  <a:pt x="382" y="1065"/>
                  <a:pt x="376" y="1061"/>
                  <a:pt x="370" y="1062"/>
                </a:cubicBezTo>
                <a:cubicBezTo>
                  <a:pt x="331" y="1045"/>
                  <a:pt x="325" y="1046"/>
                  <a:pt x="320" y="1041"/>
                </a:cubicBezTo>
                <a:cubicBezTo>
                  <a:pt x="300" y="1035"/>
                  <a:pt x="297" y="1034"/>
                  <a:pt x="295" y="1035"/>
                </a:cubicBezTo>
                <a:cubicBezTo>
                  <a:pt x="257" y="1018"/>
                  <a:pt x="244" y="1017"/>
                  <a:pt x="232" y="1015"/>
                </a:cubicBezTo>
                <a:cubicBezTo>
                  <a:pt x="276" y="1032"/>
                  <a:pt x="287" y="1038"/>
                  <a:pt x="298" y="1040"/>
                </a:cubicBezTo>
                <a:cubicBezTo>
                  <a:pt x="343" y="1060"/>
                  <a:pt x="355" y="1062"/>
                  <a:pt x="366" y="1067"/>
                </a:cubicBezTo>
                <a:cubicBezTo>
                  <a:pt x="421" y="1094"/>
                  <a:pt x="428" y="1089"/>
                  <a:pt x="433" y="1097"/>
                </a:cubicBezTo>
                <a:cubicBezTo>
                  <a:pt x="477" y="1120"/>
                  <a:pt x="488" y="1124"/>
                  <a:pt x="499" y="1130"/>
                </a:cubicBezTo>
                <a:cubicBezTo>
                  <a:pt x="530" y="1153"/>
                  <a:pt x="538" y="1158"/>
                  <a:pt x="534" y="1161"/>
                </a:cubicBezTo>
                <a:cubicBezTo>
                  <a:pt x="497" y="1142"/>
                  <a:pt x="495" y="1135"/>
                  <a:pt x="492" y="1135"/>
                </a:cubicBezTo>
                <a:cubicBezTo>
                  <a:pt x="453" y="1119"/>
                  <a:pt x="442" y="1110"/>
                  <a:pt x="430" y="1105"/>
                </a:cubicBezTo>
                <a:cubicBezTo>
                  <a:pt x="399" y="1091"/>
                  <a:pt x="395" y="1089"/>
                  <a:pt x="392" y="1089"/>
                </a:cubicBezTo>
                <a:cubicBezTo>
                  <a:pt x="366" y="1080"/>
                  <a:pt x="361" y="1073"/>
                  <a:pt x="354" y="1073"/>
                </a:cubicBezTo>
                <a:cubicBezTo>
                  <a:pt x="272" y="1038"/>
                  <a:pt x="264" y="1045"/>
                  <a:pt x="258" y="1037"/>
                </a:cubicBezTo>
                <a:cubicBezTo>
                  <a:pt x="228" y="1020"/>
                  <a:pt x="224" y="1018"/>
                  <a:pt x="221" y="1018"/>
                </a:cubicBezTo>
                <a:cubicBezTo>
                  <a:pt x="190" y="1001"/>
                  <a:pt x="188" y="991"/>
                  <a:pt x="184" y="993"/>
                </a:cubicBezTo>
                <a:cubicBezTo>
                  <a:pt x="154" y="965"/>
                  <a:pt x="150" y="962"/>
                  <a:pt x="146" y="962"/>
                </a:cubicBezTo>
                <a:cubicBezTo>
                  <a:pt x="188" y="1003"/>
                  <a:pt x="191" y="1002"/>
                  <a:pt x="193" y="1006"/>
                </a:cubicBezTo>
                <a:cubicBezTo>
                  <a:pt x="231" y="1027"/>
                  <a:pt x="233" y="1033"/>
                  <a:pt x="236" y="1031"/>
                </a:cubicBezTo>
                <a:cubicBezTo>
                  <a:pt x="256" y="1046"/>
                  <a:pt x="258" y="1053"/>
                  <a:pt x="261" y="1051"/>
                </a:cubicBezTo>
                <a:cubicBezTo>
                  <a:pt x="284" y="1067"/>
                  <a:pt x="286" y="1072"/>
                  <a:pt x="288" y="1075"/>
                </a:cubicBezTo>
                <a:cubicBezTo>
                  <a:pt x="317" y="1095"/>
                  <a:pt x="323" y="1099"/>
                  <a:pt x="330" y="1104"/>
                </a:cubicBezTo>
                <a:cubicBezTo>
                  <a:pt x="350" y="1113"/>
                  <a:pt x="352" y="1114"/>
                  <a:pt x="355" y="1115"/>
                </a:cubicBezTo>
                <a:cubicBezTo>
                  <a:pt x="387" y="1132"/>
                  <a:pt x="392" y="1132"/>
                  <a:pt x="396" y="1137"/>
                </a:cubicBezTo>
                <a:cubicBezTo>
                  <a:pt x="442" y="1160"/>
                  <a:pt x="445" y="1159"/>
                  <a:pt x="447" y="1162"/>
                </a:cubicBezTo>
                <a:cubicBezTo>
                  <a:pt x="495" y="1178"/>
                  <a:pt x="504" y="1188"/>
                  <a:pt x="514" y="1189"/>
                </a:cubicBezTo>
                <a:cubicBezTo>
                  <a:pt x="545" y="1207"/>
                  <a:pt x="548" y="1205"/>
                  <a:pt x="550" y="1206"/>
                </a:cubicBezTo>
                <a:cubicBezTo>
                  <a:pt x="576" y="1222"/>
                  <a:pt x="581" y="1223"/>
                  <a:pt x="586" y="1229"/>
                </a:cubicBezTo>
                <a:cubicBezTo>
                  <a:pt x="606" y="1238"/>
                  <a:pt x="610" y="1248"/>
                  <a:pt x="615" y="1248"/>
                </a:cubicBezTo>
                <a:cubicBezTo>
                  <a:pt x="617" y="1257"/>
                  <a:pt x="606" y="1255"/>
                  <a:pt x="597" y="1245"/>
                </a:cubicBezTo>
                <a:cubicBezTo>
                  <a:pt x="545" y="1221"/>
                  <a:pt x="540" y="1217"/>
                  <a:pt x="534" y="1218"/>
                </a:cubicBezTo>
                <a:cubicBezTo>
                  <a:pt x="485" y="1200"/>
                  <a:pt x="482" y="1196"/>
                  <a:pt x="479" y="1193"/>
                </a:cubicBezTo>
                <a:cubicBezTo>
                  <a:pt x="454" y="1186"/>
                  <a:pt x="450" y="1184"/>
                  <a:pt x="446" y="1184"/>
                </a:cubicBezTo>
                <a:cubicBezTo>
                  <a:pt x="389" y="1155"/>
                  <a:pt x="374" y="1155"/>
                  <a:pt x="361" y="1140"/>
                </a:cubicBezTo>
                <a:cubicBezTo>
                  <a:pt x="332" y="1126"/>
                  <a:pt x="326" y="1117"/>
                  <a:pt x="318" y="1117"/>
                </a:cubicBezTo>
                <a:cubicBezTo>
                  <a:pt x="296" y="1099"/>
                  <a:pt x="291" y="1096"/>
                  <a:pt x="284" y="1096"/>
                </a:cubicBezTo>
                <a:cubicBezTo>
                  <a:pt x="297" y="1108"/>
                  <a:pt x="302" y="1107"/>
                  <a:pt x="305" y="1110"/>
                </a:cubicBezTo>
                <a:cubicBezTo>
                  <a:pt x="326" y="1125"/>
                  <a:pt x="329" y="1128"/>
                  <a:pt x="333" y="1134"/>
                </a:cubicBezTo>
                <a:cubicBezTo>
                  <a:pt x="387" y="1166"/>
                  <a:pt x="394" y="1176"/>
                  <a:pt x="401" y="1181"/>
                </a:cubicBezTo>
                <a:cubicBezTo>
                  <a:pt x="430" y="1196"/>
                  <a:pt x="433" y="1199"/>
                  <a:pt x="437" y="1204"/>
                </a:cubicBezTo>
                <a:cubicBezTo>
                  <a:pt x="480" y="1225"/>
                  <a:pt x="488" y="1230"/>
                  <a:pt x="496" y="1231"/>
                </a:cubicBezTo>
                <a:cubicBezTo>
                  <a:pt x="512" y="1244"/>
                  <a:pt x="515" y="1239"/>
                  <a:pt x="516" y="1244"/>
                </a:cubicBezTo>
                <a:cubicBezTo>
                  <a:pt x="550" y="1257"/>
                  <a:pt x="553" y="1259"/>
                  <a:pt x="557" y="1260"/>
                </a:cubicBezTo>
                <a:cubicBezTo>
                  <a:pt x="595" y="1278"/>
                  <a:pt x="602" y="1276"/>
                  <a:pt x="608" y="1283"/>
                </a:cubicBezTo>
                <a:cubicBezTo>
                  <a:pt x="633" y="1289"/>
                  <a:pt x="638" y="1292"/>
                  <a:pt x="642" y="1290"/>
                </a:cubicBezTo>
                <a:cubicBezTo>
                  <a:pt x="671" y="1306"/>
                  <a:pt x="673" y="1306"/>
                  <a:pt x="672" y="1309"/>
                </a:cubicBezTo>
                <a:cubicBezTo>
                  <a:pt x="688" y="1331"/>
                  <a:pt x="675" y="1322"/>
                  <a:pt x="660" y="1323"/>
                </a:cubicBezTo>
                <a:cubicBezTo>
                  <a:pt x="632" y="1317"/>
                  <a:pt x="625" y="1308"/>
                  <a:pt x="617" y="1311"/>
                </a:cubicBezTo>
                <a:cubicBezTo>
                  <a:pt x="588" y="1307"/>
                  <a:pt x="582" y="1296"/>
                  <a:pt x="574" y="1299"/>
                </a:cubicBezTo>
                <a:cubicBezTo>
                  <a:pt x="545" y="1291"/>
                  <a:pt x="539" y="1284"/>
                  <a:pt x="531" y="1284"/>
                </a:cubicBezTo>
                <a:cubicBezTo>
                  <a:pt x="518" y="1276"/>
                  <a:pt x="514" y="1277"/>
                  <a:pt x="511" y="1275"/>
                </a:cubicBezTo>
                <a:cubicBezTo>
                  <a:pt x="466" y="1250"/>
                  <a:pt x="462" y="1253"/>
                  <a:pt x="459" y="1247"/>
                </a:cubicBezTo>
                <a:cubicBezTo>
                  <a:pt x="425" y="1226"/>
                  <a:pt x="420" y="1229"/>
                  <a:pt x="418" y="1223"/>
                </a:cubicBezTo>
                <a:cubicBezTo>
                  <a:pt x="384" y="1200"/>
                  <a:pt x="381" y="1195"/>
                  <a:pt x="377" y="1196"/>
                </a:cubicBezTo>
                <a:cubicBezTo>
                  <a:pt x="435" y="1244"/>
                  <a:pt x="446" y="1249"/>
                  <a:pt x="456" y="1258"/>
                </a:cubicBezTo>
                <a:cubicBezTo>
                  <a:pt x="492" y="1278"/>
                  <a:pt x="498" y="1276"/>
                  <a:pt x="504" y="1280"/>
                </a:cubicBezTo>
                <a:cubicBezTo>
                  <a:pt x="525" y="1289"/>
                  <a:pt x="530" y="1291"/>
                  <a:pt x="536" y="1294"/>
                </a:cubicBezTo>
                <a:cubicBezTo>
                  <a:pt x="557" y="1301"/>
                  <a:pt x="562" y="1305"/>
                  <a:pt x="568" y="1306"/>
                </a:cubicBezTo>
                <a:cubicBezTo>
                  <a:pt x="590" y="1309"/>
                  <a:pt x="595" y="1319"/>
                  <a:pt x="601" y="1315"/>
                </a:cubicBezTo>
                <a:cubicBezTo>
                  <a:pt x="677" y="1338"/>
                  <a:pt x="682" y="1337"/>
                  <a:pt x="686" y="1337"/>
                </a:cubicBezTo>
                <a:cubicBezTo>
                  <a:pt x="717" y="1352"/>
                  <a:pt x="722" y="1353"/>
                  <a:pt x="726" y="1359"/>
                </a:cubicBezTo>
                <a:cubicBezTo>
                  <a:pt x="698" y="1354"/>
                  <a:pt x="691" y="1350"/>
                  <a:pt x="684" y="1349"/>
                </a:cubicBezTo>
                <a:cubicBezTo>
                  <a:pt x="670" y="1348"/>
                  <a:pt x="667" y="1343"/>
                  <a:pt x="663" y="1345"/>
                </a:cubicBezTo>
                <a:cubicBezTo>
                  <a:pt x="627" y="1341"/>
                  <a:pt x="624" y="1336"/>
                  <a:pt x="620" y="1338"/>
                </a:cubicBezTo>
                <a:cubicBezTo>
                  <a:pt x="560" y="1320"/>
                  <a:pt x="556" y="1320"/>
                  <a:pt x="553" y="1319"/>
                </a:cubicBezTo>
                <a:cubicBezTo>
                  <a:pt x="518" y="1303"/>
                  <a:pt x="512" y="1300"/>
                  <a:pt x="505" y="1300"/>
                </a:cubicBezTo>
                <a:cubicBezTo>
                  <a:pt x="488" y="1293"/>
                  <a:pt x="487" y="1289"/>
                  <a:pt x="485" y="1290"/>
                </a:cubicBezTo>
                <a:cubicBezTo>
                  <a:pt x="521" y="1315"/>
                  <a:pt x="524" y="1319"/>
                  <a:pt x="528" y="1318"/>
                </a:cubicBezTo>
                <a:cubicBezTo>
                  <a:pt x="566" y="1335"/>
                  <a:pt x="569" y="1341"/>
                  <a:pt x="572" y="1346"/>
                </a:cubicBezTo>
                <a:cubicBezTo>
                  <a:pt x="604" y="1356"/>
                  <a:pt x="608" y="1362"/>
                  <a:pt x="611" y="1366"/>
                </a:cubicBezTo>
                <a:cubicBezTo>
                  <a:pt x="652" y="1386"/>
                  <a:pt x="660" y="1398"/>
                  <a:pt x="669" y="1400"/>
                </a:cubicBezTo>
                <a:cubicBezTo>
                  <a:pt x="717" y="1420"/>
                  <a:pt x="721" y="1423"/>
                  <a:pt x="726" y="1423"/>
                </a:cubicBezTo>
                <a:cubicBezTo>
                  <a:pt x="789" y="1445"/>
                  <a:pt x="794" y="1444"/>
                  <a:pt x="799" y="1446"/>
                </a:cubicBezTo>
                <a:cubicBezTo>
                  <a:pt x="834" y="1455"/>
                  <a:pt x="839" y="1460"/>
                  <a:pt x="844" y="1460"/>
                </a:cubicBezTo>
                <a:cubicBezTo>
                  <a:pt x="868" y="1469"/>
                  <a:pt x="872" y="1468"/>
                  <a:pt x="870" y="1471"/>
                </a:cubicBezTo>
                <a:cubicBezTo>
                  <a:pt x="799" y="1494"/>
                  <a:pt x="796" y="1495"/>
                  <a:pt x="792" y="1497"/>
                </a:cubicBezTo>
                <a:cubicBezTo>
                  <a:pt x="807" y="1500"/>
                  <a:pt x="814" y="1498"/>
                  <a:pt x="821" y="1492"/>
                </a:cubicBezTo>
                <a:cubicBezTo>
                  <a:pt x="853" y="1487"/>
                  <a:pt x="846" y="1492"/>
                  <a:pt x="840" y="1492"/>
                </a:cubicBezTo>
                <a:cubicBezTo>
                  <a:pt x="845" y="1498"/>
                  <a:pt x="850" y="1500"/>
                  <a:pt x="857" y="1494"/>
                </a:cubicBezTo>
                <a:cubicBezTo>
                  <a:pt x="896" y="1495"/>
                  <a:pt x="902" y="1495"/>
                  <a:pt x="906" y="1499"/>
                </a:cubicBezTo>
                <a:cubicBezTo>
                  <a:pt x="937" y="1499"/>
                  <a:pt x="939" y="1509"/>
                  <a:pt x="944" y="1507"/>
                </a:cubicBezTo>
                <a:cubicBezTo>
                  <a:pt x="979" y="1513"/>
                  <a:pt x="980" y="1525"/>
                  <a:pt x="984" y="1518"/>
                </a:cubicBezTo>
                <a:close/>
                <a:moveTo>
                  <a:pt x="194" y="560"/>
                </a:moveTo>
                <a:cubicBezTo>
                  <a:pt x="193" y="556"/>
                  <a:pt x="197" y="560"/>
                  <a:pt x="199" y="563"/>
                </a:cubicBezTo>
                <a:cubicBezTo>
                  <a:pt x="200" y="567"/>
                  <a:pt x="196" y="563"/>
                  <a:pt x="194" y="560"/>
                </a:cubicBezTo>
                <a:close/>
                <a:moveTo>
                  <a:pt x="272" y="655"/>
                </a:moveTo>
                <a:cubicBezTo>
                  <a:pt x="271" y="660"/>
                  <a:pt x="274" y="665"/>
                  <a:pt x="273" y="670"/>
                </a:cubicBezTo>
                <a:cubicBezTo>
                  <a:pt x="266" y="671"/>
                  <a:pt x="272" y="661"/>
                  <a:pt x="269" y="657"/>
                </a:cubicBezTo>
                <a:cubicBezTo>
                  <a:pt x="270" y="652"/>
                  <a:pt x="269" y="647"/>
                  <a:pt x="268" y="641"/>
                </a:cubicBezTo>
                <a:cubicBezTo>
                  <a:pt x="275" y="641"/>
                  <a:pt x="269" y="651"/>
                  <a:pt x="272" y="655"/>
                </a:cubicBezTo>
                <a:close/>
                <a:moveTo>
                  <a:pt x="268" y="727"/>
                </a:moveTo>
                <a:cubicBezTo>
                  <a:pt x="276" y="724"/>
                  <a:pt x="273" y="733"/>
                  <a:pt x="279" y="738"/>
                </a:cubicBezTo>
                <a:cubicBezTo>
                  <a:pt x="274" y="741"/>
                  <a:pt x="272" y="730"/>
                  <a:pt x="268" y="727"/>
                </a:cubicBezTo>
                <a:close/>
                <a:moveTo>
                  <a:pt x="290" y="751"/>
                </a:moveTo>
                <a:cubicBezTo>
                  <a:pt x="298" y="753"/>
                  <a:pt x="300" y="766"/>
                  <a:pt x="303" y="772"/>
                </a:cubicBezTo>
                <a:cubicBezTo>
                  <a:pt x="296" y="771"/>
                  <a:pt x="298" y="758"/>
                  <a:pt x="290" y="751"/>
                </a:cubicBezTo>
                <a:close/>
                <a:moveTo>
                  <a:pt x="308" y="784"/>
                </a:moveTo>
                <a:cubicBezTo>
                  <a:pt x="319" y="781"/>
                  <a:pt x="311" y="795"/>
                  <a:pt x="318" y="801"/>
                </a:cubicBezTo>
                <a:cubicBezTo>
                  <a:pt x="308" y="801"/>
                  <a:pt x="317" y="790"/>
                  <a:pt x="308" y="784"/>
                </a:cubicBezTo>
                <a:close/>
                <a:moveTo>
                  <a:pt x="335" y="731"/>
                </a:moveTo>
                <a:cubicBezTo>
                  <a:pt x="331" y="739"/>
                  <a:pt x="333" y="748"/>
                  <a:pt x="329" y="756"/>
                </a:cubicBezTo>
                <a:cubicBezTo>
                  <a:pt x="331" y="839"/>
                  <a:pt x="330" y="829"/>
                  <a:pt x="331" y="827"/>
                </a:cubicBezTo>
                <a:cubicBezTo>
                  <a:pt x="322" y="788"/>
                  <a:pt x="320" y="778"/>
                  <a:pt x="322" y="769"/>
                </a:cubicBezTo>
                <a:cubicBezTo>
                  <a:pt x="318" y="724"/>
                  <a:pt x="317" y="720"/>
                  <a:pt x="317" y="717"/>
                </a:cubicBezTo>
                <a:cubicBezTo>
                  <a:pt x="318" y="666"/>
                  <a:pt x="315" y="662"/>
                  <a:pt x="318" y="659"/>
                </a:cubicBezTo>
                <a:cubicBezTo>
                  <a:pt x="321" y="617"/>
                  <a:pt x="325" y="610"/>
                  <a:pt x="326" y="603"/>
                </a:cubicBezTo>
                <a:cubicBezTo>
                  <a:pt x="329" y="554"/>
                  <a:pt x="337" y="551"/>
                  <a:pt x="334" y="546"/>
                </a:cubicBezTo>
                <a:cubicBezTo>
                  <a:pt x="340" y="528"/>
                  <a:pt x="337" y="525"/>
                  <a:pt x="340" y="524"/>
                </a:cubicBezTo>
                <a:cubicBezTo>
                  <a:pt x="358" y="455"/>
                  <a:pt x="361" y="441"/>
                  <a:pt x="367" y="427"/>
                </a:cubicBezTo>
                <a:cubicBezTo>
                  <a:pt x="372" y="400"/>
                  <a:pt x="369" y="396"/>
                  <a:pt x="372" y="393"/>
                </a:cubicBezTo>
                <a:cubicBezTo>
                  <a:pt x="373" y="371"/>
                  <a:pt x="375" y="370"/>
                  <a:pt x="377" y="374"/>
                </a:cubicBezTo>
                <a:cubicBezTo>
                  <a:pt x="377" y="403"/>
                  <a:pt x="376" y="410"/>
                  <a:pt x="376" y="417"/>
                </a:cubicBezTo>
                <a:cubicBezTo>
                  <a:pt x="376" y="432"/>
                  <a:pt x="379" y="436"/>
                  <a:pt x="376" y="439"/>
                </a:cubicBezTo>
                <a:cubicBezTo>
                  <a:pt x="374" y="475"/>
                  <a:pt x="370" y="478"/>
                  <a:pt x="372" y="482"/>
                </a:cubicBezTo>
                <a:cubicBezTo>
                  <a:pt x="363" y="531"/>
                  <a:pt x="358" y="537"/>
                  <a:pt x="363" y="545"/>
                </a:cubicBezTo>
                <a:cubicBezTo>
                  <a:pt x="349" y="586"/>
                  <a:pt x="354" y="590"/>
                  <a:pt x="351" y="593"/>
                </a:cubicBezTo>
                <a:cubicBezTo>
                  <a:pt x="346" y="626"/>
                  <a:pt x="344" y="633"/>
                  <a:pt x="342" y="640"/>
                </a:cubicBezTo>
                <a:cubicBezTo>
                  <a:pt x="338" y="668"/>
                  <a:pt x="336" y="675"/>
                  <a:pt x="335" y="682"/>
                </a:cubicBezTo>
                <a:close/>
                <a:moveTo>
                  <a:pt x="377" y="918"/>
                </a:moveTo>
                <a:cubicBezTo>
                  <a:pt x="384" y="917"/>
                  <a:pt x="377" y="927"/>
                  <a:pt x="384" y="931"/>
                </a:cubicBezTo>
                <a:cubicBezTo>
                  <a:pt x="377" y="932"/>
                  <a:pt x="376" y="921"/>
                  <a:pt x="377" y="918"/>
                </a:cubicBezTo>
                <a:close/>
                <a:moveTo>
                  <a:pt x="383" y="897"/>
                </a:moveTo>
                <a:cubicBezTo>
                  <a:pt x="382" y="892"/>
                  <a:pt x="387" y="897"/>
                  <a:pt x="385" y="899"/>
                </a:cubicBezTo>
                <a:cubicBezTo>
                  <a:pt x="387" y="902"/>
                  <a:pt x="385" y="904"/>
                  <a:pt x="388" y="907"/>
                </a:cubicBezTo>
                <a:cubicBezTo>
                  <a:pt x="387" y="914"/>
                  <a:pt x="383" y="899"/>
                  <a:pt x="383" y="897"/>
                </a:cubicBezTo>
                <a:close/>
                <a:moveTo>
                  <a:pt x="454" y="1071"/>
                </a:moveTo>
                <a:cubicBezTo>
                  <a:pt x="452" y="1070"/>
                  <a:pt x="449" y="1072"/>
                  <a:pt x="447" y="1068"/>
                </a:cubicBezTo>
                <a:cubicBezTo>
                  <a:pt x="405" y="1048"/>
                  <a:pt x="400" y="1045"/>
                  <a:pt x="395" y="1044"/>
                </a:cubicBezTo>
                <a:cubicBezTo>
                  <a:pt x="344" y="1022"/>
                  <a:pt x="338" y="1021"/>
                  <a:pt x="333" y="1018"/>
                </a:cubicBezTo>
                <a:cubicBezTo>
                  <a:pt x="314" y="1012"/>
                  <a:pt x="310" y="1001"/>
                  <a:pt x="304" y="1004"/>
                </a:cubicBezTo>
                <a:cubicBezTo>
                  <a:pt x="227" y="958"/>
                  <a:pt x="222" y="952"/>
                  <a:pt x="217" y="949"/>
                </a:cubicBezTo>
                <a:cubicBezTo>
                  <a:pt x="187" y="918"/>
                  <a:pt x="197" y="935"/>
                  <a:pt x="210" y="935"/>
                </a:cubicBezTo>
                <a:cubicBezTo>
                  <a:pt x="249" y="953"/>
                  <a:pt x="254" y="958"/>
                  <a:pt x="260" y="960"/>
                </a:cubicBezTo>
                <a:cubicBezTo>
                  <a:pt x="301" y="977"/>
                  <a:pt x="306" y="982"/>
                  <a:pt x="311" y="983"/>
                </a:cubicBezTo>
                <a:cubicBezTo>
                  <a:pt x="357" y="1005"/>
                  <a:pt x="360" y="1006"/>
                  <a:pt x="363" y="1007"/>
                </a:cubicBezTo>
                <a:cubicBezTo>
                  <a:pt x="404" y="1025"/>
                  <a:pt x="402" y="1033"/>
                  <a:pt x="409" y="1031"/>
                </a:cubicBezTo>
                <a:cubicBezTo>
                  <a:pt x="437" y="1049"/>
                  <a:pt x="439" y="1056"/>
                  <a:pt x="441" y="1053"/>
                </a:cubicBezTo>
                <a:cubicBezTo>
                  <a:pt x="464" y="1081"/>
                  <a:pt x="459" y="1076"/>
                  <a:pt x="454" y="1071"/>
                </a:cubicBezTo>
                <a:close/>
                <a:moveTo>
                  <a:pt x="268" y="1051"/>
                </a:moveTo>
                <a:cubicBezTo>
                  <a:pt x="271" y="1051"/>
                  <a:pt x="273" y="1052"/>
                  <a:pt x="276" y="1054"/>
                </a:cubicBezTo>
                <a:cubicBezTo>
                  <a:pt x="278" y="1059"/>
                  <a:pt x="270" y="1054"/>
                  <a:pt x="268" y="1051"/>
                </a:cubicBezTo>
                <a:close/>
                <a:moveTo>
                  <a:pt x="580" y="1214"/>
                </a:moveTo>
                <a:cubicBezTo>
                  <a:pt x="573" y="1211"/>
                  <a:pt x="567" y="1205"/>
                  <a:pt x="560" y="1205"/>
                </a:cubicBezTo>
                <a:cubicBezTo>
                  <a:pt x="529" y="1186"/>
                  <a:pt x="526" y="1184"/>
                  <a:pt x="522" y="1186"/>
                </a:cubicBezTo>
                <a:cubicBezTo>
                  <a:pt x="481" y="1169"/>
                  <a:pt x="479" y="1162"/>
                  <a:pt x="475" y="1164"/>
                </a:cubicBezTo>
                <a:cubicBezTo>
                  <a:pt x="441" y="1147"/>
                  <a:pt x="434" y="1148"/>
                  <a:pt x="428" y="1143"/>
                </a:cubicBezTo>
                <a:cubicBezTo>
                  <a:pt x="404" y="1135"/>
                  <a:pt x="402" y="1125"/>
                  <a:pt x="398" y="1127"/>
                </a:cubicBezTo>
                <a:cubicBezTo>
                  <a:pt x="345" y="1102"/>
                  <a:pt x="339" y="1102"/>
                  <a:pt x="333" y="1096"/>
                </a:cubicBezTo>
                <a:cubicBezTo>
                  <a:pt x="282" y="1057"/>
                  <a:pt x="286" y="1056"/>
                  <a:pt x="289" y="1061"/>
                </a:cubicBezTo>
                <a:cubicBezTo>
                  <a:pt x="303" y="1065"/>
                  <a:pt x="306" y="1064"/>
                  <a:pt x="309" y="1067"/>
                </a:cubicBezTo>
                <a:cubicBezTo>
                  <a:pt x="329" y="1073"/>
                  <a:pt x="332" y="1077"/>
                  <a:pt x="336" y="1075"/>
                </a:cubicBezTo>
                <a:cubicBezTo>
                  <a:pt x="382" y="1096"/>
                  <a:pt x="389" y="1094"/>
                  <a:pt x="395" y="1100"/>
                </a:cubicBezTo>
                <a:cubicBezTo>
                  <a:pt x="420" y="1110"/>
                  <a:pt x="426" y="1117"/>
                  <a:pt x="433" y="1116"/>
                </a:cubicBezTo>
                <a:cubicBezTo>
                  <a:pt x="475" y="1138"/>
                  <a:pt x="479" y="1137"/>
                  <a:pt x="482" y="1140"/>
                </a:cubicBezTo>
                <a:cubicBezTo>
                  <a:pt x="503" y="1150"/>
                  <a:pt x="505" y="1157"/>
                  <a:pt x="509" y="1155"/>
                </a:cubicBezTo>
                <a:cubicBezTo>
                  <a:pt x="552" y="1189"/>
                  <a:pt x="558" y="1193"/>
                  <a:pt x="565" y="1196"/>
                </a:cubicBezTo>
                <a:close/>
                <a:moveTo>
                  <a:pt x="617" y="1274"/>
                </a:moveTo>
                <a:cubicBezTo>
                  <a:pt x="613" y="1273"/>
                  <a:pt x="608" y="1272"/>
                  <a:pt x="604" y="1270"/>
                </a:cubicBezTo>
                <a:cubicBezTo>
                  <a:pt x="596" y="1264"/>
                  <a:pt x="587" y="1264"/>
                  <a:pt x="579" y="1258"/>
                </a:cubicBezTo>
                <a:cubicBezTo>
                  <a:pt x="575" y="1258"/>
                  <a:pt x="570" y="1256"/>
                  <a:pt x="566" y="1254"/>
                </a:cubicBezTo>
                <a:cubicBezTo>
                  <a:pt x="562" y="1252"/>
                  <a:pt x="558" y="1249"/>
                  <a:pt x="554" y="1249"/>
                </a:cubicBezTo>
                <a:cubicBezTo>
                  <a:pt x="546" y="1247"/>
                  <a:pt x="537" y="1243"/>
                  <a:pt x="529" y="1240"/>
                </a:cubicBezTo>
                <a:cubicBezTo>
                  <a:pt x="513" y="1231"/>
                  <a:pt x="495" y="1229"/>
                  <a:pt x="480" y="1216"/>
                </a:cubicBezTo>
                <a:cubicBezTo>
                  <a:pt x="475" y="1215"/>
                  <a:pt x="471" y="1216"/>
                  <a:pt x="467" y="1209"/>
                </a:cubicBezTo>
                <a:cubicBezTo>
                  <a:pt x="462" y="1214"/>
                  <a:pt x="460" y="1202"/>
                  <a:pt x="455" y="1204"/>
                </a:cubicBezTo>
                <a:cubicBezTo>
                  <a:pt x="447" y="1200"/>
                  <a:pt x="439" y="1194"/>
                  <a:pt x="431" y="1192"/>
                </a:cubicBezTo>
                <a:cubicBezTo>
                  <a:pt x="427" y="1188"/>
                  <a:pt x="424" y="1185"/>
                  <a:pt x="420" y="1184"/>
                </a:cubicBezTo>
                <a:cubicBezTo>
                  <a:pt x="419" y="1181"/>
                  <a:pt x="421" y="1183"/>
                  <a:pt x="423" y="1182"/>
                </a:cubicBezTo>
                <a:cubicBezTo>
                  <a:pt x="425" y="1182"/>
                  <a:pt x="427" y="1183"/>
                  <a:pt x="429" y="1186"/>
                </a:cubicBezTo>
                <a:cubicBezTo>
                  <a:pt x="434" y="1181"/>
                  <a:pt x="436" y="1194"/>
                  <a:pt x="441" y="1188"/>
                </a:cubicBezTo>
                <a:cubicBezTo>
                  <a:pt x="447" y="1196"/>
                  <a:pt x="456" y="1192"/>
                  <a:pt x="462" y="1199"/>
                </a:cubicBezTo>
                <a:cubicBezTo>
                  <a:pt x="464" y="1201"/>
                  <a:pt x="467" y="1198"/>
                  <a:pt x="468" y="1200"/>
                </a:cubicBezTo>
                <a:cubicBezTo>
                  <a:pt x="470" y="1204"/>
                  <a:pt x="472" y="1203"/>
                  <a:pt x="475" y="1201"/>
                </a:cubicBezTo>
                <a:cubicBezTo>
                  <a:pt x="477" y="1208"/>
                  <a:pt x="482" y="1201"/>
                  <a:pt x="484" y="1208"/>
                </a:cubicBezTo>
                <a:cubicBezTo>
                  <a:pt x="492" y="1207"/>
                  <a:pt x="499" y="1213"/>
                  <a:pt x="506" y="1216"/>
                </a:cubicBezTo>
                <a:cubicBezTo>
                  <a:pt x="515" y="1216"/>
                  <a:pt x="522" y="1222"/>
                  <a:pt x="530" y="1226"/>
                </a:cubicBezTo>
                <a:cubicBezTo>
                  <a:pt x="538" y="1225"/>
                  <a:pt x="545" y="1230"/>
                  <a:pt x="552" y="1235"/>
                </a:cubicBezTo>
                <a:cubicBezTo>
                  <a:pt x="556" y="1235"/>
                  <a:pt x="559" y="1239"/>
                  <a:pt x="563" y="1240"/>
                </a:cubicBezTo>
                <a:cubicBezTo>
                  <a:pt x="567" y="1242"/>
                  <a:pt x="571" y="1239"/>
                  <a:pt x="573" y="1246"/>
                </a:cubicBezTo>
                <a:cubicBezTo>
                  <a:pt x="581" y="1247"/>
                  <a:pt x="588" y="1254"/>
                  <a:pt x="595" y="1254"/>
                </a:cubicBezTo>
                <a:cubicBezTo>
                  <a:pt x="597" y="1256"/>
                  <a:pt x="598" y="1258"/>
                  <a:pt x="599" y="1260"/>
                </a:cubicBezTo>
                <a:cubicBezTo>
                  <a:pt x="604" y="1262"/>
                  <a:pt x="609" y="1265"/>
                  <a:pt x="614" y="1265"/>
                </a:cubicBezTo>
                <a:cubicBezTo>
                  <a:pt x="618" y="1269"/>
                  <a:pt x="623" y="1274"/>
                  <a:pt x="628" y="1274"/>
                </a:cubicBezTo>
                <a:cubicBezTo>
                  <a:pt x="629" y="1283"/>
                  <a:pt x="620" y="1272"/>
                  <a:pt x="617" y="1274"/>
                </a:cubicBezTo>
                <a:close/>
                <a:moveTo>
                  <a:pt x="805" y="1319"/>
                </a:moveTo>
                <a:cubicBezTo>
                  <a:pt x="807" y="1316"/>
                  <a:pt x="803" y="1312"/>
                  <a:pt x="802" y="1308"/>
                </a:cubicBezTo>
                <a:cubicBezTo>
                  <a:pt x="798" y="1300"/>
                  <a:pt x="801" y="1294"/>
                  <a:pt x="795" y="1286"/>
                </a:cubicBezTo>
                <a:cubicBezTo>
                  <a:pt x="796" y="1283"/>
                  <a:pt x="793" y="1279"/>
                  <a:pt x="792" y="1275"/>
                </a:cubicBezTo>
                <a:cubicBezTo>
                  <a:pt x="792" y="1271"/>
                  <a:pt x="789" y="1267"/>
                  <a:pt x="789" y="1263"/>
                </a:cubicBezTo>
                <a:cubicBezTo>
                  <a:pt x="784" y="1259"/>
                  <a:pt x="792" y="1257"/>
                  <a:pt x="786" y="1252"/>
                </a:cubicBezTo>
                <a:cubicBezTo>
                  <a:pt x="788" y="1249"/>
                  <a:pt x="782" y="1245"/>
                  <a:pt x="785" y="1242"/>
                </a:cubicBezTo>
                <a:cubicBezTo>
                  <a:pt x="779" y="1240"/>
                  <a:pt x="788" y="1232"/>
                  <a:pt x="782" y="1234"/>
                </a:cubicBezTo>
                <a:cubicBezTo>
                  <a:pt x="780" y="1230"/>
                  <a:pt x="785" y="1227"/>
                  <a:pt x="779" y="1223"/>
                </a:cubicBezTo>
                <a:cubicBezTo>
                  <a:pt x="777" y="1216"/>
                  <a:pt x="771" y="1208"/>
                  <a:pt x="775" y="1202"/>
                </a:cubicBezTo>
                <a:cubicBezTo>
                  <a:pt x="766" y="1186"/>
                  <a:pt x="772" y="1173"/>
                  <a:pt x="762" y="1157"/>
                </a:cubicBezTo>
                <a:cubicBezTo>
                  <a:pt x="762" y="1151"/>
                  <a:pt x="764" y="1145"/>
                  <a:pt x="759" y="1138"/>
                </a:cubicBezTo>
                <a:cubicBezTo>
                  <a:pt x="763" y="1133"/>
                  <a:pt x="757" y="1126"/>
                  <a:pt x="757" y="1120"/>
                </a:cubicBezTo>
                <a:cubicBezTo>
                  <a:pt x="762" y="1115"/>
                  <a:pt x="752" y="1107"/>
                  <a:pt x="757" y="1102"/>
                </a:cubicBezTo>
                <a:cubicBezTo>
                  <a:pt x="753" y="1095"/>
                  <a:pt x="756" y="1090"/>
                  <a:pt x="752" y="1084"/>
                </a:cubicBezTo>
                <a:cubicBezTo>
                  <a:pt x="757" y="1082"/>
                  <a:pt x="759" y="1092"/>
                  <a:pt x="763" y="1095"/>
                </a:cubicBezTo>
                <a:cubicBezTo>
                  <a:pt x="764" y="1101"/>
                  <a:pt x="771" y="1108"/>
                  <a:pt x="771" y="1113"/>
                </a:cubicBezTo>
                <a:cubicBezTo>
                  <a:pt x="774" y="1123"/>
                  <a:pt x="774" y="1132"/>
                  <a:pt x="777" y="1141"/>
                </a:cubicBezTo>
                <a:cubicBezTo>
                  <a:pt x="776" y="1145"/>
                  <a:pt x="777" y="1150"/>
                  <a:pt x="779" y="1155"/>
                </a:cubicBezTo>
                <a:cubicBezTo>
                  <a:pt x="776" y="1159"/>
                  <a:pt x="783" y="1164"/>
                  <a:pt x="780" y="1168"/>
                </a:cubicBezTo>
                <a:cubicBezTo>
                  <a:pt x="783" y="1178"/>
                  <a:pt x="783" y="1186"/>
                  <a:pt x="787" y="1196"/>
                </a:cubicBezTo>
                <a:cubicBezTo>
                  <a:pt x="784" y="1199"/>
                  <a:pt x="791" y="1205"/>
                  <a:pt x="788" y="1208"/>
                </a:cubicBezTo>
                <a:cubicBezTo>
                  <a:pt x="790" y="1213"/>
                  <a:pt x="790" y="1217"/>
                  <a:pt x="795" y="1222"/>
                </a:cubicBezTo>
                <a:cubicBezTo>
                  <a:pt x="789" y="1226"/>
                  <a:pt x="793" y="1231"/>
                  <a:pt x="797" y="1237"/>
                </a:cubicBezTo>
                <a:cubicBezTo>
                  <a:pt x="791" y="1240"/>
                  <a:pt x="797" y="1245"/>
                  <a:pt x="798" y="1249"/>
                </a:cubicBezTo>
                <a:cubicBezTo>
                  <a:pt x="792" y="1257"/>
                  <a:pt x="805" y="1267"/>
                  <a:pt x="800" y="1275"/>
                </a:cubicBezTo>
                <a:cubicBezTo>
                  <a:pt x="807" y="1281"/>
                  <a:pt x="801" y="1284"/>
                  <a:pt x="805" y="1290"/>
                </a:cubicBezTo>
                <a:cubicBezTo>
                  <a:pt x="807" y="1294"/>
                  <a:pt x="806" y="1298"/>
                  <a:pt x="806" y="1302"/>
                </a:cubicBezTo>
                <a:cubicBezTo>
                  <a:pt x="808" y="1311"/>
                  <a:pt x="809" y="1319"/>
                  <a:pt x="811" y="1328"/>
                </a:cubicBezTo>
                <a:cubicBezTo>
                  <a:pt x="805" y="1330"/>
                  <a:pt x="808" y="1322"/>
                  <a:pt x="805" y="1319"/>
                </a:cubicBezTo>
                <a:close/>
                <a:moveTo>
                  <a:pt x="825" y="1377"/>
                </a:moveTo>
                <a:cubicBezTo>
                  <a:pt x="822" y="1373"/>
                  <a:pt x="823" y="1369"/>
                  <a:pt x="818" y="1364"/>
                </a:cubicBezTo>
                <a:cubicBezTo>
                  <a:pt x="822" y="1360"/>
                  <a:pt x="813" y="1353"/>
                  <a:pt x="816" y="1349"/>
                </a:cubicBezTo>
                <a:cubicBezTo>
                  <a:pt x="810" y="1344"/>
                  <a:pt x="813" y="1340"/>
                  <a:pt x="808" y="1335"/>
                </a:cubicBezTo>
                <a:cubicBezTo>
                  <a:pt x="816" y="1330"/>
                  <a:pt x="814" y="1343"/>
                  <a:pt x="816" y="1346"/>
                </a:cubicBezTo>
                <a:cubicBezTo>
                  <a:pt x="821" y="1352"/>
                  <a:pt x="818" y="1356"/>
                  <a:pt x="824" y="1362"/>
                </a:cubicBezTo>
                <a:cubicBezTo>
                  <a:pt x="821" y="1369"/>
                  <a:pt x="831" y="1379"/>
                  <a:pt x="832" y="1388"/>
                </a:cubicBezTo>
                <a:cubicBezTo>
                  <a:pt x="826" y="1390"/>
                  <a:pt x="828" y="1380"/>
                  <a:pt x="825" y="1377"/>
                </a:cubicBezTo>
                <a:close/>
                <a:moveTo>
                  <a:pt x="750" y="1257"/>
                </a:moveTo>
                <a:cubicBezTo>
                  <a:pt x="752" y="1260"/>
                  <a:pt x="755" y="1264"/>
                  <a:pt x="757" y="1267"/>
                </a:cubicBezTo>
                <a:cubicBezTo>
                  <a:pt x="754" y="1272"/>
                  <a:pt x="762" y="1279"/>
                  <a:pt x="761" y="1284"/>
                </a:cubicBezTo>
                <a:cubicBezTo>
                  <a:pt x="759" y="1289"/>
                  <a:pt x="763" y="1294"/>
                  <a:pt x="764" y="1300"/>
                </a:cubicBezTo>
                <a:cubicBezTo>
                  <a:pt x="765" y="1305"/>
                  <a:pt x="771" y="1311"/>
                  <a:pt x="771" y="1317"/>
                </a:cubicBezTo>
                <a:cubicBezTo>
                  <a:pt x="774" y="1320"/>
                  <a:pt x="773" y="1322"/>
                  <a:pt x="774" y="1325"/>
                </a:cubicBezTo>
                <a:cubicBezTo>
                  <a:pt x="776" y="1327"/>
                  <a:pt x="778" y="1330"/>
                  <a:pt x="776" y="1332"/>
                </a:cubicBezTo>
                <a:cubicBezTo>
                  <a:pt x="783" y="1341"/>
                  <a:pt x="783" y="1356"/>
                  <a:pt x="792" y="1361"/>
                </a:cubicBezTo>
                <a:cubicBezTo>
                  <a:pt x="790" y="1363"/>
                  <a:pt x="793" y="1366"/>
                  <a:pt x="795" y="1369"/>
                </a:cubicBezTo>
                <a:cubicBezTo>
                  <a:pt x="797" y="1372"/>
                  <a:pt x="795" y="1374"/>
                  <a:pt x="798" y="1377"/>
                </a:cubicBezTo>
                <a:cubicBezTo>
                  <a:pt x="798" y="1382"/>
                  <a:pt x="807" y="1388"/>
                  <a:pt x="801" y="1392"/>
                </a:cubicBezTo>
                <a:cubicBezTo>
                  <a:pt x="779" y="1365"/>
                  <a:pt x="778" y="1342"/>
                  <a:pt x="763" y="1317"/>
                </a:cubicBezTo>
                <a:cubicBezTo>
                  <a:pt x="764" y="1312"/>
                  <a:pt x="764" y="1307"/>
                  <a:pt x="760" y="1301"/>
                </a:cubicBezTo>
                <a:cubicBezTo>
                  <a:pt x="762" y="1296"/>
                  <a:pt x="756" y="1291"/>
                  <a:pt x="757" y="1286"/>
                </a:cubicBezTo>
                <a:cubicBezTo>
                  <a:pt x="757" y="1281"/>
                  <a:pt x="754" y="1276"/>
                  <a:pt x="752" y="1271"/>
                </a:cubicBezTo>
                <a:cubicBezTo>
                  <a:pt x="754" y="1267"/>
                  <a:pt x="749" y="1261"/>
                  <a:pt x="750" y="1257"/>
                </a:cubicBezTo>
                <a:cubicBezTo>
                  <a:pt x="743" y="1251"/>
                  <a:pt x="755" y="1253"/>
                  <a:pt x="750" y="1257"/>
                </a:cubicBezTo>
                <a:close/>
                <a:moveTo>
                  <a:pt x="732" y="1176"/>
                </a:moveTo>
                <a:cubicBezTo>
                  <a:pt x="734" y="1178"/>
                  <a:pt x="734" y="1179"/>
                  <a:pt x="733" y="1180"/>
                </a:cubicBezTo>
                <a:cubicBezTo>
                  <a:pt x="737" y="1184"/>
                  <a:pt x="732" y="1187"/>
                  <a:pt x="737" y="1191"/>
                </a:cubicBezTo>
                <a:cubicBezTo>
                  <a:pt x="733" y="1195"/>
                  <a:pt x="740" y="1200"/>
                  <a:pt x="737" y="1205"/>
                </a:cubicBezTo>
                <a:cubicBezTo>
                  <a:pt x="734" y="1200"/>
                  <a:pt x="733" y="1196"/>
                  <a:pt x="736" y="1192"/>
                </a:cubicBezTo>
                <a:cubicBezTo>
                  <a:pt x="731" y="1185"/>
                  <a:pt x="731" y="1179"/>
                  <a:pt x="730" y="1172"/>
                </a:cubicBezTo>
                <a:cubicBezTo>
                  <a:pt x="733" y="1171"/>
                  <a:pt x="730" y="1174"/>
                  <a:pt x="732" y="1176"/>
                </a:cubicBezTo>
                <a:close/>
                <a:moveTo>
                  <a:pt x="727" y="1158"/>
                </a:moveTo>
                <a:cubicBezTo>
                  <a:pt x="726" y="1149"/>
                  <a:pt x="735" y="1168"/>
                  <a:pt x="728" y="1162"/>
                </a:cubicBezTo>
                <a:cubicBezTo>
                  <a:pt x="725" y="1160"/>
                  <a:pt x="728" y="1159"/>
                  <a:pt x="727" y="1158"/>
                </a:cubicBezTo>
                <a:close/>
                <a:moveTo>
                  <a:pt x="687" y="988"/>
                </a:moveTo>
                <a:cubicBezTo>
                  <a:pt x="686" y="980"/>
                  <a:pt x="691" y="972"/>
                  <a:pt x="688" y="963"/>
                </a:cubicBezTo>
                <a:cubicBezTo>
                  <a:pt x="690" y="939"/>
                  <a:pt x="692" y="942"/>
                  <a:pt x="690" y="943"/>
                </a:cubicBezTo>
                <a:cubicBezTo>
                  <a:pt x="691" y="958"/>
                  <a:pt x="690" y="959"/>
                  <a:pt x="692" y="961"/>
                </a:cubicBezTo>
                <a:cubicBezTo>
                  <a:pt x="692" y="977"/>
                  <a:pt x="693" y="981"/>
                  <a:pt x="692" y="985"/>
                </a:cubicBezTo>
                <a:cubicBezTo>
                  <a:pt x="698" y="1018"/>
                  <a:pt x="694" y="1026"/>
                  <a:pt x="698" y="1034"/>
                </a:cubicBezTo>
                <a:cubicBezTo>
                  <a:pt x="707" y="1091"/>
                  <a:pt x="704" y="1098"/>
                  <a:pt x="708" y="1107"/>
                </a:cubicBezTo>
                <a:cubicBezTo>
                  <a:pt x="711" y="1139"/>
                  <a:pt x="716" y="1148"/>
                  <a:pt x="715" y="1156"/>
                </a:cubicBezTo>
                <a:cubicBezTo>
                  <a:pt x="725" y="1197"/>
                  <a:pt x="729" y="1214"/>
                  <a:pt x="734" y="1231"/>
                </a:cubicBezTo>
                <a:cubicBezTo>
                  <a:pt x="749" y="1288"/>
                  <a:pt x="747" y="1296"/>
                  <a:pt x="752" y="1306"/>
                </a:cubicBezTo>
                <a:cubicBezTo>
                  <a:pt x="764" y="1347"/>
                  <a:pt x="773" y="1364"/>
                  <a:pt x="782" y="1381"/>
                </a:cubicBezTo>
                <a:cubicBezTo>
                  <a:pt x="746" y="1345"/>
                  <a:pt x="746" y="1340"/>
                  <a:pt x="740" y="1333"/>
                </a:cubicBezTo>
                <a:cubicBezTo>
                  <a:pt x="729" y="1298"/>
                  <a:pt x="730" y="1290"/>
                  <a:pt x="721" y="1280"/>
                </a:cubicBezTo>
                <a:cubicBezTo>
                  <a:pt x="713" y="1238"/>
                  <a:pt x="715" y="1234"/>
                  <a:pt x="712" y="1230"/>
                </a:cubicBezTo>
                <a:cubicBezTo>
                  <a:pt x="706" y="1195"/>
                  <a:pt x="704" y="1194"/>
                  <a:pt x="704" y="1193"/>
                </a:cubicBezTo>
                <a:cubicBezTo>
                  <a:pt x="701" y="1173"/>
                  <a:pt x="699" y="1164"/>
                  <a:pt x="699" y="1156"/>
                </a:cubicBezTo>
                <a:cubicBezTo>
                  <a:pt x="691" y="1100"/>
                  <a:pt x="690" y="1092"/>
                  <a:pt x="691" y="1084"/>
                </a:cubicBezTo>
                <a:close/>
                <a:moveTo>
                  <a:pt x="736" y="1347"/>
                </a:moveTo>
                <a:cubicBezTo>
                  <a:pt x="730" y="1348"/>
                  <a:pt x="730" y="1337"/>
                  <a:pt x="727" y="1334"/>
                </a:cubicBezTo>
                <a:cubicBezTo>
                  <a:pt x="734" y="1333"/>
                  <a:pt x="734" y="1344"/>
                  <a:pt x="736" y="1347"/>
                </a:cubicBezTo>
                <a:close/>
                <a:moveTo>
                  <a:pt x="678" y="1070"/>
                </a:moveTo>
                <a:cubicBezTo>
                  <a:pt x="684" y="1068"/>
                  <a:pt x="678" y="1073"/>
                  <a:pt x="680" y="1076"/>
                </a:cubicBezTo>
                <a:cubicBezTo>
                  <a:pt x="684" y="1082"/>
                  <a:pt x="675" y="1078"/>
                  <a:pt x="678" y="1070"/>
                </a:cubicBezTo>
                <a:close/>
                <a:moveTo>
                  <a:pt x="716" y="1310"/>
                </a:moveTo>
                <a:cubicBezTo>
                  <a:pt x="716" y="1305"/>
                  <a:pt x="710" y="1299"/>
                  <a:pt x="709" y="1294"/>
                </a:cubicBezTo>
                <a:cubicBezTo>
                  <a:pt x="710" y="1289"/>
                  <a:pt x="705" y="1283"/>
                  <a:pt x="706" y="1278"/>
                </a:cubicBezTo>
                <a:cubicBezTo>
                  <a:pt x="703" y="1275"/>
                  <a:pt x="704" y="1272"/>
                  <a:pt x="705" y="1270"/>
                </a:cubicBezTo>
                <a:cubicBezTo>
                  <a:pt x="702" y="1269"/>
                  <a:pt x="703" y="1267"/>
                  <a:pt x="702" y="1264"/>
                </a:cubicBezTo>
                <a:cubicBezTo>
                  <a:pt x="697" y="1253"/>
                  <a:pt x="697" y="1242"/>
                  <a:pt x="693" y="1230"/>
                </a:cubicBezTo>
                <a:cubicBezTo>
                  <a:pt x="694" y="1225"/>
                  <a:pt x="691" y="1219"/>
                  <a:pt x="693" y="1214"/>
                </a:cubicBezTo>
                <a:cubicBezTo>
                  <a:pt x="689" y="1208"/>
                  <a:pt x="692" y="1204"/>
                  <a:pt x="692" y="1199"/>
                </a:cubicBezTo>
                <a:cubicBezTo>
                  <a:pt x="686" y="1180"/>
                  <a:pt x="684" y="1162"/>
                  <a:pt x="683" y="1144"/>
                </a:cubicBezTo>
                <a:cubicBezTo>
                  <a:pt x="684" y="1135"/>
                  <a:pt x="679" y="1126"/>
                  <a:pt x="682" y="1117"/>
                </a:cubicBezTo>
                <a:cubicBezTo>
                  <a:pt x="676" y="1107"/>
                  <a:pt x="683" y="1100"/>
                  <a:pt x="679" y="1090"/>
                </a:cubicBezTo>
                <a:cubicBezTo>
                  <a:pt x="684" y="1088"/>
                  <a:pt x="681" y="1096"/>
                  <a:pt x="682" y="1099"/>
                </a:cubicBezTo>
                <a:cubicBezTo>
                  <a:pt x="682" y="1102"/>
                  <a:pt x="683" y="1106"/>
                  <a:pt x="682" y="1109"/>
                </a:cubicBezTo>
                <a:cubicBezTo>
                  <a:pt x="684" y="1117"/>
                  <a:pt x="686" y="1124"/>
                  <a:pt x="683" y="1130"/>
                </a:cubicBezTo>
                <a:cubicBezTo>
                  <a:pt x="686" y="1138"/>
                  <a:pt x="688" y="1145"/>
                  <a:pt x="689" y="1153"/>
                </a:cubicBezTo>
                <a:cubicBezTo>
                  <a:pt x="687" y="1156"/>
                  <a:pt x="691" y="1160"/>
                  <a:pt x="692" y="1164"/>
                </a:cubicBezTo>
                <a:cubicBezTo>
                  <a:pt x="687" y="1167"/>
                  <a:pt x="693" y="1171"/>
                  <a:pt x="690" y="1173"/>
                </a:cubicBezTo>
                <a:cubicBezTo>
                  <a:pt x="694" y="1180"/>
                  <a:pt x="697" y="1187"/>
                  <a:pt x="696" y="1193"/>
                </a:cubicBezTo>
                <a:cubicBezTo>
                  <a:pt x="697" y="1196"/>
                  <a:pt x="697" y="1199"/>
                  <a:pt x="698" y="1203"/>
                </a:cubicBezTo>
                <a:cubicBezTo>
                  <a:pt x="696" y="1206"/>
                  <a:pt x="702" y="1210"/>
                  <a:pt x="699" y="1212"/>
                </a:cubicBezTo>
                <a:cubicBezTo>
                  <a:pt x="702" y="1225"/>
                  <a:pt x="703" y="1237"/>
                  <a:pt x="707" y="1250"/>
                </a:cubicBezTo>
                <a:cubicBezTo>
                  <a:pt x="708" y="1274"/>
                  <a:pt x="726" y="1302"/>
                  <a:pt x="727" y="1326"/>
                </a:cubicBezTo>
                <a:cubicBezTo>
                  <a:pt x="721" y="1327"/>
                  <a:pt x="718" y="1315"/>
                  <a:pt x="716" y="1310"/>
                </a:cubicBezTo>
                <a:close/>
                <a:moveTo>
                  <a:pt x="591" y="1343"/>
                </a:moveTo>
                <a:cubicBezTo>
                  <a:pt x="583" y="1344"/>
                  <a:pt x="576" y="1334"/>
                  <a:pt x="568" y="1336"/>
                </a:cubicBezTo>
                <a:cubicBezTo>
                  <a:pt x="565" y="1330"/>
                  <a:pt x="572" y="1336"/>
                  <a:pt x="574" y="1334"/>
                </a:cubicBezTo>
                <a:cubicBezTo>
                  <a:pt x="577" y="1336"/>
                  <a:pt x="579" y="1334"/>
                  <a:pt x="582" y="1336"/>
                </a:cubicBezTo>
                <a:cubicBezTo>
                  <a:pt x="587" y="1339"/>
                  <a:pt x="593" y="1337"/>
                  <a:pt x="598" y="1344"/>
                </a:cubicBezTo>
                <a:cubicBezTo>
                  <a:pt x="607" y="1344"/>
                  <a:pt x="617" y="1346"/>
                  <a:pt x="627" y="1347"/>
                </a:cubicBezTo>
                <a:cubicBezTo>
                  <a:pt x="632" y="1349"/>
                  <a:pt x="637" y="1350"/>
                  <a:pt x="642" y="1350"/>
                </a:cubicBezTo>
                <a:cubicBezTo>
                  <a:pt x="646" y="1353"/>
                  <a:pt x="651" y="1353"/>
                  <a:pt x="655" y="1354"/>
                </a:cubicBezTo>
                <a:cubicBezTo>
                  <a:pt x="661" y="1352"/>
                  <a:pt x="665" y="1356"/>
                  <a:pt x="671" y="1356"/>
                </a:cubicBezTo>
                <a:cubicBezTo>
                  <a:pt x="675" y="1357"/>
                  <a:pt x="680" y="1358"/>
                  <a:pt x="684" y="1360"/>
                </a:cubicBezTo>
                <a:cubicBezTo>
                  <a:pt x="693" y="1361"/>
                  <a:pt x="702" y="1366"/>
                  <a:pt x="711" y="1364"/>
                </a:cubicBezTo>
                <a:cubicBezTo>
                  <a:pt x="722" y="1373"/>
                  <a:pt x="735" y="1372"/>
                  <a:pt x="746" y="1380"/>
                </a:cubicBezTo>
                <a:cubicBezTo>
                  <a:pt x="750" y="1379"/>
                  <a:pt x="753" y="1379"/>
                  <a:pt x="755" y="1381"/>
                </a:cubicBezTo>
                <a:cubicBezTo>
                  <a:pt x="757" y="1389"/>
                  <a:pt x="762" y="1379"/>
                  <a:pt x="764" y="1386"/>
                </a:cubicBezTo>
                <a:cubicBezTo>
                  <a:pt x="770" y="1383"/>
                  <a:pt x="774" y="1394"/>
                  <a:pt x="781" y="1390"/>
                </a:cubicBezTo>
                <a:cubicBezTo>
                  <a:pt x="782" y="1393"/>
                  <a:pt x="784" y="1395"/>
                  <a:pt x="786" y="1394"/>
                </a:cubicBezTo>
                <a:cubicBezTo>
                  <a:pt x="786" y="1397"/>
                  <a:pt x="786" y="1399"/>
                  <a:pt x="789" y="1398"/>
                </a:cubicBezTo>
                <a:cubicBezTo>
                  <a:pt x="792" y="1398"/>
                  <a:pt x="795" y="1403"/>
                  <a:pt x="798" y="1407"/>
                </a:cubicBezTo>
                <a:cubicBezTo>
                  <a:pt x="791" y="1410"/>
                  <a:pt x="786" y="1403"/>
                  <a:pt x="780" y="1404"/>
                </a:cubicBezTo>
                <a:cubicBezTo>
                  <a:pt x="774" y="1399"/>
                  <a:pt x="768" y="1401"/>
                  <a:pt x="763" y="1395"/>
                </a:cubicBezTo>
                <a:cubicBezTo>
                  <a:pt x="758" y="1394"/>
                  <a:pt x="753" y="1395"/>
                  <a:pt x="749" y="1391"/>
                </a:cubicBezTo>
                <a:cubicBezTo>
                  <a:pt x="745" y="1391"/>
                  <a:pt x="741" y="1390"/>
                  <a:pt x="737" y="1389"/>
                </a:cubicBezTo>
                <a:cubicBezTo>
                  <a:pt x="729" y="1388"/>
                  <a:pt x="721" y="1384"/>
                  <a:pt x="713" y="1382"/>
                </a:cubicBezTo>
                <a:cubicBezTo>
                  <a:pt x="705" y="1380"/>
                  <a:pt x="696" y="1378"/>
                  <a:pt x="688" y="1376"/>
                </a:cubicBezTo>
                <a:cubicBezTo>
                  <a:pt x="679" y="1375"/>
                  <a:pt x="671" y="1373"/>
                  <a:pt x="664" y="1369"/>
                </a:cubicBezTo>
                <a:cubicBezTo>
                  <a:pt x="661" y="1368"/>
                  <a:pt x="658" y="1370"/>
                  <a:pt x="656" y="1366"/>
                </a:cubicBezTo>
                <a:cubicBezTo>
                  <a:pt x="654" y="1367"/>
                  <a:pt x="653" y="1364"/>
                  <a:pt x="650" y="1365"/>
                </a:cubicBezTo>
                <a:cubicBezTo>
                  <a:pt x="647" y="1361"/>
                  <a:pt x="642" y="1366"/>
                  <a:pt x="639" y="1360"/>
                </a:cubicBezTo>
                <a:cubicBezTo>
                  <a:pt x="630" y="1360"/>
                  <a:pt x="623" y="1356"/>
                  <a:pt x="615" y="1353"/>
                </a:cubicBezTo>
                <a:cubicBezTo>
                  <a:pt x="607" y="1348"/>
                  <a:pt x="599" y="1348"/>
                  <a:pt x="591" y="1343"/>
                </a:cubicBezTo>
                <a:close/>
                <a:moveTo>
                  <a:pt x="862" y="1455"/>
                </a:moveTo>
                <a:cubicBezTo>
                  <a:pt x="859" y="1456"/>
                  <a:pt x="857" y="1456"/>
                  <a:pt x="854" y="1453"/>
                </a:cubicBezTo>
                <a:cubicBezTo>
                  <a:pt x="849" y="1453"/>
                  <a:pt x="844" y="1449"/>
                  <a:pt x="838" y="1448"/>
                </a:cubicBezTo>
                <a:cubicBezTo>
                  <a:pt x="828" y="1443"/>
                  <a:pt x="817" y="1443"/>
                  <a:pt x="807" y="1438"/>
                </a:cubicBezTo>
                <a:cubicBezTo>
                  <a:pt x="796" y="1436"/>
                  <a:pt x="786" y="1431"/>
                  <a:pt x="775" y="1431"/>
                </a:cubicBezTo>
                <a:cubicBezTo>
                  <a:pt x="771" y="1424"/>
                  <a:pt x="764" y="1431"/>
                  <a:pt x="759" y="1424"/>
                </a:cubicBezTo>
                <a:cubicBezTo>
                  <a:pt x="754" y="1427"/>
                  <a:pt x="750" y="1419"/>
                  <a:pt x="744" y="1422"/>
                </a:cubicBezTo>
                <a:cubicBezTo>
                  <a:pt x="734" y="1413"/>
                  <a:pt x="722" y="1416"/>
                  <a:pt x="712" y="1410"/>
                </a:cubicBezTo>
                <a:cubicBezTo>
                  <a:pt x="707" y="1405"/>
                  <a:pt x="700" y="1410"/>
                  <a:pt x="696" y="1402"/>
                </a:cubicBezTo>
                <a:cubicBezTo>
                  <a:pt x="690" y="1403"/>
                  <a:pt x="685" y="1401"/>
                  <a:pt x="681" y="1397"/>
                </a:cubicBezTo>
                <a:cubicBezTo>
                  <a:pt x="670" y="1394"/>
                  <a:pt x="660" y="1389"/>
                  <a:pt x="650" y="1384"/>
                </a:cubicBezTo>
                <a:cubicBezTo>
                  <a:pt x="646" y="1377"/>
                  <a:pt x="639" y="1382"/>
                  <a:pt x="635" y="1374"/>
                </a:cubicBezTo>
                <a:cubicBezTo>
                  <a:pt x="629" y="1374"/>
                  <a:pt x="625" y="1367"/>
                  <a:pt x="620" y="1368"/>
                </a:cubicBezTo>
                <a:cubicBezTo>
                  <a:pt x="619" y="1366"/>
                  <a:pt x="618" y="1364"/>
                  <a:pt x="616" y="1363"/>
                </a:cubicBezTo>
                <a:cubicBezTo>
                  <a:pt x="626" y="1363"/>
                  <a:pt x="635" y="1369"/>
                  <a:pt x="644" y="1372"/>
                </a:cubicBezTo>
                <a:cubicBezTo>
                  <a:pt x="654" y="1376"/>
                  <a:pt x="663" y="1379"/>
                  <a:pt x="673" y="1381"/>
                </a:cubicBezTo>
                <a:cubicBezTo>
                  <a:pt x="677" y="1385"/>
                  <a:pt x="682" y="1385"/>
                  <a:pt x="687" y="1387"/>
                </a:cubicBezTo>
                <a:cubicBezTo>
                  <a:pt x="690" y="1386"/>
                  <a:pt x="693" y="1387"/>
                  <a:pt x="695" y="1390"/>
                </a:cubicBezTo>
                <a:cubicBezTo>
                  <a:pt x="697" y="1387"/>
                  <a:pt x="699" y="1389"/>
                  <a:pt x="701" y="1391"/>
                </a:cubicBezTo>
                <a:cubicBezTo>
                  <a:pt x="706" y="1386"/>
                  <a:pt x="709" y="1395"/>
                  <a:pt x="715" y="1392"/>
                </a:cubicBezTo>
                <a:cubicBezTo>
                  <a:pt x="716" y="1396"/>
                  <a:pt x="720" y="1392"/>
                  <a:pt x="722" y="1394"/>
                </a:cubicBezTo>
                <a:cubicBezTo>
                  <a:pt x="724" y="1395"/>
                  <a:pt x="726" y="1396"/>
                  <a:pt x="728" y="1398"/>
                </a:cubicBezTo>
                <a:cubicBezTo>
                  <a:pt x="733" y="1400"/>
                  <a:pt x="738" y="1398"/>
                  <a:pt x="743" y="1401"/>
                </a:cubicBezTo>
                <a:cubicBezTo>
                  <a:pt x="748" y="1400"/>
                  <a:pt x="751" y="1407"/>
                  <a:pt x="757" y="1402"/>
                </a:cubicBezTo>
                <a:cubicBezTo>
                  <a:pt x="766" y="1410"/>
                  <a:pt x="776" y="1411"/>
                  <a:pt x="786" y="1416"/>
                </a:cubicBezTo>
                <a:cubicBezTo>
                  <a:pt x="796" y="1416"/>
                  <a:pt x="804" y="1425"/>
                  <a:pt x="814" y="1425"/>
                </a:cubicBezTo>
                <a:cubicBezTo>
                  <a:pt x="822" y="1434"/>
                  <a:pt x="833" y="1431"/>
                  <a:pt x="841" y="1438"/>
                </a:cubicBezTo>
                <a:cubicBezTo>
                  <a:pt x="850" y="1444"/>
                  <a:pt x="859" y="1451"/>
                  <a:pt x="868" y="1453"/>
                </a:cubicBezTo>
                <a:cubicBezTo>
                  <a:pt x="871" y="1458"/>
                  <a:pt x="863" y="1458"/>
                  <a:pt x="862" y="1455"/>
                </a:cubicBezTo>
                <a:close/>
                <a:moveTo>
                  <a:pt x="840" y="1425"/>
                </a:moveTo>
                <a:cubicBezTo>
                  <a:pt x="842" y="1424"/>
                  <a:pt x="844" y="1423"/>
                  <a:pt x="846" y="1421"/>
                </a:cubicBezTo>
                <a:cubicBezTo>
                  <a:pt x="847" y="1424"/>
                  <a:pt x="849" y="1426"/>
                  <a:pt x="851" y="1428"/>
                </a:cubicBezTo>
                <a:cubicBezTo>
                  <a:pt x="846" y="1432"/>
                  <a:pt x="843" y="1428"/>
                  <a:pt x="840" y="1425"/>
                </a:cubicBezTo>
                <a:close/>
                <a:moveTo>
                  <a:pt x="860" y="1430"/>
                </a:moveTo>
                <a:cubicBezTo>
                  <a:pt x="863" y="1427"/>
                  <a:pt x="855" y="1422"/>
                  <a:pt x="857" y="1419"/>
                </a:cubicBezTo>
                <a:cubicBezTo>
                  <a:pt x="837" y="1377"/>
                  <a:pt x="840" y="1373"/>
                  <a:pt x="834" y="1368"/>
                </a:cubicBezTo>
                <a:cubicBezTo>
                  <a:pt x="825" y="1337"/>
                  <a:pt x="822" y="1332"/>
                  <a:pt x="822" y="1328"/>
                </a:cubicBezTo>
                <a:cubicBezTo>
                  <a:pt x="816" y="1281"/>
                  <a:pt x="809" y="1272"/>
                  <a:pt x="808" y="1263"/>
                </a:cubicBezTo>
                <a:cubicBezTo>
                  <a:pt x="805" y="1231"/>
                  <a:pt x="802" y="1222"/>
                  <a:pt x="799" y="1214"/>
                </a:cubicBezTo>
                <a:cubicBezTo>
                  <a:pt x="788" y="1155"/>
                  <a:pt x="788" y="1147"/>
                  <a:pt x="784" y="1139"/>
                </a:cubicBezTo>
                <a:cubicBezTo>
                  <a:pt x="801" y="1169"/>
                  <a:pt x="802" y="1172"/>
                  <a:pt x="804" y="1175"/>
                </a:cubicBezTo>
                <a:cubicBezTo>
                  <a:pt x="817" y="1231"/>
                  <a:pt x="820" y="1237"/>
                  <a:pt x="819" y="1242"/>
                </a:cubicBezTo>
                <a:cubicBezTo>
                  <a:pt x="835" y="1298"/>
                  <a:pt x="831" y="1303"/>
                  <a:pt x="835" y="1309"/>
                </a:cubicBezTo>
                <a:cubicBezTo>
                  <a:pt x="846" y="1364"/>
                  <a:pt x="845" y="1369"/>
                  <a:pt x="847" y="1375"/>
                </a:cubicBezTo>
                <a:cubicBezTo>
                  <a:pt x="855" y="1404"/>
                  <a:pt x="856" y="1406"/>
                  <a:pt x="859" y="1409"/>
                </a:cubicBezTo>
                <a:close/>
                <a:moveTo>
                  <a:pt x="866" y="1401"/>
                </a:moveTo>
                <a:cubicBezTo>
                  <a:pt x="866" y="1396"/>
                  <a:pt x="864" y="1391"/>
                  <a:pt x="863" y="1385"/>
                </a:cubicBezTo>
                <a:cubicBezTo>
                  <a:pt x="855" y="1379"/>
                  <a:pt x="863" y="1375"/>
                  <a:pt x="856" y="1368"/>
                </a:cubicBezTo>
                <a:cubicBezTo>
                  <a:pt x="856" y="1363"/>
                  <a:pt x="852" y="1357"/>
                  <a:pt x="856" y="1353"/>
                </a:cubicBezTo>
                <a:cubicBezTo>
                  <a:pt x="852" y="1352"/>
                  <a:pt x="853" y="1350"/>
                  <a:pt x="852" y="1347"/>
                </a:cubicBezTo>
                <a:cubicBezTo>
                  <a:pt x="854" y="1345"/>
                  <a:pt x="848" y="1345"/>
                  <a:pt x="851" y="1343"/>
                </a:cubicBezTo>
                <a:cubicBezTo>
                  <a:pt x="850" y="1337"/>
                  <a:pt x="848" y="1332"/>
                  <a:pt x="848" y="1326"/>
                </a:cubicBezTo>
                <a:cubicBezTo>
                  <a:pt x="845" y="1321"/>
                  <a:pt x="846" y="1316"/>
                  <a:pt x="844" y="1310"/>
                </a:cubicBezTo>
                <a:cubicBezTo>
                  <a:pt x="841" y="1304"/>
                  <a:pt x="846" y="1300"/>
                  <a:pt x="840" y="1294"/>
                </a:cubicBezTo>
                <a:cubicBezTo>
                  <a:pt x="845" y="1289"/>
                  <a:pt x="838" y="1283"/>
                  <a:pt x="837" y="1278"/>
                </a:cubicBezTo>
                <a:cubicBezTo>
                  <a:pt x="837" y="1272"/>
                  <a:pt x="834" y="1267"/>
                  <a:pt x="833" y="1261"/>
                </a:cubicBezTo>
                <a:cubicBezTo>
                  <a:pt x="833" y="1251"/>
                  <a:pt x="827" y="1240"/>
                  <a:pt x="829" y="1230"/>
                </a:cubicBezTo>
                <a:cubicBezTo>
                  <a:pt x="823" y="1208"/>
                  <a:pt x="819" y="1186"/>
                  <a:pt x="806" y="1163"/>
                </a:cubicBezTo>
                <a:cubicBezTo>
                  <a:pt x="810" y="1161"/>
                  <a:pt x="812" y="1170"/>
                  <a:pt x="815" y="1172"/>
                </a:cubicBezTo>
                <a:cubicBezTo>
                  <a:pt x="819" y="1171"/>
                  <a:pt x="816" y="1174"/>
                  <a:pt x="818" y="1176"/>
                </a:cubicBezTo>
                <a:cubicBezTo>
                  <a:pt x="819" y="1178"/>
                  <a:pt x="821" y="1180"/>
                  <a:pt x="822" y="1181"/>
                </a:cubicBezTo>
                <a:cubicBezTo>
                  <a:pt x="823" y="1187"/>
                  <a:pt x="828" y="1193"/>
                  <a:pt x="828" y="1198"/>
                </a:cubicBezTo>
                <a:cubicBezTo>
                  <a:pt x="828" y="1203"/>
                  <a:pt x="835" y="1209"/>
                  <a:pt x="834" y="1213"/>
                </a:cubicBezTo>
                <a:cubicBezTo>
                  <a:pt x="837" y="1218"/>
                  <a:pt x="836" y="1223"/>
                  <a:pt x="839" y="1228"/>
                </a:cubicBezTo>
                <a:cubicBezTo>
                  <a:pt x="846" y="1234"/>
                  <a:pt x="837" y="1237"/>
                  <a:pt x="844" y="1243"/>
                </a:cubicBezTo>
                <a:cubicBezTo>
                  <a:pt x="842" y="1245"/>
                  <a:pt x="847" y="1249"/>
                  <a:pt x="845" y="1251"/>
                </a:cubicBezTo>
                <a:cubicBezTo>
                  <a:pt x="845" y="1253"/>
                  <a:pt x="845" y="1255"/>
                  <a:pt x="847" y="1257"/>
                </a:cubicBezTo>
                <a:cubicBezTo>
                  <a:pt x="845" y="1262"/>
                  <a:pt x="849" y="1267"/>
                  <a:pt x="849" y="1272"/>
                </a:cubicBezTo>
                <a:cubicBezTo>
                  <a:pt x="851" y="1282"/>
                  <a:pt x="851" y="1291"/>
                  <a:pt x="856" y="1301"/>
                </a:cubicBezTo>
                <a:cubicBezTo>
                  <a:pt x="855" y="1321"/>
                  <a:pt x="863" y="1343"/>
                  <a:pt x="860" y="1363"/>
                </a:cubicBezTo>
                <a:cubicBezTo>
                  <a:pt x="865" y="1372"/>
                  <a:pt x="865" y="1380"/>
                  <a:pt x="868" y="1389"/>
                </a:cubicBezTo>
                <a:cubicBezTo>
                  <a:pt x="870" y="1398"/>
                  <a:pt x="875" y="1407"/>
                  <a:pt x="873" y="1415"/>
                </a:cubicBezTo>
                <a:cubicBezTo>
                  <a:pt x="867" y="1416"/>
                  <a:pt x="868" y="1405"/>
                  <a:pt x="866" y="1401"/>
                </a:cubicBezTo>
                <a:close/>
                <a:moveTo>
                  <a:pt x="872" y="1421"/>
                </a:moveTo>
                <a:cubicBezTo>
                  <a:pt x="878" y="1421"/>
                  <a:pt x="879" y="1433"/>
                  <a:pt x="881" y="1437"/>
                </a:cubicBezTo>
                <a:cubicBezTo>
                  <a:pt x="873" y="1437"/>
                  <a:pt x="876" y="1426"/>
                  <a:pt x="872" y="1421"/>
                </a:cubicBezTo>
                <a:close/>
                <a:moveTo>
                  <a:pt x="0" y="157"/>
                </a:move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1" y="157"/>
                  <a:pt x="1" y="157"/>
                </a:cubicBezTo>
                <a:cubicBezTo>
                  <a:pt x="1" y="157"/>
                  <a:pt x="0" y="157"/>
                  <a:pt x="0" y="157"/>
                </a:cubicBezTo>
                <a:close/>
                <a:moveTo>
                  <a:pt x="1990" y="177"/>
                </a:moveTo>
                <a:cubicBezTo>
                  <a:pt x="1986" y="177"/>
                  <a:pt x="1989" y="180"/>
                  <a:pt x="1988" y="183"/>
                </a:cubicBezTo>
                <a:cubicBezTo>
                  <a:pt x="1987" y="200"/>
                  <a:pt x="1977" y="199"/>
                  <a:pt x="1977" y="203"/>
                </a:cubicBezTo>
                <a:cubicBezTo>
                  <a:pt x="1972" y="214"/>
                  <a:pt x="1973" y="215"/>
                  <a:pt x="1974" y="213"/>
                </a:cubicBezTo>
                <a:cubicBezTo>
                  <a:pt x="1987" y="201"/>
                  <a:pt x="1986" y="193"/>
                  <a:pt x="1988" y="190"/>
                </a:cubicBezTo>
                <a:cubicBezTo>
                  <a:pt x="2008" y="131"/>
                  <a:pt x="2015" y="118"/>
                  <a:pt x="2014" y="109"/>
                </a:cubicBezTo>
                <a:cubicBezTo>
                  <a:pt x="2029" y="70"/>
                  <a:pt x="2030" y="64"/>
                  <a:pt x="2028" y="63"/>
                </a:cubicBezTo>
                <a:cubicBezTo>
                  <a:pt x="2038" y="12"/>
                  <a:pt x="2039" y="6"/>
                  <a:pt x="2040" y="0"/>
                </a:cubicBezTo>
                <a:cubicBezTo>
                  <a:pt x="2031" y="29"/>
                  <a:pt x="2029" y="44"/>
                  <a:pt x="2027" y="60"/>
                </a:cubicBezTo>
                <a:cubicBezTo>
                  <a:pt x="2025" y="57"/>
                  <a:pt x="2024" y="42"/>
                  <a:pt x="2025" y="26"/>
                </a:cubicBezTo>
                <a:cubicBezTo>
                  <a:pt x="2026" y="2"/>
                  <a:pt x="2026" y="1"/>
                  <a:pt x="2026" y="0"/>
                </a:cubicBezTo>
                <a:cubicBezTo>
                  <a:pt x="2013" y="63"/>
                  <a:pt x="2011" y="101"/>
                  <a:pt x="2002" y="142"/>
                </a:cubicBezTo>
                <a:close/>
                <a:moveTo>
                  <a:pt x="1971" y="192"/>
                </a:moveTo>
                <a:cubicBezTo>
                  <a:pt x="1982" y="160"/>
                  <a:pt x="1984" y="143"/>
                  <a:pt x="1990" y="113"/>
                </a:cubicBezTo>
                <a:cubicBezTo>
                  <a:pt x="1986" y="110"/>
                  <a:pt x="1995" y="99"/>
                  <a:pt x="1991" y="95"/>
                </a:cubicBezTo>
                <a:cubicBezTo>
                  <a:pt x="1992" y="88"/>
                  <a:pt x="1993" y="81"/>
                  <a:pt x="1992" y="75"/>
                </a:cubicBezTo>
                <a:cubicBezTo>
                  <a:pt x="1995" y="62"/>
                  <a:pt x="1995" y="49"/>
                  <a:pt x="1995" y="37"/>
                </a:cubicBezTo>
                <a:cubicBezTo>
                  <a:pt x="1992" y="36"/>
                  <a:pt x="1994" y="32"/>
                  <a:pt x="1995" y="28"/>
                </a:cubicBezTo>
                <a:cubicBezTo>
                  <a:pt x="1995" y="25"/>
                  <a:pt x="1993" y="23"/>
                  <a:pt x="1996" y="19"/>
                </a:cubicBezTo>
                <a:cubicBezTo>
                  <a:pt x="1993" y="18"/>
                  <a:pt x="1995" y="14"/>
                  <a:pt x="1996" y="10"/>
                </a:cubicBezTo>
                <a:cubicBezTo>
                  <a:pt x="1992" y="9"/>
                  <a:pt x="1996" y="4"/>
                  <a:pt x="1997" y="0"/>
                </a:cubicBezTo>
                <a:cubicBezTo>
                  <a:pt x="1988" y="0"/>
                  <a:pt x="1988" y="0"/>
                  <a:pt x="1988" y="0"/>
                </a:cubicBezTo>
                <a:cubicBezTo>
                  <a:pt x="1987" y="6"/>
                  <a:pt x="1987" y="11"/>
                  <a:pt x="1987" y="17"/>
                </a:cubicBezTo>
                <a:cubicBezTo>
                  <a:pt x="1989" y="40"/>
                  <a:pt x="1987" y="66"/>
                  <a:pt x="1985" y="91"/>
                </a:cubicBezTo>
                <a:cubicBezTo>
                  <a:pt x="1985" y="113"/>
                  <a:pt x="1977" y="140"/>
                  <a:pt x="1977" y="166"/>
                </a:cubicBezTo>
                <a:cubicBezTo>
                  <a:pt x="1969" y="169"/>
                  <a:pt x="1977" y="178"/>
                  <a:pt x="1971" y="178"/>
                </a:cubicBezTo>
                <a:cubicBezTo>
                  <a:pt x="1975" y="184"/>
                  <a:pt x="1964" y="188"/>
                  <a:pt x="1971" y="192"/>
                </a:cubicBezTo>
                <a:close/>
                <a:moveTo>
                  <a:pt x="1900" y="50"/>
                </a:moveTo>
                <a:cubicBezTo>
                  <a:pt x="1902" y="34"/>
                  <a:pt x="1906" y="17"/>
                  <a:pt x="1908" y="0"/>
                </a:cubicBezTo>
                <a:cubicBezTo>
                  <a:pt x="1903" y="0"/>
                  <a:pt x="1903" y="0"/>
                  <a:pt x="1903" y="0"/>
                </a:cubicBezTo>
                <a:cubicBezTo>
                  <a:pt x="1902" y="2"/>
                  <a:pt x="1902" y="4"/>
                  <a:pt x="1902" y="5"/>
                </a:cubicBezTo>
                <a:cubicBezTo>
                  <a:pt x="1900" y="13"/>
                  <a:pt x="1899" y="20"/>
                  <a:pt x="1900" y="27"/>
                </a:cubicBezTo>
                <a:cubicBezTo>
                  <a:pt x="1900" y="31"/>
                  <a:pt x="1894" y="37"/>
                  <a:pt x="1899" y="38"/>
                </a:cubicBezTo>
                <a:cubicBezTo>
                  <a:pt x="1899" y="42"/>
                  <a:pt x="1892" y="50"/>
                  <a:pt x="1900" y="50"/>
                </a:cubicBezTo>
                <a:close/>
                <a:moveTo>
                  <a:pt x="1772" y="0"/>
                </a:moveTo>
                <a:cubicBezTo>
                  <a:pt x="1766" y="0"/>
                  <a:pt x="1766" y="0"/>
                  <a:pt x="1766" y="0"/>
                </a:cubicBezTo>
                <a:cubicBezTo>
                  <a:pt x="1761" y="13"/>
                  <a:pt x="1756" y="25"/>
                  <a:pt x="1752" y="35"/>
                </a:cubicBezTo>
                <a:cubicBezTo>
                  <a:pt x="1750" y="40"/>
                  <a:pt x="1748" y="48"/>
                  <a:pt x="1746" y="54"/>
                </a:cubicBezTo>
                <a:cubicBezTo>
                  <a:pt x="1744" y="62"/>
                  <a:pt x="1740" y="68"/>
                  <a:pt x="1743" y="74"/>
                </a:cubicBezTo>
                <a:cubicBezTo>
                  <a:pt x="1751" y="51"/>
                  <a:pt x="1761" y="26"/>
                  <a:pt x="1772" y="0"/>
                </a:cubicBezTo>
                <a:close/>
                <a:moveTo>
                  <a:pt x="2038" y="266"/>
                </a:moveTo>
                <a:cubicBezTo>
                  <a:pt x="2058" y="233"/>
                  <a:pt x="2063" y="188"/>
                  <a:pt x="2074" y="152"/>
                </a:cubicBezTo>
                <a:cubicBezTo>
                  <a:pt x="2076" y="145"/>
                  <a:pt x="2072" y="141"/>
                  <a:pt x="2075" y="134"/>
                </a:cubicBezTo>
                <a:cubicBezTo>
                  <a:pt x="2079" y="120"/>
                  <a:pt x="2079" y="118"/>
                  <a:pt x="2084" y="105"/>
                </a:cubicBezTo>
                <a:cubicBezTo>
                  <a:pt x="2087" y="93"/>
                  <a:pt x="2091" y="81"/>
                  <a:pt x="2094" y="69"/>
                </a:cubicBezTo>
                <a:cubicBezTo>
                  <a:pt x="2098" y="46"/>
                  <a:pt x="2102" y="24"/>
                  <a:pt x="2107" y="0"/>
                </a:cubicBezTo>
                <a:cubicBezTo>
                  <a:pt x="2098" y="0"/>
                  <a:pt x="2098" y="0"/>
                  <a:pt x="2098" y="0"/>
                </a:cubicBezTo>
                <a:cubicBezTo>
                  <a:pt x="2096" y="14"/>
                  <a:pt x="2093" y="27"/>
                  <a:pt x="2092" y="39"/>
                </a:cubicBezTo>
                <a:cubicBezTo>
                  <a:pt x="2091" y="44"/>
                  <a:pt x="2089" y="50"/>
                  <a:pt x="2087" y="56"/>
                </a:cubicBezTo>
                <a:cubicBezTo>
                  <a:pt x="2085" y="62"/>
                  <a:pt x="2082" y="67"/>
                  <a:pt x="2085" y="71"/>
                </a:cubicBezTo>
                <a:cubicBezTo>
                  <a:pt x="2084" y="75"/>
                  <a:pt x="2082" y="75"/>
                  <a:pt x="2082" y="72"/>
                </a:cubicBezTo>
                <a:cubicBezTo>
                  <a:pt x="2081" y="70"/>
                  <a:pt x="2081" y="68"/>
                  <a:pt x="2082" y="66"/>
                </a:cubicBezTo>
                <a:cubicBezTo>
                  <a:pt x="2081" y="61"/>
                  <a:pt x="2084" y="55"/>
                  <a:pt x="2081" y="52"/>
                </a:cubicBezTo>
                <a:cubicBezTo>
                  <a:pt x="2085" y="41"/>
                  <a:pt x="2079" y="34"/>
                  <a:pt x="2083" y="23"/>
                </a:cubicBezTo>
                <a:cubicBezTo>
                  <a:pt x="2083" y="18"/>
                  <a:pt x="2079" y="16"/>
                  <a:pt x="2083" y="9"/>
                </a:cubicBezTo>
                <a:cubicBezTo>
                  <a:pt x="2081" y="7"/>
                  <a:pt x="2081" y="4"/>
                  <a:pt x="2081" y="0"/>
                </a:cubicBezTo>
                <a:cubicBezTo>
                  <a:pt x="2074" y="0"/>
                  <a:pt x="2074" y="0"/>
                  <a:pt x="2074" y="0"/>
                </a:cubicBezTo>
                <a:cubicBezTo>
                  <a:pt x="2074" y="7"/>
                  <a:pt x="2074" y="13"/>
                  <a:pt x="2073" y="20"/>
                </a:cubicBezTo>
                <a:cubicBezTo>
                  <a:pt x="2077" y="23"/>
                  <a:pt x="2070" y="32"/>
                  <a:pt x="2075" y="34"/>
                </a:cubicBezTo>
                <a:cubicBezTo>
                  <a:pt x="2073" y="40"/>
                  <a:pt x="2073" y="46"/>
                  <a:pt x="2075" y="50"/>
                </a:cubicBezTo>
                <a:cubicBezTo>
                  <a:pt x="2074" y="71"/>
                  <a:pt x="2074" y="91"/>
                  <a:pt x="2072" y="113"/>
                </a:cubicBezTo>
                <a:cubicBezTo>
                  <a:pt x="2068" y="119"/>
                  <a:pt x="2065" y="134"/>
                  <a:pt x="2058" y="145"/>
                </a:cubicBezTo>
                <a:cubicBezTo>
                  <a:pt x="2057" y="151"/>
                  <a:pt x="2055" y="156"/>
                  <a:pt x="2053" y="162"/>
                </a:cubicBezTo>
                <a:cubicBezTo>
                  <a:pt x="2052" y="167"/>
                  <a:pt x="2048" y="174"/>
                  <a:pt x="2054" y="175"/>
                </a:cubicBezTo>
                <a:cubicBezTo>
                  <a:pt x="2055" y="173"/>
                  <a:pt x="2057" y="173"/>
                  <a:pt x="2058" y="170"/>
                </a:cubicBezTo>
                <a:cubicBezTo>
                  <a:pt x="2058" y="166"/>
                  <a:pt x="2062" y="165"/>
                  <a:pt x="2059" y="164"/>
                </a:cubicBezTo>
                <a:cubicBezTo>
                  <a:pt x="2063" y="161"/>
                  <a:pt x="2063" y="151"/>
                  <a:pt x="2068" y="150"/>
                </a:cubicBezTo>
                <a:cubicBezTo>
                  <a:pt x="2058" y="193"/>
                  <a:pt x="2055" y="210"/>
                  <a:pt x="2042" y="252"/>
                </a:cubicBezTo>
                <a:cubicBezTo>
                  <a:pt x="2041" y="255"/>
                  <a:pt x="2033" y="262"/>
                  <a:pt x="2038" y="266"/>
                </a:cubicBezTo>
                <a:close/>
                <a:moveTo>
                  <a:pt x="1895" y="189"/>
                </a:moveTo>
                <a:cubicBezTo>
                  <a:pt x="1897" y="183"/>
                  <a:pt x="1898" y="177"/>
                  <a:pt x="1900" y="171"/>
                </a:cubicBezTo>
                <a:cubicBezTo>
                  <a:pt x="1902" y="165"/>
                  <a:pt x="1905" y="159"/>
                  <a:pt x="1903" y="155"/>
                </a:cubicBezTo>
                <a:cubicBezTo>
                  <a:pt x="1908" y="155"/>
                  <a:pt x="1907" y="144"/>
                  <a:pt x="1910" y="139"/>
                </a:cubicBezTo>
                <a:cubicBezTo>
                  <a:pt x="1911" y="117"/>
                  <a:pt x="1919" y="102"/>
                  <a:pt x="1918" y="80"/>
                </a:cubicBezTo>
                <a:cubicBezTo>
                  <a:pt x="1925" y="53"/>
                  <a:pt x="1931" y="26"/>
                  <a:pt x="1935" y="0"/>
                </a:cubicBezTo>
                <a:cubicBezTo>
                  <a:pt x="1927" y="0"/>
                  <a:pt x="1927" y="0"/>
                  <a:pt x="1927" y="0"/>
                </a:cubicBezTo>
                <a:cubicBezTo>
                  <a:pt x="1924" y="22"/>
                  <a:pt x="1917" y="43"/>
                  <a:pt x="1916" y="66"/>
                </a:cubicBezTo>
                <a:cubicBezTo>
                  <a:pt x="1911" y="100"/>
                  <a:pt x="1901" y="137"/>
                  <a:pt x="1896" y="171"/>
                </a:cubicBezTo>
                <a:cubicBezTo>
                  <a:pt x="1890" y="184"/>
                  <a:pt x="1893" y="192"/>
                  <a:pt x="1885" y="198"/>
                </a:cubicBezTo>
                <a:cubicBezTo>
                  <a:pt x="1892" y="201"/>
                  <a:pt x="1893" y="196"/>
                  <a:pt x="1895" y="189"/>
                </a:cubicBezTo>
                <a:close/>
                <a:moveTo>
                  <a:pt x="1767" y="129"/>
                </a:moveTo>
                <a:cubicBezTo>
                  <a:pt x="1770" y="127"/>
                  <a:pt x="1772" y="124"/>
                  <a:pt x="1772" y="119"/>
                </a:cubicBezTo>
                <a:cubicBezTo>
                  <a:pt x="1772" y="117"/>
                  <a:pt x="1771" y="107"/>
                  <a:pt x="1776" y="108"/>
                </a:cubicBezTo>
                <a:cubicBezTo>
                  <a:pt x="1778" y="97"/>
                  <a:pt x="1778" y="98"/>
                  <a:pt x="1780" y="87"/>
                </a:cubicBezTo>
                <a:cubicBezTo>
                  <a:pt x="1787" y="80"/>
                  <a:pt x="1788" y="63"/>
                  <a:pt x="1792" y="52"/>
                </a:cubicBezTo>
                <a:cubicBezTo>
                  <a:pt x="1797" y="50"/>
                  <a:pt x="1795" y="46"/>
                  <a:pt x="1795" y="42"/>
                </a:cubicBezTo>
                <a:cubicBezTo>
                  <a:pt x="1801" y="41"/>
                  <a:pt x="1800" y="29"/>
                  <a:pt x="1803" y="23"/>
                </a:cubicBezTo>
                <a:cubicBezTo>
                  <a:pt x="1807" y="19"/>
                  <a:pt x="1808" y="9"/>
                  <a:pt x="1813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802" y="14"/>
                  <a:pt x="1797" y="27"/>
                  <a:pt x="1791" y="40"/>
                </a:cubicBezTo>
                <a:cubicBezTo>
                  <a:pt x="1787" y="56"/>
                  <a:pt x="1782" y="71"/>
                  <a:pt x="1778" y="86"/>
                </a:cubicBezTo>
                <a:cubicBezTo>
                  <a:pt x="1773" y="92"/>
                  <a:pt x="1776" y="96"/>
                  <a:pt x="1772" y="105"/>
                </a:cubicBezTo>
                <a:cubicBezTo>
                  <a:pt x="1771" y="109"/>
                  <a:pt x="1770" y="113"/>
                  <a:pt x="1768" y="118"/>
                </a:cubicBezTo>
                <a:cubicBezTo>
                  <a:pt x="1769" y="121"/>
                  <a:pt x="1763" y="128"/>
                  <a:pt x="1767" y="129"/>
                </a:cubicBezTo>
                <a:close/>
                <a:moveTo>
                  <a:pt x="1848" y="80"/>
                </a:moveTo>
                <a:cubicBezTo>
                  <a:pt x="1847" y="84"/>
                  <a:pt x="1845" y="88"/>
                  <a:pt x="1844" y="92"/>
                </a:cubicBezTo>
                <a:cubicBezTo>
                  <a:pt x="1848" y="94"/>
                  <a:pt x="1842" y="102"/>
                  <a:pt x="1845" y="104"/>
                </a:cubicBezTo>
                <a:cubicBezTo>
                  <a:pt x="1847" y="108"/>
                  <a:pt x="1844" y="114"/>
                  <a:pt x="1843" y="119"/>
                </a:cubicBezTo>
                <a:cubicBezTo>
                  <a:pt x="1845" y="122"/>
                  <a:pt x="1846" y="126"/>
                  <a:pt x="1844" y="131"/>
                </a:cubicBezTo>
                <a:cubicBezTo>
                  <a:pt x="1846" y="134"/>
                  <a:pt x="1845" y="140"/>
                  <a:pt x="1847" y="143"/>
                </a:cubicBezTo>
                <a:cubicBezTo>
                  <a:pt x="1851" y="119"/>
                  <a:pt x="1849" y="97"/>
                  <a:pt x="1852" y="72"/>
                </a:cubicBezTo>
                <a:cubicBezTo>
                  <a:pt x="1854" y="60"/>
                  <a:pt x="1855" y="47"/>
                  <a:pt x="1857" y="35"/>
                </a:cubicBezTo>
                <a:cubicBezTo>
                  <a:pt x="1862" y="18"/>
                  <a:pt x="1862" y="14"/>
                  <a:pt x="1865" y="0"/>
                </a:cubicBezTo>
                <a:cubicBezTo>
                  <a:pt x="1858" y="0"/>
                  <a:pt x="1858" y="0"/>
                  <a:pt x="1858" y="0"/>
                </a:cubicBezTo>
                <a:cubicBezTo>
                  <a:pt x="1853" y="28"/>
                  <a:pt x="1846" y="56"/>
                  <a:pt x="1848" y="80"/>
                </a:cubicBezTo>
                <a:close/>
                <a:moveTo>
                  <a:pt x="1862" y="259"/>
                </a:moveTo>
                <a:cubicBezTo>
                  <a:pt x="1858" y="265"/>
                  <a:pt x="1862" y="266"/>
                  <a:pt x="1858" y="267"/>
                </a:cubicBezTo>
                <a:cubicBezTo>
                  <a:pt x="1856" y="268"/>
                  <a:pt x="1856" y="277"/>
                  <a:pt x="1857" y="276"/>
                </a:cubicBezTo>
                <a:cubicBezTo>
                  <a:pt x="1867" y="260"/>
                  <a:pt x="1877" y="244"/>
                  <a:pt x="1888" y="228"/>
                </a:cubicBezTo>
                <a:cubicBezTo>
                  <a:pt x="1900" y="211"/>
                  <a:pt x="1905" y="198"/>
                  <a:pt x="1914" y="177"/>
                </a:cubicBezTo>
                <a:cubicBezTo>
                  <a:pt x="1927" y="132"/>
                  <a:pt x="1941" y="88"/>
                  <a:pt x="1954" y="52"/>
                </a:cubicBezTo>
                <a:cubicBezTo>
                  <a:pt x="1954" y="42"/>
                  <a:pt x="1959" y="30"/>
                  <a:pt x="1959" y="20"/>
                </a:cubicBezTo>
                <a:cubicBezTo>
                  <a:pt x="1962" y="9"/>
                  <a:pt x="1964" y="8"/>
                  <a:pt x="1965" y="0"/>
                </a:cubicBezTo>
                <a:cubicBezTo>
                  <a:pt x="1957" y="0"/>
                  <a:pt x="1957" y="0"/>
                  <a:pt x="1957" y="0"/>
                </a:cubicBezTo>
                <a:cubicBezTo>
                  <a:pt x="1955" y="6"/>
                  <a:pt x="1953" y="13"/>
                  <a:pt x="1952" y="20"/>
                </a:cubicBezTo>
                <a:cubicBezTo>
                  <a:pt x="1952" y="30"/>
                  <a:pt x="1948" y="34"/>
                  <a:pt x="1948" y="42"/>
                </a:cubicBezTo>
                <a:cubicBezTo>
                  <a:pt x="1936" y="87"/>
                  <a:pt x="1917" y="124"/>
                  <a:pt x="1909" y="171"/>
                </a:cubicBezTo>
                <a:cubicBezTo>
                  <a:pt x="1904" y="174"/>
                  <a:pt x="1904" y="184"/>
                  <a:pt x="1901" y="191"/>
                </a:cubicBezTo>
                <a:cubicBezTo>
                  <a:pt x="1900" y="195"/>
                  <a:pt x="1897" y="195"/>
                  <a:pt x="1896" y="199"/>
                </a:cubicBezTo>
                <a:cubicBezTo>
                  <a:pt x="1894" y="202"/>
                  <a:pt x="1896" y="211"/>
                  <a:pt x="1891" y="209"/>
                </a:cubicBezTo>
                <a:cubicBezTo>
                  <a:pt x="1890" y="218"/>
                  <a:pt x="1886" y="223"/>
                  <a:pt x="1881" y="226"/>
                </a:cubicBezTo>
                <a:cubicBezTo>
                  <a:pt x="1880" y="236"/>
                  <a:pt x="1874" y="238"/>
                  <a:pt x="1872" y="249"/>
                </a:cubicBezTo>
                <a:cubicBezTo>
                  <a:pt x="1869" y="248"/>
                  <a:pt x="1870" y="254"/>
                  <a:pt x="1866" y="254"/>
                </a:cubicBezTo>
                <a:cubicBezTo>
                  <a:pt x="1861" y="255"/>
                  <a:pt x="1868" y="260"/>
                  <a:pt x="1862" y="25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1E1E0581-3B45-45FA-909D-956C5BA8C3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" y="1111"/>
                </a:moveTo>
                <a:cubicBezTo>
                  <a:pt x="45" y="1096"/>
                  <a:pt x="58" y="1080"/>
                  <a:pt x="69" y="1061"/>
                </a:cubicBezTo>
                <a:cubicBezTo>
                  <a:pt x="72" y="1054"/>
                  <a:pt x="75" y="1047"/>
                  <a:pt x="78" y="1040"/>
                </a:cubicBezTo>
                <a:cubicBezTo>
                  <a:pt x="69" y="1034"/>
                  <a:pt x="72" y="1054"/>
                  <a:pt x="66" y="1052"/>
                </a:cubicBezTo>
                <a:cubicBezTo>
                  <a:pt x="66" y="1060"/>
                  <a:pt x="61" y="1061"/>
                  <a:pt x="58" y="1070"/>
                </a:cubicBezTo>
                <a:cubicBezTo>
                  <a:pt x="53" y="1075"/>
                  <a:pt x="48" y="1080"/>
                  <a:pt x="44" y="1086"/>
                </a:cubicBezTo>
                <a:cubicBezTo>
                  <a:pt x="43" y="1091"/>
                  <a:pt x="39" y="1088"/>
                  <a:pt x="38" y="1095"/>
                </a:cubicBezTo>
                <a:cubicBezTo>
                  <a:pt x="33" y="1091"/>
                  <a:pt x="35" y="1105"/>
                  <a:pt x="31" y="1101"/>
                </a:cubicBezTo>
                <a:cubicBezTo>
                  <a:pt x="26" y="1106"/>
                  <a:pt x="21" y="1111"/>
                  <a:pt x="17" y="1117"/>
                </a:cubicBezTo>
                <a:cubicBezTo>
                  <a:pt x="15" y="1119"/>
                  <a:pt x="12" y="1120"/>
                  <a:pt x="9" y="1123"/>
                </a:cubicBezTo>
                <a:cubicBezTo>
                  <a:pt x="6" y="1123"/>
                  <a:pt x="6" y="1131"/>
                  <a:pt x="2" y="1129"/>
                </a:cubicBezTo>
                <a:cubicBezTo>
                  <a:pt x="1" y="1130"/>
                  <a:pt x="1" y="1131"/>
                  <a:pt x="0" y="1131"/>
                </a:cubicBezTo>
                <a:cubicBezTo>
                  <a:pt x="0" y="1141"/>
                  <a:pt x="0" y="1141"/>
                  <a:pt x="0" y="1141"/>
                </a:cubicBezTo>
                <a:cubicBezTo>
                  <a:pt x="4" y="1138"/>
                  <a:pt x="7" y="1136"/>
                  <a:pt x="10" y="1133"/>
                </a:cubicBezTo>
                <a:cubicBezTo>
                  <a:pt x="17" y="1124"/>
                  <a:pt x="24" y="1117"/>
                  <a:pt x="31" y="1111"/>
                </a:cubicBezTo>
                <a:close/>
                <a:moveTo>
                  <a:pt x="15" y="1054"/>
                </a:moveTo>
                <a:cubicBezTo>
                  <a:pt x="19" y="1046"/>
                  <a:pt x="26" y="1046"/>
                  <a:pt x="31" y="1040"/>
                </a:cubicBezTo>
                <a:cubicBezTo>
                  <a:pt x="35" y="1041"/>
                  <a:pt x="36" y="1033"/>
                  <a:pt x="40" y="1034"/>
                </a:cubicBezTo>
                <a:cubicBezTo>
                  <a:pt x="43" y="1031"/>
                  <a:pt x="45" y="1026"/>
                  <a:pt x="48" y="1026"/>
                </a:cubicBezTo>
                <a:cubicBezTo>
                  <a:pt x="49" y="1024"/>
                  <a:pt x="51" y="1024"/>
                  <a:pt x="53" y="1025"/>
                </a:cubicBezTo>
                <a:cubicBezTo>
                  <a:pt x="54" y="1023"/>
                  <a:pt x="52" y="1021"/>
                  <a:pt x="54" y="1018"/>
                </a:cubicBezTo>
                <a:cubicBezTo>
                  <a:pt x="57" y="1018"/>
                  <a:pt x="60" y="1015"/>
                  <a:pt x="62" y="1010"/>
                </a:cubicBezTo>
                <a:cubicBezTo>
                  <a:pt x="68" y="1004"/>
                  <a:pt x="72" y="998"/>
                  <a:pt x="73" y="989"/>
                </a:cubicBezTo>
                <a:cubicBezTo>
                  <a:pt x="67" y="986"/>
                  <a:pt x="65" y="992"/>
                  <a:pt x="62" y="998"/>
                </a:cubicBezTo>
                <a:cubicBezTo>
                  <a:pt x="58" y="1003"/>
                  <a:pt x="54" y="1005"/>
                  <a:pt x="51" y="1013"/>
                </a:cubicBezTo>
                <a:cubicBezTo>
                  <a:pt x="46" y="1012"/>
                  <a:pt x="43" y="1019"/>
                  <a:pt x="38" y="1021"/>
                </a:cubicBezTo>
                <a:cubicBezTo>
                  <a:pt x="36" y="1031"/>
                  <a:pt x="28" y="1027"/>
                  <a:pt x="25" y="1035"/>
                </a:cubicBezTo>
                <a:cubicBezTo>
                  <a:pt x="17" y="1041"/>
                  <a:pt x="7" y="1044"/>
                  <a:pt x="0" y="1056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5" y="1062"/>
                  <a:pt x="8" y="1054"/>
                  <a:pt x="15" y="1054"/>
                </a:cubicBezTo>
                <a:close/>
                <a:moveTo>
                  <a:pt x="21" y="1107"/>
                </a:moveTo>
                <a:cubicBezTo>
                  <a:pt x="25" y="1101"/>
                  <a:pt x="31" y="1100"/>
                  <a:pt x="34" y="1093"/>
                </a:cubicBezTo>
                <a:cubicBezTo>
                  <a:pt x="39" y="1092"/>
                  <a:pt x="40" y="1081"/>
                  <a:pt x="46" y="1082"/>
                </a:cubicBezTo>
                <a:cubicBezTo>
                  <a:pt x="48" y="1073"/>
                  <a:pt x="54" y="1072"/>
                  <a:pt x="58" y="1065"/>
                </a:cubicBezTo>
                <a:cubicBezTo>
                  <a:pt x="54" y="1063"/>
                  <a:pt x="60" y="1062"/>
                  <a:pt x="57" y="1060"/>
                </a:cubicBezTo>
                <a:cubicBezTo>
                  <a:pt x="57" y="1056"/>
                  <a:pt x="66" y="1056"/>
                  <a:pt x="61" y="1052"/>
                </a:cubicBezTo>
                <a:cubicBezTo>
                  <a:pt x="44" y="1073"/>
                  <a:pt x="28" y="1095"/>
                  <a:pt x="7" y="1105"/>
                </a:cubicBezTo>
                <a:cubicBezTo>
                  <a:pt x="5" y="1108"/>
                  <a:pt x="3" y="1110"/>
                  <a:pt x="0" y="1112"/>
                </a:cubicBezTo>
                <a:cubicBezTo>
                  <a:pt x="0" y="1121"/>
                  <a:pt x="0" y="1121"/>
                  <a:pt x="0" y="1121"/>
                </a:cubicBezTo>
                <a:cubicBezTo>
                  <a:pt x="3" y="1119"/>
                  <a:pt x="5" y="1117"/>
                  <a:pt x="8" y="1115"/>
                </a:cubicBezTo>
                <a:cubicBezTo>
                  <a:pt x="13" y="1114"/>
                  <a:pt x="15" y="1106"/>
                  <a:pt x="21" y="1107"/>
                </a:cubicBezTo>
                <a:close/>
                <a:moveTo>
                  <a:pt x="37" y="962"/>
                </a:moveTo>
                <a:cubicBezTo>
                  <a:pt x="39" y="959"/>
                  <a:pt x="42" y="960"/>
                  <a:pt x="44" y="958"/>
                </a:cubicBezTo>
                <a:cubicBezTo>
                  <a:pt x="46" y="955"/>
                  <a:pt x="46" y="950"/>
                  <a:pt x="49" y="950"/>
                </a:cubicBezTo>
                <a:cubicBezTo>
                  <a:pt x="55" y="942"/>
                  <a:pt x="52" y="942"/>
                  <a:pt x="58" y="935"/>
                </a:cubicBezTo>
                <a:cubicBezTo>
                  <a:pt x="61" y="928"/>
                  <a:pt x="64" y="922"/>
                  <a:pt x="67" y="915"/>
                </a:cubicBezTo>
                <a:cubicBezTo>
                  <a:pt x="72" y="913"/>
                  <a:pt x="72" y="903"/>
                  <a:pt x="66" y="900"/>
                </a:cubicBezTo>
                <a:cubicBezTo>
                  <a:pt x="64" y="900"/>
                  <a:pt x="63" y="899"/>
                  <a:pt x="62" y="899"/>
                </a:cubicBezTo>
                <a:cubicBezTo>
                  <a:pt x="60" y="902"/>
                  <a:pt x="61" y="904"/>
                  <a:pt x="61" y="906"/>
                </a:cubicBezTo>
                <a:cubicBezTo>
                  <a:pt x="54" y="905"/>
                  <a:pt x="62" y="911"/>
                  <a:pt x="61" y="913"/>
                </a:cubicBezTo>
                <a:cubicBezTo>
                  <a:pt x="56" y="913"/>
                  <a:pt x="53" y="926"/>
                  <a:pt x="54" y="929"/>
                </a:cubicBezTo>
                <a:cubicBezTo>
                  <a:pt x="46" y="930"/>
                  <a:pt x="45" y="945"/>
                  <a:pt x="38" y="948"/>
                </a:cubicBezTo>
                <a:cubicBezTo>
                  <a:pt x="34" y="957"/>
                  <a:pt x="27" y="962"/>
                  <a:pt x="22" y="970"/>
                </a:cubicBezTo>
                <a:cubicBezTo>
                  <a:pt x="17" y="976"/>
                  <a:pt x="11" y="979"/>
                  <a:pt x="6" y="986"/>
                </a:cubicBezTo>
                <a:cubicBezTo>
                  <a:pt x="4" y="987"/>
                  <a:pt x="2" y="989"/>
                  <a:pt x="0" y="991"/>
                </a:cubicBezTo>
                <a:cubicBezTo>
                  <a:pt x="0" y="1003"/>
                  <a:pt x="0" y="1003"/>
                  <a:pt x="0" y="1003"/>
                </a:cubicBezTo>
                <a:cubicBezTo>
                  <a:pt x="5" y="998"/>
                  <a:pt x="9" y="994"/>
                  <a:pt x="14" y="990"/>
                </a:cubicBezTo>
                <a:cubicBezTo>
                  <a:pt x="22" y="982"/>
                  <a:pt x="30" y="972"/>
                  <a:pt x="37" y="962"/>
                </a:cubicBezTo>
                <a:close/>
                <a:moveTo>
                  <a:pt x="126" y="0"/>
                </a:moveTo>
                <a:cubicBezTo>
                  <a:pt x="129" y="4"/>
                  <a:pt x="131" y="8"/>
                  <a:pt x="137" y="8"/>
                </a:cubicBezTo>
                <a:cubicBezTo>
                  <a:pt x="137" y="5"/>
                  <a:pt x="136" y="3"/>
                  <a:pt x="135" y="0"/>
                </a:cubicBezTo>
                <a:lnTo>
                  <a:pt x="126" y="0"/>
                </a:lnTo>
                <a:close/>
                <a:moveTo>
                  <a:pt x="23" y="823"/>
                </a:moveTo>
                <a:cubicBezTo>
                  <a:pt x="18" y="820"/>
                  <a:pt x="26" y="813"/>
                  <a:pt x="18" y="812"/>
                </a:cubicBezTo>
                <a:cubicBezTo>
                  <a:pt x="15" y="810"/>
                  <a:pt x="15" y="817"/>
                  <a:pt x="11" y="816"/>
                </a:cubicBezTo>
                <a:cubicBezTo>
                  <a:pt x="9" y="820"/>
                  <a:pt x="9" y="824"/>
                  <a:pt x="9" y="827"/>
                </a:cubicBezTo>
                <a:cubicBezTo>
                  <a:pt x="6" y="826"/>
                  <a:pt x="6" y="831"/>
                  <a:pt x="7" y="833"/>
                </a:cubicBezTo>
                <a:cubicBezTo>
                  <a:pt x="1" y="831"/>
                  <a:pt x="8" y="838"/>
                  <a:pt x="3" y="841"/>
                </a:cubicBezTo>
                <a:cubicBezTo>
                  <a:pt x="2" y="843"/>
                  <a:pt x="1" y="844"/>
                  <a:pt x="0" y="846"/>
                </a:cubicBezTo>
                <a:cubicBezTo>
                  <a:pt x="0" y="863"/>
                  <a:pt x="0" y="863"/>
                  <a:pt x="0" y="863"/>
                </a:cubicBezTo>
                <a:cubicBezTo>
                  <a:pt x="6" y="853"/>
                  <a:pt x="11" y="843"/>
                  <a:pt x="18" y="835"/>
                </a:cubicBezTo>
                <a:cubicBezTo>
                  <a:pt x="13" y="831"/>
                  <a:pt x="22" y="827"/>
                  <a:pt x="23" y="823"/>
                </a:cubicBezTo>
                <a:close/>
                <a:moveTo>
                  <a:pt x="78" y="1128"/>
                </a:moveTo>
                <a:cubicBezTo>
                  <a:pt x="67" y="1132"/>
                  <a:pt x="63" y="1150"/>
                  <a:pt x="51" y="1152"/>
                </a:cubicBezTo>
                <a:cubicBezTo>
                  <a:pt x="48" y="1159"/>
                  <a:pt x="42" y="1159"/>
                  <a:pt x="39" y="1166"/>
                </a:cubicBezTo>
                <a:cubicBezTo>
                  <a:pt x="34" y="1169"/>
                  <a:pt x="29" y="1171"/>
                  <a:pt x="25" y="1177"/>
                </a:cubicBezTo>
                <a:cubicBezTo>
                  <a:pt x="23" y="1180"/>
                  <a:pt x="19" y="1176"/>
                  <a:pt x="18" y="1181"/>
                </a:cubicBezTo>
                <a:cubicBezTo>
                  <a:pt x="14" y="1180"/>
                  <a:pt x="14" y="1187"/>
                  <a:pt x="9" y="1184"/>
                </a:cubicBezTo>
                <a:cubicBezTo>
                  <a:pt x="7" y="1189"/>
                  <a:pt x="3" y="1189"/>
                  <a:pt x="0" y="1192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0" y="1200"/>
                  <a:pt x="0" y="1200"/>
                  <a:pt x="1" y="1200"/>
                </a:cubicBezTo>
                <a:cubicBezTo>
                  <a:pt x="6" y="1199"/>
                  <a:pt x="9" y="1193"/>
                  <a:pt x="14" y="1191"/>
                </a:cubicBezTo>
                <a:cubicBezTo>
                  <a:pt x="22" y="1186"/>
                  <a:pt x="30" y="1180"/>
                  <a:pt x="38" y="1173"/>
                </a:cubicBezTo>
                <a:cubicBezTo>
                  <a:pt x="46" y="1165"/>
                  <a:pt x="56" y="1161"/>
                  <a:pt x="62" y="1150"/>
                </a:cubicBezTo>
                <a:cubicBezTo>
                  <a:pt x="70" y="1145"/>
                  <a:pt x="76" y="1133"/>
                  <a:pt x="84" y="1126"/>
                </a:cubicBezTo>
                <a:cubicBezTo>
                  <a:pt x="87" y="1119"/>
                  <a:pt x="93" y="1121"/>
                  <a:pt x="95" y="1112"/>
                </a:cubicBezTo>
                <a:cubicBezTo>
                  <a:pt x="98" y="1113"/>
                  <a:pt x="99" y="1108"/>
                  <a:pt x="100" y="1104"/>
                </a:cubicBezTo>
                <a:cubicBezTo>
                  <a:pt x="103" y="1106"/>
                  <a:pt x="105" y="1100"/>
                  <a:pt x="103" y="1098"/>
                </a:cubicBezTo>
                <a:cubicBezTo>
                  <a:pt x="95" y="1109"/>
                  <a:pt x="86" y="1118"/>
                  <a:pt x="78" y="1128"/>
                </a:cubicBezTo>
                <a:close/>
                <a:moveTo>
                  <a:pt x="8" y="1255"/>
                </a:moveTo>
                <a:cubicBezTo>
                  <a:pt x="5" y="1257"/>
                  <a:pt x="3" y="1259"/>
                  <a:pt x="0" y="1261"/>
                </a:cubicBezTo>
                <a:cubicBezTo>
                  <a:pt x="0" y="1267"/>
                  <a:pt x="0" y="1267"/>
                  <a:pt x="0" y="1267"/>
                </a:cubicBezTo>
                <a:cubicBezTo>
                  <a:pt x="1" y="1267"/>
                  <a:pt x="3" y="1266"/>
                  <a:pt x="4" y="1265"/>
                </a:cubicBezTo>
                <a:cubicBezTo>
                  <a:pt x="4" y="1261"/>
                  <a:pt x="13" y="1259"/>
                  <a:pt x="8" y="1255"/>
                </a:cubicBezTo>
                <a:close/>
                <a:moveTo>
                  <a:pt x="48" y="1199"/>
                </a:moveTo>
                <a:cubicBezTo>
                  <a:pt x="45" y="1203"/>
                  <a:pt x="42" y="1207"/>
                  <a:pt x="37" y="1208"/>
                </a:cubicBezTo>
                <a:cubicBezTo>
                  <a:pt x="34" y="1213"/>
                  <a:pt x="31" y="1216"/>
                  <a:pt x="26" y="1218"/>
                </a:cubicBezTo>
                <a:cubicBezTo>
                  <a:pt x="20" y="1225"/>
                  <a:pt x="12" y="1230"/>
                  <a:pt x="5" y="1235"/>
                </a:cubicBezTo>
                <a:cubicBezTo>
                  <a:pt x="3" y="1234"/>
                  <a:pt x="1" y="1235"/>
                  <a:pt x="0" y="1236"/>
                </a:cubicBezTo>
                <a:cubicBezTo>
                  <a:pt x="0" y="1245"/>
                  <a:pt x="0" y="1245"/>
                  <a:pt x="0" y="1245"/>
                </a:cubicBezTo>
                <a:cubicBezTo>
                  <a:pt x="1" y="1244"/>
                  <a:pt x="2" y="1244"/>
                  <a:pt x="3" y="1243"/>
                </a:cubicBezTo>
                <a:cubicBezTo>
                  <a:pt x="7" y="1240"/>
                  <a:pt x="10" y="1236"/>
                  <a:pt x="15" y="1234"/>
                </a:cubicBezTo>
                <a:cubicBezTo>
                  <a:pt x="19" y="1232"/>
                  <a:pt x="23" y="1227"/>
                  <a:pt x="28" y="1225"/>
                </a:cubicBezTo>
                <a:cubicBezTo>
                  <a:pt x="36" y="1219"/>
                  <a:pt x="44" y="1212"/>
                  <a:pt x="51" y="1204"/>
                </a:cubicBezTo>
                <a:cubicBezTo>
                  <a:pt x="53" y="1198"/>
                  <a:pt x="59" y="1200"/>
                  <a:pt x="61" y="1192"/>
                </a:cubicBezTo>
                <a:cubicBezTo>
                  <a:pt x="64" y="1193"/>
                  <a:pt x="64" y="1187"/>
                  <a:pt x="67" y="1188"/>
                </a:cubicBezTo>
                <a:cubicBezTo>
                  <a:pt x="68" y="1184"/>
                  <a:pt x="71" y="1181"/>
                  <a:pt x="69" y="1179"/>
                </a:cubicBezTo>
                <a:cubicBezTo>
                  <a:pt x="62" y="1186"/>
                  <a:pt x="56" y="1194"/>
                  <a:pt x="48" y="1199"/>
                </a:cubicBezTo>
                <a:close/>
                <a:moveTo>
                  <a:pt x="920" y="10"/>
                </a:moveTo>
                <a:cubicBezTo>
                  <a:pt x="925" y="12"/>
                  <a:pt x="931" y="14"/>
                  <a:pt x="935" y="17"/>
                </a:cubicBezTo>
                <a:cubicBezTo>
                  <a:pt x="954" y="28"/>
                  <a:pt x="960" y="29"/>
                  <a:pt x="963" y="33"/>
                </a:cubicBezTo>
                <a:cubicBezTo>
                  <a:pt x="1027" y="64"/>
                  <a:pt x="1029" y="69"/>
                  <a:pt x="1034" y="71"/>
                </a:cubicBezTo>
                <a:cubicBezTo>
                  <a:pt x="1068" y="87"/>
                  <a:pt x="1071" y="88"/>
                  <a:pt x="1073" y="90"/>
                </a:cubicBezTo>
                <a:cubicBezTo>
                  <a:pt x="1128" y="114"/>
                  <a:pt x="1137" y="122"/>
                  <a:pt x="1151" y="124"/>
                </a:cubicBezTo>
                <a:cubicBezTo>
                  <a:pt x="1235" y="156"/>
                  <a:pt x="1245" y="163"/>
                  <a:pt x="1261" y="164"/>
                </a:cubicBezTo>
                <a:cubicBezTo>
                  <a:pt x="1288" y="169"/>
                  <a:pt x="1293" y="172"/>
                  <a:pt x="1303" y="171"/>
                </a:cubicBezTo>
                <a:cubicBezTo>
                  <a:pt x="1331" y="172"/>
                  <a:pt x="1327" y="172"/>
                  <a:pt x="1322" y="171"/>
                </a:cubicBezTo>
                <a:cubicBezTo>
                  <a:pt x="1251" y="157"/>
                  <a:pt x="1246" y="152"/>
                  <a:pt x="1238" y="152"/>
                </a:cubicBezTo>
                <a:cubicBezTo>
                  <a:pt x="1203" y="142"/>
                  <a:pt x="1194" y="133"/>
                  <a:pt x="1177" y="131"/>
                </a:cubicBezTo>
                <a:cubicBezTo>
                  <a:pt x="1162" y="122"/>
                  <a:pt x="1157" y="121"/>
                  <a:pt x="1153" y="118"/>
                </a:cubicBezTo>
                <a:cubicBezTo>
                  <a:pt x="1092" y="91"/>
                  <a:pt x="1083" y="87"/>
                  <a:pt x="1076" y="81"/>
                </a:cubicBezTo>
                <a:cubicBezTo>
                  <a:pt x="1016" y="51"/>
                  <a:pt x="1006" y="48"/>
                  <a:pt x="998" y="44"/>
                </a:cubicBezTo>
                <a:cubicBezTo>
                  <a:pt x="966" y="24"/>
                  <a:pt x="957" y="21"/>
                  <a:pt x="951" y="15"/>
                </a:cubicBezTo>
                <a:cubicBezTo>
                  <a:pt x="901" y="0"/>
                  <a:pt x="901" y="0"/>
                  <a:pt x="901" y="0"/>
                </a:cubicBezTo>
                <a:close/>
                <a:moveTo>
                  <a:pt x="1096" y="23"/>
                </a:moveTo>
                <a:cubicBezTo>
                  <a:pt x="1108" y="25"/>
                  <a:pt x="1112" y="33"/>
                  <a:pt x="1125" y="34"/>
                </a:cubicBezTo>
                <a:cubicBezTo>
                  <a:pt x="1154" y="53"/>
                  <a:pt x="1163" y="51"/>
                  <a:pt x="1163" y="57"/>
                </a:cubicBezTo>
                <a:cubicBezTo>
                  <a:pt x="1224" y="83"/>
                  <a:pt x="1241" y="93"/>
                  <a:pt x="1261" y="100"/>
                </a:cubicBezTo>
                <a:cubicBezTo>
                  <a:pt x="1309" y="119"/>
                  <a:pt x="1319" y="116"/>
                  <a:pt x="1321" y="121"/>
                </a:cubicBezTo>
                <a:cubicBezTo>
                  <a:pt x="1483" y="135"/>
                  <a:pt x="1494" y="132"/>
                  <a:pt x="1508" y="132"/>
                </a:cubicBezTo>
                <a:cubicBezTo>
                  <a:pt x="1513" y="124"/>
                  <a:pt x="1524" y="129"/>
                  <a:pt x="1522" y="121"/>
                </a:cubicBezTo>
                <a:cubicBezTo>
                  <a:pt x="1429" y="114"/>
                  <a:pt x="1421" y="115"/>
                  <a:pt x="1415" y="115"/>
                </a:cubicBezTo>
                <a:cubicBezTo>
                  <a:pt x="1377" y="104"/>
                  <a:pt x="1367" y="106"/>
                  <a:pt x="1365" y="100"/>
                </a:cubicBezTo>
                <a:cubicBezTo>
                  <a:pt x="1321" y="90"/>
                  <a:pt x="1313" y="84"/>
                  <a:pt x="1302" y="82"/>
                </a:cubicBezTo>
                <a:cubicBezTo>
                  <a:pt x="1242" y="52"/>
                  <a:pt x="1240" y="47"/>
                  <a:pt x="1233" y="47"/>
                </a:cubicBezTo>
                <a:cubicBezTo>
                  <a:pt x="1284" y="57"/>
                  <a:pt x="1302" y="60"/>
                  <a:pt x="1318" y="64"/>
                </a:cubicBezTo>
                <a:cubicBezTo>
                  <a:pt x="1452" y="80"/>
                  <a:pt x="1459" y="83"/>
                  <a:pt x="1464" y="79"/>
                </a:cubicBezTo>
                <a:cubicBezTo>
                  <a:pt x="1275" y="49"/>
                  <a:pt x="1260" y="41"/>
                  <a:pt x="1240" y="39"/>
                </a:cubicBezTo>
                <a:cubicBezTo>
                  <a:pt x="1219" y="31"/>
                  <a:pt x="1217" y="26"/>
                  <a:pt x="1208" y="27"/>
                </a:cubicBezTo>
                <a:cubicBezTo>
                  <a:pt x="1171" y="4"/>
                  <a:pt x="1160" y="6"/>
                  <a:pt x="1156" y="2"/>
                </a:cubicBezTo>
                <a:cubicBezTo>
                  <a:pt x="1119" y="4"/>
                  <a:pt x="1126" y="9"/>
                  <a:pt x="1136" y="10"/>
                </a:cubicBezTo>
                <a:cubicBezTo>
                  <a:pt x="1169" y="30"/>
                  <a:pt x="1176" y="28"/>
                  <a:pt x="1177" y="31"/>
                </a:cubicBezTo>
                <a:cubicBezTo>
                  <a:pt x="1206" y="45"/>
                  <a:pt x="1215" y="46"/>
                  <a:pt x="1220" y="49"/>
                </a:cubicBezTo>
                <a:cubicBezTo>
                  <a:pt x="1280" y="78"/>
                  <a:pt x="1290" y="84"/>
                  <a:pt x="1302" y="88"/>
                </a:cubicBezTo>
                <a:cubicBezTo>
                  <a:pt x="1327" y="100"/>
                  <a:pt x="1331" y="99"/>
                  <a:pt x="1335" y="100"/>
                </a:cubicBezTo>
                <a:cubicBezTo>
                  <a:pt x="1385" y="116"/>
                  <a:pt x="1401" y="116"/>
                  <a:pt x="1413" y="121"/>
                </a:cubicBezTo>
                <a:cubicBezTo>
                  <a:pt x="1486" y="126"/>
                  <a:pt x="1486" y="125"/>
                  <a:pt x="1495" y="127"/>
                </a:cubicBezTo>
                <a:cubicBezTo>
                  <a:pt x="1458" y="133"/>
                  <a:pt x="1456" y="132"/>
                  <a:pt x="1443" y="133"/>
                </a:cubicBezTo>
                <a:cubicBezTo>
                  <a:pt x="1346" y="119"/>
                  <a:pt x="1337" y="119"/>
                  <a:pt x="1334" y="115"/>
                </a:cubicBezTo>
                <a:cubicBezTo>
                  <a:pt x="1283" y="98"/>
                  <a:pt x="1273" y="101"/>
                  <a:pt x="1274" y="94"/>
                </a:cubicBezTo>
                <a:cubicBezTo>
                  <a:pt x="1197" y="60"/>
                  <a:pt x="1189" y="61"/>
                  <a:pt x="1185" y="57"/>
                </a:cubicBezTo>
                <a:cubicBezTo>
                  <a:pt x="1136" y="33"/>
                  <a:pt x="1127" y="28"/>
                  <a:pt x="1118" y="23"/>
                </a:cubicBezTo>
                <a:cubicBezTo>
                  <a:pt x="1081" y="8"/>
                  <a:pt x="1076" y="3"/>
                  <a:pt x="1068" y="0"/>
                </a:cubicBezTo>
                <a:cubicBezTo>
                  <a:pt x="1077" y="14"/>
                  <a:pt x="1089" y="16"/>
                  <a:pt x="1096" y="23"/>
                </a:cubicBezTo>
                <a:close/>
                <a:moveTo>
                  <a:pt x="979" y="13"/>
                </a:moveTo>
                <a:cubicBezTo>
                  <a:pt x="986" y="13"/>
                  <a:pt x="987" y="17"/>
                  <a:pt x="992" y="18"/>
                </a:cubicBezTo>
                <a:cubicBezTo>
                  <a:pt x="1035" y="35"/>
                  <a:pt x="1037" y="39"/>
                  <a:pt x="1039" y="43"/>
                </a:cubicBezTo>
                <a:cubicBezTo>
                  <a:pt x="1082" y="59"/>
                  <a:pt x="1083" y="64"/>
                  <a:pt x="1089" y="64"/>
                </a:cubicBezTo>
                <a:cubicBezTo>
                  <a:pt x="1163" y="104"/>
                  <a:pt x="1170" y="102"/>
                  <a:pt x="1173" y="105"/>
                </a:cubicBezTo>
                <a:cubicBezTo>
                  <a:pt x="1200" y="116"/>
                  <a:pt x="1202" y="117"/>
                  <a:pt x="1203" y="119"/>
                </a:cubicBezTo>
                <a:cubicBezTo>
                  <a:pt x="1236" y="133"/>
                  <a:pt x="1244" y="134"/>
                  <a:pt x="1249" y="139"/>
                </a:cubicBezTo>
                <a:cubicBezTo>
                  <a:pt x="1273" y="146"/>
                  <a:pt x="1277" y="147"/>
                  <a:pt x="1279" y="149"/>
                </a:cubicBezTo>
                <a:cubicBezTo>
                  <a:pt x="1302" y="160"/>
                  <a:pt x="1315" y="152"/>
                  <a:pt x="1314" y="158"/>
                </a:cubicBezTo>
                <a:cubicBezTo>
                  <a:pt x="1355" y="161"/>
                  <a:pt x="1375" y="162"/>
                  <a:pt x="1394" y="162"/>
                </a:cubicBezTo>
                <a:cubicBezTo>
                  <a:pt x="1429" y="161"/>
                  <a:pt x="1435" y="155"/>
                  <a:pt x="1429" y="154"/>
                </a:cubicBezTo>
                <a:cubicBezTo>
                  <a:pt x="1393" y="155"/>
                  <a:pt x="1392" y="157"/>
                  <a:pt x="1381" y="155"/>
                </a:cubicBezTo>
                <a:cubicBezTo>
                  <a:pt x="1358" y="157"/>
                  <a:pt x="1347" y="153"/>
                  <a:pt x="1338" y="154"/>
                </a:cubicBezTo>
                <a:cubicBezTo>
                  <a:pt x="1234" y="126"/>
                  <a:pt x="1232" y="119"/>
                  <a:pt x="1223" y="119"/>
                </a:cubicBezTo>
                <a:cubicBezTo>
                  <a:pt x="1147" y="88"/>
                  <a:pt x="1147" y="80"/>
                  <a:pt x="1139" y="80"/>
                </a:cubicBezTo>
                <a:cubicBezTo>
                  <a:pt x="1111" y="65"/>
                  <a:pt x="1099" y="60"/>
                  <a:pt x="1087" y="55"/>
                </a:cubicBezTo>
                <a:cubicBezTo>
                  <a:pt x="1033" y="27"/>
                  <a:pt x="1028" y="24"/>
                  <a:pt x="1022" y="21"/>
                </a:cubicBezTo>
                <a:cubicBezTo>
                  <a:pt x="956" y="0"/>
                  <a:pt x="956" y="0"/>
                  <a:pt x="956" y="0"/>
                </a:cubicBezTo>
                <a:close/>
                <a:moveTo>
                  <a:pt x="1304" y="25"/>
                </a:moveTo>
                <a:cubicBezTo>
                  <a:pt x="1335" y="32"/>
                  <a:pt x="1379" y="35"/>
                  <a:pt x="1419" y="41"/>
                </a:cubicBezTo>
                <a:cubicBezTo>
                  <a:pt x="1435" y="41"/>
                  <a:pt x="1451" y="41"/>
                  <a:pt x="1467" y="42"/>
                </a:cubicBezTo>
                <a:cubicBezTo>
                  <a:pt x="1473" y="45"/>
                  <a:pt x="1476" y="40"/>
                  <a:pt x="1486" y="42"/>
                </a:cubicBezTo>
                <a:cubicBezTo>
                  <a:pt x="1491" y="42"/>
                  <a:pt x="1495" y="42"/>
                  <a:pt x="1499" y="42"/>
                </a:cubicBezTo>
                <a:cubicBezTo>
                  <a:pt x="1503" y="41"/>
                  <a:pt x="1511" y="45"/>
                  <a:pt x="1510" y="40"/>
                </a:cubicBezTo>
                <a:cubicBezTo>
                  <a:pt x="1508" y="38"/>
                  <a:pt x="1505" y="37"/>
                  <a:pt x="1500" y="38"/>
                </a:cubicBezTo>
                <a:cubicBezTo>
                  <a:pt x="1498" y="39"/>
                  <a:pt x="1489" y="43"/>
                  <a:pt x="1489" y="38"/>
                </a:cubicBezTo>
                <a:cubicBezTo>
                  <a:pt x="1477" y="38"/>
                  <a:pt x="1478" y="38"/>
                  <a:pt x="1467" y="39"/>
                </a:cubicBezTo>
                <a:cubicBezTo>
                  <a:pt x="1458" y="35"/>
                  <a:pt x="1442" y="38"/>
                  <a:pt x="1430" y="36"/>
                </a:cubicBezTo>
                <a:cubicBezTo>
                  <a:pt x="1426" y="33"/>
                  <a:pt x="1423" y="35"/>
                  <a:pt x="1419" y="36"/>
                </a:cubicBezTo>
                <a:cubicBezTo>
                  <a:pt x="1417" y="31"/>
                  <a:pt x="1405" y="35"/>
                  <a:pt x="1399" y="34"/>
                </a:cubicBezTo>
                <a:cubicBezTo>
                  <a:pt x="1393" y="30"/>
                  <a:pt x="1379" y="33"/>
                  <a:pt x="1369" y="29"/>
                </a:cubicBezTo>
                <a:cubicBezTo>
                  <a:pt x="1366" y="28"/>
                  <a:pt x="1363" y="28"/>
                  <a:pt x="1360" y="28"/>
                </a:cubicBezTo>
                <a:cubicBezTo>
                  <a:pt x="1356" y="29"/>
                  <a:pt x="1355" y="25"/>
                  <a:pt x="1354" y="28"/>
                </a:cubicBezTo>
                <a:cubicBezTo>
                  <a:pt x="1352" y="23"/>
                  <a:pt x="1338" y="29"/>
                  <a:pt x="1336" y="23"/>
                </a:cubicBezTo>
                <a:cubicBezTo>
                  <a:pt x="1311" y="21"/>
                  <a:pt x="1288" y="17"/>
                  <a:pt x="1269" y="9"/>
                </a:cubicBezTo>
                <a:cubicBezTo>
                  <a:pt x="1257" y="8"/>
                  <a:pt x="1250" y="4"/>
                  <a:pt x="1241" y="0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25" y="4"/>
                  <a:pt x="1237" y="7"/>
                  <a:pt x="1249" y="11"/>
                </a:cubicBezTo>
                <a:cubicBezTo>
                  <a:pt x="1265" y="18"/>
                  <a:pt x="1285" y="21"/>
                  <a:pt x="1304" y="25"/>
                </a:cubicBezTo>
                <a:close/>
                <a:moveTo>
                  <a:pt x="883" y="9"/>
                </a:moveTo>
                <a:cubicBezTo>
                  <a:pt x="887" y="14"/>
                  <a:pt x="895" y="14"/>
                  <a:pt x="898" y="20"/>
                </a:cubicBezTo>
                <a:cubicBezTo>
                  <a:pt x="913" y="36"/>
                  <a:pt x="920" y="33"/>
                  <a:pt x="922" y="36"/>
                </a:cubicBezTo>
                <a:cubicBezTo>
                  <a:pt x="951" y="55"/>
                  <a:pt x="953" y="62"/>
                  <a:pt x="960" y="63"/>
                </a:cubicBezTo>
                <a:cubicBezTo>
                  <a:pt x="985" y="82"/>
                  <a:pt x="997" y="88"/>
                  <a:pt x="1008" y="95"/>
                </a:cubicBezTo>
                <a:cubicBezTo>
                  <a:pt x="1077" y="135"/>
                  <a:pt x="1084" y="133"/>
                  <a:pt x="1085" y="136"/>
                </a:cubicBezTo>
                <a:cubicBezTo>
                  <a:pt x="1124" y="154"/>
                  <a:pt x="1130" y="165"/>
                  <a:pt x="1148" y="165"/>
                </a:cubicBezTo>
                <a:cubicBezTo>
                  <a:pt x="1177" y="180"/>
                  <a:pt x="1184" y="177"/>
                  <a:pt x="1185" y="182"/>
                </a:cubicBezTo>
                <a:cubicBezTo>
                  <a:pt x="1245" y="198"/>
                  <a:pt x="1249" y="200"/>
                  <a:pt x="1254" y="200"/>
                </a:cubicBezTo>
                <a:cubicBezTo>
                  <a:pt x="1350" y="212"/>
                  <a:pt x="1357" y="219"/>
                  <a:pt x="1360" y="218"/>
                </a:cubicBezTo>
                <a:cubicBezTo>
                  <a:pt x="1358" y="204"/>
                  <a:pt x="1355" y="205"/>
                  <a:pt x="1352" y="207"/>
                </a:cubicBezTo>
                <a:cubicBezTo>
                  <a:pt x="1328" y="204"/>
                  <a:pt x="1321" y="204"/>
                  <a:pt x="1306" y="204"/>
                </a:cubicBezTo>
                <a:cubicBezTo>
                  <a:pt x="1249" y="187"/>
                  <a:pt x="1239" y="190"/>
                  <a:pt x="1237" y="185"/>
                </a:cubicBezTo>
                <a:cubicBezTo>
                  <a:pt x="1165" y="161"/>
                  <a:pt x="1154" y="164"/>
                  <a:pt x="1152" y="159"/>
                </a:cubicBezTo>
                <a:cubicBezTo>
                  <a:pt x="1126" y="149"/>
                  <a:pt x="1124" y="147"/>
                  <a:pt x="1120" y="147"/>
                </a:cubicBezTo>
                <a:cubicBezTo>
                  <a:pt x="1087" y="129"/>
                  <a:pt x="1085" y="124"/>
                  <a:pt x="1077" y="125"/>
                </a:cubicBezTo>
                <a:cubicBezTo>
                  <a:pt x="1047" y="103"/>
                  <a:pt x="1040" y="103"/>
                  <a:pt x="1036" y="100"/>
                </a:cubicBezTo>
                <a:cubicBezTo>
                  <a:pt x="1008" y="81"/>
                  <a:pt x="1003" y="82"/>
                  <a:pt x="999" y="81"/>
                </a:cubicBezTo>
                <a:cubicBezTo>
                  <a:pt x="968" y="59"/>
                  <a:pt x="965" y="56"/>
                  <a:pt x="961" y="54"/>
                </a:cubicBezTo>
                <a:cubicBezTo>
                  <a:pt x="925" y="28"/>
                  <a:pt x="920" y="26"/>
                  <a:pt x="915" y="25"/>
                </a:cubicBezTo>
                <a:cubicBezTo>
                  <a:pt x="893" y="5"/>
                  <a:pt x="887" y="4"/>
                  <a:pt x="885" y="1"/>
                </a:cubicBezTo>
                <a:cubicBezTo>
                  <a:pt x="872" y="5"/>
                  <a:pt x="878" y="6"/>
                  <a:pt x="883" y="9"/>
                </a:cubicBezTo>
                <a:close/>
                <a:moveTo>
                  <a:pt x="1280" y="0"/>
                </a:move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lose/>
                <a:moveTo>
                  <a:pt x="833" y="8"/>
                </a:moveTo>
                <a:cubicBezTo>
                  <a:pt x="837" y="12"/>
                  <a:pt x="843" y="13"/>
                  <a:pt x="846" y="17"/>
                </a:cubicBezTo>
                <a:cubicBezTo>
                  <a:pt x="882" y="51"/>
                  <a:pt x="891" y="50"/>
                  <a:pt x="893" y="55"/>
                </a:cubicBezTo>
                <a:cubicBezTo>
                  <a:pt x="911" y="66"/>
                  <a:pt x="911" y="74"/>
                  <a:pt x="916" y="75"/>
                </a:cubicBezTo>
                <a:cubicBezTo>
                  <a:pt x="986" y="136"/>
                  <a:pt x="988" y="138"/>
                  <a:pt x="991" y="138"/>
                </a:cubicBezTo>
                <a:cubicBezTo>
                  <a:pt x="1014" y="162"/>
                  <a:pt x="1027" y="164"/>
                  <a:pt x="1032" y="172"/>
                </a:cubicBezTo>
                <a:cubicBezTo>
                  <a:pt x="1049" y="184"/>
                  <a:pt x="1054" y="186"/>
                  <a:pt x="1056" y="192"/>
                </a:cubicBezTo>
                <a:cubicBezTo>
                  <a:pt x="1096" y="211"/>
                  <a:pt x="1102" y="220"/>
                  <a:pt x="1114" y="224"/>
                </a:cubicBezTo>
                <a:cubicBezTo>
                  <a:pt x="1182" y="262"/>
                  <a:pt x="1192" y="266"/>
                  <a:pt x="1202" y="271"/>
                </a:cubicBezTo>
                <a:cubicBezTo>
                  <a:pt x="1247" y="288"/>
                  <a:pt x="1251" y="287"/>
                  <a:pt x="1252" y="290"/>
                </a:cubicBezTo>
                <a:cubicBezTo>
                  <a:pt x="1295" y="297"/>
                  <a:pt x="1305" y="294"/>
                  <a:pt x="1304" y="287"/>
                </a:cubicBezTo>
                <a:cubicBezTo>
                  <a:pt x="1296" y="277"/>
                  <a:pt x="1294" y="287"/>
                  <a:pt x="1291" y="286"/>
                </a:cubicBezTo>
                <a:cubicBezTo>
                  <a:pt x="1240" y="278"/>
                  <a:pt x="1233" y="274"/>
                  <a:pt x="1224" y="272"/>
                </a:cubicBezTo>
                <a:cubicBezTo>
                  <a:pt x="1177" y="250"/>
                  <a:pt x="1172" y="250"/>
                  <a:pt x="1170" y="247"/>
                </a:cubicBezTo>
                <a:cubicBezTo>
                  <a:pt x="1150" y="240"/>
                  <a:pt x="1150" y="230"/>
                  <a:pt x="1138" y="231"/>
                </a:cubicBezTo>
                <a:cubicBezTo>
                  <a:pt x="1116" y="211"/>
                  <a:pt x="1101" y="214"/>
                  <a:pt x="1099" y="206"/>
                </a:cubicBezTo>
                <a:cubicBezTo>
                  <a:pt x="1054" y="177"/>
                  <a:pt x="1048" y="173"/>
                  <a:pt x="1043" y="168"/>
                </a:cubicBezTo>
                <a:cubicBezTo>
                  <a:pt x="1011" y="146"/>
                  <a:pt x="999" y="136"/>
                  <a:pt x="987" y="127"/>
                </a:cubicBezTo>
                <a:cubicBezTo>
                  <a:pt x="971" y="108"/>
                  <a:pt x="966" y="108"/>
                  <a:pt x="962" y="107"/>
                </a:cubicBezTo>
                <a:cubicBezTo>
                  <a:pt x="940" y="87"/>
                  <a:pt x="938" y="84"/>
                  <a:pt x="934" y="82"/>
                </a:cubicBezTo>
                <a:cubicBezTo>
                  <a:pt x="885" y="38"/>
                  <a:pt x="878" y="37"/>
                  <a:pt x="876" y="31"/>
                </a:cubicBezTo>
                <a:cubicBezTo>
                  <a:pt x="860" y="15"/>
                  <a:pt x="853" y="14"/>
                  <a:pt x="850" y="8"/>
                </a:cubicBezTo>
                <a:cubicBezTo>
                  <a:pt x="828" y="2"/>
                  <a:pt x="832" y="4"/>
                  <a:pt x="833" y="8"/>
                </a:cubicBezTo>
                <a:close/>
                <a:moveTo>
                  <a:pt x="750" y="19"/>
                </a:moveTo>
                <a:cubicBezTo>
                  <a:pt x="756" y="21"/>
                  <a:pt x="760" y="24"/>
                  <a:pt x="763" y="28"/>
                </a:cubicBezTo>
                <a:cubicBezTo>
                  <a:pt x="795" y="48"/>
                  <a:pt x="793" y="58"/>
                  <a:pt x="801" y="58"/>
                </a:cubicBezTo>
                <a:cubicBezTo>
                  <a:pt x="830" y="88"/>
                  <a:pt x="839" y="94"/>
                  <a:pt x="846" y="102"/>
                </a:cubicBezTo>
                <a:cubicBezTo>
                  <a:pt x="861" y="116"/>
                  <a:pt x="865" y="120"/>
                  <a:pt x="867" y="124"/>
                </a:cubicBezTo>
                <a:cubicBezTo>
                  <a:pt x="917" y="168"/>
                  <a:pt x="917" y="172"/>
                  <a:pt x="919" y="174"/>
                </a:cubicBezTo>
                <a:cubicBezTo>
                  <a:pt x="944" y="198"/>
                  <a:pt x="950" y="207"/>
                  <a:pt x="957" y="214"/>
                </a:cubicBezTo>
                <a:cubicBezTo>
                  <a:pt x="1014" y="262"/>
                  <a:pt x="1021" y="270"/>
                  <a:pt x="1032" y="274"/>
                </a:cubicBezTo>
                <a:cubicBezTo>
                  <a:pt x="1086" y="317"/>
                  <a:pt x="1095" y="316"/>
                  <a:pt x="1096" y="321"/>
                </a:cubicBezTo>
                <a:cubicBezTo>
                  <a:pt x="1138" y="334"/>
                  <a:pt x="1141" y="339"/>
                  <a:pt x="1148" y="340"/>
                </a:cubicBezTo>
                <a:cubicBezTo>
                  <a:pt x="1136" y="331"/>
                  <a:pt x="1110" y="323"/>
                  <a:pt x="1092" y="308"/>
                </a:cubicBezTo>
                <a:cubicBezTo>
                  <a:pt x="1045" y="279"/>
                  <a:pt x="1047" y="273"/>
                  <a:pt x="1041" y="274"/>
                </a:cubicBezTo>
                <a:cubicBezTo>
                  <a:pt x="1014" y="255"/>
                  <a:pt x="1012" y="250"/>
                  <a:pt x="1006" y="247"/>
                </a:cubicBezTo>
                <a:cubicBezTo>
                  <a:pt x="990" y="232"/>
                  <a:pt x="985" y="227"/>
                  <a:pt x="981" y="223"/>
                </a:cubicBezTo>
                <a:cubicBezTo>
                  <a:pt x="959" y="204"/>
                  <a:pt x="956" y="201"/>
                  <a:pt x="955" y="198"/>
                </a:cubicBezTo>
                <a:cubicBezTo>
                  <a:pt x="920" y="167"/>
                  <a:pt x="916" y="155"/>
                  <a:pt x="904" y="151"/>
                </a:cubicBezTo>
                <a:cubicBezTo>
                  <a:pt x="889" y="134"/>
                  <a:pt x="887" y="129"/>
                  <a:pt x="880" y="127"/>
                </a:cubicBezTo>
                <a:cubicBezTo>
                  <a:pt x="843" y="89"/>
                  <a:pt x="841" y="87"/>
                  <a:pt x="840" y="85"/>
                </a:cubicBezTo>
                <a:cubicBezTo>
                  <a:pt x="818" y="66"/>
                  <a:pt x="818" y="62"/>
                  <a:pt x="817" y="60"/>
                </a:cubicBezTo>
                <a:cubicBezTo>
                  <a:pt x="790" y="41"/>
                  <a:pt x="790" y="33"/>
                  <a:pt x="782" y="33"/>
                </a:cubicBezTo>
                <a:cubicBezTo>
                  <a:pt x="747" y="6"/>
                  <a:pt x="748" y="2"/>
                  <a:pt x="746" y="0"/>
                </a:cubicBezTo>
                <a:cubicBezTo>
                  <a:pt x="739" y="12"/>
                  <a:pt x="750" y="11"/>
                  <a:pt x="750" y="19"/>
                </a:cubicBezTo>
                <a:close/>
                <a:moveTo>
                  <a:pt x="709" y="12"/>
                </a:moveTo>
                <a:cubicBezTo>
                  <a:pt x="713" y="13"/>
                  <a:pt x="713" y="18"/>
                  <a:pt x="715" y="21"/>
                </a:cubicBezTo>
                <a:cubicBezTo>
                  <a:pt x="737" y="43"/>
                  <a:pt x="740" y="46"/>
                  <a:pt x="743" y="50"/>
                </a:cubicBezTo>
                <a:cubicBezTo>
                  <a:pt x="773" y="89"/>
                  <a:pt x="783" y="92"/>
                  <a:pt x="785" y="103"/>
                </a:cubicBezTo>
                <a:cubicBezTo>
                  <a:pt x="812" y="126"/>
                  <a:pt x="818" y="134"/>
                  <a:pt x="823" y="141"/>
                </a:cubicBezTo>
                <a:cubicBezTo>
                  <a:pt x="844" y="164"/>
                  <a:pt x="844" y="170"/>
                  <a:pt x="849" y="172"/>
                </a:cubicBezTo>
                <a:cubicBezTo>
                  <a:pt x="873" y="211"/>
                  <a:pt x="877" y="213"/>
                  <a:pt x="881" y="216"/>
                </a:cubicBezTo>
                <a:cubicBezTo>
                  <a:pt x="937" y="283"/>
                  <a:pt x="953" y="295"/>
                  <a:pt x="966" y="310"/>
                </a:cubicBezTo>
                <a:cubicBezTo>
                  <a:pt x="1005" y="341"/>
                  <a:pt x="1012" y="342"/>
                  <a:pt x="1015" y="346"/>
                </a:cubicBezTo>
                <a:cubicBezTo>
                  <a:pt x="1079" y="381"/>
                  <a:pt x="1093" y="382"/>
                  <a:pt x="1102" y="387"/>
                </a:cubicBezTo>
                <a:cubicBezTo>
                  <a:pt x="1128" y="397"/>
                  <a:pt x="1134" y="397"/>
                  <a:pt x="1134" y="394"/>
                </a:cubicBezTo>
                <a:cubicBezTo>
                  <a:pt x="1057" y="366"/>
                  <a:pt x="1055" y="360"/>
                  <a:pt x="1048" y="360"/>
                </a:cubicBezTo>
                <a:cubicBezTo>
                  <a:pt x="1026" y="342"/>
                  <a:pt x="1019" y="344"/>
                  <a:pt x="1020" y="339"/>
                </a:cubicBezTo>
                <a:cubicBezTo>
                  <a:pt x="983" y="316"/>
                  <a:pt x="981" y="309"/>
                  <a:pt x="975" y="306"/>
                </a:cubicBezTo>
                <a:cubicBezTo>
                  <a:pt x="934" y="271"/>
                  <a:pt x="928" y="260"/>
                  <a:pt x="919" y="250"/>
                </a:cubicBezTo>
                <a:cubicBezTo>
                  <a:pt x="900" y="223"/>
                  <a:pt x="896" y="222"/>
                  <a:pt x="894" y="219"/>
                </a:cubicBezTo>
                <a:cubicBezTo>
                  <a:pt x="844" y="149"/>
                  <a:pt x="837" y="146"/>
                  <a:pt x="834" y="139"/>
                </a:cubicBezTo>
                <a:cubicBezTo>
                  <a:pt x="805" y="108"/>
                  <a:pt x="799" y="109"/>
                  <a:pt x="800" y="103"/>
                </a:cubicBezTo>
                <a:cubicBezTo>
                  <a:pt x="808" y="110"/>
                  <a:pt x="824" y="120"/>
                  <a:pt x="832" y="137"/>
                </a:cubicBezTo>
                <a:cubicBezTo>
                  <a:pt x="914" y="214"/>
                  <a:pt x="916" y="217"/>
                  <a:pt x="918" y="221"/>
                </a:cubicBezTo>
                <a:cubicBezTo>
                  <a:pt x="957" y="254"/>
                  <a:pt x="966" y="257"/>
                  <a:pt x="971" y="264"/>
                </a:cubicBezTo>
                <a:cubicBezTo>
                  <a:pt x="1006" y="292"/>
                  <a:pt x="1013" y="292"/>
                  <a:pt x="1016" y="296"/>
                </a:cubicBezTo>
                <a:cubicBezTo>
                  <a:pt x="1079" y="324"/>
                  <a:pt x="1087" y="328"/>
                  <a:pt x="1096" y="332"/>
                </a:cubicBezTo>
                <a:cubicBezTo>
                  <a:pt x="1182" y="339"/>
                  <a:pt x="1164" y="349"/>
                  <a:pt x="1164" y="342"/>
                </a:cubicBezTo>
                <a:cubicBezTo>
                  <a:pt x="1119" y="336"/>
                  <a:pt x="1120" y="331"/>
                  <a:pt x="1114" y="333"/>
                </a:cubicBezTo>
                <a:cubicBezTo>
                  <a:pt x="1082" y="320"/>
                  <a:pt x="1080" y="318"/>
                  <a:pt x="1077" y="317"/>
                </a:cubicBezTo>
                <a:cubicBezTo>
                  <a:pt x="989" y="266"/>
                  <a:pt x="977" y="261"/>
                  <a:pt x="969" y="251"/>
                </a:cubicBezTo>
                <a:cubicBezTo>
                  <a:pt x="950" y="235"/>
                  <a:pt x="942" y="233"/>
                  <a:pt x="939" y="226"/>
                </a:cubicBezTo>
                <a:cubicBezTo>
                  <a:pt x="906" y="190"/>
                  <a:pt x="899" y="192"/>
                  <a:pt x="899" y="188"/>
                </a:cubicBezTo>
                <a:cubicBezTo>
                  <a:pt x="866" y="157"/>
                  <a:pt x="859" y="155"/>
                  <a:pt x="856" y="148"/>
                </a:cubicBezTo>
                <a:cubicBezTo>
                  <a:pt x="825" y="117"/>
                  <a:pt x="824" y="114"/>
                  <a:pt x="822" y="110"/>
                </a:cubicBezTo>
                <a:cubicBezTo>
                  <a:pt x="801" y="90"/>
                  <a:pt x="798" y="87"/>
                  <a:pt x="796" y="84"/>
                </a:cubicBezTo>
                <a:cubicBezTo>
                  <a:pt x="768" y="53"/>
                  <a:pt x="765" y="51"/>
                  <a:pt x="762" y="48"/>
                </a:cubicBezTo>
                <a:cubicBezTo>
                  <a:pt x="742" y="24"/>
                  <a:pt x="737" y="18"/>
                  <a:pt x="728" y="15"/>
                </a:cubicBezTo>
                <a:cubicBezTo>
                  <a:pt x="704" y="1"/>
                  <a:pt x="705" y="2"/>
                  <a:pt x="707" y="3"/>
                </a:cubicBezTo>
                <a:close/>
                <a:moveTo>
                  <a:pt x="781" y="5"/>
                </a:moveTo>
                <a:cubicBezTo>
                  <a:pt x="780" y="9"/>
                  <a:pt x="783" y="9"/>
                  <a:pt x="785" y="11"/>
                </a:cubicBezTo>
                <a:cubicBezTo>
                  <a:pt x="813" y="32"/>
                  <a:pt x="815" y="38"/>
                  <a:pt x="821" y="41"/>
                </a:cubicBezTo>
                <a:cubicBezTo>
                  <a:pt x="837" y="55"/>
                  <a:pt x="839" y="56"/>
                  <a:pt x="843" y="56"/>
                </a:cubicBezTo>
                <a:cubicBezTo>
                  <a:pt x="873" y="83"/>
                  <a:pt x="883" y="90"/>
                  <a:pt x="892" y="99"/>
                </a:cubicBezTo>
                <a:cubicBezTo>
                  <a:pt x="909" y="114"/>
                  <a:pt x="916" y="117"/>
                  <a:pt x="918" y="123"/>
                </a:cubicBezTo>
                <a:cubicBezTo>
                  <a:pt x="952" y="150"/>
                  <a:pt x="958" y="152"/>
                  <a:pt x="960" y="157"/>
                </a:cubicBezTo>
                <a:cubicBezTo>
                  <a:pt x="1007" y="194"/>
                  <a:pt x="1009" y="196"/>
                  <a:pt x="1010" y="199"/>
                </a:cubicBezTo>
                <a:cubicBezTo>
                  <a:pt x="1034" y="220"/>
                  <a:pt x="1042" y="221"/>
                  <a:pt x="1044" y="226"/>
                </a:cubicBezTo>
                <a:cubicBezTo>
                  <a:pt x="1095" y="265"/>
                  <a:pt x="1104" y="266"/>
                  <a:pt x="1108" y="271"/>
                </a:cubicBezTo>
                <a:cubicBezTo>
                  <a:pt x="1152" y="297"/>
                  <a:pt x="1154" y="304"/>
                  <a:pt x="1162" y="305"/>
                </a:cubicBezTo>
                <a:cubicBezTo>
                  <a:pt x="1183" y="317"/>
                  <a:pt x="1184" y="319"/>
                  <a:pt x="1184" y="321"/>
                </a:cubicBezTo>
                <a:cubicBezTo>
                  <a:pt x="1209" y="327"/>
                  <a:pt x="1216" y="329"/>
                  <a:pt x="1225" y="326"/>
                </a:cubicBezTo>
                <a:cubicBezTo>
                  <a:pt x="1193" y="309"/>
                  <a:pt x="1186" y="309"/>
                  <a:pt x="1182" y="306"/>
                </a:cubicBezTo>
                <a:cubicBezTo>
                  <a:pt x="1131" y="277"/>
                  <a:pt x="1126" y="272"/>
                  <a:pt x="1119" y="270"/>
                </a:cubicBezTo>
                <a:cubicBezTo>
                  <a:pt x="1082" y="240"/>
                  <a:pt x="1074" y="237"/>
                  <a:pt x="1068" y="233"/>
                </a:cubicBezTo>
                <a:cubicBezTo>
                  <a:pt x="1015" y="191"/>
                  <a:pt x="1009" y="187"/>
                  <a:pt x="1004" y="182"/>
                </a:cubicBezTo>
                <a:cubicBezTo>
                  <a:pt x="952" y="138"/>
                  <a:pt x="945" y="135"/>
                  <a:pt x="941" y="128"/>
                </a:cubicBezTo>
                <a:cubicBezTo>
                  <a:pt x="904" y="100"/>
                  <a:pt x="901" y="93"/>
                  <a:pt x="894" y="90"/>
                </a:cubicBezTo>
                <a:cubicBezTo>
                  <a:pt x="858" y="58"/>
                  <a:pt x="853" y="54"/>
                  <a:pt x="847" y="50"/>
                </a:cubicBezTo>
                <a:cubicBezTo>
                  <a:pt x="822" y="26"/>
                  <a:pt x="817" y="26"/>
                  <a:pt x="813" y="25"/>
                </a:cubicBezTo>
                <a:cubicBezTo>
                  <a:pt x="781" y="0"/>
                  <a:pt x="781" y="0"/>
                  <a:pt x="781" y="0"/>
                </a:cubicBezTo>
                <a:close/>
                <a:moveTo>
                  <a:pt x="429" y="17"/>
                </a:moveTo>
                <a:cubicBezTo>
                  <a:pt x="434" y="17"/>
                  <a:pt x="433" y="24"/>
                  <a:pt x="440" y="23"/>
                </a:cubicBezTo>
                <a:cubicBezTo>
                  <a:pt x="504" y="85"/>
                  <a:pt x="517" y="96"/>
                  <a:pt x="530" y="106"/>
                </a:cubicBezTo>
                <a:cubicBezTo>
                  <a:pt x="570" y="139"/>
                  <a:pt x="576" y="139"/>
                  <a:pt x="579" y="142"/>
                </a:cubicBezTo>
                <a:cubicBezTo>
                  <a:pt x="604" y="156"/>
                  <a:pt x="606" y="167"/>
                  <a:pt x="609" y="160"/>
                </a:cubicBezTo>
                <a:cubicBezTo>
                  <a:pt x="583" y="140"/>
                  <a:pt x="574" y="135"/>
                  <a:pt x="569" y="129"/>
                </a:cubicBezTo>
                <a:cubicBezTo>
                  <a:pt x="531" y="105"/>
                  <a:pt x="533" y="96"/>
                  <a:pt x="526" y="97"/>
                </a:cubicBezTo>
                <a:cubicBezTo>
                  <a:pt x="493" y="61"/>
                  <a:pt x="489" y="59"/>
                  <a:pt x="487" y="53"/>
                </a:cubicBezTo>
                <a:cubicBezTo>
                  <a:pt x="450" y="20"/>
                  <a:pt x="443" y="19"/>
                  <a:pt x="442" y="13"/>
                </a:cubicBezTo>
                <a:cubicBezTo>
                  <a:pt x="463" y="26"/>
                  <a:pt x="465" y="28"/>
                  <a:pt x="466" y="31"/>
                </a:cubicBezTo>
                <a:cubicBezTo>
                  <a:pt x="519" y="68"/>
                  <a:pt x="521" y="73"/>
                  <a:pt x="526" y="76"/>
                </a:cubicBezTo>
                <a:cubicBezTo>
                  <a:pt x="542" y="88"/>
                  <a:pt x="542" y="94"/>
                  <a:pt x="547" y="96"/>
                </a:cubicBezTo>
                <a:cubicBezTo>
                  <a:pt x="565" y="108"/>
                  <a:pt x="564" y="115"/>
                  <a:pt x="571" y="116"/>
                </a:cubicBezTo>
                <a:cubicBezTo>
                  <a:pt x="606" y="152"/>
                  <a:pt x="609" y="155"/>
                  <a:pt x="614" y="158"/>
                </a:cubicBezTo>
                <a:cubicBezTo>
                  <a:pt x="619" y="167"/>
                  <a:pt x="612" y="162"/>
                  <a:pt x="611" y="167"/>
                </a:cubicBezTo>
                <a:cubicBezTo>
                  <a:pt x="629" y="174"/>
                  <a:pt x="629" y="177"/>
                  <a:pt x="633" y="176"/>
                </a:cubicBezTo>
                <a:cubicBezTo>
                  <a:pt x="695" y="224"/>
                  <a:pt x="698" y="233"/>
                  <a:pt x="708" y="234"/>
                </a:cubicBezTo>
                <a:cubicBezTo>
                  <a:pt x="693" y="216"/>
                  <a:pt x="685" y="219"/>
                  <a:pt x="684" y="214"/>
                </a:cubicBezTo>
                <a:cubicBezTo>
                  <a:pt x="649" y="191"/>
                  <a:pt x="648" y="181"/>
                  <a:pt x="639" y="178"/>
                </a:cubicBezTo>
                <a:cubicBezTo>
                  <a:pt x="616" y="151"/>
                  <a:pt x="612" y="152"/>
                  <a:pt x="612" y="149"/>
                </a:cubicBezTo>
                <a:cubicBezTo>
                  <a:pt x="596" y="135"/>
                  <a:pt x="596" y="129"/>
                  <a:pt x="593" y="127"/>
                </a:cubicBezTo>
                <a:cubicBezTo>
                  <a:pt x="564" y="105"/>
                  <a:pt x="565" y="101"/>
                  <a:pt x="563" y="100"/>
                </a:cubicBezTo>
                <a:cubicBezTo>
                  <a:pt x="537" y="78"/>
                  <a:pt x="536" y="72"/>
                  <a:pt x="531" y="71"/>
                </a:cubicBezTo>
                <a:cubicBezTo>
                  <a:pt x="517" y="59"/>
                  <a:pt x="516" y="57"/>
                  <a:pt x="516" y="53"/>
                </a:cubicBezTo>
                <a:cubicBezTo>
                  <a:pt x="486" y="37"/>
                  <a:pt x="484" y="26"/>
                  <a:pt x="473" y="24"/>
                </a:cubicBezTo>
                <a:cubicBezTo>
                  <a:pt x="427" y="0"/>
                  <a:pt x="427" y="0"/>
                  <a:pt x="427" y="0"/>
                </a:cubicBezTo>
                <a:cubicBezTo>
                  <a:pt x="438" y="11"/>
                  <a:pt x="441" y="12"/>
                  <a:pt x="438" y="13"/>
                </a:cubicBezTo>
                <a:cubicBezTo>
                  <a:pt x="423" y="1"/>
                  <a:pt x="422" y="1"/>
                  <a:pt x="422" y="0"/>
                </a:cubicBezTo>
                <a:cubicBezTo>
                  <a:pt x="424" y="10"/>
                  <a:pt x="427" y="13"/>
                  <a:pt x="429" y="17"/>
                </a:cubicBezTo>
                <a:close/>
                <a:moveTo>
                  <a:pt x="385" y="151"/>
                </a:moveTo>
                <a:cubicBezTo>
                  <a:pt x="384" y="148"/>
                  <a:pt x="382" y="146"/>
                  <a:pt x="378" y="146"/>
                </a:cubicBezTo>
                <a:cubicBezTo>
                  <a:pt x="359" y="123"/>
                  <a:pt x="353" y="121"/>
                  <a:pt x="349" y="117"/>
                </a:cubicBezTo>
                <a:cubicBezTo>
                  <a:pt x="312" y="78"/>
                  <a:pt x="306" y="76"/>
                  <a:pt x="304" y="71"/>
                </a:cubicBezTo>
                <a:cubicBezTo>
                  <a:pt x="278" y="47"/>
                  <a:pt x="276" y="45"/>
                  <a:pt x="276" y="42"/>
                </a:cubicBezTo>
                <a:cubicBezTo>
                  <a:pt x="256" y="35"/>
                  <a:pt x="262" y="26"/>
                  <a:pt x="255" y="28"/>
                </a:cubicBezTo>
                <a:cubicBezTo>
                  <a:pt x="207" y="0"/>
                  <a:pt x="207" y="0"/>
                  <a:pt x="207" y="0"/>
                </a:cubicBezTo>
                <a:cubicBezTo>
                  <a:pt x="240" y="25"/>
                  <a:pt x="245" y="33"/>
                  <a:pt x="254" y="37"/>
                </a:cubicBezTo>
                <a:cubicBezTo>
                  <a:pt x="280" y="63"/>
                  <a:pt x="289" y="68"/>
                  <a:pt x="295" y="75"/>
                </a:cubicBezTo>
                <a:cubicBezTo>
                  <a:pt x="336" y="116"/>
                  <a:pt x="339" y="115"/>
                  <a:pt x="340" y="117"/>
                </a:cubicBezTo>
                <a:cubicBezTo>
                  <a:pt x="359" y="135"/>
                  <a:pt x="363" y="137"/>
                  <a:pt x="368" y="137"/>
                </a:cubicBezTo>
                <a:cubicBezTo>
                  <a:pt x="389" y="157"/>
                  <a:pt x="395" y="166"/>
                  <a:pt x="398" y="160"/>
                </a:cubicBezTo>
                <a:close/>
                <a:moveTo>
                  <a:pt x="1507" y="2099"/>
                </a:moveTo>
                <a:cubicBezTo>
                  <a:pt x="1503" y="2109"/>
                  <a:pt x="1496" y="2117"/>
                  <a:pt x="1494" y="2129"/>
                </a:cubicBezTo>
                <a:cubicBezTo>
                  <a:pt x="1487" y="2132"/>
                  <a:pt x="1486" y="2141"/>
                  <a:pt x="1481" y="2145"/>
                </a:cubicBezTo>
                <a:cubicBezTo>
                  <a:pt x="1478" y="2151"/>
                  <a:pt x="1471" y="2153"/>
                  <a:pt x="1468" y="2160"/>
                </a:cubicBezTo>
                <a:cubicBezTo>
                  <a:pt x="1468" y="2160"/>
                  <a:pt x="1467" y="2160"/>
                  <a:pt x="1467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81" y="2159"/>
                  <a:pt x="1482" y="2158"/>
                  <a:pt x="1481" y="2155"/>
                </a:cubicBezTo>
                <a:cubicBezTo>
                  <a:pt x="1488" y="2155"/>
                  <a:pt x="1487" y="2146"/>
                  <a:pt x="1494" y="2145"/>
                </a:cubicBezTo>
                <a:cubicBezTo>
                  <a:pt x="1495" y="2139"/>
                  <a:pt x="1496" y="2135"/>
                  <a:pt x="1501" y="2134"/>
                </a:cubicBezTo>
                <a:cubicBezTo>
                  <a:pt x="1501" y="2128"/>
                  <a:pt x="1505" y="2126"/>
                  <a:pt x="1507" y="2123"/>
                </a:cubicBezTo>
                <a:cubicBezTo>
                  <a:pt x="1505" y="2116"/>
                  <a:pt x="1511" y="2116"/>
                  <a:pt x="1509" y="2110"/>
                </a:cubicBezTo>
                <a:cubicBezTo>
                  <a:pt x="1512" y="2107"/>
                  <a:pt x="1513" y="2099"/>
                  <a:pt x="1507" y="2099"/>
                </a:cubicBezTo>
                <a:close/>
                <a:moveTo>
                  <a:pt x="1509" y="2042"/>
                </a:moveTo>
                <a:cubicBezTo>
                  <a:pt x="1498" y="2041"/>
                  <a:pt x="1501" y="2053"/>
                  <a:pt x="1494" y="2055"/>
                </a:cubicBezTo>
                <a:cubicBezTo>
                  <a:pt x="1489" y="2060"/>
                  <a:pt x="1487" y="2067"/>
                  <a:pt x="1481" y="2070"/>
                </a:cubicBezTo>
                <a:cubicBezTo>
                  <a:pt x="1478" y="2077"/>
                  <a:pt x="1471" y="2079"/>
                  <a:pt x="1468" y="2086"/>
                </a:cubicBezTo>
                <a:cubicBezTo>
                  <a:pt x="1463" y="2091"/>
                  <a:pt x="1460" y="2098"/>
                  <a:pt x="1453" y="2101"/>
                </a:cubicBezTo>
                <a:cubicBezTo>
                  <a:pt x="1435" y="2123"/>
                  <a:pt x="1408" y="2135"/>
                  <a:pt x="1389" y="2155"/>
                </a:cubicBezTo>
                <a:cubicBezTo>
                  <a:pt x="1389" y="2159"/>
                  <a:pt x="1384" y="2158"/>
                  <a:pt x="1383" y="2160"/>
                </a:cubicBezTo>
                <a:cubicBezTo>
                  <a:pt x="1396" y="2160"/>
                  <a:pt x="1396" y="2160"/>
                  <a:pt x="1396" y="2160"/>
                </a:cubicBezTo>
                <a:cubicBezTo>
                  <a:pt x="1400" y="2158"/>
                  <a:pt x="1402" y="2154"/>
                  <a:pt x="1405" y="2151"/>
                </a:cubicBezTo>
                <a:cubicBezTo>
                  <a:pt x="1409" y="2147"/>
                  <a:pt x="1415" y="2146"/>
                  <a:pt x="1418" y="2140"/>
                </a:cubicBezTo>
                <a:cubicBezTo>
                  <a:pt x="1420" y="2139"/>
                  <a:pt x="1423" y="2138"/>
                  <a:pt x="1424" y="2136"/>
                </a:cubicBezTo>
                <a:cubicBezTo>
                  <a:pt x="1425" y="2132"/>
                  <a:pt x="1432" y="2134"/>
                  <a:pt x="1433" y="2131"/>
                </a:cubicBezTo>
                <a:cubicBezTo>
                  <a:pt x="1440" y="2124"/>
                  <a:pt x="1449" y="2117"/>
                  <a:pt x="1457" y="2110"/>
                </a:cubicBezTo>
                <a:cubicBezTo>
                  <a:pt x="1459" y="2104"/>
                  <a:pt x="1466" y="2102"/>
                  <a:pt x="1468" y="2097"/>
                </a:cubicBezTo>
                <a:cubicBezTo>
                  <a:pt x="1471" y="2091"/>
                  <a:pt x="1475" y="2087"/>
                  <a:pt x="1479" y="2083"/>
                </a:cubicBezTo>
                <a:cubicBezTo>
                  <a:pt x="1485" y="2075"/>
                  <a:pt x="1493" y="2067"/>
                  <a:pt x="1498" y="2057"/>
                </a:cubicBezTo>
                <a:cubicBezTo>
                  <a:pt x="1501" y="2056"/>
                  <a:pt x="1503" y="2055"/>
                  <a:pt x="1503" y="2051"/>
                </a:cubicBezTo>
                <a:cubicBezTo>
                  <a:pt x="1505" y="2049"/>
                  <a:pt x="1507" y="2046"/>
                  <a:pt x="1509" y="2044"/>
                </a:cubicBezTo>
                <a:cubicBezTo>
                  <a:pt x="1513" y="2044"/>
                  <a:pt x="1510" y="2038"/>
                  <a:pt x="1514" y="2038"/>
                </a:cubicBezTo>
                <a:cubicBezTo>
                  <a:pt x="1512" y="2032"/>
                  <a:pt x="1518" y="2033"/>
                  <a:pt x="1518" y="2029"/>
                </a:cubicBezTo>
                <a:cubicBezTo>
                  <a:pt x="1511" y="2029"/>
                  <a:pt x="1510" y="2035"/>
                  <a:pt x="1509" y="2042"/>
                </a:cubicBezTo>
                <a:close/>
                <a:moveTo>
                  <a:pt x="1392" y="2125"/>
                </a:moveTo>
                <a:cubicBezTo>
                  <a:pt x="1392" y="2119"/>
                  <a:pt x="1401" y="2121"/>
                  <a:pt x="1402" y="2116"/>
                </a:cubicBezTo>
                <a:cubicBezTo>
                  <a:pt x="1434" y="2086"/>
                  <a:pt x="1442" y="2088"/>
                  <a:pt x="1444" y="2083"/>
                </a:cubicBezTo>
                <a:cubicBezTo>
                  <a:pt x="1462" y="2059"/>
                  <a:pt x="1469" y="2060"/>
                  <a:pt x="1470" y="2055"/>
                </a:cubicBezTo>
                <a:cubicBezTo>
                  <a:pt x="1490" y="2036"/>
                  <a:pt x="1492" y="2034"/>
                  <a:pt x="1494" y="2033"/>
                </a:cubicBezTo>
                <a:cubicBezTo>
                  <a:pt x="1512" y="2017"/>
                  <a:pt x="1514" y="2004"/>
                  <a:pt x="1509" y="2003"/>
                </a:cubicBezTo>
                <a:cubicBezTo>
                  <a:pt x="1466" y="2054"/>
                  <a:pt x="1462" y="2055"/>
                  <a:pt x="1461" y="2059"/>
                </a:cubicBezTo>
                <a:cubicBezTo>
                  <a:pt x="1449" y="2068"/>
                  <a:pt x="1446" y="2069"/>
                  <a:pt x="1446" y="2075"/>
                </a:cubicBezTo>
                <a:cubicBezTo>
                  <a:pt x="1423" y="2087"/>
                  <a:pt x="1422" y="2091"/>
                  <a:pt x="1420" y="2094"/>
                </a:cubicBezTo>
                <a:cubicBezTo>
                  <a:pt x="1397" y="2111"/>
                  <a:pt x="1395" y="2113"/>
                  <a:pt x="1394" y="2114"/>
                </a:cubicBezTo>
                <a:cubicBezTo>
                  <a:pt x="1343" y="2159"/>
                  <a:pt x="1342" y="2159"/>
                  <a:pt x="1341" y="2160"/>
                </a:cubicBezTo>
                <a:cubicBezTo>
                  <a:pt x="1360" y="2155"/>
                  <a:pt x="1362" y="2153"/>
                  <a:pt x="1365" y="2153"/>
                </a:cubicBezTo>
                <a:cubicBezTo>
                  <a:pt x="1382" y="2127"/>
                  <a:pt x="1389" y="2128"/>
                  <a:pt x="1392" y="2125"/>
                </a:cubicBezTo>
                <a:close/>
                <a:moveTo>
                  <a:pt x="1461" y="2131"/>
                </a:moveTo>
                <a:cubicBezTo>
                  <a:pt x="1458" y="2140"/>
                  <a:pt x="1448" y="2143"/>
                  <a:pt x="1446" y="2153"/>
                </a:cubicBezTo>
                <a:cubicBezTo>
                  <a:pt x="1441" y="2153"/>
                  <a:pt x="1438" y="2157"/>
                  <a:pt x="1436" y="2160"/>
                </a:cubicBezTo>
                <a:cubicBezTo>
                  <a:pt x="1445" y="2160"/>
                  <a:pt x="1445" y="2160"/>
                  <a:pt x="1445" y="2160"/>
                </a:cubicBezTo>
                <a:cubicBezTo>
                  <a:pt x="1446" y="2158"/>
                  <a:pt x="1448" y="2156"/>
                  <a:pt x="1450" y="2155"/>
                </a:cubicBezTo>
                <a:cubicBezTo>
                  <a:pt x="1453" y="2153"/>
                  <a:pt x="1451" y="2147"/>
                  <a:pt x="1457" y="2149"/>
                </a:cubicBezTo>
                <a:cubicBezTo>
                  <a:pt x="1455" y="2143"/>
                  <a:pt x="1461" y="2144"/>
                  <a:pt x="1461" y="2140"/>
                </a:cubicBezTo>
                <a:cubicBezTo>
                  <a:pt x="1462" y="2139"/>
                  <a:pt x="1467" y="2132"/>
                  <a:pt x="1461" y="2131"/>
                </a:cubicBezTo>
                <a:close/>
                <a:moveTo>
                  <a:pt x="1527" y="1857"/>
                </a:moveTo>
                <a:cubicBezTo>
                  <a:pt x="1525" y="1861"/>
                  <a:pt x="1521" y="1863"/>
                  <a:pt x="1522" y="1870"/>
                </a:cubicBezTo>
                <a:cubicBezTo>
                  <a:pt x="1494" y="1913"/>
                  <a:pt x="1484" y="1917"/>
                  <a:pt x="1481" y="1927"/>
                </a:cubicBezTo>
                <a:cubicBezTo>
                  <a:pt x="1462" y="1952"/>
                  <a:pt x="1458" y="1955"/>
                  <a:pt x="1457" y="1959"/>
                </a:cubicBezTo>
                <a:cubicBezTo>
                  <a:pt x="1426" y="2000"/>
                  <a:pt x="1415" y="2003"/>
                  <a:pt x="1411" y="2012"/>
                </a:cubicBezTo>
                <a:cubicBezTo>
                  <a:pt x="1383" y="2042"/>
                  <a:pt x="1371" y="2050"/>
                  <a:pt x="1363" y="2062"/>
                </a:cubicBezTo>
                <a:cubicBezTo>
                  <a:pt x="1339" y="2088"/>
                  <a:pt x="1333" y="2088"/>
                  <a:pt x="1330" y="2090"/>
                </a:cubicBezTo>
                <a:cubicBezTo>
                  <a:pt x="1301" y="2125"/>
                  <a:pt x="1296" y="2125"/>
                  <a:pt x="1296" y="2129"/>
                </a:cubicBezTo>
                <a:cubicBezTo>
                  <a:pt x="1275" y="2157"/>
                  <a:pt x="1274" y="2159"/>
                  <a:pt x="1273" y="2160"/>
                </a:cubicBezTo>
                <a:cubicBezTo>
                  <a:pt x="1296" y="2148"/>
                  <a:pt x="1296" y="2140"/>
                  <a:pt x="1302" y="2138"/>
                </a:cubicBezTo>
                <a:cubicBezTo>
                  <a:pt x="1317" y="2122"/>
                  <a:pt x="1315" y="2116"/>
                  <a:pt x="1320" y="2116"/>
                </a:cubicBezTo>
                <a:cubicBezTo>
                  <a:pt x="1339" y="2093"/>
                  <a:pt x="1344" y="2092"/>
                  <a:pt x="1346" y="2090"/>
                </a:cubicBezTo>
                <a:cubicBezTo>
                  <a:pt x="1359" y="2073"/>
                  <a:pt x="1366" y="2075"/>
                  <a:pt x="1365" y="2070"/>
                </a:cubicBezTo>
                <a:cubicBezTo>
                  <a:pt x="1383" y="2053"/>
                  <a:pt x="1385" y="2045"/>
                  <a:pt x="1392" y="2042"/>
                </a:cubicBezTo>
                <a:cubicBezTo>
                  <a:pt x="1407" y="2027"/>
                  <a:pt x="1409" y="2025"/>
                  <a:pt x="1411" y="2022"/>
                </a:cubicBezTo>
                <a:cubicBezTo>
                  <a:pt x="1429" y="2007"/>
                  <a:pt x="1427" y="2001"/>
                  <a:pt x="1433" y="2003"/>
                </a:cubicBezTo>
                <a:cubicBezTo>
                  <a:pt x="1463" y="1970"/>
                  <a:pt x="1461" y="1959"/>
                  <a:pt x="1468" y="1957"/>
                </a:cubicBezTo>
                <a:cubicBezTo>
                  <a:pt x="1484" y="1929"/>
                  <a:pt x="1489" y="1929"/>
                  <a:pt x="1487" y="1922"/>
                </a:cubicBezTo>
                <a:cubicBezTo>
                  <a:pt x="1509" y="1885"/>
                  <a:pt x="1518" y="1890"/>
                  <a:pt x="1516" y="1883"/>
                </a:cubicBezTo>
                <a:cubicBezTo>
                  <a:pt x="1524" y="1862"/>
                  <a:pt x="1533" y="1859"/>
                  <a:pt x="1527" y="1857"/>
                </a:cubicBezTo>
                <a:close/>
                <a:moveTo>
                  <a:pt x="1352" y="2127"/>
                </a:moveTo>
                <a:cubicBezTo>
                  <a:pt x="1354" y="2125"/>
                  <a:pt x="1357" y="2123"/>
                  <a:pt x="1359" y="2121"/>
                </a:cubicBezTo>
                <a:cubicBezTo>
                  <a:pt x="1395" y="2078"/>
                  <a:pt x="1399" y="2074"/>
                  <a:pt x="1405" y="2070"/>
                </a:cubicBezTo>
                <a:cubicBezTo>
                  <a:pt x="1423" y="2052"/>
                  <a:pt x="1427" y="2047"/>
                  <a:pt x="1431" y="2042"/>
                </a:cubicBezTo>
                <a:cubicBezTo>
                  <a:pt x="1457" y="2023"/>
                  <a:pt x="1460" y="2021"/>
                  <a:pt x="1459" y="2016"/>
                </a:cubicBezTo>
                <a:cubicBezTo>
                  <a:pt x="1462" y="2009"/>
                  <a:pt x="1456" y="2017"/>
                  <a:pt x="1446" y="2022"/>
                </a:cubicBezTo>
                <a:cubicBezTo>
                  <a:pt x="1424" y="2038"/>
                  <a:pt x="1427" y="2045"/>
                  <a:pt x="1422" y="2044"/>
                </a:cubicBezTo>
                <a:cubicBezTo>
                  <a:pt x="1392" y="2075"/>
                  <a:pt x="1382" y="2080"/>
                  <a:pt x="1374" y="2088"/>
                </a:cubicBezTo>
                <a:cubicBezTo>
                  <a:pt x="1345" y="2122"/>
                  <a:pt x="1343" y="2124"/>
                  <a:pt x="1341" y="2127"/>
                </a:cubicBezTo>
                <a:cubicBezTo>
                  <a:pt x="1332" y="2135"/>
                  <a:pt x="1333" y="2138"/>
                  <a:pt x="1330" y="2138"/>
                </a:cubicBezTo>
                <a:cubicBezTo>
                  <a:pt x="1315" y="2150"/>
                  <a:pt x="1317" y="2157"/>
                  <a:pt x="1313" y="2158"/>
                </a:cubicBezTo>
                <a:cubicBezTo>
                  <a:pt x="1328" y="2154"/>
                  <a:pt x="1334" y="2147"/>
                  <a:pt x="1341" y="2142"/>
                </a:cubicBezTo>
                <a:close/>
                <a:moveTo>
                  <a:pt x="1579" y="1510"/>
                </a:moveTo>
                <a:cubicBezTo>
                  <a:pt x="1576" y="1516"/>
                  <a:pt x="1577" y="1527"/>
                  <a:pt x="1572" y="1532"/>
                </a:cubicBezTo>
                <a:cubicBezTo>
                  <a:pt x="1553" y="1580"/>
                  <a:pt x="1549" y="1586"/>
                  <a:pt x="1546" y="1593"/>
                </a:cubicBezTo>
                <a:cubicBezTo>
                  <a:pt x="1508" y="1646"/>
                  <a:pt x="1502" y="1650"/>
                  <a:pt x="1501" y="1652"/>
                </a:cubicBezTo>
                <a:cubicBezTo>
                  <a:pt x="1485" y="1663"/>
                  <a:pt x="1489" y="1672"/>
                  <a:pt x="1483" y="1671"/>
                </a:cubicBezTo>
                <a:cubicBezTo>
                  <a:pt x="1448" y="1697"/>
                  <a:pt x="1450" y="1704"/>
                  <a:pt x="1446" y="1704"/>
                </a:cubicBezTo>
                <a:cubicBezTo>
                  <a:pt x="1400" y="1740"/>
                  <a:pt x="1393" y="1742"/>
                  <a:pt x="1392" y="1750"/>
                </a:cubicBezTo>
                <a:cubicBezTo>
                  <a:pt x="1354" y="1774"/>
                  <a:pt x="1358" y="1783"/>
                  <a:pt x="1352" y="1783"/>
                </a:cubicBezTo>
                <a:cubicBezTo>
                  <a:pt x="1309" y="1823"/>
                  <a:pt x="1313" y="1832"/>
                  <a:pt x="1306" y="1831"/>
                </a:cubicBezTo>
                <a:cubicBezTo>
                  <a:pt x="1291" y="1850"/>
                  <a:pt x="1288" y="1851"/>
                  <a:pt x="1289" y="1855"/>
                </a:cubicBezTo>
                <a:cubicBezTo>
                  <a:pt x="1269" y="1881"/>
                  <a:pt x="1265" y="1882"/>
                  <a:pt x="1263" y="1885"/>
                </a:cubicBezTo>
                <a:cubicBezTo>
                  <a:pt x="1247" y="1908"/>
                  <a:pt x="1244" y="1910"/>
                  <a:pt x="1241" y="1913"/>
                </a:cubicBezTo>
                <a:cubicBezTo>
                  <a:pt x="1232" y="1921"/>
                  <a:pt x="1240" y="1911"/>
                  <a:pt x="1245" y="1900"/>
                </a:cubicBezTo>
                <a:cubicBezTo>
                  <a:pt x="1283" y="1849"/>
                  <a:pt x="1286" y="1842"/>
                  <a:pt x="1289" y="1835"/>
                </a:cubicBezTo>
                <a:cubicBezTo>
                  <a:pt x="1309" y="1806"/>
                  <a:pt x="1318" y="1810"/>
                  <a:pt x="1317" y="1804"/>
                </a:cubicBezTo>
                <a:cubicBezTo>
                  <a:pt x="1359" y="1769"/>
                  <a:pt x="1359" y="1764"/>
                  <a:pt x="1363" y="1763"/>
                </a:cubicBezTo>
                <a:cubicBezTo>
                  <a:pt x="1384" y="1744"/>
                  <a:pt x="1387" y="1737"/>
                  <a:pt x="1392" y="1732"/>
                </a:cubicBezTo>
                <a:cubicBezTo>
                  <a:pt x="1416" y="1708"/>
                  <a:pt x="1420" y="1707"/>
                  <a:pt x="1422" y="1704"/>
                </a:cubicBezTo>
                <a:cubicBezTo>
                  <a:pt x="1441" y="1688"/>
                  <a:pt x="1443" y="1686"/>
                  <a:pt x="1444" y="1682"/>
                </a:cubicBezTo>
                <a:cubicBezTo>
                  <a:pt x="1465" y="1668"/>
                  <a:pt x="1461" y="1659"/>
                  <a:pt x="1468" y="1660"/>
                </a:cubicBezTo>
                <a:cubicBezTo>
                  <a:pt x="1491" y="1612"/>
                  <a:pt x="1503" y="1610"/>
                  <a:pt x="1503" y="1597"/>
                </a:cubicBezTo>
                <a:cubicBezTo>
                  <a:pt x="1527" y="1537"/>
                  <a:pt x="1531" y="1534"/>
                  <a:pt x="1531" y="1527"/>
                </a:cubicBezTo>
                <a:cubicBezTo>
                  <a:pt x="1517" y="1548"/>
                  <a:pt x="1518" y="1552"/>
                  <a:pt x="1518" y="1556"/>
                </a:cubicBezTo>
                <a:cubicBezTo>
                  <a:pt x="1510" y="1576"/>
                  <a:pt x="1505" y="1576"/>
                  <a:pt x="1507" y="1582"/>
                </a:cubicBezTo>
                <a:cubicBezTo>
                  <a:pt x="1476" y="1632"/>
                  <a:pt x="1471" y="1639"/>
                  <a:pt x="1468" y="1647"/>
                </a:cubicBezTo>
                <a:cubicBezTo>
                  <a:pt x="1436" y="1686"/>
                  <a:pt x="1427" y="1682"/>
                  <a:pt x="1429" y="1689"/>
                </a:cubicBezTo>
                <a:cubicBezTo>
                  <a:pt x="1397" y="1713"/>
                  <a:pt x="1396" y="1723"/>
                  <a:pt x="1387" y="1724"/>
                </a:cubicBezTo>
                <a:cubicBezTo>
                  <a:pt x="1347" y="1765"/>
                  <a:pt x="1336" y="1774"/>
                  <a:pt x="1324" y="1783"/>
                </a:cubicBezTo>
                <a:cubicBezTo>
                  <a:pt x="1294" y="1825"/>
                  <a:pt x="1284" y="1819"/>
                  <a:pt x="1287" y="1826"/>
                </a:cubicBezTo>
                <a:cubicBezTo>
                  <a:pt x="1269" y="1846"/>
                  <a:pt x="1267" y="1852"/>
                  <a:pt x="1263" y="1857"/>
                </a:cubicBezTo>
                <a:cubicBezTo>
                  <a:pt x="1241" y="1894"/>
                  <a:pt x="1235" y="1892"/>
                  <a:pt x="1237" y="1898"/>
                </a:cubicBezTo>
                <a:cubicBezTo>
                  <a:pt x="1230" y="1892"/>
                  <a:pt x="1235" y="1886"/>
                  <a:pt x="1239" y="1879"/>
                </a:cubicBezTo>
                <a:cubicBezTo>
                  <a:pt x="1256" y="1846"/>
                  <a:pt x="1268" y="1835"/>
                  <a:pt x="1274" y="1820"/>
                </a:cubicBezTo>
                <a:cubicBezTo>
                  <a:pt x="1287" y="1807"/>
                  <a:pt x="1290" y="1804"/>
                  <a:pt x="1293" y="1800"/>
                </a:cubicBezTo>
                <a:cubicBezTo>
                  <a:pt x="1318" y="1779"/>
                  <a:pt x="1319" y="1773"/>
                  <a:pt x="1324" y="1772"/>
                </a:cubicBezTo>
                <a:cubicBezTo>
                  <a:pt x="1347" y="1749"/>
                  <a:pt x="1349" y="1744"/>
                  <a:pt x="1354" y="1743"/>
                </a:cubicBezTo>
                <a:cubicBezTo>
                  <a:pt x="1365" y="1728"/>
                  <a:pt x="1371" y="1728"/>
                  <a:pt x="1372" y="1722"/>
                </a:cubicBezTo>
                <a:cubicBezTo>
                  <a:pt x="1395" y="1693"/>
                  <a:pt x="1399" y="1693"/>
                  <a:pt x="1400" y="1691"/>
                </a:cubicBezTo>
                <a:cubicBezTo>
                  <a:pt x="1433" y="1656"/>
                  <a:pt x="1430" y="1647"/>
                  <a:pt x="1437" y="1647"/>
                </a:cubicBezTo>
                <a:cubicBezTo>
                  <a:pt x="1461" y="1606"/>
                  <a:pt x="1467" y="1605"/>
                  <a:pt x="1468" y="1599"/>
                </a:cubicBezTo>
                <a:cubicBezTo>
                  <a:pt x="1488" y="1573"/>
                  <a:pt x="1484" y="1562"/>
                  <a:pt x="1490" y="1560"/>
                </a:cubicBezTo>
                <a:cubicBezTo>
                  <a:pt x="1512" y="1498"/>
                  <a:pt x="1513" y="1492"/>
                  <a:pt x="1514" y="1486"/>
                </a:cubicBezTo>
                <a:cubicBezTo>
                  <a:pt x="1523" y="1457"/>
                  <a:pt x="1522" y="1452"/>
                  <a:pt x="1522" y="1449"/>
                </a:cubicBezTo>
                <a:cubicBezTo>
                  <a:pt x="1510" y="1484"/>
                  <a:pt x="1507" y="1489"/>
                  <a:pt x="1507" y="1497"/>
                </a:cubicBezTo>
                <a:cubicBezTo>
                  <a:pt x="1490" y="1532"/>
                  <a:pt x="1493" y="1538"/>
                  <a:pt x="1490" y="1538"/>
                </a:cubicBezTo>
                <a:cubicBezTo>
                  <a:pt x="1467" y="1585"/>
                  <a:pt x="1465" y="1592"/>
                  <a:pt x="1461" y="1597"/>
                </a:cubicBezTo>
                <a:cubicBezTo>
                  <a:pt x="1423" y="1648"/>
                  <a:pt x="1419" y="1653"/>
                  <a:pt x="1416" y="1658"/>
                </a:cubicBezTo>
                <a:cubicBezTo>
                  <a:pt x="1397" y="1673"/>
                  <a:pt x="1404" y="1684"/>
                  <a:pt x="1396" y="1680"/>
                </a:cubicBezTo>
                <a:cubicBezTo>
                  <a:pt x="1383" y="1699"/>
                  <a:pt x="1379" y="1700"/>
                  <a:pt x="1376" y="1702"/>
                </a:cubicBezTo>
                <a:cubicBezTo>
                  <a:pt x="1295" y="1789"/>
                  <a:pt x="1288" y="1786"/>
                  <a:pt x="1289" y="1791"/>
                </a:cubicBezTo>
                <a:cubicBezTo>
                  <a:pt x="1276" y="1807"/>
                  <a:pt x="1274" y="1807"/>
                  <a:pt x="1274" y="1809"/>
                </a:cubicBezTo>
                <a:cubicBezTo>
                  <a:pt x="1315" y="1744"/>
                  <a:pt x="1330" y="1731"/>
                  <a:pt x="1341" y="1715"/>
                </a:cubicBezTo>
                <a:cubicBezTo>
                  <a:pt x="1359" y="1699"/>
                  <a:pt x="1361" y="1697"/>
                  <a:pt x="1361" y="1693"/>
                </a:cubicBezTo>
                <a:cubicBezTo>
                  <a:pt x="1387" y="1671"/>
                  <a:pt x="1383" y="1661"/>
                  <a:pt x="1392" y="1663"/>
                </a:cubicBezTo>
                <a:cubicBezTo>
                  <a:pt x="1413" y="1636"/>
                  <a:pt x="1410" y="1630"/>
                  <a:pt x="1413" y="1630"/>
                </a:cubicBezTo>
                <a:cubicBezTo>
                  <a:pt x="1427" y="1606"/>
                  <a:pt x="1434" y="1606"/>
                  <a:pt x="1433" y="1597"/>
                </a:cubicBezTo>
                <a:cubicBezTo>
                  <a:pt x="1464" y="1531"/>
                  <a:pt x="1472" y="1526"/>
                  <a:pt x="1472" y="1512"/>
                </a:cubicBezTo>
                <a:cubicBezTo>
                  <a:pt x="1485" y="1469"/>
                  <a:pt x="1487" y="1458"/>
                  <a:pt x="1490" y="1447"/>
                </a:cubicBezTo>
                <a:cubicBezTo>
                  <a:pt x="1496" y="1386"/>
                  <a:pt x="1498" y="1372"/>
                  <a:pt x="1494" y="1371"/>
                </a:cubicBezTo>
                <a:cubicBezTo>
                  <a:pt x="1481" y="1459"/>
                  <a:pt x="1480" y="1462"/>
                  <a:pt x="1479" y="1464"/>
                </a:cubicBezTo>
                <a:cubicBezTo>
                  <a:pt x="1458" y="1526"/>
                  <a:pt x="1455" y="1533"/>
                  <a:pt x="1453" y="1541"/>
                </a:cubicBezTo>
                <a:cubicBezTo>
                  <a:pt x="1435" y="1576"/>
                  <a:pt x="1428" y="1591"/>
                  <a:pt x="1420" y="1604"/>
                </a:cubicBezTo>
                <a:cubicBezTo>
                  <a:pt x="1397" y="1633"/>
                  <a:pt x="1397" y="1638"/>
                  <a:pt x="1394" y="1641"/>
                </a:cubicBezTo>
                <a:cubicBezTo>
                  <a:pt x="1371" y="1672"/>
                  <a:pt x="1364" y="1671"/>
                  <a:pt x="1365" y="1678"/>
                </a:cubicBezTo>
                <a:cubicBezTo>
                  <a:pt x="1330" y="1711"/>
                  <a:pt x="1331" y="1717"/>
                  <a:pt x="1326" y="1717"/>
                </a:cubicBezTo>
                <a:cubicBezTo>
                  <a:pt x="1310" y="1739"/>
                  <a:pt x="1306" y="1742"/>
                  <a:pt x="1304" y="1746"/>
                </a:cubicBezTo>
                <a:cubicBezTo>
                  <a:pt x="1274" y="1783"/>
                  <a:pt x="1272" y="1787"/>
                  <a:pt x="1269" y="1789"/>
                </a:cubicBezTo>
                <a:cubicBezTo>
                  <a:pt x="1256" y="1812"/>
                  <a:pt x="1254" y="1812"/>
                  <a:pt x="1254" y="1815"/>
                </a:cubicBezTo>
                <a:cubicBezTo>
                  <a:pt x="1275" y="1759"/>
                  <a:pt x="1280" y="1753"/>
                  <a:pt x="1282" y="1743"/>
                </a:cubicBezTo>
                <a:cubicBezTo>
                  <a:pt x="1316" y="1701"/>
                  <a:pt x="1316" y="1695"/>
                  <a:pt x="1320" y="1693"/>
                </a:cubicBezTo>
                <a:cubicBezTo>
                  <a:pt x="1345" y="1660"/>
                  <a:pt x="1348" y="1658"/>
                  <a:pt x="1350" y="1654"/>
                </a:cubicBezTo>
                <a:cubicBezTo>
                  <a:pt x="1368" y="1640"/>
                  <a:pt x="1369" y="1630"/>
                  <a:pt x="1376" y="1626"/>
                </a:cubicBezTo>
                <a:cubicBezTo>
                  <a:pt x="1392" y="1603"/>
                  <a:pt x="1395" y="1604"/>
                  <a:pt x="1396" y="1602"/>
                </a:cubicBezTo>
                <a:cubicBezTo>
                  <a:pt x="1412" y="1579"/>
                  <a:pt x="1417" y="1571"/>
                  <a:pt x="1422" y="1565"/>
                </a:cubicBezTo>
                <a:cubicBezTo>
                  <a:pt x="1456" y="1505"/>
                  <a:pt x="1465" y="1490"/>
                  <a:pt x="1470" y="1471"/>
                </a:cubicBezTo>
                <a:cubicBezTo>
                  <a:pt x="1457" y="1496"/>
                  <a:pt x="1452" y="1500"/>
                  <a:pt x="1450" y="1508"/>
                </a:cubicBezTo>
                <a:cubicBezTo>
                  <a:pt x="1424" y="1544"/>
                  <a:pt x="1425" y="1550"/>
                  <a:pt x="1422" y="1554"/>
                </a:cubicBezTo>
                <a:cubicBezTo>
                  <a:pt x="1402" y="1574"/>
                  <a:pt x="1402" y="1580"/>
                  <a:pt x="1398" y="1582"/>
                </a:cubicBezTo>
                <a:cubicBezTo>
                  <a:pt x="1368" y="1611"/>
                  <a:pt x="1371" y="1621"/>
                  <a:pt x="1365" y="1621"/>
                </a:cubicBezTo>
                <a:cubicBezTo>
                  <a:pt x="1354" y="1633"/>
                  <a:pt x="1354" y="1639"/>
                  <a:pt x="1350" y="1641"/>
                </a:cubicBezTo>
                <a:cubicBezTo>
                  <a:pt x="1312" y="1680"/>
                  <a:pt x="1314" y="1689"/>
                  <a:pt x="1309" y="1689"/>
                </a:cubicBezTo>
                <a:cubicBezTo>
                  <a:pt x="1303" y="1687"/>
                  <a:pt x="1312" y="1679"/>
                  <a:pt x="1317" y="1669"/>
                </a:cubicBezTo>
                <a:cubicBezTo>
                  <a:pt x="1338" y="1634"/>
                  <a:pt x="1343" y="1631"/>
                  <a:pt x="1346" y="1626"/>
                </a:cubicBezTo>
                <a:cubicBezTo>
                  <a:pt x="1362" y="1602"/>
                  <a:pt x="1370" y="1594"/>
                  <a:pt x="1374" y="1582"/>
                </a:cubicBezTo>
                <a:cubicBezTo>
                  <a:pt x="1400" y="1555"/>
                  <a:pt x="1402" y="1543"/>
                  <a:pt x="1411" y="1538"/>
                </a:cubicBezTo>
                <a:cubicBezTo>
                  <a:pt x="1430" y="1502"/>
                  <a:pt x="1436" y="1494"/>
                  <a:pt x="1442" y="1486"/>
                </a:cubicBezTo>
                <a:cubicBezTo>
                  <a:pt x="1463" y="1430"/>
                  <a:pt x="1462" y="1425"/>
                  <a:pt x="1466" y="1423"/>
                </a:cubicBezTo>
                <a:cubicBezTo>
                  <a:pt x="1476" y="1383"/>
                  <a:pt x="1478" y="1365"/>
                  <a:pt x="1481" y="1349"/>
                </a:cubicBezTo>
                <a:cubicBezTo>
                  <a:pt x="1488" y="1306"/>
                  <a:pt x="1492" y="1305"/>
                  <a:pt x="1485" y="1303"/>
                </a:cubicBezTo>
                <a:cubicBezTo>
                  <a:pt x="1480" y="1348"/>
                  <a:pt x="1473" y="1361"/>
                  <a:pt x="1472" y="1373"/>
                </a:cubicBezTo>
                <a:cubicBezTo>
                  <a:pt x="1455" y="1430"/>
                  <a:pt x="1453" y="1436"/>
                  <a:pt x="1453" y="1442"/>
                </a:cubicBezTo>
                <a:cubicBezTo>
                  <a:pt x="1426" y="1491"/>
                  <a:pt x="1427" y="1499"/>
                  <a:pt x="1422" y="1501"/>
                </a:cubicBezTo>
                <a:cubicBezTo>
                  <a:pt x="1403" y="1536"/>
                  <a:pt x="1397" y="1537"/>
                  <a:pt x="1396" y="1543"/>
                </a:cubicBezTo>
                <a:cubicBezTo>
                  <a:pt x="1363" y="1583"/>
                  <a:pt x="1363" y="1588"/>
                  <a:pt x="1359" y="1589"/>
                </a:cubicBezTo>
                <a:cubicBezTo>
                  <a:pt x="1340" y="1611"/>
                  <a:pt x="1343" y="1619"/>
                  <a:pt x="1337" y="1619"/>
                </a:cubicBezTo>
                <a:cubicBezTo>
                  <a:pt x="1308" y="1668"/>
                  <a:pt x="1302" y="1674"/>
                  <a:pt x="1298" y="1680"/>
                </a:cubicBezTo>
                <a:cubicBezTo>
                  <a:pt x="1268" y="1729"/>
                  <a:pt x="1267" y="1740"/>
                  <a:pt x="1261" y="1746"/>
                </a:cubicBezTo>
                <a:cubicBezTo>
                  <a:pt x="1277" y="1701"/>
                  <a:pt x="1282" y="1699"/>
                  <a:pt x="1285" y="1695"/>
                </a:cubicBezTo>
                <a:cubicBezTo>
                  <a:pt x="1316" y="1640"/>
                  <a:pt x="1317" y="1629"/>
                  <a:pt x="1324" y="1623"/>
                </a:cubicBezTo>
                <a:cubicBezTo>
                  <a:pt x="1354" y="1567"/>
                  <a:pt x="1362" y="1563"/>
                  <a:pt x="1365" y="1554"/>
                </a:cubicBezTo>
                <a:cubicBezTo>
                  <a:pt x="1392" y="1519"/>
                  <a:pt x="1393" y="1513"/>
                  <a:pt x="1396" y="1510"/>
                </a:cubicBezTo>
                <a:cubicBezTo>
                  <a:pt x="1407" y="1498"/>
                  <a:pt x="1409" y="1493"/>
                  <a:pt x="1411" y="1488"/>
                </a:cubicBezTo>
                <a:cubicBezTo>
                  <a:pt x="1431" y="1446"/>
                  <a:pt x="1440" y="1431"/>
                  <a:pt x="1444" y="1410"/>
                </a:cubicBezTo>
                <a:cubicBezTo>
                  <a:pt x="1455" y="1371"/>
                  <a:pt x="1457" y="1361"/>
                  <a:pt x="1459" y="1351"/>
                </a:cubicBezTo>
                <a:cubicBezTo>
                  <a:pt x="1456" y="1316"/>
                  <a:pt x="1460" y="1326"/>
                  <a:pt x="1455" y="1327"/>
                </a:cubicBezTo>
                <a:cubicBezTo>
                  <a:pt x="1450" y="1376"/>
                  <a:pt x="1442" y="1392"/>
                  <a:pt x="1439" y="1412"/>
                </a:cubicBezTo>
                <a:cubicBezTo>
                  <a:pt x="1419" y="1450"/>
                  <a:pt x="1422" y="1459"/>
                  <a:pt x="1418" y="1460"/>
                </a:cubicBezTo>
                <a:cubicBezTo>
                  <a:pt x="1403" y="1493"/>
                  <a:pt x="1394" y="1496"/>
                  <a:pt x="1392" y="1506"/>
                </a:cubicBezTo>
                <a:cubicBezTo>
                  <a:pt x="1367" y="1540"/>
                  <a:pt x="1364" y="1542"/>
                  <a:pt x="1361" y="1545"/>
                </a:cubicBezTo>
                <a:cubicBezTo>
                  <a:pt x="1341" y="1571"/>
                  <a:pt x="1342" y="1575"/>
                  <a:pt x="1339" y="1575"/>
                </a:cubicBezTo>
                <a:cubicBezTo>
                  <a:pt x="1315" y="1617"/>
                  <a:pt x="1314" y="1628"/>
                  <a:pt x="1306" y="1632"/>
                </a:cubicBezTo>
                <a:cubicBezTo>
                  <a:pt x="1281" y="1673"/>
                  <a:pt x="1283" y="1669"/>
                  <a:pt x="1285" y="1665"/>
                </a:cubicBezTo>
                <a:cubicBezTo>
                  <a:pt x="1293" y="1637"/>
                  <a:pt x="1298" y="1629"/>
                  <a:pt x="1298" y="1621"/>
                </a:cubicBezTo>
                <a:cubicBezTo>
                  <a:pt x="1327" y="1583"/>
                  <a:pt x="1332" y="1570"/>
                  <a:pt x="1341" y="1562"/>
                </a:cubicBezTo>
                <a:cubicBezTo>
                  <a:pt x="1362" y="1525"/>
                  <a:pt x="1368" y="1521"/>
                  <a:pt x="1370" y="1514"/>
                </a:cubicBezTo>
                <a:cubicBezTo>
                  <a:pt x="1382" y="1497"/>
                  <a:pt x="1380" y="1491"/>
                  <a:pt x="1383" y="1490"/>
                </a:cubicBezTo>
                <a:cubicBezTo>
                  <a:pt x="1400" y="1460"/>
                  <a:pt x="1402" y="1453"/>
                  <a:pt x="1405" y="1447"/>
                </a:cubicBezTo>
                <a:cubicBezTo>
                  <a:pt x="1421" y="1403"/>
                  <a:pt x="1428" y="1375"/>
                  <a:pt x="1431" y="1344"/>
                </a:cubicBezTo>
                <a:cubicBezTo>
                  <a:pt x="1424" y="1331"/>
                  <a:pt x="1428" y="1347"/>
                  <a:pt x="1422" y="1364"/>
                </a:cubicBezTo>
                <a:cubicBezTo>
                  <a:pt x="1389" y="1467"/>
                  <a:pt x="1384" y="1467"/>
                  <a:pt x="1383" y="1471"/>
                </a:cubicBezTo>
                <a:cubicBezTo>
                  <a:pt x="1360" y="1505"/>
                  <a:pt x="1363" y="1514"/>
                  <a:pt x="1357" y="1514"/>
                </a:cubicBezTo>
                <a:cubicBezTo>
                  <a:pt x="1325" y="1568"/>
                  <a:pt x="1323" y="1570"/>
                  <a:pt x="1322" y="1573"/>
                </a:cubicBezTo>
                <a:cubicBezTo>
                  <a:pt x="1318" y="1562"/>
                  <a:pt x="1327" y="1553"/>
                  <a:pt x="1330" y="1538"/>
                </a:cubicBezTo>
                <a:cubicBezTo>
                  <a:pt x="1360" y="1485"/>
                  <a:pt x="1360" y="1483"/>
                  <a:pt x="1361" y="1480"/>
                </a:cubicBezTo>
                <a:cubicBezTo>
                  <a:pt x="1374" y="1460"/>
                  <a:pt x="1374" y="1453"/>
                  <a:pt x="1378" y="1447"/>
                </a:cubicBezTo>
                <a:cubicBezTo>
                  <a:pt x="1390" y="1394"/>
                  <a:pt x="1388" y="1398"/>
                  <a:pt x="1387" y="1403"/>
                </a:cubicBezTo>
                <a:cubicBezTo>
                  <a:pt x="1351" y="1475"/>
                  <a:pt x="1354" y="1486"/>
                  <a:pt x="1348" y="1488"/>
                </a:cubicBezTo>
                <a:cubicBezTo>
                  <a:pt x="1316" y="1541"/>
                  <a:pt x="1317" y="1550"/>
                  <a:pt x="1313" y="1554"/>
                </a:cubicBezTo>
                <a:cubicBezTo>
                  <a:pt x="1303" y="1582"/>
                  <a:pt x="1298" y="1589"/>
                  <a:pt x="1302" y="1589"/>
                </a:cubicBezTo>
                <a:cubicBezTo>
                  <a:pt x="1311" y="1542"/>
                  <a:pt x="1309" y="1486"/>
                  <a:pt x="1322" y="1445"/>
                </a:cubicBezTo>
                <a:cubicBezTo>
                  <a:pt x="1347" y="1309"/>
                  <a:pt x="1348" y="1301"/>
                  <a:pt x="1350" y="1294"/>
                </a:cubicBezTo>
                <a:cubicBezTo>
                  <a:pt x="1342" y="1297"/>
                  <a:pt x="1337" y="1326"/>
                  <a:pt x="1328" y="1353"/>
                </a:cubicBezTo>
                <a:cubicBezTo>
                  <a:pt x="1301" y="1512"/>
                  <a:pt x="1302" y="1520"/>
                  <a:pt x="1300" y="1525"/>
                </a:cubicBezTo>
                <a:cubicBezTo>
                  <a:pt x="1294" y="1548"/>
                  <a:pt x="1295" y="1546"/>
                  <a:pt x="1293" y="1554"/>
                </a:cubicBezTo>
                <a:cubicBezTo>
                  <a:pt x="1283" y="1594"/>
                  <a:pt x="1287" y="1604"/>
                  <a:pt x="1282" y="1606"/>
                </a:cubicBezTo>
                <a:cubicBezTo>
                  <a:pt x="1281" y="1580"/>
                  <a:pt x="1286" y="1581"/>
                  <a:pt x="1285" y="1575"/>
                </a:cubicBezTo>
                <a:cubicBezTo>
                  <a:pt x="1283" y="1509"/>
                  <a:pt x="1285" y="1500"/>
                  <a:pt x="1282" y="1488"/>
                </a:cubicBezTo>
                <a:cubicBezTo>
                  <a:pt x="1307" y="1366"/>
                  <a:pt x="1303" y="1357"/>
                  <a:pt x="1304" y="1353"/>
                </a:cubicBezTo>
                <a:cubicBezTo>
                  <a:pt x="1322" y="1288"/>
                  <a:pt x="1323" y="1280"/>
                  <a:pt x="1324" y="1272"/>
                </a:cubicBezTo>
                <a:cubicBezTo>
                  <a:pt x="1320" y="1266"/>
                  <a:pt x="1318" y="1285"/>
                  <a:pt x="1311" y="1299"/>
                </a:cubicBezTo>
                <a:cubicBezTo>
                  <a:pt x="1303" y="1329"/>
                  <a:pt x="1307" y="1338"/>
                  <a:pt x="1302" y="1338"/>
                </a:cubicBezTo>
                <a:cubicBezTo>
                  <a:pt x="1288" y="1420"/>
                  <a:pt x="1282" y="1435"/>
                  <a:pt x="1278" y="1451"/>
                </a:cubicBezTo>
                <a:cubicBezTo>
                  <a:pt x="1274" y="1519"/>
                  <a:pt x="1277" y="1544"/>
                  <a:pt x="1276" y="1586"/>
                </a:cubicBezTo>
                <a:cubicBezTo>
                  <a:pt x="1275" y="1640"/>
                  <a:pt x="1270" y="1639"/>
                  <a:pt x="1272" y="1645"/>
                </a:cubicBezTo>
                <a:cubicBezTo>
                  <a:pt x="1269" y="1666"/>
                  <a:pt x="1272" y="1667"/>
                  <a:pt x="1272" y="1667"/>
                </a:cubicBezTo>
                <a:cubicBezTo>
                  <a:pt x="1263" y="1686"/>
                  <a:pt x="1260" y="1671"/>
                  <a:pt x="1261" y="1654"/>
                </a:cubicBezTo>
                <a:cubicBezTo>
                  <a:pt x="1259" y="1577"/>
                  <a:pt x="1257" y="1567"/>
                  <a:pt x="1261" y="1562"/>
                </a:cubicBezTo>
                <a:cubicBezTo>
                  <a:pt x="1258" y="1525"/>
                  <a:pt x="1261" y="1505"/>
                  <a:pt x="1256" y="1493"/>
                </a:cubicBezTo>
                <a:cubicBezTo>
                  <a:pt x="1259" y="1422"/>
                  <a:pt x="1264" y="1408"/>
                  <a:pt x="1263" y="1388"/>
                </a:cubicBezTo>
                <a:cubicBezTo>
                  <a:pt x="1266" y="1353"/>
                  <a:pt x="1260" y="1365"/>
                  <a:pt x="1261" y="1384"/>
                </a:cubicBezTo>
                <a:cubicBezTo>
                  <a:pt x="1254" y="1407"/>
                  <a:pt x="1258" y="1415"/>
                  <a:pt x="1256" y="1418"/>
                </a:cubicBezTo>
                <a:cubicBezTo>
                  <a:pt x="1251" y="1496"/>
                  <a:pt x="1249" y="1512"/>
                  <a:pt x="1250" y="1530"/>
                </a:cubicBezTo>
                <a:cubicBezTo>
                  <a:pt x="1249" y="1585"/>
                  <a:pt x="1251" y="1587"/>
                  <a:pt x="1252" y="1589"/>
                </a:cubicBezTo>
                <a:cubicBezTo>
                  <a:pt x="1252" y="1622"/>
                  <a:pt x="1256" y="1623"/>
                  <a:pt x="1254" y="1630"/>
                </a:cubicBezTo>
                <a:cubicBezTo>
                  <a:pt x="1254" y="1651"/>
                  <a:pt x="1255" y="1655"/>
                  <a:pt x="1252" y="1656"/>
                </a:cubicBezTo>
                <a:cubicBezTo>
                  <a:pt x="1249" y="1641"/>
                  <a:pt x="1246" y="1637"/>
                  <a:pt x="1245" y="1630"/>
                </a:cubicBezTo>
                <a:cubicBezTo>
                  <a:pt x="1238" y="1483"/>
                  <a:pt x="1233" y="1484"/>
                  <a:pt x="1235" y="1477"/>
                </a:cubicBezTo>
                <a:cubicBezTo>
                  <a:pt x="1237" y="1385"/>
                  <a:pt x="1236" y="1379"/>
                  <a:pt x="1237" y="1362"/>
                </a:cubicBezTo>
                <a:cubicBezTo>
                  <a:pt x="1241" y="1335"/>
                  <a:pt x="1237" y="1341"/>
                  <a:pt x="1235" y="1349"/>
                </a:cubicBezTo>
                <a:cubicBezTo>
                  <a:pt x="1228" y="1434"/>
                  <a:pt x="1228" y="1434"/>
                  <a:pt x="1228" y="1434"/>
                </a:cubicBezTo>
                <a:cubicBezTo>
                  <a:pt x="1229" y="1493"/>
                  <a:pt x="1228" y="1494"/>
                  <a:pt x="1230" y="1506"/>
                </a:cubicBezTo>
                <a:cubicBezTo>
                  <a:pt x="1241" y="1659"/>
                  <a:pt x="1243" y="1673"/>
                  <a:pt x="1243" y="1693"/>
                </a:cubicBezTo>
                <a:cubicBezTo>
                  <a:pt x="1244" y="1744"/>
                  <a:pt x="1248" y="1748"/>
                  <a:pt x="1241" y="1750"/>
                </a:cubicBezTo>
                <a:cubicBezTo>
                  <a:pt x="1230" y="1656"/>
                  <a:pt x="1225" y="1654"/>
                  <a:pt x="1226" y="1645"/>
                </a:cubicBezTo>
                <a:cubicBezTo>
                  <a:pt x="1215" y="1495"/>
                  <a:pt x="1215" y="1476"/>
                  <a:pt x="1215" y="1460"/>
                </a:cubicBezTo>
                <a:cubicBezTo>
                  <a:pt x="1217" y="1441"/>
                  <a:pt x="1215" y="1440"/>
                  <a:pt x="1215" y="1440"/>
                </a:cubicBezTo>
                <a:cubicBezTo>
                  <a:pt x="1217" y="1406"/>
                  <a:pt x="1212" y="1407"/>
                  <a:pt x="1213" y="1414"/>
                </a:cubicBezTo>
                <a:cubicBezTo>
                  <a:pt x="1212" y="1453"/>
                  <a:pt x="1204" y="1459"/>
                  <a:pt x="1211" y="1462"/>
                </a:cubicBezTo>
                <a:cubicBezTo>
                  <a:pt x="1223" y="1664"/>
                  <a:pt x="1219" y="1671"/>
                  <a:pt x="1221" y="1676"/>
                </a:cubicBezTo>
                <a:cubicBezTo>
                  <a:pt x="1232" y="1763"/>
                  <a:pt x="1232" y="1763"/>
                  <a:pt x="1232" y="1763"/>
                </a:cubicBezTo>
                <a:cubicBezTo>
                  <a:pt x="1230" y="1827"/>
                  <a:pt x="1229" y="1832"/>
                  <a:pt x="1226" y="1835"/>
                </a:cubicBezTo>
                <a:cubicBezTo>
                  <a:pt x="1217" y="1788"/>
                  <a:pt x="1219" y="1780"/>
                  <a:pt x="1215" y="1778"/>
                </a:cubicBezTo>
                <a:cubicBezTo>
                  <a:pt x="1208" y="1730"/>
                  <a:pt x="1200" y="1715"/>
                  <a:pt x="1197" y="1695"/>
                </a:cubicBezTo>
                <a:cubicBezTo>
                  <a:pt x="1179" y="1625"/>
                  <a:pt x="1183" y="1616"/>
                  <a:pt x="1178" y="1615"/>
                </a:cubicBezTo>
                <a:cubicBezTo>
                  <a:pt x="1169" y="1471"/>
                  <a:pt x="1169" y="1471"/>
                  <a:pt x="1169" y="1471"/>
                </a:cubicBezTo>
                <a:cubicBezTo>
                  <a:pt x="1168" y="1443"/>
                  <a:pt x="1165" y="1446"/>
                  <a:pt x="1165" y="1451"/>
                </a:cubicBezTo>
                <a:cubicBezTo>
                  <a:pt x="1164" y="1504"/>
                  <a:pt x="1165" y="1507"/>
                  <a:pt x="1165" y="1512"/>
                </a:cubicBezTo>
                <a:cubicBezTo>
                  <a:pt x="1171" y="1591"/>
                  <a:pt x="1168" y="1605"/>
                  <a:pt x="1171" y="1613"/>
                </a:cubicBezTo>
                <a:cubicBezTo>
                  <a:pt x="1181" y="1657"/>
                  <a:pt x="1180" y="1663"/>
                  <a:pt x="1180" y="1669"/>
                </a:cubicBezTo>
                <a:cubicBezTo>
                  <a:pt x="1190" y="1716"/>
                  <a:pt x="1198" y="1731"/>
                  <a:pt x="1200" y="1752"/>
                </a:cubicBezTo>
                <a:cubicBezTo>
                  <a:pt x="1217" y="1837"/>
                  <a:pt x="1217" y="1837"/>
                  <a:pt x="1217" y="1837"/>
                </a:cubicBezTo>
                <a:cubicBezTo>
                  <a:pt x="1188" y="1727"/>
                  <a:pt x="1178" y="1704"/>
                  <a:pt x="1171" y="1678"/>
                </a:cubicBezTo>
                <a:cubicBezTo>
                  <a:pt x="1148" y="1580"/>
                  <a:pt x="1156" y="1565"/>
                  <a:pt x="1150" y="1565"/>
                </a:cubicBezTo>
                <a:cubicBezTo>
                  <a:pt x="1152" y="1641"/>
                  <a:pt x="1159" y="1657"/>
                  <a:pt x="1160" y="1678"/>
                </a:cubicBezTo>
                <a:cubicBezTo>
                  <a:pt x="1169" y="1708"/>
                  <a:pt x="1173" y="1716"/>
                  <a:pt x="1176" y="1726"/>
                </a:cubicBezTo>
                <a:cubicBezTo>
                  <a:pt x="1183" y="1748"/>
                  <a:pt x="1183" y="1754"/>
                  <a:pt x="1180" y="1754"/>
                </a:cubicBezTo>
                <a:cubicBezTo>
                  <a:pt x="1161" y="1703"/>
                  <a:pt x="1159" y="1701"/>
                  <a:pt x="1156" y="1700"/>
                </a:cubicBezTo>
                <a:cubicBezTo>
                  <a:pt x="1146" y="1669"/>
                  <a:pt x="1143" y="1664"/>
                  <a:pt x="1141" y="1658"/>
                </a:cubicBezTo>
                <a:cubicBezTo>
                  <a:pt x="1113" y="1583"/>
                  <a:pt x="1111" y="1573"/>
                  <a:pt x="1108" y="1562"/>
                </a:cubicBezTo>
                <a:cubicBezTo>
                  <a:pt x="1100" y="1553"/>
                  <a:pt x="1105" y="1570"/>
                  <a:pt x="1108" y="1589"/>
                </a:cubicBezTo>
                <a:cubicBezTo>
                  <a:pt x="1127" y="1648"/>
                  <a:pt x="1131" y="1655"/>
                  <a:pt x="1134" y="1663"/>
                </a:cubicBezTo>
                <a:cubicBezTo>
                  <a:pt x="1149" y="1694"/>
                  <a:pt x="1149" y="1704"/>
                  <a:pt x="1154" y="1711"/>
                </a:cubicBezTo>
                <a:cubicBezTo>
                  <a:pt x="1172" y="1752"/>
                  <a:pt x="1171" y="1761"/>
                  <a:pt x="1176" y="1763"/>
                </a:cubicBezTo>
                <a:cubicBezTo>
                  <a:pt x="1183" y="1795"/>
                  <a:pt x="1188" y="1805"/>
                  <a:pt x="1191" y="1817"/>
                </a:cubicBezTo>
                <a:cubicBezTo>
                  <a:pt x="1200" y="1838"/>
                  <a:pt x="1197" y="1849"/>
                  <a:pt x="1202" y="1852"/>
                </a:cubicBezTo>
                <a:cubicBezTo>
                  <a:pt x="1205" y="1895"/>
                  <a:pt x="1209" y="1903"/>
                  <a:pt x="1204" y="1903"/>
                </a:cubicBezTo>
                <a:cubicBezTo>
                  <a:pt x="1200" y="1891"/>
                  <a:pt x="1196" y="1889"/>
                  <a:pt x="1197" y="1881"/>
                </a:cubicBezTo>
                <a:cubicBezTo>
                  <a:pt x="1190" y="1859"/>
                  <a:pt x="1188" y="1854"/>
                  <a:pt x="1187" y="1848"/>
                </a:cubicBezTo>
                <a:cubicBezTo>
                  <a:pt x="1163" y="1796"/>
                  <a:pt x="1164" y="1787"/>
                  <a:pt x="1158" y="1785"/>
                </a:cubicBezTo>
                <a:cubicBezTo>
                  <a:pt x="1131" y="1733"/>
                  <a:pt x="1135" y="1732"/>
                  <a:pt x="1130" y="1726"/>
                </a:cubicBezTo>
                <a:cubicBezTo>
                  <a:pt x="1106" y="1674"/>
                  <a:pt x="1105" y="1667"/>
                  <a:pt x="1104" y="1660"/>
                </a:cubicBezTo>
                <a:cubicBezTo>
                  <a:pt x="1092" y="1645"/>
                  <a:pt x="1099" y="1656"/>
                  <a:pt x="1102" y="1671"/>
                </a:cubicBezTo>
                <a:cubicBezTo>
                  <a:pt x="1122" y="1723"/>
                  <a:pt x="1122" y="1728"/>
                  <a:pt x="1126" y="1730"/>
                </a:cubicBezTo>
                <a:cubicBezTo>
                  <a:pt x="1148" y="1779"/>
                  <a:pt x="1152" y="1785"/>
                  <a:pt x="1154" y="1793"/>
                </a:cubicBezTo>
                <a:cubicBezTo>
                  <a:pt x="1188" y="1879"/>
                  <a:pt x="1186" y="1886"/>
                  <a:pt x="1189" y="1887"/>
                </a:cubicBezTo>
                <a:cubicBezTo>
                  <a:pt x="1200" y="1972"/>
                  <a:pt x="1200" y="1972"/>
                  <a:pt x="1200" y="1972"/>
                </a:cubicBezTo>
                <a:cubicBezTo>
                  <a:pt x="1197" y="1978"/>
                  <a:pt x="1194" y="1969"/>
                  <a:pt x="1191" y="1959"/>
                </a:cubicBezTo>
                <a:cubicBezTo>
                  <a:pt x="1179" y="1903"/>
                  <a:pt x="1182" y="1899"/>
                  <a:pt x="1180" y="1892"/>
                </a:cubicBezTo>
                <a:cubicBezTo>
                  <a:pt x="1163" y="1845"/>
                  <a:pt x="1160" y="1839"/>
                  <a:pt x="1156" y="1833"/>
                </a:cubicBezTo>
                <a:cubicBezTo>
                  <a:pt x="1131" y="1785"/>
                  <a:pt x="1130" y="1781"/>
                  <a:pt x="1128" y="1778"/>
                </a:cubicBezTo>
                <a:cubicBezTo>
                  <a:pt x="1111" y="1736"/>
                  <a:pt x="1101" y="1742"/>
                  <a:pt x="1104" y="1735"/>
                </a:cubicBezTo>
                <a:cubicBezTo>
                  <a:pt x="1071" y="1679"/>
                  <a:pt x="1067" y="1666"/>
                  <a:pt x="1060" y="1654"/>
                </a:cubicBezTo>
                <a:cubicBezTo>
                  <a:pt x="1049" y="1627"/>
                  <a:pt x="1050" y="1617"/>
                  <a:pt x="1043" y="1615"/>
                </a:cubicBezTo>
                <a:cubicBezTo>
                  <a:pt x="1056" y="1663"/>
                  <a:pt x="1061" y="1667"/>
                  <a:pt x="1062" y="1674"/>
                </a:cubicBezTo>
                <a:cubicBezTo>
                  <a:pt x="1073" y="1700"/>
                  <a:pt x="1076" y="1705"/>
                  <a:pt x="1080" y="1711"/>
                </a:cubicBezTo>
                <a:cubicBezTo>
                  <a:pt x="1100" y="1752"/>
                  <a:pt x="1107" y="1755"/>
                  <a:pt x="1108" y="1763"/>
                </a:cubicBezTo>
                <a:cubicBezTo>
                  <a:pt x="1132" y="1809"/>
                  <a:pt x="1138" y="1807"/>
                  <a:pt x="1136" y="1813"/>
                </a:cubicBezTo>
                <a:cubicBezTo>
                  <a:pt x="1156" y="1857"/>
                  <a:pt x="1160" y="1861"/>
                  <a:pt x="1160" y="1870"/>
                </a:cubicBezTo>
                <a:cubicBezTo>
                  <a:pt x="1171" y="1894"/>
                  <a:pt x="1171" y="1904"/>
                  <a:pt x="1176" y="1909"/>
                </a:cubicBezTo>
                <a:cubicBezTo>
                  <a:pt x="1188" y="1985"/>
                  <a:pt x="1184" y="1994"/>
                  <a:pt x="1189" y="1994"/>
                </a:cubicBezTo>
                <a:cubicBezTo>
                  <a:pt x="1181" y="1994"/>
                  <a:pt x="1184" y="1992"/>
                  <a:pt x="1184" y="1992"/>
                </a:cubicBezTo>
                <a:cubicBezTo>
                  <a:pt x="1171" y="1946"/>
                  <a:pt x="1164" y="1932"/>
                  <a:pt x="1163" y="1913"/>
                </a:cubicBezTo>
                <a:cubicBezTo>
                  <a:pt x="1151" y="1884"/>
                  <a:pt x="1143" y="1881"/>
                  <a:pt x="1143" y="1870"/>
                </a:cubicBezTo>
                <a:cubicBezTo>
                  <a:pt x="1120" y="1824"/>
                  <a:pt x="1119" y="1821"/>
                  <a:pt x="1119" y="1815"/>
                </a:cubicBezTo>
                <a:cubicBezTo>
                  <a:pt x="1093" y="1783"/>
                  <a:pt x="1091" y="1775"/>
                  <a:pt x="1086" y="1770"/>
                </a:cubicBezTo>
                <a:cubicBezTo>
                  <a:pt x="1073" y="1758"/>
                  <a:pt x="1078" y="1761"/>
                  <a:pt x="1080" y="1767"/>
                </a:cubicBezTo>
                <a:cubicBezTo>
                  <a:pt x="1094" y="1796"/>
                  <a:pt x="1105" y="1803"/>
                  <a:pt x="1108" y="1817"/>
                </a:cubicBezTo>
                <a:cubicBezTo>
                  <a:pt x="1124" y="1843"/>
                  <a:pt x="1121" y="1850"/>
                  <a:pt x="1126" y="1850"/>
                </a:cubicBezTo>
                <a:cubicBezTo>
                  <a:pt x="1151" y="1911"/>
                  <a:pt x="1161" y="1936"/>
                  <a:pt x="1165" y="1966"/>
                </a:cubicBezTo>
                <a:cubicBezTo>
                  <a:pt x="1177" y="2011"/>
                  <a:pt x="1185" y="2016"/>
                  <a:pt x="1180" y="2022"/>
                </a:cubicBezTo>
                <a:cubicBezTo>
                  <a:pt x="1165" y="1991"/>
                  <a:pt x="1163" y="1975"/>
                  <a:pt x="1158" y="1961"/>
                </a:cubicBezTo>
                <a:cubicBezTo>
                  <a:pt x="1134" y="1913"/>
                  <a:pt x="1135" y="1894"/>
                  <a:pt x="1126" y="1885"/>
                </a:cubicBezTo>
                <a:cubicBezTo>
                  <a:pt x="1101" y="1842"/>
                  <a:pt x="1098" y="1834"/>
                  <a:pt x="1095" y="1826"/>
                </a:cubicBezTo>
                <a:cubicBezTo>
                  <a:pt x="1079" y="1795"/>
                  <a:pt x="1071" y="1790"/>
                  <a:pt x="1069" y="1778"/>
                </a:cubicBezTo>
                <a:cubicBezTo>
                  <a:pt x="1059" y="1761"/>
                  <a:pt x="1059" y="1754"/>
                  <a:pt x="1054" y="1752"/>
                </a:cubicBezTo>
                <a:cubicBezTo>
                  <a:pt x="1039" y="1719"/>
                  <a:pt x="1039" y="1712"/>
                  <a:pt x="1034" y="1711"/>
                </a:cubicBezTo>
                <a:cubicBezTo>
                  <a:pt x="1046" y="1743"/>
                  <a:pt x="1046" y="1752"/>
                  <a:pt x="1051" y="1756"/>
                </a:cubicBezTo>
                <a:cubicBezTo>
                  <a:pt x="1065" y="1790"/>
                  <a:pt x="1073" y="1801"/>
                  <a:pt x="1078" y="1815"/>
                </a:cubicBezTo>
                <a:cubicBezTo>
                  <a:pt x="1100" y="1859"/>
                  <a:pt x="1108" y="1861"/>
                  <a:pt x="1108" y="1870"/>
                </a:cubicBezTo>
                <a:cubicBezTo>
                  <a:pt x="1125" y="1900"/>
                  <a:pt x="1124" y="1905"/>
                  <a:pt x="1128" y="1907"/>
                </a:cubicBezTo>
                <a:cubicBezTo>
                  <a:pt x="1156" y="1984"/>
                  <a:pt x="1160" y="1999"/>
                  <a:pt x="1167" y="2012"/>
                </a:cubicBezTo>
                <a:cubicBezTo>
                  <a:pt x="1177" y="2063"/>
                  <a:pt x="1183" y="2072"/>
                  <a:pt x="1184" y="2086"/>
                </a:cubicBezTo>
                <a:cubicBezTo>
                  <a:pt x="1167" y="2065"/>
                  <a:pt x="1168" y="2057"/>
                  <a:pt x="1165" y="2053"/>
                </a:cubicBezTo>
                <a:cubicBezTo>
                  <a:pt x="1156" y="2026"/>
                  <a:pt x="1153" y="2023"/>
                  <a:pt x="1156" y="2022"/>
                </a:cubicBezTo>
                <a:cubicBezTo>
                  <a:pt x="1136" y="1970"/>
                  <a:pt x="1130" y="1962"/>
                  <a:pt x="1128" y="1950"/>
                </a:cubicBezTo>
                <a:cubicBezTo>
                  <a:pt x="1109" y="1914"/>
                  <a:pt x="1105" y="1907"/>
                  <a:pt x="1102" y="1898"/>
                </a:cubicBezTo>
                <a:cubicBezTo>
                  <a:pt x="1087" y="1883"/>
                  <a:pt x="1089" y="1877"/>
                  <a:pt x="1086" y="1876"/>
                </a:cubicBezTo>
                <a:cubicBezTo>
                  <a:pt x="1054" y="1823"/>
                  <a:pt x="1051" y="1814"/>
                  <a:pt x="1045" y="1809"/>
                </a:cubicBezTo>
                <a:cubicBezTo>
                  <a:pt x="1027" y="1777"/>
                  <a:pt x="1023" y="1769"/>
                  <a:pt x="1019" y="1761"/>
                </a:cubicBezTo>
                <a:cubicBezTo>
                  <a:pt x="1015" y="1765"/>
                  <a:pt x="1017" y="1772"/>
                  <a:pt x="1021" y="1778"/>
                </a:cubicBezTo>
                <a:cubicBezTo>
                  <a:pt x="1046" y="1821"/>
                  <a:pt x="1048" y="1829"/>
                  <a:pt x="1054" y="1833"/>
                </a:cubicBezTo>
                <a:cubicBezTo>
                  <a:pt x="1076" y="1869"/>
                  <a:pt x="1074" y="1873"/>
                  <a:pt x="1075" y="1874"/>
                </a:cubicBezTo>
                <a:cubicBezTo>
                  <a:pt x="1088" y="1895"/>
                  <a:pt x="1093" y="1899"/>
                  <a:pt x="1095" y="1907"/>
                </a:cubicBezTo>
                <a:cubicBezTo>
                  <a:pt x="1125" y="1974"/>
                  <a:pt x="1129" y="1979"/>
                  <a:pt x="1132" y="1985"/>
                </a:cubicBezTo>
                <a:cubicBezTo>
                  <a:pt x="1155" y="2062"/>
                  <a:pt x="1160" y="2069"/>
                  <a:pt x="1163" y="2077"/>
                </a:cubicBezTo>
                <a:cubicBezTo>
                  <a:pt x="1199" y="2160"/>
                  <a:pt x="1199" y="2160"/>
                  <a:pt x="1199" y="2160"/>
                </a:cubicBezTo>
                <a:cubicBezTo>
                  <a:pt x="1207" y="2118"/>
                  <a:pt x="1213" y="2112"/>
                  <a:pt x="1215" y="2101"/>
                </a:cubicBezTo>
                <a:cubicBezTo>
                  <a:pt x="1231" y="2073"/>
                  <a:pt x="1235" y="2071"/>
                  <a:pt x="1235" y="2064"/>
                </a:cubicBezTo>
                <a:cubicBezTo>
                  <a:pt x="1253" y="2040"/>
                  <a:pt x="1251" y="2034"/>
                  <a:pt x="1256" y="2036"/>
                </a:cubicBezTo>
                <a:cubicBezTo>
                  <a:pt x="1278" y="2002"/>
                  <a:pt x="1278" y="1999"/>
                  <a:pt x="1278" y="1996"/>
                </a:cubicBezTo>
                <a:cubicBezTo>
                  <a:pt x="1296" y="1974"/>
                  <a:pt x="1297" y="1970"/>
                  <a:pt x="1302" y="1968"/>
                </a:cubicBezTo>
                <a:cubicBezTo>
                  <a:pt x="1332" y="1928"/>
                  <a:pt x="1337" y="1926"/>
                  <a:pt x="1337" y="1920"/>
                </a:cubicBezTo>
                <a:cubicBezTo>
                  <a:pt x="1372" y="1885"/>
                  <a:pt x="1376" y="1881"/>
                  <a:pt x="1378" y="1876"/>
                </a:cubicBezTo>
                <a:cubicBezTo>
                  <a:pt x="1404" y="1854"/>
                  <a:pt x="1402" y="1849"/>
                  <a:pt x="1407" y="1850"/>
                </a:cubicBezTo>
                <a:cubicBezTo>
                  <a:pt x="1438" y="1821"/>
                  <a:pt x="1440" y="1819"/>
                  <a:pt x="1439" y="1815"/>
                </a:cubicBezTo>
                <a:cubicBezTo>
                  <a:pt x="1465" y="1793"/>
                  <a:pt x="1467" y="1780"/>
                  <a:pt x="1479" y="1776"/>
                </a:cubicBezTo>
                <a:cubicBezTo>
                  <a:pt x="1501" y="1736"/>
                  <a:pt x="1500" y="1733"/>
                  <a:pt x="1503" y="1732"/>
                </a:cubicBezTo>
                <a:cubicBezTo>
                  <a:pt x="1484" y="1757"/>
                  <a:pt x="1476" y="1761"/>
                  <a:pt x="1474" y="1772"/>
                </a:cubicBezTo>
                <a:cubicBezTo>
                  <a:pt x="1452" y="1794"/>
                  <a:pt x="1452" y="1796"/>
                  <a:pt x="1448" y="1796"/>
                </a:cubicBezTo>
                <a:cubicBezTo>
                  <a:pt x="1431" y="1818"/>
                  <a:pt x="1426" y="1820"/>
                  <a:pt x="1422" y="1822"/>
                </a:cubicBezTo>
                <a:cubicBezTo>
                  <a:pt x="1399" y="1848"/>
                  <a:pt x="1393" y="1849"/>
                  <a:pt x="1389" y="1852"/>
                </a:cubicBezTo>
                <a:cubicBezTo>
                  <a:pt x="1370" y="1874"/>
                  <a:pt x="1368" y="1876"/>
                  <a:pt x="1365" y="1879"/>
                </a:cubicBezTo>
                <a:cubicBezTo>
                  <a:pt x="1352" y="1896"/>
                  <a:pt x="1346" y="1894"/>
                  <a:pt x="1348" y="1900"/>
                </a:cubicBezTo>
                <a:cubicBezTo>
                  <a:pt x="1328" y="1926"/>
                  <a:pt x="1317" y="1924"/>
                  <a:pt x="1317" y="1933"/>
                </a:cubicBezTo>
                <a:cubicBezTo>
                  <a:pt x="1282" y="1982"/>
                  <a:pt x="1277" y="1986"/>
                  <a:pt x="1272" y="1990"/>
                </a:cubicBezTo>
                <a:cubicBezTo>
                  <a:pt x="1260" y="2009"/>
                  <a:pt x="1259" y="2012"/>
                  <a:pt x="1259" y="2016"/>
                </a:cubicBezTo>
                <a:cubicBezTo>
                  <a:pt x="1227" y="2056"/>
                  <a:pt x="1228" y="2066"/>
                  <a:pt x="1221" y="2068"/>
                </a:cubicBezTo>
                <a:cubicBezTo>
                  <a:pt x="1213" y="2075"/>
                  <a:pt x="1217" y="2073"/>
                  <a:pt x="1219" y="2068"/>
                </a:cubicBezTo>
                <a:cubicBezTo>
                  <a:pt x="1238" y="2041"/>
                  <a:pt x="1236" y="2032"/>
                  <a:pt x="1239" y="2027"/>
                </a:cubicBezTo>
                <a:cubicBezTo>
                  <a:pt x="1264" y="1978"/>
                  <a:pt x="1273" y="1978"/>
                  <a:pt x="1274" y="1970"/>
                </a:cubicBezTo>
                <a:cubicBezTo>
                  <a:pt x="1319" y="1906"/>
                  <a:pt x="1329" y="1912"/>
                  <a:pt x="1326" y="1905"/>
                </a:cubicBezTo>
                <a:cubicBezTo>
                  <a:pt x="1347" y="1891"/>
                  <a:pt x="1335" y="1884"/>
                  <a:pt x="1341" y="1885"/>
                </a:cubicBezTo>
                <a:cubicBezTo>
                  <a:pt x="1371" y="1867"/>
                  <a:pt x="1360" y="1858"/>
                  <a:pt x="1365" y="1859"/>
                </a:cubicBezTo>
                <a:cubicBezTo>
                  <a:pt x="1388" y="1843"/>
                  <a:pt x="1391" y="1840"/>
                  <a:pt x="1392" y="1835"/>
                </a:cubicBezTo>
                <a:cubicBezTo>
                  <a:pt x="1413" y="1810"/>
                  <a:pt x="1424" y="1812"/>
                  <a:pt x="1424" y="1802"/>
                </a:cubicBezTo>
                <a:cubicBezTo>
                  <a:pt x="1434" y="1791"/>
                  <a:pt x="1439" y="1791"/>
                  <a:pt x="1439" y="1787"/>
                </a:cubicBezTo>
                <a:cubicBezTo>
                  <a:pt x="1465" y="1752"/>
                  <a:pt x="1463" y="1753"/>
                  <a:pt x="1461" y="1754"/>
                </a:cubicBezTo>
                <a:cubicBezTo>
                  <a:pt x="1440" y="1779"/>
                  <a:pt x="1432" y="1785"/>
                  <a:pt x="1429" y="1796"/>
                </a:cubicBezTo>
                <a:cubicBezTo>
                  <a:pt x="1407" y="1811"/>
                  <a:pt x="1408" y="1817"/>
                  <a:pt x="1402" y="1815"/>
                </a:cubicBezTo>
                <a:cubicBezTo>
                  <a:pt x="1380" y="1832"/>
                  <a:pt x="1382" y="1838"/>
                  <a:pt x="1378" y="1839"/>
                </a:cubicBezTo>
                <a:cubicBezTo>
                  <a:pt x="1326" y="1895"/>
                  <a:pt x="1317" y="1899"/>
                  <a:pt x="1313" y="1909"/>
                </a:cubicBezTo>
                <a:cubicBezTo>
                  <a:pt x="1270" y="1963"/>
                  <a:pt x="1262" y="1968"/>
                  <a:pt x="1259" y="1979"/>
                </a:cubicBezTo>
                <a:cubicBezTo>
                  <a:pt x="1234" y="2019"/>
                  <a:pt x="1235" y="2023"/>
                  <a:pt x="1230" y="2022"/>
                </a:cubicBezTo>
                <a:cubicBezTo>
                  <a:pt x="1217" y="2047"/>
                  <a:pt x="1216" y="2054"/>
                  <a:pt x="1213" y="2057"/>
                </a:cubicBezTo>
                <a:cubicBezTo>
                  <a:pt x="1203" y="2078"/>
                  <a:pt x="1196" y="2069"/>
                  <a:pt x="1195" y="2062"/>
                </a:cubicBezTo>
                <a:cubicBezTo>
                  <a:pt x="1212" y="2023"/>
                  <a:pt x="1212" y="2017"/>
                  <a:pt x="1217" y="2016"/>
                </a:cubicBezTo>
                <a:cubicBezTo>
                  <a:pt x="1225" y="1996"/>
                  <a:pt x="1229" y="1996"/>
                  <a:pt x="1230" y="1994"/>
                </a:cubicBezTo>
                <a:cubicBezTo>
                  <a:pt x="1246" y="1972"/>
                  <a:pt x="1245" y="1966"/>
                  <a:pt x="1248" y="1964"/>
                </a:cubicBezTo>
                <a:cubicBezTo>
                  <a:pt x="1289" y="1906"/>
                  <a:pt x="1295" y="1902"/>
                  <a:pt x="1298" y="1896"/>
                </a:cubicBezTo>
                <a:cubicBezTo>
                  <a:pt x="1307" y="1885"/>
                  <a:pt x="1311" y="1884"/>
                  <a:pt x="1313" y="1881"/>
                </a:cubicBezTo>
                <a:cubicBezTo>
                  <a:pt x="1330" y="1864"/>
                  <a:pt x="1332" y="1861"/>
                  <a:pt x="1337" y="1861"/>
                </a:cubicBezTo>
                <a:cubicBezTo>
                  <a:pt x="1366" y="1832"/>
                  <a:pt x="1372" y="1824"/>
                  <a:pt x="1381" y="1817"/>
                </a:cubicBezTo>
                <a:cubicBezTo>
                  <a:pt x="1402" y="1788"/>
                  <a:pt x="1410" y="1789"/>
                  <a:pt x="1411" y="1783"/>
                </a:cubicBezTo>
                <a:cubicBezTo>
                  <a:pt x="1435" y="1755"/>
                  <a:pt x="1442" y="1756"/>
                  <a:pt x="1444" y="1750"/>
                </a:cubicBezTo>
                <a:cubicBezTo>
                  <a:pt x="1487" y="1692"/>
                  <a:pt x="1498" y="1687"/>
                  <a:pt x="1501" y="1676"/>
                </a:cubicBezTo>
                <a:cubicBezTo>
                  <a:pt x="1513" y="1663"/>
                  <a:pt x="1510" y="1657"/>
                  <a:pt x="1514" y="1656"/>
                </a:cubicBezTo>
                <a:cubicBezTo>
                  <a:pt x="1531" y="1632"/>
                  <a:pt x="1531" y="1623"/>
                  <a:pt x="1535" y="1619"/>
                </a:cubicBezTo>
                <a:cubicBezTo>
                  <a:pt x="1560" y="1583"/>
                  <a:pt x="1561" y="1575"/>
                  <a:pt x="1564" y="1569"/>
                </a:cubicBezTo>
                <a:cubicBezTo>
                  <a:pt x="1579" y="1527"/>
                  <a:pt x="1580" y="1524"/>
                  <a:pt x="1579" y="1519"/>
                </a:cubicBezTo>
                <a:close/>
                <a:moveTo>
                  <a:pt x="1256" y="1826"/>
                </a:moveTo>
                <a:cubicBezTo>
                  <a:pt x="1260" y="1823"/>
                  <a:pt x="1263" y="1818"/>
                  <a:pt x="1265" y="1813"/>
                </a:cubicBezTo>
                <a:cubicBezTo>
                  <a:pt x="1271" y="1817"/>
                  <a:pt x="1260" y="1821"/>
                  <a:pt x="1261" y="1826"/>
                </a:cubicBezTo>
                <a:cubicBezTo>
                  <a:pt x="1257" y="1829"/>
                  <a:pt x="1256" y="1836"/>
                  <a:pt x="1252" y="1839"/>
                </a:cubicBezTo>
                <a:cubicBezTo>
                  <a:pt x="1246" y="1836"/>
                  <a:pt x="1257" y="1831"/>
                  <a:pt x="1256" y="1826"/>
                </a:cubicBezTo>
                <a:close/>
                <a:moveTo>
                  <a:pt x="1252" y="1704"/>
                </a:moveTo>
                <a:cubicBezTo>
                  <a:pt x="1254" y="1700"/>
                  <a:pt x="1254" y="1705"/>
                  <a:pt x="1254" y="1708"/>
                </a:cubicBezTo>
                <a:cubicBezTo>
                  <a:pt x="1252" y="1712"/>
                  <a:pt x="1252" y="1707"/>
                  <a:pt x="1252" y="1704"/>
                </a:cubicBezTo>
                <a:close/>
                <a:moveTo>
                  <a:pt x="1211" y="2088"/>
                </a:moveTo>
                <a:cubicBezTo>
                  <a:pt x="1212" y="2084"/>
                  <a:pt x="1214" y="2090"/>
                  <a:pt x="1211" y="2090"/>
                </a:cubicBezTo>
                <a:cubicBezTo>
                  <a:pt x="1211" y="2094"/>
                  <a:pt x="1208" y="2095"/>
                  <a:pt x="1208" y="2099"/>
                </a:cubicBezTo>
                <a:cubicBezTo>
                  <a:pt x="1203" y="2104"/>
                  <a:pt x="1209" y="2089"/>
                  <a:pt x="1211" y="2088"/>
                </a:cubicBezTo>
                <a:close/>
                <a:moveTo>
                  <a:pt x="1191" y="2116"/>
                </a:moveTo>
                <a:cubicBezTo>
                  <a:pt x="1185" y="2113"/>
                  <a:pt x="1191" y="2103"/>
                  <a:pt x="1193" y="2101"/>
                </a:cubicBezTo>
                <a:cubicBezTo>
                  <a:pt x="1199" y="2105"/>
                  <a:pt x="1188" y="2109"/>
                  <a:pt x="1191" y="2116"/>
                </a:cubicBezTo>
                <a:close/>
                <a:moveTo>
                  <a:pt x="1219" y="1916"/>
                </a:moveTo>
                <a:cubicBezTo>
                  <a:pt x="1225" y="1921"/>
                  <a:pt x="1218" y="1933"/>
                  <a:pt x="1217" y="1940"/>
                </a:cubicBezTo>
                <a:cubicBezTo>
                  <a:pt x="1212" y="1935"/>
                  <a:pt x="1222" y="1926"/>
                  <a:pt x="1219" y="1916"/>
                </a:cubicBezTo>
                <a:close/>
                <a:moveTo>
                  <a:pt x="1215" y="1883"/>
                </a:moveTo>
                <a:cubicBezTo>
                  <a:pt x="1223" y="1885"/>
                  <a:pt x="1215" y="1890"/>
                  <a:pt x="1217" y="1898"/>
                </a:cubicBezTo>
                <a:cubicBezTo>
                  <a:pt x="1212" y="1897"/>
                  <a:pt x="1216" y="1887"/>
                  <a:pt x="1215" y="1883"/>
                </a:cubicBezTo>
                <a:close/>
                <a:moveTo>
                  <a:pt x="1215" y="1953"/>
                </a:moveTo>
                <a:cubicBezTo>
                  <a:pt x="1225" y="1956"/>
                  <a:pt x="1210" y="1963"/>
                  <a:pt x="1213" y="1972"/>
                </a:cubicBezTo>
                <a:cubicBezTo>
                  <a:pt x="1205" y="1966"/>
                  <a:pt x="1218" y="1962"/>
                  <a:pt x="1215" y="1953"/>
                </a:cubicBezTo>
                <a:close/>
                <a:moveTo>
                  <a:pt x="1503" y="1667"/>
                </a:moveTo>
                <a:cubicBezTo>
                  <a:pt x="1497" y="1666"/>
                  <a:pt x="1501" y="1675"/>
                  <a:pt x="1496" y="1676"/>
                </a:cubicBezTo>
                <a:cubicBezTo>
                  <a:pt x="1479" y="1700"/>
                  <a:pt x="1478" y="1701"/>
                  <a:pt x="1477" y="1702"/>
                </a:cubicBezTo>
                <a:cubicBezTo>
                  <a:pt x="1453" y="1729"/>
                  <a:pt x="1455" y="1737"/>
                  <a:pt x="1448" y="1735"/>
                </a:cubicBezTo>
                <a:cubicBezTo>
                  <a:pt x="1421" y="1763"/>
                  <a:pt x="1414" y="1767"/>
                  <a:pt x="1411" y="1774"/>
                </a:cubicBezTo>
                <a:cubicBezTo>
                  <a:pt x="1382" y="1802"/>
                  <a:pt x="1374" y="1808"/>
                  <a:pt x="1370" y="1817"/>
                </a:cubicBezTo>
                <a:cubicBezTo>
                  <a:pt x="1349" y="1831"/>
                  <a:pt x="1347" y="1837"/>
                  <a:pt x="1344" y="1841"/>
                </a:cubicBezTo>
                <a:cubicBezTo>
                  <a:pt x="1317" y="1866"/>
                  <a:pt x="1313" y="1866"/>
                  <a:pt x="1311" y="1870"/>
                </a:cubicBezTo>
                <a:cubicBezTo>
                  <a:pt x="1280" y="1911"/>
                  <a:pt x="1267" y="1911"/>
                  <a:pt x="1267" y="1924"/>
                </a:cubicBezTo>
                <a:cubicBezTo>
                  <a:pt x="1224" y="1976"/>
                  <a:pt x="1220" y="1998"/>
                  <a:pt x="1206" y="2012"/>
                </a:cubicBezTo>
                <a:cubicBezTo>
                  <a:pt x="1215" y="1984"/>
                  <a:pt x="1215" y="1976"/>
                  <a:pt x="1221" y="1974"/>
                </a:cubicBezTo>
                <a:cubicBezTo>
                  <a:pt x="1251" y="1919"/>
                  <a:pt x="1250" y="1913"/>
                  <a:pt x="1254" y="1911"/>
                </a:cubicBezTo>
                <a:cubicBezTo>
                  <a:pt x="1282" y="1880"/>
                  <a:pt x="1282" y="1869"/>
                  <a:pt x="1289" y="1865"/>
                </a:cubicBezTo>
                <a:cubicBezTo>
                  <a:pt x="1309" y="1844"/>
                  <a:pt x="1311" y="1835"/>
                  <a:pt x="1320" y="1833"/>
                </a:cubicBezTo>
                <a:cubicBezTo>
                  <a:pt x="1356" y="1793"/>
                  <a:pt x="1359" y="1786"/>
                  <a:pt x="1365" y="1783"/>
                </a:cubicBezTo>
                <a:cubicBezTo>
                  <a:pt x="1384" y="1765"/>
                  <a:pt x="1385" y="1763"/>
                  <a:pt x="1387" y="1763"/>
                </a:cubicBezTo>
                <a:cubicBezTo>
                  <a:pt x="1411" y="1742"/>
                  <a:pt x="1423" y="1733"/>
                  <a:pt x="1435" y="1724"/>
                </a:cubicBezTo>
                <a:cubicBezTo>
                  <a:pt x="1481" y="1684"/>
                  <a:pt x="1482" y="1680"/>
                  <a:pt x="1485" y="1678"/>
                </a:cubicBezTo>
                <a:cubicBezTo>
                  <a:pt x="1501" y="1660"/>
                  <a:pt x="1504" y="1659"/>
                  <a:pt x="1505" y="1656"/>
                </a:cubicBezTo>
                <a:close/>
                <a:moveTo>
                  <a:pt x="3827" y="1689"/>
                </a:moveTo>
                <a:cubicBezTo>
                  <a:pt x="3822" y="1681"/>
                  <a:pt x="3815" y="1679"/>
                  <a:pt x="3810" y="1674"/>
                </a:cubicBezTo>
                <a:cubicBezTo>
                  <a:pt x="3786" y="1654"/>
                  <a:pt x="3779" y="1651"/>
                  <a:pt x="3773" y="1648"/>
                </a:cubicBezTo>
                <a:cubicBezTo>
                  <a:pt x="3732" y="1620"/>
                  <a:pt x="3724" y="1621"/>
                  <a:pt x="3718" y="1614"/>
                </a:cubicBezTo>
                <a:cubicBezTo>
                  <a:pt x="3671" y="1584"/>
                  <a:pt x="3666" y="1588"/>
                  <a:pt x="3664" y="1582"/>
                </a:cubicBezTo>
                <a:cubicBezTo>
                  <a:pt x="3623" y="1550"/>
                  <a:pt x="3616" y="1549"/>
                  <a:pt x="3611" y="1541"/>
                </a:cubicBezTo>
                <a:cubicBezTo>
                  <a:pt x="3587" y="1524"/>
                  <a:pt x="3582" y="1515"/>
                  <a:pt x="3576" y="1512"/>
                </a:cubicBezTo>
                <a:cubicBezTo>
                  <a:pt x="3523" y="1447"/>
                  <a:pt x="3522" y="1437"/>
                  <a:pt x="3517" y="1439"/>
                </a:cubicBezTo>
                <a:cubicBezTo>
                  <a:pt x="3524" y="1435"/>
                  <a:pt x="3522" y="1438"/>
                  <a:pt x="3523" y="1439"/>
                </a:cubicBezTo>
                <a:cubicBezTo>
                  <a:pt x="3560" y="1475"/>
                  <a:pt x="3574" y="1484"/>
                  <a:pt x="3586" y="1501"/>
                </a:cubicBezTo>
                <a:cubicBezTo>
                  <a:pt x="3613" y="1523"/>
                  <a:pt x="3622" y="1521"/>
                  <a:pt x="3628" y="1532"/>
                </a:cubicBezTo>
                <a:cubicBezTo>
                  <a:pt x="3674" y="1562"/>
                  <a:pt x="3677" y="1565"/>
                  <a:pt x="3680" y="1570"/>
                </a:cubicBezTo>
                <a:cubicBezTo>
                  <a:pt x="3722" y="1587"/>
                  <a:pt x="3728" y="1593"/>
                  <a:pt x="3735" y="1596"/>
                </a:cubicBezTo>
                <a:cubicBezTo>
                  <a:pt x="3754" y="1599"/>
                  <a:pt x="3748" y="1599"/>
                  <a:pt x="3743" y="1594"/>
                </a:cubicBezTo>
                <a:cubicBezTo>
                  <a:pt x="3713" y="1575"/>
                  <a:pt x="3700" y="1574"/>
                  <a:pt x="3689" y="1562"/>
                </a:cubicBezTo>
                <a:cubicBezTo>
                  <a:pt x="3660" y="1547"/>
                  <a:pt x="3659" y="1539"/>
                  <a:pt x="3655" y="1541"/>
                </a:cubicBezTo>
                <a:cubicBezTo>
                  <a:pt x="3598" y="1497"/>
                  <a:pt x="3575" y="1479"/>
                  <a:pt x="3555" y="1453"/>
                </a:cubicBezTo>
                <a:cubicBezTo>
                  <a:pt x="3519" y="1416"/>
                  <a:pt x="3508" y="1416"/>
                  <a:pt x="3510" y="1407"/>
                </a:cubicBezTo>
                <a:cubicBezTo>
                  <a:pt x="3541" y="1429"/>
                  <a:pt x="3552" y="1443"/>
                  <a:pt x="3564" y="1453"/>
                </a:cubicBezTo>
                <a:cubicBezTo>
                  <a:pt x="3613" y="1486"/>
                  <a:pt x="3622" y="1505"/>
                  <a:pt x="3636" y="1508"/>
                </a:cubicBezTo>
                <a:cubicBezTo>
                  <a:pt x="3682" y="1535"/>
                  <a:pt x="3689" y="1542"/>
                  <a:pt x="3697" y="1547"/>
                </a:cubicBezTo>
                <a:cubicBezTo>
                  <a:pt x="3728" y="1568"/>
                  <a:pt x="3739" y="1569"/>
                  <a:pt x="3747" y="1578"/>
                </a:cubicBezTo>
                <a:cubicBezTo>
                  <a:pt x="3766" y="1589"/>
                  <a:pt x="3770" y="1596"/>
                  <a:pt x="3776" y="1595"/>
                </a:cubicBezTo>
                <a:cubicBezTo>
                  <a:pt x="3808" y="1618"/>
                  <a:pt x="3811" y="1625"/>
                  <a:pt x="3817" y="1623"/>
                </a:cubicBezTo>
                <a:cubicBezTo>
                  <a:pt x="3788" y="1599"/>
                  <a:pt x="3783" y="1590"/>
                  <a:pt x="3775" y="1589"/>
                </a:cubicBezTo>
                <a:cubicBezTo>
                  <a:pt x="3744" y="1565"/>
                  <a:pt x="3731" y="1560"/>
                  <a:pt x="3719" y="1548"/>
                </a:cubicBezTo>
                <a:cubicBezTo>
                  <a:pt x="3674" y="1518"/>
                  <a:pt x="3666" y="1521"/>
                  <a:pt x="3661" y="1513"/>
                </a:cubicBezTo>
                <a:cubicBezTo>
                  <a:pt x="3629" y="1493"/>
                  <a:pt x="3626" y="1488"/>
                  <a:pt x="3622" y="1488"/>
                </a:cubicBezTo>
                <a:cubicBezTo>
                  <a:pt x="3554" y="1431"/>
                  <a:pt x="3542" y="1419"/>
                  <a:pt x="3528" y="1411"/>
                </a:cubicBezTo>
                <a:cubicBezTo>
                  <a:pt x="3491" y="1368"/>
                  <a:pt x="3481" y="1362"/>
                  <a:pt x="3472" y="1350"/>
                </a:cubicBezTo>
                <a:cubicBezTo>
                  <a:pt x="3499" y="1360"/>
                  <a:pt x="3503" y="1368"/>
                  <a:pt x="3508" y="1370"/>
                </a:cubicBezTo>
                <a:cubicBezTo>
                  <a:pt x="3531" y="1391"/>
                  <a:pt x="3535" y="1392"/>
                  <a:pt x="3533" y="1395"/>
                </a:cubicBezTo>
                <a:cubicBezTo>
                  <a:pt x="3580" y="1434"/>
                  <a:pt x="3590" y="1438"/>
                  <a:pt x="3599" y="1447"/>
                </a:cubicBezTo>
                <a:cubicBezTo>
                  <a:pt x="3636" y="1472"/>
                  <a:pt x="3644" y="1476"/>
                  <a:pt x="3652" y="1483"/>
                </a:cubicBezTo>
                <a:cubicBezTo>
                  <a:pt x="3673" y="1489"/>
                  <a:pt x="3674" y="1496"/>
                  <a:pt x="3678" y="1495"/>
                </a:cubicBezTo>
                <a:cubicBezTo>
                  <a:pt x="3737" y="1528"/>
                  <a:pt x="3745" y="1534"/>
                  <a:pt x="3753" y="1536"/>
                </a:cubicBezTo>
                <a:cubicBezTo>
                  <a:pt x="3787" y="1557"/>
                  <a:pt x="3796" y="1562"/>
                  <a:pt x="3804" y="1568"/>
                </a:cubicBezTo>
                <a:cubicBezTo>
                  <a:pt x="3805" y="1561"/>
                  <a:pt x="3799" y="1556"/>
                  <a:pt x="3793" y="1552"/>
                </a:cubicBezTo>
                <a:cubicBezTo>
                  <a:pt x="3745" y="1525"/>
                  <a:pt x="3740" y="1519"/>
                  <a:pt x="3732" y="1518"/>
                </a:cubicBezTo>
                <a:cubicBezTo>
                  <a:pt x="3691" y="1496"/>
                  <a:pt x="3691" y="1492"/>
                  <a:pt x="3689" y="1491"/>
                </a:cubicBezTo>
                <a:cubicBezTo>
                  <a:pt x="3666" y="1478"/>
                  <a:pt x="3659" y="1477"/>
                  <a:pt x="3653" y="1471"/>
                </a:cubicBezTo>
                <a:cubicBezTo>
                  <a:pt x="3589" y="1424"/>
                  <a:pt x="3582" y="1422"/>
                  <a:pt x="3576" y="1417"/>
                </a:cubicBezTo>
                <a:cubicBezTo>
                  <a:pt x="3512" y="1356"/>
                  <a:pt x="3504" y="1353"/>
                  <a:pt x="3497" y="1347"/>
                </a:cubicBezTo>
                <a:cubicBezTo>
                  <a:pt x="3434" y="1269"/>
                  <a:pt x="3431" y="1265"/>
                  <a:pt x="3432" y="1261"/>
                </a:cubicBezTo>
                <a:cubicBezTo>
                  <a:pt x="3490" y="1320"/>
                  <a:pt x="3493" y="1321"/>
                  <a:pt x="3496" y="1320"/>
                </a:cubicBezTo>
                <a:cubicBezTo>
                  <a:pt x="3526" y="1349"/>
                  <a:pt x="3531" y="1358"/>
                  <a:pt x="3536" y="1362"/>
                </a:cubicBezTo>
                <a:cubicBezTo>
                  <a:pt x="3574" y="1397"/>
                  <a:pt x="3581" y="1398"/>
                  <a:pt x="3586" y="1405"/>
                </a:cubicBezTo>
                <a:cubicBezTo>
                  <a:pt x="3640" y="1440"/>
                  <a:pt x="3643" y="1443"/>
                  <a:pt x="3645" y="1448"/>
                </a:cubicBezTo>
                <a:cubicBezTo>
                  <a:pt x="3673" y="1473"/>
                  <a:pt x="3678" y="1469"/>
                  <a:pt x="3681" y="1471"/>
                </a:cubicBezTo>
                <a:cubicBezTo>
                  <a:pt x="3713" y="1487"/>
                  <a:pt x="3716" y="1501"/>
                  <a:pt x="3724" y="1499"/>
                </a:cubicBezTo>
                <a:cubicBezTo>
                  <a:pt x="3772" y="1524"/>
                  <a:pt x="3783" y="1533"/>
                  <a:pt x="3796" y="1534"/>
                </a:cubicBezTo>
                <a:cubicBezTo>
                  <a:pt x="3807" y="1534"/>
                  <a:pt x="3800" y="1533"/>
                  <a:pt x="3794" y="1527"/>
                </a:cubicBezTo>
                <a:cubicBezTo>
                  <a:pt x="3760" y="1515"/>
                  <a:pt x="3759" y="1505"/>
                  <a:pt x="3754" y="1509"/>
                </a:cubicBezTo>
                <a:cubicBezTo>
                  <a:pt x="3728" y="1498"/>
                  <a:pt x="3734" y="1492"/>
                  <a:pt x="3729" y="1493"/>
                </a:cubicBezTo>
                <a:cubicBezTo>
                  <a:pt x="3697" y="1467"/>
                  <a:pt x="3690" y="1476"/>
                  <a:pt x="3689" y="1467"/>
                </a:cubicBezTo>
                <a:cubicBezTo>
                  <a:pt x="3648" y="1438"/>
                  <a:pt x="3643" y="1437"/>
                  <a:pt x="3640" y="1429"/>
                </a:cubicBezTo>
                <a:cubicBezTo>
                  <a:pt x="3565" y="1379"/>
                  <a:pt x="3562" y="1371"/>
                  <a:pt x="3557" y="1370"/>
                </a:cubicBezTo>
                <a:cubicBezTo>
                  <a:pt x="3508" y="1322"/>
                  <a:pt x="3500" y="1312"/>
                  <a:pt x="3492" y="1303"/>
                </a:cubicBezTo>
                <a:cubicBezTo>
                  <a:pt x="3476" y="1289"/>
                  <a:pt x="3465" y="1285"/>
                  <a:pt x="3469" y="1278"/>
                </a:cubicBezTo>
                <a:cubicBezTo>
                  <a:pt x="3519" y="1313"/>
                  <a:pt x="3521" y="1321"/>
                  <a:pt x="3525" y="1319"/>
                </a:cubicBezTo>
                <a:cubicBezTo>
                  <a:pt x="3556" y="1344"/>
                  <a:pt x="3559" y="1347"/>
                  <a:pt x="3563" y="1347"/>
                </a:cubicBezTo>
                <a:cubicBezTo>
                  <a:pt x="3609" y="1374"/>
                  <a:pt x="3615" y="1384"/>
                  <a:pt x="3623" y="1384"/>
                </a:cubicBezTo>
                <a:cubicBezTo>
                  <a:pt x="3668" y="1413"/>
                  <a:pt x="3673" y="1420"/>
                  <a:pt x="3680" y="1422"/>
                </a:cubicBezTo>
                <a:cubicBezTo>
                  <a:pt x="3706" y="1438"/>
                  <a:pt x="3712" y="1443"/>
                  <a:pt x="3720" y="1444"/>
                </a:cubicBezTo>
                <a:cubicBezTo>
                  <a:pt x="3762" y="1470"/>
                  <a:pt x="3764" y="1478"/>
                  <a:pt x="3768" y="1476"/>
                </a:cubicBezTo>
                <a:cubicBezTo>
                  <a:pt x="3762" y="1471"/>
                  <a:pt x="3759" y="1466"/>
                  <a:pt x="3757" y="1461"/>
                </a:cubicBezTo>
                <a:cubicBezTo>
                  <a:pt x="3697" y="1429"/>
                  <a:pt x="3695" y="1419"/>
                  <a:pt x="3689" y="1420"/>
                </a:cubicBezTo>
                <a:cubicBezTo>
                  <a:pt x="3648" y="1395"/>
                  <a:pt x="3648" y="1394"/>
                  <a:pt x="3647" y="1392"/>
                </a:cubicBezTo>
                <a:cubicBezTo>
                  <a:pt x="3623" y="1371"/>
                  <a:pt x="3617" y="1377"/>
                  <a:pt x="3614" y="1370"/>
                </a:cubicBezTo>
                <a:cubicBezTo>
                  <a:pt x="3570" y="1344"/>
                  <a:pt x="3576" y="1338"/>
                  <a:pt x="3568" y="1342"/>
                </a:cubicBezTo>
                <a:cubicBezTo>
                  <a:pt x="3511" y="1303"/>
                  <a:pt x="3501" y="1291"/>
                  <a:pt x="3490" y="1285"/>
                </a:cubicBezTo>
                <a:cubicBezTo>
                  <a:pt x="3458" y="1254"/>
                  <a:pt x="3448" y="1254"/>
                  <a:pt x="3445" y="1245"/>
                </a:cubicBezTo>
                <a:cubicBezTo>
                  <a:pt x="3425" y="1230"/>
                  <a:pt x="3423" y="1227"/>
                  <a:pt x="3420" y="1226"/>
                </a:cubicBezTo>
                <a:cubicBezTo>
                  <a:pt x="3406" y="1202"/>
                  <a:pt x="3396" y="1204"/>
                  <a:pt x="3402" y="1199"/>
                </a:cubicBezTo>
                <a:cubicBezTo>
                  <a:pt x="3488" y="1263"/>
                  <a:pt x="3502" y="1269"/>
                  <a:pt x="3515" y="1276"/>
                </a:cubicBezTo>
                <a:cubicBezTo>
                  <a:pt x="3590" y="1319"/>
                  <a:pt x="3598" y="1326"/>
                  <a:pt x="3608" y="1330"/>
                </a:cubicBezTo>
                <a:cubicBezTo>
                  <a:pt x="3652" y="1363"/>
                  <a:pt x="3658" y="1360"/>
                  <a:pt x="3662" y="1367"/>
                </a:cubicBezTo>
                <a:cubicBezTo>
                  <a:pt x="3696" y="1396"/>
                  <a:pt x="3705" y="1402"/>
                  <a:pt x="3712" y="1412"/>
                </a:cubicBezTo>
                <a:cubicBezTo>
                  <a:pt x="3742" y="1439"/>
                  <a:pt x="3745" y="1445"/>
                  <a:pt x="3750" y="1448"/>
                </a:cubicBezTo>
                <a:cubicBezTo>
                  <a:pt x="3710" y="1400"/>
                  <a:pt x="3696" y="1387"/>
                  <a:pt x="3682" y="1372"/>
                </a:cubicBezTo>
                <a:cubicBezTo>
                  <a:pt x="3635" y="1319"/>
                  <a:pt x="3632" y="1314"/>
                  <a:pt x="3628" y="1313"/>
                </a:cubicBezTo>
                <a:cubicBezTo>
                  <a:pt x="3572" y="1267"/>
                  <a:pt x="3545" y="1249"/>
                  <a:pt x="3518" y="1230"/>
                </a:cubicBezTo>
                <a:cubicBezTo>
                  <a:pt x="3473" y="1209"/>
                  <a:pt x="3472" y="1198"/>
                  <a:pt x="3467" y="1203"/>
                </a:cubicBezTo>
                <a:cubicBezTo>
                  <a:pt x="3428" y="1181"/>
                  <a:pt x="3422" y="1174"/>
                  <a:pt x="3414" y="1173"/>
                </a:cubicBezTo>
                <a:cubicBezTo>
                  <a:pt x="3381" y="1146"/>
                  <a:pt x="3367" y="1135"/>
                  <a:pt x="3354" y="1125"/>
                </a:cubicBezTo>
                <a:cubicBezTo>
                  <a:pt x="3351" y="1113"/>
                  <a:pt x="3364" y="1118"/>
                  <a:pt x="3374" y="1127"/>
                </a:cubicBezTo>
                <a:cubicBezTo>
                  <a:pt x="3446" y="1170"/>
                  <a:pt x="3448" y="1171"/>
                  <a:pt x="3451" y="1170"/>
                </a:cubicBezTo>
                <a:cubicBezTo>
                  <a:pt x="3483" y="1191"/>
                  <a:pt x="3489" y="1192"/>
                  <a:pt x="3495" y="1195"/>
                </a:cubicBezTo>
                <a:cubicBezTo>
                  <a:pt x="3535" y="1210"/>
                  <a:pt x="3536" y="1218"/>
                  <a:pt x="3540" y="1215"/>
                </a:cubicBezTo>
                <a:cubicBezTo>
                  <a:pt x="3559" y="1230"/>
                  <a:pt x="3565" y="1220"/>
                  <a:pt x="3566" y="1228"/>
                </a:cubicBezTo>
                <a:cubicBezTo>
                  <a:pt x="3619" y="1240"/>
                  <a:pt x="3611" y="1246"/>
                  <a:pt x="3606" y="1241"/>
                </a:cubicBezTo>
                <a:cubicBezTo>
                  <a:pt x="3548" y="1214"/>
                  <a:pt x="3543" y="1208"/>
                  <a:pt x="3536" y="1209"/>
                </a:cubicBezTo>
                <a:cubicBezTo>
                  <a:pt x="3471" y="1175"/>
                  <a:pt x="3461" y="1165"/>
                  <a:pt x="3449" y="1161"/>
                </a:cubicBezTo>
                <a:cubicBezTo>
                  <a:pt x="3408" y="1139"/>
                  <a:pt x="3402" y="1137"/>
                  <a:pt x="3398" y="1130"/>
                </a:cubicBezTo>
                <a:cubicBezTo>
                  <a:pt x="3340" y="1089"/>
                  <a:pt x="3334" y="1084"/>
                  <a:pt x="3327" y="1077"/>
                </a:cubicBezTo>
                <a:cubicBezTo>
                  <a:pt x="3317" y="1064"/>
                  <a:pt x="3323" y="1067"/>
                  <a:pt x="3328" y="1074"/>
                </a:cubicBezTo>
                <a:cubicBezTo>
                  <a:pt x="3358" y="1090"/>
                  <a:pt x="3360" y="1098"/>
                  <a:pt x="3363" y="1098"/>
                </a:cubicBezTo>
                <a:cubicBezTo>
                  <a:pt x="3425" y="1134"/>
                  <a:pt x="3432" y="1139"/>
                  <a:pt x="3438" y="1142"/>
                </a:cubicBezTo>
                <a:cubicBezTo>
                  <a:pt x="3460" y="1158"/>
                  <a:pt x="3463" y="1159"/>
                  <a:pt x="3468" y="1156"/>
                </a:cubicBezTo>
                <a:cubicBezTo>
                  <a:pt x="3511" y="1180"/>
                  <a:pt x="3525" y="1185"/>
                  <a:pt x="3538" y="1192"/>
                </a:cubicBezTo>
                <a:cubicBezTo>
                  <a:pt x="3604" y="1225"/>
                  <a:pt x="3609" y="1234"/>
                  <a:pt x="3616" y="1235"/>
                </a:cubicBezTo>
                <a:cubicBezTo>
                  <a:pt x="3641" y="1254"/>
                  <a:pt x="3647" y="1261"/>
                  <a:pt x="3653" y="1266"/>
                </a:cubicBezTo>
                <a:cubicBezTo>
                  <a:pt x="3677" y="1288"/>
                  <a:pt x="3684" y="1291"/>
                  <a:pt x="3690" y="1296"/>
                </a:cubicBezTo>
                <a:cubicBezTo>
                  <a:pt x="3703" y="1302"/>
                  <a:pt x="3693" y="1298"/>
                  <a:pt x="3684" y="1286"/>
                </a:cubicBezTo>
                <a:cubicBezTo>
                  <a:pt x="3660" y="1267"/>
                  <a:pt x="3659" y="1260"/>
                  <a:pt x="3656" y="1261"/>
                </a:cubicBezTo>
                <a:cubicBezTo>
                  <a:pt x="3619" y="1228"/>
                  <a:pt x="3616" y="1229"/>
                  <a:pt x="3614" y="1225"/>
                </a:cubicBezTo>
                <a:cubicBezTo>
                  <a:pt x="3594" y="1204"/>
                  <a:pt x="3591" y="1205"/>
                  <a:pt x="3589" y="1201"/>
                </a:cubicBezTo>
                <a:cubicBezTo>
                  <a:pt x="3566" y="1181"/>
                  <a:pt x="3564" y="1176"/>
                  <a:pt x="3562" y="1173"/>
                </a:cubicBezTo>
                <a:cubicBezTo>
                  <a:pt x="3525" y="1143"/>
                  <a:pt x="3523" y="1142"/>
                  <a:pt x="3522" y="1141"/>
                </a:cubicBezTo>
                <a:cubicBezTo>
                  <a:pt x="3496" y="1126"/>
                  <a:pt x="3491" y="1125"/>
                  <a:pt x="3488" y="1120"/>
                </a:cubicBezTo>
                <a:cubicBezTo>
                  <a:pt x="3448" y="1095"/>
                  <a:pt x="3439" y="1087"/>
                  <a:pt x="3428" y="1082"/>
                </a:cubicBezTo>
                <a:cubicBezTo>
                  <a:pt x="3403" y="1070"/>
                  <a:pt x="3402" y="1063"/>
                  <a:pt x="3399" y="1064"/>
                </a:cubicBezTo>
                <a:cubicBezTo>
                  <a:pt x="3332" y="1024"/>
                  <a:pt x="3325" y="1028"/>
                  <a:pt x="3322" y="1020"/>
                </a:cubicBezTo>
                <a:cubicBezTo>
                  <a:pt x="3297" y="1005"/>
                  <a:pt x="3295" y="1003"/>
                  <a:pt x="3292" y="1002"/>
                </a:cubicBezTo>
                <a:cubicBezTo>
                  <a:pt x="3260" y="981"/>
                  <a:pt x="3258" y="977"/>
                  <a:pt x="3255" y="976"/>
                </a:cubicBezTo>
                <a:cubicBezTo>
                  <a:pt x="3231" y="953"/>
                  <a:pt x="3229" y="949"/>
                  <a:pt x="3227" y="946"/>
                </a:cubicBezTo>
                <a:cubicBezTo>
                  <a:pt x="3264" y="965"/>
                  <a:pt x="3274" y="976"/>
                  <a:pt x="3286" y="981"/>
                </a:cubicBezTo>
                <a:cubicBezTo>
                  <a:pt x="3328" y="1007"/>
                  <a:pt x="3340" y="1010"/>
                  <a:pt x="3351" y="1014"/>
                </a:cubicBezTo>
                <a:cubicBezTo>
                  <a:pt x="3379" y="1029"/>
                  <a:pt x="3382" y="1034"/>
                  <a:pt x="3385" y="1036"/>
                </a:cubicBezTo>
                <a:cubicBezTo>
                  <a:pt x="3416" y="1052"/>
                  <a:pt x="3425" y="1050"/>
                  <a:pt x="3431" y="1059"/>
                </a:cubicBezTo>
                <a:cubicBezTo>
                  <a:pt x="3502" y="1097"/>
                  <a:pt x="3503" y="1108"/>
                  <a:pt x="3507" y="1106"/>
                </a:cubicBezTo>
                <a:cubicBezTo>
                  <a:pt x="3543" y="1136"/>
                  <a:pt x="3545" y="1138"/>
                  <a:pt x="3548" y="1140"/>
                </a:cubicBezTo>
                <a:cubicBezTo>
                  <a:pt x="3574" y="1156"/>
                  <a:pt x="3573" y="1153"/>
                  <a:pt x="3571" y="1154"/>
                </a:cubicBezTo>
                <a:cubicBezTo>
                  <a:pt x="3558" y="1134"/>
                  <a:pt x="3548" y="1133"/>
                  <a:pt x="3546" y="1130"/>
                </a:cubicBezTo>
                <a:cubicBezTo>
                  <a:pt x="3518" y="1109"/>
                  <a:pt x="3511" y="1099"/>
                  <a:pt x="3503" y="1094"/>
                </a:cubicBezTo>
                <a:cubicBezTo>
                  <a:pt x="3453" y="1053"/>
                  <a:pt x="3451" y="1043"/>
                  <a:pt x="3445" y="1045"/>
                </a:cubicBezTo>
                <a:cubicBezTo>
                  <a:pt x="3417" y="1024"/>
                  <a:pt x="3413" y="1021"/>
                  <a:pt x="3410" y="1016"/>
                </a:cubicBezTo>
                <a:cubicBezTo>
                  <a:pt x="3358" y="980"/>
                  <a:pt x="3354" y="981"/>
                  <a:pt x="3351" y="976"/>
                </a:cubicBezTo>
                <a:cubicBezTo>
                  <a:pt x="3337" y="968"/>
                  <a:pt x="3333" y="968"/>
                  <a:pt x="3329" y="967"/>
                </a:cubicBezTo>
                <a:cubicBezTo>
                  <a:pt x="3294" y="946"/>
                  <a:pt x="3290" y="949"/>
                  <a:pt x="3288" y="941"/>
                </a:cubicBezTo>
                <a:cubicBezTo>
                  <a:pt x="3241" y="919"/>
                  <a:pt x="3237" y="920"/>
                  <a:pt x="3234" y="915"/>
                </a:cubicBezTo>
                <a:cubicBezTo>
                  <a:pt x="3205" y="900"/>
                  <a:pt x="3200" y="898"/>
                  <a:pt x="3195" y="899"/>
                </a:cubicBezTo>
                <a:cubicBezTo>
                  <a:pt x="3175" y="884"/>
                  <a:pt x="3172" y="884"/>
                  <a:pt x="3170" y="883"/>
                </a:cubicBezTo>
                <a:cubicBezTo>
                  <a:pt x="3195" y="875"/>
                  <a:pt x="3199" y="875"/>
                  <a:pt x="3203" y="875"/>
                </a:cubicBezTo>
                <a:cubicBezTo>
                  <a:pt x="3240" y="895"/>
                  <a:pt x="3246" y="887"/>
                  <a:pt x="3249" y="893"/>
                </a:cubicBezTo>
                <a:cubicBezTo>
                  <a:pt x="3288" y="904"/>
                  <a:pt x="3290" y="912"/>
                  <a:pt x="3294" y="910"/>
                </a:cubicBezTo>
                <a:cubicBezTo>
                  <a:pt x="3330" y="928"/>
                  <a:pt x="3331" y="930"/>
                  <a:pt x="3333" y="929"/>
                </a:cubicBezTo>
                <a:cubicBezTo>
                  <a:pt x="3357" y="941"/>
                  <a:pt x="3364" y="949"/>
                  <a:pt x="3372" y="951"/>
                </a:cubicBezTo>
                <a:cubicBezTo>
                  <a:pt x="3408" y="970"/>
                  <a:pt x="3410" y="979"/>
                  <a:pt x="3414" y="981"/>
                </a:cubicBezTo>
                <a:cubicBezTo>
                  <a:pt x="3449" y="1003"/>
                  <a:pt x="3451" y="1013"/>
                  <a:pt x="3456" y="1012"/>
                </a:cubicBezTo>
                <a:cubicBezTo>
                  <a:pt x="3489" y="1044"/>
                  <a:pt x="3492" y="1048"/>
                  <a:pt x="3497" y="1049"/>
                </a:cubicBezTo>
                <a:cubicBezTo>
                  <a:pt x="3401" y="963"/>
                  <a:pt x="3396" y="957"/>
                  <a:pt x="3390" y="954"/>
                </a:cubicBezTo>
                <a:cubicBezTo>
                  <a:pt x="3354" y="936"/>
                  <a:pt x="3353" y="929"/>
                  <a:pt x="3350" y="930"/>
                </a:cubicBezTo>
                <a:cubicBezTo>
                  <a:pt x="3324" y="912"/>
                  <a:pt x="3322" y="914"/>
                  <a:pt x="3321" y="914"/>
                </a:cubicBezTo>
                <a:cubicBezTo>
                  <a:pt x="3289" y="894"/>
                  <a:pt x="3285" y="896"/>
                  <a:pt x="3283" y="895"/>
                </a:cubicBezTo>
                <a:cubicBezTo>
                  <a:pt x="3251" y="882"/>
                  <a:pt x="3244" y="883"/>
                  <a:pt x="3238" y="879"/>
                </a:cubicBezTo>
                <a:cubicBezTo>
                  <a:pt x="3163" y="843"/>
                  <a:pt x="3156" y="848"/>
                  <a:pt x="3152" y="844"/>
                </a:cubicBezTo>
                <a:cubicBezTo>
                  <a:pt x="3129" y="824"/>
                  <a:pt x="3133" y="823"/>
                  <a:pt x="3136" y="829"/>
                </a:cubicBezTo>
                <a:cubicBezTo>
                  <a:pt x="3171" y="839"/>
                  <a:pt x="3173" y="840"/>
                  <a:pt x="3174" y="842"/>
                </a:cubicBezTo>
                <a:cubicBezTo>
                  <a:pt x="3201" y="845"/>
                  <a:pt x="3208" y="851"/>
                  <a:pt x="3217" y="851"/>
                </a:cubicBezTo>
                <a:cubicBezTo>
                  <a:pt x="3244" y="863"/>
                  <a:pt x="3252" y="861"/>
                  <a:pt x="3258" y="865"/>
                </a:cubicBezTo>
                <a:cubicBezTo>
                  <a:pt x="3312" y="888"/>
                  <a:pt x="3315" y="890"/>
                  <a:pt x="3319" y="891"/>
                </a:cubicBezTo>
                <a:cubicBezTo>
                  <a:pt x="3360" y="920"/>
                  <a:pt x="3365" y="916"/>
                  <a:pt x="3368" y="920"/>
                </a:cubicBezTo>
                <a:cubicBezTo>
                  <a:pt x="3374" y="912"/>
                  <a:pt x="3365" y="914"/>
                  <a:pt x="3358" y="907"/>
                </a:cubicBezTo>
                <a:cubicBezTo>
                  <a:pt x="3329" y="880"/>
                  <a:pt x="3319" y="883"/>
                  <a:pt x="3314" y="872"/>
                </a:cubicBezTo>
                <a:cubicBezTo>
                  <a:pt x="3285" y="856"/>
                  <a:pt x="3281" y="852"/>
                  <a:pt x="3276" y="850"/>
                </a:cubicBezTo>
                <a:cubicBezTo>
                  <a:pt x="3245" y="827"/>
                  <a:pt x="3239" y="825"/>
                  <a:pt x="3235" y="816"/>
                </a:cubicBezTo>
                <a:cubicBezTo>
                  <a:pt x="3182" y="776"/>
                  <a:pt x="3171" y="775"/>
                  <a:pt x="3161" y="768"/>
                </a:cubicBezTo>
                <a:cubicBezTo>
                  <a:pt x="3121" y="750"/>
                  <a:pt x="3110" y="747"/>
                  <a:pt x="3101" y="739"/>
                </a:cubicBezTo>
                <a:cubicBezTo>
                  <a:pt x="3052" y="714"/>
                  <a:pt x="3044" y="719"/>
                  <a:pt x="3040" y="714"/>
                </a:cubicBezTo>
                <a:cubicBezTo>
                  <a:pt x="3003" y="699"/>
                  <a:pt x="2998" y="697"/>
                  <a:pt x="2993" y="694"/>
                </a:cubicBezTo>
                <a:cubicBezTo>
                  <a:pt x="3002" y="688"/>
                  <a:pt x="3024" y="683"/>
                  <a:pt x="3048" y="671"/>
                </a:cubicBezTo>
                <a:cubicBezTo>
                  <a:pt x="3075" y="669"/>
                  <a:pt x="3083" y="661"/>
                  <a:pt x="3080" y="655"/>
                </a:cubicBezTo>
                <a:cubicBezTo>
                  <a:pt x="3030" y="667"/>
                  <a:pt x="3022" y="671"/>
                  <a:pt x="3014" y="674"/>
                </a:cubicBezTo>
                <a:cubicBezTo>
                  <a:pt x="3024" y="659"/>
                  <a:pt x="3033" y="668"/>
                  <a:pt x="3036" y="659"/>
                </a:cubicBezTo>
                <a:cubicBezTo>
                  <a:pt x="2993" y="660"/>
                  <a:pt x="2986" y="663"/>
                  <a:pt x="2980" y="666"/>
                </a:cubicBezTo>
                <a:cubicBezTo>
                  <a:pt x="2939" y="653"/>
                  <a:pt x="2932" y="657"/>
                  <a:pt x="2928" y="652"/>
                </a:cubicBezTo>
                <a:cubicBezTo>
                  <a:pt x="2898" y="634"/>
                  <a:pt x="2890" y="634"/>
                  <a:pt x="2883" y="626"/>
                </a:cubicBezTo>
                <a:cubicBezTo>
                  <a:pt x="2861" y="631"/>
                  <a:pt x="2869" y="634"/>
                  <a:pt x="2873" y="637"/>
                </a:cubicBezTo>
                <a:cubicBezTo>
                  <a:pt x="2898" y="653"/>
                  <a:pt x="2909" y="660"/>
                  <a:pt x="2918" y="668"/>
                </a:cubicBezTo>
                <a:cubicBezTo>
                  <a:pt x="2928" y="687"/>
                  <a:pt x="2934" y="689"/>
                  <a:pt x="2939" y="695"/>
                </a:cubicBezTo>
                <a:cubicBezTo>
                  <a:pt x="2944" y="721"/>
                  <a:pt x="2952" y="728"/>
                  <a:pt x="2948" y="731"/>
                </a:cubicBezTo>
                <a:cubicBezTo>
                  <a:pt x="2950" y="798"/>
                  <a:pt x="2944" y="807"/>
                  <a:pt x="2940" y="817"/>
                </a:cubicBezTo>
                <a:cubicBezTo>
                  <a:pt x="2938" y="837"/>
                  <a:pt x="2940" y="824"/>
                  <a:pt x="2950" y="820"/>
                </a:cubicBezTo>
                <a:cubicBezTo>
                  <a:pt x="2961" y="789"/>
                  <a:pt x="2962" y="779"/>
                  <a:pt x="2965" y="784"/>
                </a:cubicBezTo>
                <a:cubicBezTo>
                  <a:pt x="2967" y="814"/>
                  <a:pt x="2969" y="828"/>
                  <a:pt x="2968" y="842"/>
                </a:cubicBezTo>
                <a:cubicBezTo>
                  <a:pt x="2974" y="934"/>
                  <a:pt x="2982" y="943"/>
                  <a:pt x="2978" y="949"/>
                </a:cubicBezTo>
                <a:cubicBezTo>
                  <a:pt x="2990" y="987"/>
                  <a:pt x="2993" y="1001"/>
                  <a:pt x="2999" y="1016"/>
                </a:cubicBezTo>
                <a:cubicBezTo>
                  <a:pt x="3032" y="1065"/>
                  <a:pt x="3034" y="1074"/>
                  <a:pt x="3041" y="1085"/>
                </a:cubicBezTo>
                <a:cubicBezTo>
                  <a:pt x="3045" y="1117"/>
                  <a:pt x="3048" y="1125"/>
                  <a:pt x="3047" y="1133"/>
                </a:cubicBezTo>
                <a:cubicBezTo>
                  <a:pt x="3052" y="1173"/>
                  <a:pt x="3059" y="1185"/>
                  <a:pt x="3062" y="1183"/>
                </a:cubicBezTo>
                <a:cubicBezTo>
                  <a:pt x="3055" y="1114"/>
                  <a:pt x="3058" y="1119"/>
                  <a:pt x="3061" y="1120"/>
                </a:cubicBezTo>
                <a:cubicBezTo>
                  <a:pt x="3064" y="1132"/>
                  <a:pt x="3070" y="1142"/>
                  <a:pt x="3064" y="1148"/>
                </a:cubicBezTo>
                <a:cubicBezTo>
                  <a:pt x="3067" y="1182"/>
                  <a:pt x="3066" y="1190"/>
                  <a:pt x="3065" y="1197"/>
                </a:cubicBezTo>
                <a:cubicBezTo>
                  <a:pt x="3076" y="1282"/>
                  <a:pt x="3077" y="1290"/>
                  <a:pt x="3079" y="1299"/>
                </a:cubicBezTo>
                <a:cubicBezTo>
                  <a:pt x="3087" y="1310"/>
                  <a:pt x="3085" y="1298"/>
                  <a:pt x="3082" y="1286"/>
                </a:cubicBezTo>
                <a:cubicBezTo>
                  <a:pt x="3078" y="1227"/>
                  <a:pt x="3069" y="1205"/>
                  <a:pt x="3075" y="1186"/>
                </a:cubicBezTo>
                <a:cubicBezTo>
                  <a:pt x="3073" y="1135"/>
                  <a:pt x="3072" y="1130"/>
                  <a:pt x="3076" y="1125"/>
                </a:cubicBezTo>
                <a:cubicBezTo>
                  <a:pt x="3075" y="1028"/>
                  <a:pt x="3067" y="1020"/>
                  <a:pt x="3071" y="1016"/>
                </a:cubicBezTo>
                <a:cubicBezTo>
                  <a:pt x="3067" y="980"/>
                  <a:pt x="3066" y="975"/>
                  <a:pt x="3063" y="969"/>
                </a:cubicBezTo>
                <a:cubicBezTo>
                  <a:pt x="3057" y="926"/>
                  <a:pt x="3056" y="916"/>
                  <a:pt x="3054" y="905"/>
                </a:cubicBezTo>
                <a:cubicBezTo>
                  <a:pt x="3049" y="868"/>
                  <a:pt x="3041" y="861"/>
                  <a:pt x="3046" y="858"/>
                </a:cubicBezTo>
                <a:cubicBezTo>
                  <a:pt x="3031" y="797"/>
                  <a:pt x="3030" y="786"/>
                  <a:pt x="3022" y="773"/>
                </a:cubicBezTo>
                <a:cubicBezTo>
                  <a:pt x="3014" y="747"/>
                  <a:pt x="3011" y="747"/>
                  <a:pt x="3016" y="744"/>
                </a:cubicBezTo>
                <a:cubicBezTo>
                  <a:pt x="3050" y="839"/>
                  <a:pt x="3059" y="847"/>
                  <a:pt x="3056" y="852"/>
                </a:cubicBezTo>
                <a:cubicBezTo>
                  <a:pt x="3070" y="887"/>
                  <a:pt x="3065" y="889"/>
                  <a:pt x="3069" y="894"/>
                </a:cubicBezTo>
                <a:cubicBezTo>
                  <a:pt x="3084" y="974"/>
                  <a:pt x="3084" y="987"/>
                  <a:pt x="3087" y="1001"/>
                </a:cubicBezTo>
                <a:cubicBezTo>
                  <a:pt x="3086" y="1036"/>
                  <a:pt x="3093" y="1041"/>
                  <a:pt x="3089" y="1044"/>
                </a:cubicBezTo>
                <a:cubicBezTo>
                  <a:pt x="3093" y="1109"/>
                  <a:pt x="3094" y="1113"/>
                  <a:pt x="3092" y="1116"/>
                </a:cubicBezTo>
                <a:cubicBezTo>
                  <a:pt x="3094" y="1174"/>
                  <a:pt x="3095" y="1181"/>
                  <a:pt x="3095" y="1188"/>
                </a:cubicBezTo>
                <a:cubicBezTo>
                  <a:pt x="3102" y="1188"/>
                  <a:pt x="3095" y="1183"/>
                  <a:pt x="3099" y="1180"/>
                </a:cubicBezTo>
                <a:cubicBezTo>
                  <a:pt x="3098" y="1147"/>
                  <a:pt x="3098" y="1144"/>
                  <a:pt x="3101" y="1141"/>
                </a:cubicBezTo>
                <a:cubicBezTo>
                  <a:pt x="3103" y="1088"/>
                  <a:pt x="3096" y="1082"/>
                  <a:pt x="3099" y="1079"/>
                </a:cubicBezTo>
                <a:cubicBezTo>
                  <a:pt x="3102" y="1056"/>
                  <a:pt x="3097" y="1051"/>
                  <a:pt x="3103" y="1049"/>
                </a:cubicBezTo>
                <a:cubicBezTo>
                  <a:pt x="3108" y="1090"/>
                  <a:pt x="3111" y="1096"/>
                  <a:pt x="3108" y="1101"/>
                </a:cubicBezTo>
                <a:cubicBezTo>
                  <a:pt x="3109" y="1140"/>
                  <a:pt x="3116" y="1148"/>
                  <a:pt x="3110" y="1152"/>
                </a:cubicBezTo>
                <a:cubicBezTo>
                  <a:pt x="3112" y="1193"/>
                  <a:pt x="3113" y="1198"/>
                  <a:pt x="3112" y="1203"/>
                </a:cubicBezTo>
                <a:cubicBezTo>
                  <a:pt x="3115" y="1245"/>
                  <a:pt x="3109" y="1249"/>
                  <a:pt x="3112" y="1255"/>
                </a:cubicBezTo>
                <a:cubicBezTo>
                  <a:pt x="3109" y="1311"/>
                  <a:pt x="3117" y="1319"/>
                  <a:pt x="3115" y="1324"/>
                </a:cubicBezTo>
                <a:cubicBezTo>
                  <a:pt x="3117" y="1370"/>
                  <a:pt x="3120" y="1383"/>
                  <a:pt x="3117" y="1394"/>
                </a:cubicBezTo>
                <a:cubicBezTo>
                  <a:pt x="3127" y="1414"/>
                  <a:pt x="3128" y="1401"/>
                  <a:pt x="3121" y="1387"/>
                </a:cubicBezTo>
                <a:cubicBezTo>
                  <a:pt x="3122" y="1355"/>
                  <a:pt x="3121" y="1352"/>
                  <a:pt x="3124" y="1349"/>
                </a:cubicBezTo>
                <a:cubicBezTo>
                  <a:pt x="3129" y="1294"/>
                  <a:pt x="3130" y="1292"/>
                  <a:pt x="3132" y="1290"/>
                </a:cubicBezTo>
                <a:cubicBezTo>
                  <a:pt x="3132" y="1271"/>
                  <a:pt x="3133" y="1275"/>
                  <a:pt x="3136" y="1274"/>
                </a:cubicBezTo>
                <a:cubicBezTo>
                  <a:pt x="3145" y="1244"/>
                  <a:pt x="3144" y="1234"/>
                  <a:pt x="3149" y="1226"/>
                </a:cubicBezTo>
                <a:cubicBezTo>
                  <a:pt x="3150" y="1183"/>
                  <a:pt x="3156" y="1181"/>
                  <a:pt x="3152" y="1178"/>
                </a:cubicBezTo>
                <a:cubicBezTo>
                  <a:pt x="3155" y="1141"/>
                  <a:pt x="3153" y="1134"/>
                  <a:pt x="3157" y="1128"/>
                </a:cubicBezTo>
                <a:cubicBezTo>
                  <a:pt x="3158" y="1062"/>
                  <a:pt x="3159" y="1055"/>
                  <a:pt x="3157" y="1049"/>
                </a:cubicBezTo>
                <a:cubicBezTo>
                  <a:pt x="3160" y="982"/>
                  <a:pt x="3153" y="974"/>
                  <a:pt x="3155" y="968"/>
                </a:cubicBezTo>
                <a:cubicBezTo>
                  <a:pt x="3145" y="922"/>
                  <a:pt x="3151" y="920"/>
                  <a:pt x="3150" y="916"/>
                </a:cubicBezTo>
                <a:cubicBezTo>
                  <a:pt x="3147" y="883"/>
                  <a:pt x="3153" y="880"/>
                  <a:pt x="3156" y="888"/>
                </a:cubicBezTo>
                <a:cubicBezTo>
                  <a:pt x="3165" y="928"/>
                  <a:pt x="3166" y="926"/>
                  <a:pt x="3169" y="935"/>
                </a:cubicBezTo>
                <a:cubicBezTo>
                  <a:pt x="3187" y="1039"/>
                  <a:pt x="3186" y="1046"/>
                  <a:pt x="3189" y="1055"/>
                </a:cubicBezTo>
                <a:cubicBezTo>
                  <a:pt x="3185" y="1114"/>
                  <a:pt x="3188" y="1123"/>
                  <a:pt x="3185" y="1131"/>
                </a:cubicBezTo>
                <a:cubicBezTo>
                  <a:pt x="3179" y="1213"/>
                  <a:pt x="3173" y="1220"/>
                  <a:pt x="3176" y="1229"/>
                </a:cubicBezTo>
                <a:cubicBezTo>
                  <a:pt x="3163" y="1280"/>
                  <a:pt x="3160" y="1284"/>
                  <a:pt x="3163" y="1289"/>
                </a:cubicBezTo>
                <a:cubicBezTo>
                  <a:pt x="3153" y="1341"/>
                  <a:pt x="3148" y="1356"/>
                  <a:pt x="3149" y="1373"/>
                </a:cubicBezTo>
                <a:cubicBezTo>
                  <a:pt x="3151" y="1417"/>
                  <a:pt x="3144" y="1420"/>
                  <a:pt x="3149" y="1425"/>
                </a:cubicBezTo>
                <a:cubicBezTo>
                  <a:pt x="3155" y="1378"/>
                  <a:pt x="3156" y="1367"/>
                  <a:pt x="3154" y="1354"/>
                </a:cubicBezTo>
                <a:cubicBezTo>
                  <a:pt x="3165" y="1316"/>
                  <a:pt x="3166" y="1311"/>
                  <a:pt x="3167" y="1305"/>
                </a:cubicBezTo>
                <a:cubicBezTo>
                  <a:pt x="3176" y="1270"/>
                  <a:pt x="3175" y="1267"/>
                  <a:pt x="3177" y="1264"/>
                </a:cubicBezTo>
                <a:cubicBezTo>
                  <a:pt x="3187" y="1210"/>
                  <a:pt x="3189" y="1199"/>
                  <a:pt x="3191" y="1188"/>
                </a:cubicBezTo>
                <a:cubicBezTo>
                  <a:pt x="3195" y="1149"/>
                  <a:pt x="3193" y="1142"/>
                  <a:pt x="3194" y="1137"/>
                </a:cubicBezTo>
                <a:cubicBezTo>
                  <a:pt x="3196" y="1100"/>
                  <a:pt x="3196" y="1097"/>
                  <a:pt x="3197" y="1094"/>
                </a:cubicBezTo>
                <a:cubicBezTo>
                  <a:pt x="3195" y="1071"/>
                  <a:pt x="3197" y="1069"/>
                  <a:pt x="3195" y="1066"/>
                </a:cubicBezTo>
                <a:cubicBezTo>
                  <a:pt x="3196" y="1014"/>
                  <a:pt x="3190" y="1009"/>
                  <a:pt x="3193" y="1006"/>
                </a:cubicBezTo>
                <a:cubicBezTo>
                  <a:pt x="3187" y="970"/>
                  <a:pt x="3186" y="957"/>
                  <a:pt x="3181" y="942"/>
                </a:cubicBezTo>
                <a:cubicBezTo>
                  <a:pt x="3172" y="905"/>
                  <a:pt x="3165" y="899"/>
                  <a:pt x="3169" y="897"/>
                </a:cubicBezTo>
                <a:cubicBezTo>
                  <a:pt x="3193" y="936"/>
                  <a:pt x="3197" y="938"/>
                  <a:pt x="3200" y="945"/>
                </a:cubicBezTo>
                <a:cubicBezTo>
                  <a:pt x="3205" y="988"/>
                  <a:pt x="3213" y="1001"/>
                  <a:pt x="3210" y="1011"/>
                </a:cubicBezTo>
                <a:cubicBezTo>
                  <a:pt x="3216" y="1080"/>
                  <a:pt x="3212" y="1084"/>
                  <a:pt x="3217" y="1091"/>
                </a:cubicBezTo>
                <a:cubicBezTo>
                  <a:pt x="3214" y="1126"/>
                  <a:pt x="3219" y="1133"/>
                  <a:pt x="3217" y="1138"/>
                </a:cubicBezTo>
                <a:cubicBezTo>
                  <a:pt x="3206" y="1258"/>
                  <a:pt x="3194" y="1263"/>
                  <a:pt x="3198" y="1272"/>
                </a:cubicBezTo>
                <a:cubicBezTo>
                  <a:pt x="3179" y="1351"/>
                  <a:pt x="3173" y="1358"/>
                  <a:pt x="3172" y="1366"/>
                </a:cubicBezTo>
                <a:cubicBezTo>
                  <a:pt x="3163" y="1392"/>
                  <a:pt x="3160" y="1394"/>
                  <a:pt x="3160" y="1397"/>
                </a:cubicBezTo>
                <a:cubicBezTo>
                  <a:pt x="3154" y="1428"/>
                  <a:pt x="3159" y="1432"/>
                  <a:pt x="3153" y="1434"/>
                </a:cubicBezTo>
                <a:cubicBezTo>
                  <a:pt x="3150" y="1467"/>
                  <a:pt x="3150" y="1472"/>
                  <a:pt x="3147" y="1475"/>
                </a:cubicBezTo>
                <a:cubicBezTo>
                  <a:pt x="3151" y="1507"/>
                  <a:pt x="3154" y="1515"/>
                  <a:pt x="3160" y="1512"/>
                </a:cubicBezTo>
                <a:cubicBezTo>
                  <a:pt x="3159" y="1447"/>
                  <a:pt x="3165" y="1441"/>
                  <a:pt x="3164" y="1433"/>
                </a:cubicBezTo>
                <a:cubicBezTo>
                  <a:pt x="3173" y="1372"/>
                  <a:pt x="3184" y="1371"/>
                  <a:pt x="3180" y="1366"/>
                </a:cubicBezTo>
                <a:cubicBezTo>
                  <a:pt x="3201" y="1314"/>
                  <a:pt x="3194" y="1304"/>
                  <a:pt x="3201" y="1297"/>
                </a:cubicBezTo>
                <a:cubicBezTo>
                  <a:pt x="3225" y="1182"/>
                  <a:pt x="3222" y="1176"/>
                  <a:pt x="3225" y="1171"/>
                </a:cubicBezTo>
                <a:cubicBezTo>
                  <a:pt x="3228" y="1123"/>
                  <a:pt x="3230" y="1121"/>
                  <a:pt x="3227" y="1118"/>
                </a:cubicBezTo>
                <a:cubicBezTo>
                  <a:pt x="3225" y="1065"/>
                  <a:pt x="3224" y="1055"/>
                  <a:pt x="3223" y="1044"/>
                </a:cubicBezTo>
                <a:cubicBezTo>
                  <a:pt x="3215" y="989"/>
                  <a:pt x="3220" y="986"/>
                  <a:pt x="3216" y="979"/>
                </a:cubicBezTo>
                <a:cubicBezTo>
                  <a:pt x="3216" y="948"/>
                  <a:pt x="3217" y="958"/>
                  <a:pt x="3221" y="955"/>
                </a:cubicBezTo>
                <a:cubicBezTo>
                  <a:pt x="3228" y="1001"/>
                  <a:pt x="3229" y="1009"/>
                  <a:pt x="3230" y="1018"/>
                </a:cubicBezTo>
                <a:cubicBezTo>
                  <a:pt x="3236" y="1076"/>
                  <a:pt x="3243" y="1086"/>
                  <a:pt x="3241" y="1094"/>
                </a:cubicBezTo>
                <a:cubicBezTo>
                  <a:pt x="3239" y="1134"/>
                  <a:pt x="3241" y="1139"/>
                  <a:pt x="3245" y="1144"/>
                </a:cubicBezTo>
                <a:cubicBezTo>
                  <a:pt x="3236" y="1237"/>
                  <a:pt x="3231" y="1250"/>
                  <a:pt x="3231" y="1264"/>
                </a:cubicBezTo>
                <a:cubicBezTo>
                  <a:pt x="3225" y="1290"/>
                  <a:pt x="3224" y="1296"/>
                  <a:pt x="3220" y="1302"/>
                </a:cubicBezTo>
                <a:cubicBezTo>
                  <a:pt x="3214" y="1328"/>
                  <a:pt x="3216" y="1336"/>
                  <a:pt x="3213" y="1342"/>
                </a:cubicBezTo>
                <a:cubicBezTo>
                  <a:pt x="3207" y="1365"/>
                  <a:pt x="3199" y="1366"/>
                  <a:pt x="3202" y="1370"/>
                </a:cubicBezTo>
                <a:cubicBezTo>
                  <a:pt x="3194" y="1393"/>
                  <a:pt x="3193" y="1396"/>
                  <a:pt x="3191" y="1399"/>
                </a:cubicBezTo>
                <a:cubicBezTo>
                  <a:pt x="3182" y="1431"/>
                  <a:pt x="3186" y="1436"/>
                  <a:pt x="3180" y="1438"/>
                </a:cubicBezTo>
                <a:cubicBezTo>
                  <a:pt x="3184" y="1446"/>
                  <a:pt x="3192" y="1438"/>
                  <a:pt x="3188" y="1427"/>
                </a:cubicBezTo>
                <a:cubicBezTo>
                  <a:pt x="3201" y="1389"/>
                  <a:pt x="3204" y="1380"/>
                  <a:pt x="3210" y="1371"/>
                </a:cubicBezTo>
                <a:cubicBezTo>
                  <a:pt x="3234" y="1306"/>
                  <a:pt x="3232" y="1295"/>
                  <a:pt x="3235" y="1286"/>
                </a:cubicBezTo>
                <a:cubicBezTo>
                  <a:pt x="3246" y="1236"/>
                  <a:pt x="3245" y="1231"/>
                  <a:pt x="3245" y="1226"/>
                </a:cubicBezTo>
                <a:cubicBezTo>
                  <a:pt x="3252" y="1156"/>
                  <a:pt x="3254" y="1146"/>
                  <a:pt x="3251" y="1135"/>
                </a:cubicBezTo>
                <a:cubicBezTo>
                  <a:pt x="3253" y="1084"/>
                  <a:pt x="3246" y="1062"/>
                  <a:pt x="3243" y="1041"/>
                </a:cubicBezTo>
                <a:cubicBezTo>
                  <a:pt x="3240" y="998"/>
                  <a:pt x="3234" y="986"/>
                  <a:pt x="3236" y="976"/>
                </a:cubicBezTo>
                <a:cubicBezTo>
                  <a:pt x="3253" y="1016"/>
                  <a:pt x="3250" y="1025"/>
                  <a:pt x="3251" y="1036"/>
                </a:cubicBezTo>
                <a:cubicBezTo>
                  <a:pt x="3259" y="1058"/>
                  <a:pt x="3260" y="1059"/>
                  <a:pt x="3260" y="1061"/>
                </a:cubicBezTo>
                <a:cubicBezTo>
                  <a:pt x="3265" y="1094"/>
                  <a:pt x="3262" y="1098"/>
                  <a:pt x="3263" y="1103"/>
                </a:cubicBezTo>
                <a:cubicBezTo>
                  <a:pt x="3267" y="1125"/>
                  <a:pt x="3264" y="1130"/>
                  <a:pt x="3264" y="1135"/>
                </a:cubicBezTo>
                <a:cubicBezTo>
                  <a:pt x="3265" y="1184"/>
                  <a:pt x="3263" y="1186"/>
                  <a:pt x="3262" y="1188"/>
                </a:cubicBezTo>
                <a:cubicBezTo>
                  <a:pt x="3264" y="1224"/>
                  <a:pt x="3258" y="1233"/>
                  <a:pt x="3261" y="1244"/>
                </a:cubicBezTo>
                <a:cubicBezTo>
                  <a:pt x="3258" y="1295"/>
                  <a:pt x="3252" y="1299"/>
                  <a:pt x="3248" y="1303"/>
                </a:cubicBezTo>
                <a:cubicBezTo>
                  <a:pt x="3248" y="1327"/>
                  <a:pt x="3244" y="1332"/>
                  <a:pt x="3247" y="1339"/>
                </a:cubicBezTo>
                <a:cubicBezTo>
                  <a:pt x="3235" y="1378"/>
                  <a:pt x="3233" y="1384"/>
                  <a:pt x="3235" y="1390"/>
                </a:cubicBezTo>
                <a:cubicBezTo>
                  <a:pt x="3220" y="1427"/>
                  <a:pt x="3219" y="1429"/>
                  <a:pt x="3218" y="1432"/>
                </a:cubicBezTo>
                <a:cubicBezTo>
                  <a:pt x="3202" y="1481"/>
                  <a:pt x="3197" y="1486"/>
                  <a:pt x="3198" y="1493"/>
                </a:cubicBezTo>
                <a:cubicBezTo>
                  <a:pt x="3188" y="1549"/>
                  <a:pt x="3188" y="1552"/>
                  <a:pt x="3190" y="1555"/>
                </a:cubicBezTo>
                <a:cubicBezTo>
                  <a:pt x="3191" y="1578"/>
                  <a:pt x="3185" y="1580"/>
                  <a:pt x="3187" y="1584"/>
                </a:cubicBezTo>
                <a:cubicBezTo>
                  <a:pt x="3198" y="1539"/>
                  <a:pt x="3196" y="1531"/>
                  <a:pt x="3200" y="1525"/>
                </a:cubicBezTo>
                <a:cubicBezTo>
                  <a:pt x="3215" y="1451"/>
                  <a:pt x="3233" y="1424"/>
                  <a:pt x="3240" y="1395"/>
                </a:cubicBezTo>
                <a:cubicBezTo>
                  <a:pt x="3242" y="1369"/>
                  <a:pt x="3253" y="1367"/>
                  <a:pt x="3249" y="1362"/>
                </a:cubicBezTo>
                <a:cubicBezTo>
                  <a:pt x="3258" y="1328"/>
                  <a:pt x="3257" y="1326"/>
                  <a:pt x="3258" y="1325"/>
                </a:cubicBezTo>
                <a:cubicBezTo>
                  <a:pt x="3263" y="1299"/>
                  <a:pt x="3264" y="1292"/>
                  <a:pt x="3265" y="1285"/>
                </a:cubicBezTo>
                <a:cubicBezTo>
                  <a:pt x="3273" y="1232"/>
                  <a:pt x="3267" y="1222"/>
                  <a:pt x="3275" y="1216"/>
                </a:cubicBezTo>
                <a:cubicBezTo>
                  <a:pt x="3273" y="1181"/>
                  <a:pt x="3272" y="1177"/>
                  <a:pt x="3275" y="1173"/>
                </a:cubicBezTo>
                <a:cubicBezTo>
                  <a:pt x="3271" y="1142"/>
                  <a:pt x="3276" y="1139"/>
                  <a:pt x="3275" y="1135"/>
                </a:cubicBezTo>
                <a:cubicBezTo>
                  <a:pt x="3275" y="1115"/>
                  <a:pt x="3277" y="1113"/>
                  <a:pt x="3275" y="1110"/>
                </a:cubicBezTo>
                <a:cubicBezTo>
                  <a:pt x="3266" y="1042"/>
                  <a:pt x="3265" y="1039"/>
                  <a:pt x="3265" y="1036"/>
                </a:cubicBezTo>
                <a:cubicBezTo>
                  <a:pt x="3265" y="1022"/>
                  <a:pt x="3274" y="1018"/>
                  <a:pt x="3279" y="1031"/>
                </a:cubicBezTo>
                <a:cubicBezTo>
                  <a:pt x="3283" y="1112"/>
                  <a:pt x="3292" y="1110"/>
                  <a:pt x="3289" y="1116"/>
                </a:cubicBezTo>
                <a:cubicBezTo>
                  <a:pt x="3295" y="1149"/>
                  <a:pt x="3288" y="1153"/>
                  <a:pt x="3292" y="1160"/>
                </a:cubicBezTo>
                <a:cubicBezTo>
                  <a:pt x="3290" y="1231"/>
                  <a:pt x="3294" y="1237"/>
                  <a:pt x="3293" y="1242"/>
                </a:cubicBezTo>
                <a:cubicBezTo>
                  <a:pt x="3292" y="1281"/>
                  <a:pt x="3291" y="1286"/>
                  <a:pt x="3288" y="1291"/>
                </a:cubicBezTo>
                <a:cubicBezTo>
                  <a:pt x="3287" y="1318"/>
                  <a:pt x="3281" y="1319"/>
                  <a:pt x="3284" y="1323"/>
                </a:cubicBezTo>
                <a:cubicBezTo>
                  <a:pt x="3273" y="1372"/>
                  <a:pt x="3269" y="1374"/>
                  <a:pt x="3268" y="1376"/>
                </a:cubicBezTo>
                <a:cubicBezTo>
                  <a:pt x="3258" y="1401"/>
                  <a:pt x="3267" y="1409"/>
                  <a:pt x="3258" y="1412"/>
                </a:cubicBezTo>
                <a:cubicBezTo>
                  <a:pt x="3246" y="1448"/>
                  <a:pt x="3240" y="1456"/>
                  <a:pt x="3240" y="1466"/>
                </a:cubicBezTo>
                <a:cubicBezTo>
                  <a:pt x="3232" y="1498"/>
                  <a:pt x="3226" y="1501"/>
                  <a:pt x="3224" y="1505"/>
                </a:cubicBezTo>
                <a:cubicBezTo>
                  <a:pt x="3214" y="1537"/>
                  <a:pt x="3214" y="1542"/>
                  <a:pt x="3213" y="1547"/>
                </a:cubicBezTo>
                <a:cubicBezTo>
                  <a:pt x="3210" y="1570"/>
                  <a:pt x="3207" y="1572"/>
                  <a:pt x="3207" y="1575"/>
                </a:cubicBezTo>
                <a:cubicBezTo>
                  <a:pt x="3206" y="1587"/>
                  <a:pt x="3213" y="1574"/>
                  <a:pt x="3217" y="1559"/>
                </a:cubicBezTo>
                <a:cubicBezTo>
                  <a:pt x="3226" y="1523"/>
                  <a:pt x="3228" y="1522"/>
                  <a:pt x="3227" y="1520"/>
                </a:cubicBezTo>
                <a:cubicBezTo>
                  <a:pt x="3236" y="1499"/>
                  <a:pt x="3235" y="1495"/>
                  <a:pt x="3238" y="1492"/>
                </a:cubicBezTo>
                <a:cubicBezTo>
                  <a:pt x="3249" y="1462"/>
                  <a:pt x="3251" y="1454"/>
                  <a:pt x="3254" y="1447"/>
                </a:cubicBezTo>
                <a:cubicBezTo>
                  <a:pt x="3266" y="1434"/>
                  <a:pt x="3259" y="1428"/>
                  <a:pt x="3267" y="1426"/>
                </a:cubicBezTo>
                <a:cubicBezTo>
                  <a:pt x="3291" y="1328"/>
                  <a:pt x="3293" y="1319"/>
                  <a:pt x="3295" y="1309"/>
                </a:cubicBezTo>
                <a:cubicBezTo>
                  <a:pt x="3295" y="1272"/>
                  <a:pt x="3304" y="1270"/>
                  <a:pt x="3299" y="1263"/>
                </a:cubicBezTo>
                <a:cubicBezTo>
                  <a:pt x="3300" y="1227"/>
                  <a:pt x="3303" y="1222"/>
                  <a:pt x="3300" y="1216"/>
                </a:cubicBezTo>
                <a:cubicBezTo>
                  <a:pt x="3306" y="1096"/>
                  <a:pt x="3289" y="1092"/>
                  <a:pt x="3296" y="1084"/>
                </a:cubicBezTo>
                <a:cubicBezTo>
                  <a:pt x="3307" y="1085"/>
                  <a:pt x="3304" y="1080"/>
                  <a:pt x="3302" y="1086"/>
                </a:cubicBezTo>
                <a:cubicBezTo>
                  <a:pt x="3316" y="1116"/>
                  <a:pt x="3310" y="1118"/>
                  <a:pt x="3315" y="1123"/>
                </a:cubicBezTo>
                <a:cubicBezTo>
                  <a:pt x="3320" y="1188"/>
                  <a:pt x="3309" y="1192"/>
                  <a:pt x="3315" y="1199"/>
                </a:cubicBezTo>
                <a:cubicBezTo>
                  <a:pt x="3308" y="1229"/>
                  <a:pt x="3313" y="1234"/>
                  <a:pt x="3311" y="1237"/>
                </a:cubicBezTo>
                <a:cubicBezTo>
                  <a:pt x="3302" y="1311"/>
                  <a:pt x="3307" y="1327"/>
                  <a:pt x="3302" y="1340"/>
                </a:cubicBezTo>
                <a:cubicBezTo>
                  <a:pt x="3290" y="1405"/>
                  <a:pt x="3289" y="1408"/>
                  <a:pt x="3288" y="1411"/>
                </a:cubicBezTo>
                <a:cubicBezTo>
                  <a:pt x="3277" y="1471"/>
                  <a:pt x="3275" y="1477"/>
                  <a:pt x="3272" y="1483"/>
                </a:cubicBezTo>
                <a:cubicBezTo>
                  <a:pt x="3265" y="1511"/>
                  <a:pt x="3263" y="1517"/>
                  <a:pt x="3263" y="1524"/>
                </a:cubicBezTo>
                <a:cubicBezTo>
                  <a:pt x="3248" y="1557"/>
                  <a:pt x="3247" y="1560"/>
                  <a:pt x="3250" y="1564"/>
                </a:cubicBezTo>
                <a:cubicBezTo>
                  <a:pt x="3251" y="1572"/>
                  <a:pt x="3252" y="1561"/>
                  <a:pt x="3259" y="1551"/>
                </a:cubicBezTo>
                <a:cubicBezTo>
                  <a:pt x="3271" y="1525"/>
                  <a:pt x="3265" y="1520"/>
                  <a:pt x="3270" y="1518"/>
                </a:cubicBezTo>
                <a:cubicBezTo>
                  <a:pt x="3282" y="1472"/>
                  <a:pt x="3288" y="1462"/>
                  <a:pt x="3291" y="1450"/>
                </a:cubicBezTo>
                <a:cubicBezTo>
                  <a:pt x="3301" y="1403"/>
                  <a:pt x="3302" y="1399"/>
                  <a:pt x="3301" y="1396"/>
                </a:cubicBezTo>
                <a:cubicBezTo>
                  <a:pt x="3305" y="1383"/>
                  <a:pt x="3304" y="1381"/>
                  <a:pt x="3306" y="1379"/>
                </a:cubicBezTo>
                <a:cubicBezTo>
                  <a:pt x="3314" y="1359"/>
                  <a:pt x="3308" y="1354"/>
                  <a:pt x="3311" y="1352"/>
                </a:cubicBezTo>
                <a:cubicBezTo>
                  <a:pt x="3312" y="1308"/>
                  <a:pt x="3320" y="1302"/>
                  <a:pt x="3317" y="1294"/>
                </a:cubicBezTo>
                <a:cubicBezTo>
                  <a:pt x="3325" y="1246"/>
                  <a:pt x="3318" y="1237"/>
                  <a:pt x="3322" y="1231"/>
                </a:cubicBezTo>
                <a:cubicBezTo>
                  <a:pt x="3327" y="1166"/>
                  <a:pt x="3326" y="1162"/>
                  <a:pt x="3324" y="1158"/>
                </a:cubicBezTo>
                <a:cubicBezTo>
                  <a:pt x="3326" y="1124"/>
                  <a:pt x="3320" y="1119"/>
                  <a:pt x="3325" y="1117"/>
                </a:cubicBezTo>
                <a:cubicBezTo>
                  <a:pt x="3331" y="1117"/>
                  <a:pt x="3335" y="1124"/>
                  <a:pt x="3339" y="1131"/>
                </a:cubicBezTo>
                <a:cubicBezTo>
                  <a:pt x="3344" y="1190"/>
                  <a:pt x="3346" y="1195"/>
                  <a:pt x="3344" y="1199"/>
                </a:cubicBezTo>
                <a:cubicBezTo>
                  <a:pt x="3344" y="1229"/>
                  <a:pt x="3347" y="1235"/>
                  <a:pt x="3346" y="1239"/>
                </a:cubicBezTo>
                <a:cubicBezTo>
                  <a:pt x="3345" y="1262"/>
                  <a:pt x="3347" y="1265"/>
                  <a:pt x="3348" y="1268"/>
                </a:cubicBezTo>
                <a:cubicBezTo>
                  <a:pt x="3344" y="1292"/>
                  <a:pt x="3342" y="1299"/>
                  <a:pt x="3340" y="1305"/>
                </a:cubicBezTo>
                <a:cubicBezTo>
                  <a:pt x="3337" y="1369"/>
                  <a:pt x="3330" y="1371"/>
                  <a:pt x="3330" y="1374"/>
                </a:cubicBezTo>
                <a:cubicBezTo>
                  <a:pt x="3325" y="1397"/>
                  <a:pt x="3324" y="1400"/>
                  <a:pt x="3325" y="1404"/>
                </a:cubicBezTo>
                <a:cubicBezTo>
                  <a:pt x="3316" y="1437"/>
                  <a:pt x="3315" y="1438"/>
                  <a:pt x="3314" y="1443"/>
                </a:cubicBezTo>
                <a:cubicBezTo>
                  <a:pt x="3305" y="1465"/>
                  <a:pt x="3312" y="1470"/>
                  <a:pt x="3306" y="1472"/>
                </a:cubicBezTo>
                <a:cubicBezTo>
                  <a:pt x="3300" y="1507"/>
                  <a:pt x="3299" y="1510"/>
                  <a:pt x="3297" y="1513"/>
                </a:cubicBezTo>
                <a:cubicBezTo>
                  <a:pt x="3293" y="1537"/>
                  <a:pt x="3285" y="1538"/>
                  <a:pt x="3290" y="1544"/>
                </a:cubicBezTo>
                <a:cubicBezTo>
                  <a:pt x="3287" y="1572"/>
                  <a:pt x="3276" y="1576"/>
                  <a:pt x="3281" y="1585"/>
                </a:cubicBezTo>
                <a:cubicBezTo>
                  <a:pt x="3277" y="1633"/>
                  <a:pt x="3271" y="1638"/>
                  <a:pt x="3275" y="1646"/>
                </a:cubicBezTo>
                <a:cubicBezTo>
                  <a:pt x="3268" y="1674"/>
                  <a:pt x="3272" y="1682"/>
                  <a:pt x="3268" y="1688"/>
                </a:cubicBezTo>
                <a:cubicBezTo>
                  <a:pt x="3263" y="1723"/>
                  <a:pt x="3269" y="1728"/>
                  <a:pt x="3266" y="1730"/>
                </a:cubicBezTo>
                <a:cubicBezTo>
                  <a:pt x="3271" y="1746"/>
                  <a:pt x="3274" y="1743"/>
                  <a:pt x="3269" y="1737"/>
                </a:cubicBezTo>
                <a:cubicBezTo>
                  <a:pt x="3272" y="1680"/>
                  <a:pt x="3280" y="1672"/>
                  <a:pt x="3278" y="1661"/>
                </a:cubicBezTo>
                <a:cubicBezTo>
                  <a:pt x="3282" y="1626"/>
                  <a:pt x="3284" y="1622"/>
                  <a:pt x="3283" y="1617"/>
                </a:cubicBezTo>
                <a:cubicBezTo>
                  <a:pt x="3289" y="1561"/>
                  <a:pt x="3298" y="1553"/>
                  <a:pt x="3298" y="1543"/>
                </a:cubicBezTo>
                <a:cubicBezTo>
                  <a:pt x="3308" y="1499"/>
                  <a:pt x="3315" y="1485"/>
                  <a:pt x="3316" y="1469"/>
                </a:cubicBezTo>
                <a:cubicBezTo>
                  <a:pt x="3325" y="1431"/>
                  <a:pt x="3330" y="1428"/>
                  <a:pt x="3331" y="1425"/>
                </a:cubicBezTo>
                <a:cubicBezTo>
                  <a:pt x="3340" y="1376"/>
                  <a:pt x="3345" y="1373"/>
                  <a:pt x="3343" y="1369"/>
                </a:cubicBezTo>
                <a:cubicBezTo>
                  <a:pt x="3349" y="1326"/>
                  <a:pt x="3347" y="1318"/>
                  <a:pt x="3352" y="1312"/>
                </a:cubicBezTo>
                <a:cubicBezTo>
                  <a:pt x="3355" y="1256"/>
                  <a:pt x="3358" y="1249"/>
                  <a:pt x="3354" y="1240"/>
                </a:cubicBezTo>
                <a:cubicBezTo>
                  <a:pt x="3356" y="1187"/>
                  <a:pt x="3353" y="1182"/>
                  <a:pt x="3352" y="1178"/>
                </a:cubicBezTo>
                <a:cubicBezTo>
                  <a:pt x="3350" y="1152"/>
                  <a:pt x="3358" y="1157"/>
                  <a:pt x="3365" y="1163"/>
                </a:cubicBezTo>
                <a:cubicBezTo>
                  <a:pt x="3365" y="1201"/>
                  <a:pt x="3368" y="1206"/>
                  <a:pt x="3367" y="1210"/>
                </a:cubicBezTo>
                <a:cubicBezTo>
                  <a:pt x="3365" y="1266"/>
                  <a:pt x="3369" y="1274"/>
                  <a:pt x="3367" y="1281"/>
                </a:cubicBezTo>
                <a:cubicBezTo>
                  <a:pt x="3359" y="1358"/>
                  <a:pt x="3362" y="1365"/>
                  <a:pt x="3360" y="1370"/>
                </a:cubicBezTo>
                <a:cubicBezTo>
                  <a:pt x="3357" y="1401"/>
                  <a:pt x="3353" y="1413"/>
                  <a:pt x="3354" y="1426"/>
                </a:cubicBezTo>
                <a:cubicBezTo>
                  <a:pt x="3342" y="1462"/>
                  <a:pt x="3341" y="1465"/>
                  <a:pt x="3339" y="1467"/>
                </a:cubicBezTo>
                <a:cubicBezTo>
                  <a:pt x="3337" y="1487"/>
                  <a:pt x="3329" y="1488"/>
                  <a:pt x="3332" y="1493"/>
                </a:cubicBezTo>
                <a:cubicBezTo>
                  <a:pt x="3311" y="1584"/>
                  <a:pt x="3307" y="1589"/>
                  <a:pt x="3306" y="1595"/>
                </a:cubicBezTo>
                <a:cubicBezTo>
                  <a:pt x="3297" y="1642"/>
                  <a:pt x="3295" y="1653"/>
                  <a:pt x="3297" y="1666"/>
                </a:cubicBezTo>
                <a:cubicBezTo>
                  <a:pt x="3296" y="1697"/>
                  <a:pt x="3297" y="1701"/>
                  <a:pt x="3300" y="1705"/>
                </a:cubicBezTo>
                <a:cubicBezTo>
                  <a:pt x="3307" y="1683"/>
                  <a:pt x="3299" y="1675"/>
                  <a:pt x="3305" y="1670"/>
                </a:cubicBezTo>
                <a:cubicBezTo>
                  <a:pt x="3314" y="1592"/>
                  <a:pt x="3317" y="1587"/>
                  <a:pt x="3320" y="1582"/>
                </a:cubicBezTo>
                <a:cubicBezTo>
                  <a:pt x="3327" y="1544"/>
                  <a:pt x="3331" y="1542"/>
                  <a:pt x="3331" y="1540"/>
                </a:cubicBezTo>
                <a:cubicBezTo>
                  <a:pt x="3333" y="1506"/>
                  <a:pt x="3344" y="1502"/>
                  <a:pt x="3342" y="1496"/>
                </a:cubicBezTo>
                <a:cubicBezTo>
                  <a:pt x="3368" y="1406"/>
                  <a:pt x="3367" y="1399"/>
                  <a:pt x="3368" y="1393"/>
                </a:cubicBezTo>
                <a:cubicBezTo>
                  <a:pt x="3372" y="1369"/>
                  <a:pt x="3370" y="1362"/>
                  <a:pt x="3374" y="1357"/>
                </a:cubicBezTo>
                <a:cubicBezTo>
                  <a:pt x="3370" y="1333"/>
                  <a:pt x="3376" y="1331"/>
                  <a:pt x="3374" y="1327"/>
                </a:cubicBezTo>
                <a:cubicBezTo>
                  <a:pt x="3375" y="1290"/>
                  <a:pt x="3379" y="1285"/>
                  <a:pt x="3375" y="1277"/>
                </a:cubicBezTo>
                <a:cubicBezTo>
                  <a:pt x="3380" y="1210"/>
                  <a:pt x="3373" y="1201"/>
                  <a:pt x="3378" y="1196"/>
                </a:cubicBezTo>
                <a:cubicBezTo>
                  <a:pt x="3387" y="1254"/>
                  <a:pt x="3398" y="1267"/>
                  <a:pt x="3391" y="1276"/>
                </a:cubicBezTo>
                <a:cubicBezTo>
                  <a:pt x="3393" y="1294"/>
                  <a:pt x="3394" y="1297"/>
                  <a:pt x="3390" y="1298"/>
                </a:cubicBezTo>
                <a:cubicBezTo>
                  <a:pt x="3386" y="1342"/>
                  <a:pt x="3393" y="1349"/>
                  <a:pt x="3389" y="1354"/>
                </a:cubicBezTo>
                <a:cubicBezTo>
                  <a:pt x="3387" y="1405"/>
                  <a:pt x="3377" y="1408"/>
                  <a:pt x="3380" y="1414"/>
                </a:cubicBezTo>
                <a:cubicBezTo>
                  <a:pt x="3373" y="1448"/>
                  <a:pt x="3368" y="1452"/>
                  <a:pt x="3369" y="1458"/>
                </a:cubicBezTo>
                <a:cubicBezTo>
                  <a:pt x="3348" y="1506"/>
                  <a:pt x="3357" y="1514"/>
                  <a:pt x="3351" y="1517"/>
                </a:cubicBezTo>
                <a:cubicBezTo>
                  <a:pt x="3346" y="1537"/>
                  <a:pt x="3342" y="1541"/>
                  <a:pt x="3344" y="1546"/>
                </a:cubicBezTo>
                <a:cubicBezTo>
                  <a:pt x="3339" y="1563"/>
                  <a:pt x="3338" y="1565"/>
                  <a:pt x="3336" y="1567"/>
                </a:cubicBezTo>
                <a:cubicBezTo>
                  <a:pt x="3327" y="1612"/>
                  <a:pt x="3322" y="1615"/>
                  <a:pt x="3323" y="1621"/>
                </a:cubicBezTo>
                <a:cubicBezTo>
                  <a:pt x="3319" y="1641"/>
                  <a:pt x="3315" y="1645"/>
                  <a:pt x="3319" y="1651"/>
                </a:cubicBezTo>
                <a:cubicBezTo>
                  <a:pt x="3313" y="1707"/>
                  <a:pt x="3315" y="1719"/>
                  <a:pt x="3311" y="1729"/>
                </a:cubicBezTo>
                <a:cubicBezTo>
                  <a:pt x="3316" y="1758"/>
                  <a:pt x="3318" y="1763"/>
                  <a:pt x="3316" y="1767"/>
                </a:cubicBezTo>
                <a:cubicBezTo>
                  <a:pt x="3321" y="1777"/>
                  <a:pt x="3325" y="1764"/>
                  <a:pt x="3316" y="1748"/>
                </a:cubicBezTo>
                <a:cubicBezTo>
                  <a:pt x="3319" y="1710"/>
                  <a:pt x="3319" y="1706"/>
                  <a:pt x="3320" y="1702"/>
                </a:cubicBezTo>
                <a:cubicBezTo>
                  <a:pt x="3317" y="1662"/>
                  <a:pt x="3326" y="1661"/>
                  <a:pt x="3321" y="1655"/>
                </a:cubicBezTo>
                <a:cubicBezTo>
                  <a:pt x="3331" y="1625"/>
                  <a:pt x="3332" y="1621"/>
                  <a:pt x="3333" y="1618"/>
                </a:cubicBezTo>
                <a:cubicBezTo>
                  <a:pt x="3354" y="1553"/>
                  <a:pt x="3353" y="1545"/>
                  <a:pt x="3355" y="1537"/>
                </a:cubicBezTo>
                <a:cubicBezTo>
                  <a:pt x="3359" y="1510"/>
                  <a:pt x="3369" y="1509"/>
                  <a:pt x="3366" y="1504"/>
                </a:cubicBezTo>
                <a:cubicBezTo>
                  <a:pt x="3373" y="1465"/>
                  <a:pt x="3384" y="1464"/>
                  <a:pt x="3378" y="1458"/>
                </a:cubicBezTo>
                <a:cubicBezTo>
                  <a:pt x="3390" y="1433"/>
                  <a:pt x="3381" y="1427"/>
                  <a:pt x="3389" y="1425"/>
                </a:cubicBezTo>
                <a:cubicBezTo>
                  <a:pt x="3399" y="1371"/>
                  <a:pt x="3400" y="1367"/>
                  <a:pt x="3399" y="1362"/>
                </a:cubicBezTo>
                <a:cubicBezTo>
                  <a:pt x="3402" y="1354"/>
                  <a:pt x="3405" y="1359"/>
                  <a:pt x="3406" y="1363"/>
                </a:cubicBezTo>
                <a:cubicBezTo>
                  <a:pt x="3407" y="1409"/>
                  <a:pt x="3398" y="1411"/>
                  <a:pt x="3403" y="1417"/>
                </a:cubicBezTo>
                <a:cubicBezTo>
                  <a:pt x="3397" y="1447"/>
                  <a:pt x="3396" y="1452"/>
                  <a:pt x="3396" y="1456"/>
                </a:cubicBezTo>
                <a:cubicBezTo>
                  <a:pt x="3371" y="1591"/>
                  <a:pt x="3367" y="1595"/>
                  <a:pt x="3366" y="1599"/>
                </a:cubicBezTo>
                <a:cubicBezTo>
                  <a:pt x="3363" y="1632"/>
                  <a:pt x="3356" y="1639"/>
                  <a:pt x="3361" y="1649"/>
                </a:cubicBezTo>
                <a:cubicBezTo>
                  <a:pt x="3355" y="1669"/>
                  <a:pt x="3358" y="1672"/>
                  <a:pt x="3356" y="1673"/>
                </a:cubicBezTo>
                <a:cubicBezTo>
                  <a:pt x="3352" y="1690"/>
                  <a:pt x="3360" y="1687"/>
                  <a:pt x="3361" y="1682"/>
                </a:cubicBezTo>
                <a:cubicBezTo>
                  <a:pt x="3372" y="1622"/>
                  <a:pt x="3371" y="1610"/>
                  <a:pt x="3374" y="1600"/>
                </a:cubicBezTo>
                <a:cubicBezTo>
                  <a:pt x="3382" y="1565"/>
                  <a:pt x="3383" y="1563"/>
                  <a:pt x="3385" y="1561"/>
                </a:cubicBezTo>
                <a:cubicBezTo>
                  <a:pt x="3392" y="1525"/>
                  <a:pt x="3396" y="1515"/>
                  <a:pt x="3399" y="1504"/>
                </a:cubicBezTo>
                <a:cubicBezTo>
                  <a:pt x="3409" y="1484"/>
                  <a:pt x="3400" y="1475"/>
                  <a:pt x="3404" y="1471"/>
                </a:cubicBezTo>
                <a:cubicBezTo>
                  <a:pt x="3407" y="1422"/>
                  <a:pt x="3415" y="1422"/>
                  <a:pt x="3417" y="1422"/>
                </a:cubicBezTo>
                <a:cubicBezTo>
                  <a:pt x="3414" y="1376"/>
                  <a:pt x="3413" y="1364"/>
                  <a:pt x="3416" y="1352"/>
                </a:cubicBezTo>
                <a:cubicBezTo>
                  <a:pt x="3415" y="1319"/>
                  <a:pt x="3409" y="1310"/>
                  <a:pt x="3412" y="1302"/>
                </a:cubicBezTo>
                <a:cubicBezTo>
                  <a:pt x="3410" y="1257"/>
                  <a:pt x="3415" y="1264"/>
                  <a:pt x="3415" y="1270"/>
                </a:cubicBezTo>
                <a:cubicBezTo>
                  <a:pt x="3433" y="1332"/>
                  <a:pt x="3430" y="1341"/>
                  <a:pt x="3435" y="1352"/>
                </a:cubicBezTo>
                <a:cubicBezTo>
                  <a:pt x="3435" y="1387"/>
                  <a:pt x="3432" y="1391"/>
                  <a:pt x="3436" y="1398"/>
                </a:cubicBezTo>
                <a:cubicBezTo>
                  <a:pt x="3432" y="1431"/>
                  <a:pt x="3436" y="1435"/>
                  <a:pt x="3431" y="1436"/>
                </a:cubicBezTo>
                <a:cubicBezTo>
                  <a:pt x="3428" y="1480"/>
                  <a:pt x="3430" y="1482"/>
                  <a:pt x="3432" y="1485"/>
                </a:cubicBezTo>
                <a:cubicBezTo>
                  <a:pt x="3427" y="1515"/>
                  <a:pt x="3428" y="1521"/>
                  <a:pt x="3424" y="1525"/>
                </a:cubicBezTo>
                <a:cubicBezTo>
                  <a:pt x="3417" y="1579"/>
                  <a:pt x="3414" y="1583"/>
                  <a:pt x="3417" y="1589"/>
                </a:cubicBezTo>
                <a:cubicBezTo>
                  <a:pt x="3403" y="1642"/>
                  <a:pt x="3402" y="1647"/>
                  <a:pt x="3402" y="1653"/>
                </a:cubicBezTo>
                <a:cubicBezTo>
                  <a:pt x="3390" y="1687"/>
                  <a:pt x="3394" y="1691"/>
                  <a:pt x="3389" y="1693"/>
                </a:cubicBezTo>
                <a:cubicBezTo>
                  <a:pt x="3375" y="1737"/>
                  <a:pt x="3375" y="1740"/>
                  <a:pt x="3377" y="1743"/>
                </a:cubicBezTo>
                <a:cubicBezTo>
                  <a:pt x="3364" y="1778"/>
                  <a:pt x="3370" y="1792"/>
                  <a:pt x="3361" y="1802"/>
                </a:cubicBezTo>
                <a:cubicBezTo>
                  <a:pt x="3361" y="1851"/>
                  <a:pt x="3364" y="1854"/>
                  <a:pt x="3362" y="1856"/>
                </a:cubicBezTo>
                <a:cubicBezTo>
                  <a:pt x="3366" y="1823"/>
                  <a:pt x="3372" y="1815"/>
                  <a:pt x="3367" y="1803"/>
                </a:cubicBezTo>
                <a:cubicBezTo>
                  <a:pt x="3376" y="1771"/>
                  <a:pt x="3375" y="1768"/>
                  <a:pt x="3379" y="1767"/>
                </a:cubicBezTo>
                <a:cubicBezTo>
                  <a:pt x="3383" y="1736"/>
                  <a:pt x="3387" y="1732"/>
                  <a:pt x="3390" y="1728"/>
                </a:cubicBezTo>
                <a:cubicBezTo>
                  <a:pt x="3397" y="1691"/>
                  <a:pt x="3403" y="1687"/>
                  <a:pt x="3404" y="1681"/>
                </a:cubicBezTo>
                <a:cubicBezTo>
                  <a:pt x="3411" y="1650"/>
                  <a:pt x="3412" y="1647"/>
                  <a:pt x="3413" y="1644"/>
                </a:cubicBezTo>
                <a:cubicBezTo>
                  <a:pt x="3415" y="1620"/>
                  <a:pt x="3422" y="1618"/>
                  <a:pt x="3417" y="1614"/>
                </a:cubicBezTo>
                <a:cubicBezTo>
                  <a:pt x="3423" y="1579"/>
                  <a:pt x="3434" y="1575"/>
                  <a:pt x="3429" y="1566"/>
                </a:cubicBezTo>
                <a:cubicBezTo>
                  <a:pt x="3436" y="1500"/>
                  <a:pt x="3438" y="1494"/>
                  <a:pt x="3441" y="1488"/>
                </a:cubicBezTo>
                <a:cubicBezTo>
                  <a:pt x="3442" y="1464"/>
                  <a:pt x="3441" y="1460"/>
                  <a:pt x="3440" y="1456"/>
                </a:cubicBezTo>
                <a:cubicBezTo>
                  <a:pt x="3448" y="1401"/>
                  <a:pt x="3441" y="1392"/>
                  <a:pt x="3446" y="1387"/>
                </a:cubicBezTo>
                <a:cubicBezTo>
                  <a:pt x="3451" y="1376"/>
                  <a:pt x="3448" y="1380"/>
                  <a:pt x="3448" y="1385"/>
                </a:cubicBezTo>
                <a:cubicBezTo>
                  <a:pt x="3445" y="1422"/>
                  <a:pt x="3452" y="1429"/>
                  <a:pt x="3452" y="1435"/>
                </a:cubicBezTo>
                <a:cubicBezTo>
                  <a:pt x="3455" y="1495"/>
                  <a:pt x="3447" y="1500"/>
                  <a:pt x="3450" y="1508"/>
                </a:cubicBezTo>
                <a:cubicBezTo>
                  <a:pt x="3441" y="1592"/>
                  <a:pt x="3429" y="1592"/>
                  <a:pt x="3436" y="1598"/>
                </a:cubicBezTo>
                <a:cubicBezTo>
                  <a:pt x="3423" y="1621"/>
                  <a:pt x="3439" y="1621"/>
                  <a:pt x="3432" y="1624"/>
                </a:cubicBezTo>
                <a:cubicBezTo>
                  <a:pt x="3413" y="1657"/>
                  <a:pt x="3429" y="1660"/>
                  <a:pt x="3423" y="1662"/>
                </a:cubicBezTo>
                <a:cubicBezTo>
                  <a:pt x="3410" y="1689"/>
                  <a:pt x="3409" y="1694"/>
                  <a:pt x="3412" y="1699"/>
                </a:cubicBezTo>
                <a:cubicBezTo>
                  <a:pt x="3404" y="1734"/>
                  <a:pt x="3393" y="1739"/>
                  <a:pt x="3398" y="1748"/>
                </a:cubicBezTo>
                <a:cubicBezTo>
                  <a:pt x="3395" y="1763"/>
                  <a:pt x="3390" y="1766"/>
                  <a:pt x="3392" y="1770"/>
                </a:cubicBezTo>
                <a:cubicBezTo>
                  <a:pt x="3387" y="1817"/>
                  <a:pt x="3388" y="1815"/>
                  <a:pt x="3389" y="1813"/>
                </a:cubicBezTo>
                <a:cubicBezTo>
                  <a:pt x="3396" y="1778"/>
                  <a:pt x="3400" y="1768"/>
                  <a:pt x="3398" y="1756"/>
                </a:cubicBezTo>
                <a:cubicBezTo>
                  <a:pt x="3410" y="1730"/>
                  <a:pt x="3405" y="1725"/>
                  <a:pt x="3412" y="1723"/>
                </a:cubicBezTo>
                <a:cubicBezTo>
                  <a:pt x="3424" y="1695"/>
                  <a:pt x="3419" y="1691"/>
                  <a:pt x="3422" y="1688"/>
                </a:cubicBezTo>
                <a:cubicBezTo>
                  <a:pt x="3441" y="1607"/>
                  <a:pt x="3447" y="1598"/>
                  <a:pt x="3446" y="1586"/>
                </a:cubicBezTo>
                <a:cubicBezTo>
                  <a:pt x="3457" y="1512"/>
                  <a:pt x="3462" y="1503"/>
                  <a:pt x="3460" y="1491"/>
                </a:cubicBezTo>
                <a:cubicBezTo>
                  <a:pt x="3461" y="1440"/>
                  <a:pt x="3458" y="1436"/>
                  <a:pt x="3463" y="1435"/>
                </a:cubicBezTo>
                <a:cubicBezTo>
                  <a:pt x="3462" y="1404"/>
                  <a:pt x="3459" y="1398"/>
                  <a:pt x="3460" y="1392"/>
                </a:cubicBezTo>
                <a:cubicBezTo>
                  <a:pt x="3458" y="1367"/>
                  <a:pt x="3470" y="1372"/>
                  <a:pt x="3475" y="1379"/>
                </a:cubicBezTo>
                <a:cubicBezTo>
                  <a:pt x="3480" y="1425"/>
                  <a:pt x="3483" y="1430"/>
                  <a:pt x="3479" y="1434"/>
                </a:cubicBezTo>
                <a:cubicBezTo>
                  <a:pt x="3482" y="1457"/>
                  <a:pt x="3478" y="1458"/>
                  <a:pt x="3478" y="1461"/>
                </a:cubicBezTo>
                <a:cubicBezTo>
                  <a:pt x="3476" y="1491"/>
                  <a:pt x="3479" y="1496"/>
                  <a:pt x="3478" y="1500"/>
                </a:cubicBezTo>
                <a:cubicBezTo>
                  <a:pt x="3470" y="1576"/>
                  <a:pt x="3467" y="1583"/>
                  <a:pt x="3467" y="1591"/>
                </a:cubicBezTo>
                <a:cubicBezTo>
                  <a:pt x="3464" y="1606"/>
                  <a:pt x="3461" y="1609"/>
                  <a:pt x="3461" y="1613"/>
                </a:cubicBezTo>
                <a:cubicBezTo>
                  <a:pt x="3454" y="1638"/>
                  <a:pt x="3454" y="1642"/>
                  <a:pt x="3449" y="1645"/>
                </a:cubicBezTo>
                <a:cubicBezTo>
                  <a:pt x="3438" y="1688"/>
                  <a:pt x="3436" y="1699"/>
                  <a:pt x="3431" y="1710"/>
                </a:cubicBezTo>
                <a:cubicBezTo>
                  <a:pt x="3427" y="1749"/>
                  <a:pt x="3419" y="1753"/>
                  <a:pt x="3421" y="1759"/>
                </a:cubicBezTo>
                <a:cubicBezTo>
                  <a:pt x="3414" y="1798"/>
                  <a:pt x="3406" y="1801"/>
                  <a:pt x="3408" y="1808"/>
                </a:cubicBezTo>
                <a:cubicBezTo>
                  <a:pt x="3398" y="1886"/>
                  <a:pt x="3391" y="1896"/>
                  <a:pt x="3394" y="1908"/>
                </a:cubicBezTo>
                <a:cubicBezTo>
                  <a:pt x="3390" y="1927"/>
                  <a:pt x="3395" y="1932"/>
                  <a:pt x="3393" y="1934"/>
                </a:cubicBezTo>
                <a:cubicBezTo>
                  <a:pt x="3390" y="1966"/>
                  <a:pt x="3394" y="1974"/>
                  <a:pt x="3392" y="1981"/>
                </a:cubicBezTo>
                <a:cubicBezTo>
                  <a:pt x="3388" y="2028"/>
                  <a:pt x="3392" y="2036"/>
                  <a:pt x="3392" y="2043"/>
                </a:cubicBezTo>
                <a:cubicBezTo>
                  <a:pt x="3401" y="2091"/>
                  <a:pt x="3402" y="2095"/>
                  <a:pt x="3405" y="2099"/>
                </a:cubicBezTo>
                <a:cubicBezTo>
                  <a:pt x="3401" y="2074"/>
                  <a:pt x="3404" y="2067"/>
                  <a:pt x="3397" y="2057"/>
                </a:cubicBezTo>
                <a:cubicBezTo>
                  <a:pt x="3400" y="1997"/>
                  <a:pt x="3395" y="1981"/>
                  <a:pt x="3401" y="1967"/>
                </a:cubicBezTo>
                <a:cubicBezTo>
                  <a:pt x="3408" y="1929"/>
                  <a:pt x="3404" y="1925"/>
                  <a:pt x="3409" y="1924"/>
                </a:cubicBezTo>
                <a:cubicBezTo>
                  <a:pt x="3415" y="1896"/>
                  <a:pt x="3417" y="1889"/>
                  <a:pt x="3421" y="1882"/>
                </a:cubicBezTo>
                <a:cubicBezTo>
                  <a:pt x="3432" y="1848"/>
                  <a:pt x="3435" y="1845"/>
                  <a:pt x="3435" y="1841"/>
                </a:cubicBezTo>
                <a:cubicBezTo>
                  <a:pt x="3464" y="1774"/>
                  <a:pt x="3463" y="1766"/>
                  <a:pt x="3468" y="1760"/>
                </a:cubicBezTo>
                <a:cubicBezTo>
                  <a:pt x="3481" y="1724"/>
                  <a:pt x="3478" y="1719"/>
                  <a:pt x="3482" y="1716"/>
                </a:cubicBezTo>
                <a:cubicBezTo>
                  <a:pt x="3494" y="1652"/>
                  <a:pt x="3496" y="1648"/>
                  <a:pt x="3495" y="1643"/>
                </a:cubicBezTo>
                <a:cubicBezTo>
                  <a:pt x="3500" y="1623"/>
                  <a:pt x="3502" y="1622"/>
                  <a:pt x="3500" y="1619"/>
                </a:cubicBezTo>
                <a:cubicBezTo>
                  <a:pt x="3506" y="1577"/>
                  <a:pt x="3508" y="1573"/>
                  <a:pt x="3506" y="1568"/>
                </a:cubicBezTo>
                <a:cubicBezTo>
                  <a:pt x="3512" y="1540"/>
                  <a:pt x="3511" y="1535"/>
                  <a:pt x="3513" y="1532"/>
                </a:cubicBezTo>
                <a:cubicBezTo>
                  <a:pt x="3515" y="1572"/>
                  <a:pt x="3510" y="1584"/>
                  <a:pt x="3515" y="1599"/>
                </a:cubicBezTo>
                <a:cubicBezTo>
                  <a:pt x="3504" y="1650"/>
                  <a:pt x="3506" y="1658"/>
                  <a:pt x="3504" y="1665"/>
                </a:cubicBezTo>
                <a:cubicBezTo>
                  <a:pt x="3496" y="1703"/>
                  <a:pt x="3488" y="1716"/>
                  <a:pt x="3485" y="1731"/>
                </a:cubicBezTo>
                <a:cubicBezTo>
                  <a:pt x="3479" y="1756"/>
                  <a:pt x="3474" y="1759"/>
                  <a:pt x="3476" y="1763"/>
                </a:cubicBezTo>
                <a:cubicBezTo>
                  <a:pt x="3463" y="1803"/>
                  <a:pt x="3464" y="1811"/>
                  <a:pt x="3457" y="1818"/>
                </a:cubicBezTo>
                <a:cubicBezTo>
                  <a:pt x="3452" y="1843"/>
                  <a:pt x="3449" y="1846"/>
                  <a:pt x="3449" y="1850"/>
                </a:cubicBezTo>
                <a:cubicBezTo>
                  <a:pt x="3437" y="1873"/>
                  <a:pt x="3443" y="1879"/>
                  <a:pt x="3440" y="1882"/>
                </a:cubicBezTo>
                <a:cubicBezTo>
                  <a:pt x="3435" y="1913"/>
                  <a:pt x="3436" y="1921"/>
                  <a:pt x="3433" y="1927"/>
                </a:cubicBezTo>
                <a:cubicBezTo>
                  <a:pt x="3431" y="1993"/>
                  <a:pt x="3438" y="2005"/>
                  <a:pt x="3437" y="2015"/>
                </a:cubicBezTo>
                <a:cubicBezTo>
                  <a:pt x="3445" y="2068"/>
                  <a:pt x="3449" y="2081"/>
                  <a:pt x="3454" y="2079"/>
                </a:cubicBezTo>
                <a:cubicBezTo>
                  <a:pt x="3446" y="2029"/>
                  <a:pt x="3445" y="2025"/>
                  <a:pt x="3442" y="2020"/>
                </a:cubicBezTo>
                <a:cubicBezTo>
                  <a:pt x="3442" y="1992"/>
                  <a:pt x="3443" y="1983"/>
                  <a:pt x="3440" y="1973"/>
                </a:cubicBezTo>
                <a:cubicBezTo>
                  <a:pt x="3445" y="1909"/>
                  <a:pt x="3446" y="1899"/>
                  <a:pt x="3445" y="1891"/>
                </a:cubicBezTo>
                <a:cubicBezTo>
                  <a:pt x="3461" y="1854"/>
                  <a:pt x="3460" y="1850"/>
                  <a:pt x="3460" y="1846"/>
                </a:cubicBezTo>
                <a:cubicBezTo>
                  <a:pt x="3475" y="1793"/>
                  <a:pt x="3479" y="1786"/>
                  <a:pt x="3482" y="1779"/>
                </a:cubicBezTo>
                <a:cubicBezTo>
                  <a:pt x="3507" y="1698"/>
                  <a:pt x="3509" y="1684"/>
                  <a:pt x="3513" y="1671"/>
                </a:cubicBezTo>
                <a:cubicBezTo>
                  <a:pt x="3520" y="1649"/>
                  <a:pt x="3514" y="1643"/>
                  <a:pt x="3518" y="1641"/>
                </a:cubicBezTo>
                <a:cubicBezTo>
                  <a:pt x="3521" y="1601"/>
                  <a:pt x="3525" y="1595"/>
                  <a:pt x="3522" y="1586"/>
                </a:cubicBezTo>
                <a:cubicBezTo>
                  <a:pt x="3525" y="1554"/>
                  <a:pt x="3525" y="1552"/>
                  <a:pt x="3523" y="1550"/>
                </a:cubicBezTo>
                <a:cubicBezTo>
                  <a:pt x="3531" y="1579"/>
                  <a:pt x="3531" y="1583"/>
                  <a:pt x="3531" y="1587"/>
                </a:cubicBezTo>
                <a:cubicBezTo>
                  <a:pt x="3529" y="1651"/>
                  <a:pt x="3527" y="1653"/>
                  <a:pt x="3529" y="1656"/>
                </a:cubicBezTo>
                <a:cubicBezTo>
                  <a:pt x="3522" y="1684"/>
                  <a:pt x="3521" y="1689"/>
                  <a:pt x="3521" y="1694"/>
                </a:cubicBezTo>
                <a:cubicBezTo>
                  <a:pt x="3516" y="1729"/>
                  <a:pt x="3504" y="1731"/>
                  <a:pt x="3507" y="1737"/>
                </a:cubicBezTo>
                <a:cubicBezTo>
                  <a:pt x="3498" y="1768"/>
                  <a:pt x="3498" y="1771"/>
                  <a:pt x="3498" y="1773"/>
                </a:cubicBezTo>
                <a:cubicBezTo>
                  <a:pt x="3485" y="1804"/>
                  <a:pt x="3490" y="1816"/>
                  <a:pt x="3483" y="1825"/>
                </a:cubicBezTo>
                <a:cubicBezTo>
                  <a:pt x="3480" y="1845"/>
                  <a:pt x="3479" y="1850"/>
                  <a:pt x="3479" y="1855"/>
                </a:cubicBezTo>
                <a:cubicBezTo>
                  <a:pt x="3475" y="1908"/>
                  <a:pt x="3465" y="1910"/>
                  <a:pt x="3470" y="1917"/>
                </a:cubicBezTo>
                <a:cubicBezTo>
                  <a:pt x="3465" y="1968"/>
                  <a:pt x="3468" y="1974"/>
                  <a:pt x="3464" y="1978"/>
                </a:cubicBezTo>
                <a:cubicBezTo>
                  <a:pt x="3472" y="2023"/>
                  <a:pt x="3468" y="2033"/>
                  <a:pt x="3472" y="2044"/>
                </a:cubicBezTo>
                <a:cubicBezTo>
                  <a:pt x="3481" y="2100"/>
                  <a:pt x="3492" y="2101"/>
                  <a:pt x="3486" y="2107"/>
                </a:cubicBezTo>
                <a:cubicBezTo>
                  <a:pt x="3498" y="2137"/>
                  <a:pt x="3500" y="2142"/>
                  <a:pt x="3503" y="2141"/>
                </a:cubicBezTo>
                <a:cubicBezTo>
                  <a:pt x="3487" y="2075"/>
                  <a:pt x="3484" y="2068"/>
                  <a:pt x="3482" y="2061"/>
                </a:cubicBezTo>
                <a:cubicBezTo>
                  <a:pt x="3474" y="2027"/>
                  <a:pt x="3481" y="2026"/>
                  <a:pt x="3478" y="2022"/>
                </a:cubicBezTo>
                <a:cubicBezTo>
                  <a:pt x="3476" y="1955"/>
                  <a:pt x="3478" y="1948"/>
                  <a:pt x="3476" y="1941"/>
                </a:cubicBezTo>
                <a:cubicBezTo>
                  <a:pt x="3484" y="1875"/>
                  <a:pt x="3485" y="1872"/>
                  <a:pt x="3487" y="1869"/>
                </a:cubicBezTo>
                <a:cubicBezTo>
                  <a:pt x="3489" y="1844"/>
                  <a:pt x="3495" y="1842"/>
                  <a:pt x="3490" y="1837"/>
                </a:cubicBezTo>
                <a:cubicBezTo>
                  <a:pt x="3500" y="1788"/>
                  <a:pt x="3510" y="1762"/>
                  <a:pt x="3520" y="1735"/>
                </a:cubicBezTo>
                <a:cubicBezTo>
                  <a:pt x="3536" y="1682"/>
                  <a:pt x="3530" y="1677"/>
                  <a:pt x="3535" y="1675"/>
                </a:cubicBezTo>
                <a:cubicBezTo>
                  <a:pt x="3539" y="1659"/>
                  <a:pt x="3538" y="1655"/>
                  <a:pt x="3541" y="1658"/>
                </a:cubicBezTo>
                <a:cubicBezTo>
                  <a:pt x="3517" y="1789"/>
                  <a:pt x="3524" y="1796"/>
                  <a:pt x="3518" y="1799"/>
                </a:cubicBezTo>
                <a:cubicBezTo>
                  <a:pt x="3515" y="1821"/>
                  <a:pt x="3511" y="1825"/>
                  <a:pt x="3515" y="1831"/>
                </a:cubicBezTo>
                <a:cubicBezTo>
                  <a:pt x="3509" y="1869"/>
                  <a:pt x="3503" y="1873"/>
                  <a:pt x="3507" y="1880"/>
                </a:cubicBezTo>
                <a:cubicBezTo>
                  <a:pt x="3503" y="1908"/>
                  <a:pt x="3500" y="1910"/>
                  <a:pt x="3501" y="1913"/>
                </a:cubicBezTo>
                <a:cubicBezTo>
                  <a:pt x="3498" y="1956"/>
                  <a:pt x="3499" y="1968"/>
                  <a:pt x="3500" y="1979"/>
                </a:cubicBezTo>
                <a:cubicBezTo>
                  <a:pt x="3506" y="2052"/>
                  <a:pt x="3514" y="2059"/>
                  <a:pt x="3510" y="2063"/>
                </a:cubicBezTo>
                <a:cubicBezTo>
                  <a:pt x="3538" y="2132"/>
                  <a:pt x="3538" y="2143"/>
                  <a:pt x="3548" y="2157"/>
                </a:cubicBezTo>
                <a:cubicBezTo>
                  <a:pt x="3547" y="2144"/>
                  <a:pt x="3540" y="2128"/>
                  <a:pt x="3532" y="2111"/>
                </a:cubicBezTo>
                <a:cubicBezTo>
                  <a:pt x="3530" y="2090"/>
                  <a:pt x="3523" y="2082"/>
                  <a:pt x="3523" y="2076"/>
                </a:cubicBezTo>
                <a:cubicBezTo>
                  <a:pt x="3515" y="2007"/>
                  <a:pt x="3512" y="2002"/>
                  <a:pt x="3511" y="1998"/>
                </a:cubicBezTo>
                <a:cubicBezTo>
                  <a:pt x="3511" y="1925"/>
                  <a:pt x="3511" y="1917"/>
                  <a:pt x="3513" y="1909"/>
                </a:cubicBezTo>
                <a:cubicBezTo>
                  <a:pt x="3519" y="1876"/>
                  <a:pt x="3513" y="1866"/>
                  <a:pt x="3519" y="1859"/>
                </a:cubicBezTo>
                <a:cubicBezTo>
                  <a:pt x="3526" y="1827"/>
                  <a:pt x="3521" y="1817"/>
                  <a:pt x="3527" y="1811"/>
                </a:cubicBezTo>
                <a:cubicBezTo>
                  <a:pt x="3533" y="1769"/>
                  <a:pt x="3540" y="1767"/>
                  <a:pt x="3537" y="1761"/>
                </a:cubicBezTo>
                <a:cubicBezTo>
                  <a:pt x="3544" y="1729"/>
                  <a:pt x="3544" y="1721"/>
                  <a:pt x="3545" y="1713"/>
                </a:cubicBezTo>
                <a:cubicBezTo>
                  <a:pt x="3553" y="1672"/>
                  <a:pt x="3550" y="1667"/>
                  <a:pt x="3552" y="1662"/>
                </a:cubicBezTo>
                <a:cubicBezTo>
                  <a:pt x="3554" y="1642"/>
                  <a:pt x="3553" y="1638"/>
                  <a:pt x="3556" y="1641"/>
                </a:cubicBezTo>
                <a:cubicBezTo>
                  <a:pt x="3564" y="1736"/>
                  <a:pt x="3565" y="1745"/>
                  <a:pt x="3563" y="1754"/>
                </a:cubicBezTo>
                <a:cubicBezTo>
                  <a:pt x="3558" y="1799"/>
                  <a:pt x="3551" y="1802"/>
                  <a:pt x="3556" y="1808"/>
                </a:cubicBezTo>
                <a:cubicBezTo>
                  <a:pt x="3546" y="1849"/>
                  <a:pt x="3547" y="1852"/>
                  <a:pt x="3547" y="1854"/>
                </a:cubicBezTo>
                <a:cubicBezTo>
                  <a:pt x="3542" y="1894"/>
                  <a:pt x="3541" y="1898"/>
                  <a:pt x="3536" y="1902"/>
                </a:cubicBezTo>
                <a:cubicBezTo>
                  <a:pt x="3535" y="1925"/>
                  <a:pt x="3535" y="1927"/>
                  <a:pt x="3535" y="1929"/>
                </a:cubicBezTo>
                <a:cubicBezTo>
                  <a:pt x="3525" y="1979"/>
                  <a:pt x="3527" y="1989"/>
                  <a:pt x="3525" y="1998"/>
                </a:cubicBezTo>
                <a:cubicBezTo>
                  <a:pt x="3539" y="2083"/>
                  <a:pt x="3540" y="2080"/>
                  <a:pt x="3537" y="2076"/>
                </a:cubicBezTo>
                <a:cubicBezTo>
                  <a:pt x="3532" y="2032"/>
                  <a:pt x="3531" y="2024"/>
                  <a:pt x="3533" y="2018"/>
                </a:cubicBezTo>
                <a:cubicBezTo>
                  <a:pt x="3537" y="1977"/>
                  <a:pt x="3538" y="1973"/>
                  <a:pt x="3538" y="1968"/>
                </a:cubicBezTo>
                <a:cubicBezTo>
                  <a:pt x="3543" y="1933"/>
                  <a:pt x="3545" y="1924"/>
                  <a:pt x="3546" y="1915"/>
                </a:cubicBezTo>
                <a:cubicBezTo>
                  <a:pt x="3550" y="1884"/>
                  <a:pt x="3554" y="1883"/>
                  <a:pt x="3553" y="1880"/>
                </a:cubicBezTo>
                <a:cubicBezTo>
                  <a:pt x="3559" y="1851"/>
                  <a:pt x="3560" y="1841"/>
                  <a:pt x="3561" y="1832"/>
                </a:cubicBezTo>
                <a:cubicBezTo>
                  <a:pt x="3568" y="1790"/>
                  <a:pt x="3567" y="1787"/>
                  <a:pt x="3571" y="1786"/>
                </a:cubicBezTo>
                <a:cubicBezTo>
                  <a:pt x="3572" y="1822"/>
                  <a:pt x="3568" y="1827"/>
                  <a:pt x="3571" y="1835"/>
                </a:cubicBezTo>
                <a:cubicBezTo>
                  <a:pt x="3568" y="1875"/>
                  <a:pt x="3568" y="1878"/>
                  <a:pt x="3567" y="1881"/>
                </a:cubicBezTo>
                <a:cubicBezTo>
                  <a:pt x="3563" y="1933"/>
                  <a:pt x="3559" y="1938"/>
                  <a:pt x="3562" y="1944"/>
                </a:cubicBezTo>
                <a:cubicBezTo>
                  <a:pt x="3557" y="1996"/>
                  <a:pt x="3552" y="2000"/>
                  <a:pt x="3554" y="2006"/>
                </a:cubicBezTo>
                <a:cubicBezTo>
                  <a:pt x="3559" y="2073"/>
                  <a:pt x="3554" y="2087"/>
                  <a:pt x="3562" y="2105"/>
                </a:cubicBezTo>
                <a:cubicBezTo>
                  <a:pt x="3569" y="2134"/>
                  <a:pt x="3564" y="2137"/>
                  <a:pt x="3569" y="2142"/>
                </a:cubicBezTo>
                <a:cubicBezTo>
                  <a:pt x="3579" y="2160"/>
                  <a:pt x="3579" y="2160"/>
                  <a:pt x="3579" y="2160"/>
                </a:cubicBezTo>
                <a:cubicBezTo>
                  <a:pt x="3570" y="2116"/>
                  <a:pt x="3569" y="2110"/>
                  <a:pt x="3566" y="2103"/>
                </a:cubicBezTo>
                <a:cubicBezTo>
                  <a:pt x="3565" y="2043"/>
                  <a:pt x="3560" y="2036"/>
                  <a:pt x="3563" y="2031"/>
                </a:cubicBezTo>
                <a:cubicBezTo>
                  <a:pt x="3562" y="1988"/>
                  <a:pt x="3567" y="1984"/>
                  <a:pt x="3565" y="1977"/>
                </a:cubicBezTo>
                <a:cubicBezTo>
                  <a:pt x="3575" y="1922"/>
                  <a:pt x="3572" y="1917"/>
                  <a:pt x="3576" y="1914"/>
                </a:cubicBezTo>
                <a:cubicBezTo>
                  <a:pt x="3581" y="1883"/>
                  <a:pt x="3574" y="1877"/>
                  <a:pt x="3580" y="1874"/>
                </a:cubicBezTo>
                <a:cubicBezTo>
                  <a:pt x="3581" y="1811"/>
                  <a:pt x="3583" y="1803"/>
                  <a:pt x="3584" y="1795"/>
                </a:cubicBezTo>
                <a:cubicBezTo>
                  <a:pt x="3586" y="1732"/>
                  <a:pt x="3581" y="1721"/>
                  <a:pt x="3583" y="1713"/>
                </a:cubicBezTo>
                <a:cubicBezTo>
                  <a:pt x="3592" y="1764"/>
                  <a:pt x="3588" y="1768"/>
                  <a:pt x="3588" y="1773"/>
                </a:cubicBezTo>
                <a:cubicBezTo>
                  <a:pt x="3588" y="1842"/>
                  <a:pt x="3593" y="1853"/>
                  <a:pt x="3590" y="1862"/>
                </a:cubicBezTo>
                <a:cubicBezTo>
                  <a:pt x="3591" y="1932"/>
                  <a:pt x="3586" y="1940"/>
                  <a:pt x="3588" y="1951"/>
                </a:cubicBezTo>
                <a:cubicBezTo>
                  <a:pt x="3582" y="1998"/>
                  <a:pt x="3584" y="2004"/>
                  <a:pt x="3583" y="2008"/>
                </a:cubicBezTo>
                <a:cubicBezTo>
                  <a:pt x="3579" y="2026"/>
                  <a:pt x="3580" y="2032"/>
                  <a:pt x="3580" y="2037"/>
                </a:cubicBezTo>
                <a:cubicBezTo>
                  <a:pt x="3584" y="2088"/>
                  <a:pt x="3584" y="2107"/>
                  <a:pt x="3592" y="2129"/>
                </a:cubicBezTo>
                <a:cubicBezTo>
                  <a:pt x="3605" y="2160"/>
                  <a:pt x="3605" y="2160"/>
                  <a:pt x="3605" y="2160"/>
                </a:cubicBezTo>
                <a:cubicBezTo>
                  <a:pt x="3593" y="2092"/>
                  <a:pt x="3588" y="2086"/>
                  <a:pt x="3589" y="2081"/>
                </a:cubicBezTo>
                <a:cubicBezTo>
                  <a:pt x="3589" y="2049"/>
                  <a:pt x="3586" y="2043"/>
                  <a:pt x="3590" y="2040"/>
                </a:cubicBezTo>
                <a:cubicBezTo>
                  <a:pt x="3592" y="1978"/>
                  <a:pt x="3594" y="1974"/>
                  <a:pt x="3597" y="1970"/>
                </a:cubicBezTo>
                <a:cubicBezTo>
                  <a:pt x="3600" y="1927"/>
                  <a:pt x="3597" y="1924"/>
                  <a:pt x="3599" y="1922"/>
                </a:cubicBezTo>
                <a:cubicBezTo>
                  <a:pt x="3602" y="1891"/>
                  <a:pt x="3601" y="1882"/>
                  <a:pt x="3601" y="1872"/>
                </a:cubicBezTo>
                <a:cubicBezTo>
                  <a:pt x="3605" y="1808"/>
                  <a:pt x="3598" y="1796"/>
                  <a:pt x="3601" y="1787"/>
                </a:cubicBezTo>
                <a:cubicBezTo>
                  <a:pt x="3606" y="1817"/>
                  <a:pt x="3609" y="1821"/>
                  <a:pt x="3610" y="1826"/>
                </a:cubicBezTo>
                <a:cubicBezTo>
                  <a:pt x="3615" y="1876"/>
                  <a:pt x="3610" y="1882"/>
                  <a:pt x="3610" y="1889"/>
                </a:cubicBezTo>
                <a:cubicBezTo>
                  <a:pt x="3603" y="1955"/>
                  <a:pt x="3607" y="1963"/>
                  <a:pt x="3604" y="1969"/>
                </a:cubicBezTo>
                <a:cubicBezTo>
                  <a:pt x="3602" y="2003"/>
                  <a:pt x="3609" y="2008"/>
                  <a:pt x="3606" y="2011"/>
                </a:cubicBezTo>
                <a:cubicBezTo>
                  <a:pt x="3608" y="2038"/>
                  <a:pt x="3605" y="2044"/>
                  <a:pt x="3608" y="2052"/>
                </a:cubicBezTo>
                <a:cubicBezTo>
                  <a:pt x="3607" y="2086"/>
                  <a:pt x="3614" y="2092"/>
                  <a:pt x="3610" y="2094"/>
                </a:cubicBezTo>
                <a:cubicBezTo>
                  <a:pt x="3629" y="2141"/>
                  <a:pt x="3624" y="2122"/>
                  <a:pt x="3621" y="2104"/>
                </a:cubicBezTo>
                <a:cubicBezTo>
                  <a:pt x="3617" y="2034"/>
                  <a:pt x="3614" y="2029"/>
                  <a:pt x="3617" y="2025"/>
                </a:cubicBezTo>
                <a:cubicBezTo>
                  <a:pt x="3613" y="1967"/>
                  <a:pt x="3616" y="1954"/>
                  <a:pt x="3617" y="1940"/>
                </a:cubicBezTo>
                <a:cubicBezTo>
                  <a:pt x="3620" y="1907"/>
                  <a:pt x="3620" y="1906"/>
                  <a:pt x="3619" y="1903"/>
                </a:cubicBezTo>
                <a:cubicBezTo>
                  <a:pt x="3625" y="1960"/>
                  <a:pt x="3635" y="1977"/>
                  <a:pt x="3626" y="1989"/>
                </a:cubicBezTo>
                <a:cubicBezTo>
                  <a:pt x="3632" y="2019"/>
                  <a:pt x="3629" y="2022"/>
                  <a:pt x="3629" y="2023"/>
                </a:cubicBezTo>
                <a:cubicBezTo>
                  <a:pt x="3639" y="2083"/>
                  <a:pt x="3643" y="2106"/>
                  <a:pt x="3650" y="2131"/>
                </a:cubicBezTo>
                <a:cubicBezTo>
                  <a:pt x="3646" y="2095"/>
                  <a:pt x="3648" y="2087"/>
                  <a:pt x="3644" y="2077"/>
                </a:cubicBezTo>
                <a:cubicBezTo>
                  <a:pt x="3642" y="1997"/>
                  <a:pt x="3638" y="1989"/>
                  <a:pt x="3642" y="1983"/>
                </a:cubicBezTo>
                <a:cubicBezTo>
                  <a:pt x="3636" y="1915"/>
                  <a:pt x="3635" y="1908"/>
                  <a:pt x="3633" y="1900"/>
                </a:cubicBezTo>
                <a:cubicBezTo>
                  <a:pt x="3632" y="1877"/>
                  <a:pt x="3626" y="1869"/>
                  <a:pt x="3628" y="1862"/>
                </a:cubicBezTo>
                <a:cubicBezTo>
                  <a:pt x="3704" y="2064"/>
                  <a:pt x="3715" y="2091"/>
                  <a:pt x="3723" y="2120"/>
                </a:cubicBezTo>
                <a:cubicBezTo>
                  <a:pt x="3738" y="2147"/>
                  <a:pt x="3735" y="2134"/>
                  <a:pt x="3732" y="2120"/>
                </a:cubicBezTo>
                <a:cubicBezTo>
                  <a:pt x="3671" y="1955"/>
                  <a:pt x="3666" y="1948"/>
                  <a:pt x="3665" y="1942"/>
                </a:cubicBezTo>
                <a:cubicBezTo>
                  <a:pt x="3658" y="1918"/>
                  <a:pt x="3659" y="1920"/>
                  <a:pt x="3656" y="1912"/>
                </a:cubicBezTo>
                <a:cubicBezTo>
                  <a:pt x="3644" y="1868"/>
                  <a:pt x="3634" y="1861"/>
                  <a:pt x="3638" y="1856"/>
                </a:cubicBezTo>
                <a:cubicBezTo>
                  <a:pt x="3654" y="1880"/>
                  <a:pt x="3649" y="1882"/>
                  <a:pt x="3653" y="1886"/>
                </a:cubicBezTo>
                <a:cubicBezTo>
                  <a:pt x="3690" y="1949"/>
                  <a:pt x="3693" y="1958"/>
                  <a:pt x="3702" y="1968"/>
                </a:cubicBezTo>
                <a:cubicBezTo>
                  <a:pt x="3745" y="2097"/>
                  <a:pt x="3753" y="2103"/>
                  <a:pt x="3754" y="2107"/>
                </a:cubicBezTo>
                <a:cubicBezTo>
                  <a:pt x="3776" y="2160"/>
                  <a:pt x="3776" y="2160"/>
                  <a:pt x="3776" y="2160"/>
                </a:cubicBezTo>
                <a:cubicBezTo>
                  <a:pt x="3769" y="2130"/>
                  <a:pt x="3760" y="2123"/>
                  <a:pt x="3765" y="2121"/>
                </a:cubicBezTo>
                <a:cubicBezTo>
                  <a:pt x="3734" y="2035"/>
                  <a:pt x="3731" y="2018"/>
                  <a:pt x="3726" y="2000"/>
                </a:cubicBezTo>
                <a:cubicBezTo>
                  <a:pt x="3693" y="1934"/>
                  <a:pt x="3677" y="1912"/>
                  <a:pt x="3655" y="1871"/>
                </a:cubicBezTo>
                <a:cubicBezTo>
                  <a:pt x="3628" y="1820"/>
                  <a:pt x="3632" y="1818"/>
                  <a:pt x="3627" y="1813"/>
                </a:cubicBezTo>
                <a:cubicBezTo>
                  <a:pt x="3618" y="1792"/>
                  <a:pt x="3615" y="1792"/>
                  <a:pt x="3616" y="1793"/>
                </a:cubicBezTo>
                <a:cubicBezTo>
                  <a:pt x="3614" y="1770"/>
                  <a:pt x="3625" y="1783"/>
                  <a:pt x="3633" y="1799"/>
                </a:cubicBezTo>
                <a:cubicBezTo>
                  <a:pt x="3676" y="1871"/>
                  <a:pt x="3684" y="1880"/>
                  <a:pt x="3682" y="1886"/>
                </a:cubicBezTo>
                <a:cubicBezTo>
                  <a:pt x="3706" y="1920"/>
                  <a:pt x="3713" y="1940"/>
                  <a:pt x="3724" y="1950"/>
                </a:cubicBezTo>
                <a:cubicBezTo>
                  <a:pt x="3760" y="2018"/>
                  <a:pt x="3762" y="2034"/>
                  <a:pt x="3775" y="2052"/>
                </a:cubicBezTo>
                <a:cubicBezTo>
                  <a:pt x="3791" y="2087"/>
                  <a:pt x="3790" y="2072"/>
                  <a:pt x="3779" y="2055"/>
                </a:cubicBezTo>
                <a:cubicBezTo>
                  <a:pt x="3773" y="2029"/>
                  <a:pt x="3765" y="2023"/>
                  <a:pt x="3764" y="2020"/>
                </a:cubicBezTo>
                <a:cubicBezTo>
                  <a:pt x="3727" y="1943"/>
                  <a:pt x="3720" y="1927"/>
                  <a:pt x="3710" y="1911"/>
                </a:cubicBezTo>
                <a:cubicBezTo>
                  <a:pt x="3681" y="1859"/>
                  <a:pt x="3679" y="1858"/>
                  <a:pt x="3677" y="1856"/>
                </a:cubicBezTo>
                <a:cubicBezTo>
                  <a:pt x="3659" y="1825"/>
                  <a:pt x="3654" y="1826"/>
                  <a:pt x="3652" y="1818"/>
                </a:cubicBezTo>
                <a:cubicBezTo>
                  <a:pt x="3641" y="1799"/>
                  <a:pt x="3638" y="1795"/>
                  <a:pt x="3640" y="1793"/>
                </a:cubicBezTo>
                <a:cubicBezTo>
                  <a:pt x="3651" y="1805"/>
                  <a:pt x="3656" y="1807"/>
                  <a:pt x="3660" y="1814"/>
                </a:cubicBezTo>
                <a:cubicBezTo>
                  <a:pt x="3747" y="1948"/>
                  <a:pt x="3751" y="1945"/>
                  <a:pt x="3753" y="1952"/>
                </a:cubicBezTo>
                <a:cubicBezTo>
                  <a:pt x="3801" y="2041"/>
                  <a:pt x="3805" y="2046"/>
                  <a:pt x="3813" y="2063"/>
                </a:cubicBezTo>
                <a:cubicBezTo>
                  <a:pt x="3824" y="2090"/>
                  <a:pt x="3825" y="2083"/>
                  <a:pt x="3823" y="2074"/>
                </a:cubicBezTo>
                <a:cubicBezTo>
                  <a:pt x="3793" y="2008"/>
                  <a:pt x="3788" y="1999"/>
                  <a:pt x="3783" y="1990"/>
                </a:cubicBezTo>
                <a:cubicBezTo>
                  <a:pt x="3750" y="1934"/>
                  <a:pt x="3750" y="1933"/>
                  <a:pt x="3742" y="1923"/>
                </a:cubicBezTo>
                <a:cubicBezTo>
                  <a:pt x="3649" y="1784"/>
                  <a:pt x="3640" y="1771"/>
                  <a:pt x="3628" y="1753"/>
                </a:cubicBezTo>
                <a:cubicBezTo>
                  <a:pt x="3600" y="1705"/>
                  <a:pt x="3594" y="1703"/>
                  <a:pt x="3600" y="1698"/>
                </a:cubicBezTo>
                <a:cubicBezTo>
                  <a:pt x="3661" y="1781"/>
                  <a:pt x="3667" y="1780"/>
                  <a:pt x="3671" y="1789"/>
                </a:cubicBezTo>
                <a:cubicBezTo>
                  <a:pt x="3762" y="1925"/>
                  <a:pt x="3772" y="1943"/>
                  <a:pt x="3781" y="1958"/>
                </a:cubicBezTo>
                <a:cubicBezTo>
                  <a:pt x="3789" y="1977"/>
                  <a:pt x="3792" y="1977"/>
                  <a:pt x="3792" y="1977"/>
                </a:cubicBezTo>
                <a:cubicBezTo>
                  <a:pt x="3808" y="2010"/>
                  <a:pt x="3813" y="2006"/>
                  <a:pt x="3808" y="2000"/>
                </a:cubicBezTo>
                <a:cubicBezTo>
                  <a:pt x="3787" y="1964"/>
                  <a:pt x="3792" y="1953"/>
                  <a:pt x="3784" y="1954"/>
                </a:cubicBezTo>
                <a:cubicBezTo>
                  <a:pt x="3664" y="1770"/>
                  <a:pt x="3663" y="1761"/>
                  <a:pt x="3658" y="1758"/>
                </a:cubicBezTo>
                <a:cubicBezTo>
                  <a:pt x="3608" y="1693"/>
                  <a:pt x="3604" y="1687"/>
                  <a:pt x="3601" y="1681"/>
                </a:cubicBezTo>
                <a:cubicBezTo>
                  <a:pt x="3568" y="1619"/>
                  <a:pt x="3567" y="1614"/>
                  <a:pt x="3568" y="1609"/>
                </a:cubicBezTo>
                <a:cubicBezTo>
                  <a:pt x="3602" y="1650"/>
                  <a:pt x="3605" y="1657"/>
                  <a:pt x="3609" y="1657"/>
                </a:cubicBezTo>
                <a:cubicBezTo>
                  <a:pt x="3642" y="1699"/>
                  <a:pt x="3657" y="1709"/>
                  <a:pt x="3670" y="1726"/>
                </a:cubicBezTo>
                <a:cubicBezTo>
                  <a:pt x="3726" y="1782"/>
                  <a:pt x="3727" y="1793"/>
                  <a:pt x="3732" y="1792"/>
                </a:cubicBezTo>
                <a:cubicBezTo>
                  <a:pt x="3804" y="1897"/>
                  <a:pt x="3811" y="1910"/>
                  <a:pt x="3818" y="1923"/>
                </a:cubicBezTo>
                <a:cubicBezTo>
                  <a:pt x="3834" y="1949"/>
                  <a:pt x="3835" y="1944"/>
                  <a:pt x="3833" y="1939"/>
                </a:cubicBezTo>
                <a:cubicBezTo>
                  <a:pt x="3805" y="1889"/>
                  <a:pt x="3802" y="1887"/>
                  <a:pt x="3800" y="1881"/>
                </a:cubicBezTo>
                <a:cubicBezTo>
                  <a:pt x="3752" y="1810"/>
                  <a:pt x="3747" y="1795"/>
                  <a:pt x="3740" y="1790"/>
                </a:cubicBezTo>
                <a:cubicBezTo>
                  <a:pt x="3707" y="1754"/>
                  <a:pt x="3704" y="1747"/>
                  <a:pt x="3701" y="1741"/>
                </a:cubicBezTo>
                <a:cubicBezTo>
                  <a:pt x="3666" y="1702"/>
                  <a:pt x="3650" y="1693"/>
                  <a:pt x="3638" y="1674"/>
                </a:cubicBezTo>
                <a:cubicBezTo>
                  <a:pt x="3579" y="1610"/>
                  <a:pt x="3577" y="1606"/>
                  <a:pt x="3575" y="1603"/>
                </a:cubicBezTo>
                <a:cubicBezTo>
                  <a:pt x="3662" y="1692"/>
                  <a:pt x="3684" y="1707"/>
                  <a:pt x="3705" y="1728"/>
                </a:cubicBezTo>
                <a:cubicBezTo>
                  <a:pt x="3780" y="1809"/>
                  <a:pt x="3780" y="1827"/>
                  <a:pt x="3786" y="1824"/>
                </a:cubicBezTo>
                <a:cubicBezTo>
                  <a:pt x="3743" y="1752"/>
                  <a:pt x="3728" y="1741"/>
                  <a:pt x="3715" y="1723"/>
                </a:cubicBezTo>
                <a:cubicBezTo>
                  <a:pt x="3691" y="1699"/>
                  <a:pt x="3682" y="1693"/>
                  <a:pt x="3674" y="1685"/>
                </a:cubicBezTo>
                <a:cubicBezTo>
                  <a:pt x="3656" y="1669"/>
                  <a:pt x="3653" y="1663"/>
                  <a:pt x="3655" y="1661"/>
                </a:cubicBezTo>
                <a:cubicBezTo>
                  <a:pt x="3701" y="1699"/>
                  <a:pt x="3704" y="1700"/>
                  <a:pt x="3707" y="1700"/>
                </a:cubicBezTo>
                <a:cubicBezTo>
                  <a:pt x="3733" y="1723"/>
                  <a:pt x="3739" y="1726"/>
                  <a:pt x="3744" y="1730"/>
                </a:cubicBezTo>
                <a:cubicBezTo>
                  <a:pt x="3810" y="1787"/>
                  <a:pt x="3819" y="1795"/>
                  <a:pt x="3827" y="1803"/>
                </a:cubicBezTo>
                <a:cubicBezTo>
                  <a:pt x="3840" y="1813"/>
                  <a:pt x="3840" y="1813"/>
                  <a:pt x="3840" y="1813"/>
                </a:cubicBezTo>
                <a:cubicBezTo>
                  <a:pt x="3784" y="1755"/>
                  <a:pt x="3778" y="1742"/>
                  <a:pt x="3769" y="1741"/>
                </a:cubicBezTo>
                <a:cubicBezTo>
                  <a:pt x="3733" y="1710"/>
                  <a:pt x="3728" y="1711"/>
                  <a:pt x="3725" y="1703"/>
                </a:cubicBezTo>
                <a:cubicBezTo>
                  <a:pt x="3677" y="1667"/>
                  <a:pt x="3672" y="1665"/>
                  <a:pt x="3670" y="1658"/>
                </a:cubicBezTo>
                <a:cubicBezTo>
                  <a:pt x="3644" y="1644"/>
                  <a:pt x="3643" y="1636"/>
                  <a:pt x="3639" y="1637"/>
                </a:cubicBezTo>
                <a:cubicBezTo>
                  <a:pt x="3601" y="1601"/>
                  <a:pt x="3599" y="1596"/>
                  <a:pt x="3597" y="1593"/>
                </a:cubicBezTo>
                <a:cubicBezTo>
                  <a:pt x="3566" y="1555"/>
                  <a:pt x="3560" y="1554"/>
                  <a:pt x="3556" y="1545"/>
                </a:cubicBezTo>
                <a:cubicBezTo>
                  <a:pt x="3552" y="1522"/>
                  <a:pt x="3553" y="1536"/>
                  <a:pt x="3559" y="1536"/>
                </a:cubicBezTo>
                <a:cubicBezTo>
                  <a:pt x="3580" y="1559"/>
                  <a:pt x="3583" y="1558"/>
                  <a:pt x="3585" y="1562"/>
                </a:cubicBezTo>
                <a:cubicBezTo>
                  <a:pt x="3634" y="1600"/>
                  <a:pt x="3637" y="1610"/>
                  <a:pt x="3644" y="1607"/>
                </a:cubicBezTo>
                <a:cubicBezTo>
                  <a:pt x="3695" y="1644"/>
                  <a:pt x="3699" y="1652"/>
                  <a:pt x="3705" y="1652"/>
                </a:cubicBezTo>
                <a:cubicBezTo>
                  <a:pt x="3754" y="1683"/>
                  <a:pt x="3757" y="1694"/>
                  <a:pt x="3762" y="1695"/>
                </a:cubicBezTo>
                <a:cubicBezTo>
                  <a:pt x="3798" y="1722"/>
                  <a:pt x="3801" y="1735"/>
                  <a:pt x="3808" y="1732"/>
                </a:cubicBezTo>
                <a:cubicBezTo>
                  <a:pt x="3735" y="1667"/>
                  <a:pt x="3734" y="1659"/>
                  <a:pt x="3730" y="1662"/>
                </a:cubicBezTo>
                <a:cubicBezTo>
                  <a:pt x="3691" y="1638"/>
                  <a:pt x="3686" y="1628"/>
                  <a:pt x="3679" y="1626"/>
                </a:cubicBezTo>
                <a:cubicBezTo>
                  <a:pt x="3606" y="1569"/>
                  <a:pt x="3593" y="1561"/>
                  <a:pt x="3584" y="1546"/>
                </a:cubicBezTo>
                <a:cubicBezTo>
                  <a:pt x="3554" y="1514"/>
                  <a:pt x="3542" y="1501"/>
                  <a:pt x="3531" y="1486"/>
                </a:cubicBezTo>
                <a:cubicBezTo>
                  <a:pt x="3515" y="1452"/>
                  <a:pt x="3508" y="1447"/>
                  <a:pt x="3512" y="1445"/>
                </a:cubicBezTo>
                <a:cubicBezTo>
                  <a:pt x="3556" y="1505"/>
                  <a:pt x="3567" y="1513"/>
                  <a:pt x="3566" y="1520"/>
                </a:cubicBezTo>
                <a:cubicBezTo>
                  <a:pt x="3605" y="1552"/>
                  <a:pt x="3611" y="1553"/>
                  <a:pt x="3616" y="1560"/>
                </a:cubicBezTo>
                <a:cubicBezTo>
                  <a:pt x="3676" y="1598"/>
                  <a:pt x="3677" y="1606"/>
                  <a:pt x="3681" y="1605"/>
                </a:cubicBezTo>
                <a:cubicBezTo>
                  <a:pt x="3717" y="1624"/>
                  <a:pt x="3722" y="1631"/>
                  <a:pt x="3729" y="1632"/>
                </a:cubicBezTo>
                <a:cubicBezTo>
                  <a:pt x="3761" y="1652"/>
                  <a:pt x="3773" y="1659"/>
                  <a:pt x="3786" y="1665"/>
                </a:cubicBezTo>
                <a:cubicBezTo>
                  <a:pt x="3834" y="1700"/>
                  <a:pt x="3837" y="1704"/>
                  <a:pt x="3840" y="1705"/>
                </a:cubicBezTo>
                <a:close/>
                <a:moveTo>
                  <a:pt x="3587" y="1208"/>
                </a:moveTo>
                <a:cubicBezTo>
                  <a:pt x="3585" y="1207"/>
                  <a:pt x="3582" y="1206"/>
                  <a:pt x="3580" y="1204"/>
                </a:cubicBezTo>
                <a:cubicBezTo>
                  <a:pt x="3578" y="1198"/>
                  <a:pt x="3586" y="1205"/>
                  <a:pt x="3587" y="1208"/>
                </a:cubicBezTo>
                <a:close/>
                <a:moveTo>
                  <a:pt x="3234" y="928"/>
                </a:moveTo>
                <a:cubicBezTo>
                  <a:pt x="3238" y="930"/>
                  <a:pt x="3243" y="932"/>
                  <a:pt x="3248" y="934"/>
                </a:cubicBezTo>
                <a:cubicBezTo>
                  <a:pt x="3256" y="941"/>
                  <a:pt x="3265" y="942"/>
                  <a:pt x="3273" y="950"/>
                </a:cubicBezTo>
                <a:cubicBezTo>
                  <a:pt x="3278" y="950"/>
                  <a:pt x="3283" y="953"/>
                  <a:pt x="3287" y="955"/>
                </a:cubicBezTo>
                <a:cubicBezTo>
                  <a:pt x="3291" y="957"/>
                  <a:pt x="3295" y="962"/>
                  <a:pt x="3299" y="962"/>
                </a:cubicBezTo>
                <a:cubicBezTo>
                  <a:pt x="3308" y="965"/>
                  <a:pt x="3317" y="970"/>
                  <a:pt x="3326" y="974"/>
                </a:cubicBezTo>
                <a:cubicBezTo>
                  <a:pt x="3342" y="986"/>
                  <a:pt x="3361" y="990"/>
                  <a:pt x="3376" y="1006"/>
                </a:cubicBezTo>
                <a:cubicBezTo>
                  <a:pt x="3381" y="1008"/>
                  <a:pt x="3386" y="1007"/>
                  <a:pt x="3389" y="1014"/>
                </a:cubicBezTo>
                <a:cubicBezTo>
                  <a:pt x="3395" y="1010"/>
                  <a:pt x="3396" y="1023"/>
                  <a:pt x="3402" y="1021"/>
                </a:cubicBezTo>
                <a:cubicBezTo>
                  <a:pt x="3410" y="1027"/>
                  <a:pt x="3418" y="1034"/>
                  <a:pt x="3427" y="1037"/>
                </a:cubicBezTo>
                <a:cubicBezTo>
                  <a:pt x="3430" y="1042"/>
                  <a:pt x="3434" y="1046"/>
                  <a:pt x="3438" y="1047"/>
                </a:cubicBezTo>
                <a:cubicBezTo>
                  <a:pt x="3439" y="1050"/>
                  <a:pt x="3436" y="1048"/>
                  <a:pt x="3434" y="1049"/>
                </a:cubicBezTo>
                <a:cubicBezTo>
                  <a:pt x="3432" y="1048"/>
                  <a:pt x="3430" y="1047"/>
                  <a:pt x="3428" y="1044"/>
                </a:cubicBezTo>
                <a:cubicBezTo>
                  <a:pt x="3422" y="1049"/>
                  <a:pt x="3422" y="1034"/>
                  <a:pt x="3415" y="1041"/>
                </a:cubicBezTo>
                <a:cubicBezTo>
                  <a:pt x="3409" y="1031"/>
                  <a:pt x="3400" y="1034"/>
                  <a:pt x="3393" y="1026"/>
                </a:cubicBezTo>
                <a:cubicBezTo>
                  <a:pt x="3392" y="1024"/>
                  <a:pt x="3388" y="1027"/>
                  <a:pt x="3387" y="1024"/>
                </a:cubicBezTo>
                <a:cubicBezTo>
                  <a:pt x="3386" y="1020"/>
                  <a:pt x="3383" y="1021"/>
                  <a:pt x="3380" y="1022"/>
                </a:cubicBezTo>
                <a:cubicBezTo>
                  <a:pt x="3378" y="1015"/>
                  <a:pt x="3372" y="1022"/>
                  <a:pt x="3370" y="1014"/>
                </a:cubicBezTo>
                <a:cubicBezTo>
                  <a:pt x="3362" y="1014"/>
                  <a:pt x="3355" y="1007"/>
                  <a:pt x="3347" y="1003"/>
                </a:cubicBezTo>
                <a:cubicBezTo>
                  <a:pt x="3338" y="1002"/>
                  <a:pt x="3331" y="995"/>
                  <a:pt x="3323" y="989"/>
                </a:cubicBezTo>
                <a:cubicBezTo>
                  <a:pt x="3315" y="989"/>
                  <a:pt x="3307" y="983"/>
                  <a:pt x="3300" y="978"/>
                </a:cubicBezTo>
                <a:cubicBezTo>
                  <a:pt x="3296" y="977"/>
                  <a:pt x="3293" y="972"/>
                  <a:pt x="3288" y="971"/>
                </a:cubicBezTo>
                <a:cubicBezTo>
                  <a:pt x="3285" y="968"/>
                  <a:pt x="3280" y="971"/>
                  <a:pt x="3278" y="963"/>
                </a:cubicBezTo>
                <a:cubicBezTo>
                  <a:pt x="3270" y="961"/>
                  <a:pt x="3264" y="953"/>
                  <a:pt x="3255" y="952"/>
                </a:cubicBezTo>
                <a:cubicBezTo>
                  <a:pt x="3254" y="950"/>
                  <a:pt x="3253" y="948"/>
                  <a:pt x="3252" y="946"/>
                </a:cubicBezTo>
                <a:cubicBezTo>
                  <a:pt x="3247" y="942"/>
                  <a:pt x="3242" y="939"/>
                  <a:pt x="3236" y="938"/>
                </a:cubicBezTo>
                <a:cubicBezTo>
                  <a:pt x="3232" y="933"/>
                  <a:pt x="3228" y="927"/>
                  <a:pt x="3222" y="927"/>
                </a:cubicBezTo>
                <a:cubicBezTo>
                  <a:pt x="3222" y="917"/>
                  <a:pt x="3230" y="930"/>
                  <a:pt x="3234" y="928"/>
                </a:cubicBezTo>
                <a:close/>
                <a:moveTo>
                  <a:pt x="3269" y="856"/>
                </a:moveTo>
                <a:cubicBezTo>
                  <a:pt x="3278" y="856"/>
                  <a:pt x="3285" y="867"/>
                  <a:pt x="3294" y="867"/>
                </a:cubicBezTo>
                <a:cubicBezTo>
                  <a:pt x="3296" y="873"/>
                  <a:pt x="3289" y="865"/>
                  <a:pt x="3287" y="868"/>
                </a:cubicBezTo>
                <a:cubicBezTo>
                  <a:pt x="3284" y="866"/>
                  <a:pt x="3281" y="867"/>
                  <a:pt x="3279" y="864"/>
                </a:cubicBezTo>
                <a:cubicBezTo>
                  <a:pt x="3274" y="860"/>
                  <a:pt x="3267" y="862"/>
                  <a:pt x="3263" y="855"/>
                </a:cubicBezTo>
                <a:cubicBezTo>
                  <a:pt x="3252" y="853"/>
                  <a:pt x="3242" y="851"/>
                  <a:pt x="3231" y="848"/>
                </a:cubicBezTo>
                <a:cubicBezTo>
                  <a:pt x="3226" y="845"/>
                  <a:pt x="3221" y="843"/>
                  <a:pt x="3215" y="843"/>
                </a:cubicBezTo>
                <a:cubicBezTo>
                  <a:pt x="3211" y="839"/>
                  <a:pt x="3206" y="839"/>
                  <a:pt x="3201" y="838"/>
                </a:cubicBezTo>
                <a:cubicBezTo>
                  <a:pt x="3195" y="839"/>
                  <a:pt x="3190" y="834"/>
                  <a:pt x="3185" y="833"/>
                </a:cubicBezTo>
                <a:cubicBezTo>
                  <a:pt x="3180" y="832"/>
                  <a:pt x="3175" y="831"/>
                  <a:pt x="3171" y="828"/>
                </a:cubicBezTo>
                <a:cubicBezTo>
                  <a:pt x="3161" y="826"/>
                  <a:pt x="3152" y="820"/>
                  <a:pt x="3142" y="820"/>
                </a:cubicBezTo>
                <a:cubicBezTo>
                  <a:pt x="3130" y="810"/>
                  <a:pt x="3117" y="809"/>
                  <a:pt x="3105" y="799"/>
                </a:cubicBezTo>
                <a:cubicBezTo>
                  <a:pt x="3102" y="800"/>
                  <a:pt x="3098" y="799"/>
                  <a:pt x="3096" y="797"/>
                </a:cubicBezTo>
                <a:cubicBezTo>
                  <a:pt x="3094" y="789"/>
                  <a:pt x="3088" y="799"/>
                  <a:pt x="3087" y="791"/>
                </a:cubicBezTo>
                <a:cubicBezTo>
                  <a:pt x="3080" y="793"/>
                  <a:pt x="3077" y="781"/>
                  <a:pt x="3069" y="784"/>
                </a:cubicBezTo>
                <a:cubicBezTo>
                  <a:pt x="3068" y="781"/>
                  <a:pt x="3066" y="778"/>
                  <a:pt x="3064" y="779"/>
                </a:cubicBezTo>
                <a:cubicBezTo>
                  <a:pt x="3064" y="777"/>
                  <a:pt x="3064" y="774"/>
                  <a:pt x="3061" y="775"/>
                </a:cubicBezTo>
                <a:cubicBezTo>
                  <a:pt x="3058" y="774"/>
                  <a:pt x="3055" y="769"/>
                  <a:pt x="3052" y="764"/>
                </a:cubicBezTo>
                <a:cubicBezTo>
                  <a:pt x="3060" y="762"/>
                  <a:pt x="3065" y="770"/>
                  <a:pt x="3072" y="769"/>
                </a:cubicBezTo>
                <a:cubicBezTo>
                  <a:pt x="3077" y="776"/>
                  <a:pt x="3084" y="774"/>
                  <a:pt x="3089" y="781"/>
                </a:cubicBezTo>
                <a:cubicBezTo>
                  <a:pt x="3094" y="782"/>
                  <a:pt x="3100" y="782"/>
                  <a:pt x="3104" y="787"/>
                </a:cubicBezTo>
                <a:cubicBezTo>
                  <a:pt x="3108" y="787"/>
                  <a:pt x="3112" y="789"/>
                  <a:pt x="3117" y="790"/>
                </a:cubicBezTo>
                <a:cubicBezTo>
                  <a:pt x="3125" y="792"/>
                  <a:pt x="3133" y="798"/>
                  <a:pt x="3142" y="801"/>
                </a:cubicBezTo>
                <a:cubicBezTo>
                  <a:pt x="3151" y="803"/>
                  <a:pt x="3160" y="806"/>
                  <a:pt x="3169" y="810"/>
                </a:cubicBezTo>
                <a:cubicBezTo>
                  <a:pt x="3177" y="812"/>
                  <a:pt x="3186" y="815"/>
                  <a:pt x="3194" y="820"/>
                </a:cubicBezTo>
                <a:cubicBezTo>
                  <a:pt x="3196" y="821"/>
                  <a:pt x="3200" y="820"/>
                  <a:pt x="3201" y="824"/>
                </a:cubicBezTo>
                <a:cubicBezTo>
                  <a:pt x="3204" y="823"/>
                  <a:pt x="3205" y="827"/>
                  <a:pt x="3208" y="826"/>
                </a:cubicBezTo>
                <a:cubicBezTo>
                  <a:pt x="3211" y="830"/>
                  <a:pt x="3217" y="825"/>
                  <a:pt x="3220" y="832"/>
                </a:cubicBezTo>
                <a:cubicBezTo>
                  <a:pt x="3229" y="834"/>
                  <a:pt x="3237" y="839"/>
                  <a:pt x="3245" y="843"/>
                </a:cubicBezTo>
                <a:cubicBezTo>
                  <a:pt x="3253" y="849"/>
                  <a:pt x="3262" y="849"/>
                  <a:pt x="3269" y="856"/>
                </a:cubicBezTo>
                <a:close/>
                <a:moveTo>
                  <a:pt x="3121" y="851"/>
                </a:moveTo>
                <a:cubicBezTo>
                  <a:pt x="3114" y="851"/>
                  <a:pt x="3115" y="840"/>
                  <a:pt x="3113" y="836"/>
                </a:cubicBezTo>
                <a:cubicBezTo>
                  <a:pt x="3120" y="836"/>
                  <a:pt x="3119" y="847"/>
                  <a:pt x="3121" y="851"/>
                </a:cubicBezTo>
                <a:close/>
                <a:moveTo>
                  <a:pt x="2966" y="723"/>
                </a:moveTo>
                <a:cubicBezTo>
                  <a:pt x="2974" y="724"/>
                  <a:pt x="2969" y="736"/>
                  <a:pt x="2973" y="741"/>
                </a:cubicBezTo>
                <a:cubicBezTo>
                  <a:pt x="2967" y="741"/>
                  <a:pt x="2968" y="728"/>
                  <a:pt x="2966" y="723"/>
                </a:cubicBezTo>
                <a:close/>
                <a:moveTo>
                  <a:pt x="3008" y="1016"/>
                </a:moveTo>
                <a:cubicBezTo>
                  <a:pt x="3004" y="1017"/>
                  <a:pt x="3007" y="1015"/>
                  <a:pt x="3006" y="1012"/>
                </a:cubicBezTo>
                <a:cubicBezTo>
                  <a:pt x="3004" y="1010"/>
                  <a:pt x="3003" y="1008"/>
                  <a:pt x="3002" y="1006"/>
                </a:cubicBezTo>
                <a:cubicBezTo>
                  <a:pt x="3001" y="1000"/>
                  <a:pt x="2996" y="993"/>
                  <a:pt x="2997" y="987"/>
                </a:cubicBezTo>
                <a:cubicBezTo>
                  <a:pt x="2997" y="982"/>
                  <a:pt x="2990" y="975"/>
                  <a:pt x="2993" y="971"/>
                </a:cubicBezTo>
                <a:cubicBezTo>
                  <a:pt x="2990" y="965"/>
                  <a:pt x="2991" y="960"/>
                  <a:pt x="2988" y="954"/>
                </a:cubicBezTo>
                <a:cubicBezTo>
                  <a:pt x="2982" y="947"/>
                  <a:pt x="2991" y="944"/>
                  <a:pt x="2984" y="937"/>
                </a:cubicBezTo>
                <a:cubicBezTo>
                  <a:pt x="2987" y="935"/>
                  <a:pt x="2982" y="930"/>
                  <a:pt x="2985" y="928"/>
                </a:cubicBezTo>
                <a:cubicBezTo>
                  <a:pt x="2985" y="926"/>
                  <a:pt x="2985" y="924"/>
                  <a:pt x="2983" y="921"/>
                </a:cubicBezTo>
                <a:cubicBezTo>
                  <a:pt x="2985" y="916"/>
                  <a:pt x="2981" y="910"/>
                  <a:pt x="2983" y="905"/>
                </a:cubicBezTo>
                <a:cubicBezTo>
                  <a:pt x="2981" y="894"/>
                  <a:pt x="2982" y="884"/>
                  <a:pt x="2978" y="872"/>
                </a:cubicBezTo>
                <a:cubicBezTo>
                  <a:pt x="2981" y="851"/>
                  <a:pt x="2975" y="827"/>
                  <a:pt x="2980" y="805"/>
                </a:cubicBezTo>
                <a:cubicBezTo>
                  <a:pt x="2976" y="795"/>
                  <a:pt x="2977" y="786"/>
                  <a:pt x="2974" y="776"/>
                </a:cubicBezTo>
                <a:cubicBezTo>
                  <a:pt x="2973" y="766"/>
                  <a:pt x="2969" y="756"/>
                  <a:pt x="2972" y="747"/>
                </a:cubicBezTo>
                <a:cubicBezTo>
                  <a:pt x="2979" y="747"/>
                  <a:pt x="2976" y="759"/>
                  <a:pt x="2978" y="763"/>
                </a:cubicBezTo>
                <a:cubicBezTo>
                  <a:pt x="2977" y="769"/>
                  <a:pt x="2980" y="775"/>
                  <a:pt x="2980" y="781"/>
                </a:cubicBezTo>
                <a:cubicBezTo>
                  <a:pt x="2988" y="789"/>
                  <a:pt x="2979" y="792"/>
                  <a:pt x="2985" y="800"/>
                </a:cubicBezTo>
                <a:cubicBezTo>
                  <a:pt x="2984" y="805"/>
                  <a:pt x="2988" y="812"/>
                  <a:pt x="2984" y="817"/>
                </a:cubicBezTo>
                <a:cubicBezTo>
                  <a:pt x="2988" y="818"/>
                  <a:pt x="2987" y="820"/>
                  <a:pt x="2988" y="823"/>
                </a:cubicBezTo>
                <a:cubicBezTo>
                  <a:pt x="2985" y="826"/>
                  <a:pt x="2991" y="826"/>
                  <a:pt x="2988" y="828"/>
                </a:cubicBezTo>
                <a:cubicBezTo>
                  <a:pt x="2988" y="834"/>
                  <a:pt x="2990" y="841"/>
                  <a:pt x="2990" y="846"/>
                </a:cubicBezTo>
                <a:cubicBezTo>
                  <a:pt x="2992" y="853"/>
                  <a:pt x="2990" y="858"/>
                  <a:pt x="2992" y="864"/>
                </a:cubicBezTo>
                <a:cubicBezTo>
                  <a:pt x="2994" y="871"/>
                  <a:pt x="2988" y="875"/>
                  <a:pt x="2994" y="882"/>
                </a:cubicBezTo>
                <a:cubicBezTo>
                  <a:pt x="2989" y="887"/>
                  <a:pt x="2996" y="894"/>
                  <a:pt x="2996" y="900"/>
                </a:cubicBezTo>
                <a:cubicBezTo>
                  <a:pt x="2996" y="906"/>
                  <a:pt x="2998" y="912"/>
                  <a:pt x="2998" y="918"/>
                </a:cubicBezTo>
                <a:cubicBezTo>
                  <a:pt x="2997" y="930"/>
                  <a:pt x="3002" y="942"/>
                  <a:pt x="2999" y="953"/>
                </a:cubicBezTo>
                <a:cubicBezTo>
                  <a:pt x="3003" y="978"/>
                  <a:pt x="3006" y="1001"/>
                  <a:pt x="3017" y="1028"/>
                </a:cubicBezTo>
                <a:cubicBezTo>
                  <a:pt x="3012" y="1030"/>
                  <a:pt x="3011" y="1019"/>
                  <a:pt x="3008" y="1016"/>
                </a:cubicBezTo>
                <a:close/>
                <a:moveTo>
                  <a:pt x="3027" y="1036"/>
                </a:moveTo>
                <a:cubicBezTo>
                  <a:pt x="3032" y="1033"/>
                  <a:pt x="3024" y="1028"/>
                  <a:pt x="3023" y="1024"/>
                </a:cubicBezTo>
                <a:cubicBezTo>
                  <a:pt x="3013" y="970"/>
                  <a:pt x="3013" y="964"/>
                  <a:pt x="3010" y="958"/>
                </a:cubicBezTo>
                <a:cubicBezTo>
                  <a:pt x="3009" y="898"/>
                  <a:pt x="3001" y="890"/>
                  <a:pt x="3007" y="886"/>
                </a:cubicBezTo>
                <a:cubicBezTo>
                  <a:pt x="2992" y="822"/>
                  <a:pt x="3003" y="819"/>
                  <a:pt x="2998" y="812"/>
                </a:cubicBezTo>
                <a:cubicBezTo>
                  <a:pt x="2992" y="771"/>
                  <a:pt x="2986" y="766"/>
                  <a:pt x="2990" y="764"/>
                </a:cubicBezTo>
                <a:cubicBezTo>
                  <a:pt x="2983" y="719"/>
                  <a:pt x="2985" y="730"/>
                  <a:pt x="2988" y="733"/>
                </a:cubicBezTo>
                <a:cubicBezTo>
                  <a:pt x="3000" y="776"/>
                  <a:pt x="3004" y="782"/>
                  <a:pt x="3003" y="787"/>
                </a:cubicBezTo>
                <a:cubicBezTo>
                  <a:pt x="3014" y="823"/>
                  <a:pt x="3013" y="827"/>
                  <a:pt x="3018" y="833"/>
                </a:cubicBezTo>
                <a:cubicBezTo>
                  <a:pt x="3023" y="872"/>
                  <a:pt x="3015" y="879"/>
                  <a:pt x="3023" y="890"/>
                </a:cubicBezTo>
                <a:cubicBezTo>
                  <a:pt x="3027" y="937"/>
                  <a:pt x="3022" y="940"/>
                  <a:pt x="3027" y="945"/>
                </a:cubicBezTo>
                <a:cubicBezTo>
                  <a:pt x="3036" y="1011"/>
                  <a:pt x="3031" y="1019"/>
                  <a:pt x="3037" y="1030"/>
                </a:cubicBezTo>
                <a:close/>
                <a:moveTo>
                  <a:pt x="2998" y="735"/>
                </a:moveTo>
                <a:cubicBezTo>
                  <a:pt x="3003" y="732"/>
                  <a:pt x="3005" y="737"/>
                  <a:pt x="3008" y="740"/>
                </a:cubicBezTo>
                <a:cubicBezTo>
                  <a:pt x="3006" y="741"/>
                  <a:pt x="3004" y="742"/>
                  <a:pt x="3002" y="744"/>
                </a:cubicBezTo>
                <a:cubicBezTo>
                  <a:pt x="3001" y="741"/>
                  <a:pt x="2999" y="738"/>
                  <a:pt x="2998" y="735"/>
                </a:cubicBezTo>
                <a:close/>
                <a:moveTo>
                  <a:pt x="3035" y="859"/>
                </a:moveTo>
                <a:cubicBezTo>
                  <a:pt x="3033" y="862"/>
                  <a:pt x="3036" y="867"/>
                  <a:pt x="3037" y="871"/>
                </a:cubicBezTo>
                <a:cubicBezTo>
                  <a:pt x="3040" y="880"/>
                  <a:pt x="3037" y="886"/>
                  <a:pt x="3043" y="895"/>
                </a:cubicBezTo>
                <a:cubicBezTo>
                  <a:pt x="3041" y="899"/>
                  <a:pt x="3043" y="904"/>
                  <a:pt x="3044" y="908"/>
                </a:cubicBezTo>
                <a:cubicBezTo>
                  <a:pt x="3044" y="912"/>
                  <a:pt x="3047" y="917"/>
                  <a:pt x="3046" y="921"/>
                </a:cubicBezTo>
                <a:cubicBezTo>
                  <a:pt x="3051" y="926"/>
                  <a:pt x="3043" y="928"/>
                  <a:pt x="3048" y="933"/>
                </a:cubicBezTo>
                <a:cubicBezTo>
                  <a:pt x="3046" y="936"/>
                  <a:pt x="3052" y="942"/>
                  <a:pt x="3049" y="944"/>
                </a:cubicBezTo>
                <a:cubicBezTo>
                  <a:pt x="3054" y="948"/>
                  <a:pt x="3044" y="955"/>
                  <a:pt x="3051" y="953"/>
                </a:cubicBezTo>
                <a:cubicBezTo>
                  <a:pt x="3053" y="958"/>
                  <a:pt x="3047" y="961"/>
                  <a:pt x="3053" y="966"/>
                </a:cubicBezTo>
                <a:cubicBezTo>
                  <a:pt x="3054" y="974"/>
                  <a:pt x="3060" y="983"/>
                  <a:pt x="3055" y="989"/>
                </a:cubicBezTo>
                <a:cubicBezTo>
                  <a:pt x="3063" y="1007"/>
                  <a:pt x="3055" y="1021"/>
                  <a:pt x="3064" y="1039"/>
                </a:cubicBezTo>
                <a:cubicBezTo>
                  <a:pt x="3064" y="1046"/>
                  <a:pt x="3060" y="1052"/>
                  <a:pt x="3066" y="1060"/>
                </a:cubicBezTo>
                <a:cubicBezTo>
                  <a:pt x="3061" y="1065"/>
                  <a:pt x="3066" y="1073"/>
                  <a:pt x="3066" y="1079"/>
                </a:cubicBezTo>
                <a:cubicBezTo>
                  <a:pt x="3059" y="1084"/>
                  <a:pt x="3069" y="1094"/>
                  <a:pt x="3064" y="1100"/>
                </a:cubicBezTo>
                <a:cubicBezTo>
                  <a:pt x="3067" y="1107"/>
                  <a:pt x="3063" y="1112"/>
                  <a:pt x="3067" y="1120"/>
                </a:cubicBezTo>
                <a:cubicBezTo>
                  <a:pt x="3062" y="1121"/>
                  <a:pt x="3060" y="1110"/>
                  <a:pt x="3056" y="1106"/>
                </a:cubicBezTo>
                <a:cubicBezTo>
                  <a:pt x="3056" y="1100"/>
                  <a:pt x="3049" y="1092"/>
                  <a:pt x="3050" y="1085"/>
                </a:cubicBezTo>
                <a:cubicBezTo>
                  <a:pt x="3047" y="1075"/>
                  <a:pt x="3049" y="1065"/>
                  <a:pt x="3046" y="1055"/>
                </a:cubicBezTo>
                <a:cubicBezTo>
                  <a:pt x="3048" y="1050"/>
                  <a:pt x="3047" y="1045"/>
                  <a:pt x="3045" y="1039"/>
                </a:cubicBezTo>
                <a:cubicBezTo>
                  <a:pt x="3050" y="1035"/>
                  <a:pt x="3042" y="1029"/>
                  <a:pt x="3046" y="1025"/>
                </a:cubicBezTo>
                <a:cubicBezTo>
                  <a:pt x="3043" y="1014"/>
                  <a:pt x="3045" y="1005"/>
                  <a:pt x="3042" y="994"/>
                </a:cubicBezTo>
                <a:cubicBezTo>
                  <a:pt x="3045" y="991"/>
                  <a:pt x="3038" y="984"/>
                  <a:pt x="3042" y="981"/>
                </a:cubicBezTo>
                <a:cubicBezTo>
                  <a:pt x="3040" y="975"/>
                  <a:pt x="3041" y="971"/>
                  <a:pt x="3036" y="965"/>
                </a:cubicBezTo>
                <a:cubicBezTo>
                  <a:pt x="3042" y="961"/>
                  <a:pt x="3038" y="955"/>
                  <a:pt x="3035" y="949"/>
                </a:cubicBezTo>
                <a:cubicBezTo>
                  <a:pt x="3042" y="946"/>
                  <a:pt x="3035" y="940"/>
                  <a:pt x="3035" y="935"/>
                </a:cubicBezTo>
                <a:cubicBezTo>
                  <a:pt x="3042" y="928"/>
                  <a:pt x="3030" y="915"/>
                  <a:pt x="3036" y="908"/>
                </a:cubicBezTo>
                <a:cubicBezTo>
                  <a:pt x="3029" y="900"/>
                  <a:pt x="3036" y="897"/>
                  <a:pt x="3032" y="891"/>
                </a:cubicBezTo>
                <a:cubicBezTo>
                  <a:pt x="3031" y="886"/>
                  <a:pt x="3032" y="882"/>
                  <a:pt x="3032" y="877"/>
                </a:cubicBezTo>
                <a:cubicBezTo>
                  <a:pt x="3031" y="867"/>
                  <a:pt x="3031" y="858"/>
                  <a:pt x="3029" y="848"/>
                </a:cubicBezTo>
                <a:cubicBezTo>
                  <a:pt x="3036" y="847"/>
                  <a:pt x="3032" y="856"/>
                  <a:pt x="3035" y="859"/>
                </a:cubicBezTo>
                <a:close/>
                <a:moveTo>
                  <a:pt x="3020" y="794"/>
                </a:moveTo>
                <a:cubicBezTo>
                  <a:pt x="3022" y="799"/>
                  <a:pt x="3021" y="803"/>
                  <a:pt x="3026" y="809"/>
                </a:cubicBezTo>
                <a:cubicBezTo>
                  <a:pt x="3021" y="813"/>
                  <a:pt x="3030" y="821"/>
                  <a:pt x="3027" y="825"/>
                </a:cubicBezTo>
                <a:cubicBezTo>
                  <a:pt x="3033" y="831"/>
                  <a:pt x="3028" y="835"/>
                  <a:pt x="3033" y="841"/>
                </a:cubicBezTo>
                <a:cubicBezTo>
                  <a:pt x="3025" y="846"/>
                  <a:pt x="3028" y="832"/>
                  <a:pt x="3026" y="828"/>
                </a:cubicBezTo>
                <a:cubicBezTo>
                  <a:pt x="3022" y="822"/>
                  <a:pt x="3025" y="818"/>
                  <a:pt x="3019" y="811"/>
                </a:cubicBezTo>
                <a:cubicBezTo>
                  <a:pt x="3023" y="803"/>
                  <a:pt x="3013" y="791"/>
                  <a:pt x="3013" y="781"/>
                </a:cubicBezTo>
                <a:cubicBezTo>
                  <a:pt x="3020" y="780"/>
                  <a:pt x="3017" y="790"/>
                  <a:pt x="3020" y="794"/>
                </a:cubicBezTo>
                <a:close/>
                <a:moveTo>
                  <a:pt x="3009" y="726"/>
                </a:moveTo>
                <a:cubicBezTo>
                  <a:pt x="3000" y="718"/>
                  <a:pt x="2991" y="710"/>
                  <a:pt x="2981" y="706"/>
                </a:cubicBezTo>
                <a:cubicBezTo>
                  <a:pt x="2978" y="701"/>
                  <a:pt x="2988" y="702"/>
                  <a:pt x="2988" y="705"/>
                </a:cubicBezTo>
                <a:cubicBezTo>
                  <a:pt x="2991" y="704"/>
                  <a:pt x="2994" y="705"/>
                  <a:pt x="2996" y="709"/>
                </a:cubicBezTo>
                <a:cubicBezTo>
                  <a:pt x="3002" y="709"/>
                  <a:pt x="3008" y="713"/>
                  <a:pt x="3013" y="715"/>
                </a:cubicBezTo>
                <a:cubicBezTo>
                  <a:pt x="3024" y="722"/>
                  <a:pt x="3036" y="723"/>
                  <a:pt x="3046" y="729"/>
                </a:cubicBezTo>
                <a:cubicBezTo>
                  <a:pt x="3057" y="733"/>
                  <a:pt x="3068" y="740"/>
                  <a:pt x="3080" y="740"/>
                </a:cubicBezTo>
                <a:cubicBezTo>
                  <a:pt x="3084" y="749"/>
                  <a:pt x="3092" y="742"/>
                  <a:pt x="3096" y="750"/>
                </a:cubicBezTo>
                <a:cubicBezTo>
                  <a:pt x="3103" y="748"/>
                  <a:pt x="3106" y="756"/>
                  <a:pt x="3112" y="754"/>
                </a:cubicBezTo>
                <a:cubicBezTo>
                  <a:pt x="3122" y="765"/>
                  <a:pt x="3136" y="763"/>
                  <a:pt x="3146" y="771"/>
                </a:cubicBezTo>
                <a:cubicBezTo>
                  <a:pt x="3151" y="776"/>
                  <a:pt x="3159" y="772"/>
                  <a:pt x="3163" y="780"/>
                </a:cubicBezTo>
                <a:cubicBezTo>
                  <a:pt x="3168" y="781"/>
                  <a:pt x="3174" y="783"/>
                  <a:pt x="3178" y="788"/>
                </a:cubicBezTo>
                <a:cubicBezTo>
                  <a:pt x="3189" y="792"/>
                  <a:pt x="3199" y="799"/>
                  <a:pt x="3210" y="805"/>
                </a:cubicBezTo>
                <a:cubicBezTo>
                  <a:pt x="3214" y="814"/>
                  <a:pt x="3222" y="809"/>
                  <a:pt x="3225" y="818"/>
                </a:cubicBezTo>
                <a:cubicBezTo>
                  <a:pt x="3231" y="818"/>
                  <a:pt x="3235" y="826"/>
                  <a:pt x="3241" y="826"/>
                </a:cubicBezTo>
                <a:cubicBezTo>
                  <a:pt x="3242" y="828"/>
                  <a:pt x="3243" y="830"/>
                  <a:pt x="3244" y="832"/>
                </a:cubicBezTo>
                <a:cubicBezTo>
                  <a:pt x="3234" y="831"/>
                  <a:pt x="3225" y="823"/>
                  <a:pt x="3215" y="819"/>
                </a:cubicBezTo>
                <a:cubicBezTo>
                  <a:pt x="3205" y="814"/>
                  <a:pt x="3195" y="810"/>
                  <a:pt x="3185" y="806"/>
                </a:cubicBezTo>
                <a:cubicBezTo>
                  <a:pt x="3181" y="801"/>
                  <a:pt x="3175" y="801"/>
                  <a:pt x="3170" y="798"/>
                </a:cubicBezTo>
                <a:cubicBezTo>
                  <a:pt x="3167" y="799"/>
                  <a:pt x="3164" y="798"/>
                  <a:pt x="3162" y="794"/>
                </a:cubicBezTo>
                <a:cubicBezTo>
                  <a:pt x="3159" y="797"/>
                  <a:pt x="3158" y="795"/>
                  <a:pt x="3156" y="792"/>
                </a:cubicBezTo>
                <a:cubicBezTo>
                  <a:pt x="3150" y="797"/>
                  <a:pt x="3147" y="787"/>
                  <a:pt x="3141" y="790"/>
                </a:cubicBezTo>
                <a:cubicBezTo>
                  <a:pt x="3139" y="785"/>
                  <a:pt x="3135" y="789"/>
                  <a:pt x="3133" y="786"/>
                </a:cubicBezTo>
                <a:cubicBezTo>
                  <a:pt x="3131" y="785"/>
                  <a:pt x="3129" y="784"/>
                  <a:pt x="3128" y="781"/>
                </a:cubicBezTo>
                <a:cubicBezTo>
                  <a:pt x="3122" y="779"/>
                  <a:pt x="3116" y="781"/>
                  <a:pt x="3112" y="777"/>
                </a:cubicBezTo>
                <a:cubicBezTo>
                  <a:pt x="3106" y="777"/>
                  <a:pt x="3103" y="770"/>
                  <a:pt x="3097" y="774"/>
                </a:cubicBezTo>
                <a:cubicBezTo>
                  <a:pt x="3088" y="764"/>
                  <a:pt x="3077" y="763"/>
                  <a:pt x="3067" y="756"/>
                </a:cubicBezTo>
                <a:cubicBezTo>
                  <a:pt x="3056" y="755"/>
                  <a:pt x="3048" y="745"/>
                  <a:pt x="3037" y="743"/>
                </a:cubicBezTo>
                <a:cubicBezTo>
                  <a:pt x="3029" y="733"/>
                  <a:pt x="3018" y="734"/>
                  <a:pt x="3009" y="726"/>
                </a:cubicBezTo>
                <a:close/>
                <a:moveTo>
                  <a:pt x="3088" y="932"/>
                </a:moveTo>
                <a:cubicBezTo>
                  <a:pt x="3086" y="928"/>
                  <a:pt x="3084" y="924"/>
                  <a:pt x="3081" y="920"/>
                </a:cubicBezTo>
                <a:cubicBezTo>
                  <a:pt x="3085" y="915"/>
                  <a:pt x="3078" y="907"/>
                  <a:pt x="3079" y="902"/>
                </a:cubicBezTo>
                <a:cubicBezTo>
                  <a:pt x="3082" y="897"/>
                  <a:pt x="3078" y="890"/>
                  <a:pt x="3077" y="884"/>
                </a:cubicBezTo>
                <a:cubicBezTo>
                  <a:pt x="3077" y="878"/>
                  <a:pt x="3071" y="871"/>
                  <a:pt x="3072" y="865"/>
                </a:cubicBezTo>
                <a:cubicBezTo>
                  <a:pt x="3068" y="861"/>
                  <a:pt x="3070" y="859"/>
                  <a:pt x="3069" y="856"/>
                </a:cubicBezTo>
                <a:cubicBezTo>
                  <a:pt x="3067" y="853"/>
                  <a:pt x="3065" y="850"/>
                  <a:pt x="3068" y="848"/>
                </a:cubicBezTo>
                <a:cubicBezTo>
                  <a:pt x="3062" y="838"/>
                  <a:pt x="3063" y="821"/>
                  <a:pt x="3054" y="815"/>
                </a:cubicBezTo>
                <a:cubicBezTo>
                  <a:pt x="3057" y="813"/>
                  <a:pt x="3053" y="809"/>
                  <a:pt x="3051" y="806"/>
                </a:cubicBezTo>
                <a:cubicBezTo>
                  <a:pt x="3049" y="802"/>
                  <a:pt x="3051" y="800"/>
                  <a:pt x="3049" y="796"/>
                </a:cubicBezTo>
                <a:cubicBezTo>
                  <a:pt x="3050" y="791"/>
                  <a:pt x="3041" y="784"/>
                  <a:pt x="3048" y="780"/>
                </a:cubicBezTo>
                <a:cubicBezTo>
                  <a:pt x="3068" y="811"/>
                  <a:pt x="3067" y="836"/>
                  <a:pt x="3080" y="866"/>
                </a:cubicBezTo>
                <a:cubicBezTo>
                  <a:pt x="3079" y="871"/>
                  <a:pt x="3078" y="877"/>
                  <a:pt x="3082" y="884"/>
                </a:cubicBezTo>
                <a:cubicBezTo>
                  <a:pt x="3080" y="888"/>
                  <a:pt x="3085" y="895"/>
                  <a:pt x="3083" y="900"/>
                </a:cubicBezTo>
                <a:cubicBezTo>
                  <a:pt x="3083" y="905"/>
                  <a:pt x="3086" y="911"/>
                  <a:pt x="3087" y="916"/>
                </a:cubicBezTo>
                <a:cubicBezTo>
                  <a:pt x="3085" y="921"/>
                  <a:pt x="3090" y="927"/>
                  <a:pt x="3088" y="932"/>
                </a:cubicBezTo>
                <a:cubicBezTo>
                  <a:pt x="3095" y="940"/>
                  <a:pt x="3082" y="936"/>
                  <a:pt x="3088" y="932"/>
                </a:cubicBezTo>
                <a:close/>
                <a:moveTo>
                  <a:pt x="3098" y="1017"/>
                </a:moveTo>
                <a:cubicBezTo>
                  <a:pt x="3095" y="1012"/>
                  <a:pt x="3099" y="1010"/>
                  <a:pt x="3094" y="1005"/>
                </a:cubicBezTo>
                <a:cubicBezTo>
                  <a:pt x="3100" y="1001"/>
                  <a:pt x="3093" y="994"/>
                  <a:pt x="3097" y="990"/>
                </a:cubicBezTo>
                <a:cubicBezTo>
                  <a:pt x="3099" y="995"/>
                  <a:pt x="3100" y="1000"/>
                  <a:pt x="3097" y="1004"/>
                </a:cubicBezTo>
                <a:cubicBezTo>
                  <a:pt x="3101" y="1012"/>
                  <a:pt x="3100" y="1019"/>
                  <a:pt x="3101" y="1026"/>
                </a:cubicBezTo>
                <a:cubicBezTo>
                  <a:pt x="3097" y="1027"/>
                  <a:pt x="3100" y="1024"/>
                  <a:pt x="3099" y="1022"/>
                </a:cubicBezTo>
                <a:cubicBezTo>
                  <a:pt x="3097" y="1020"/>
                  <a:pt x="3097" y="1018"/>
                  <a:pt x="3098" y="1017"/>
                </a:cubicBezTo>
                <a:close/>
                <a:moveTo>
                  <a:pt x="3102" y="1037"/>
                </a:moveTo>
                <a:cubicBezTo>
                  <a:pt x="3104" y="1040"/>
                  <a:pt x="3102" y="1040"/>
                  <a:pt x="3102" y="1042"/>
                </a:cubicBezTo>
                <a:cubicBezTo>
                  <a:pt x="3103" y="1051"/>
                  <a:pt x="3095" y="1030"/>
                  <a:pt x="3102" y="1037"/>
                </a:cubicBezTo>
                <a:close/>
                <a:moveTo>
                  <a:pt x="3133" y="1125"/>
                </a:moveTo>
                <a:cubicBezTo>
                  <a:pt x="3136" y="1144"/>
                  <a:pt x="3134" y="1162"/>
                  <a:pt x="3134" y="1180"/>
                </a:cubicBezTo>
                <a:cubicBezTo>
                  <a:pt x="3121" y="1261"/>
                  <a:pt x="3124" y="1266"/>
                  <a:pt x="3120" y="1270"/>
                </a:cubicBezTo>
                <a:cubicBezTo>
                  <a:pt x="3117" y="1275"/>
                  <a:pt x="3119" y="1274"/>
                  <a:pt x="3118" y="1271"/>
                </a:cubicBezTo>
                <a:cubicBezTo>
                  <a:pt x="3121" y="1257"/>
                  <a:pt x="3119" y="1254"/>
                  <a:pt x="3118" y="1252"/>
                </a:cubicBezTo>
                <a:cubicBezTo>
                  <a:pt x="3118" y="1228"/>
                  <a:pt x="3121" y="1224"/>
                  <a:pt x="3121" y="1220"/>
                </a:cubicBezTo>
                <a:cubicBezTo>
                  <a:pt x="3122" y="1171"/>
                  <a:pt x="3120" y="1162"/>
                  <a:pt x="3122" y="1154"/>
                </a:cubicBezTo>
                <a:cubicBezTo>
                  <a:pt x="3120" y="1095"/>
                  <a:pt x="3117" y="1089"/>
                  <a:pt x="3118" y="1085"/>
                </a:cubicBezTo>
                <a:cubicBezTo>
                  <a:pt x="3110" y="1040"/>
                  <a:pt x="3113" y="1036"/>
                  <a:pt x="3112" y="1031"/>
                </a:cubicBezTo>
                <a:cubicBezTo>
                  <a:pt x="3101" y="953"/>
                  <a:pt x="3102" y="945"/>
                  <a:pt x="3098" y="935"/>
                </a:cubicBezTo>
                <a:cubicBezTo>
                  <a:pt x="3089" y="874"/>
                  <a:pt x="3092" y="870"/>
                  <a:pt x="3088" y="864"/>
                </a:cubicBezTo>
                <a:cubicBezTo>
                  <a:pt x="3074" y="793"/>
                  <a:pt x="3077" y="807"/>
                  <a:pt x="3084" y="806"/>
                </a:cubicBezTo>
                <a:cubicBezTo>
                  <a:pt x="3106" y="855"/>
                  <a:pt x="3107" y="860"/>
                  <a:pt x="3110" y="865"/>
                </a:cubicBezTo>
                <a:cubicBezTo>
                  <a:pt x="3119" y="919"/>
                  <a:pt x="3123" y="929"/>
                  <a:pt x="3125" y="939"/>
                </a:cubicBezTo>
                <a:cubicBezTo>
                  <a:pt x="3124" y="973"/>
                  <a:pt x="3130" y="984"/>
                  <a:pt x="3128" y="992"/>
                </a:cubicBezTo>
                <a:cubicBezTo>
                  <a:pt x="3131" y="1008"/>
                  <a:pt x="3129" y="1011"/>
                  <a:pt x="3129" y="1013"/>
                </a:cubicBezTo>
                <a:cubicBezTo>
                  <a:pt x="3134" y="1056"/>
                  <a:pt x="3135" y="1065"/>
                  <a:pt x="3133" y="1073"/>
                </a:cubicBezTo>
                <a:close/>
                <a:moveTo>
                  <a:pt x="3146" y="1143"/>
                </a:moveTo>
                <a:cubicBezTo>
                  <a:pt x="3139" y="1144"/>
                  <a:pt x="3146" y="1139"/>
                  <a:pt x="3144" y="1135"/>
                </a:cubicBezTo>
                <a:cubicBezTo>
                  <a:pt x="3141" y="1129"/>
                  <a:pt x="3149" y="1134"/>
                  <a:pt x="3146" y="1143"/>
                </a:cubicBezTo>
                <a:close/>
                <a:moveTo>
                  <a:pt x="3147" y="967"/>
                </a:moveTo>
                <a:cubicBezTo>
                  <a:pt x="3145" y="973"/>
                  <a:pt x="3147" y="979"/>
                  <a:pt x="3145" y="984"/>
                </a:cubicBezTo>
                <a:cubicBezTo>
                  <a:pt x="3149" y="991"/>
                  <a:pt x="3145" y="996"/>
                  <a:pt x="3144" y="1001"/>
                </a:cubicBezTo>
                <a:cubicBezTo>
                  <a:pt x="3149" y="1023"/>
                  <a:pt x="3149" y="1042"/>
                  <a:pt x="3149" y="1062"/>
                </a:cubicBezTo>
                <a:cubicBezTo>
                  <a:pt x="3146" y="1071"/>
                  <a:pt x="3150" y="1082"/>
                  <a:pt x="3146" y="1091"/>
                </a:cubicBezTo>
                <a:cubicBezTo>
                  <a:pt x="3152" y="1102"/>
                  <a:pt x="3144" y="1110"/>
                  <a:pt x="3147" y="1120"/>
                </a:cubicBezTo>
                <a:cubicBezTo>
                  <a:pt x="3141" y="1123"/>
                  <a:pt x="3146" y="1114"/>
                  <a:pt x="3144" y="1111"/>
                </a:cubicBezTo>
                <a:cubicBezTo>
                  <a:pt x="3144" y="1107"/>
                  <a:pt x="3144" y="1103"/>
                  <a:pt x="3145" y="1099"/>
                </a:cubicBezTo>
                <a:cubicBezTo>
                  <a:pt x="3144" y="1091"/>
                  <a:pt x="3143" y="1084"/>
                  <a:pt x="3146" y="1077"/>
                </a:cubicBezTo>
                <a:cubicBezTo>
                  <a:pt x="3144" y="1068"/>
                  <a:pt x="3143" y="1060"/>
                  <a:pt x="3143" y="1051"/>
                </a:cubicBezTo>
                <a:cubicBezTo>
                  <a:pt x="3145" y="1048"/>
                  <a:pt x="3142" y="1043"/>
                  <a:pt x="3141" y="1039"/>
                </a:cubicBezTo>
                <a:cubicBezTo>
                  <a:pt x="3146" y="1037"/>
                  <a:pt x="3140" y="1032"/>
                  <a:pt x="3144" y="1029"/>
                </a:cubicBezTo>
                <a:cubicBezTo>
                  <a:pt x="3140" y="1021"/>
                  <a:pt x="3138" y="1014"/>
                  <a:pt x="3139" y="1007"/>
                </a:cubicBezTo>
                <a:cubicBezTo>
                  <a:pt x="3139" y="1003"/>
                  <a:pt x="3139" y="1000"/>
                  <a:pt x="3139" y="996"/>
                </a:cubicBezTo>
                <a:cubicBezTo>
                  <a:pt x="3141" y="994"/>
                  <a:pt x="3134" y="988"/>
                  <a:pt x="3138" y="986"/>
                </a:cubicBezTo>
                <a:cubicBezTo>
                  <a:pt x="3136" y="972"/>
                  <a:pt x="3137" y="959"/>
                  <a:pt x="3134" y="945"/>
                </a:cubicBezTo>
                <a:cubicBezTo>
                  <a:pt x="3135" y="918"/>
                  <a:pt x="3119" y="886"/>
                  <a:pt x="3120" y="859"/>
                </a:cubicBezTo>
                <a:cubicBezTo>
                  <a:pt x="3127" y="860"/>
                  <a:pt x="3129" y="873"/>
                  <a:pt x="3131" y="878"/>
                </a:cubicBezTo>
                <a:cubicBezTo>
                  <a:pt x="3130" y="883"/>
                  <a:pt x="3136" y="891"/>
                  <a:pt x="3136" y="897"/>
                </a:cubicBezTo>
                <a:cubicBezTo>
                  <a:pt x="3134" y="902"/>
                  <a:pt x="3140" y="909"/>
                  <a:pt x="3138" y="915"/>
                </a:cubicBezTo>
                <a:cubicBezTo>
                  <a:pt x="3140" y="918"/>
                  <a:pt x="3140" y="921"/>
                  <a:pt x="3138" y="923"/>
                </a:cubicBezTo>
                <a:cubicBezTo>
                  <a:pt x="3142" y="924"/>
                  <a:pt x="3140" y="926"/>
                  <a:pt x="3141" y="929"/>
                </a:cubicBezTo>
                <a:cubicBezTo>
                  <a:pt x="3145" y="943"/>
                  <a:pt x="3143" y="954"/>
                  <a:pt x="3147" y="967"/>
                </a:cubicBezTo>
                <a:close/>
                <a:moveTo>
                  <a:pt x="3300" y="1035"/>
                </a:moveTo>
                <a:cubicBezTo>
                  <a:pt x="3295" y="1028"/>
                  <a:pt x="3289" y="1022"/>
                  <a:pt x="3282" y="1018"/>
                </a:cubicBezTo>
                <a:cubicBezTo>
                  <a:pt x="3274" y="1001"/>
                  <a:pt x="3280" y="1009"/>
                  <a:pt x="3288" y="1009"/>
                </a:cubicBezTo>
                <a:cubicBezTo>
                  <a:pt x="3320" y="1033"/>
                  <a:pt x="3323" y="1035"/>
                  <a:pt x="3327" y="1034"/>
                </a:cubicBezTo>
                <a:cubicBezTo>
                  <a:pt x="3370" y="1056"/>
                  <a:pt x="3372" y="1065"/>
                  <a:pt x="3376" y="1063"/>
                </a:cubicBezTo>
                <a:cubicBezTo>
                  <a:pt x="3411" y="1085"/>
                  <a:pt x="3419" y="1084"/>
                  <a:pt x="3425" y="1090"/>
                </a:cubicBezTo>
                <a:cubicBezTo>
                  <a:pt x="3450" y="1102"/>
                  <a:pt x="3451" y="1113"/>
                  <a:pt x="3455" y="1111"/>
                </a:cubicBezTo>
                <a:cubicBezTo>
                  <a:pt x="3509" y="1144"/>
                  <a:pt x="3517" y="1145"/>
                  <a:pt x="3523" y="1152"/>
                </a:cubicBezTo>
                <a:cubicBezTo>
                  <a:pt x="3573" y="1200"/>
                  <a:pt x="3569" y="1200"/>
                  <a:pt x="3566" y="1195"/>
                </a:cubicBezTo>
                <a:cubicBezTo>
                  <a:pt x="3552" y="1189"/>
                  <a:pt x="3548" y="1189"/>
                  <a:pt x="3545" y="1185"/>
                </a:cubicBezTo>
                <a:cubicBezTo>
                  <a:pt x="3524" y="1178"/>
                  <a:pt x="3521" y="1172"/>
                  <a:pt x="3516" y="1174"/>
                </a:cubicBezTo>
                <a:cubicBezTo>
                  <a:pt x="3469" y="1147"/>
                  <a:pt x="3462" y="1147"/>
                  <a:pt x="3456" y="1140"/>
                </a:cubicBezTo>
                <a:cubicBezTo>
                  <a:pt x="3430" y="1127"/>
                  <a:pt x="3424" y="1119"/>
                  <a:pt x="3417" y="1119"/>
                </a:cubicBezTo>
                <a:cubicBezTo>
                  <a:pt x="3373" y="1091"/>
                  <a:pt x="3369" y="1091"/>
                  <a:pt x="3366" y="1088"/>
                </a:cubicBezTo>
                <a:cubicBezTo>
                  <a:pt x="3343" y="1075"/>
                  <a:pt x="3342" y="1066"/>
                  <a:pt x="3338" y="1068"/>
                </a:cubicBezTo>
                <a:close/>
                <a:moveTo>
                  <a:pt x="3392" y="1172"/>
                </a:moveTo>
                <a:cubicBezTo>
                  <a:pt x="3385" y="1167"/>
                  <a:pt x="3378" y="1163"/>
                  <a:pt x="3372" y="1156"/>
                </a:cubicBezTo>
                <a:cubicBezTo>
                  <a:pt x="3399" y="1168"/>
                  <a:pt x="3400" y="1175"/>
                  <a:pt x="3404" y="1173"/>
                </a:cubicBezTo>
                <a:cubicBezTo>
                  <a:pt x="3454" y="1209"/>
                  <a:pt x="3460" y="1205"/>
                  <a:pt x="3464" y="1212"/>
                </a:cubicBezTo>
                <a:cubicBezTo>
                  <a:pt x="3514" y="1237"/>
                  <a:pt x="3515" y="1240"/>
                  <a:pt x="3516" y="1240"/>
                </a:cubicBezTo>
                <a:cubicBezTo>
                  <a:pt x="3547" y="1261"/>
                  <a:pt x="3553" y="1261"/>
                  <a:pt x="3558" y="1266"/>
                </a:cubicBezTo>
                <a:cubicBezTo>
                  <a:pt x="3637" y="1326"/>
                  <a:pt x="3641" y="1334"/>
                  <a:pt x="3647" y="1335"/>
                </a:cubicBezTo>
                <a:cubicBezTo>
                  <a:pt x="3634" y="1330"/>
                  <a:pt x="3626" y="1332"/>
                  <a:pt x="3621" y="1328"/>
                </a:cubicBezTo>
                <a:cubicBezTo>
                  <a:pt x="3579" y="1307"/>
                  <a:pt x="3575" y="1297"/>
                  <a:pt x="3568" y="1298"/>
                </a:cubicBezTo>
                <a:cubicBezTo>
                  <a:pt x="3521" y="1272"/>
                  <a:pt x="3509" y="1264"/>
                  <a:pt x="3498" y="1256"/>
                </a:cubicBezTo>
                <a:cubicBezTo>
                  <a:pt x="3474" y="1243"/>
                  <a:pt x="3469" y="1237"/>
                  <a:pt x="3463" y="1235"/>
                </a:cubicBezTo>
                <a:cubicBezTo>
                  <a:pt x="3427" y="1207"/>
                  <a:pt x="3421" y="1204"/>
                  <a:pt x="3416" y="1199"/>
                </a:cubicBezTo>
                <a:cubicBezTo>
                  <a:pt x="3398" y="1177"/>
                  <a:pt x="3390" y="1177"/>
                  <a:pt x="3392" y="1172"/>
                </a:cubicBezTo>
                <a:close/>
                <a:moveTo>
                  <a:pt x="3445" y="1360"/>
                </a:moveTo>
                <a:cubicBezTo>
                  <a:pt x="3442" y="1357"/>
                  <a:pt x="3445" y="1354"/>
                  <a:pt x="3442" y="1351"/>
                </a:cubicBezTo>
                <a:cubicBezTo>
                  <a:pt x="3444" y="1343"/>
                  <a:pt x="3447" y="1359"/>
                  <a:pt x="3446" y="1362"/>
                </a:cubicBezTo>
                <a:cubicBezTo>
                  <a:pt x="3447" y="1367"/>
                  <a:pt x="3442" y="1362"/>
                  <a:pt x="3445" y="1360"/>
                </a:cubicBezTo>
                <a:close/>
                <a:moveTo>
                  <a:pt x="3455" y="1340"/>
                </a:moveTo>
                <a:cubicBezTo>
                  <a:pt x="3447" y="1340"/>
                  <a:pt x="3456" y="1330"/>
                  <a:pt x="3449" y="1325"/>
                </a:cubicBezTo>
                <a:cubicBezTo>
                  <a:pt x="3457" y="1325"/>
                  <a:pt x="3457" y="1337"/>
                  <a:pt x="3455" y="1340"/>
                </a:cubicBezTo>
                <a:close/>
                <a:moveTo>
                  <a:pt x="3500" y="1553"/>
                </a:moveTo>
                <a:cubicBezTo>
                  <a:pt x="3499" y="1556"/>
                  <a:pt x="3499" y="1560"/>
                  <a:pt x="3499" y="1564"/>
                </a:cubicBezTo>
                <a:cubicBezTo>
                  <a:pt x="3491" y="1619"/>
                  <a:pt x="3494" y="1624"/>
                  <a:pt x="3490" y="1627"/>
                </a:cubicBezTo>
                <a:cubicBezTo>
                  <a:pt x="3483" y="1671"/>
                  <a:pt x="3478" y="1679"/>
                  <a:pt x="3476" y="1687"/>
                </a:cubicBezTo>
                <a:cubicBezTo>
                  <a:pt x="3467" y="1740"/>
                  <a:pt x="3458" y="1742"/>
                  <a:pt x="3461" y="1747"/>
                </a:cubicBezTo>
                <a:cubicBezTo>
                  <a:pt x="3453" y="1766"/>
                  <a:pt x="3455" y="1770"/>
                  <a:pt x="3453" y="1771"/>
                </a:cubicBezTo>
                <a:cubicBezTo>
                  <a:pt x="3426" y="1843"/>
                  <a:pt x="3420" y="1858"/>
                  <a:pt x="3413" y="1873"/>
                </a:cubicBezTo>
                <a:cubicBezTo>
                  <a:pt x="3404" y="1901"/>
                  <a:pt x="3407" y="1906"/>
                  <a:pt x="3403" y="1909"/>
                </a:cubicBezTo>
                <a:cubicBezTo>
                  <a:pt x="3400" y="1933"/>
                  <a:pt x="3398" y="1933"/>
                  <a:pt x="3396" y="1929"/>
                </a:cubicBezTo>
                <a:cubicBezTo>
                  <a:pt x="3399" y="1898"/>
                  <a:pt x="3401" y="1890"/>
                  <a:pt x="3402" y="1882"/>
                </a:cubicBezTo>
                <a:cubicBezTo>
                  <a:pt x="3404" y="1867"/>
                  <a:pt x="3401" y="1862"/>
                  <a:pt x="3404" y="1859"/>
                </a:cubicBezTo>
                <a:cubicBezTo>
                  <a:pt x="3410" y="1820"/>
                  <a:pt x="3415" y="1817"/>
                  <a:pt x="3414" y="1813"/>
                </a:cubicBezTo>
                <a:cubicBezTo>
                  <a:pt x="3428" y="1760"/>
                  <a:pt x="3435" y="1755"/>
                  <a:pt x="3430" y="1746"/>
                </a:cubicBezTo>
                <a:cubicBezTo>
                  <a:pt x="3449" y="1702"/>
                  <a:pt x="3445" y="1698"/>
                  <a:pt x="3447" y="1695"/>
                </a:cubicBezTo>
                <a:cubicBezTo>
                  <a:pt x="3457" y="1660"/>
                  <a:pt x="3460" y="1653"/>
                  <a:pt x="3463" y="1645"/>
                </a:cubicBezTo>
                <a:cubicBezTo>
                  <a:pt x="3471" y="1615"/>
                  <a:pt x="3473" y="1607"/>
                  <a:pt x="3475" y="1600"/>
                </a:cubicBezTo>
                <a:cubicBezTo>
                  <a:pt x="3486" y="1539"/>
                  <a:pt x="3485" y="1529"/>
                  <a:pt x="3490" y="1520"/>
                </a:cubicBezTo>
                <a:cubicBezTo>
                  <a:pt x="3496" y="1430"/>
                  <a:pt x="3496" y="1441"/>
                  <a:pt x="3495" y="1443"/>
                </a:cubicBezTo>
                <a:cubicBezTo>
                  <a:pt x="3501" y="1487"/>
                  <a:pt x="3502" y="1497"/>
                  <a:pt x="3499" y="1507"/>
                </a:cubicBezTo>
                <a:close/>
                <a:moveTo>
                  <a:pt x="3614" y="1747"/>
                </a:moveTo>
                <a:cubicBezTo>
                  <a:pt x="3615" y="1752"/>
                  <a:pt x="3611" y="1747"/>
                  <a:pt x="3610" y="1744"/>
                </a:cubicBezTo>
                <a:cubicBezTo>
                  <a:pt x="3609" y="1740"/>
                  <a:pt x="3613" y="1744"/>
                  <a:pt x="3614" y="1747"/>
                </a:cubicBezTo>
                <a:close/>
                <a:moveTo>
                  <a:pt x="3553" y="1558"/>
                </a:moveTo>
                <a:cubicBezTo>
                  <a:pt x="3543" y="1561"/>
                  <a:pt x="3548" y="1551"/>
                  <a:pt x="3542" y="1545"/>
                </a:cubicBezTo>
                <a:cubicBezTo>
                  <a:pt x="3547" y="1543"/>
                  <a:pt x="3549" y="1555"/>
                  <a:pt x="3553" y="1558"/>
                </a:cubicBezTo>
                <a:close/>
                <a:moveTo>
                  <a:pt x="3540" y="1637"/>
                </a:moveTo>
                <a:cubicBezTo>
                  <a:pt x="3542" y="1631"/>
                  <a:pt x="3540" y="1625"/>
                  <a:pt x="3541" y="1619"/>
                </a:cubicBezTo>
                <a:cubicBezTo>
                  <a:pt x="3549" y="1619"/>
                  <a:pt x="3541" y="1630"/>
                  <a:pt x="3544" y="1634"/>
                </a:cubicBezTo>
                <a:cubicBezTo>
                  <a:pt x="3542" y="1640"/>
                  <a:pt x="3542" y="1645"/>
                  <a:pt x="3543" y="1651"/>
                </a:cubicBezTo>
                <a:cubicBezTo>
                  <a:pt x="3535" y="1651"/>
                  <a:pt x="3543" y="1641"/>
                  <a:pt x="3540" y="1637"/>
                </a:cubicBezTo>
                <a:close/>
                <a:moveTo>
                  <a:pt x="3531" y="1530"/>
                </a:moveTo>
                <a:cubicBezTo>
                  <a:pt x="3523" y="1527"/>
                  <a:pt x="3522" y="1512"/>
                  <a:pt x="3520" y="1506"/>
                </a:cubicBezTo>
                <a:cubicBezTo>
                  <a:pt x="3527" y="1508"/>
                  <a:pt x="3523" y="1522"/>
                  <a:pt x="3531" y="1530"/>
                </a:cubicBezTo>
                <a:close/>
                <a:moveTo>
                  <a:pt x="3515" y="1492"/>
                </a:moveTo>
                <a:cubicBezTo>
                  <a:pt x="3503" y="1494"/>
                  <a:pt x="3514" y="1480"/>
                  <a:pt x="3506" y="1473"/>
                </a:cubicBezTo>
                <a:cubicBezTo>
                  <a:pt x="3517" y="1475"/>
                  <a:pt x="3507" y="1485"/>
                  <a:pt x="3515" y="1492"/>
                </a:cubicBezTo>
                <a:close/>
                <a:moveTo>
                  <a:pt x="3814" y="0"/>
                </a:moveTo>
                <a:cubicBezTo>
                  <a:pt x="3805" y="0"/>
                  <a:pt x="3805" y="0"/>
                  <a:pt x="3805" y="0"/>
                </a:cubicBezTo>
                <a:cubicBezTo>
                  <a:pt x="3810" y="6"/>
                  <a:pt x="3814" y="12"/>
                  <a:pt x="3821" y="18"/>
                </a:cubicBezTo>
                <a:cubicBezTo>
                  <a:pt x="3827" y="24"/>
                  <a:pt x="3834" y="30"/>
                  <a:pt x="3840" y="36"/>
                </a:cubicBezTo>
                <a:cubicBezTo>
                  <a:pt x="3840" y="26"/>
                  <a:pt x="3840" y="26"/>
                  <a:pt x="3840" y="26"/>
                </a:cubicBezTo>
                <a:cubicBezTo>
                  <a:pt x="3831" y="18"/>
                  <a:pt x="3823" y="9"/>
                  <a:pt x="3814" y="1"/>
                </a:cubicBezTo>
                <a:cubicBezTo>
                  <a:pt x="3814" y="1"/>
                  <a:pt x="3814" y="1"/>
                  <a:pt x="3814" y="0"/>
                </a:cubicBezTo>
                <a:close/>
                <a:moveTo>
                  <a:pt x="3831" y="0"/>
                </a:moveTo>
                <a:cubicBezTo>
                  <a:pt x="3834" y="2"/>
                  <a:pt x="3835" y="3"/>
                  <a:pt x="3837" y="7"/>
                </a:cubicBezTo>
                <a:cubicBezTo>
                  <a:pt x="3838" y="7"/>
                  <a:pt x="3839" y="7"/>
                  <a:pt x="3840" y="8"/>
                </a:cubicBezTo>
                <a:cubicBezTo>
                  <a:pt x="3840" y="0"/>
                  <a:pt x="3840" y="0"/>
                  <a:pt x="3840" y="0"/>
                </a:cubicBezTo>
                <a:lnTo>
                  <a:pt x="3831" y="0"/>
                </a:lnTo>
                <a:close/>
                <a:moveTo>
                  <a:pt x="740" y="250"/>
                </a:moveTo>
                <a:cubicBezTo>
                  <a:pt x="740" y="254"/>
                  <a:pt x="736" y="252"/>
                  <a:pt x="734" y="250"/>
                </a:cubicBezTo>
                <a:cubicBezTo>
                  <a:pt x="700" y="243"/>
                  <a:pt x="693" y="242"/>
                  <a:pt x="688" y="238"/>
                </a:cubicBezTo>
                <a:cubicBezTo>
                  <a:pt x="649" y="218"/>
                  <a:pt x="646" y="213"/>
                  <a:pt x="639" y="211"/>
                </a:cubicBezTo>
                <a:cubicBezTo>
                  <a:pt x="605" y="186"/>
                  <a:pt x="597" y="185"/>
                  <a:pt x="594" y="179"/>
                </a:cubicBezTo>
                <a:cubicBezTo>
                  <a:pt x="566" y="166"/>
                  <a:pt x="569" y="159"/>
                  <a:pt x="564" y="159"/>
                </a:cubicBezTo>
                <a:cubicBezTo>
                  <a:pt x="529" y="136"/>
                  <a:pt x="526" y="135"/>
                  <a:pt x="525" y="132"/>
                </a:cubicBezTo>
                <a:cubicBezTo>
                  <a:pt x="512" y="117"/>
                  <a:pt x="505" y="119"/>
                  <a:pt x="506" y="114"/>
                </a:cubicBezTo>
                <a:cubicBezTo>
                  <a:pt x="484" y="93"/>
                  <a:pt x="478" y="94"/>
                  <a:pt x="478" y="90"/>
                </a:cubicBezTo>
                <a:cubicBezTo>
                  <a:pt x="454" y="72"/>
                  <a:pt x="447" y="64"/>
                  <a:pt x="437" y="58"/>
                </a:cubicBezTo>
                <a:cubicBezTo>
                  <a:pt x="424" y="42"/>
                  <a:pt x="416" y="42"/>
                  <a:pt x="414" y="36"/>
                </a:cubicBezTo>
                <a:cubicBezTo>
                  <a:pt x="402" y="18"/>
                  <a:pt x="391" y="21"/>
                  <a:pt x="390" y="14"/>
                </a:cubicBezTo>
                <a:cubicBezTo>
                  <a:pt x="372" y="9"/>
                  <a:pt x="380" y="20"/>
                  <a:pt x="392" y="27"/>
                </a:cubicBezTo>
                <a:cubicBezTo>
                  <a:pt x="405" y="43"/>
                  <a:pt x="409" y="42"/>
                  <a:pt x="409" y="45"/>
                </a:cubicBezTo>
                <a:cubicBezTo>
                  <a:pt x="474" y="97"/>
                  <a:pt x="479" y="102"/>
                  <a:pt x="484" y="109"/>
                </a:cubicBezTo>
                <a:cubicBezTo>
                  <a:pt x="530" y="145"/>
                  <a:pt x="540" y="147"/>
                  <a:pt x="544" y="154"/>
                </a:cubicBezTo>
                <a:cubicBezTo>
                  <a:pt x="580" y="177"/>
                  <a:pt x="581" y="181"/>
                  <a:pt x="587" y="182"/>
                </a:cubicBezTo>
                <a:cubicBezTo>
                  <a:pt x="639" y="211"/>
                  <a:pt x="642" y="220"/>
                  <a:pt x="652" y="222"/>
                </a:cubicBezTo>
                <a:cubicBezTo>
                  <a:pt x="676" y="237"/>
                  <a:pt x="673" y="238"/>
                  <a:pt x="671" y="238"/>
                </a:cubicBezTo>
                <a:cubicBezTo>
                  <a:pt x="651" y="229"/>
                  <a:pt x="645" y="226"/>
                  <a:pt x="641" y="222"/>
                </a:cubicBezTo>
                <a:cubicBezTo>
                  <a:pt x="594" y="197"/>
                  <a:pt x="590" y="195"/>
                  <a:pt x="589" y="192"/>
                </a:cubicBezTo>
                <a:cubicBezTo>
                  <a:pt x="550" y="170"/>
                  <a:pt x="548" y="164"/>
                  <a:pt x="539" y="163"/>
                </a:cubicBezTo>
                <a:cubicBezTo>
                  <a:pt x="484" y="114"/>
                  <a:pt x="474" y="110"/>
                  <a:pt x="469" y="100"/>
                </a:cubicBezTo>
                <a:cubicBezTo>
                  <a:pt x="454" y="90"/>
                  <a:pt x="453" y="87"/>
                  <a:pt x="452" y="85"/>
                </a:cubicBezTo>
                <a:cubicBezTo>
                  <a:pt x="417" y="55"/>
                  <a:pt x="413" y="52"/>
                  <a:pt x="409" y="49"/>
                </a:cubicBezTo>
                <a:cubicBezTo>
                  <a:pt x="372" y="13"/>
                  <a:pt x="367" y="11"/>
                  <a:pt x="364" y="7"/>
                </a:cubicBezTo>
                <a:cubicBezTo>
                  <a:pt x="344" y="1"/>
                  <a:pt x="344" y="1"/>
                  <a:pt x="345" y="2"/>
                </a:cubicBezTo>
                <a:cubicBezTo>
                  <a:pt x="378" y="27"/>
                  <a:pt x="378" y="34"/>
                  <a:pt x="383" y="35"/>
                </a:cubicBezTo>
                <a:cubicBezTo>
                  <a:pt x="407" y="60"/>
                  <a:pt x="411" y="64"/>
                  <a:pt x="415" y="67"/>
                </a:cubicBezTo>
                <a:cubicBezTo>
                  <a:pt x="446" y="91"/>
                  <a:pt x="451" y="100"/>
                  <a:pt x="460" y="105"/>
                </a:cubicBezTo>
                <a:cubicBezTo>
                  <a:pt x="490" y="130"/>
                  <a:pt x="498" y="136"/>
                  <a:pt x="505" y="143"/>
                </a:cubicBezTo>
                <a:cubicBezTo>
                  <a:pt x="570" y="188"/>
                  <a:pt x="575" y="191"/>
                  <a:pt x="578" y="194"/>
                </a:cubicBezTo>
                <a:cubicBezTo>
                  <a:pt x="601" y="206"/>
                  <a:pt x="601" y="209"/>
                  <a:pt x="604" y="210"/>
                </a:cubicBezTo>
                <a:cubicBezTo>
                  <a:pt x="635" y="227"/>
                  <a:pt x="639" y="230"/>
                  <a:pt x="645" y="231"/>
                </a:cubicBezTo>
                <a:cubicBezTo>
                  <a:pt x="681" y="244"/>
                  <a:pt x="685" y="247"/>
                  <a:pt x="690" y="249"/>
                </a:cubicBezTo>
                <a:cubicBezTo>
                  <a:pt x="728" y="254"/>
                  <a:pt x="731" y="254"/>
                  <a:pt x="734" y="255"/>
                </a:cubicBezTo>
                <a:close/>
                <a:moveTo>
                  <a:pt x="989" y="371"/>
                </a:moveTo>
                <a:cubicBezTo>
                  <a:pt x="998" y="376"/>
                  <a:pt x="1006" y="381"/>
                  <a:pt x="1017" y="385"/>
                </a:cubicBezTo>
                <a:cubicBezTo>
                  <a:pt x="1041" y="394"/>
                  <a:pt x="1046" y="395"/>
                  <a:pt x="1047" y="392"/>
                </a:cubicBezTo>
                <a:cubicBezTo>
                  <a:pt x="1003" y="373"/>
                  <a:pt x="998" y="371"/>
                  <a:pt x="995" y="367"/>
                </a:cubicBezTo>
                <a:cubicBezTo>
                  <a:pt x="960" y="342"/>
                  <a:pt x="958" y="341"/>
                  <a:pt x="956" y="340"/>
                </a:cubicBezTo>
                <a:cubicBezTo>
                  <a:pt x="939" y="327"/>
                  <a:pt x="937" y="326"/>
                  <a:pt x="935" y="324"/>
                </a:cubicBezTo>
                <a:cubicBezTo>
                  <a:pt x="917" y="306"/>
                  <a:pt x="913" y="302"/>
                  <a:pt x="909" y="300"/>
                </a:cubicBezTo>
                <a:cubicBezTo>
                  <a:pt x="861" y="237"/>
                  <a:pt x="859" y="233"/>
                  <a:pt x="856" y="231"/>
                </a:cubicBezTo>
                <a:cubicBezTo>
                  <a:pt x="848" y="219"/>
                  <a:pt x="845" y="213"/>
                  <a:pt x="839" y="209"/>
                </a:cubicBezTo>
                <a:cubicBezTo>
                  <a:pt x="825" y="175"/>
                  <a:pt x="815" y="179"/>
                  <a:pt x="816" y="173"/>
                </a:cubicBezTo>
                <a:cubicBezTo>
                  <a:pt x="788" y="136"/>
                  <a:pt x="784" y="135"/>
                  <a:pt x="784" y="129"/>
                </a:cubicBezTo>
                <a:cubicBezTo>
                  <a:pt x="774" y="119"/>
                  <a:pt x="771" y="116"/>
                  <a:pt x="770" y="111"/>
                </a:cubicBezTo>
                <a:cubicBezTo>
                  <a:pt x="742" y="73"/>
                  <a:pt x="738" y="66"/>
                  <a:pt x="734" y="58"/>
                </a:cubicBezTo>
                <a:cubicBezTo>
                  <a:pt x="714" y="35"/>
                  <a:pt x="711" y="32"/>
                  <a:pt x="706" y="31"/>
                </a:cubicBezTo>
                <a:cubicBezTo>
                  <a:pt x="680" y="2"/>
                  <a:pt x="679" y="1"/>
                  <a:pt x="679" y="0"/>
                </a:cubicBezTo>
                <a:cubicBezTo>
                  <a:pt x="686" y="20"/>
                  <a:pt x="692" y="26"/>
                  <a:pt x="697" y="33"/>
                </a:cubicBezTo>
                <a:cubicBezTo>
                  <a:pt x="751" y="95"/>
                  <a:pt x="751" y="101"/>
                  <a:pt x="754" y="104"/>
                </a:cubicBezTo>
                <a:cubicBezTo>
                  <a:pt x="768" y="131"/>
                  <a:pt x="775" y="130"/>
                  <a:pt x="776" y="135"/>
                </a:cubicBezTo>
                <a:cubicBezTo>
                  <a:pt x="788" y="151"/>
                  <a:pt x="791" y="151"/>
                  <a:pt x="793" y="151"/>
                </a:cubicBezTo>
                <a:cubicBezTo>
                  <a:pt x="829" y="208"/>
                  <a:pt x="829" y="214"/>
                  <a:pt x="835" y="213"/>
                </a:cubicBezTo>
                <a:cubicBezTo>
                  <a:pt x="854" y="247"/>
                  <a:pt x="861" y="249"/>
                  <a:pt x="862" y="257"/>
                </a:cubicBezTo>
                <a:cubicBezTo>
                  <a:pt x="880" y="280"/>
                  <a:pt x="884" y="285"/>
                  <a:pt x="890" y="288"/>
                </a:cubicBezTo>
                <a:cubicBezTo>
                  <a:pt x="874" y="275"/>
                  <a:pt x="868" y="272"/>
                  <a:pt x="867" y="266"/>
                </a:cubicBezTo>
                <a:cubicBezTo>
                  <a:pt x="820" y="208"/>
                  <a:pt x="817" y="207"/>
                  <a:pt x="816" y="204"/>
                </a:cubicBezTo>
                <a:cubicBezTo>
                  <a:pt x="792" y="174"/>
                  <a:pt x="789" y="161"/>
                  <a:pt x="780" y="153"/>
                </a:cubicBezTo>
                <a:cubicBezTo>
                  <a:pt x="748" y="107"/>
                  <a:pt x="745" y="107"/>
                  <a:pt x="744" y="106"/>
                </a:cubicBezTo>
                <a:cubicBezTo>
                  <a:pt x="733" y="84"/>
                  <a:pt x="723" y="78"/>
                  <a:pt x="718" y="67"/>
                </a:cubicBezTo>
                <a:cubicBezTo>
                  <a:pt x="703" y="47"/>
                  <a:pt x="697" y="46"/>
                  <a:pt x="695" y="40"/>
                </a:cubicBezTo>
                <a:cubicBezTo>
                  <a:pt x="673" y="18"/>
                  <a:pt x="673" y="15"/>
                  <a:pt x="669" y="15"/>
                </a:cubicBezTo>
                <a:cubicBezTo>
                  <a:pt x="644" y="0"/>
                  <a:pt x="644" y="0"/>
                  <a:pt x="644" y="0"/>
                </a:cubicBezTo>
                <a:cubicBezTo>
                  <a:pt x="675" y="28"/>
                  <a:pt x="679" y="37"/>
                  <a:pt x="686" y="44"/>
                </a:cubicBezTo>
                <a:cubicBezTo>
                  <a:pt x="707" y="69"/>
                  <a:pt x="710" y="70"/>
                  <a:pt x="707" y="71"/>
                </a:cubicBezTo>
                <a:cubicBezTo>
                  <a:pt x="730" y="96"/>
                  <a:pt x="734" y="106"/>
                  <a:pt x="741" y="113"/>
                </a:cubicBezTo>
                <a:cubicBezTo>
                  <a:pt x="782" y="170"/>
                  <a:pt x="787" y="179"/>
                  <a:pt x="794" y="186"/>
                </a:cubicBezTo>
                <a:cubicBezTo>
                  <a:pt x="806" y="199"/>
                  <a:pt x="804" y="205"/>
                  <a:pt x="807" y="206"/>
                </a:cubicBezTo>
                <a:cubicBezTo>
                  <a:pt x="854" y="262"/>
                  <a:pt x="852" y="269"/>
                  <a:pt x="860" y="268"/>
                </a:cubicBezTo>
                <a:cubicBezTo>
                  <a:pt x="896" y="311"/>
                  <a:pt x="905" y="316"/>
                  <a:pt x="913" y="322"/>
                </a:cubicBezTo>
                <a:cubicBezTo>
                  <a:pt x="967" y="358"/>
                  <a:pt x="972" y="359"/>
                  <a:pt x="976" y="362"/>
                </a:cubicBezTo>
                <a:close/>
                <a:moveTo>
                  <a:pt x="1027" y="2129"/>
                </a:moveTo>
                <a:cubicBezTo>
                  <a:pt x="1022" y="2125"/>
                  <a:pt x="1022" y="2116"/>
                  <a:pt x="1017" y="2112"/>
                </a:cubicBezTo>
                <a:cubicBezTo>
                  <a:pt x="1016" y="2108"/>
                  <a:pt x="1019" y="2101"/>
                  <a:pt x="1012" y="2103"/>
                </a:cubicBezTo>
                <a:cubicBezTo>
                  <a:pt x="1012" y="2098"/>
                  <a:pt x="1011" y="2094"/>
                  <a:pt x="1008" y="2092"/>
                </a:cubicBezTo>
                <a:cubicBezTo>
                  <a:pt x="1006" y="2085"/>
                  <a:pt x="1004" y="2077"/>
                  <a:pt x="1001" y="2070"/>
                </a:cubicBezTo>
                <a:cubicBezTo>
                  <a:pt x="997" y="2070"/>
                  <a:pt x="1000" y="2063"/>
                  <a:pt x="997" y="2062"/>
                </a:cubicBezTo>
                <a:cubicBezTo>
                  <a:pt x="993" y="2060"/>
                  <a:pt x="997" y="2051"/>
                  <a:pt x="993" y="2051"/>
                </a:cubicBezTo>
                <a:cubicBezTo>
                  <a:pt x="993" y="2041"/>
                  <a:pt x="988" y="2036"/>
                  <a:pt x="986" y="2029"/>
                </a:cubicBezTo>
                <a:cubicBezTo>
                  <a:pt x="988" y="2022"/>
                  <a:pt x="982" y="2023"/>
                  <a:pt x="984" y="2016"/>
                </a:cubicBezTo>
                <a:cubicBezTo>
                  <a:pt x="984" y="2010"/>
                  <a:pt x="983" y="2005"/>
                  <a:pt x="979" y="2003"/>
                </a:cubicBezTo>
                <a:cubicBezTo>
                  <a:pt x="978" y="2019"/>
                  <a:pt x="984" y="2027"/>
                  <a:pt x="986" y="2040"/>
                </a:cubicBezTo>
                <a:cubicBezTo>
                  <a:pt x="987" y="2046"/>
                  <a:pt x="989" y="2051"/>
                  <a:pt x="990" y="2057"/>
                </a:cubicBezTo>
                <a:cubicBezTo>
                  <a:pt x="990" y="2061"/>
                  <a:pt x="993" y="2062"/>
                  <a:pt x="993" y="2066"/>
                </a:cubicBezTo>
                <a:cubicBezTo>
                  <a:pt x="996" y="2066"/>
                  <a:pt x="994" y="2072"/>
                  <a:pt x="997" y="2073"/>
                </a:cubicBezTo>
                <a:cubicBezTo>
                  <a:pt x="998" y="2086"/>
                  <a:pt x="1006" y="2093"/>
                  <a:pt x="1008" y="2105"/>
                </a:cubicBezTo>
                <a:cubicBezTo>
                  <a:pt x="1011" y="2105"/>
                  <a:pt x="1009" y="2111"/>
                  <a:pt x="1012" y="2112"/>
                </a:cubicBezTo>
                <a:cubicBezTo>
                  <a:pt x="1012" y="2116"/>
                  <a:pt x="1015" y="2117"/>
                  <a:pt x="1014" y="2121"/>
                </a:cubicBezTo>
                <a:cubicBezTo>
                  <a:pt x="1016" y="2125"/>
                  <a:pt x="1020" y="2133"/>
                  <a:pt x="1017" y="2136"/>
                </a:cubicBezTo>
                <a:cubicBezTo>
                  <a:pt x="1020" y="2136"/>
                  <a:pt x="1018" y="2142"/>
                  <a:pt x="1021" y="2142"/>
                </a:cubicBezTo>
                <a:cubicBezTo>
                  <a:pt x="1020" y="2146"/>
                  <a:pt x="1023" y="2147"/>
                  <a:pt x="1023" y="2151"/>
                </a:cubicBezTo>
                <a:cubicBezTo>
                  <a:pt x="1023" y="2155"/>
                  <a:pt x="1024" y="2158"/>
                  <a:pt x="1025" y="2160"/>
                </a:cubicBezTo>
                <a:cubicBezTo>
                  <a:pt x="1032" y="2160"/>
                  <a:pt x="1032" y="2160"/>
                  <a:pt x="1032" y="2160"/>
                </a:cubicBezTo>
                <a:cubicBezTo>
                  <a:pt x="1032" y="2159"/>
                  <a:pt x="1032" y="2159"/>
                  <a:pt x="1032" y="2158"/>
                </a:cubicBezTo>
                <a:cubicBezTo>
                  <a:pt x="1033" y="2158"/>
                  <a:pt x="1035" y="2159"/>
                  <a:pt x="1036" y="2160"/>
                </a:cubicBezTo>
                <a:cubicBezTo>
                  <a:pt x="1045" y="2160"/>
                  <a:pt x="1045" y="2160"/>
                  <a:pt x="1045" y="2160"/>
                </a:cubicBezTo>
                <a:cubicBezTo>
                  <a:pt x="1043" y="2156"/>
                  <a:pt x="1040" y="2152"/>
                  <a:pt x="1036" y="2149"/>
                </a:cubicBezTo>
                <a:cubicBezTo>
                  <a:pt x="1037" y="2138"/>
                  <a:pt x="1027" y="2139"/>
                  <a:pt x="1027" y="2129"/>
                </a:cubicBezTo>
                <a:close/>
                <a:moveTo>
                  <a:pt x="1027" y="2147"/>
                </a:moveTo>
                <a:cubicBezTo>
                  <a:pt x="1029" y="2148"/>
                  <a:pt x="1031" y="2151"/>
                  <a:pt x="1032" y="2153"/>
                </a:cubicBezTo>
                <a:cubicBezTo>
                  <a:pt x="1031" y="2159"/>
                  <a:pt x="1027" y="2150"/>
                  <a:pt x="1027" y="2147"/>
                </a:cubicBezTo>
                <a:close/>
                <a:moveTo>
                  <a:pt x="887" y="319"/>
                </a:moveTo>
                <a:cubicBezTo>
                  <a:pt x="888" y="314"/>
                  <a:pt x="881" y="316"/>
                  <a:pt x="881" y="312"/>
                </a:cubicBezTo>
                <a:cubicBezTo>
                  <a:pt x="860" y="299"/>
                  <a:pt x="864" y="290"/>
                  <a:pt x="857" y="292"/>
                </a:cubicBezTo>
                <a:cubicBezTo>
                  <a:pt x="829" y="256"/>
                  <a:pt x="827" y="249"/>
                  <a:pt x="821" y="246"/>
                </a:cubicBezTo>
                <a:cubicBezTo>
                  <a:pt x="769" y="177"/>
                  <a:pt x="766" y="171"/>
                  <a:pt x="762" y="166"/>
                </a:cubicBezTo>
                <a:cubicBezTo>
                  <a:pt x="731" y="135"/>
                  <a:pt x="734" y="128"/>
                  <a:pt x="730" y="128"/>
                </a:cubicBezTo>
                <a:cubicBezTo>
                  <a:pt x="708" y="102"/>
                  <a:pt x="706" y="100"/>
                  <a:pt x="704" y="97"/>
                </a:cubicBezTo>
                <a:cubicBezTo>
                  <a:pt x="687" y="81"/>
                  <a:pt x="689" y="75"/>
                  <a:pt x="683" y="77"/>
                </a:cubicBezTo>
                <a:cubicBezTo>
                  <a:pt x="649" y="44"/>
                  <a:pt x="648" y="36"/>
                  <a:pt x="643" y="32"/>
                </a:cubicBezTo>
                <a:cubicBezTo>
                  <a:pt x="595" y="0"/>
                  <a:pt x="595" y="0"/>
                  <a:pt x="595" y="0"/>
                </a:cubicBezTo>
                <a:cubicBezTo>
                  <a:pt x="618" y="17"/>
                  <a:pt x="617" y="23"/>
                  <a:pt x="621" y="23"/>
                </a:cubicBezTo>
                <a:cubicBezTo>
                  <a:pt x="659" y="58"/>
                  <a:pt x="665" y="68"/>
                  <a:pt x="672" y="77"/>
                </a:cubicBezTo>
                <a:cubicBezTo>
                  <a:pt x="702" y="103"/>
                  <a:pt x="701" y="111"/>
                  <a:pt x="708" y="112"/>
                </a:cubicBezTo>
                <a:cubicBezTo>
                  <a:pt x="732" y="144"/>
                  <a:pt x="736" y="147"/>
                  <a:pt x="738" y="152"/>
                </a:cubicBezTo>
                <a:cubicBezTo>
                  <a:pt x="794" y="223"/>
                  <a:pt x="810" y="239"/>
                  <a:pt x="821" y="259"/>
                </a:cubicBezTo>
                <a:cubicBezTo>
                  <a:pt x="812" y="259"/>
                  <a:pt x="813" y="253"/>
                  <a:pt x="808" y="252"/>
                </a:cubicBezTo>
                <a:cubicBezTo>
                  <a:pt x="796" y="241"/>
                  <a:pt x="793" y="238"/>
                  <a:pt x="791" y="234"/>
                </a:cubicBezTo>
                <a:cubicBezTo>
                  <a:pt x="743" y="186"/>
                  <a:pt x="739" y="183"/>
                  <a:pt x="738" y="178"/>
                </a:cubicBezTo>
                <a:cubicBezTo>
                  <a:pt x="714" y="153"/>
                  <a:pt x="710" y="150"/>
                  <a:pt x="708" y="145"/>
                </a:cubicBezTo>
                <a:cubicBezTo>
                  <a:pt x="670" y="114"/>
                  <a:pt x="668" y="109"/>
                  <a:pt x="665" y="105"/>
                </a:cubicBezTo>
                <a:cubicBezTo>
                  <a:pt x="633" y="73"/>
                  <a:pt x="631" y="71"/>
                  <a:pt x="631" y="67"/>
                </a:cubicBezTo>
                <a:cubicBezTo>
                  <a:pt x="615" y="51"/>
                  <a:pt x="610" y="52"/>
                  <a:pt x="610" y="51"/>
                </a:cubicBezTo>
                <a:cubicBezTo>
                  <a:pt x="597" y="42"/>
                  <a:pt x="601" y="32"/>
                  <a:pt x="592" y="33"/>
                </a:cubicBezTo>
                <a:cubicBezTo>
                  <a:pt x="567" y="8"/>
                  <a:pt x="562" y="4"/>
                  <a:pt x="557" y="0"/>
                </a:cubicBezTo>
                <a:cubicBezTo>
                  <a:pt x="552" y="10"/>
                  <a:pt x="563" y="13"/>
                  <a:pt x="569" y="22"/>
                </a:cubicBezTo>
                <a:cubicBezTo>
                  <a:pt x="629" y="79"/>
                  <a:pt x="629" y="83"/>
                  <a:pt x="633" y="82"/>
                </a:cubicBezTo>
                <a:cubicBezTo>
                  <a:pt x="676" y="124"/>
                  <a:pt x="689" y="140"/>
                  <a:pt x="705" y="154"/>
                </a:cubicBezTo>
                <a:cubicBezTo>
                  <a:pt x="778" y="231"/>
                  <a:pt x="785" y="238"/>
                  <a:pt x="793" y="245"/>
                </a:cubicBezTo>
                <a:cubicBezTo>
                  <a:pt x="808" y="256"/>
                  <a:pt x="807" y="260"/>
                  <a:pt x="808" y="261"/>
                </a:cubicBezTo>
                <a:cubicBezTo>
                  <a:pt x="834" y="279"/>
                  <a:pt x="840" y="280"/>
                  <a:pt x="844" y="283"/>
                </a:cubicBezTo>
                <a:cubicBezTo>
                  <a:pt x="859" y="314"/>
                  <a:pt x="859" y="308"/>
                  <a:pt x="855" y="307"/>
                </a:cubicBezTo>
                <a:cubicBezTo>
                  <a:pt x="822" y="280"/>
                  <a:pt x="808" y="275"/>
                  <a:pt x="801" y="263"/>
                </a:cubicBezTo>
                <a:cubicBezTo>
                  <a:pt x="778" y="238"/>
                  <a:pt x="768" y="243"/>
                  <a:pt x="771" y="236"/>
                </a:cubicBezTo>
                <a:cubicBezTo>
                  <a:pt x="741" y="218"/>
                  <a:pt x="746" y="208"/>
                  <a:pt x="739" y="211"/>
                </a:cubicBezTo>
                <a:cubicBezTo>
                  <a:pt x="700" y="175"/>
                  <a:pt x="692" y="164"/>
                  <a:pt x="681" y="155"/>
                </a:cubicBezTo>
                <a:cubicBezTo>
                  <a:pt x="658" y="131"/>
                  <a:pt x="649" y="121"/>
                  <a:pt x="641" y="111"/>
                </a:cubicBezTo>
                <a:cubicBezTo>
                  <a:pt x="610" y="82"/>
                  <a:pt x="609" y="78"/>
                  <a:pt x="605" y="77"/>
                </a:cubicBezTo>
                <a:cubicBezTo>
                  <a:pt x="581" y="54"/>
                  <a:pt x="580" y="50"/>
                  <a:pt x="575" y="50"/>
                </a:cubicBezTo>
                <a:cubicBezTo>
                  <a:pt x="534" y="16"/>
                  <a:pt x="534" y="11"/>
                  <a:pt x="530" y="10"/>
                </a:cubicBezTo>
                <a:cubicBezTo>
                  <a:pt x="503" y="0"/>
                  <a:pt x="503" y="0"/>
                  <a:pt x="503" y="0"/>
                </a:cubicBezTo>
                <a:cubicBezTo>
                  <a:pt x="515" y="14"/>
                  <a:pt x="521" y="12"/>
                  <a:pt x="523" y="14"/>
                </a:cubicBezTo>
                <a:cubicBezTo>
                  <a:pt x="555" y="41"/>
                  <a:pt x="559" y="45"/>
                  <a:pt x="564" y="48"/>
                </a:cubicBezTo>
                <a:cubicBezTo>
                  <a:pt x="590" y="78"/>
                  <a:pt x="596" y="77"/>
                  <a:pt x="598" y="79"/>
                </a:cubicBezTo>
                <a:cubicBezTo>
                  <a:pt x="631" y="118"/>
                  <a:pt x="640" y="117"/>
                  <a:pt x="641" y="124"/>
                </a:cubicBezTo>
                <a:cubicBezTo>
                  <a:pt x="671" y="148"/>
                  <a:pt x="666" y="158"/>
                  <a:pt x="673" y="155"/>
                </a:cubicBezTo>
                <a:cubicBezTo>
                  <a:pt x="715" y="195"/>
                  <a:pt x="722" y="205"/>
                  <a:pt x="733" y="211"/>
                </a:cubicBezTo>
                <a:cubicBezTo>
                  <a:pt x="774" y="248"/>
                  <a:pt x="776" y="250"/>
                  <a:pt x="777" y="253"/>
                </a:cubicBezTo>
                <a:cubicBezTo>
                  <a:pt x="795" y="267"/>
                  <a:pt x="797" y="269"/>
                  <a:pt x="799" y="271"/>
                </a:cubicBezTo>
                <a:cubicBezTo>
                  <a:pt x="840" y="300"/>
                  <a:pt x="844" y="307"/>
                  <a:pt x="850" y="312"/>
                </a:cubicBezTo>
                <a:cubicBezTo>
                  <a:pt x="924" y="348"/>
                  <a:pt x="925" y="357"/>
                  <a:pt x="934" y="357"/>
                </a:cubicBezTo>
                <a:cubicBezTo>
                  <a:pt x="934" y="355"/>
                  <a:pt x="921" y="340"/>
                  <a:pt x="900" y="332"/>
                </a:cubicBezTo>
                <a:close/>
                <a:moveTo>
                  <a:pt x="417" y="167"/>
                </a:moveTo>
                <a:cubicBezTo>
                  <a:pt x="412" y="160"/>
                  <a:pt x="403" y="156"/>
                  <a:pt x="398" y="149"/>
                </a:cubicBezTo>
                <a:cubicBezTo>
                  <a:pt x="374" y="130"/>
                  <a:pt x="375" y="123"/>
                  <a:pt x="368" y="124"/>
                </a:cubicBezTo>
                <a:cubicBezTo>
                  <a:pt x="353" y="108"/>
                  <a:pt x="352" y="106"/>
                  <a:pt x="351" y="104"/>
                </a:cubicBezTo>
                <a:cubicBezTo>
                  <a:pt x="329" y="83"/>
                  <a:pt x="329" y="77"/>
                  <a:pt x="326" y="73"/>
                </a:cubicBezTo>
                <a:cubicBezTo>
                  <a:pt x="286" y="24"/>
                  <a:pt x="279" y="26"/>
                  <a:pt x="279" y="22"/>
                </a:cubicBezTo>
                <a:cubicBezTo>
                  <a:pt x="240" y="0"/>
                  <a:pt x="240" y="0"/>
                  <a:pt x="240" y="0"/>
                </a:cubicBezTo>
                <a:cubicBezTo>
                  <a:pt x="256" y="19"/>
                  <a:pt x="265" y="15"/>
                  <a:pt x="263" y="22"/>
                </a:cubicBezTo>
                <a:cubicBezTo>
                  <a:pt x="312" y="70"/>
                  <a:pt x="314" y="72"/>
                  <a:pt x="317" y="73"/>
                </a:cubicBezTo>
                <a:cubicBezTo>
                  <a:pt x="335" y="90"/>
                  <a:pt x="331" y="99"/>
                  <a:pt x="338" y="98"/>
                </a:cubicBezTo>
                <a:cubicBezTo>
                  <a:pt x="376" y="141"/>
                  <a:pt x="389" y="148"/>
                  <a:pt x="400" y="158"/>
                </a:cubicBezTo>
                <a:cubicBezTo>
                  <a:pt x="428" y="181"/>
                  <a:pt x="429" y="185"/>
                  <a:pt x="434" y="185"/>
                </a:cubicBezTo>
                <a:close/>
                <a:moveTo>
                  <a:pt x="527" y="235"/>
                </a:moveTo>
                <a:cubicBezTo>
                  <a:pt x="526" y="226"/>
                  <a:pt x="513" y="224"/>
                  <a:pt x="519" y="215"/>
                </a:cubicBezTo>
                <a:cubicBezTo>
                  <a:pt x="496" y="189"/>
                  <a:pt x="492" y="188"/>
                  <a:pt x="491" y="184"/>
                </a:cubicBezTo>
                <a:cubicBezTo>
                  <a:pt x="440" y="113"/>
                  <a:pt x="434" y="113"/>
                  <a:pt x="434" y="108"/>
                </a:cubicBezTo>
                <a:cubicBezTo>
                  <a:pt x="423" y="99"/>
                  <a:pt x="423" y="94"/>
                  <a:pt x="421" y="91"/>
                </a:cubicBezTo>
                <a:cubicBezTo>
                  <a:pt x="377" y="41"/>
                  <a:pt x="367" y="32"/>
                  <a:pt x="357" y="22"/>
                </a:cubicBezTo>
                <a:cubicBezTo>
                  <a:pt x="342" y="7"/>
                  <a:pt x="340" y="6"/>
                  <a:pt x="338" y="6"/>
                </a:cubicBezTo>
                <a:cubicBezTo>
                  <a:pt x="319" y="0"/>
                  <a:pt x="319" y="0"/>
                  <a:pt x="319" y="0"/>
                </a:cubicBezTo>
                <a:cubicBezTo>
                  <a:pt x="343" y="19"/>
                  <a:pt x="344" y="25"/>
                  <a:pt x="348" y="28"/>
                </a:cubicBezTo>
                <a:cubicBezTo>
                  <a:pt x="367" y="41"/>
                  <a:pt x="366" y="48"/>
                  <a:pt x="374" y="48"/>
                </a:cubicBezTo>
                <a:cubicBezTo>
                  <a:pt x="399" y="84"/>
                  <a:pt x="410" y="89"/>
                  <a:pt x="414" y="99"/>
                </a:cubicBezTo>
                <a:cubicBezTo>
                  <a:pt x="464" y="158"/>
                  <a:pt x="467" y="158"/>
                  <a:pt x="468" y="161"/>
                </a:cubicBezTo>
                <a:cubicBezTo>
                  <a:pt x="497" y="204"/>
                  <a:pt x="491" y="197"/>
                  <a:pt x="489" y="197"/>
                </a:cubicBezTo>
                <a:cubicBezTo>
                  <a:pt x="469" y="181"/>
                  <a:pt x="467" y="179"/>
                  <a:pt x="465" y="177"/>
                </a:cubicBezTo>
                <a:cubicBezTo>
                  <a:pt x="441" y="152"/>
                  <a:pt x="434" y="155"/>
                  <a:pt x="435" y="150"/>
                </a:cubicBezTo>
                <a:cubicBezTo>
                  <a:pt x="421" y="129"/>
                  <a:pt x="412" y="132"/>
                  <a:pt x="414" y="125"/>
                </a:cubicBezTo>
                <a:cubicBezTo>
                  <a:pt x="401" y="106"/>
                  <a:pt x="395" y="108"/>
                  <a:pt x="395" y="103"/>
                </a:cubicBezTo>
                <a:cubicBezTo>
                  <a:pt x="363" y="74"/>
                  <a:pt x="362" y="68"/>
                  <a:pt x="356" y="65"/>
                </a:cubicBezTo>
                <a:cubicBezTo>
                  <a:pt x="338" y="45"/>
                  <a:pt x="336" y="44"/>
                  <a:pt x="335" y="41"/>
                </a:cubicBezTo>
                <a:cubicBezTo>
                  <a:pt x="308" y="17"/>
                  <a:pt x="306" y="15"/>
                  <a:pt x="303" y="14"/>
                </a:cubicBezTo>
                <a:cubicBezTo>
                  <a:pt x="275" y="0"/>
                  <a:pt x="275" y="0"/>
                  <a:pt x="275" y="0"/>
                </a:cubicBezTo>
                <a:cubicBezTo>
                  <a:pt x="299" y="19"/>
                  <a:pt x="304" y="24"/>
                  <a:pt x="307" y="29"/>
                </a:cubicBezTo>
                <a:cubicBezTo>
                  <a:pt x="332" y="48"/>
                  <a:pt x="330" y="56"/>
                  <a:pt x="337" y="54"/>
                </a:cubicBezTo>
                <a:cubicBezTo>
                  <a:pt x="368" y="81"/>
                  <a:pt x="367" y="87"/>
                  <a:pt x="369" y="90"/>
                </a:cubicBezTo>
                <a:cubicBezTo>
                  <a:pt x="398" y="119"/>
                  <a:pt x="406" y="128"/>
                  <a:pt x="413" y="138"/>
                </a:cubicBezTo>
                <a:cubicBezTo>
                  <a:pt x="435" y="161"/>
                  <a:pt x="441" y="161"/>
                  <a:pt x="441" y="165"/>
                </a:cubicBezTo>
                <a:cubicBezTo>
                  <a:pt x="525" y="234"/>
                  <a:pt x="526" y="240"/>
                  <a:pt x="529" y="243"/>
                </a:cubicBezTo>
                <a:close/>
                <a:moveTo>
                  <a:pt x="1152" y="2099"/>
                </a:moveTo>
                <a:cubicBezTo>
                  <a:pt x="1150" y="2096"/>
                  <a:pt x="1154" y="2087"/>
                  <a:pt x="1150" y="2088"/>
                </a:cubicBezTo>
                <a:cubicBezTo>
                  <a:pt x="1138" y="2039"/>
                  <a:pt x="1133" y="2035"/>
                  <a:pt x="1134" y="2025"/>
                </a:cubicBezTo>
                <a:cubicBezTo>
                  <a:pt x="1111" y="1981"/>
                  <a:pt x="1109" y="1965"/>
                  <a:pt x="1102" y="1955"/>
                </a:cubicBezTo>
                <a:cubicBezTo>
                  <a:pt x="1091" y="1924"/>
                  <a:pt x="1085" y="1926"/>
                  <a:pt x="1086" y="1920"/>
                </a:cubicBezTo>
                <a:cubicBezTo>
                  <a:pt x="1073" y="1890"/>
                  <a:pt x="1072" y="1887"/>
                  <a:pt x="1069" y="1885"/>
                </a:cubicBezTo>
                <a:cubicBezTo>
                  <a:pt x="1052" y="1843"/>
                  <a:pt x="1043" y="1843"/>
                  <a:pt x="1043" y="1835"/>
                </a:cubicBezTo>
                <a:cubicBezTo>
                  <a:pt x="1003" y="1780"/>
                  <a:pt x="996" y="1770"/>
                  <a:pt x="988" y="1761"/>
                </a:cubicBezTo>
                <a:cubicBezTo>
                  <a:pt x="1012" y="1803"/>
                  <a:pt x="1016" y="1808"/>
                  <a:pt x="1021" y="1813"/>
                </a:cubicBezTo>
                <a:cubicBezTo>
                  <a:pt x="1030" y="1837"/>
                  <a:pt x="1036" y="1835"/>
                  <a:pt x="1036" y="1839"/>
                </a:cubicBezTo>
                <a:cubicBezTo>
                  <a:pt x="1046" y="1859"/>
                  <a:pt x="1050" y="1860"/>
                  <a:pt x="1049" y="1865"/>
                </a:cubicBezTo>
                <a:cubicBezTo>
                  <a:pt x="1067" y="1896"/>
                  <a:pt x="1069" y="1900"/>
                  <a:pt x="1071" y="1903"/>
                </a:cubicBezTo>
                <a:cubicBezTo>
                  <a:pt x="1092" y="1948"/>
                  <a:pt x="1092" y="1955"/>
                  <a:pt x="1095" y="1959"/>
                </a:cubicBezTo>
                <a:cubicBezTo>
                  <a:pt x="1123" y="2041"/>
                  <a:pt x="1129" y="2042"/>
                  <a:pt x="1130" y="2049"/>
                </a:cubicBezTo>
                <a:cubicBezTo>
                  <a:pt x="1150" y="2114"/>
                  <a:pt x="1150" y="2117"/>
                  <a:pt x="1150" y="2121"/>
                </a:cubicBezTo>
                <a:cubicBezTo>
                  <a:pt x="1151" y="2128"/>
                  <a:pt x="1142" y="2118"/>
                  <a:pt x="1139" y="2103"/>
                </a:cubicBezTo>
                <a:cubicBezTo>
                  <a:pt x="1126" y="2078"/>
                  <a:pt x="1123" y="2071"/>
                  <a:pt x="1119" y="2066"/>
                </a:cubicBezTo>
                <a:cubicBezTo>
                  <a:pt x="1108" y="2039"/>
                  <a:pt x="1106" y="2032"/>
                  <a:pt x="1099" y="2029"/>
                </a:cubicBezTo>
                <a:cubicBezTo>
                  <a:pt x="1078" y="1982"/>
                  <a:pt x="1076" y="1975"/>
                  <a:pt x="1071" y="1970"/>
                </a:cubicBezTo>
                <a:cubicBezTo>
                  <a:pt x="1048" y="1932"/>
                  <a:pt x="1047" y="1928"/>
                  <a:pt x="1047" y="1924"/>
                </a:cubicBezTo>
                <a:cubicBezTo>
                  <a:pt x="1030" y="1888"/>
                  <a:pt x="1021" y="1887"/>
                  <a:pt x="1021" y="1879"/>
                </a:cubicBezTo>
                <a:cubicBezTo>
                  <a:pt x="1008" y="1846"/>
                  <a:pt x="1000" y="1840"/>
                  <a:pt x="999" y="1846"/>
                </a:cubicBezTo>
                <a:cubicBezTo>
                  <a:pt x="1015" y="1873"/>
                  <a:pt x="1017" y="1885"/>
                  <a:pt x="1023" y="1892"/>
                </a:cubicBezTo>
                <a:cubicBezTo>
                  <a:pt x="1045" y="1935"/>
                  <a:pt x="1047" y="1939"/>
                  <a:pt x="1049" y="1944"/>
                </a:cubicBezTo>
                <a:cubicBezTo>
                  <a:pt x="1065" y="1974"/>
                  <a:pt x="1066" y="1974"/>
                  <a:pt x="1067" y="1974"/>
                </a:cubicBezTo>
                <a:cubicBezTo>
                  <a:pt x="1082" y="2010"/>
                  <a:pt x="1086" y="2011"/>
                  <a:pt x="1086" y="2018"/>
                </a:cubicBezTo>
                <a:cubicBezTo>
                  <a:pt x="1103" y="2056"/>
                  <a:pt x="1107" y="2058"/>
                  <a:pt x="1110" y="2062"/>
                </a:cubicBezTo>
                <a:cubicBezTo>
                  <a:pt x="1141" y="2137"/>
                  <a:pt x="1147" y="2139"/>
                  <a:pt x="1147" y="2147"/>
                </a:cubicBezTo>
                <a:cubicBezTo>
                  <a:pt x="1165" y="2142"/>
                  <a:pt x="1161" y="2123"/>
                  <a:pt x="1156" y="2105"/>
                </a:cubicBezTo>
                <a:close/>
                <a:moveTo>
                  <a:pt x="1282" y="2121"/>
                </a:moveTo>
                <a:cubicBezTo>
                  <a:pt x="1283" y="2117"/>
                  <a:pt x="1286" y="2117"/>
                  <a:pt x="1287" y="2114"/>
                </a:cubicBezTo>
                <a:cubicBezTo>
                  <a:pt x="1321" y="2080"/>
                  <a:pt x="1320" y="2072"/>
                  <a:pt x="1326" y="2070"/>
                </a:cubicBezTo>
                <a:cubicBezTo>
                  <a:pt x="1347" y="2053"/>
                  <a:pt x="1345" y="2047"/>
                  <a:pt x="1350" y="2049"/>
                </a:cubicBezTo>
                <a:cubicBezTo>
                  <a:pt x="1377" y="2021"/>
                  <a:pt x="1391" y="2005"/>
                  <a:pt x="1407" y="1990"/>
                </a:cubicBezTo>
                <a:cubicBezTo>
                  <a:pt x="1432" y="1962"/>
                  <a:pt x="1438" y="1960"/>
                  <a:pt x="1439" y="1955"/>
                </a:cubicBezTo>
                <a:cubicBezTo>
                  <a:pt x="1473" y="1911"/>
                  <a:pt x="1474" y="1904"/>
                  <a:pt x="1477" y="1898"/>
                </a:cubicBezTo>
                <a:cubicBezTo>
                  <a:pt x="1479" y="1880"/>
                  <a:pt x="1478" y="1883"/>
                  <a:pt x="1479" y="1887"/>
                </a:cubicBezTo>
                <a:cubicBezTo>
                  <a:pt x="1460" y="1920"/>
                  <a:pt x="1450" y="1925"/>
                  <a:pt x="1446" y="1937"/>
                </a:cubicBezTo>
                <a:cubicBezTo>
                  <a:pt x="1410" y="1977"/>
                  <a:pt x="1401" y="1976"/>
                  <a:pt x="1400" y="1983"/>
                </a:cubicBezTo>
                <a:cubicBezTo>
                  <a:pt x="1385" y="2005"/>
                  <a:pt x="1376" y="2000"/>
                  <a:pt x="1378" y="2007"/>
                </a:cubicBezTo>
                <a:cubicBezTo>
                  <a:pt x="1342" y="2047"/>
                  <a:pt x="1322" y="2057"/>
                  <a:pt x="1309" y="2075"/>
                </a:cubicBezTo>
                <a:cubicBezTo>
                  <a:pt x="1286" y="2101"/>
                  <a:pt x="1285" y="2104"/>
                  <a:pt x="1282" y="2105"/>
                </a:cubicBezTo>
                <a:cubicBezTo>
                  <a:pt x="1265" y="2129"/>
                  <a:pt x="1263" y="2131"/>
                  <a:pt x="1261" y="2131"/>
                </a:cubicBezTo>
                <a:cubicBezTo>
                  <a:pt x="1251" y="2152"/>
                  <a:pt x="1245" y="2151"/>
                  <a:pt x="1248" y="2158"/>
                </a:cubicBezTo>
                <a:cubicBezTo>
                  <a:pt x="1262" y="2152"/>
                  <a:pt x="1267" y="2142"/>
                  <a:pt x="1272" y="2131"/>
                </a:cubicBezTo>
                <a:close/>
                <a:moveTo>
                  <a:pt x="1252" y="2121"/>
                </a:moveTo>
                <a:cubicBezTo>
                  <a:pt x="1253" y="2116"/>
                  <a:pt x="1258" y="2113"/>
                  <a:pt x="1261" y="2110"/>
                </a:cubicBezTo>
                <a:cubicBezTo>
                  <a:pt x="1292" y="2075"/>
                  <a:pt x="1292" y="2069"/>
                  <a:pt x="1296" y="2066"/>
                </a:cubicBezTo>
                <a:cubicBezTo>
                  <a:pt x="1325" y="2042"/>
                  <a:pt x="1328" y="2032"/>
                  <a:pt x="1337" y="2027"/>
                </a:cubicBezTo>
                <a:cubicBezTo>
                  <a:pt x="1357" y="2004"/>
                  <a:pt x="1360" y="2005"/>
                  <a:pt x="1361" y="2003"/>
                </a:cubicBezTo>
                <a:cubicBezTo>
                  <a:pt x="1379" y="1988"/>
                  <a:pt x="1381" y="1987"/>
                  <a:pt x="1383" y="1985"/>
                </a:cubicBezTo>
                <a:cubicBezTo>
                  <a:pt x="1395" y="1974"/>
                  <a:pt x="1393" y="1969"/>
                  <a:pt x="1398" y="1970"/>
                </a:cubicBezTo>
                <a:cubicBezTo>
                  <a:pt x="1429" y="1937"/>
                  <a:pt x="1430" y="1935"/>
                  <a:pt x="1431" y="1933"/>
                </a:cubicBezTo>
                <a:cubicBezTo>
                  <a:pt x="1448" y="1913"/>
                  <a:pt x="1452" y="1911"/>
                  <a:pt x="1453" y="1905"/>
                </a:cubicBezTo>
                <a:cubicBezTo>
                  <a:pt x="1484" y="1849"/>
                  <a:pt x="1489" y="1848"/>
                  <a:pt x="1485" y="1844"/>
                </a:cubicBezTo>
                <a:cubicBezTo>
                  <a:pt x="1498" y="1819"/>
                  <a:pt x="1499" y="1815"/>
                  <a:pt x="1503" y="1813"/>
                </a:cubicBezTo>
                <a:cubicBezTo>
                  <a:pt x="1479" y="1838"/>
                  <a:pt x="1484" y="1853"/>
                  <a:pt x="1477" y="1855"/>
                </a:cubicBezTo>
                <a:cubicBezTo>
                  <a:pt x="1464" y="1882"/>
                  <a:pt x="1459" y="1886"/>
                  <a:pt x="1455" y="1892"/>
                </a:cubicBezTo>
                <a:cubicBezTo>
                  <a:pt x="1437" y="1912"/>
                  <a:pt x="1434" y="1918"/>
                  <a:pt x="1431" y="1922"/>
                </a:cubicBezTo>
                <a:cubicBezTo>
                  <a:pt x="1408" y="1942"/>
                  <a:pt x="1402" y="1953"/>
                  <a:pt x="1394" y="1961"/>
                </a:cubicBezTo>
                <a:cubicBezTo>
                  <a:pt x="1356" y="1988"/>
                  <a:pt x="1360" y="1997"/>
                  <a:pt x="1354" y="1996"/>
                </a:cubicBezTo>
                <a:cubicBezTo>
                  <a:pt x="1337" y="2014"/>
                  <a:pt x="1333" y="2016"/>
                  <a:pt x="1330" y="2018"/>
                </a:cubicBezTo>
                <a:cubicBezTo>
                  <a:pt x="1304" y="2043"/>
                  <a:pt x="1304" y="2048"/>
                  <a:pt x="1300" y="2049"/>
                </a:cubicBezTo>
                <a:cubicBezTo>
                  <a:pt x="1281" y="2070"/>
                  <a:pt x="1275" y="2075"/>
                  <a:pt x="1269" y="2079"/>
                </a:cubicBezTo>
                <a:cubicBezTo>
                  <a:pt x="1247" y="2112"/>
                  <a:pt x="1245" y="2113"/>
                  <a:pt x="1243" y="2114"/>
                </a:cubicBezTo>
                <a:cubicBezTo>
                  <a:pt x="1247" y="2103"/>
                  <a:pt x="1247" y="2098"/>
                  <a:pt x="1250" y="2094"/>
                </a:cubicBezTo>
                <a:cubicBezTo>
                  <a:pt x="1275" y="2064"/>
                  <a:pt x="1275" y="2058"/>
                  <a:pt x="1278" y="2055"/>
                </a:cubicBezTo>
                <a:cubicBezTo>
                  <a:pt x="1312" y="2008"/>
                  <a:pt x="1335" y="1985"/>
                  <a:pt x="1359" y="1964"/>
                </a:cubicBezTo>
                <a:cubicBezTo>
                  <a:pt x="1384" y="1931"/>
                  <a:pt x="1387" y="1930"/>
                  <a:pt x="1387" y="1924"/>
                </a:cubicBezTo>
                <a:cubicBezTo>
                  <a:pt x="1413" y="1898"/>
                  <a:pt x="1413" y="1892"/>
                  <a:pt x="1418" y="1892"/>
                </a:cubicBezTo>
                <a:cubicBezTo>
                  <a:pt x="1427" y="1879"/>
                  <a:pt x="1429" y="1875"/>
                  <a:pt x="1431" y="1872"/>
                </a:cubicBezTo>
                <a:cubicBezTo>
                  <a:pt x="1422" y="1877"/>
                  <a:pt x="1419" y="1882"/>
                  <a:pt x="1416" y="1885"/>
                </a:cubicBezTo>
                <a:cubicBezTo>
                  <a:pt x="1370" y="1932"/>
                  <a:pt x="1368" y="1937"/>
                  <a:pt x="1365" y="1942"/>
                </a:cubicBezTo>
                <a:cubicBezTo>
                  <a:pt x="1347" y="1957"/>
                  <a:pt x="1348" y="1963"/>
                  <a:pt x="1344" y="1961"/>
                </a:cubicBezTo>
                <a:cubicBezTo>
                  <a:pt x="1310" y="1997"/>
                  <a:pt x="1311" y="2001"/>
                  <a:pt x="1309" y="2003"/>
                </a:cubicBezTo>
                <a:cubicBezTo>
                  <a:pt x="1290" y="2031"/>
                  <a:pt x="1278" y="2034"/>
                  <a:pt x="1276" y="2046"/>
                </a:cubicBezTo>
                <a:cubicBezTo>
                  <a:pt x="1263" y="2059"/>
                  <a:pt x="1262" y="2063"/>
                  <a:pt x="1256" y="2066"/>
                </a:cubicBezTo>
                <a:cubicBezTo>
                  <a:pt x="1229" y="2114"/>
                  <a:pt x="1229" y="2119"/>
                  <a:pt x="1226" y="2121"/>
                </a:cubicBezTo>
                <a:cubicBezTo>
                  <a:pt x="1210" y="2155"/>
                  <a:pt x="1209" y="2158"/>
                  <a:pt x="1208" y="2160"/>
                </a:cubicBezTo>
                <a:cubicBezTo>
                  <a:pt x="1234" y="2148"/>
                  <a:pt x="1239" y="2141"/>
                  <a:pt x="1243" y="2131"/>
                </a:cubicBezTo>
                <a:close/>
                <a:moveTo>
                  <a:pt x="1095" y="2090"/>
                </a:moveTo>
                <a:cubicBezTo>
                  <a:pt x="1092" y="2080"/>
                  <a:pt x="1087" y="2072"/>
                  <a:pt x="1082" y="2064"/>
                </a:cubicBezTo>
                <a:cubicBezTo>
                  <a:pt x="1051" y="2009"/>
                  <a:pt x="1049" y="2005"/>
                  <a:pt x="1045" y="2003"/>
                </a:cubicBezTo>
                <a:cubicBezTo>
                  <a:pt x="1032" y="1967"/>
                  <a:pt x="1032" y="1961"/>
                  <a:pt x="1030" y="1957"/>
                </a:cubicBezTo>
                <a:cubicBezTo>
                  <a:pt x="1015" y="1906"/>
                  <a:pt x="1012" y="1903"/>
                  <a:pt x="1012" y="1896"/>
                </a:cubicBezTo>
                <a:cubicBezTo>
                  <a:pt x="1003" y="1886"/>
                  <a:pt x="1010" y="1901"/>
                  <a:pt x="1012" y="1920"/>
                </a:cubicBezTo>
                <a:cubicBezTo>
                  <a:pt x="1029" y="2003"/>
                  <a:pt x="1034" y="2018"/>
                  <a:pt x="1038" y="2033"/>
                </a:cubicBezTo>
                <a:cubicBezTo>
                  <a:pt x="1048" y="2064"/>
                  <a:pt x="1051" y="2072"/>
                  <a:pt x="1056" y="2077"/>
                </a:cubicBezTo>
                <a:cubicBezTo>
                  <a:pt x="1101" y="2160"/>
                  <a:pt x="1101" y="2160"/>
                  <a:pt x="1101" y="2160"/>
                </a:cubicBezTo>
                <a:cubicBezTo>
                  <a:pt x="1097" y="2151"/>
                  <a:pt x="1093" y="2150"/>
                  <a:pt x="1093" y="2142"/>
                </a:cubicBezTo>
                <a:cubicBezTo>
                  <a:pt x="1069" y="2093"/>
                  <a:pt x="1058" y="2074"/>
                  <a:pt x="1051" y="2051"/>
                </a:cubicBezTo>
                <a:cubicBezTo>
                  <a:pt x="1037" y="2005"/>
                  <a:pt x="1030" y="1997"/>
                  <a:pt x="1030" y="1983"/>
                </a:cubicBezTo>
                <a:cubicBezTo>
                  <a:pt x="1058" y="2041"/>
                  <a:pt x="1062" y="2045"/>
                  <a:pt x="1064" y="2051"/>
                </a:cubicBezTo>
                <a:cubicBezTo>
                  <a:pt x="1085" y="2092"/>
                  <a:pt x="1091" y="2094"/>
                  <a:pt x="1093" y="2101"/>
                </a:cubicBezTo>
                <a:cubicBezTo>
                  <a:pt x="1127" y="2147"/>
                  <a:pt x="1120" y="2159"/>
                  <a:pt x="1126" y="2158"/>
                </a:cubicBezTo>
                <a:cubicBezTo>
                  <a:pt x="1131" y="2147"/>
                  <a:pt x="1123" y="2137"/>
                  <a:pt x="1117" y="2125"/>
                </a:cubicBezTo>
                <a:close/>
                <a:moveTo>
                  <a:pt x="1062" y="2155"/>
                </a:moveTo>
                <a:cubicBezTo>
                  <a:pt x="1062" y="2152"/>
                  <a:pt x="1061" y="2150"/>
                  <a:pt x="1058" y="2149"/>
                </a:cubicBezTo>
                <a:cubicBezTo>
                  <a:pt x="1061" y="2142"/>
                  <a:pt x="1051" y="2147"/>
                  <a:pt x="1054" y="2140"/>
                </a:cubicBezTo>
                <a:cubicBezTo>
                  <a:pt x="1048" y="2137"/>
                  <a:pt x="1047" y="2129"/>
                  <a:pt x="1040" y="2127"/>
                </a:cubicBezTo>
                <a:cubicBezTo>
                  <a:pt x="1037" y="2113"/>
                  <a:pt x="1027" y="2105"/>
                  <a:pt x="1019" y="2097"/>
                </a:cubicBezTo>
                <a:cubicBezTo>
                  <a:pt x="1017" y="2106"/>
                  <a:pt x="1026" y="2106"/>
                  <a:pt x="1027" y="2112"/>
                </a:cubicBezTo>
                <a:cubicBezTo>
                  <a:pt x="1028" y="2119"/>
                  <a:pt x="1036" y="2120"/>
                  <a:pt x="1036" y="2127"/>
                </a:cubicBezTo>
                <a:cubicBezTo>
                  <a:pt x="1045" y="2135"/>
                  <a:pt x="1050" y="2146"/>
                  <a:pt x="1058" y="2155"/>
                </a:cubicBezTo>
                <a:cubicBezTo>
                  <a:pt x="1059" y="2157"/>
                  <a:pt x="1060" y="2159"/>
                  <a:pt x="1061" y="2160"/>
                </a:cubicBezTo>
                <a:cubicBezTo>
                  <a:pt x="1067" y="2160"/>
                  <a:pt x="1067" y="2160"/>
                  <a:pt x="1067" y="2160"/>
                </a:cubicBezTo>
                <a:cubicBezTo>
                  <a:pt x="1066" y="2158"/>
                  <a:pt x="1066" y="2155"/>
                  <a:pt x="1062" y="215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05474103-4A93-4198-B2FA-45EC74FD52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798" y="0"/>
            <a:ext cx="12151360" cy="6875463"/>
          </a:xfrm>
          <a:custGeom>
            <a:avLst/>
            <a:gdLst/>
            <a:ahLst/>
            <a:cxnLst/>
            <a:rect l="0" t="0" r="r" b="b"/>
            <a:pathLst>
              <a:path w="3840" h="2163">
                <a:moveTo>
                  <a:pt x="3809" y="960"/>
                </a:moveTo>
                <a:cubicBezTo>
                  <a:pt x="3796" y="975"/>
                  <a:pt x="3783" y="990"/>
                  <a:pt x="3772" y="1010"/>
                </a:cubicBezTo>
                <a:cubicBezTo>
                  <a:pt x="3769" y="1017"/>
                  <a:pt x="3766" y="1024"/>
                  <a:pt x="3763" y="1030"/>
                </a:cubicBezTo>
                <a:cubicBezTo>
                  <a:pt x="3771" y="1037"/>
                  <a:pt x="3769" y="1017"/>
                  <a:pt x="3775" y="1019"/>
                </a:cubicBezTo>
                <a:cubicBezTo>
                  <a:pt x="3774" y="1010"/>
                  <a:pt x="3779" y="1009"/>
                  <a:pt x="3783" y="1001"/>
                </a:cubicBezTo>
                <a:cubicBezTo>
                  <a:pt x="3787" y="996"/>
                  <a:pt x="3792" y="991"/>
                  <a:pt x="3796" y="985"/>
                </a:cubicBezTo>
                <a:cubicBezTo>
                  <a:pt x="3798" y="980"/>
                  <a:pt x="3802" y="982"/>
                  <a:pt x="3803" y="976"/>
                </a:cubicBezTo>
                <a:cubicBezTo>
                  <a:pt x="3807" y="980"/>
                  <a:pt x="3805" y="966"/>
                  <a:pt x="3810" y="970"/>
                </a:cubicBezTo>
                <a:cubicBezTo>
                  <a:pt x="3815" y="965"/>
                  <a:pt x="3819" y="960"/>
                  <a:pt x="3824" y="954"/>
                </a:cubicBezTo>
                <a:cubicBezTo>
                  <a:pt x="3826" y="952"/>
                  <a:pt x="3829" y="950"/>
                  <a:pt x="3831" y="948"/>
                </a:cubicBezTo>
                <a:cubicBezTo>
                  <a:pt x="3834" y="948"/>
                  <a:pt x="3835" y="940"/>
                  <a:pt x="3838" y="942"/>
                </a:cubicBezTo>
                <a:cubicBezTo>
                  <a:pt x="3839" y="941"/>
                  <a:pt x="3840" y="940"/>
                  <a:pt x="3840" y="940"/>
                </a:cubicBezTo>
                <a:cubicBezTo>
                  <a:pt x="3840" y="930"/>
                  <a:pt x="3840" y="930"/>
                  <a:pt x="3840" y="930"/>
                </a:cubicBezTo>
                <a:cubicBezTo>
                  <a:pt x="3837" y="933"/>
                  <a:pt x="3833" y="935"/>
                  <a:pt x="3830" y="938"/>
                </a:cubicBezTo>
                <a:cubicBezTo>
                  <a:pt x="3824" y="947"/>
                  <a:pt x="3817" y="953"/>
                  <a:pt x="3809" y="960"/>
                </a:cubicBezTo>
                <a:close/>
                <a:moveTo>
                  <a:pt x="3827" y="880"/>
                </a:moveTo>
                <a:cubicBezTo>
                  <a:pt x="3818" y="885"/>
                  <a:pt x="3810" y="891"/>
                  <a:pt x="3802" y="898"/>
                </a:cubicBezTo>
                <a:cubicBezTo>
                  <a:pt x="3795" y="906"/>
                  <a:pt x="3785" y="910"/>
                  <a:pt x="3779" y="921"/>
                </a:cubicBezTo>
                <a:cubicBezTo>
                  <a:pt x="3770" y="926"/>
                  <a:pt x="3764" y="938"/>
                  <a:pt x="3757" y="945"/>
                </a:cubicBezTo>
                <a:cubicBezTo>
                  <a:pt x="3754" y="951"/>
                  <a:pt x="3748" y="950"/>
                  <a:pt x="3746" y="959"/>
                </a:cubicBezTo>
                <a:cubicBezTo>
                  <a:pt x="3743" y="958"/>
                  <a:pt x="3742" y="963"/>
                  <a:pt x="3740" y="966"/>
                </a:cubicBezTo>
                <a:cubicBezTo>
                  <a:pt x="3738" y="965"/>
                  <a:pt x="3735" y="971"/>
                  <a:pt x="3738" y="972"/>
                </a:cubicBezTo>
                <a:cubicBezTo>
                  <a:pt x="3746" y="962"/>
                  <a:pt x="3754" y="953"/>
                  <a:pt x="3762" y="942"/>
                </a:cubicBezTo>
                <a:cubicBezTo>
                  <a:pt x="3773" y="939"/>
                  <a:pt x="3778" y="921"/>
                  <a:pt x="3789" y="918"/>
                </a:cubicBezTo>
                <a:cubicBezTo>
                  <a:pt x="3792" y="911"/>
                  <a:pt x="3799" y="912"/>
                  <a:pt x="3802" y="905"/>
                </a:cubicBezTo>
                <a:cubicBezTo>
                  <a:pt x="3807" y="902"/>
                  <a:pt x="3812" y="899"/>
                  <a:pt x="3816" y="894"/>
                </a:cubicBezTo>
                <a:cubicBezTo>
                  <a:pt x="3817" y="891"/>
                  <a:pt x="3822" y="895"/>
                  <a:pt x="3822" y="890"/>
                </a:cubicBezTo>
                <a:cubicBezTo>
                  <a:pt x="3826" y="891"/>
                  <a:pt x="3827" y="884"/>
                  <a:pt x="3831" y="886"/>
                </a:cubicBezTo>
                <a:cubicBezTo>
                  <a:pt x="3833" y="882"/>
                  <a:pt x="3837" y="881"/>
                  <a:pt x="3840" y="879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35" y="872"/>
                  <a:pt x="3831" y="878"/>
                  <a:pt x="3827" y="880"/>
                </a:cubicBezTo>
                <a:close/>
                <a:moveTo>
                  <a:pt x="3837" y="806"/>
                </a:moveTo>
                <a:cubicBezTo>
                  <a:pt x="3836" y="810"/>
                  <a:pt x="3827" y="812"/>
                  <a:pt x="3832" y="816"/>
                </a:cubicBezTo>
                <a:cubicBezTo>
                  <a:pt x="3835" y="814"/>
                  <a:pt x="3837" y="812"/>
                  <a:pt x="3840" y="810"/>
                </a:cubicBezTo>
                <a:cubicBezTo>
                  <a:pt x="3840" y="804"/>
                  <a:pt x="3840" y="804"/>
                  <a:pt x="3840" y="804"/>
                </a:cubicBezTo>
                <a:cubicBezTo>
                  <a:pt x="3839" y="804"/>
                  <a:pt x="3838" y="805"/>
                  <a:pt x="3837" y="806"/>
                </a:cubicBezTo>
                <a:close/>
                <a:moveTo>
                  <a:pt x="2318" y="205"/>
                </a:moveTo>
                <a:cubicBezTo>
                  <a:pt x="2319" y="200"/>
                  <a:pt x="2323" y="198"/>
                  <a:pt x="2322" y="192"/>
                </a:cubicBezTo>
                <a:cubicBezTo>
                  <a:pt x="2351" y="148"/>
                  <a:pt x="2361" y="145"/>
                  <a:pt x="2364" y="135"/>
                </a:cubicBezTo>
                <a:cubicBezTo>
                  <a:pt x="2383" y="109"/>
                  <a:pt x="2387" y="107"/>
                  <a:pt x="2388" y="102"/>
                </a:cubicBezTo>
                <a:cubicBezTo>
                  <a:pt x="2419" y="61"/>
                  <a:pt x="2429" y="59"/>
                  <a:pt x="2434" y="50"/>
                </a:cubicBezTo>
                <a:cubicBezTo>
                  <a:pt x="2462" y="20"/>
                  <a:pt x="2474" y="12"/>
                  <a:pt x="2481" y="0"/>
                </a:cubicBezTo>
                <a:cubicBezTo>
                  <a:pt x="2462" y="9"/>
                  <a:pt x="2460" y="16"/>
                  <a:pt x="2453" y="19"/>
                </a:cubicBezTo>
                <a:cubicBezTo>
                  <a:pt x="2438" y="35"/>
                  <a:pt x="2436" y="37"/>
                  <a:pt x="2434" y="39"/>
                </a:cubicBezTo>
                <a:cubicBezTo>
                  <a:pt x="2416" y="54"/>
                  <a:pt x="2418" y="60"/>
                  <a:pt x="2412" y="59"/>
                </a:cubicBezTo>
                <a:cubicBezTo>
                  <a:pt x="2382" y="92"/>
                  <a:pt x="2384" y="103"/>
                  <a:pt x="2377" y="104"/>
                </a:cubicBezTo>
                <a:cubicBezTo>
                  <a:pt x="2361" y="133"/>
                  <a:pt x="2355" y="132"/>
                  <a:pt x="2357" y="139"/>
                </a:cubicBezTo>
                <a:cubicBezTo>
                  <a:pt x="2336" y="177"/>
                  <a:pt x="2326" y="171"/>
                  <a:pt x="2329" y="179"/>
                </a:cubicBezTo>
                <a:cubicBezTo>
                  <a:pt x="2321" y="199"/>
                  <a:pt x="2312" y="203"/>
                  <a:pt x="2318" y="205"/>
                </a:cubicBezTo>
                <a:close/>
                <a:moveTo>
                  <a:pt x="3826" y="837"/>
                </a:moveTo>
                <a:cubicBezTo>
                  <a:pt x="3821" y="839"/>
                  <a:pt x="3818" y="844"/>
                  <a:pt x="3813" y="845"/>
                </a:cubicBezTo>
                <a:cubicBezTo>
                  <a:pt x="3805" y="852"/>
                  <a:pt x="3797" y="858"/>
                  <a:pt x="3790" y="867"/>
                </a:cubicBezTo>
                <a:cubicBezTo>
                  <a:pt x="3787" y="873"/>
                  <a:pt x="3782" y="871"/>
                  <a:pt x="3780" y="879"/>
                </a:cubicBezTo>
                <a:cubicBezTo>
                  <a:pt x="3776" y="877"/>
                  <a:pt x="3776" y="884"/>
                  <a:pt x="3773" y="883"/>
                </a:cubicBezTo>
                <a:cubicBezTo>
                  <a:pt x="3772" y="886"/>
                  <a:pt x="3769" y="890"/>
                  <a:pt x="3772" y="892"/>
                </a:cubicBezTo>
                <a:cubicBezTo>
                  <a:pt x="3778" y="885"/>
                  <a:pt x="3784" y="877"/>
                  <a:pt x="3792" y="872"/>
                </a:cubicBezTo>
                <a:cubicBezTo>
                  <a:pt x="3795" y="867"/>
                  <a:pt x="3799" y="864"/>
                  <a:pt x="3803" y="863"/>
                </a:cubicBezTo>
                <a:cubicBezTo>
                  <a:pt x="3806" y="858"/>
                  <a:pt x="3810" y="855"/>
                  <a:pt x="3814" y="853"/>
                </a:cubicBezTo>
                <a:cubicBezTo>
                  <a:pt x="3821" y="846"/>
                  <a:pt x="3828" y="841"/>
                  <a:pt x="3836" y="836"/>
                </a:cubicBezTo>
                <a:cubicBezTo>
                  <a:pt x="3837" y="837"/>
                  <a:pt x="3839" y="836"/>
                  <a:pt x="3840" y="835"/>
                </a:cubicBezTo>
                <a:cubicBezTo>
                  <a:pt x="3840" y="826"/>
                  <a:pt x="3840" y="826"/>
                  <a:pt x="3840" y="826"/>
                </a:cubicBezTo>
                <a:cubicBezTo>
                  <a:pt x="3839" y="827"/>
                  <a:pt x="3838" y="827"/>
                  <a:pt x="3837" y="827"/>
                </a:cubicBezTo>
                <a:cubicBezTo>
                  <a:pt x="3834" y="831"/>
                  <a:pt x="3830" y="835"/>
                  <a:pt x="3826" y="837"/>
                </a:cubicBezTo>
                <a:close/>
                <a:moveTo>
                  <a:pt x="3819" y="964"/>
                </a:moveTo>
                <a:cubicBezTo>
                  <a:pt x="3816" y="970"/>
                  <a:pt x="3810" y="971"/>
                  <a:pt x="3807" y="978"/>
                </a:cubicBezTo>
                <a:cubicBezTo>
                  <a:pt x="3801" y="978"/>
                  <a:pt x="3800" y="989"/>
                  <a:pt x="3795" y="989"/>
                </a:cubicBezTo>
                <a:cubicBezTo>
                  <a:pt x="3792" y="998"/>
                  <a:pt x="3786" y="999"/>
                  <a:pt x="3783" y="1006"/>
                </a:cubicBezTo>
                <a:cubicBezTo>
                  <a:pt x="3787" y="1008"/>
                  <a:pt x="3780" y="1008"/>
                  <a:pt x="3783" y="1011"/>
                </a:cubicBezTo>
                <a:cubicBezTo>
                  <a:pt x="3784" y="1015"/>
                  <a:pt x="3774" y="1015"/>
                  <a:pt x="3780" y="1019"/>
                </a:cubicBezTo>
                <a:cubicBezTo>
                  <a:pt x="3796" y="998"/>
                  <a:pt x="3813" y="976"/>
                  <a:pt x="3833" y="965"/>
                </a:cubicBezTo>
                <a:cubicBezTo>
                  <a:pt x="3835" y="963"/>
                  <a:pt x="3838" y="961"/>
                  <a:pt x="3840" y="959"/>
                </a:cubicBezTo>
                <a:cubicBezTo>
                  <a:pt x="3840" y="950"/>
                  <a:pt x="3840" y="950"/>
                  <a:pt x="3840" y="950"/>
                </a:cubicBezTo>
                <a:cubicBezTo>
                  <a:pt x="3837" y="952"/>
                  <a:pt x="3835" y="954"/>
                  <a:pt x="3833" y="956"/>
                </a:cubicBezTo>
                <a:cubicBezTo>
                  <a:pt x="3827" y="957"/>
                  <a:pt x="3825" y="965"/>
                  <a:pt x="3819" y="964"/>
                </a:cubicBezTo>
                <a:close/>
                <a:moveTo>
                  <a:pt x="3803" y="1109"/>
                </a:moveTo>
                <a:cubicBezTo>
                  <a:pt x="3801" y="1112"/>
                  <a:pt x="3798" y="1111"/>
                  <a:pt x="3797" y="1113"/>
                </a:cubicBezTo>
                <a:cubicBezTo>
                  <a:pt x="3795" y="1116"/>
                  <a:pt x="3794" y="1121"/>
                  <a:pt x="3791" y="1120"/>
                </a:cubicBezTo>
                <a:cubicBezTo>
                  <a:pt x="3786" y="1128"/>
                  <a:pt x="3788" y="1129"/>
                  <a:pt x="3782" y="1136"/>
                </a:cubicBezTo>
                <a:cubicBezTo>
                  <a:pt x="3780" y="1142"/>
                  <a:pt x="3777" y="1149"/>
                  <a:pt x="3774" y="1156"/>
                </a:cubicBezTo>
                <a:cubicBezTo>
                  <a:pt x="3769" y="1158"/>
                  <a:pt x="3768" y="1168"/>
                  <a:pt x="3775" y="1170"/>
                </a:cubicBezTo>
                <a:cubicBezTo>
                  <a:pt x="3776" y="1171"/>
                  <a:pt x="3778" y="1171"/>
                  <a:pt x="3779" y="1172"/>
                </a:cubicBezTo>
                <a:cubicBezTo>
                  <a:pt x="3780" y="1169"/>
                  <a:pt x="3780" y="1167"/>
                  <a:pt x="3779" y="1165"/>
                </a:cubicBezTo>
                <a:cubicBezTo>
                  <a:pt x="3787" y="1166"/>
                  <a:pt x="3779" y="1160"/>
                  <a:pt x="3780" y="1158"/>
                </a:cubicBezTo>
                <a:cubicBezTo>
                  <a:pt x="3785" y="1158"/>
                  <a:pt x="3788" y="1145"/>
                  <a:pt x="3787" y="1142"/>
                </a:cubicBezTo>
                <a:cubicBezTo>
                  <a:pt x="3794" y="1141"/>
                  <a:pt x="3796" y="1126"/>
                  <a:pt x="3802" y="1123"/>
                </a:cubicBezTo>
                <a:cubicBezTo>
                  <a:pt x="3807" y="1114"/>
                  <a:pt x="3813" y="1109"/>
                  <a:pt x="3818" y="1101"/>
                </a:cubicBezTo>
                <a:cubicBezTo>
                  <a:pt x="3823" y="1095"/>
                  <a:pt x="3830" y="1091"/>
                  <a:pt x="3835" y="1084"/>
                </a:cubicBezTo>
                <a:cubicBezTo>
                  <a:pt x="3837" y="1084"/>
                  <a:pt x="3838" y="1082"/>
                  <a:pt x="3840" y="1081"/>
                </a:cubicBezTo>
                <a:cubicBezTo>
                  <a:pt x="3840" y="1069"/>
                  <a:pt x="3840" y="1069"/>
                  <a:pt x="3840" y="1069"/>
                </a:cubicBezTo>
                <a:cubicBezTo>
                  <a:pt x="3836" y="1073"/>
                  <a:pt x="3831" y="1077"/>
                  <a:pt x="3827" y="1081"/>
                </a:cubicBezTo>
                <a:cubicBezTo>
                  <a:pt x="3818" y="1089"/>
                  <a:pt x="3811" y="1099"/>
                  <a:pt x="3803" y="1109"/>
                </a:cubicBezTo>
                <a:close/>
                <a:moveTo>
                  <a:pt x="3818" y="1248"/>
                </a:moveTo>
                <a:cubicBezTo>
                  <a:pt x="3822" y="1250"/>
                  <a:pt x="3815" y="1258"/>
                  <a:pt x="3822" y="1259"/>
                </a:cubicBezTo>
                <a:cubicBezTo>
                  <a:pt x="3826" y="1261"/>
                  <a:pt x="3826" y="1254"/>
                  <a:pt x="3829" y="1255"/>
                </a:cubicBezTo>
                <a:cubicBezTo>
                  <a:pt x="3832" y="1250"/>
                  <a:pt x="3832" y="1247"/>
                  <a:pt x="3831" y="1244"/>
                </a:cubicBezTo>
                <a:cubicBezTo>
                  <a:pt x="3835" y="1245"/>
                  <a:pt x="3835" y="1240"/>
                  <a:pt x="3834" y="1238"/>
                </a:cubicBezTo>
                <a:cubicBezTo>
                  <a:pt x="3839" y="1240"/>
                  <a:pt x="3833" y="1233"/>
                  <a:pt x="3837" y="1230"/>
                </a:cubicBezTo>
                <a:cubicBezTo>
                  <a:pt x="3838" y="1228"/>
                  <a:pt x="3839" y="1227"/>
                  <a:pt x="3840" y="1226"/>
                </a:cubicBezTo>
                <a:cubicBezTo>
                  <a:pt x="3840" y="1209"/>
                  <a:pt x="3840" y="1209"/>
                  <a:pt x="3840" y="1209"/>
                </a:cubicBezTo>
                <a:cubicBezTo>
                  <a:pt x="3835" y="1219"/>
                  <a:pt x="3829" y="1228"/>
                  <a:pt x="3823" y="1236"/>
                </a:cubicBezTo>
                <a:cubicBezTo>
                  <a:pt x="3828" y="1240"/>
                  <a:pt x="3819" y="1244"/>
                  <a:pt x="3818" y="1248"/>
                </a:cubicBezTo>
                <a:close/>
                <a:moveTo>
                  <a:pt x="3121" y="2109"/>
                </a:moveTo>
                <a:cubicBezTo>
                  <a:pt x="3119" y="2105"/>
                  <a:pt x="3124" y="2102"/>
                  <a:pt x="3118" y="2098"/>
                </a:cubicBezTo>
                <a:cubicBezTo>
                  <a:pt x="3121" y="2094"/>
                  <a:pt x="3113" y="2089"/>
                  <a:pt x="3115" y="2086"/>
                </a:cubicBezTo>
                <a:cubicBezTo>
                  <a:pt x="3114" y="2077"/>
                  <a:pt x="3111" y="2069"/>
                  <a:pt x="3108" y="2060"/>
                </a:cubicBezTo>
                <a:cubicBezTo>
                  <a:pt x="3108" y="2056"/>
                  <a:pt x="3105" y="2053"/>
                  <a:pt x="3104" y="2049"/>
                </a:cubicBezTo>
                <a:cubicBezTo>
                  <a:pt x="3103" y="2048"/>
                  <a:pt x="3105" y="2045"/>
                  <a:pt x="3104" y="2043"/>
                </a:cubicBezTo>
                <a:cubicBezTo>
                  <a:pt x="3103" y="2041"/>
                  <a:pt x="3099" y="2039"/>
                  <a:pt x="3102" y="2037"/>
                </a:cubicBezTo>
                <a:cubicBezTo>
                  <a:pt x="3096" y="2032"/>
                  <a:pt x="3099" y="2028"/>
                  <a:pt x="3093" y="2024"/>
                </a:cubicBezTo>
                <a:cubicBezTo>
                  <a:pt x="3095" y="2020"/>
                  <a:pt x="3092" y="2014"/>
                  <a:pt x="3087" y="2017"/>
                </a:cubicBezTo>
                <a:cubicBezTo>
                  <a:pt x="3092" y="2025"/>
                  <a:pt x="3088" y="2032"/>
                  <a:pt x="3095" y="2039"/>
                </a:cubicBezTo>
                <a:cubicBezTo>
                  <a:pt x="3093" y="2041"/>
                  <a:pt x="3096" y="2042"/>
                  <a:pt x="3096" y="2044"/>
                </a:cubicBezTo>
                <a:cubicBezTo>
                  <a:pt x="3097" y="2045"/>
                  <a:pt x="3096" y="2049"/>
                  <a:pt x="3096" y="2050"/>
                </a:cubicBezTo>
                <a:cubicBezTo>
                  <a:pt x="3096" y="2051"/>
                  <a:pt x="3098" y="2052"/>
                  <a:pt x="3099" y="2054"/>
                </a:cubicBezTo>
                <a:cubicBezTo>
                  <a:pt x="3101" y="2058"/>
                  <a:pt x="3097" y="2059"/>
                  <a:pt x="3101" y="2063"/>
                </a:cubicBezTo>
                <a:cubicBezTo>
                  <a:pt x="3106" y="2071"/>
                  <a:pt x="3101" y="2078"/>
                  <a:pt x="3107" y="2087"/>
                </a:cubicBezTo>
                <a:cubicBezTo>
                  <a:pt x="3108" y="2094"/>
                  <a:pt x="3109" y="2102"/>
                  <a:pt x="3114" y="2110"/>
                </a:cubicBezTo>
                <a:cubicBezTo>
                  <a:pt x="3112" y="2117"/>
                  <a:pt x="3115" y="2125"/>
                  <a:pt x="3115" y="2132"/>
                </a:cubicBezTo>
                <a:cubicBezTo>
                  <a:pt x="3119" y="2136"/>
                  <a:pt x="3117" y="2139"/>
                  <a:pt x="3119" y="2143"/>
                </a:cubicBezTo>
                <a:cubicBezTo>
                  <a:pt x="3118" y="2145"/>
                  <a:pt x="3120" y="2147"/>
                  <a:pt x="3122" y="2149"/>
                </a:cubicBezTo>
                <a:cubicBezTo>
                  <a:pt x="3124" y="2152"/>
                  <a:pt x="3120" y="2153"/>
                  <a:pt x="3121" y="2155"/>
                </a:cubicBezTo>
                <a:cubicBezTo>
                  <a:pt x="3122" y="2157"/>
                  <a:pt x="3123" y="2159"/>
                  <a:pt x="3123" y="2160"/>
                </a:cubicBezTo>
                <a:cubicBezTo>
                  <a:pt x="3132" y="2160"/>
                  <a:pt x="3132" y="2160"/>
                  <a:pt x="3132" y="2160"/>
                </a:cubicBezTo>
                <a:cubicBezTo>
                  <a:pt x="3132" y="2160"/>
                  <a:pt x="3132" y="2159"/>
                  <a:pt x="3132" y="2158"/>
                </a:cubicBezTo>
                <a:cubicBezTo>
                  <a:pt x="3129" y="2142"/>
                  <a:pt x="3124" y="2125"/>
                  <a:pt x="3121" y="2109"/>
                </a:cubicBezTo>
                <a:close/>
                <a:moveTo>
                  <a:pt x="3826" y="1017"/>
                </a:moveTo>
                <a:cubicBezTo>
                  <a:pt x="3822" y="1025"/>
                  <a:pt x="3814" y="1024"/>
                  <a:pt x="3810" y="1031"/>
                </a:cubicBezTo>
                <a:cubicBezTo>
                  <a:pt x="3806" y="1030"/>
                  <a:pt x="3805" y="1038"/>
                  <a:pt x="3801" y="1037"/>
                </a:cubicBezTo>
                <a:cubicBezTo>
                  <a:pt x="3798" y="1040"/>
                  <a:pt x="3796" y="1045"/>
                  <a:pt x="3792" y="1045"/>
                </a:cubicBezTo>
                <a:cubicBezTo>
                  <a:pt x="3791" y="1047"/>
                  <a:pt x="3790" y="1047"/>
                  <a:pt x="3787" y="1045"/>
                </a:cubicBezTo>
                <a:cubicBezTo>
                  <a:pt x="3786" y="1048"/>
                  <a:pt x="3789" y="1049"/>
                  <a:pt x="3787" y="1052"/>
                </a:cubicBezTo>
                <a:cubicBezTo>
                  <a:pt x="3783" y="1053"/>
                  <a:pt x="3780" y="1056"/>
                  <a:pt x="3779" y="1061"/>
                </a:cubicBezTo>
                <a:cubicBezTo>
                  <a:pt x="3772" y="1066"/>
                  <a:pt x="3768" y="1072"/>
                  <a:pt x="3767" y="1082"/>
                </a:cubicBezTo>
                <a:cubicBezTo>
                  <a:pt x="3773" y="1085"/>
                  <a:pt x="3776" y="1078"/>
                  <a:pt x="3778" y="1072"/>
                </a:cubicBezTo>
                <a:cubicBezTo>
                  <a:pt x="3782" y="1068"/>
                  <a:pt x="3787" y="1066"/>
                  <a:pt x="3789" y="1058"/>
                </a:cubicBezTo>
                <a:cubicBezTo>
                  <a:pt x="3795" y="1059"/>
                  <a:pt x="3798" y="1052"/>
                  <a:pt x="3802" y="1049"/>
                </a:cubicBezTo>
                <a:cubicBezTo>
                  <a:pt x="3805" y="1040"/>
                  <a:pt x="3812" y="1044"/>
                  <a:pt x="3815" y="1036"/>
                </a:cubicBezTo>
                <a:cubicBezTo>
                  <a:pt x="3824" y="1030"/>
                  <a:pt x="3833" y="1026"/>
                  <a:pt x="3840" y="1015"/>
                </a:cubicBezTo>
                <a:cubicBezTo>
                  <a:pt x="3840" y="1007"/>
                  <a:pt x="3840" y="1007"/>
                  <a:pt x="3840" y="1007"/>
                </a:cubicBezTo>
                <a:cubicBezTo>
                  <a:pt x="3835" y="1010"/>
                  <a:pt x="3832" y="1017"/>
                  <a:pt x="3826" y="1017"/>
                </a:cubicBezTo>
                <a:close/>
                <a:moveTo>
                  <a:pt x="450" y="2148"/>
                </a:moveTo>
                <a:cubicBezTo>
                  <a:pt x="443" y="2147"/>
                  <a:pt x="440" y="2141"/>
                  <a:pt x="432" y="2141"/>
                </a:cubicBezTo>
                <a:cubicBezTo>
                  <a:pt x="398" y="2115"/>
                  <a:pt x="391" y="2113"/>
                  <a:pt x="386" y="2109"/>
                </a:cubicBezTo>
                <a:cubicBezTo>
                  <a:pt x="312" y="2071"/>
                  <a:pt x="301" y="2066"/>
                  <a:pt x="298" y="2063"/>
                </a:cubicBezTo>
                <a:cubicBezTo>
                  <a:pt x="286" y="2058"/>
                  <a:pt x="284" y="2061"/>
                  <a:pt x="285" y="2061"/>
                </a:cubicBezTo>
                <a:cubicBezTo>
                  <a:pt x="253" y="2044"/>
                  <a:pt x="241" y="2046"/>
                  <a:pt x="235" y="2041"/>
                </a:cubicBezTo>
                <a:cubicBezTo>
                  <a:pt x="141" y="2001"/>
                  <a:pt x="136" y="1995"/>
                  <a:pt x="127" y="1994"/>
                </a:cubicBezTo>
                <a:cubicBezTo>
                  <a:pt x="113" y="1982"/>
                  <a:pt x="110" y="1982"/>
                  <a:pt x="111" y="1986"/>
                </a:cubicBezTo>
                <a:cubicBezTo>
                  <a:pt x="141" y="2010"/>
                  <a:pt x="141" y="2016"/>
                  <a:pt x="144" y="2019"/>
                </a:cubicBezTo>
                <a:cubicBezTo>
                  <a:pt x="143" y="2021"/>
                  <a:pt x="142" y="2027"/>
                  <a:pt x="147" y="2025"/>
                </a:cubicBezTo>
                <a:cubicBezTo>
                  <a:pt x="177" y="2058"/>
                  <a:pt x="180" y="2066"/>
                  <a:pt x="187" y="2070"/>
                </a:cubicBezTo>
                <a:cubicBezTo>
                  <a:pt x="244" y="2123"/>
                  <a:pt x="247" y="2132"/>
                  <a:pt x="253" y="2138"/>
                </a:cubicBezTo>
                <a:cubicBezTo>
                  <a:pt x="283" y="2160"/>
                  <a:pt x="283" y="2160"/>
                  <a:pt x="283" y="2160"/>
                </a:cubicBezTo>
                <a:cubicBezTo>
                  <a:pt x="254" y="2126"/>
                  <a:pt x="250" y="2124"/>
                  <a:pt x="247" y="2121"/>
                </a:cubicBezTo>
                <a:cubicBezTo>
                  <a:pt x="268" y="2130"/>
                  <a:pt x="274" y="2132"/>
                  <a:pt x="279" y="2136"/>
                </a:cubicBezTo>
                <a:cubicBezTo>
                  <a:pt x="313" y="2158"/>
                  <a:pt x="315" y="2159"/>
                  <a:pt x="318" y="2160"/>
                </a:cubicBezTo>
                <a:cubicBezTo>
                  <a:pt x="329" y="2157"/>
                  <a:pt x="326" y="2149"/>
                  <a:pt x="315" y="2149"/>
                </a:cubicBezTo>
                <a:cubicBezTo>
                  <a:pt x="288" y="2131"/>
                  <a:pt x="286" y="2130"/>
                  <a:pt x="285" y="2127"/>
                </a:cubicBezTo>
                <a:cubicBezTo>
                  <a:pt x="259" y="2117"/>
                  <a:pt x="260" y="2107"/>
                  <a:pt x="251" y="2110"/>
                </a:cubicBezTo>
                <a:cubicBezTo>
                  <a:pt x="223" y="2093"/>
                  <a:pt x="222" y="2087"/>
                  <a:pt x="216" y="2086"/>
                </a:cubicBezTo>
                <a:cubicBezTo>
                  <a:pt x="193" y="2069"/>
                  <a:pt x="184" y="2057"/>
                  <a:pt x="174" y="2047"/>
                </a:cubicBezTo>
                <a:cubicBezTo>
                  <a:pt x="206" y="2062"/>
                  <a:pt x="209" y="2064"/>
                  <a:pt x="211" y="2069"/>
                </a:cubicBezTo>
                <a:cubicBezTo>
                  <a:pt x="250" y="2097"/>
                  <a:pt x="255" y="2097"/>
                  <a:pt x="259" y="2100"/>
                </a:cubicBezTo>
                <a:cubicBezTo>
                  <a:pt x="299" y="2125"/>
                  <a:pt x="305" y="2125"/>
                  <a:pt x="309" y="2127"/>
                </a:cubicBezTo>
                <a:cubicBezTo>
                  <a:pt x="332" y="2140"/>
                  <a:pt x="331" y="2143"/>
                  <a:pt x="334" y="2143"/>
                </a:cubicBezTo>
                <a:cubicBezTo>
                  <a:pt x="363" y="2158"/>
                  <a:pt x="366" y="2159"/>
                  <a:pt x="369" y="2160"/>
                </a:cubicBezTo>
                <a:cubicBezTo>
                  <a:pt x="382" y="2154"/>
                  <a:pt x="375" y="2154"/>
                  <a:pt x="372" y="2149"/>
                </a:cubicBezTo>
                <a:cubicBezTo>
                  <a:pt x="323" y="2123"/>
                  <a:pt x="317" y="2125"/>
                  <a:pt x="313" y="2121"/>
                </a:cubicBezTo>
                <a:cubicBezTo>
                  <a:pt x="300" y="2113"/>
                  <a:pt x="295" y="2114"/>
                  <a:pt x="295" y="2111"/>
                </a:cubicBezTo>
                <a:cubicBezTo>
                  <a:pt x="234" y="2076"/>
                  <a:pt x="233" y="2074"/>
                  <a:pt x="231" y="2074"/>
                </a:cubicBezTo>
                <a:cubicBezTo>
                  <a:pt x="259" y="2083"/>
                  <a:pt x="261" y="2087"/>
                  <a:pt x="265" y="2089"/>
                </a:cubicBezTo>
                <a:cubicBezTo>
                  <a:pt x="310" y="2106"/>
                  <a:pt x="319" y="2108"/>
                  <a:pt x="325" y="2113"/>
                </a:cubicBezTo>
                <a:cubicBezTo>
                  <a:pt x="367" y="2126"/>
                  <a:pt x="366" y="2132"/>
                  <a:pt x="370" y="2132"/>
                </a:cubicBezTo>
                <a:cubicBezTo>
                  <a:pt x="395" y="2147"/>
                  <a:pt x="398" y="2148"/>
                  <a:pt x="400" y="2149"/>
                </a:cubicBezTo>
                <a:cubicBezTo>
                  <a:pt x="412" y="2155"/>
                  <a:pt x="413" y="2157"/>
                  <a:pt x="414" y="2157"/>
                </a:cubicBezTo>
                <a:cubicBezTo>
                  <a:pt x="439" y="2160"/>
                  <a:pt x="439" y="2160"/>
                  <a:pt x="439" y="2160"/>
                </a:cubicBezTo>
                <a:cubicBezTo>
                  <a:pt x="427" y="2149"/>
                  <a:pt x="421" y="2151"/>
                  <a:pt x="418" y="2148"/>
                </a:cubicBezTo>
                <a:cubicBezTo>
                  <a:pt x="389" y="2135"/>
                  <a:pt x="387" y="2131"/>
                  <a:pt x="383" y="2129"/>
                </a:cubicBezTo>
                <a:cubicBezTo>
                  <a:pt x="334" y="2106"/>
                  <a:pt x="329" y="2103"/>
                  <a:pt x="322" y="2100"/>
                </a:cubicBezTo>
                <a:cubicBezTo>
                  <a:pt x="300" y="2091"/>
                  <a:pt x="295" y="2088"/>
                  <a:pt x="289" y="2087"/>
                </a:cubicBezTo>
                <a:cubicBezTo>
                  <a:pt x="263" y="2072"/>
                  <a:pt x="256" y="2075"/>
                  <a:pt x="255" y="2072"/>
                </a:cubicBezTo>
                <a:cubicBezTo>
                  <a:pt x="202" y="2047"/>
                  <a:pt x="196" y="2045"/>
                  <a:pt x="191" y="2042"/>
                </a:cubicBezTo>
                <a:cubicBezTo>
                  <a:pt x="182" y="2043"/>
                  <a:pt x="176" y="2036"/>
                  <a:pt x="174" y="2036"/>
                </a:cubicBezTo>
                <a:cubicBezTo>
                  <a:pt x="148" y="2010"/>
                  <a:pt x="140" y="2013"/>
                  <a:pt x="141" y="2006"/>
                </a:cubicBezTo>
                <a:cubicBezTo>
                  <a:pt x="184" y="2026"/>
                  <a:pt x="184" y="2030"/>
                  <a:pt x="188" y="2029"/>
                </a:cubicBezTo>
                <a:cubicBezTo>
                  <a:pt x="278" y="2065"/>
                  <a:pt x="282" y="2074"/>
                  <a:pt x="296" y="2072"/>
                </a:cubicBezTo>
                <a:cubicBezTo>
                  <a:pt x="324" y="2086"/>
                  <a:pt x="331" y="2089"/>
                  <a:pt x="337" y="2093"/>
                </a:cubicBezTo>
                <a:cubicBezTo>
                  <a:pt x="364" y="2108"/>
                  <a:pt x="372" y="2110"/>
                  <a:pt x="376" y="2116"/>
                </a:cubicBezTo>
                <a:cubicBezTo>
                  <a:pt x="390" y="2124"/>
                  <a:pt x="394" y="2125"/>
                  <a:pt x="396" y="2128"/>
                </a:cubicBezTo>
                <a:cubicBezTo>
                  <a:pt x="426" y="2151"/>
                  <a:pt x="435" y="2147"/>
                  <a:pt x="433" y="2154"/>
                </a:cubicBezTo>
                <a:cubicBezTo>
                  <a:pt x="456" y="2157"/>
                  <a:pt x="452" y="2154"/>
                  <a:pt x="450" y="2148"/>
                </a:cubicBezTo>
                <a:close/>
                <a:moveTo>
                  <a:pt x="2266" y="551"/>
                </a:moveTo>
                <a:cubicBezTo>
                  <a:pt x="2269" y="545"/>
                  <a:pt x="2268" y="535"/>
                  <a:pt x="2272" y="530"/>
                </a:cubicBezTo>
                <a:cubicBezTo>
                  <a:pt x="2292" y="481"/>
                  <a:pt x="2296" y="476"/>
                  <a:pt x="2298" y="469"/>
                </a:cubicBezTo>
                <a:cubicBezTo>
                  <a:pt x="2337" y="415"/>
                  <a:pt x="2342" y="412"/>
                  <a:pt x="2344" y="410"/>
                </a:cubicBezTo>
                <a:cubicBezTo>
                  <a:pt x="2360" y="398"/>
                  <a:pt x="2356" y="389"/>
                  <a:pt x="2362" y="390"/>
                </a:cubicBezTo>
                <a:cubicBezTo>
                  <a:pt x="2397" y="365"/>
                  <a:pt x="2395" y="358"/>
                  <a:pt x="2399" y="357"/>
                </a:cubicBezTo>
                <a:cubicBezTo>
                  <a:pt x="2444" y="321"/>
                  <a:pt x="2452" y="319"/>
                  <a:pt x="2453" y="312"/>
                </a:cubicBezTo>
                <a:cubicBezTo>
                  <a:pt x="2491" y="287"/>
                  <a:pt x="2487" y="278"/>
                  <a:pt x="2493" y="279"/>
                </a:cubicBezTo>
                <a:cubicBezTo>
                  <a:pt x="2535" y="238"/>
                  <a:pt x="2531" y="229"/>
                  <a:pt x="2538" y="231"/>
                </a:cubicBezTo>
                <a:cubicBezTo>
                  <a:pt x="2554" y="211"/>
                  <a:pt x="2557" y="211"/>
                  <a:pt x="2556" y="207"/>
                </a:cubicBezTo>
                <a:cubicBezTo>
                  <a:pt x="2576" y="181"/>
                  <a:pt x="2580" y="179"/>
                  <a:pt x="2582" y="176"/>
                </a:cubicBezTo>
                <a:cubicBezTo>
                  <a:pt x="2597" y="153"/>
                  <a:pt x="2601" y="151"/>
                  <a:pt x="2604" y="148"/>
                </a:cubicBezTo>
                <a:cubicBezTo>
                  <a:pt x="2613" y="141"/>
                  <a:pt x="2605" y="150"/>
                  <a:pt x="2599" y="161"/>
                </a:cubicBezTo>
                <a:cubicBezTo>
                  <a:pt x="2562" y="212"/>
                  <a:pt x="2559" y="220"/>
                  <a:pt x="2556" y="226"/>
                </a:cubicBezTo>
                <a:cubicBezTo>
                  <a:pt x="2536" y="255"/>
                  <a:pt x="2527" y="251"/>
                  <a:pt x="2527" y="257"/>
                </a:cubicBezTo>
                <a:cubicBezTo>
                  <a:pt x="2486" y="293"/>
                  <a:pt x="2486" y="298"/>
                  <a:pt x="2482" y="298"/>
                </a:cubicBezTo>
                <a:cubicBezTo>
                  <a:pt x="2460" y="317"/>
                  <a:pt x="2458" y="324"/>
                  <a:pt x="2453" y="329"/>
                </a:cubicBezTo>
                <a:cubicBezTo>
                  <a:pt x="2429" y="353"/>
                  <a:pt x="2425" y="354"/>
                  <a:pt x="2423" y="357"/>
                </a:cubicBezTo>
                <a:cubicBezTo>
                  <a:pt x="2404" y="374"/>
                  <a:pt x="2402" y="376"/>
                  <a:pt x="2401" y="379"/>
                </a:cubicBezTo>
                <a:cubicBezTo>
                  <a:pt x="2380" y="394"/>
                  <a:pt x="2384" y="403"/>
                  <a:pt x="2377" y="401"/>
                </a:cubicBezTo>
                <a:cubicBezTo>
                  <a:pt x="2353" y="449"/>
                  <a:pt x="2342" y="451"/>
                  <a:pt x="2342" y="464"/>
                </a:cubicBezTo>
                <a:cubicBezTo>
                  <a:pt x="2318" y="525"/>
                  <a:pt x="2314" y="528"/>
                  <a:pt x="2314" y="534"/>
                </a:cubicBezTo>
                <a:cubicBezTo>
                  <a:pt x="2328" y="514"/>
                  <a:pt x="2327" y="509"/>
                  <a:pt x="2327" y="506"/>
                </a:cubicBezTo>
                <a:cubicBezTo>
                  <a:pt x="2335" y="485"/>
                  <a:pt x="2339" y="486"/>
                  <a:pt x="2338" y="479"/>
                </a:cubicBezTo>
                <a:cubicBezTo>
                  <a:pt x="2369" y="429"/>
                  <a:pt x="2374" y="423"/>
                  <a:pt x="2377" y="414"/>
                </a:cubicBezTo>
                <a:cubicBezTo>
                  <a:pt x="2409" y="376"/>
                  <a:pt x="2418" y="380"/>
                  <a:pt x="2416" y="373"/>
                </a:cubicBezTo>
                <a:cubicBezTo>
                  <a:pt x="2448" y="348"/>
                  <a:pt x="2448" y="339"/>
                  <a:pt x="2458" y="338"/>
                </a:cubicBezTo>
                <a:cubicBezTo>
                  <a:pt x="2497" y="296"/>
                  <a:pt x="2509" y="287"/>
                  <a:pt x="2521" y="279"/>
                </a:cubicBezTo>
                <a:cubicBezTo>
                  <a:pt x="2551" y="237"/>
                  <a:pt x="2561" y="242"/>
                  <a:pt x="2558" y="235"/>
                </a:cubicBezTo>
                <a:cubicBezTo>
                  <a:pt x="2575" y="216"/>
                  <a:pt x="2578" y="210"/>
                  <a:pt x="2582" y="205"/>
                </a:cubicBezTo>
                <a:cubicBezTo>
                  <a:pt x="2604" y="168"/>
                  <a:pt x="2610" y="169"/>
                  <a:pt x="2608" y="163"/>
                </a:cubicBezTo>
                <a:cubicBezTo>
                  <a:pt x="2614" y="170"/>
                  <a:pt x="2610" y="176"/>
                  <a:pt x="2606" y="183"/>
                </a:cubicBezTo>
                <a:cubicBezTo>
                  <a:pt x="2589" y="216"/>
                  <a:pt x="2577" y="226"/>
                  <a:pt x="2571" y="242"/>
                </a:cubicBezTo>
                <a:cubicBezTo>
                  <a:pt x="2558" y="254"/>
                  <a:pt x="2554" y="258"/>
                  <a:pt x="2551" y="261"/>
                </a:cubicBezTo>
                <a:cubicBezTo>
                  <a:pt x="2527" y="282"/>
                  <a:pt x="2526" y="288"/>
                  <a:pt x="2521" y="290"/>
                </a:cubicBezTo>
                <a:cubicBezTo>
                  <a:pt x="2498" y="313"/>
                  <a:pt x="2496" y="317"/>
                  <a:pt x="2490" y="318"/>
                </a:cubicBezTo>
                <a:cubicBezTo>
                  <a:pt x="2480" y="334"/>
                  <a:pt x="2473" y="334"/>
                  <a:pt x="2473" y="340"/>
                </a:cubicBezTo>
                <a:cubicBezTo>
                  <a:pt x="2450" y="368"/>
                  <a:pt x="2446" y="368"/>
                  <a:pt x="2445" y="370"/>
                </a:cubicBezTo>
                <a:cubicBezTo>
                  <a:pt x="2412" y="406"/>
                  <a:pt x="2415" y="415"/>
                  <a:pt x="2407" y="414"/>
                </a:cubicBezTo>
                <a:cubicBezTo>
                  <a:pt x="2383" y="455"/>
                  <a:pt x="2378" y="456"/>
                  <a:pt x="2377" y="462"/>
                </a:cubicBezTo>
                <a:cubicBezTo>
                  <a:pt x="2357" y="489"/>
                  <a:pt x="2361" y="500"/>
                  <a:pt x="2355" y="501"/>
                </a:cubicBezTo>
                <a:cubicBezTo>
                  <a:pt x="2332" y="563"/>
                  <a:pt x="2332" y="570"/>
                  <a:pt x="2331" y="575"/>
                </a:cubicBezTo>
                <a:cubicBezTo>
                  <a:pt x="2321" y="604"/>
                  <a:pt x="2323" y="609"/>
                  <a:pt x="2322" y="612"/>
                </a:cubicBezTo>
                <a:cubicBezTo>
                  <a:pt x="2334" y="577"/>
                  <a:pt x="2338" y="572"/>
                  <a:pt x="2338" y="564"/>
                </a:cubicBezTo>
                <a:cubicBezTo>
                  <a:pt x="2354" y="530"/>
                  <a:pt x="2352" y="524"/>
                  <a:pt x="2355" y="523"/>
                </a:cubicBezTo>
                <a:cubicBezTo>
                  <a:pt x="2378" y="476"/>
                  <a:pt x="2380" y="470"/>
                  <a:pt x="2383" y="464"/>
                </a:cubicBezTo>
                <a:cubicBezTo>
                  <a:pt x="2422" y="413"/>
                  <a:pt x="2426" y="409"/>
                  <a:pt x="2429" y="403"/>
                </a:cubicBezTo>
                <a:cubicBezTo>
                  <a:pt x="2448" y="389"/>
                  <a:pt x="2441" y="378"/>
                  <a:pt x="2449" y="381"/>
                </a:cubicBezTo>
                <a:cubicBezTo>
                  <a:pt x="2462" y="363"/>
                  <a:pt x="2465" y="361"/>
                  <a:pt x="2469" y="359"/>
                </a:cubicBezTo>
                <a:cubicBezTo>
                  <a:pt x="2549" y="273"/>
                  <a:pt x="2556" y="275"/>
                  <a:pt x="2556" y="270"/>
                </a:cubicBezTo>
                <a:cubicBezTo>
                  <a:pt x="2569" y="255"/>
                  <a:pt x="2571" y="254"/>
                  <a:pt x="2571" y="253"/>
                </a:cubicBezTo>
                <a:cubicBezTo>
                  <a:pt x="2530" y="317"/>
                  <a:pt x="2515" y="330"/>
                  <a:pt x="2503" y="346"/>
                </a:cubicBezTo>
                <a:cubicBezTo>
                  <a:pt x="2485" y="363"/>
                  <a:pt x="2484" y="364"/>
                  <a:pt x="2484" y="368"/>
                </a:cubicBezTo>
                <a:cubicBezTo>
                  <a:pt x="2458" y="390"/>
                  <a:pt x="2461" y="400"/>
                  <a:pt x="2453" y="399"/>
                </a:cubicBezTo>
                <a:cubicBezTo>
                  <a:pt x="2432" y="425"/>
                  <a:pt x="2435" y="431"/>
                  <a:pt x="2431" y="431"/>
                </a:cubicBezTo>
                <a:cubicBezTo>
                  <a:pt x="2417" y="455"/>
                  <a:pt x="2411" y="456"/>
                  <a:pt x="2412" y="464"/>
                </a:cubicBezTo>
                <a:cubicBezTo>
                  <a:pt x="2381" y="530"/>
                  <a:pt x="2373" y="536"/>
                  <a:pt x="2373" y="549"/>
                </a:cubicBezTo>
                <a:cubicBezTo>
                  <a:pt x="2360" y="592"/>
                  <a:pt x="2358" y="604"/>
                  <a:pt x="2355" y="615"/>
                </a:cubicBezTo>
                <a:cubicBezTo>
                  <a:pt x="2348" y="676"/>
                  <a:pt x="2346" y="689"/>
                  <a:pt x="2351" y="691"/>
                </a:cubicBezTo>
                <a:cubicBezTo>
                  <a:pt x="2364" y="602"/>
                  <a:pt x="2364" y="599"/>
                  <a:pt x="2366" y="597"/>
                </a:cubicBezTo>
                <a:cubicBezTo>
                  <a:pt x="2387" y="536"/>
                  <a:pt x="2389" y="528"/>
                  <a:pt x="2392" y="521"/>
                </a:cubicBezTo>
                <a:cubicBezTo>
                  <a:pt x="2410" y="485"/>
                  <a:pt x="2417" y="471"/>
                  <a:pt x="2425" y="458"/>
                </a:cubicBezTo>
                <a:cubicBezTo>
                  <a:pt x="2448" y="429"/>
                  <a:pt x="2448" y="423"/>
                  <a:pt x="2451" y="421"/>
                </a:cubicBezTo>
                <a:cubicBezTo>
                  <a:pt x="2474" y="389"/>
                  <a:pt x="2480" y="390"/>
                  <a:pt x="2479" y="383"/>
                </a:cubicBezTo>
                <a:cubicBezTo>
                  <a:pt x="2514" y="350"/>
                  <a:pt x="2514" y="345"/>
                  <a:pt x="2519" y="344"/>
                </a:cubicBezTo>
                <a:cubicBezTo>
                  <a:pt x="2535" y="322"/>
                  <a:pt x="2539" y="320"/>
                  <a:pt x="2540" y="316"/>
                </a:cubicBezTo>
                <a:cubicBezTo>
                  <a:pt x="2571" y="278"/>
                  <a:pt x="2572" y="274"/>
                  <a:pt x="2575" y="272"/>
                </a:cubicBezTo>
                <a:cubicBezTo>
                  <a:pt x="2589" y="250"/>
                  <a:pt x="2591" y="250"/>
                  <a:pt x="2591" y="246"/>
                </a:cubicBezTo>
                <a:cubicBezTo>
                  <a:pt x="2570" y="303"/>
                  <a:pt x="2565" y="309"/>
                  <a:pt x="2562" y="318"/>
                </a:cubicBezTo>
                <a:cubicBezTo>
                  <a:pt x="2529" y="360"/>
                  <a:pt x="2529" y="366"/>
                  <a:pt x="2525" y="368"/>
                </a:cubicBezTo>
                <a:cubicBezTo>
                  <a:pt x="2500" y="401"/>
                  <a:pt x="2497" y="404"/>
                  <a:pt x="2495" y="407"/>
                </a:cubicBezTo>
                <a:cubicBezTo>
                  <a:pt x="2477" y="421"/>
                  <a:pt x="2475" y="431"/>
                  <a:pt x="2469" y="436"/>
                </a:cubicBezTo>
                <a:cubicBezTo>
                  <a:pt x="2453" y="458"/>
                  <a:pt x="2449" y="457"/>
                  <a:pt x="2449" y="460"/>
                </a:cubicBezTo>
                <a:cubicBezTo>
                  <a:pt x="2433" y="483"/>
                  <a:pt x="2428" y="490"/>
                  <a:pt x="2423" y="497"/>
                </a:cubicBezTo>
                <a:cubicBezTo>
                  <a:pt x="2389" y="557"/>
                  <a:pt x="2380" y="572"/>
                  <a:pt x="2375" y="591"/>
                </a:cubicBezTo>
                <a:cubicBezTo>
                  <a:pt x="2388" y="566"/>
                  <a:pt x="2393" y="561"/>
                  <a:pt x="2394" y="554"/>
                </a:cubicBezTo>
                <a:cubicBezTo>
                  <a:pt x="2421" y="517"/>
                  <a:pt x="2420" y="511"/>
                  <a:pt x="2423" y="508"/>
                </a:cubicBezTo>
                <a:cubicBezTo>
                  <a:pt x="2443" y="487"/>
                  <a:pt x="2443" y="481"/>
                  <a:pt x="2447" y="479"/>
                </a:cubicBezTo>
                <a:cubicBezTo>
                  <a:pt x="2477" y="451"/>
                  <a:pt x="2473" y="441"/>
                  <a:pt x="2479" y="440"/>
                </a:cubicBezTo>
                <a:cubicBezTo>
                  <a:pt x="2491" y="429"/>
                  <a:pt x="2491" y="423"/>
                  <a:pt x="2495" y="421"/>
                </a:cubicBezTo>
                <a:cubicBezTo>
                  <a:pt x="2533" y="381"/>
                  <a:pt x="2531" y="373"/>
                  <a:pt x="2536" y="373"/>
                </a:cubicBezTo>
                <a:cubicBezTo>
                  <a:pt x="2542" y="375"/>
                  <a:pt x="2533" y="382"/>
                  <a:pt x="2527" y="392"/>
                </a:cubicBezTo>
                <a:cubicBezTo>
                  <a:pt x="2507" y="428"/>
                  <a:pt x="2501" y="430"/>
                  <a:pt x="2499" y="436"/>
                </a:cubicBezTo>
                <a:cubicBezTo>
                  <a:pt x="2483" y="460"/>
                  <a:pt x="2475" y="467"/>
                  <a:pt x="2471" y="479"/>
                </a:cubicBezTo>
                <a:cubicBezTo>
                  <a:pt x="2444" y="506"/>
                  <a:pt x="2443" y="518"/>
                  <a:pt x="2434" y="523"/>
                </a:cubicBezTo>
                <a:cubicBezTo>
                  <a:pt x="2415" y="560"/>
                  <a:pt x="2409" y="568"/>
                  <a:pt x="2403" y="575"/>
                </a:cubicBezTo>
                <a:cubicBezTo>
                  <a:pt x="2382" y="632"/>
                  <a:pt x="2382" y="637"/>
                  <a:pt x="2379" y="639"/>
                </a:cubicBezTo>
                <a:cubicBezTo>
                  <a:pt x="2369" y="679"/>
                  <a:pt x="2367" y="696"/>
                  <a:pt x="2364" y="713"/>
                </a:cubicBezTo>
                <a:cubicBezTo>
                  <a:pt x="2357" y="755"/>
                  <a:pt x="2353" y="757"/>
                  <a:pt x="2359" y="758"/>
                </a:cubicBezTo>
                <a:cubicBezTo>
                  <a:pt x="2365" y="714"/>
                  <a:pt x="2371" y="701"/>
                  <a:pt x="2373" y="689"/>
                </a:cubicBezTo>
                <a:cubicBezTo>
                  <a:pt x="2390" y="631"/>
                  <a:pt x="2392" y="626"/>
                  <a:pt x="2392" y="619"/>
                </a:cubicBezTo>
                <a:cubicBezTo>
                  <a:pt x="2419" y="571"/>
                  <a:pt x="2418" y="562"/>
                  <a:pt x="2423" y="560"/>
                </a:cubicBezTo>
                <a:cubicBezTo>
                  <a:pt x="2441" y="526"/>
                  <a:pt x="2448" y="525"/>
                  <a:pt x="2449" y="519"/>
                </a:cubicBezTo>
                <a:cubicBezTo>
                  <a:pt x="2482" y="479"/>
                  <a:pt x="2481" y="473"/>
                  <a:pt x="2486" y="473"/>
                </a:cubicBezTo>
                <a:cubicBezTo>
                  <a:pt x="2505" y="451"/>
                  <a:pt x="2502" y="443"/>
                  <a:pt x="2508" y="442"/>
                </a:cubicBezTo>
                <a:cubicBezTo>
                  <a:pt x="2537" y="393"/>
                  <a:pt x="2543" y="388"/>
                  <a:pt x="2547" y="381"/>
                </a:cubicBezTo>
                <a:cubicBezTo>
                  <a:pt x="2577" y="332"/>
                  <a:pt x="2578" y="321"/>
                  <a:pt x="2584" y="316"/>
                </a:cubicBezTo>
                <a:cubicBezTo>
                  <a:pt x="2567" y="360"/>
                  <a:pt x="2563" y="362"/>
                  <a:pt x="2560" y="366"/>
                </a:cubicBezTo>
                <a:cubicBezTo>
                  <a:pt x="2529" y="421"/>
                  <a:pt x="2528" y="432"/>
                  <a:pt x="2521" y="438"/>
                </a:cubicBezTo>
                <a:cubicBezTo>
                  <a:pt x="2490" y="494"/>
                  <a:pt x="2482" y="498"/>
                  <a:pt x="2479" y="508"/>
                </a:cubicBezTo>
                <a:cubicBezTo>
                  <a:pt x="2453" y="542"/>
                  <a:pt x="2452" y="548"/>
                  <a:pt x="2449" y="551"/>
                </a:cubicBezTo>
                <a:cubicBezTo>
                  <a:pt x="2437" y="564"/>
                  <a:pt x="2436" y="569"/>
                  <a:pt x="2434" y="573"/>
                </a:cubicBezTo>
                <a:cubicBezTo>
                  <a:pt x="2414" y="615"/>
                  <a:pt x="2404" y="630"/>
                  <a:pt x="2401" y="652"/>
                </a:cubicBezTo>
                <a:cubicBezTo>
                  <a:pt x="2390" y="690"/>
                  <a:pt x="2387" y="700"/>
                  <a:pt x="2386" y="711"/>
                </a:cubicBezTo>
                <a:cubicBezTo>
                  <a:pt x="2389" y="745"/>
                  <a:pt x="2385" y="735"/>
                  <a:pt x="2390" y="734"/>
                </a:cubicBezTo>
                <a:cubicBezTo>
                  <a:pt x="2395" y="685"/>
                  <a:pt x="2402" y="670"/>
                  <a:pt x="2405" y="649"/>
                </a:cubicBezTo>
                <a:cubicBezTo>
                  <a:pt x="2426" y="612"/>
                  <a:pt x="2423" y="603"/>
                  <a:pt x="2427" y="602"/>
                </a:cubicBezTo>
                <a:cubicBezTo>
                  <a:pt x="2441" y="569"/>
                  <a:pt x="2451" y="566"/>
                  <a:pt x="2453" y="556"/>
                </a:cubicBezTo>
                <a:cubicBezTo>
                  <a:pt x="2477" y="522"/>
                  <a:pt x="2481" y="520"/>
                  <a:pt x="2484" y="516"/>
                </a:cubicBezTo>
                <a:cubicBezTo>
                  <a:pt x="2504" y="490"/>
                  <a:pt x="2503" y="486"/>
                  <a:pt x="2506" y="486"/>
                </a:cubicBezTo>
                <a:cubicBezTo>
                  <a:pt x="2530" y="444"/>
                  <a:pt x="2531" y="434"/>
                  <a:pt x="2538" y="429"/>
                </a:cubicBezTo>
                <a:cubicBezTo>
                  <a:pt x="2564" y="389"/>
                  <a:pt x="2562" y="392"/>
                  <a:pt x="2560" y="397"/>
                </a:cubicBezTo>
                <a:cubicBezTo>
                  <a:pt x="2551" y="425"/>
                  <a:pt x="2547" y="432"/>
                  <a:pt x="2547" y="440"/>
                </a:cubicBezTo>
                <a:cubicBezTo>
                  <a:pt x="2518" y="479"/>
                  <a:pt x="2513" y="491"/>
                  <a:pt x="2503" y="499"/>
                </a:cubicBezTo>
                <a:cubicBezTo>
                  <a:pt x="2482" y="537"/>
                  <a:pt x="2477" y="540"/>
                  <a:pt x="2475" y="547"/>
                </a:cubicBezTo>
                <a:cubicBezTo>
                  <a:pt x="2463" y="564"/>
                  <a:pt x="2465" y="570"/>
                  <a:pt x="2462" y="571"/>
                </a:cubicBezTo>
                <a:cubicBezTo>
                  <a:pt x="2445" y="602"/>
                  <a:pt x="2443" y="608"/>
                  <a:pt x="2440" y="615"/>
                </a:cubicBezTo>
                <a:cubicBezTo>
                  <a:pt x="2423" y="658"/>
                  <a:pt x="2417" y="686"/>
                  <a:pt x="2414" y="717"/>
                </a:cubicBezTo>
                <a:cubicBezTo>
                  <a:pt x="2421" y="730"/>
                  <a:pt x="2417" y="715"/>
                  <a:pt x="2423" y="697"/>
                </a:cubicBezTo>
                <a:cubicBezTo>
                  <a:pt x="2456" y="595"/>
                  <a:pt x="2461" y="595"/>
                  <a:pt x="2462" y="591"/>
                </a:cubicBezTo>
                <a:cubicBezTo>
                  <a:pt x="2484" y="556"/>
                  <a:pt x="2482" y="547"/>
                  <a:pt x="2488" y="547"/>
                </a:cubicBezTo>
                <a:cubicBezTo>
                  <a:pt x="2520" y="494"/>
                  <a:pt x="2522" y="491"/>
                  <a:pt x="2523" y="488"/>
                </a:cubicBezTo>
                <a:cubicBezTo>
                  <a:pt x="2527" y="499"/>
                  <a:pt x="2518" y="509"/>
                  <a:pt x="2514" y="523"/>
                </a:cubicBezTo>
                <a:cubicBezTo>
                  <a:pt x="2485" y="577"/>
                  <a:pt x="2485" y="579"/>
                  <a:pt x="2484" y="582"/>
                </a:cubicBezTo>
                <a:cubicBezTo>
                  <a:pt x="2471" y="601"/>
                  <a:pt x="2471" y="608"/>
                  <a:pt x="2466" y="615"/>
                </a:cubicBezTo>
                <a:cubicBezTo>
                  <a:pt x="2455" y="667"/>
                  <a:pt x="2457" y="663"/>
                  <a:pt x="2458" y="658"/>
                </a:cubicBezTo>
                <a:cubicBezTo>
                  <a:pt x="2494" y="586"/>
                  <a:pt x="2491" y="575"/>
                  <a:pt x="2497" y="573"/>
                </a:cubicBezTo>
                <a:cubicBezTo>
                  <a:pt x="2528" y="520"/>
                  <a:pt x="2527" y="511"/>
                  <a:pt x="2532" y="508"/>
                </a:cubicBezTo>
                <a:cubicBezTo>
                  <a:pt x="2542" y="479"/>
                  <a:pt x="2547" y="472"/>
                  <a:pt x="2543" y="473"/>
                </a:cubicBezTo>
                <a:cubicBezTo>
                  <a:pt x="2533" y="519"/>
                  <a:pt x="2535" y="575"/>
                  <a:pt x="2523" y="617"/>
                </a:cubicBezTo>
                <a:cubicBezTo>
                  <a:pt x="2498" y="753"/>
                  <a:pt x="2496" y="760"/>
                  <a:pt x="2495" y="767"/>
                </a:cubicBezTo>
                <a:cubicBezTo>
                  <a:pt x="2503" y="765"/>
                  <a:pt x="2508" y="735"/>
                  <a:pt x="2516" y="708"/>
                </a:cubicBezTo>
                <a:cubicBezTo>
                  <a:pt x="2543" y="549"/>
                  <a:pt x="2543" y="541"/>
                  <a:pt x="2545" y="536"/>
                </a:cubicBezTo>
                <a:cubicBezTo>
                  <a:pt x="2550" y="513"/>
                  <a:pt x="2550" y="516"/>
                  <a:pt x="2551" y="508"/>
                </a:cubicBezTo>
                <a:cubicBezTo>
                  <a:pt x="2561" y="468"/>
                  <a:pt x="2557" y="457"/>
                  <a:pt x="2562" y="455"/>
                </a:cubicBezTo>
                <a:cubicBezTo>
                  <a:pt x="2564" y="481"/>
                  <a:pt x="2559" y="481"/>
                  <a:pt x="2560" y="486"/>
                </a:cubicBezTo>
                <a:cubicBezTo>
                  <a:pt x="2561" y="552"/>
                  <a:pt x="2560" y="561"/>
                  <a:pt x="2562" y="573"/>
                </a:cubicBezTo>
                <a:cubicBezTo>
                  <a:pt x="2538" y="696"/>
                  <a:pt x="2542" y="705"/>
                  <a:pt x="2540" y="708"/>
                </a:cubicBezTo>
                <a:cubicBezTo>
                  <a:pt x="2522" y="773"/>
                  <a:pt x="2522" y="782"/>
                  <a:pt x="2521" y="789"/>
                </a:cubicBezTo>
                <a:cubicBezTo>
                  <a:pt x="2525" y="796"/>
                  <a:pt x="2527" y="777"/>
                  <a:pt x="2534" y="763"/>
                </a:cubicBezTo>
                <a:cubicBezTo>
                  <a:pt x="2542" y="733"/>
                  <a:pt x="2538" y="724"/>
                  <a:pt x="2543" y="724"/>
                </a:cubicBezTo>
                <a:cubicBezTo>
                  <a:pt x="2557" y="641"/>
                  <a:pt x="2562" y="626"/>
                  <a:pt x="2567" y="610"/>
                </a:cubicBezTo>
                <a:cubicBezTo>
                  <a:pt x="2571" y="542"/>
                  <a:pt x="2568" y="518"/>
                  <a:pt x="2569" y="475"/>
                </a:cubicBezTo>
                <a:cubicBezTo>
                  <a:pt x="2570" y="422"/>
                  <a:pt x="2575" y="422"/>
                  <a:pt x="2573" y="416"/>
                </a:cubicBezTo>
                <a:cubicBezTo>
                  <a:pt x="2576" y="395"/>
                  <a:pt x="2573" y="394"/>
                  <a:pt x="2573" y="394"/>
                </a:cubicBezTo>
                <a:cubicBezTo>
                  <a:pt x="2582" y="376"/>
                  <a:pt x="2585" y="391"/>
                  <a:pt x="2584" y="407"/>
                </a:cubicBezTo>
                <a:cubicBezTo>
                  <a:pt x="2586" y="485"/>
                  <a:pt x="2588" y="495"/>
                  <a:pt x="2584" y="499"/>
                </a:cubicBezTo>
                <a:cubicBezTo>
                  <a:pt x="2587" y="537"/>
                  <a:pt x="2584" y="556"/>
                  <a:pt x="2588" y="569"/>
                </a:cubicBezTo>
                <a:cubicBezTo>
                  <a:pt x="2586" y="639"/>
                  <a:pt x="2581" y="653"/>
                  <a:pt x="2582" y="673"/>
                </a:cubicBezTo>
                <a:cubicBezTo>
                  <a:pt x="2579" y="709"/>
                  <a:pt x="2585" y="697"/>
                  <a:pt x="2584" y="678"/>
                </a:cubicBezTo>
                <a:cubicBezTo>
                  <a:pt x="2591" y="654"/>
                  <a:pt x="2587" y="646"/>
                  <a:pt x="2588" y="643"/>
                </a:cubicBezTo>
                <a:cubicBezTo>
                  <a:pt x="2594" y="565"/>
                  <a:pt x="2596" y="549"/>
                  <a:pt x="2595" y="532"/>
                </a:cubicBezTo>
                <a:cubicBezTo>
                  <a:pt x="2595" y="477"/>
                  <a:pt x="2594" y="475"/>
                  <a:pt x="2593" y="473"/>
                </a:cubicBezTo>
                <a:cubicBezTo>
                  <a:pt x="2593" y="439"/>
                  <a:pt x="2589" y="438"/>
                  <a:pt x="2591" y="431"/>
                </a:cubicBezTo>
                <a:cubicBezTo>
                  <a:pt x="2591" y="411"/>
                  <a:pt x="2590" y="406"/>
                  <a:pt x="2593" y="405"/>
                </a:cubicBezTo>
                <a:cubicBezTo>
                  <a:pt x="2596" y="421"/>
                  <a:pt x="2599" y="424"/>
                  <a:pt x="2599" y="431"/>
                </a:cubicBezTo>
                <a:cubicBezTo>
                  <a:pt x="2607" y="578"/>
                  <a:pt x="2612" y="578"/>
                  <a:pt x="2610" y="584"/>
                </a:cubicBezTo>
                <a:cubicBezTo>
                  <a:pt x="2608" y="676"/>
                  <a:pt x="2609" y="683"/>
                  <a:pt x="2608" y="700"/>
                </a:cubicBezTo>
                <a:cubicBezTo>
                  <a:pt x="2604" y="727"/>
                  <a:pt x="2608" y="721"/>
                  <a:pt x="2610" y="713"/>
                </a:cubicBezTo>
                <a:cubicBezTo>
                  <a:pt x="2617" y="628"/>
                  <a:pt x="2617" y="628"/>
                  <a:pt x="2617" y="628"/>
                </a:cubicBezTo>
                <a:cubicBezTo>
                  <a:pt x="2616" y="568"/>
                  <a:pt x="2617" y="567"/>
                  <a:pt x="2615" y="556"/>
                </a:cubicBezTo>
                <a:cubicBezTo>
                  <a:pt x="2604" y="402"/>
                  <a:pt x="2602" y="388"/>
                  <a:pt x="2602" y="368"/>
                </a:cubicBezTo>
                <a:cubicBezTo>
                  <a:pt x="2601" y="317"/>
                  <a:pt x="2597" y="313"/>
                  <a:pt x="2604" y="312"/>
                </a:cubicBezTo>
                <a:cubicBezTo>
                  <a:pt x="2615" y="406"/>
                  <a:pt x="2620" y="408"/>
                  <a:pt x="2619" y="416"/>
                </a:cubicBezTo>
                <a:cubicBezTo>
                  <a:pt x="2630" y="567"/>
                  <a:pt x="2630" y="585"/>
                  <a:pt x="2630" y="602"/>
                </a:cubicBezTo>
                <a:cubicBezTo>
                  <a:pt x="2627" y="621"/>
                  <a:pt x="2630" y="621"/>
                  <a:pt x="2630" y="621"/>
                </a:cubicBezTo>
                <a:cubicBezTo>
                  <a:pt x="2628" y="655"/>
                  <a:pt x="2633" y="654"/>
                  <a:pt x="2632" y="647"/>
                </a:cubicBezTo>
                <a:cubicBezTo>
                  <a:pt x="2632" y="609"/>
                  <a:pt x="2641" y="603"/>
                  <a:pt x="2634" y="599"/>
                </a:cubicBezTo>
                <a:cubicBezTo>
                  <a:pt x="2622" y="398"/>
                  <a:pt x="2625" y="390"/>
                  <a:pt x="2623" y="386"/>
                </a:cubicBezTo>
                <a:cubicBezTo>
                  <a:pt x="2612" y="298"/>
                  <a:pt x="2612" y="298"/>
                  <a:pt x="2612" y="298"/>
                </a:cubicBezTo>
                <a:cubicBezTo>
                  <a:pt x="2615" y="234"/>
                  <a:pt x="2616" y="229"/>
                  <a:pt x="2619" y="226"/>
                </a:cubicBezTo>
                <a:cubicBezTo>
                  <a:pt x="2627" y="274"/>
                  <a:pt x="2626" y="281"/>
                  <a:pt x="2630" y="283"/>
                </a:cubicBezTo>
                <a:cubicBezTo>
                  <a:pt x="2637" y="331"/>
                  <a:pt x="2644" y="346"/>
                  <a:pt x="2647" y="366"/>
                </a:cubicBezTo>
                <a:cubicBezTo>
                  <a:pt x="2666" y="436"/>
                  <a:pt x="2662" y="446"/>
                  <a:pt x="2667" y="447"/>
                </a:cubicBezTo>
                <a:cubicBezTo>
                  <a:pt x="2676" y="591"/>
                  <a:pt x="2676" y="591"/>
                  <a:pt x="2676" y="591"/>
                </a:cubicBezTo>
                <a:cubicBezTo>
                  <a:pt x="2677" y="618"/>
                  <a:pt x="2679" y="615"/>
                  <a:pt x="2680" y="610"/>
                </a:cubicBezTo>
                <a:cubicBezTo>
                  <a:pt x="2680" y="558"/>
                  <a:pt x="2679" y="554"/>
                  <a:pt x="2680" y="549"/>
                </a:cubicBezTo>
                <a:cubicBezTo>
                  <a:pt x="2674" y="470"/>
                  <a:pt x="2677" y="456"/>
                  <a:pt x="2673" y="449"/>
                </a:cubicBezTo>
                <a:cubicBezTo>
                  <a:pt x="2664" y="405"/>
                  <a:pt x="2665" y="398"/>
                  <a:pt x="2665" y="392"/>
                </a:cubicBezTo>
                <a:cubicBezTo>
                  <a:pt x="2654" y="345"/>
                  <a:pt x="2647" y="330"/>
                  <a:pt x="2645" y="309"/>
                </a:cubicBezTo>
                <a:cubicBezTo>
                  <a:pt x="2628" y="224"/>
                  <a:pt x="2628" y="224"/>
                  <a:pt x="2628" y="224"/>
                </a:cubicBezTo>
                <a:cubicBezTo>
                  <a:pt x="2657" y="335"/>
                  <a:pt x="2667" y="357"/>
                  <a:pt x="2673" y="383"/>
                </a:cubicBezTo>
                <a:cubicBezTo>
                  <a:pt x="2697" y="482"/>
                  <a:pt x="2689" y="497"/>
                  <a:pt x="2695" y="497"/>
                </a:cubicBezTo>
                <a:cubicBezTo>
                  <a:pt x="2693" y="420"/>
                  <a:pt x="2686" y="404"/>
                  <a:pt x="2684" y="383"/>
                </a:cubicBezTo>
                <a:cubicBezTo>
                  <a:pt x="2676" y="354"/>
                  <a:pt x="2672" y="345"/>
                  <a:pt x="2669" y="335"/>
                </a:cubicBezTo>
                <a:cubicBezTo>
                  <a:pt x="2662" y="314"/>
                  <a:pt x="2662" y="308"/>
                  <a:pt x="2665" y="307"/>
                </a:cubicBezTo>
                <a:cubicBezTo>
                  <a:pt x="2684" y="359"/>
                  <a:pt x="2686" y="361"/>
                  <a:pt x="2689" y="362"/>
                </a:cubicBezTo>
                <a:cubicBezTo>
                  <a:pt x="2699" y="392"/>
                  <a:pt x="2702" y="397"/>
                  <a:pt x="2704" y="403"/>
                </a:cubicBezTo>
                <a:cubicBezTo>
                  <a:pt x="2731" y="478"/>
                  <a:pt x="2734" y="489"/>
                  <a:pt x="2737" y="499"/>
                </a:cubicBezTo>
                <a:cubicBezTo>
                  <a:pt x="2745" y="509"/>
                  <a:pt x="2740" y="492"/>
                  <a:pt x="2737" y="473"/>
                </a:cubicBezTo>
                <a:cubicBezTo>
                  <a:pt x="2718" y="414"/>
                  <a:pt x="2713" y="407"/>
                  <a:pt x="2711" y="399"/>
                </a:cubicBezTo>
                <a:cubicBezTo>
                  <a:pt x="2696" y="368"/>
                  <a:pt x="2695" y="357"/>
                  <a:pt x="2691" y="351"/>
                </a:cubicBezTo>
                <a:cubicBezTo>
                  <a:pt x="2673" y="309"/>
                  <a:pt x="2674" y="301"/>
                  <a:pt x="2669" y="298"/>
                </a:cubicBezTo>
                <a:cubicBezTo>
                  <a:pt x="2662" y="267"/>
                  <a:pt x="2657" y="256"/>
                  <a:pt x="2654" y="244"/>
                </a:cubicBezTo>
                <a:cubicBezTo>
                  <a:pt x="2645" y="223"/>
                  <a:pt x="2648" y="212"/>
                  <a:pt x="2643" y="209"/>
                </a:cubicBezTo>
                <a:cubicBezTo>
                  <a:pt x="2640" y="167"/>
                  <a:pt x="2636" y="159"/>
                  <a:pt x="2641" y="159"/>
                </a:cubicBezTo>
                <a:cubicBezTo>
                  <a:pt x="2645" y="170"/>
                  <a:pt x="2649" y="172"/>
                  <a:pt x="2647" y="181"/>
                </a:cubicBezTo>
                <a:cubicBezTo>
                  <a:pt x="2655" y="202"/>
                  <a:pt x="2657" y="207"/>
                  <a:pt x="2658" y="213"/>
                </a:cubicBezTo>
                <a:cubicBezTo>
                  <a:pt x="2682" y="266"/>
                  <a:pt x="2681" y="275"/>
                  <a:pt x="2687" y="277"/>
                </a:cubicBezTo>
                <a:cubicBezTo>
                  <a:pt x="2714" y="328"/>
                  <a:pt x="2710" y="330"/>
                  <a:pt x="2715" y="335"/>
                </a:cubicBezTo>
                <a:cubicBezTo>
                  <a:pt x="2739" y="387"/>
                  <a:pt x="2739" y="394"/>
                  <a:pt x="2741" y="401"/>
                </a:cubicBezTo>
                <a:cubicBezTo>
                  <a:pt x="2753" y="416"/>
                  <a:pt x="2746" y="406"/>
                  <a:pt x="2743" y="390"/>
                </a:cubicBezTo>
                <a:cubicBezTo>
                  <a:pt x="2722" y="338"/>
                  <a:pt x="2722" y="333"/>
                  <a:pt x="2719" y="331"/>
                </a:cubicBezTo>
                <a:cubicBezTo>
                  <a:pt x="2696" y="283"/>
                  <a:pt x="2692" y="277"/>
                  <a:pt x="2691" y="268"/>
                </a:cubicBezTo>
                <a:cubicBezTo>
                  <a:pt x="2656" y="183"/>
                  <a:pt x="2659" y="175"/>
                  <a:pt x="2656" y="174"/>
                </a:cubicBezTo>
                <a:cubicBezTo>
                  <a:pt x="2645" y="89"/>
                  <a:pt x="2645" y="89"/>
                  <a:pt x="2645" y="89"/>
                </a:cubicBezTo>
                <a:cubicBezTo>
                  <a:pt x="2648" y="83"/>
                  <a:pt x="2651" y="92"/>
                  <a:pt x="2654" y="102"/>
                </a:cubicBezTo>
                <a:cubicBezTo>
                  <a:pt x="2666" y="159"/>
                  <a:pt x="2662" y="163"/>
                  <a:pt x="2665" y="170"/>
                </a:cubicBezTo>
                <a:cubicBezTo>
                  <a:pt x="2682" y="216"/>
                  <a:pt x="2685" y="223"/>
                  <a:pt x="2689" y="229"/>
                </a:cubicBezTo>
                <a:cubicBezTo>
                  <a:pt x="2713" y="277"/>
                  <a:pt x="2715" y="280"/>
                  <a:pt x="2717" y="283"/>
                </a:cubicBezTo>
                <a:cubicBezTo>
                  <a:pt x="2734" y="325"/>
                  <a:pt x="2744" y="320"/>
                  <a:pt x="2741" y="327"/>
                </a:cubicBezTo>
                <a:cubicBezTo>
                  <a:pt x="2773" y="382"/>
                  <a:pt x="2778" y="396"/>
                  <a:pt x="2785" y="407"/>
                </a:cubicBezTo>
                <a:cubicBezTo>
                  <a:pt x="2796" y="434"/>
                  <a:pt x="2795" y="444"/>
                  <a:pt x="2802" y="447"/>
                </a:cubicBezTo>
                <a:cubicBezTo>
                  <a:pt x="2789" y="399"/>
                  <a:pt x="2784" y="395"/>
                  <a:pt x="2782" y="388"/>
                </a:cubicBezTo>
                <a:cubicBezTo>
                  <a:pt x="2772" y="361"/>
                  <a:pt x="2768" y="356"/>
                  <a:pt x="2765" y="351"/>
                </a:cubicBezTo>
                <a:cubicBezTo>
                  <a:pt x="2745" y="309"/>
                  <a:pt x="2738" y="307"/>
                  <a:pt x="2737" y="298"/>
                </a:cubicBezTo>
                <a:cubicBezTo>
                  <a:pt x="2713" y="253"/>
                  <a:pt x="2707" y="254"/>
                  <a:pt x="2708" y="248"/>
                </a:cubicBezTo>
                <a:cubicBezTo>
                  <a:pt x="2689" y="204"/>
                  <a:pt x="2684" y="200"/>
                  <a:pt x="2684" y="192"/>
                </a:cubicBezTo>
                <a:cubicBezTo>
                  <a:pt x="2673" y="167"/>
                  <a:pt x="2673" y="158"/>
                  <a:pt x="2669" y="152"/>
                </a:cubicBezTo>
                <a:cubicBezTo>
                  <a:pt x="2657" y="77"/>
                  <a:pt x="2661" y="68"/>
                  <a:pt x="2656" y="67"/>
                </a:cubicBezTo>
                <a:cubicBezTo>
                  <a:pt x="2664" y="67"/>
                  <a:pt x="2660" y="69"/>
                  <a:pt x="2660" y="70"/>
                </a:cubicBezTo>
                <a:cubicBezTo>
                  <a:pt x="2674" y="116"/>
                  <a:pt x="2681" y="129"/>
                  <a:pt x="2682" y="148"/>
                </a:cubicBezTo>
                <a:cubicBezTo>
                  <a:pt x="2694" y="178"/>
                  <a:pt x="2702" y="181"/>
                  <a:pt x="2702" y="192"/>
                </a:cubicBezTo>
                <a:cubicBezTo>
                  <a:pt x="2725" y="237"/>
                  <a:pt x="2726" y="241"/>
                  <a:pt x="2726" y="246"/>
                </a:cubicBezTo>
                <a:cubicBezTo>
                  <a:pt x="2752" y="278"/>
                  <a:pt x="2754" y="286"/>
                  <a:pt x="2759" y="292"/>
                </a:cubicBezTo>
                <a:cubicBezTo>
                  <a:pt x="2772" y="303"/>
                  <a:pt x="2767" y="300"/>
                  <a:pt x="2765" y="294"/>
                </a:cubicBezTo>
                <a:cubicBezTo>
                  <a:pt x="2750" y="265"/>
                  <a:pt x="2740" y="258"/>
                  <a:pt x="2737" y="244"/>
                </a:cubicBezTo>
                <a:cubicBezTo>
                  <a:pt x="2721" y="219"/>
                  <a:pt x="2723" y="212"/>
                  <a:pt x="2719" y="211"/>
                </a:cubicBezTo>
                <a:cubicBezTo>
                  <a:pt x="2694" y="150"/>
                  <a:pt x="2684" y="126"/>
                  <a:pt x="2680" y="96"/>
                </a:cubicBezTo>
                <a:cubicBezTo>
                  <a:pt x="2668" y="50"/>
                  <a:pt x="2659" y="45"/>
                  <a:pt x="2665" y="39"/>
                </a:cubicBezTo>
                <a:cubicBezTo>
                  <a:pt x="2680" y="70"/>
                  <a:pt x="2682" y="86"/>
                  <a:pt x="2687" y="100"/>
                </a:cubicBezTo>
                <a:cubicBezTo>
                  <a:pt x="2711" y="149"/>
                  <a:pt x="2710" y="168"/>
                  <a:pt x="2719" y="176"/>
                </a:cubicBezTo>
                <a:cubicBezTo>
                  <a:pt x="2744" y="219"/>
                  <a:pt x="2747" y="228"/>
                  <a:pt x="2750" y="235"/>
                </a:cubicBezTo>
                <a:cubicBezTo>
                  <a:pt x="2765" y="266"/>
                  <a:pt x="2774" y="272"/>
                  <a:pt x="2776" y="283"/>
                </a:cubicBezTo>
                <a:cubicBezTo>
                  <a:pt x="2786" y="300"/>
                  <a:pt x="2786" y="308"/>
                  <a:pt x="2791" y="309"/>
                </a:cubicBezTo>
                <a:cubicBezTo>
                  <a:pt x="2806" y="343"/>
                  <a:pt x="2806" y="350"/>
                  <a:pt x="2811" y="351"/>
                </a:cubicBezTo>
                <a:cubicBezTo>
                  <a:pt x="2799" y="318"/>
                  <a:pt x="2799" y="309"/>
                  <a:pt x="2793" y="305"/>
                </a:cubicBezTo>
                <a:cubicBezTo>
                  <a:pt x="2780" y="271"/>
                  <a:pt x="2771" y="261"/>
                  <a:pt x="2767" y="246"/>
                </a:cubicBezTo>
                <a:cubicBezTo>
                  <a:pt x="2745" y="202"/>
                  <a:pt x="2737" y="201"/>
                  <a:pt x="2737" y="192"/>
                </a:cubicBezTo>
                <a:cubicBezTo>
                  <a:pt x="2720" y="162"/>
                  <a:pt x="2720" y="156"/>
                  <a:pt x="2717" y="155"/>
                </a:cubicBezTo>
                <a:cubicBezTo>
                  <a:pt x="2689" y="78"/>
                  <a:pt x="2685" y="62"/>
                  <a:pt x="2678" y="50"/>
                </a:cubicBezTo>
                <a:cubicBezTo>
                  <a:pt x="2669" y="8"/>
                  <a:pt x="2668" y="4"/>
                  <a:pt x="2667" y="0"/>
                </a:cubicBezTo>
                <a:cubicBezTo>
                  <a:pt x="2643" y="26"/>
                  <a:pt x="2634" y="31"/>
                  <a:pt x="2636" y="37"/>
                </a:cubicBezTo>
                <a:cubicBezTo>
                  <a:pt x="2621" y="57"/>
                  <a:pt x="2620" y="59"/>
                  <a:pt x="2619" y="61"/>
                </a:cubicBezTo>
                <a:cubicBezTo>
                  <a:pt x="2604" y="81"/>
                  <a:pt x="2606" y="87"/>
                  <a:pt x="2604" y="89"/>
                </a:cubicBezTo>
                <a:cubicBezTo>
                  <a:pt x="2577" y="128"/>
                  <a:pt x="2568" y="139"/>
                  <a:pt x="2560" y="150"/>
                </a:cubicBezTo>
                <a:cubicBezTo>
                  <a:pt x="2542" y="170"/>
                  <a:pt x="2540" y="170"/>
                  <a:pt x="2540" y="174"/>
                </a:cubicBezTo>
                <a:cubicBezTo>
                  <a:pt x="2521" y="188"/>
                  <a:pt x="2523" y="196"/>
                  <a:pt x="2516" y="194"/>
                </a:cubicBezTo>
                <a:cubicBezTo>
                  <a:pt x="2500" y="217"/>
                  <a:pt x="2490" y="217"/>
                  <a:pt x="2488" y="224"/>
                </a:cubicBezTo>
                <a:cubicBezTo>
                  <a:pt x="2447" y="256"/>
                  <a:pt x="2450" y="266"/>
                  <a:pt x="2442" y="266"/>
                </a:cubicBezTo>
                <a:cubicBezTo>
                  <a:pt x="2420" y="294"/>
                  <a:pt x="2413" y="295"/>
                  <a:pt x="2410" y="298"/>
                </a:cubicBezTo>
                <a:cubicBezTo>
                  <a:pt x="2372" y="341"/>
                  <a:pt x="2367" y="350"/>
                  <a:pt x="2359" y="357"/>
                </a:cubicBezTo>
                <a:cubicBezTo>
                  <a:pt x="2337" y="393"/>
                  <a:pt x="2335" y="395"/>
                  <a:pt x="2336" y="399"/>
                </a:cubicBezTo>
                <a:cubicBezTo>
                  <a:pt x="2321" y="412"/>
                  <a:pt x="2325" y="424"/>
                  <a:pt x="2320" y="427"/>
                </a:cubicBezTo>
                <a:cubicBezTo>
                  <a:pt x="2297" y="465"/>
                  <a:pt x="2291" y="468"/>
                  <a:pt x="2290" y="475"/>
                </a:cubicBezTo>
                <a:cubicBezTo>
                  <a:pt x="2269" y="516"/>
                  <a:pt x="2269" y="524"/>
                  <a:pt x="2268" y="532"/>
                </a:cubicBezTo>
                <a:close/>
                <a:moveTo>
                  <a:pt x="2588" y="235"/>
                </a:moveTo>
                <a:cubicBezTo>
                  <a:pt x="2585" y="239"/>
                  <a:pt x="2582" y="243"/>
                  <a:pt x="2580" y="248"/>
                </a:cubicBezTo>
                <a:cubicBezTo>
                  <a:pt x="2574" y="245"/>
                  <a:pt x="2584" y="240"/>
                  <a:pt x="2584" y="235"/>
                </a:cubicBezTo>
                <a:cubicBezTo>
                  <a:pt x="2588" y="232"/>
                  <a:pt x="2589" y="226"/>
                  <a:pt x="2593" y="222"/>
                </a:cubicBezTo>
                <a:cubicBezTo>
                  <a:pt x="2599" y="226"/>
                  <a:pt x="2588" y="230"/>
                  <a:pt x="2588" y="235"/>
                </a:cubicBezTo>
                <a:close/>
                <a:moveTo>
                  <a:pt x="2593" y="357"/>
                </a:moveTo>
                <a:cubicBezTo>
                  <a:pt x="2591" y="361"/>
                  <a:pt x="2590" y="356"/>
                  <a:pt x="2591" y="353"/>
                </a:cubicBezTo>
                <a:cubicBezTo>
                  <a:pt x="2592" y="349"/>
                  <a:pt x="2593" y="354"/>
                  <a:pt x="2593" y="357"/>
                </a:cubicBezTo>
                <a:close/>
                <a:moveTo>
                  <a:pt x="2626" y="146"/>
                </a:moveTo>
                <a:cubicBezTo>
                  <a:pt x="2620" y="140"/>
                  <a:pt x="2626" y="128"/>
                  <a:pt x="2628" y="122"/>
                </a:cubicBezTo>
                <a:cubicBezTo>
                  <a:pt x="2633" y="127"/>
                  <a:pt x="2623" y="136"/>
                  <a:pt x="2626" y="146"/>
                </a:cubicBezTo>
                <a:close/>
                <a:moveTo>
                  <a:pt x="2630" y="179"/>
                </a:moveTo>
                <a:cubicBezTo>
                  <a:pt x="2621" y="176"/>
                  <a:pt x="2630" y="171"/>
                  <a:pt x="2628" y="163"/>
                </a:cubicBezTo>
                <a:cubicBezTo>
                  <a:pt x="2633" y="164"/>
                  <a:pt x="2629" y="174"/>
                  <a:pt x="2630" y="179"/>
                </a:cubicBezTo>
                <a:close/>
                <a:moveTo>
                  <a:pt x="2630" y="109"/>
                </a:moveTo>
                <a:cubicBezTo>
                  <a:pt x="2620" y="105"/>
                  <a:pt x="2634" y="99"/>
                  <a:pt x="2632" y="89"/>
                </a:cubicBezTo>
                <a:cubicBezTo>
                  <a:pt x="2640" y="96"/>
                  <a:pt x="2627" y="99"/>
                  <a:pt x="2630" y="109"/>
                </a:cubicBezTo>
                <a:close/>
                <a:moveTo>
                  <a:pt x="2342" y="394"/>
                </a:moveTo>
                <a:cubicBezTo>
                  <a:pt x="2348" y="395"/>
                  <a:pt x="2344" y="386"/>
                  <a:pt x="2349" y="386"/>
                </a:cubicBezTo>
                <a:cubicBezTo>
                  <a:pt x="2366" y="361"/>
                  <a:pt x="2367" y="360"/>
                  <a:pt x="2368" y="359"/>
                </a:cubicBezTo>
                <a:cubicBezTo>
                  <a:pt x="2392" y="332"/>
                  <a:pt x="2390" y="325"/>
                  <a:pt x="2397" y="327"/>
                </a:cubicBezTo>
                <a:cubicBezTo>
                  <a:pt x="2424" y="298"/>
                  <a:pt x="2431" y="295"/>
                  <a:pt x="2434" y="288"/>
                </a:cubicBezTo>
                <a:cubicBezTo>
                  <a:pt x="2463" y="259"/>
                  <a:pt x="2471" y="253"/>
                  <a:pt x="2475" y="244"/>
                </a:cubicBezTo>
                <a:cubicBezTo>
                  <a:pt x="2495" y="230"/>
                  <a:pt x="2497" y="224"/>
                  <a:pt x="2501" y="220"/>
                </a:cubicBezTo>
                <a:cubicBezTo>
                  <a:pt x="2528" y="196"/>
                  <a:pt x="2532" y="195"/>
                  <a:pt x="2534" y="192"/>
                </a:cubicBezTo>
                <a:cubicBezTo>
                  <a:pt x="2564" y="150"/>
                  <a:pt x="2578" y="151"/>
                  <a:pt x="2578" y="137"/>
                </a:cubicBezTo>
                <a:cubicBezTo>
                  <a:pt x="2621" y="86"/>
                  <a:pt x="2625" y="63"/>
                  <a:pt x="2639" y="50"/>
                </a:cubicBezTo>
                <a:cubicBezTo>
                  <a:pt x="2629" y="77"/>
                  <a:pt x="2629" y="85"/>
                  <a:pt x="2623" y="87"/>
                </a:cubicBezTo>
                <a:cubicBezTo>
                  <a:pt x="2594" y="142"/>
                  <a:pt x="2594" y="148"/>
                  <a:pt x="2591" y="150"/>
                </a:cubicBezTo>
                <a:cubicBezTo>
                  <a:pt x="2563" y="181"/>
                  <a:pt x="2563" y="192"/>
                  <a:pt x="2556" y="196"/>
                </a:cubicBezTo>
                <a:cubicBezTo>
                  <a:pt x="2535" y="217"/>
                  <a:pt x="2534" y="226"/>
                  <a:pt x="2525" y="229"/>
                </a:cubicBezTo>
                <a:cubicBezTo>
                  <a:pt x="2489" y="268"/>
                  <a:pt x="2486" y="275"/>
                  <a:pt x="2479" y="279"/>
                </a:cubicBezTo>
                <a:cubicBezTo>
                  <a:pt x="2461" y="296"/>
                  <a:pt x="2460" y="298"/>
                  <a:pt x="2458" y="298"/>
                </a:cubicBezTo>
                <a:cubicBezTo>
                  <a:pt x="2433" y="319"/>
                  <a:pt x="2422" y="329"/>
                  <a:pt x="2410" y="338"/>
                </a:cubicBezTo>
                <a:cubicBezTo>
                  <a:pt x="2364" y="378"/>
                  <a:pt x="2362" y="381"/>
                  <a:pt x="2359" y="383"/>
                </a:cubicBezTo>
                <a:cubicBezTo>
                  <a:pt x="2343" y="402"/>
                  <a:pt x="2340" y="402"/>
                  <a:pt x="2340" y="405"/>
                </a:cubicBezTo>
                <a:close/>
                <a:moveTo>
                  <a:pt x="2551" y="26"/>
                </a:moveTo>
                <a:cubicBezTo>
                  <a:pt x="2533" y="53"/>
                  <a:pt x="2510" y="76"/>
                  <a:pt x="2486" y="98"/>
                </a:cubicBezTo>
                <a:cubicBezTo>
                  <a:pt x="2461" y="130"/>
                  <a:pt x="2457" y="132"/>
                  <a:pt x="2458" y="137"/>
                </a:cubicBezTo>
                <a:cubicBezTo>
                  <a:pt x="2431" y="164"/>
                  <a:pt x="2432" y="169"/>
                  <a:pt x="2427" y="170"/>
                </a:cubicBezTo>
                <a:cubicBezTo>
                  <a:pt x="2418" y="183"/>
                  <a:pt x="2416" y="187"/>
                  <a:pt x="2414" y="189"/>
                </a:cubicBezTo>
                <a:cubicBezTo>
                  <a:pt x="2423" y="184"/>
                  <a:pt x="2425" y="180"/>
                  <a:pt x="2429" y="176"/>
                </a:cubicBezTo>
                <a:cubicBezTo>
                  <a:pt x="2474" y="129"/>
                  <a:pt x="2477" y="124"/>
                  <a:pt x="2479" y="120"/>
                </a:cubicBezTo>
                <a:cubicBezTo>
                  <a:pt x="2498" y="104"/>
                  <a:pt x="2496" y="99"/>
                  <a:pt x="2501" y="100"/>
                </a:cubicBezTo>
                <a:cubicBezTo>
                  <a:pt x="2535" y="65"/>
                  <a:pt x="2534" y="60"/>
                  <a:pt x="2536" y="59"/>
                </a:cubicBezTo>
                <a:cubicBezTo>
                  <a:pt x="2555" y="30"/>
                  <a:pt x="2566" y="27"/>
                  <a:pt x="2569" y="15"/>
                </a:cubicBezTo>
                <a:cubicBezTo>
                  <a:pt x="2583" y="5"/>
                  <a:pt x="2583" y="3"/>
                  <a:pt x="2583" y="0"/>
                </a:cubicBezTo>
                <a:cubicBezTo>
                  <a:pt x="2563" y="8"/>
                  <a:pt x="2563" y="14"/>
                  <a:pt x="2560" y="17"/>
                </a:cubicBezTo>
                <a:close/>
                <a:moveTo>
                  <a:pt x="2711" y="37"/>
                </a:moveTo>
                <a:cubicBezTo>
                  <a:pt x="2717" y="39"/>
                  <a:pt x="2715" y="48"/>
                  <a:pt x="2719" y="52"/>
                </a:cubicBezTo>
                <a:cubicBezTo>
                  <a:pt x="2743" y="115"/>
                  <a:pt x="2751" y="115"/>
                  <a:pt x="2750" y="124"/>
                </a:cubicBezTo>
                <a:cubicBezTo>
                  <a:pt x="2761" y="147"/>
                  <a:pt x="2765" y="152"/>
                  <a:pt x="2767" y="159"/>
                </a:cubicBezTo>
                <a:cubicBezTo>
                  <a:pt x="2777" y="183"/>
                  <a:pt x="2781" y="188"/>
                  <a:pt x="2782" y="194"/>
                </a:cubicBezTo>
                <a:cubicBezTo>
                  <a:pt x="2806" y="231"/>
                  <a:pt x="2811" y="235"/>
                  <a:pt x="2813" y="242"/>
                </a:cubicBezTo>
                <a:cubicBezTo>
                  <a:pt x="2858" y="290"/>
                  <a:pt x="2848" y="290"/>
                  <a:pt x="2848" y="281"/>
                </a:cubicBezTo>
                <a:cubicBezTo>
                  <a:pt x="2826" y="242"/>
                  <a:pt x="2820" y="244"/>
                  <a:pt x="2820" y="240"/>
                </a:cubicBezTo>
                <a:cubicBezTo>
                  <a:pt x="2804" y="222"/>
                  <a:pt x="2807" y="214"/>
                  <a:pt x="2802" y="213"/>
                </a:cubicBezTo>
                <a:cubicBezTo>
                  <a:pt x="2789" y="193"/>
                  <a:pt x="2789" y="184"/>
                  <a:pt x="2785" y="179"/>
                </a:cubicBezTo>
                <a:cubicBezTo>
                  <a:pt x="2773" y="147"/>
                  <a:pt x="2767" y="140"/>
                  <a:pt x="2763" y="131"/>
                </a:cubicBezTo>
                <a:cubicBezTo>
                  <a:pt x="2742" y="83"/>
                  <a:pt x="2732" y="64"/>
                  <a:pt x="2726" y="43"/>
                </a:cubicBezTo>
                <a:cubicBezTo>
                  <a:pt x="2714" y="8"/>
                  <a:pt x="2713" y="4"/>
                  <a:pt x="2712" y="0"/>
                </a:cubicBezTo>
                <a:cubicBezTo>
                  <a:pt x="2707" y="23"/>
                  <a:pt x="2712" y="27"/>
                  <a:pt x="2711" y="37"/>
                </a:cubicBezTo>
                <a:close/>
                <a:moveTo>
                  <a:pt x="1591" y="997"/>
                </a:moveTo>
                <a:cubicBezTo>
                  <a:pt x="1591" y="991"/>
                  <a:pt x="1595" y="988"/>
                  <a:pt x="1595" y="981"/>
                </a:cubicBezTo>
                <a:cubicBezTo>
                  <a:pt x="1610" y="933"/>
                  <a:pt x="1607" y="925"/>
                  <a:pt x="1613" y="923"/>
                </a:cubicBezTo>
                <a:cubicBezTo>
                  <a:pt x="1626" y="868"/>
                  <a:pt x="1627" y="859"/>
                  <a:pt x="1631" y="853"/>
                </a:cubicBezTo>
                <a:cubicBezTo>
                  <a:pt x="1644" y="801"/>
                  <a:pt x="1644" y="793"/>
                  <a:pt x="1648" y="788"/>
                </a:cubicBezTo>
                <a:cubicBezTo>
                  <a:pt x="1660" y="736"/>
                  <a:pt x="1667" y="729"/>
                  <a:pt x="1669" y="720"/>
                </a:cubicBezTo>
                <a:cubicBezTo>
                  <a:pt x="1682" y="706"/>
                  <a:pt x="1681" y="700"/>
                  <a:pt x="1683" y="695"/>
                </a:cubicBezTo>
                <a:cubicBezTo>
                  <a:pt x="1695" y="675"/>
                  <a:pt x="1697" y="672"/>
                  <a:pt x="1699" y="674"/>
                </a:cubicBezTo>
                <a:cubicBezTo>
                  <a:pt x="1672" y="737"/>
                  <a:pt x="1676" y="744"/>
                  <a:pt x="1672" y="746"/>
                </a:cubicBezTo>
                <a:cubicBezTo>
                  <a:pt x="1661" y="790"/>
                  <a:pt x="1663" y="793"/>
                  <a:pt x="1661" y="794"/>
                </a:cubicBezTo>
                <a:cubicBezTo>
                  <a:pt x="1657" y="822"/>
                  <a:pt x="1655" y="826"/>
                  <a:pt x="1654" y="831"/>
                </a:cubicBezTo>
                <a:cubicBezTo>
                  <a:pt x="1651" y="853"/>
                  <a:pt x="1648" y="857"/>
                  <a:pt x="1649" y="863"/>
                </a:cubicBezTo>
                <a:cubicBezTo>
                  <a:pt x="1637" y="927"/>
                  <a:pt x="1636" y="933"/>
                  <a:pt x="1636" y="941"/>
                </a:cubicBezTo>
                <a:cubicBezTo>
                  <a:pt x="1629" y="975"/>
                  <a:pt x="1623" y="975"/>
                  <a:pt x="1625" y="980"/>
                </a:cubicBezTo>
                <a:cubicBezTo>
                  <a:pt x="1614" y="1012"/>
                  <a:pt x="1607" y="1023"/>
                  <a:pt x="1602" y="1035"/>
                </a:cubicBezTo>
                <a:cubicBezTo>
                  <a:pt x="1621" y="1005"/>
                  <a:pt x="1625" y="1005"/>
                  <a:pt x="1625" y="1002"/>
                </a:cubicBezTo>
                <a:cubicBezTo>
                  <a:pt x="1636" y="972"/>
                  <a:pt x="1636" y="964"/>
                  <a:pt x="1642" y="960"/>
                </a:cubicBezTo>
                <a:cubicBezTo>
                  <a:pt x="1649" y="910"/>
                  <a:pt x="1647" y="901"/>
                  <a:pt x="1653" y="898"/>
                </a:cubicBezTo>
                <a:cubicBezTo>
                  <a:pt x="1658" y="861"/>
                  <a:pt x="1659" y="845"/>
                  <a:pt x="1663" y="832"/>
                </a:cubicBezTo>
                <a:cubicBezTo>
                  <a:pt x="1674" y="785"/>
                  <a:pt x="1673" y="775"/>
                  <a:pt x="1676" y="769"/>
                </a:cubicBezTo>
                <a:cubicBezTo>
                  <a:pt x="1698" y="710"/>
                  <a:pt x="1694" y="703"/>
                  <a:pt x="1697" y="701"/>
                </a:cubicBezTo>
                <a:cubicBezTo>
                  <a:pt x="1721" y="660"/>
                  <a:pt x="1728" y="644"/>
                  <a:pt x="1737" y="630"/>
                </a:cubicBezTo>
                <a:cubicBezTo>
                  <a:pt x="1757" y="606"/>
                  <a:pt x="1761" y="604"/>
                  <a:pt x="1766" y="603"/>
                </a:cubicBezTo>
                <a:cubicBezTo>
                  <a:pt x="1773" y="599"/>
                  <a:pt x="1768" y="600"/>
                  <a:pt x="1766" y="603"/>
                </a:cubicBezTo>
                <a:cubicBezTo>
                  <a:pt x="1749" y="626"/>
                  <a:pt x="1750" y="632"/>
                  <a:pt x="1747" y="635"/>
                </a:cubicBezTo>
                <a:cubicBezTo>
                  <a:pt x="1719" y="686"/>
                  <a:pt x="1715" y="692"/>
                  <a:pt x="1712" y="701"/>
                </a:cubicBezTo>
                <a:cubicBezTo>
                  <a:pt x="1692" y="757"/>
                  <a:pt x="1692" y="767"/>
                  <a:pt x="1685" y="772"/>
                </a:cubicBezTo>
                <a:cubicBezTo>
                  <a:pt x="1669" y="830"/>
                  <a:pt x="1673" y="839"/>
                  <a:pt x="1667" y="842"/>
                </a:cubicBezTo>
                <a:cubicBezTo>
                  <a:pt x="1665" y="865"/>
                  <a:pt x="1664" y="870"/>
                  <a:pt x="1662" y="876"/>
                </a:cubicBezTo>
                <a:cubicBezTo>
                  <a:pt x="1650" y="927"/>
                  <a:pt x="1654" y="945"/>
                  <a:pt x="1645" y="954"/>
                </a:cubicBezTo>
                <a:cubicBezTo>
                  <a:pt x="1621" y="1043"/>
                  <a:pt x="1613" y="1046"/>
                  <a:pt x="1615" y="1055"/>
                </a:cubicBezTo>
                <a:cubicBezTo>
                  <a:pt x="1614" y="1060"/>
                  <a:pt x="1622" y="1054"/>
                  <a:pt x="1623" y="1043"/>
                </a:cubicBezTo>
                <a:cubicBezTo>
                  <a:pt x="1639" y="1006"/>
                  <a:pt x="1641" y="995"/>
                  <a:pt x="1647" y="987"/>
                </a:cubicBezTo>
                <a:cubicBezTo>
                  <a:pt x="1662" y="913"/>
                  <a:pt x="1670" y="906"/>
                  <a:pt x="1670" y="895"/>
                </a:cubicBezTo>
                <a:cubicBezTo>
                  <a:pt x="1687" y="827"/>
                  <a:pt x="1683" y="818"/>
                  <a:pt x="1686" y="814"/>
                </a:cubicBezTo>
                <a:cubicBezTo>
                  <a:pt x="1693" y="775"/>
                  <a:pt x="1702" y="773"/>
                  <a:pt x="1700" y="765"/>
                </a:cubicBezTo>
                <a:cubicBezTo>
                  <a:pt x="1730" y="692"/>
                  <a:pt x="1734" y="679"/>
                  <a:pt x="1740" y="667"/>
                </a:cubicBezTo>
                <a:cubicBezTo>
                  <a:pt x="1764" y="633"/>
                  <a:pt x="1761" y="628"/>
                  <a:pt x="1763" y="625"/>
                </a:cubicBezTo>
                <a:cubicBezTo>
                  <a:pt x="1784" y="596"/>
                  <a:pt x="1791" y="593"/>
                  <a:pt x="1794" y="586"/>
                </a:cubicBezTo>
                <a:cubicBezTo>
                  <a:pt x="1808" y="577"/>
                  <a:pt x="1808" y="574"/>
                  <a:pt x="1810" y="577"/>
                </a:cubicBezTo>
                <a:cubicBezTo>
                  <a:pt x="1785" y="618"/>
                  <a:pt x="1779" y="621"/>
                  <a:pt x="1779" y="629"/>
                </a:cubicBezTo>
                <a:cubicBezTo>
                  <a:pt x="1757" y="666"/>
                  <a:pt x="1756" y="673"/>
                  <a:pt x="1753" y="678"/>
                </a:cubicBezTo>
                <a:cubicBezTo>
                  <a:pt x="1723" y="756"/>
                  <a:pt x="1719" y="768"/>
                  <a:pt x="1716" y="771"/>
                </a:cubicBezTo>
                <a:cubicBezTo>
                  <a:pt x="1713" y="784"/>
                  <a:pt x="1716" y="785"/>
                  <a:pt x="1716" y="784"/>
                </a:cubicBezTo>
                <a:cubicBezTo>
                  <a:pt x="1703" y="818"/>
                  <a:pt x="1705" y="829"/>
                  <a:pt x="1701" y="836"/>
                </a:cubicBezTo>
                <a:cubicBezTo>
                  <a:pt x="1672" y="934"/>
                  <a:pt x="1666" y="939"/>
                  <a:pt x="1666" y="948"/>
                </a:cubicBezTo>
                <a:cubicBezTo>
                  <a:pt x="1656" y="964"/>
                  <a:pt x="1657" y="966"/>
                  <a:pt x="1660" y="965"/>
                </a:cubicBezTo>
                <a:cubicBezTo>
                  <a:pt x="1681" y="933"/>
                  <a:pt x="1686" y="932"/>
                  <a:pt x="1689" y="929"/>
                </a:cubicBezTo>
                <a:cubicBezTo>
                  <a:pt x="1692" y="929"/>
                  <a:pt x="1697" y="930"/>
                  <a:pt x="1695" y="925"/>
                </a:cubicBezTo>
                <a:cubicBezTo>
                  <a:pt x="1725" y="892"/>
                  <a:pt x="1733" y="888"/>
                  <a:pt x="1736" y="880"/>
                </a:cubicBezTo>
                <a:cubicBezTo>
                  <a:pt x="1782" y="818"/>
                  <a:pt x="1791" y="814"/>
                  <a:pt x="1796" y="808"/>
                </a:cubicBezTo>
                <a:cubicBezTo>
                  <a:pt x="1839" y="758"/>
                  <a:pt x="1838" y="752"/>
                  <a:pt x="1841" y="749"/>
                </a:cubicBezTo>
                <a:cubicBezTo>
                  <a:pt x="1855" y="724"/>
                  <a:pt x="1858" y="721"/>
                  <a:pt x="1859" y="716"/>
                </a:cubicBezTo>
                <a:cubicBezTo>
                  <a:pt x="1868" y="703"/>
                  <a:pt x="1872" y="700"/>
                  <a:pt x="1871" y="694"/>
                </a:cubicBezTo>
                <a:cubicBezTo>
                  <a:pt x="1887" y="668"/>
                  <a:pt x="1889" y="664"/>
                  <a:pt x="1891" y="660"/>
                </a:cubicBezTo>
                <a:cubicBezTo>
                  <a:pt x="1907" y="625"/>
                  <a:pt x="1908" y="623"/>
                  <a:pt x="1909" y="621"/>
                </a:cubicBezTo>
                <a:cubicBezTo>
                  <a:pt x="1919" y="591"/>
                  <a:pt x="1927" y="591"/>
                  <a:pt x="1924" y="583"/>
                </a:cubicBezTo>
                <a:cubicBezTo>
                  <a:pt x="1943" y="565"/>
                  <a:pt x="1936" y="556"/>
                  <a:pt x="1944" y="557"/>
                </a:cubicBezTo>
                <a:cubicBezTo>
                  <a:pt x="1961" y="515"/>
                  <a:pt x="1963" y="513"/>
                  <a:pt x="1964" y="509"/>
                </a:cubicBezTo>
                <a:cubicBezTo>
                  <a:pt x="1974" y="496"/>
                  <a:pt x="1971" y="486"/>
                  <a:pt x="1979" y="484"/>
                </a:cubicBezTo>
                <a:cubicBezTo>
                  <a:pt x="1987" y="478"/>
                  <a:pt x="1983" y="488"/>
                  <a:pt x="1982" y="499"/>
                </a:cubicBezTo>
                <a:cubicBezTo>
                  <a:pt x="1984" y="525"/>
                  <a:pt x="1985" y="528"/>
                  <a:pt x="1985" y="532"/>
                </a:cubicBezTo>
                <a:cubicBezTo>
                  <a:pt x="1992" y="482"/>
                  <a:pt x="1998" y="479"/>
                  <a:pt x="1997" y="470"/>
                </a:cubicBezTo>
                <a:cubicBezTo>
                  <a:pt x="2016" y="476"/>
                  <a:pt x="2011" y="464"/>
                  <a:pt x="2014" y="458"/>
                </a:cubicBezTo>
                <a:cubicBezTo>
                  <a:pt x="2023" y="444"/>
                  <a:pt x="2017" y="446"/>
                  <a:pt x="2020" y="455"/>
                </a:cubicBezTo>
                <a:cubicBezTo>
                  <a:pt x="2028" y="470"/>
                  <a:pt x="2025" y="476"/>
                  <a:pt x="2029" y="478"/>
                </a:cubicBezTo>
                <a:cubicBezTo>
                  <a:pt x="2037" y="428"/>
                  <a:pt x="2041" y="425"/>
                  <a:pt x="2040" y="418"/>
                </a:cubicBezTo>
                <a:cubicBezTo>
                  <a:pt x="2053" y="391"/>
                  <a:pt x="2065" y="395"/>
                  <a:pt x="2061" y="388"/>
                </a:cubicBezTo>
                <a:cubicBezTo>
                  <a:pt x="2076" y="361"/>
                  <a:pt x="2072" y="363"/>
                  <a:pt x="2071" y="357"/>
                </a:cubicBezTo>
                <a:cubicBezTo>
                  <a:pt x="2019" y="368"/>
                  <a:pt x="2016" y="366"/>
                  <a:pt x="2013" y="365"/>
                </a:cubicBezTo>
                <a:cubicBezTo>
                  <a:pt x="1985" y="336"/>
                  <a:pt x="1974" y="340"/>
                  <a:pt x="1973" y="328"/>
                </a:cubicBezTo>
                <a:cubicBezTo>
                  <a:pt x="1978" y="346"/>
                  <a:pt x="1981" y="350"/>
                  <a:pt x="1985" y="355"/>
                </a:cubicBezTo>
                <a:cubicBezTo>
                  <a:pt x="2009" y="380"/>
                  <a:pt x="2013" y="383"/>
                  <a:pt x="2017" y="387"/>
                </a:cubicBezTo>
                <a:cubicBezTo>
                  <a:pt x="1983" y="404"/>
                  <a:pt x="1984" y="398"/>
                  <a:pt x="1979" y="400"/>
                </a:cubicBezTo>
                <a:cubicBezTo>
                  <a:pt x="1942" y="400"/>
                  <a:pt x="1943" y="392"/>
                  <a:pt x="1936" y="395"/>
                </a:cubicBezTo>
                <a:cubicBezTo>
                  <a:pt x="1910" y="389"/>
                  <a:pt x="1906" y="388"/>
                  <a:pt x="1904" y="385"/>
                </a:cubicBezTo>
                <a:cubicBezTo>
                  <a:pt x="1835" y="360"/>
                  <a:pt x="1828" y="358"/>
                  <a:pt x="1823" y="353"/>
                </a:cubicBezTo>
                <a:cubicBezTo>
                  <a:pt x="1774" y="332"/>
                  <a:pt x="1774" y="325"/>
                  <a:pt x="1769" y="325"/>
                </a:cubicBezTo>
                <a:cubicBezTo>
                  <a:pt x="1728" y="306"/>
                  <a:pt x="1722" y="307"/>
                  <a:pt x="1719" y="305"/>
                </a:cubicBezTo>
                <a:cubicBezTo>
                  <a:pt x="1684" y="287"/>
                  <a:pt x="1676" y="287"/>
                  <a:pt x="1670" y="283"/>
                </a:cubicBezTo>
                <a:cubicBezTo>
                  <a:pt x="1616" y="276"/>
                  <a:pt x="1604" y="277"/>
                  <a:pt x="1592" y="277"/>
                </a:cubicBezTo>
                <a:cubicBezTo>
                  <a:pt x="1594" y="280"/>
                  <a:pt x="1613" y="284"/>
                  <a:pt x="1635" y="283"/>
                </a:cubicBezTo>
                <a:cubicBezTo>
                  <a:pt x="1657" y="292"/>
                  <a:pt x="1663" y="288"/>
                  <a:pt x="1665" y="291"/>
                </a:cubicBezTo>
                <a:cubicBezTo>
                  <a:pt x="1741" y="318"/>
                  <a:pt x="1767" y="337"/>
                  <a:pt x="1797" y="349"/>
                </a:cubicBezTo>
                <a:cubicBezTo>
                  <a:pt x="1813" y="360"/>
                  <a:pt x="1814" y="361"/>
                  <a:pt x="1816" y="363"/>
                </a:cubicBezTo>
                <a:cubicBezTo>
                  <a:pt x="1887" y="388"/>
                  <a:pt x="1889" y="392"/>
                  <a:pt x="1892" y="394"/>
                </a:cubicBezTo>
                <a:cubicBezTo>
                  <a:pt x="1944" y="403"/>
                  <a:pt x="1955" y="411"/>
                  <a:pt x="1970" y="411"/>
                </a:cubicBezTo>
                <a:cubicBezTo>
                  <a:pt x="2004" y="413"/>
                  <a:pt x="2006" y="413"/>
                  <a:pt x="2008" y="413"/>
                </a:cubicBezTo>
                <a:cubicBezTo>
                  <a:pt x="2000" y="416"/>
                  <a:pt x="1998" y="418"/>
                  <a:pt x="1996" y="419"/>
                </a:cubicBezTo>
                <a:cubicBezTo>
                  <a:pt x="1935" y="417"/>
                  <a:pt x="1925" y="412"/>
                  <a:pt x="1914" y="407"/>
                </a:cubicBezTo>
                <a:cubicBezTo>
                  <a:pt x="1886" y="400"/>
                  <a:pt x="1868" y="398"/>
                  <a:pt x="1856" y="389"/>
                </a:cubicBezTo>
                <a:cubicBezTo>
                  <a:pt x="1831" y="377"/>
                  <a:pt x="1825" y="378"/>
                  <a:pt x="1822" y="375"/>
                </a:cubicBezTo>
                <a:cubicBezTo>
                  <a:pt x="1787" y="357"/>
                  <a:pt x="1782" y="358"/>
                  <a:pt x="1779" y="357"/>
                </a:cubicBezTo>
                <a:cubicBezTo>
                  <a:pt x="1762" y="352"/>
                  <a:pt x="1764" y="344"/>
                  <a:pt x="1757" y="347"/>
                </a:cubicBezTo>
                <a:cubicBezTo>
                  <a:pt x="1743" y="338"/>
                  <a:pt x="1738" y="339"/>
                  <a:pt x="1735" y="336"/>
                </a:cubicBezTo>
                <a:cubicBezTo>
                  <a:pt x="1708" y="326"/>
                  <a:pt x="1693" y="321"/>
                  <a:pt x="1678" y="315"/>
                </a:cubicBezTo>
                <a:cubicBezTo>
                  <a:pt x="1644" y="309"/>
                  <a:pt x="1637" y="305"/>
                  <a:pt x="1628" y="304"/>
                </a:cubicBezTo>
                <a:cubicBezTo>
                  <a:pt x="1587" y="293"/>
                  <a:pt x="1579" y="297"/>
                  <a:pt x="1577" y="293"/>
                </a:cubicBezTo>
                <a:cubicBezTo>
                  <a:pt x="1478" y="297"/>
                  <a:pt x="1469" y="299"/>
                  <a:pt x="1454" y="298"/>
                </a:cubicBezTo>
                <a:cubicBezTo>
                  <a:pt x="1420" y="304"/>
                  <a:pt x="1411" y="305"/>
                  <a:pt x="1400" y="307"/>
                </a:cubicBezTo>
                <a:cubicBezTo>
                  <a:pt x="1397" y="310"/>
                  <a:pt x="1420" y="310"/>
                  <a:pt x="1444" y="308"/>
                </a:cubicBezTo>
                <a:cubicBezTo>
                  <a:pt x="1478" y="310"/>
                  <a:pt x="1483" y="317"/>
                  <a:pt x="1494" y="313"/>
                </a:cubicBezTo>
                <a:cubicBezTo>
                  <a:pt x="1547" y="330"/>
                  <a:pt x="1550" y="333"/>
                  <a:pt x="1555" y="333"/>
                </a:cubicBezTo>
                <a:cubicBezTo>
                  <a:pt x="1582" y="345"/>
                  <a:pt x="1585" y="347"/>
                  <a:pt x="1589" y="349"/>
                </a:cubicBezTo>
                <a:cubicBezTo>
                  <a:pt x="1616" y="360"/>
                  <a:pt x="1616" y="367"/>
                  <a:pt x="1623" y="365"/>
                </a:cubicBezTo>
                <a:cubicBezTo>
                  <a:pt x="1648" y="381"/>
                  <a:pt x="1665" y="385"/>
                  <a:pt x="1678" y="397"/>
                </a:cubicBezTo>
                <a:cubicBezTo>
                  <a:pt x="1726" y="414"/>
                  <a:pt x="1728" y="418"/>
                  <a:pt x="1731" y="421"/>
                </a:cubicBezTo>
                <a:cubicBezTo>
                  <a:pt x="1755" y="430"/>
                  <a:pt x="1759" y="430"/>
                  <a:pt x="1762" y="433"/>
                </a:cubicBezTo>
                <a:cubicBezTo>
                  <a:pt x="1807" y="456"/>
                  <a:pt x="1816" y="455"/>
                  <a:pt x="1822" y="460"/>
                </a:cubicBezTo>
                <a:cubicBezTo>
                  <a:pt x="1852" y="468"/>
                  <a:pt x="1860" y="470"/>
                  <a:pt x="1866" y="474"/>
                </a:cubicBezTo>
                <a:cubicBezTo>
                  <a:pt x="1905" y="475"/>
                  <a:pt x="1910" y="476"/>
                  <a:pt x="1914" y="478"/>
                </a:cubicBezTo>
                <a:cubicBezTo>
                  <a:pt x="1913" y="492"/>
                  <a:pt x="1911" y="496"/>
                  <a:pt x="1904" y="498"/>
                </a:cubicBezTo>
                <a:cubicBezTo>
                  <a:pt x="1850" y="489"/>
                  <a:pt x="1841" y="492"/>
                  <a:pt x="1834" y="491"/>
                </a:cubicBezTo>
                <a:cubicBezTo>
                  <a:pt x="1794" y="478"/>
                  <a:pt x="1788" y="478"/>
                  <a:pt x="1784" y="473"/>
                </a:cubicBezTo>
                <a:cubicBezTo>
                  <a:pt x="1745" y="457"/>
                  <a:pt x="1727" y="442"/>
                  <a:pt x="1702" y="437"/>
                </a:cubicBezTo>
                <a:cubicBezTo>
                  <a:pt x="1656" y="409"/>
                  <a:pt x="1651" y="403"/>
                  <a:pt x="1643" y="401"/>
                </a:cubicBezTo>
                <a:cubicBezTo>
                  <a:pt x="1610" y="385"/>
                  <a:pt x="1611" y="381"/>
                  <a:pt x="1608" y="381"/>
                </a:cubicBezTo>
                <a:cubicBezTo>
                  <a:pt x="1598" y="373"/>
                  <a:pt x="1594" y="374"/>
                  <a:pt x="1593" y="372"/>
                </a:cubicBezTo>
                <a:cubicBezTo>
                  <a:pt x="1555" y="351"/>
                  <a:pt x="1543" y="353"/>
                  <a:pt x="1540" y="344"/>
                </a:cubicBezTo>
                <a:cubicBezTo>
                  <a:pt x="1506" y="339"/>
                  <a:pt x="1502" y="331"/>
                  <a:pt x="1493" y="331"/>
                </a:cubicBezTo>
                <a:cubicBezTo>
                  <a:pt x="1454" y="318"/>
                  <a:pt x="1445" y="322"/>
                  <a:pt x="1444" y="317"/>
                </a:cubicBezTo>
                <a:cubicBezTo>
                  <a:pt x="1411" y="318"/>
                  <a:pt x="1405" y="311"/>
                  <a:pt x="1404" y="318"/>
                </a:cubicBezTo>
                <a:cubicBezTo>
                  <a:pt x="1460" y="329"/>
                  <a:pt x="1466" y="329"/>
                  <a:pt x="1473" y="330"/>
                </a:cubicBezTo>
                <a:cubicBezTo>
                  <a:pt x="1513" y="345"/>
                  <a:pt x="1524" y="347"/>
                  <a:pt x="1533" y="354"/>
                </a:cubicBezTo>
                <a:cubicBezTo>
                  <a:pt x="1571" y="372"/>
                  <a:pt x="1574" y="372"/>
                  <a:pt x="1576" y="373"/>
                </a:cubicBezTo>
                <a:cubicBezTo>
                  <a:pt x="1626" y="404"/>
                  <a:pt x="1639" y="404"/>
                  <a:pt x="1645" y="414"/>
                </a:cubicBezTo>
                <a:cubicBezTo>
                  <a:pt x="1705" y="444"/>
                  <a:pt x="1706" y="446"/>
                  <a:pt x="1709" y="447"/>
                </a:cubicBezTo>
                <a:cubicBezTo>
                  <a:pt x="1733" y="461"/>
                  <a:pt x="1738" y="463"/>
                  <a:pt x="1745" y="462"/>
                </a:cubicBezTo>
                <a:cubicBezTo>
                  <a:pt x="1768" y="476"/>
                  <a:pt x="1770" y="478"/>
                  <a:pt x="1774" y="477"/>
                </a:cubicBezTo>
                <a:cubicBezTo>
                  <a:pt x="1806" y="494"/>
                  <a:pt x="1815" y="492"/>
                  <a:pt x="1819" y="495"/>
                </a:cubicBezTo>
                <a:cubicBezTo>
                  <a:pt x="1873" y="511"/>
                  <a:pt x="1884" y="506"/>
                  <a:pt x="1888" y="510"/>
                </a:cubicBezTo>
                <a:cubicBezTo>
                  <a:pt x="1869" y="516"/>
                  <a:pt x="1866" y="515"/>
                  <a:pt x="1863" y="514"/>
                </a:cubicBezTo>
                <a:cubicBezTo>
                  <a:pt x="1835" y="516"/>
                  <a:pt x="1831" y="512"/>
                  <a:pt x="1825" y="512"/>
                </a:cubicBezTo>
                <a:cubicBezTo>
                  <a:pt x="1781" y="495"/>
                  <a:pt x="1779" y="493"/>
                  <a:pt x="1775" y="495"/>
                </a:cubicBezTo>
                <a:cubicBezTo>
                  <a:pt x="1738" y="472"/>
                  <a:pt x="1730" y="475"/>
                  <a:pt x="1728" y="470"/>
                </a:cubicBezTo>
                <a:cubicBezTo>
                  <a:pt x="1705" y="458"/>
                  <a:pt x="1703" y="456"/>
                  <a:pt x="1700" y="457"/>
                </a:cubicBezTo>
                <a:cubicBezTo>
                  <a:pt x="1653" y="427"/>
                  <a:pt x="1642" y="426"/>
                  <a:pt x="1637" y="415"/>
                </a:cubicBezTo>
                <a:cubicBezTo>
                  <a:pt x="1618" y="408"/>
                  <a:pt x="1613" y="406"/>
                  <a:pt x="1608" y="405"/>
                </a:cubicBezTo>
                <a:cubicBezTo>
                  <a:pt x="1580" y="386"/>
                  <a:pt x="1573" y="389"/>
                  <a:pt x="1571" y="383"/>
                </a:cubicBezTo>
                <a:cubicBezTo>
                  <a:pt x="1546" y="373"/>
                  <a:pt x="1538" y="367"/>
                  <a:pt x="1528" y="364"/>
                </a:cubicBezTo>
                <a:cubicBezTo>
                  <a:pt x="1452" y="335"/>
                  <a:pt x="1444" y="337"/>
                  <a:pt x="1440" y="333"/>
                </a:cubicBezTo>
                <a:cubicBezTo>
                  <a:pt x="1412" y="329"/>
                  <a:pt x="1409" y="326"/>
                  <a:pt x="1409" y="330"/>
                </a:cubicBezTo>
                <a:cubicBezTo>
                  <a:pt x="1478" y="351"/>
                  <a:pt x="1489" y="352"/>
                  <a:pt x="1497" y="356"/>
                </a:cubicBezTo>
                <a:cubicBezTo>
                  <a:pt x="1540" y="378"/>
                  <a:pt x="1541" y="380"/>
                  <a:pt x="1546" y="379"/>
                </a:cubicBezTo>
                <a:cubicBezTo>
                  <a:pt x="1569" y="394"/>
                  <a:pt x="1574" y="397"/>
                  <a:pt x="1580" y="397"/>
                </a:cubicBezTo>
                <a:cubicBezTo>
                  <a:pt x="1624" y="422"/>
                  <a:pt x="1629" y="423"/>
                  <a:pt x="1634" y="425"/>
                </a:cubicBezTo>
                <a:cubicBezTo>
                  <a:pt x="1646" y="437"/>
                  <a:pt x="1652" y="436"/>
                  <a:pt x="1655" y="441"/>
                </a:cubicBezTo>
                <a:cubicBezTo>
                  <a:pt x="1683" y="456"/>
                  <a:pt x="1689" y="454"/>
                  <a:pt x="1689" y="461"/>
                </a:cubicBezTo>
                <a:cubicBezTo>
                  <a:pt x="1731" y="481"/>
                  <a:pt x="1736" y="482"/>
                  <a:pt x="1738" y="486"/>
                </a:cubicBezTo>
                <a:cubicBezTo>
                  <a:pt x="1766" y="502"/>
                  <a:pt x="1774" y="499"/>
                  <a:pt x="1776" y="503"/>
                </a:cubicBezTo>
                <a:cubicBezTo>
                  <a:pt x="1808" y="514"/>
                  <a:pt x="1813" y="515"/>
                  <a:pt x="1817" y="518"/>
                </a:cubicBezTo>
                <a:cubicBezTo>
                  <a:pt x="1835" y="524"/>
                  <a:pt x="1840" y="524"/>
                  <a:pt x="1843" y="527"/>
                </a:cubicBezTo>
                <a:cubicBezTo>
                  <a:pt x="1844" y="539"/>
                  <a:pt x="1833" y="532"/>
                  <a:pt x="1822" y="537"/>
                </a:cubicBezTo>
                <a:cubicBezTo>
                  <a:pt x="1763" y="519"/>
                  <a:pt x="1760" y="515"/>
                  <a:pt x="1756" y="513"/>
                </a:cubicBezTo>
                <a:cubicBezTo>
                  <a:pt x="1726" y="503"/>
                  <a:pt x="1719" y="500"/>
                  <a:pt x="1713" y="495"/>
                </a:cubicBezTo>
                <a:cubicBezTo>
                  <a:pt x="1680" y="476"/>
                  <a:pt x="1674" y="477"/>
                  <a:pt x="1671" y="473"/>
                </a:cubicBezTo>
                <a:cubicBezTo>
                  <a:pt x="1645" y="461"/>
                  <a:pt x="1644" y="455"/>
                  <a:pt x="1637" y="455"/>
                </a:cubicBezTo>
                <a:cubicBezTo>
                  <a:pt x="1601" y="434"/>
                  <a:pt x="1598" y="425"/>
                  <a:pt x="1590" y="426"/>
                </a:cubicBezTo>
                <a:cubicBezTo>
                  <a:pt x="1571" y="413"/>
                  <a:pt x="1568" y="411"/>
                  <a:pt x="1565" y="411"/>
                </a:cubicBezTo>
                <a:cubicBezTo>
                  <a:pt x="1547" y="395"/>
                  <a:pt x="1543" y="395"/>
                  <a:pt x="1540" y="393"/>
                </a:cubicBezTo>
                <a:cubicBezTo>
                  <a:pt x="1478" y="362"/>
                  <a:pt x="1474" y="356"/>
                  <a:pt x="1464" y="358"/>
                </a:cubicBezTo>
                <a:cubicBezTo>
                  <a:pt x="1433" y="346"/>
                  <a:pt x="1429" y="345"/>
                  <a:pt x="1426" y="343"/>
                </a:cubicBezTo>
                <a:cubicBezTo>
                  <a:pt x="1374" y="333"/>
                  <a:pt x="1366" y="332"/>
                  <a:pt x="1360" y="330"/>
                </a:cubicBezTo>
                <a:cubicBezTo>
                  <a:pt x="1329" y="331"/>
                  <a:pt x="1332" y="335"/>
                  <a:pt x="1340" y="331"/>
                </a:cubicBezTo>
                <a:cubicBezTo>
                  <a:pt x="1379" y="339"/>
                  <a:pt x="1390" y="339"/>
                  <a:pt x="1398" y="343"/>
                </a:cubicBezTo>
                <a:cubicBezTo>
                  <a:pt x="1435" y="353"/>
                  <a:pt x="1445" y="354"/>
                  <a:pt x="1452" y="360"/>
                </a:cubicBezTo>
                <a:cubicBezTo>
                  <a:pt x="1485" y="377"/>
                  <a:pt x="1496" y="378"/>
                  <a:pt x="1502" y="384"/>
                </a:cubicBezTo>
                <a:cubicBezTo>
                  <a:pt x="1541" y="399"/>
                  <a:pt x="1542" y="408"/>
                  <a:pt x="1549" y="409"/>
                </a:cubicBezTo>
                <a:cubicBezTo>
                  <a:pt x="1571" y="418"/>
                  <a:pt x="1568" y="428"/>
                  <a:pt x="1574" y="424"/>
                </a:cubicBezTo>
                <a:cubicBezTo>
                  <a:pt x="1592" y="440"/>
                  <a:pt x="1600" y="435"/>
                  <a:pt x="1599" y="442"/>
                </a:cubicBezTo>
                <a:cubicBezTo>
                  <a:pt x="1641" y="464"/>
                  <a:pt x="1644" y="471"/>
                  <a:pt x="1651" y="473"/>
                </a:cubicBezTo>
                <a:cubicBezTo>
                  <a:pt x="1673" y="488"/>
                  <a:pt x="1680" y="489"/>
                  <a:pt x="1686" y="493"/>
                </a:cubicBezTo>
                <a:cubicBezTo>
                  <a:pt x="1729" y="513"/>
                  <a:pt x="1736" y="515"/>
                  <a:pt x="1742" y="518"/>
                </a:cubicBezTo>
                <a:cubicBezTo>
                  <a:pt x="1788" y="534"/>
                  <a:pt x="1792" y="539"/>
                  <a:pt x="1801" y="539"/>
                </a:cubicBezTo>
                <a:cubicBezTo>
                  <a:pt x="1790" y="544"/>
                  <a:pt x="1783" y="547"/>
                  <a:pt x="1780" y="545"/>
                </a:cubicBezTo>
                <a:cubicBezTo>
                  <a:pt x="1738" y="528"/>
                  <a:pt x="1721" y="530"/>
                  <a:pt x="1713" y="519"/>
                </a:cubicBezTo>
                <a:cubicBezTo>
                  <a:pt x="1690" y="508"/>
                  <a:pt x="1683" y="507"/>
                  <a:pt x="1679" y="501"/>
                </a:cubicBezTo>
                <a:cubicBezTo>
                  <a:pt x="1636" y="472"/>
                  <a:pt x="1632" y="471"/>
                  <a:pt x="1629" y="470"/>
                </a:cubicBezTo>
                <a:cubicBezTo>
                  <a:pt x="1606" y="458"/>
                  <a:pt x="1604" y="451"/>
                  <a:pt x="1597" y="451"/>
                </a:cubicBezTo>
                <a:cubicBezTo>
                  <a:pt x="1563" y="430"/>
                  <a:pt x="1559" y="427"/>
                  <a:pt x="1554" y="424"/>
                </a:cubicBezTo>
                <a:cubicBezTo>
                  <a:pt x="1519" y="405"/>
                  <a:pt x="1516" y="400"/>
                  <a:pt x="1511" y="396"/>
                </a:cubicBezTo>
                <a:cubicBezTo>
                  <a:pt x="1476" y="378"/>
                  <a:pt x="1467" y="380"/>
                  <a:pt x="1465" y="373"/>
                </a:cubicBezTo>
                <a:cubicBezTo>
                  <a:pt x="1426" y="360"/>
                  <a:pt x="1420" y="358"/>
                  <a:pt x="1415" y="356"/>
                </a:cubicBezTo>
                <a:cubicBezTo>
                  <a:pt x="1375" y="348"/>
                  <a:pt x="1375" y="343"/>
                  <a:pt x="1369" y="346"/>
                </a:cubicBezTo>
                <a:cubicBezTo>
                  <a:pt x="1382" y="355"/>
                  <a:pt x="1389" y="351"/>
                  <a:pt x="1391" y="353"/>
                </a:cubicBezTo>
                <a:cubicBezTo>
                  <a:pt x="1446" y="377"/>
                  <a:pt x="1459" y="379"/>
                  <a:pt x="1470" y="386"/>
                </a:cubicBezTo>
                <a:cubicBezTo>
                  <a:pt x="1508" y="408"/>
                  <a:pt x="1515" y="409"/>
                  <a:pt x="1521" y="412"/>
                </a:cubicBezTo>
                <a:cubicBezTo>
                  <a:pt x="1575" y="451"/>
                  <a:pt x="1583" y="451"/>
                  <a:pt x="1588" y="455"/>
                </a:cubicBezTo>
                <a:cubicBezTo>
                  <a:pt x="1615" y="475"/>
                  <a:pt x="1622" y="471"/>
                  <a:pt x="1621" y="478"/>
                </a:cubicBezTo>
                <a:cubicBezTo>
                  <a:pt x="1649" y="495"/>
                  <a:pt x="1651" y="497"/>
                  <a:pt x="1654" y="499"/>
                </a:cubicBezTo>
                <a:cubicBezTo>
                  <a:pt x="1711" y="527"/>
                  <a:pt x="1711" y="533"/>
                  <a:pt x="1715" y="532"/>
                </a:cubicBezTo>
                <a:cubicBezTo>
                  <a:pt x="1752" y="544"/>
                  <a:pt x="1758" y="548"/>
                  <a:pt x="1765" y="550"/>
                </a:cubicBezTo>
                <a:cubicBezTo>
                  <a:pt x="1779" y="556"/>
                  <a:pt x="1783" y="556"/>
                  <a:pt x="1780" y="558"/>
                </a:cubicBezTo>
                <a:cubicBezTo>
                  <a:pt x="1702" y="547"/>
                  <a:pt x="1695" y="539"/>
                  <a:pt x="1685" y="535"/>
                </a:cubicBezTo>
                <a:cubicBezTo>
                  <a:pt x="1649" y="518"/>
                  <a:pt x="1646" y="517"/>
                  <a:pt x="1644" y="516"/>
                </a:cubicBezTo>
                <a:cubicBezTo>
                  <a:pt x="1614" y="502"/>
                  <a:pt x="1615" y="498"/>
                  <a:pt x="1614" y="497"/>
                </a:cubicBezTo>
                <a:cubicBezTo>
                  <a:pt x="1595" y="486"/>
                  <a:pt x="1585" y="484"/>
                  <a:pt x="1579" y="475"/>
                </a:cubicBezTo>
                <a:cubicBezTo>
                  <a:pt x="1537" y="447"/>
                  <a:pt x="1533" y="443"/>
                  <a:pt x="1528" y="442"/>
                </a:cubicBezTo>
                <a:cubicBezTo>
                  <a:pt x="1493" y="420"/>
                  <a:pt x="1484" y="415"/>
                  <a:pt x="1476" y="409"/>
                </a:cubicBezTo>
                <a:cubicBezTo>
                  <a:pt x="1431" y="388"/>
                  <a:pt x="1429" y="386"/>
                  <a:pt x="1425" y="387"/>
                </a:cubicBezTo>
                <a:cubicBezTo>
                  <a:pt x="1403" y="379"/>
                  <a:pt x="1396" y="375"/>
                  <a:pt x="1388" y="374"/>
                </a:cubicBezTo>
                <a:cubicBezTo>
                  <a:pt x="1367" y="367"/>
                  <a:pt x="1362" y="365"/>
                  <a:pt x="1355" y="366"/>
                </a:cubicBezTo>
                <a:cubicBezTo>
                  <a:pt x="1318" y="360"/>
                  <a:pt x="1310" y="352"/>
                  <a:pt x="1307" y="360"/>
                </a:cubicBezTo>
                <a:cubicBezTo>
                  <a:pt x="1345" y="366"/>
                  <a:pt x="1349" y="367"/>
                  <a:pt x="1351" y="369"/>
                </a:cubicBezTo>
                <a:cubicBezTo>
                  <a:pt x="1386" y="379"/>
                  <a:pt x="1390" y="380"/>
                  <a:pt x="1393" y="382"/>
                </a:cubicBezTo>
                <a:cubicBezTo>
                  <a:pt x="1423" y="399"/>
                  <a:pt x="1432" y="393"/>
                  <a:pt x="1434" y="397"/>
                </a:cubicBezTo>
                <a:cubicBezTo>
                  <a:pt x="1454" y="412"/>
                  <a:pt x="1462" y="407"/>
                  <a:pt x="1461" y="414"/>
                </a:cubicBezTo>
                <a:cubicBezTo>
                  <a:pt x="1510" y="441"/>
                  <a:pt x="1512" y="443"/>
                  <a:pt x="1515" y="444"/>
                </a:cubicBezTo>
                <a:cubicBezTo>
                  <a:pt x="1543" y="466"/>
                  <a:pt x="1550" y="462"/>
                  <a:pt x="1551" y="466"/>
                </a:cubicBezTo>
                <a:cubicBezTo>
                  <a:pt x="1571" y="481"/>
                  <a:pt x="1572" y="486"/>
                  <a:pt x="1576" y="486"/>
                </a:cubicBezTo>
                <a:cubicBezTo>
                  <a:pt x="1608" y="503"/>
                  <a:pt x="1609" y="508"/>
                  <a:pt x="1612" y="511"/>
                </a:cubicBezTo>
                <a:cubicBezTo>
                  <a:pt x="1647" y="524"/>
                  <a:pt x="1647" y="530"/>
                  <a:pt x="1651" y="532"/>
                </a:cubicBezTo>
                <a:cubicBezTo>
                  <a:pt x="1681" y="539"/>
                  <a:pt x="1682" y="546"/>
                  <a:pt x="1687" y="546"/>
                </a:cubicBezTo>
                <a:cubicBezTo>
                  <a:pt x="1722" y="557"/>
                  <a:pt x="1728" y="560"/>
                  <a:pt x="1734" y="562"/>
                </a:cubicBezTo>
                <a:cubicBezTo>
                  <a:pt x="1758" y="569"/>
                  <a:pt x="1752" y="572"/>
                  <a:pt x="1738" y="570"/>
                </a:cubicBezTo>
                <a:cubicBezTo>
                  <a:pt x="1665" y="552"/>
                  <a:pt x="1658" y="553"/>
                  <a:pt x="1652" y="552"/>
                </a:cubicBezTo>
                <a:cubicBezTo>
                  <a:pt x="1612" y="537"/>
                  <a:pt x="1614" y="527"/>
                  <a:pt x="1607" y="532"/>
                </a:cubicBezTo>
                <a:cubicBezTo>
                  <a:pt x="1584" y="521"/>
                  <a:pt x="1582" y="517"/>
                  <a:pt x="1579" y="514"/>
                </a:cubicBezTo>
                <a:cubicBezTo>
                  <a:pt x="1550" y="497"/>
                  <a:pt x="1547" y="498"/>
                  <a:pt x="1547" y="496"/>
                </a:cubicBezTo>
                <a:cubicBezTo>
                  <a:pt x="1532" y="482"/>
                  <a:pt x="1524" y="487"/>
                  <a:pt x="1524" y="480"/>
                </a:cubicBezTo>
                <a:cubicBezTo>
                  <a:pt x="1499" y="464"/>
                  <a:pt x="1491" y="463"/>
                  <a:pt x="1485" y="458"/>
                </a:cubicBezTo>
                <a:cubicBezTo>
                  <a:pt x="1459" y="445"/>
                  <a:pt x="1453" y="441"/>
                  <a:pt x="1446" y="439"/>
                </a:cubicBezTo>
                <a:cubicBezTo>
                  <a:pt x="1415" y="420"/>
                  <a:pt x="1408" y="423"/>
                  <a:pt x="1407" y="419"/>
                </a:cubicBezTo>
                <a:cubicBezTo>
                  <a:pt x="1383" y="409"/>
                  <a:pt x="1378" y="410"/>
                  <a:pt x="1374" y="410"/>
                </a:cubicBezTo>
                <a:cubicBezTo>
                  <a:pt x="1351" y="399"/>
                  <a:pt x="1343" y="404"/>
                  <a:pt x="1341" y="400"/>
                </a:cubicBezTo>
                <a:cubicBezTo>
                  <a:pt x="1337" y="401"/>
                  <a:pt x="1353" y="409"/>
                  <a:pt x="1372" y="412"/>
                </a:cubicBezTo>
                <a:cubicBezTo>
                  <a:pt x="1399" y="423"/>
                  <a:pt x="1401" y="424"/>
                  <a:pt x="1403" y="424"/>
                </a:cubicBezTo>
                <a:cubicBezTo>
                  <a:pt x="1429" y="440"/>
                  <a:pt x="1438" y="443"/>
                  <a:pt x="1447" y="445"/>
                </a:cubicBezTo>
                <a:cubicBezTo>
                  <a:pt x="1518" y="491"/>
                  <a:pt x="1524" y="489"/>
                  <a:pt x="1526" y="493"/>
                </a:cubicBezTo>
                <a:cubicBezTo>
                  <a:pt x="1550" y="509"/>
                  <a:pt x="1552" y="509"/>
                  <a:pt x="1554" y="510"/>
                </a:cubicBezTo>
                <a:cubicBezTo>
                  <a:pt x="1616" y="544"/>
                  <a:pt x="1623" y="549"/>
                  <a:pt x="1632" y="551"/>
                </a:cubicBezTo>
                <a:cubicBezTo>
                  <a:pt x="1674" y="567"/>
                  <a:pt x="1679" y="568"/>
                  <a:pt x="1682" y="571"/>
                </a:cubicBezTo>
                <a:cubicBezTo>
                  <a:pt x="1723" y="576"/>
                  <a:pt x="1729" y="583"/>
                  <a:pt x="1742" y="580"/>
                </a:cubicBezTo>
                <a:cubicBezTo>
                  <a:pt x="1759" y="590"/>
                  <a:pt x="1755" y="592"/>
                  <a:pt x="1754" y="589"/>
                </a:cubicBezTo>
                <a:cubicBezTo>
                  <a:pt x="1713" y="591"/>
                  <a:pt x="1708" y="586"/>
                  <a:pt x="1698" y="586"/>
                </a:cubicBezTo>
                <a:cubicBezTo>
                  <a:pt x="1654" y="574"/>
                  <a:pt x="1647" y="578"/>
                  <a:pt x="1646" y="576"/>
                </a:cubicBezTo>
                <a:cubicBezTo>
                  <a:pt x="1591" y="557"/>
                  <a:pt x="1586" y="553"/>
                  <a:pt x="1577" y="555"/>
                </a:cubicBezTo>
                <a:cubicBezTo>
                  <a:pt x="1551" y="536"/>
                  <a:pt x="1541" y="545"/>
                  <a:pt x="1543" y="536"/>
                </a:cubicBezTo>
                <a:cubicBezTo>
                  <a:pt x="1513" y="523"/>
                  <a:pt x="1510" y="521"/>
                  <a:pt x="1507" y="521"/>
                </a:cubicBezTo>
                <a:cubicBezTo>
                  <a:pt x="1477" y="507"/>
                  <a:pt x="1473" y="506"/>
                  <a:pt x="1472" y="500"/>
                </a:cubicBezTo>
                <a:cubicBezTo>
                  <a:pt x="1408" y="467"/>
                  <a:pt x="1397" y="459"/>
                  <a:pt x="1384" y="454"/>
                </a:cubicBezTo>
                <a:cubicBezTo>
                  <a:pt x="1343" y="434"/>
                  <a:pt x="1341" y="426"/>
                  <a:pt x="1333" y="426"/>
                </a:cubicBezTo>
                <a:cubicBezTo>
                  <a:pt x="1289" y="410"/>
                  <a:pt x="1284" y="405"/>
                  <a:pt x="1276" y="405"/>
                </a:cubicBezTo>
                <a:cubicBezTo>
                  <a:pt x="1253" y="397"/>
                  <a:pt x="1247" y="401"/>
                  <a:pt x="1246" y="397"/>
                </a:cubicBezTo>
                <a:cubicBezTo>
                  <a:pt x="1257" y="404"/>
                  <a:pt x="1261" y="408"/>
                  <a:pt x="1269" y="406"/>
                </a:cubicBezTo>
                <a:cubicBezTo>
                  <a:pt x="1312" y="423"/>
                  <a:pt x="1323" y="427"/>
                  <a:pt x="1332" y="433"/>
                </a:cubicBezTo>
                <a:cubicBezTo>
                  <a:pt x="1373" y="452"/>
                  <a:pt x="1380" y="461"/>
                  <a:pt x="1391" y="464"/>
                </a:cubicBezTo>
                <a:cubicBezTo>
                  <a:pt x="1429" y="487"/>
                  <a:pt x="1438" y="493"/>
                  <a:pt x="1448" y="498"/>
                </a:cubicBezTo>
                <a:cubicBezTo>
                  <a:pt x="1495" y="522"/>
                  <a:pt x="1497" y="523"/>
                  <a:pt x="1497" y="527"/>
                </a:cubicBezTo>
                <a:cubicBezTo>
                  <a:pt x="1546" y="551"/>
                  <a:pt x="1559" y="551"/>
                  <a:pt x="1567" y="559"/>
                </a:cubicBezTo>
                <a:cubicBezTo>
                  <a:pt x="1622" y="576"/>
                  <a:pt x="1626" y="580"/>
                  <a:pt x="1631" y="583"/>
                </a:cubicBezTo>
                <a:cubicBezTo>
                  <a:pt x="1662" y="587"/>
                  <a:pt x="1662" y="592"/>
                  <a:pt x="1668" y="589"/>
                </a:cubicBezTo>
                <a:cubicBezTo>
                  <a:pt x="1709" y="600"/>
                  <a:pt x="1718" y="597"/>
                  <a:pt x="1723" y="599"/>
                </a:cubicBezTo>
                <a:cubicBezTo>
                  <a:pt x="1724" y="608"/>
                  <a:pt x="1723" y="608"/>
                  <a:pt x="1722" y="606"/>
                </a:cubicBezTo>
                <a:cubicBezTo>
                  <a:pt x="1682" y="603"/>
                  <a:pt x="1670" y="604"/>
                  <a:pt x="1660" y="604"/>
                </a:cubicBezTo>
                <a:cubicBezTo>
                  <a:pt x="1606" y="587"/>
                  <a:pt x="1598" y="585"/>
                  <a:pt x="1591" y="581"/>
                </a:cubicBezTo>
                <a:cubicBezTo>
                  <a:pt x="1518" y="552"/>
                  <a:pt x="1512" y="547"/>
                  <a:pt x="1505" y="543"/>
                </a:cubicBezTo>
                <a:cubicBezTo>
                  <a:pt x="1461" y="517"/>
                  <a:pt x="1453" y="512"/>
                  <a:pt x="1445" y="508"/>
                </a:cubicBezTo>
                <a:cubicBezTo>
                  <a:pt x="1416" y="493"/>
                  <a:pt x="1413" y="488"/>
                  <a:pt x="1410" y="485"/>
                </a:cubicBezTo>
                <a:cubicBezTo>
                  <a:pt x="1380" y="471"/>
                  <a:pt x="1374" y="471"/>
                  <a:pt x="1371" y="466"/>
                </a:cubicBezTo>
                <a:cubicBezTo>
                  <a:pt x="1302" y="432"/>
                  <a:pt x="1301" y="425"/>
                  <a:pt x="1293" y="429"/>
                </a:cubicBezTo>
                <a:cubicBezTo>
                  <a:pt x="1283" y="430"/>
                  <a:pt x="1290" y="428"/>
                  <a:pt x="1294" y="433"/>
                </a:cubicBezTo>
                <a:cubicBezTo>
                  <a:pt x="1362" y="468"/>
                  <a:pt x="1370" y="477"/>
                  <a:pt x="1382" y="479"/>
                </a:cubicBezTo>
                <a:cubicBezTo>
                  <a:pt x="1400" y="491"/>
                  <a:pt x="1406" y="491"/>
                  <a:pt x="1410" y="496"/>
                </a:cubicBezTo>
                <a:cubicBezTo>
                  <a:pt x="1443" y="513"/>
                  <a:pt x="1445" y="520"/>
                  <a:pt x="1452" y="520"/>
                </a:cubicBezTo>
                <a:cubicBezTo>
                  <a:pt x="1488" y="537"/>
                  <a:pt x="1488" y="547"/>
                  <a:pt x="1496" y="545"/>
                </a:cubicBezTo>
                <a:cubicBezTo>
                  <a:pt x="1533" y="569"/>
                  <a:pt x="1543" y="571"/>
                  <a:pt x="1548" y="578"/>
                </a:cubicBezTo>
                <a:cubicBezTo>
                  <a:pt x="1580" y="584"/>
                  <a:pt x="1582" y="594"/>
                  <a:pt x="1593" y="592"/>
                </a:cubicBezTo>
                <a:cubicBezTo>
                  <a:pt x="1620" y="603"/>
                  <a:pt x="1621" y="605"/>
                  <a:pt x="1624" y="604"/>
                </a:cubicBezTo>
                <a:cubicBezTo>
                  <a:pt x="1657" y="614"/>
                  <a:pt x="1662" y="613"/>
                  <a:pt x="1667" y="611"/>
                </a:cubicBezTo>
                <a:cubicBezTo>
                  <a:pt x="1692" y="626"/>
                  <a:pt x="1685" y="617"/>
                  <a:pt x="1681" y="622"/>
                </a:cubicBezTo>
                <a:cubicBezTo>
                  <a:pt x="1593" y="615"/>
                  <a:pt x="1584" y="614"/>
                  <a:pt x="1575" y="613"/>
                </a:cubicBezTo>
                <a:cubicBezTo>
                  <a:pt x="1546" y="601"/>
                  <a:pt x="1538" y="605"/>
                  <a:pt x="1535" y="602"/>
                </a:cubicBezTo>
                <a:cubicBezTo>
                  <a:pt x="1505" y="591"/>
                  <a:pt x="1501" y="590"/>
                  <a:pt x="1497" y="587"/>
                </a:cubicBezTo>
                <a:cubicBezTo>
                  <a:pt x="1464" y="574"/>
                  <a:pt x="1462" y="573"/>
                  <a:pt x="1461" y="571"/>
                </a:cubicBezTo>
                <a:cubicBezTo>
                  <a:pt x="1444" y="564"/>
                  <a:pt x="1441" y="561"/>
                  <a:pt x="1437" y="560"/>
                </a:cubicBezTo>
                <a:cubicBezTo>
                  <a:pt x="1396" y="533"/>
                  <a:pt x="1390" y="529"/>
                  <a:pt x="1384" y="523"/>
                </a:cubicBezTo>
                <a:cubicBezTo>
                  <a:pt x="1348" y="497"/>
                  <a:pt x="1334" y="487"/>
                  <a:pt x="1322" y="474"/>
                </a:cubicBezTo>
                <a:cubicBezTo>
                  <a:pt x="1288" y="447"/>
                  <a:pt x="1282" y="448"/>
                  <a:pt x="1280" y="442"/>
                </a:cubicBezTo>
                <a:cubicBezTo>
                  <a:pt x="1254" y="427"/>
                  <a:pt x="1251" y="424"/>
                  <a:pt x="1246" y="424"/>
                </a:cubicBezTo>
                <a:cubicBezTo>
                  <a:pt x="1239" y="423"/>
                  <a:pt x="1244" y="426"/>
                  <a:pt x="1247" y="430"/>
                </a:cubicBezTo>
                <a:cubicBezTo>
                  <a:pt x="1267" y="440"/>
                  <a:pt x="1271" y="443"/>
                  <a:pt x="1275" y="447"/>
                </a:cubicBezTo>
                <a:cubicBezTo>
                  <a:pt x="1323" y="484"/>
                  <a:pt x="1331" y="493"/>
                  <a:pt x="1339" y="500"/>
                </a:cubicBezTo>
                <a:cubicBezTo>
                  <a:pt x="1401" y="544"/>
                  <a:pt x="1408" y="552"/>
                  <a:pt x="1418" y="557"/>
                </a:cubicBezTo>
                <a:cubicBezTo>
                  <a:pt x="1436" y="571"/>
                  <a:pt x="1444" y="569"/>
                  <a:pt x="1446" y="576"/>
                </a:cubicBezTo>
                <a:cubicBezTo>
                  <a:pt x="1503" y="601"/>
                  <a:pt x="1515" y="599"/>
                  <a:pt x="1520" y="607"/>
                </a:cubicBezTo>
                <a:cubicBezTo>
                  <a:pt x="1568" y="619"/>
                  <a:pt x="1585" y="625"/>
                  <a:pt x="1606" y="627"/>
                </a:cubicBezTo>
                <a:cubicBezTo>
                  <a:pt x="1641" y="631"/>
                  <a:pt x="1645" y="634"/>
                  <a:pt x="1651" y="632"/>
                </a:cubicBezTo>
                <a:cubicBezTo>
                  <a:pt x="1618" y="637"/>
                  <a:pt x="1616" y="637"/>
                  <a:pt x="1608" y="636"/>
                </a:cubicBezTo>
                <a:cubicBezTo>
                  <a:pt x="1567" y="628"/>
                  <a:pt x="1562" y="625"/>
                  <a:pt x="1555" y="625"/>
                </a:cubicBezTo>
                <a:cubicBezTo>
                  <a:pt x="1534" y="620"/>
                  <a:pt x="1531" y="619"/>
                  <a:pt x="1529" y="616"/>
                </a:cubicBezTo>
                <a:cubicBezTo>
                  <a:pt x="1499" y="609"/>
                  <a:pt x="1498" y="606"/>
                  <a:pt x="1496" y="605"/>
                </a:cubicBezTo>
                <a:cubicBezTo>
                  <a:pt x="1453" y="583"/>
                  <a:pt x="1451" y="582"/>
                  <a:pt x="1447" y="582"/>
                </a:cubicBezTo>
                <a:cubicBezTo>
                  <a:pt x="1415" y="563"/>
                  <a:pt x="1404" y="558"/>
                  <a:pt x="1393" y="552"/>
                </a:cubicBezTo>
                <a:cubicBezTo>
                  <a:pt x="1381" y="541"/>
                  <a:pt x="1375" y="541"/>
                  <a:pt x="1373" y="536"/>
                </a:cubicBezTo>
                <a:cubicBezTo>
                  <a:pt x="1299" y="486"/>
                  <a:pt x="1294" y="478"/>
                  <a:pt x="1286" y="474"/>
                </a:cubicBezTo>
                <a:cubicBezTo>
                  <a:pt x="1274" y="462"/>
                  <a:pt x="1268" y="463"/>
                  <a:pt x="1265" y="458"/>
                </a:cubicBezTo>
                <a:cubicBezTo>
                  <a:pt x="1227" y="434"/>
                  <a:pt x="1225" y="430"/>
                  <a:pt x="1218" y="431"/>
                </a:cubicBezTo>
                <a:cubicBezTo>
                  <a:pt x="1245" y="452"/>
                  <a:pt x="1249" y="454"/>
                  <a:pt x="1254" y="456"/>
                </a:cubicBezTo>
                <a:cubicBezTo>
                  <a:pt x="1273" y="470"/>
                  <a:pt x="1275" y="472"/>
                  <a:pt x="1277" y="474"/>
                </a:cubicBezTo>
                <a:cubicBezTo>
                  <a:pt x="1295" y="490"/>
                  <a:pt x="1297" y="491"/>
                  <a:pt x="1300" y="492"/>
                </a:cubicBezTo>
                <a:cubicBezTo>
                  <a:pt x="1374" y="550"/>
                  <a:pt x="1391" y="560"/>
                  <a:pt x="1408" y="572"/>
                </a:cubicBezTo>
                <a:cubicBezTo>
                  <a:pt x="1492" y="612"/>
                  <a:pt x="1496" y="615"/>
                  <a:pt x="1500" y="617"/>
                </a:cubicBezTo>
                <a:cubicBezTo>
                  <a:pt x="1529" y="631"/>
                  <a:pt x="1535" y="628"/>
                  <a:pt x="1536" y="631"/>
                </a:cubicBezTo>
                <a:cubicBezTo>
                  <a:pt x="1564" y="637"/>
                  <a:pt x="1570" y="637"/>
                  <a:pt x="1575" y="639"/>
                </a:cubicBezTo>
                <a:cubicBezTo>
                  <a:pt x="1630" y="648"/>
                  <a:pt x="1639" y="643"/>
                  <a:pt x="1641" y="649"/>
                </a:cubicBezTo>
                <a:cubicBezTo>
                  <a:pt x="1616" y="651"/>
                  <a:pt x="1609" y="655"/>
                  <a:pt x="1608" y="651"/>
                </a:cubicBezTo>
                <a:cubicBezTo>
                  <a:pt x="1511" y="636"/>
                  <a:pt x="1504" y="634"/>
                  <a:pt x="1496" y="633"/>
                </a:cubicBezTo>
                <a:cubicBezTo>
                  <a:pt x="1421" y="596"/>
                  <a:pt x="1414" y="600"/>
                  <a:pt x="1412" y="598"/>
                </a:cubicBezTo>
                <a:cubicBezTo>
                  <a:pt x="1378" y="578"/>
                  <a:pt x="1373" y="574"/>
                  <a:pt x="1368" y="570"/>
                </a:cubicBezTo>
                <a:cubicBezTo>
                  <a:pt x="1339" y="548"/>
                  <a:pt x="1329" y="538"/>
                  <a:pt x="1316" y="531"/>
                </a:cubicBezTo>
                <a:cubicBezTo>
                  <a:pt x="1280" y="494"/>
                  <a:pt x="1271" y="495"/>
                  <a:pt x="1268" y="486"/>
                </a:cubicBezTo>
                <a:cubicBezTo>
                  <a:pt x="1258" y="473"/>
                  <a:pt x="1254" y="485"/>
                  <a:pt x="1259" y="483"/>
                </a:cubicBezTo>
                <a:cubicBezTo>
                  <a:pt x="1281" y="508"/>
                  <a:pt x="1287" y="506"/>
                  <a:pt x="1286" y="512"/>
                </a:cubicBezTo>
                <a:cubicBezTo>
                  <a:pt x="1320" y="539"/>
                  <a:pt x="1329" y="550"/>
                  <a:pt x="1341" y="555"/>
                </a:cubicBezTo>
                <a:cubicBezTo>
                  <a:pt x="1379" y="584"/>
                  <a:pt x="1383" y="593"/>
                  <a:pt x="1394" y="592"/>
                </a:cubicBezTo>
                <a:cubicBezTo>
                  <a:pt x="1424" y="609"/>
                  <a:pt x="1430" y="615"/>
                  <a:pt x="1438" y="617"/>
                </a:cubicBezTo>
                <a:cubicBezTo>
                  <a:pt x="1466" y="632"/>
                  <a:pt x="1473" y="632"/>
                  <a:pt x="1478" y="632"/>
                </a:cubicBezTo>
                <a:cubicBezTo>
                  <a:pt x="1542" y="650"/>
                  <a:pt x="1551" y="659"/>
                  <a:pt x="1567" y="656"/>
                </a:cubicBezTo>
                <a:cubicBezTo>
                  <a:pt x="1589" y="662"/>
                  <a:pt x="1592" y="664"/>
                  <a:pt x="1595" y="664"/>
                </a:cubicBezTo>
                <a:cubicBezTo>
                  <a:pt x="1555" y="665"/>
                  <a:pt x="1549" y="669"/>
                  <a:pt x="1547" y="666"/>
                </a:cubicBezTo>
                <a:cubicBezTo>
                  <a:pt x="1487" y="658"/>
                  <a:pt x="1484" y="657"/>
                  <a:pt x="1481" y="656"/>
                </a:cubicBezTo>
                <a:cubicBezTo>
                  <a:pt x="1433" y="643"/>
                  <a:pt x="1421" y="636"/>
                  <a:pt x="1408" y="632"/>
                </a:cubicBezTo>
                <a:cubicBezTo>
                  <a:pt x="1354" y="601"/>
                  <a:pt x="1350" y="598"/>
                  <a:pt x="1346" y="596"/>
                </a:cubicBezTo>
                <a:cubicBezTo>
                  <a:pt x="1333" y="588"/>
                  <a:pt x="1334" y="584"/>
                  <a:pt x="1332" y="583"/>
                </a:cubicBezTo>
                <a:cubicBezTo>
                  <a:pt x="1306" y="568"/>
                  <a:pt x="1292" y="554"/>
                  <a:pt x="1274" y="545"/>
                </a:cubicBezTo>
                <a:cubicBezTo>
                  <a:pt x="1221" y="514"/>
                  <a:pt x="1213" y="518"/>
                  <a:pt x="1211" y="512"/>
                </a:cubicBezTo>
                <a:cubicBezTo>
                  <a:pt x="1178" y="504"/>
                  <a:pt x="1176" y="502"/>
                  <a:pt x="1172" y="504"/>
                </a:cubicBezTo>
                <a:cubicBezTo>
                  <a:pt x="1192" y="514"/>
                  <a:pt x="1200" y="513"/>
                  <a:pt x="1205" y="518"/>
                </a:cubicBezTo>
                <a:cubicBezTo>
                  <a:pt x="1278" y="558"/>
                  <a:pt x="1289" y="560"/>
                  <a:pt x="1294" y="570"/>
                </a:cubicBezTo>
                <a:cubicBezTo>
                  <a:pt x="1336" y="596"/>
                  <a:pt x="1337" y="599"/>
                  <a:pt x="1340" y="600"/>
                </a:cubicBezTo>
                <a:cubicBezTo>
                  <a:pt x="1380" y="627"/>
                  <a:pt x="1387" y="635"/>
                  <a:pt x="1399" y="635"/>
                </a:cubicBezTo>
                <a:cubicBezTo>
                  <a:pt x="1436" y="655"/>
                  <a:pt x="1447" y="659"/>
                  <a:pt x="1461" y="658"/>
                </a:cubicBezTo>
                <a:cubicBezTo>
                  <a:pt x="1487" y="664"/>
                  <a:pt x="1488" y="669"/>
                  <a:pt x="1492" y="670"/>
                </a:cubicBezTo>
                <a:cubicBezTo>
                  <a:pt x="1538" y="679"/>
                  <a:pt x="1550" y="675"/>
                  <a:pt x="1556" y="680"/>
                </a:cubicBezTo>
                <a:cubicBezTo>
                  <a:pt x="1519" y="683"/>
                  <a:pt x="1520" y="675"/>
                  <a:pt x="1513" y="677"/>
                </a:cubicBezTo>
                <a:cubicBezTo>
                  <a:pt x="1499" y="674"/>
                  <a:pt x="1492" y="677"/>
                  <a:pt x="1488" y="675"/>
                </a:cubicBezTo>
                <a:cubicBezTo>
                  <a:pt x="1432" y="662"/>
                  <a:pt x="1430" y="659"/>
                  <a:pt x="1428" y="659"/>
                </a:cubicBezTo>
                <a:cubicBezTo>
                  <a:pt x="1407" y="653"/>
                  <a:pt x="1398" y="651"/>
                  <a:pt x="1391" y="648"/>
                </a:cubicBezTo>
                <a:cubicBezTo>
                  <a:pt x="1354" y="632"/>
                  <a:pt x="1348" y="632"/>
                  <a:pt x="1345" y="630"/>
                </a:cubicBezTo>
                <a:cubicBezTo>
                  <a:pt x="1322" y="615"/>
                  <a:pt x="1316" y="617"/>
                  <a:pt x="1313" y="613"/>
                </a:cubicBezTo>
                <a:cubicBezTo>
                  <a:pt x="1279" y="594"/>
                  <a:pt x="1276" y="591"/>
                  <a:pt x="1271" y="590"/>
                </a:cubicBezTo>
                <a:cubicBezTo>
                  <a:pt x="1238" y="568"/>
                  <a:pt x="1232" y="570"/>
                  <a:pt x="1230" y="566"/>
                </a:cubicBezTo>
                <a:cubicBezTo>
                  <a:pt x="1190" y="554"/>
                  <a:pt x="1189" y="549"/>
                  <a:pt x="1182" y="550"/>
                </a:cubicBezTo>
                <a:cubicBezTo>
                  <a:pt x="1139" y="548"/>
                  <a:pt x="1134" y="547"/>
                  <a:pt x="1126" y="547"/>
                </a:cubicBezTo>
                <a:cubicBezTo>
                  <a:pt x="1156" y="555"/>
                  <a:pt x="1170" y="550"/>
                  <a:pt x="1177" y="556"/>
                </a:cubicBezTo>
                <a:cubicBezTo>
                  <a:pt x="1230" y="573"/>
                  <a:pt x="1232" y="576"/>
                  <a:pt x="1234" y="579"/>
                </a:cubicBezTo>
                <a:cubicBezTo>
                  <a:pt x="1286" y="604"/>
                  <a:pt x="1288" y="608"/>
                  <a:pt x="1291" y="611"/>
                </a:cubicBezTo>
                <a:cubicBezTo>
                  <a:pt x="1326" y="629"/>
                  <a:pt x="1333" y="632"/>
                  <a:pt x="1339" y="635"/>
                </a:cubicBezTo>
                <a:cubicBezTo>
                  <a:pt x="1354" y="643"/>
                  <a:pt x="1358" y="644"/>
                  <a:pt x="1355" y="646"/>
                </a:cubicBezTo>
                <a:cubicBezTo>
                  <a:pt x="1332" y="636"/>
                  <a:pt x="1330" y="635"/>
                  <a:pt x="1326" y="635"/>
                </a:cubicBezTo>
                <a:cubicBezTo>
                  <a:pt x="1294" y="620"/>
                  <a:pt x="1289" y="619"/>
                  <a:pt x="1283" y="619"/>
                </a:cubicBezTo>
                <a:cubicBezTo>
                  <a:pt x="1231" y="596"/>
                  <a:pt x="1222" y="592"/>
                  <a:pt x="1212" y="589"/>
                </a:cubicBezTo>
                <a:cubicBezTo>
                  <a:pt x="1134" y="577"/>
                  <a:pt x="1120" y="579"/>
                  <a:pt x="1108" y="579"/>
                </a:cubicBezTo>
                <a:cubicBezTo>
                  <a:pt x="1062" y="594"/>
                  <a:pt x="1067" y="589"/>
                  <a:pt x="1076" y="589"/>
                </a:cubicBezTo>
                <a:cubicBezTo>
                  <a:pt x="1157" y="587"/>
                  <a:pt x="1166" y="585"/>
                  <a:pt x="1173" y="585"/>
                </a:cubicBezTo>
                <a:cubicBezTo>
                  <a:pt x="1205" y="597"/>
                  <a:pt x="1212" y="594"/>
                  <a:pt x="1213" y="598"/>
                </a:cubicBezTo>
                <a:cubicBezTo>
                  <a:pt x="1245" y="611"/>
                  <a:pt x="1259" y="614"/>
                  <a:pt x="1270" y="621"/>
                </a:cubicBezTo>
                <a:cubicBezTo>
                  <a:pt x="1316" y="636"/>
                  <a:pt x="1321" y="639"/>
                  <a:pt x="1326" y="644"/>
                </a:cubicBezTo>
                <a:cubicBezTo>
                  <a:pt x="1370" y="662"/>
                  <a:pt x="1377" y="664"/>
                  <a:pt x="1383" y="667"/>
                </a:cubicBezTo>
                <a:cubicBezTo>
                  <a:pt x="1436" y="683"/>
                  <a:pt x="1437" y="688"/>
                  <a:pt x="1444" y="685"/>
                </a:cubicBezTo>
                <a:cubicBezTo>
                  <a:pt x="1504" y="697"/>
                  <a:pt x="1508" y="695"/>
                  <a:pt x="1512" y="695"/>
                </a:cubicBezTo>
                <a:cubicBezTo>
                  <a:pt x="1536" y="698"/>
                  <a:pt x="1543" y="693"/>
                  <a:pt x="1544" y="698"/>
                </a:cubicBezTo>
                <a:cubicBezTo>
                  <a:pt x="1486" y="702"/>
                  <a:pt x="1471" y="703"/>
                  <a:pt x="1456" y="703"/>
                </a:cubicBezTo>
                <a:cubicBezTo>
                  <a:pt x="1429" y="698"/>
                  <a:pt x="1423" y="696"/>
                  <a:pt x="1415" y="697"/>
                </a:cubicBezTo>
                <a:cubicBezTo>
                  <a:pt x="1353" y="677"/>
                  <a:pt x="1348" y="673"/>
                  <a:pt x="1340" y="675"/>
                </a:cubicBezTo>
                <a:cubicBezTo>
                  <a:pt x="1312" y="661"/>
                  <a:pt x="1304" y="658"/>
                  <a:pt x="1295" y="656"/>
                </a:cubicBezTo>
                <a:cubicBezTo>
                  <a:pt x="1258" y="637"/>
                  <a:pt x="1253" y="638"/>
                  <a:pt x="1247" y="638"/>
                </a:cubicBezTo>
                <a:cubicBezTo>
                  <a:pt x="1196" y="619"/>
                  <a:pt x="1187" y="623"/>
                  <a:pt x="1186" y="618"/>
                </a:cubicBezTo>
                <a:cubicBezTo>
                  <a:pt x="1157" y="610"/>
                  <a:pt x="1149" y="614"/>
                  <a:pt x="1147" y="610"/>
                </a:cubicBezTo>
                <a:cubicBezTo>
                  <a:pt x="1083" y="616"/>
                  <a:pt x="1084" y="621"/>
                  <a:pt x="1078" y="620"/>
                </a:cubicBezTo>
                <a:cubicBezTo>
                  <a:pt x="1150" y="620"/>
                  <a:pt x="1157" y="619"/>
                  <a:pt x="1160" y="623"/>
                </a:cubicBezTo>
                <a:cubicBezTo>
                  <a:pt x="1199" y="630"/>
                  <a:pt x="1204" y="632"/>
                  <a:pt x="1209" y="634"/>
                </a:cubicBezTo>
                <a:cubicBezTo>
                  <a:pt x="1228" y="642"/>
                  <a:pt x="1238" y="637"/>
                  <a:pt x="1239" y="644"/>
                </a:cubicBezTo>
                <a:cubicBezTo>
                  <a:pt x="1313" y="668"/>
                  <a:pt x="1320" y="677"/>
                  <a:pt x="1332" y="679"/>
                </a:cubicBezTo>
                <a:cubicBezTo>
                  <a:pt x="1381" y="698"/>
                  <a:pt x="1390" y="695"/>
                  <a:pt x="1393" y="701"/>
                </a:cubicBezTo>
                <a:cubicBezTo>
                  <a:pt x="1304" y="679"/>
                  <a:pt x="1301" y="674"/>
                  <a:pt x="1293" y="674"/>
                </a:cubicBezTo>
                <a:cubicBezTo>
                  <a:pt x="1253" y="666"/>
                  <a:pt x="1252" y="659"/>
                  <a:pt x="1244" y="661"/>
                </a:cubicBezTo>
                <a:cubicBezTo>
                  <a:pt x="1190" y="645"/>
                  <a:pt x="1182" y="646"/>
                  <a:pt x="1177" y="644"/>
                </a:cubicBezTo>
                <a:cubicBezTo>
                  <a:pt x="1102" y="645"/>
                  <a:pt x="1100" y="643"/>
                  <a:pt x="1084" y="646"/>
                </a:cubicBezTo>
                <a:cubicBezTo>
                  <a:pt x="1038" y="654"/>
                  <a:pt x="1027" y="657"/>
                  <a:pt x="1016" y="660"/>
                </a:cubicBezTo>
                <a:cubicBezTo>
                  <a:pt x="1009" y="671"/>
                  <a:pt x="1023" y="663"/>
                  <a:pt x="1040" y="658"/>
                </a:cubicBezTo>
                <a:cubicBezTo>
                  <a:pt x="1127" y="644"/>
                  <a:pt x="1133" y="653"/>
                  <a:pt x="1142" y="648"/>
                </a:cubicBezTo>
                <a:cubicBezTo>
                  <a:pt x="1168" y="650"/>
                  <a:pt x="1171" y="650"/>
                  <a:pt x="1174" y="652"/>
                </a:cubicBezTo>
                <a:cubicBezTo>
                  <a:pt x="1216" y="663"/>
                  <a:pt x="1230" y="664"/>
                  <a:pt x="1243" y="668"/>
                </a:cubicBezTo>
                <a:cubicBezTo>
                  <a:pt x="1286" y="682"/>
                  <a:pt x="1293" y="683"/>
                  <a:pt x="1300" y="684"/>
                </a:cubicBezTo>
                <a:cubicBezTo>
                  <a:pt x="1341" y="697"/>
                  <a:pt x="1345" y="698"/>
                  <a:pt x="1347" y="700"/>
                </a:cubicBezTo>
                <a:cubicBezTo>
                  <a:pt x="1407" y="712"/>
                  <a:pt x="1415" y="717"/>
                  <a:pt x="1425" y="717"/>
                </a:cubicBezTo>
                <a:cubicBezTo>
                  <a:pt x="1468" y="727"/>
                  <a:pt x="1479" y="717"/>
                  <a:pt x="1479" y="723"/>
                </a:cubicBezTo>
                <a:cubicBezTo>
                  <a:pt x="1425" y="732"/>
                  <a:pt x="1411" y="731"/>
                  <a:pt x="1397" y="731"/>
                </a:cubicBezTo>
                <a:cubicBezTo>
                  <a:pt x="1367" y="724"/>
                  <a:pt x="1361" y="728"/>
                  <a:pt x="1360" y="724"/>
                </a:cubicBezTo>
                <a:cubicBezTo>
                  <a:pt x="1304" y="710"/>
                  <a:pt x="1299" y="708"/>
                  <a:pt x="1293" y="708"/>
                </a:cubicBezTo>
                <a:cubicBezTo>
                  <a:pt x="1240" y="696"/>
                  <a:pt x="1239" y="689"/>
                  <a:pt x="1232" y="690"/>
                </a:cubicBezTo>
                <a:cubicBezTo>
                  <a:pt x="1148" y="668"/>
                  <a:pt x="1139" y="669"/>
                  <a:pt x="1132" y="666"/>
                </a:cubicBezTo>
                <a:cubicBezTo>
                  <a:pt x="1108" y="662"/>
                  <a:pt x="1101" y="667"/>
                  <a:pt x="1101" y="663"/>
                </a:cubicBezTo>
                <a:cubicBezTo>
                  <a:pt x="1074" y="662"/>
                  <a:pt x="1066" y="667"/>
                  <a:pt x="1065" y="662"/>
                </a:cubicBezTo>
                <a:cubicBezTo>
                  <a:pt x="1055" y="666"/>
                  <a:pt x="1086" y="668"/>
                  <a:pt x="1116" y="671"/>
                </a:cubicBezTo>
                <a:cubicBezTo>
                  <a:pt x="1206" y="690"/>
                  <a:pt x="1212" y="689"/>
                  <a:pt x="1215" y="693"/>
                </a:cubicBezTo>
                <a:cubicBezTo>
                  <a:pt x="1240" y="698"/>
                  <a:pt x="1245" y="703"/>
                  <a:pt x="1254" y="704"/>
                </a:cubicBezTo>
                <a:cubicBezTo>
                  <a:pt x="1310" y="722"/>
                  <a:pt x="1318" y="725"/>
                  <a:pt x="1325" y="729"/>
                </a:cubicBezTo>
                <a:cubicBezTo>
                  <a:pt x="1364" y="740"/>
                  <a:pt x="1374" y="733"/>
                  <a:pt x="1374" y="740"/>
                </a:cubicBezTo>
                <a:cubicBezTo>
                  <a:pt x="1411" y="742"/>
                  <a:pt x="1411" y="738"/>
                  <a:pt x="1414" y="743"/>
                </a:cubicBezTo>
                <a:cubicBezTo>
                  <a:pt x="1303" y="732"/>
                  <a:pt x="1295" y="732"/>
                  <a:pt x="1290" y="728"/>
                </a:cubicBezTo>
                <a:cubicBezTo>
                  <a:pt x="1255" y="719"/>
                  <a:pt x="1240" y="716"/>
                  <a:pt x="1225" y="713"/>
                </a:cubicBezTo>
                <a:cubicBezTo>
                  <a:pt x="1158" y="693"/>
                  <a:pt x="1147" y="697"/>
                  <a:pt x="1142" y="693"/>
                </a:cubicBezTo>
                <a:cubicBezTo>
                  <a:pt x="1067" y="682"/>
                  <a:pt x="1060" y="680"/>
                  <a:pt x="1051" y="680"/>
                </a:cubicBezTo>
                <a:cubicBezTo>
                  <a:pt x="1019" y="689"/>
                  <a:pt x="1034" y="691"/>
                  <a:pt x="1054" y="687"/>
                </a:cubicBezTo>
                <a:cubicBezTo>
                  <a:pt x="1119" y="691"/>
                  <a:pt x="1120" y="700"/>
                  <a:pt x="1129" y="697"/>
                </a:cubicBezTo>
                <a:cubicBezTo>
                  <a:pt x="1178" y="710"/>
                  <a:pt x="1192" y="710"/>
                  <a:pt x="1203" y="715"/>
                </a:cubicBezTo>
                <a:cubicBezTo>
                  <a:pt x="1244" y="728"/>
                  <a:pt x="1252" y="727"/>
                  <a:pt x="1257" y="730"/>
                </a:cubicBezTo>
                <a:cubicBezTo>
                  <a:pt x="1283" y="735"/>
                  <a:pt x="1286" y="740"/>
                  <a:pt x="1294" y="739"/>
                </a:cubicBezTo>
                <a:cubicBezTo>
                  <a:pt x="1351" y="756"/>
                  <a:pt x="1361" y="747"/>
                  <a:pt x="1361" y="753"/>
                </a:cubicBezTo>
                <a:cubicBezTo>
                  <a:pt x="1380" y="756"/>
                  <a:pt x="1376" y="760"/>
                  <a:pt x="1362" y="762"/>
                </a:cubicBezTo>
                <a:cubicBezTo>
                  <a:pt x="1315" y="757"/>
                  <a:pt x="1314" y="755"/>
                  <a:pt x="1310" y="756"/>
                </a:cubicBezTo>
                <a:cubicBezTo>
                  <a:pt x="1291" y="749"/>
                  <a:pt x="1286" y="752"/>
                  <a:pt x="1285" y="749"/>
                </a:cubicBezTo>
                <a:cubicBezTo>
                  <a:pt x="1265" y="745"/>
                  <a:pt x="1264" y="743"/>
                  <a:pt x="1260" y="745"/>
                </a:cubicBezTo>
                <a:cubicBezTo>
                  <a:pt x="1206" y="729"/>
                  <a:pt x="1199" y="730"/>
                  <a:pt x="1196" y="725"/>
                </a:cubicBezTo>
                <a:cubicBezTo>
                  <a:pt x="1126" y="707"/>
                  <a:pt x="1120" y="706"/>
                  <a:pt x="1113" y="707"/>
                </a:cubicBezTo>
                <a:cubicBezTo>
                  <a:pt x="1142" y="713"/>
                  <a:pt x="1148" y="722"/>
                  <a:pt x="1162" y="720"/>
                </a:cubicBezTo>
                <a:cubicBezTo>
                  <a:pt x="1229" y="744"/>
                  <a:pt x="1232" y="748"/>
                  <a:pt x="1238" y="749"/>
                </a:cubicBezTo>
                <a:cubicBezTo>
                  <a:pt x="1266" y="755"/>
                  <a:pt x="1278" y="756"/>
                  <a:pt x="1287" y="762"/>
                </a:cubicBezTo>
                <a:cubicBezTo>
                  <a:pt x="1327" y="768"/>
                  <a:pt x="1331" y="770"/>
                  <a:pt x="1339" y="768"/>
                </a:cubicBezTo>
                <a:cubicBezTo>
                  <a:pt x="1311" y="775"/>
                  <a:pt x="1304" y="771"/>
                  <a:pt x="1291" y="774"/>
                </a:cubicBezTo>
                <a:cubicBezTo>
                  <a:pt x="1247" y="759"/>
                  <a:pt x="1242" y="760"/>
                  <a:pt x="1238" y="760"/>
                </a:cubicBezTo>
                <a:cubicBezTo>
                  <a:pt x="1210" y="756"/>
                  <a:pt x="1208" y="753"/>
                  <a:pt x="1203" y="753"/>
                </a:cubicBezTo>
                <a:cubicBezTo>
                  <a:pt x="1153" y="739"/>
                  <a:pt x="1142" y="743"/>
                  <a:pt x="1136" y="738"/>
                </a:cubicBezTo>
                <a:cubicBezTo>
                  <a:pt x="1065" y="736"/>
                  <a:pt x="1052" y="738"/>
                  <a:pt x="1039" y="740"/>
                </a:cubicBezTo>
                <a:cubicBezTo>
                  <a:pt x="1001" y="753"/>
                  <a:pt x="1000" y="758"/>
                  <a:pt x="992" y="758"/>
                </a:cubicBezTo>
                <a:cubicBezTo>
                  <a:pt x="998" y="764"/>
                  <a:pt x="1000" y="760"/>
                  <a:pt x="1005" y="757"/>
                </a:cubicBezTo>
                <a:cubicBezTo>
                  <a:pt x="1082" y="742"/>
                  <a:pt x="1087" y="741"/>
                  <a:pt x="1092" y="739"/>
                </a:cubicBezTo>
                <a:cubicBezTo>
                  <a:pt x="1123" y="744"/>
                  <a:pt x="1129" y="748"/>
                  <a:pt x="1138" y="747"/>
                </a:cubicBezTo>
                <a:cubicBezTo>
                  <a:pt x="1211" y="765"/>
                  <a:pt x="1220" y="764"/>
                  <a:pt x="1228" y="766"/>
                </a:cubicBezTo>
                <a:cubicBezTo>
                  <a:pt x="1279" y="775"/>
                  <a:pt x="1279" y="782"/>
                  <a:pt x="1286" y="780"/>
                </a:cubicBezTo>
                <a:cubicBezTo>
                  <a:pt x="1318" y="788"/>
                  <a:pt x="1327" y="783"/>
                  <a:pt x="1328" y="790"/>
                </a:cubicBezTo>
                <a:cubicBezTo>
                  <a:pt x="1241" y="786"/>
                  <a:pt x="1232" y="784"/>
                  <a:pt x="1222" y="783"/>
                </a:cubicBezTo>
                <a:cubicBezTo>
                  <a:pt x="1192" y="776"/>
                  <a:pt x="1187" y="776"/>
                  <a:pt x="1181" y="777"/>
                </a:cubicBezTo>
                <a:cubicBezTo>
                  <a:pt x="1149" y="770"/>
                  <a:pt x="1146" y="766"/>
                  <a:pt x="1140" y="769"/>
                </a:cubicBezTo>
                <a:cubicBezTo>
                  <a:pt x="1088" y="767"/>
                  <a:pt x="1068" y="764"/>
                  <a:pt x="1046" y="766"/>
                </a:cubicBezTo>
                <a:cubicBezTo>
                  <a:pt x="971" y="785"/>
                  <a:pt x="962" y="782"/>
                  <a:pt x="964" y="787"/>
                </a:cubicBezTo>
                <a:cubicBezTo>
                  <a:pt x="983" y="786"/>
                  <a:pt x="994" y="781"/>
                  <a:pt x="1006" y="777"/>
                </a:cubicBezTo>
                <a:cubicBezTo>
                  <a:pt x="1067" y="772"/>
                  <a:pt x="1071" y="774"/>
                  <a:pt x="1076" y="773"/>
                </a:cubicBezTo>
                <a:cubicBezTo>
                  <a:pt x="1106" y="776"/>
                  <a:pt x="1115" y="770"/>
                  <a:pt x="1117" y="775"/>
                </a:cubicBezTo>
                <a:cubicBezTo>
                  <a:pt x="1191" y="786"/>
                  <a:pt x="1211" y="787"/>
                  <a:pt x="1228" y="793"/>
                </a:cubicBezTo>
                <a:cubicBezTo>
                  <a:pt x="1281" y="803"/>
                  <a:pt x="1277" y="804"/>
                  <a:pt x="1276" y="802"/>
                </a:cubicBezTo>
                <a:cubicBezTo>
                  <a:pt x="1242" y="800"/>
                  <a:pt x="1229" y="800"/>
                  <a:pt x="1218" y="799"/>
                </a:cubicBezTo>
                <a:cubicBezTo>
                  <a:pt x="1129" y="795"/>
                  <a:pt x="1128" y="790"/>
                  <a:pt x="1122" y="792"/>
                </a:cubicBezTo>
                <a:cubicBezTo>
                  <a:pt x="971" y="817"/>
                  <a:pt x="962" y="818"/>
                  <a:pt x="957" y="822"/>
                </a:cubicBezTo>
                <a:cubicBezTo>
                  <a:pt x="931" y="836"/>
                  <a:pt x="925" y="840"/>
                  <a:pt x="918" y="844"/>
                </a:cubicBezTo>
                <a:cubicBezTo>
                  <a:pt x="915" y="851"/>
                  <a:pt x="927" y="844"/>
                  <a:pt x="937" y="836"/>
                </a:cubicBezTo>
                <a:cubicBezTo>
                  <a:pt x="967" y="824"/>
                  <a:pt x="968" y="824"/>
                  <a:pt x="970" y="821"/>
                </a:cubicBezTo>
                <a:cubicBezTo>
                  <a:pt x="988" y="819"/>
                  <a:pt x="997" y="815"/>
                  <a:pt x="1010" y="812"/>
                </a:cubicBezTo>
                <a:cubicBezTo>
                  <a:pt x="1118" y="803"/>
                  <a:pt x="1124" y="799"/>
                  <a:pt x="1126" y="802"/>
                </a:cubicBezTo>
                <a:cubicBezTo>
                  <a:pt x="1151" y="804"/>
                  <a:pt x="1155" y="804"/>
                  <a:pt x="1159" y="803"/>
                </a:cubicBezTo>
                <a:cubicBezTo>
                  <a:pt x="1188" y="806"/>
                  <a:pt x="1197" y="803"/>
                  <a:pt x="1202" y="808"/>
                </a:cubicBezTo>
                <a:cubicBezTo>
                  <a:pt x="1137" y="807"/>
                  <a:pt x="1132" y="808"/>
                  <a:pt x="1129" y="806"/>
                </a:cubicBezTo>
                <a:cubicBezTo>
                  <a:pt x="1007" y="827"/>
                  <a:pt x="987" y="836"/>
                  <a:pt x="958" y="843"/>
                </a:cubicBezTo>
                <a:cubicBezTo>
                  <a:pt x="933" y="859"/>
                  <a:pt x="923" y="861"/>
                  <a:pt x="918" y="866"/>
                </a:cubicBezTo>
                <a:cubicBezTo>
                  <a:pt x="898" y="891"/>
                  <a:pt x="901" y="878"/>
                  <a:pt x="915" y="873"/>
                </a:cubicBezTo>
                <a:cubicBezTo>
                  <a:pt x="944" y="858"/>
                  <a:pt x="947" y="856"/>
                  <a:pt x="949" y="854"/>
                </a:cubicBezTo>
                <a:cubicBezTo>
                  <a:pt x="992" y="838"/>
                  <a:pt x="1000" y="841"/>
                  <a:pt x="999" y="836"/>
                </a:cubicBezTo>
                <a:cubicBezTo>
                  <a:pt x="1049" y="824"/>
                  <a:pt x="1051" y="821"/>
                  <a:pt x="1058" y="821"/>
                </a:cubicBezTo>
                <a:cubicBezTo>
                  <a:pt x="1141" y="816"/>
                  <a:pt x="1140" y="815"/>
                  <a:pt x="1146" y="816"/>
                </a:cubicBezTo>
                <a:cubicBezTo>
                  <a:pt x="1178" y="815"/>
                  <a:pt x="1186" y="820"/>
                  <a:pt x="1200" y="818"/>
                </a:cubicBezTo>
                <a:cubicBezTo>
                  <a:pt x="1212" y="833"/>
                  <a:pt x="1196" y="824"/>
                  <a:pt x="1177" y="826"/>
                </a:cubicBezTo>
                <a:cubicBezTo>
                  <a:pt x="1028" y="844"/>
                  <a:pt x="1022" y="846"/>
                  <a:pt x="1014" y="847"/>
                </a:cubicBezTo>
                <a:cubicBezTo>
                  <a:pt x="992" y="855"/>
                  <a:pt x="977" y="859"/>
                  <a:pt x="966" y="864"/>
                </a:cubicBezTo>
                <a:cubicBezTo>
                  <a:pt x="916" y="894"/>
                  <a:pt x="905" y="894"/>
                  <a:pt x="904" y="900"/>
                </a:cubicBezTo>
                <a:cubicBezTo>
                  <a:pt x="980" y="863"/>
                  <a:pt x="990" y="863"/>
                  <a:pt x="994" y="859"/>
                </a:cubicBezTo>
                <a:cubicBezTo>
                  <a:pt x="1024" y="851"/>
                  <a:pt x="1039" y="847"/>
                  <a:pt x="1056" y="844"/>
                </a:cubicBezTo>
                <a:cubicBezTo>
                  <a:pt x="1146" y="832"/>
                  <a:pt x="1149" y="836"/>
                  <a:pt x="1156" y="834"/>
                </a:cubicBezTo>
                <a:cubicBezTo>
                  <a:pt x="1103" y="846"/>
                  <a:pt x="1103" y="849"/>
                  <a:pt x="1099" y="849"/>
                </a:cubicBezTo>
                <a:cubicBezTo>
                  <a:pt x="1074" y="856"/>
                  <a:pt x="1075" y="852"/>
                  <a:pt x="1071" y="856"/>
                </a:cubicBezTo>
                <a:cubicBezTo>
                  <a:pt x="1014" y="877"/>
                  <a:pt x="1004" y="885"/>
                  <a:pt x="989" y="889"/>
                </a:cubicBezTo>
                <a:cubicBezTo>
                  <a:pt x="937" y="920"/>
                  <a:pt x="924" y="917"/>
                  <a:pt x="927" y="927"/>
                </a:cubicBezTo>
                <a:cubicBezTo>
                  <a:pt x="944" y="914"/>
                  <a:pt x="953" y="913"/>
                  <a:pt x="957" y="908"/>
                </a:cubicBezTo>
                <a:cubicBezTo>
                  <a:pt x="1079" y="868"/>
                  <a:pt x="1081" y="859"/>
                  <a:pt x="1085" y="860"/>
                </a:cubicBezTo>
                <a:cubicBezTo>
                  <a:pt x="1115" y="856"/>
                  <a:pt x="1123" y="851"/>
                  <a:pt x="1124" y="856"/>
                </a:cubicBezTo>
                <a:cubicBezTo>
                  <a:pt x="1048" y="892"/>
                  <a:pt x="1037" y="891"/>
                  <a:pt x="1034" y="896"/>
                </a:cubicBezTo>
                <a:cubicBezTo>
                  <a:pt x="995" y="917"/>
                  <a:pt x="985" y="917"/>
                  <a:pt x="986" y="925"/>
                </a:cubicBezTo>
                <a:cubicBezTo>
                  <a:pt x="1060" y="887"/>
                  <a:pt x="1082" y="881"/>
                  <a:pt x="1101" y="871"/>
                </a:cubicBezTo>
                <a:cubicBezTo>
                  <a:pt x="1190" y="845"/>
                  <a:pt x="1192" y="840"/>
                  <a:pt x="1201" y="839"/>
                </a:cubicBezTo>
                <a:cubicBezTo>
                  <a:pt x="1214" y="839"/>
                  <a:pt x="1208" y="844"/>
                  <a:pt x="1196" y="845"/>
                </a:cubicBezTo>
                <a:cubicBezTo>
                  <a:pt x="1124" y="887"/>
                  <a:pt x="1112" y="885"/>
                  <a:pt x="1111" y="891"/>
                </a:cubicBezTo>
                <a:cubicBezTo>
                  <a:pt x="1040" y="922"/>
                  <a:pt x="1032" y="930"/>
                  <a:pt x="1019" y="934"/>
                </a:cubicBezTo>
                <a:cubicBezTo>
                  <a:pt x="994" y="953"/>
                  <a:pt x="987" y="952"/>
                  <a:pt x="987" y="956"/>
                </a:cubicBezTo>
                <a:cubicBezTo>
                  <a:pt x="936" y="987"/>
                  <a:pt x="933" y="989"/>
                  <a:pt x="932" y="992"/>
                </a:cubicBezTo>
                <a:cubicBezTo>
                  <a:pt x="945" y="988"/>
                  <a:pt x="958" y="980"/>
                  <a:pt x="970" y="972"/>
                </a:cubicBezTo>
                <a:cubicBezTo>
                  <a:pt x="999" y="956"/>
                  <a:pt x="1004" y="952"/>
                  <a:pt x="1010" y="947"/>
                </a:cubicBezTo>
                <a:cubicBezTo>
                  <a:pt x="1093" y="911"/>
                  <a:pt x="1102" y="904"/>
                  <a:pt x="1115" y="899"/>
                </a:cubicBezTo>
                <a:cubicBezTo>
                  <a:pt x="1139" y="885"/>
                  <a:pt x="1151" y="883"/>
                  <a:pt x="1150" y="886"/>
                </a:cubicBezTo>
                <a:cubicBezTo>
                  <a:pt x="1128" y="905"/>
                  <a:pt x="1125" y="907"/>
                  <a:pt x="1120" y="907"/>
                </a:cubicBezTo>
                <a:cubicBezTo>
                  <a:pt x="1090" y="934"/>
                  <a:pt x="1084" y="937"/>
                  <a:pt x="1082" y="943"/>
                </a:cubicBezTo>
                <a:cubicBezTo>
                  <a:pt x="1020" y="991"/>
                  <a:pt x="998" y="1003"/>
                  <a:pt x="978" y="1017"/>
                </a:cubicBezTo>
                <a:cubicBezTo>
                  <a:pt x="941" y="1045"/>
                  <a:pt x="928" y="1040"/>
                  <a:pt x="930" y="1046"/>
                </a:cubicBezTo>
                <a:cubicBezTo>
                  <a:pt x="921" y="1048"/>
                  <a:pt x="938" y="1050"/>
                  <a:pt x="941" y="1042"/>
                </a:cubicBezTo>
                <a:cubicBezTo>
                  <a:pt x="977" y="1024"/>
                  <a:pt x="978" y="1024"/>
                  <a:pt x="980" y="1023"/>
                </a:cubicBezTo>
                <a:cubicBezTo>
                  <a:pt x="1005" y="1006"/>
                  <a:pt x="1009" y="1003"/>
                  <a:pt x="1013" y="1000"/>
                </a:cubicBezTo>
                <a:cubicBezTo>
                  <a:pt x="1093" y="947"/>
                  <a:pt x="1094" y="941"/>
                  <a:pt x="1102" y="939"/>
                </a:cubicBezTo>
                <a:cubicBezTo>
                  <a:pt x="1124" y="923"/>
                  <a:pt x="1125" y="913"/>
                  <a:pt x="1127" y="919"/>
                </a:cubicBezTo>
                <a:cubicBezTo>
                  <a:pt x="1102" y="949"/>
                  <a:pt x="1088" y="952"/>
                  <a:pt x="1086" y="962"/>
                </a:cubicBezTo>
                <a:cubicBezTo>
                  <a:pt x="1026" y="1003"/>
                  <a:pt x="1022" y="1013"/>
                  <a:pt x="1009" y="1016"/>
                </a:cubicBezTo>
                <a:cubicBezTo>
                  <a:pt x="974" y="1039"/>
                  <a:pt x="965" y="1044"/>
                  <a:pt x="956" y="1050"/>
                </a:cubicBezTo>
                <a:cubicBezTo>
                  <a:pt x="944" y="1063"/>
                  <a:pt x="956" y="1056"/>
                  <a:pt x="971" y="1049"/>
                </a:cubicBezTo>
                <a:cubicBezTo>
                  <a:pt x="996" y="1034"/>
                  <a:pt x="1001" y="1029"/>
                  <a:pt x="1009" y="1027"/>
                </a:cubicBezTo>
                <a:cubicBezTo>
                  <a:pt x="1066" y="985"/>
                  <a:pt x="1076" y="984"/>
                  <a:pt x="1078" y="977"/>
                </a:cubicBezTo>
                <a:cubicBezTo>
                  <a:pt x="1127" y="934"/>
                  <a:pt x="1130" y="932"/>
                  <a:pt x="1134" y="931"/>
                </a:cubicBezTo>
                <a:cubicBezTo>
                  <a:pt x="1159" y="903"/>
                  <a:pt x="1165" y="900"/>
                  <a:pt x="1172" y="896"/>
                </a:cubicBezTo>
                <a:cubicBezTo>
                  <a:pt x="1209" y="866"/>
                  <a:pt x="1212" y="862"/>
                  <a:pt x="1216" y="859"/>
                </a:cubicBezTo>
                <a:cubicBezTo>
                  <a:pt x="1239" y="845"/>
                  <a:pt x="1244" y="841"/>
                  <a:pt x="1252" y="839"/>
                </a:cubicBezTo>
                <a:cubicBezTo>
                  <a:pt x="1222" y="871"/>
                  <a:pt x="1212" y="871"/>
                  <a:pt x="1210" y="878"/>
                </a:cubicBezTo>
                <a:cubicBezTo>
                  <a:pt x="1167" y="923"/>
                  <a:pt x="1164" y="928"/>
                  <a:pt x="1158" y="931"/>
                </a:cubicBezTo>
                <a:cubicBezTo>
                  <a:pt x="1105" y="979"/>
                  <a:pt x="1096" y="989"/>
                  <a:pt x="1083" y="996"/>
                </a:cubicBezTo>
                <a:cubicBezTo>
                  <a:pt x="1060" y="1010"/>
                  <a:pt x="1059" y="1017"/>
                  <a:pt x="1049" y="1017"/>
                </a:cubicBezTo>
                <a:cubicBezTo>
                  <a:pt x="1009" y="1042"/>
                  <a:pt x="1008" y="1047"/>
                  <a:pt x="999" y="1046"/>
                </a:cubicBezTo>
                <a:cubicBezTo>
                  <a:pt x="1010" y="1045"/>
                  <a:pt x="1018" y="1046"/>
                  <a:pt x="1019" y="1043"/>
                </a:cubicBezTo>
                <a:cubicBezTo>
                  <a:pt x="1042" y="1033"/>
                  <a:pt x="1041" y="1028"/>
                  <a:pt x="1047" y="1029"/>
                </a:cubicBezTo>
                <a:cubicBezTo>
                  <a:pt x="1083" y="1001"/>
                  <a:pt x="1094" y="1001"/>
                  <a:pt x="1096" y="996"/>
                </a:cubicBezTo>
                <a:cubicBezTo>
                  <a:pt x="1125" y="978"/>
                  <a:pt x="1132" y="967"/>
                  <a:pt x="1143" y="959"/>
                </a:cubicBezTo>
                <a:cubicBezTo>
                  <a:pt x="1161" y="941"/>
                  <a:pt x="1167" y="938"/>
                  <a:pt x="1172" y="933"/>
                </a:cubicBezTo>
                <a:cubicBezTo>
                  <a:pt x="1182" y="914"/>
                  <a:pt x="1188" y="915"/>
                  <a:pt x="1190" y="912"/>
                </a:cubicBezTo>
                <a:cubicBezTo>
                  <a:pt x="1250" y="864"/>
                  <a:pt x="1235" y="870"/>
                  <a:pt x="1231" y="883"/>
                </a:cubicBezTo>
                <a:cubicBezTo>
                  <a:pt x="1206" y="904"/>
                  <a:pt x="1210" y="911"/>
                  <a:pt x="1203" y="910"/>
                </a:cubicBezTo>
                <a:cubicBezTo>
                  <a:pt x="1169" y="949"/>
                  <a:pt x="1164" y="950"/>
                  <a:pt x="1164" y="955"/>
                </a:cubicBezTo>
                <a:cubicBezTo>
                  <a:pt x="1132" y="987"/>
                  <a:pt x="1124" y="990"/>
                  <a:pt x="1121" y="996"/>
                </a:cubicBezTo>
                <a:cubicBezTo>
                  <a:pt x="1053" y="1048"/>
                  <a:pt x="1050" y="1050"/>
                  <a:pt x="1049" y="1053"/>
                </a:cubicBezTo>
                <a:cubicBezTo>
                  <a:pt x="1028" y="1067"/>
                  <a:pt x="1023" y="1068"/>
                  <a:pt x="1021" y="1071"/>
                </a:cubicBezTo>
                <a:cubicBezTo>
                  <a:pt x="1074" y="1047"/>
                  <a:pt x="1077" y="1034"/>
                  <a:pt x="1094" y="1029"/>
                </a:cubicBezTo>
                <a:cubicBezTo>
                  <a:pt x="1127" y="1000"/>
                  <a:pt x="1131" y="995"/>
                  <a:pt x="1138" y="993"/>
                </a:cubicBezTo>
                <a:cubicBezTo>
                  <a:pt x="1170" y="960"/>
                  <a:pt x="1175" y="957"/>
                  <a:pt x="1179" y="952"/>
                </a:cubicBezTo>
                <a:cubicBezTo>
                  <a:pt x="1266" y="861"/>
                  <a:pt x="1268" y="852"/>
                  <a:pt x="1278" y="848"/>
                </a:cubicBezTo>
                <a:cubicBezTo>
                  <a:pt x="1310" y="817"/>
                  <a:pt x="1311" y="812"/>
                  <a:pt x="1318" y="812"/>
                </a:cubicBezTo>
                <a:cubicBezTo>
                  <a:pt x="1337" y="798"/>
                  <a:pt x="1338" y="794"/>
                  <a:pt x="1340" y="797"/>
                </a:cubicBezTo>
                <a:cubicBezTo>
                  <a:pt x="1320" y="818"/>
                  <a:pt x="1310" y="821"/>
                  <a:pt x="1305" y="827"/>
                </a:cubicBezTo>
                <a:cubicBezTo>
                  <a:pt x="1272" y="863"/>
                  <a:pt x="1269" y="865"/>
                  <a:pt x="1266" y="868"/>
                </a:cubicBezTo>
                <a:cubicBezTo>
                  <a:pt x="1240" y="900"/>
                  <a:pt x="1232" y="904"/>
                  <a:pt x="1230" y="912"/>
                </a:cubicBezTo>
                <a:cubicBezTo>
                  <a:pt x="1205" y="941"/>
                  <a:pt x="1195" y="952"/>
                  <a:pt x="1184" y="962"/>
                </a:cubicBezTo>
                <a:cubicBezTo>
                  <a:pt x="1136" y="1004"/>
                  <a:pt x="1131" y="1018"/>
                  <a:pt x="1115" y="1026"/>
                </a:cubicBezTo>
                <a:cubicBezTo>
                  <a:pt x="1086" y="1052"/>
                  <a:pt x="1078" y="1051"/>
                  <a:pt x="1079" y="1057"/>
                </a:cubicBezTo>
                <a:cubicBezTo>
                  <a:pt x="1113" y="1033"/>
                  <a:pt x="1124" y="1028"/>
                  <a:pt x="1130" y="1021"/>
                </a:cubicBezTo>
                <a:cubicBezTo>
                  <a:pt x="1187" y="966"/>
                  <a:pt x="1196" y="966"/>
                  <a:pt x="1196" y="960"/>
                </a:cubicBezTo>
                <a:cubicBezTo>
                  <a:pt x="1240" y="913"/>
                  <a:pt x="1240" y="908"/>
                  <a:pt x="1247" y="907"/>
                </a:cubicBezTo>
                <a:cubicBezTo>
                  <a:pt x="1258" y="891"/>
                  <a:pt x="1263" y="890"/>
                  <a:pt x="1263" y="886"/>
                </a:cubicBezTo>
                <a:cubicBezTo>
                  <a:pt x="1296" y="857"/>
                  <a:pt x="1296" y="847"/>
                  <a:pt x="1304" y="843"/>
                </a:cubicBezTo>
                <a:cubicBezTo>
                  <a:pt x="1319" y="829"/>
                  <a:pt x="1320" y="826"/>
                  <a:pt x="1321" y="829"/>
                </a:cubicBezTo>
                <a:cubicBezTo>
                  <a:pt x="1305" y="848"/>
                  <a:pt x="1301" y="850"/>
                  <a:pt x="1299" y="853"/>
                </a:cubicBezTo>
                <a:cubicBezTo>
                  <a:pt x="1280" y="873"/>
                  <a:pt x="1274" y="888"/>
                  <a:pt x="1260" y="897"/>
                </a:cubicBezTo>
                <a:cubicBezTo>
                  <a:pt x="1250" y="921"/>
                  <a:pt x="1239" y="921"/>
                  <a:pt x="1240" y="930"/>
                </a:cubicBezTo>
                <a:cubicBezTo>
                  <a:pt x="1219" y="954"/>
                  <a:pt x="1214" y="955"/>
                  <a:pt x="1214" y="959"/>
                </a:cubicBezTo>
                <a:cubicBezTo>
                  <a:pt x="1153" y="1020"/>
                  <a:pt x="1147" y="1023"/>
                  <a:pt x="1145" y="1029"/>
                </a:cubicBezTo>
                <a:cubicBezTo>
                  <a:pt x="1092" y="1073"/>
                  <a:pt x="1084" y="1075"/>
                  <a:pt x="1078" y="1079"/>
                </a:cubicBezTo>
                <a:cubicBezTo>
                  <a:pt x="1049" y="1099"/>
                  <a:pt x="1040" y="1097"/>
                  <a:pt x="1040" y="1101"/>
                </a:cubicBezTo>
                <a:cubicBezTo>
                  <a:pt x="1032" y="1111"/>
                  <a:pt x="1047" y="1102"/>
                  <a:pt x="1060" y="1100"/>
                </a:cubicBezTo>
                <a:cubicBezTo>
                  <a:pt x="1109" y="1066"/>
                  <a:pt x="1122" y="1059"/>
                  <a:pt x="1133" y="1049"/>
                </a:cubicBezTo>
                <a:cubicBezTo>
                  <a:pt x="1174" y="1010"/>
                  <a:pt x="1187" y="1001"/>
                  <a:pt x="1195" y="989"/>
                </a:cubicBezTo>
                <a:cubicBezTo>
                  <a:pt x="1215" y="970"/>
                  <a:pt x="1221" y="965"/>
                  <a:pt x="1225" y="959"/>
                </a:cubicBezTo>
                <a:cubicBezTo>
                  <a:pt x="1259" y="917"/>
                  <a:pt x="1260" y="913"/>
                  <a:pt x="1265" y="912"/>
                </a:cubicBezTo>
                <a:cubicBezTo>
                  <a:pt x="1297" y="873"/>
                  <a:pt x="1300" y="866"/>
                  <a:pt x="1305" y="861"/>
                </a:cubicBezTo>
                <a:cubicBezTo>
                  <a:pt x="1383" y="782"/>
                  <a:pt x="1385" y="780"/>
                  <a:pt x="1385" y="778"/>
                </a:cubicBezTo>
                <a:cubicBezTo>
                  <a:pt x="1409" y="773"/>
                  <a:pt x="1402" y="775"/>
                  <a:pt x="1399" y="780"/>
                </a:cubicBezTo>
                <a:cubicBezTo>
                  <a:pt x="1372" y="809"/>
                  <a:pt x="1370" y="815"/>
                  <a:pt x="1363" y="817"/>
                </a:cubicBezTo>
                <a:cubicBezTo>
                  <a:pt x="1334" y="859"/>
                  <a:pt x="1336" y="867"/>
                  <a:pt x="1328" y="868"/>
                </a:cubicBezTo>
                <a:cubicBezTo>
                  <a:pt x="1317" y="891"/>
                  <a:pt x="1311" y="890"/>
                  <a:pt x="1313" y="895"/>
                </a:cubicBezTo>
                <a:cubicBezTo>
                  <a:pt x="1281" y="937"/>
                  <a:pt x="1275" y="940"/>
                  <a:pt x="1274" y="946"/>
                </a:cubicBezTo>
                <a:cubicBezTo>
                  <a:pt x="1245" y="976"/>
                  <a:pt x="1245" y="983"/>
                  <a:pt x="1239" y="986"/>
                </a:cubicBezTo>
                <a:cubicBezTo>
                  <a:pt x="1200" y="1032"/>
                  <a:pt x="1193" y="1033"/>
                  <a:pt x="1191" y="1039"/>
                </a:cubicBezTo>
                <a:cubicBezTo>
                  <a:pt x="1145" y="1080"/>
                  <a:pt x="1138" y="1082"/>
                  <a:pt x="1135" y="1086"/>
                </a:cubicBezTo>
                <a:cubicBezTo>
                  <a:pt x="1085" y="1120"/>
                  <a:pt x="1080" y="1120"/>
                  <a:pt x="1079" y="1123"/>
                </a:cubicBezTo>
                <a:cubicBezTo>
                  <a:pt x="1119" y="1106"/>
                  <a:pt x="1123" y="1103"/>
                  <a:pt x="1126" y="1099"/>
                </a:cubicBezTo>
                <a:cubicBezTo>
                  <a:pt x="1159" y="1076"/>
                  <a:pt x="1165" y="1073"/>
                  <a:pt x="1167" y="1067"/>
                </a:cubicBezTo>
                <a:cubicBezTo>
                  <a:pt x="1200" y="1044"/>
                  <a:pt x="1196" y="1035"/>
                  <a:pt x="1206" y="1036"/>
                </a:cubicBezTo>
                <a:cubicBezTo>
                  <a:pt x="1247" y="991"/>
                  <a:pt x="1255" y="984"/>
                  <a:pt x="1261" y="975"/>
                </a:cubicBezTo>
                <a:cubicBezTo>
                  <a:pt x="1275" y="953"/>
                  <a:pt x="1282" y="954"/>
                  <a:pt x="1281" y="949"/>
                </a:cubicBezTo>
                <a:cubicBezTo>
                  <a:pt x="1307" y="922"/>
                  <a:pt x="1306" y="914"/>
                  <a:pt x="1312" y="913"/>
                </a:cubicBezTo>
                <a:cubicBezTo>
                  <a:pt x="1326" y="889"/>
                  <a:pt x="1332" y="880"/>
                  <a:pt x="1338" y="870"/>
                </a:cubicBezTo>
                <a:cubicBezTo>
                  <a:pt x="1367" y="825"/>
                  <a:pt x="1385" y="812"/>
                  <a:pt x="1399" y="795"/>
                </a:cubicBezTo>
                <a:cubicBezTo>
                  <a:pt x="1439" y="757"/>
                  <a:pt x="1439" y="750"/>
                  <a:pt x="1449" y="751"/>
                </a:cubicBezTo>
                <a:cubicBezTo>
                  <a:pt x="1375" y="857"/>
                  <a:pt x="1363" y="865"/>
                  <a:pt x="1361" y="879"/>
                </a:cubicBezTo>
                <a:cubicBezTo>
                  <a:pt x="1346" y="897"/>
                  <a:pt x="1345" y="900"/>
                  <a:pt x="1346" y="904"/>
                </a:cubicBezTo>
                <a:cubicBezTo>
                  <a:pt x="1326" y="929"/>
                  <a:pt x="1328" y="937"/>
                  <a:pt x="1319" y="938"/>
                </a:cubicBezTo>
                <a:cubicBezTo>
                  <a:pt x="1302" y="971"/>
                  <a:pt x="1298" y="971"/>
                  <a:pt x="1296" y="973"/>
                </a:cubicBezTo>
                <a:cubicBezTo>
                  <a:pt x="1279" y="998"/>
                  <a:pt x="1276" y="1003"/>
                  <a:pt x="1271" y="1006"/>
                </a:cubicBezTo>
                <a:cubicBezTo>
                  <a:pt x="1232" y="1053"/>
                  <a:pt x="1222" y="1060"/>
                  <a:pt x="1216" y="1069"/>
                </a:cubicBezTo>
                <a:cubicBezTo>
                  <a:pt x="1197" y="1083"/>
                  <a:pt x="1193" y="1088"/>
                  <a:pt x="1189" y="1092"/>
                </a:cubicBezTo>
                <a:cubicBezTo>
                  <a:pt x="1158" y="1118"/>
                  <a:pt x="1152" y="1120"/>
                  <a:pt x="1148" y="1124"/>
                </a:cubicBezTo>
                <a:cubicBezTo>
                  <a:pt x="1140" y="1133"/>
                  <a:pt x="1146" y="1132"/>
                  <a:pt x="1149" y="1128"/>
                </a:cubicBezTo>
                <a:cubicBezTo>
                  <a:pt x="1198" y="1096"/>
                  <a:pt x="1201" y="1086"/>
                  <a:pt x="1212" y="1081"/>
                </a:cubicBezTo>
                <a:cubicBezTo>
                  <a:pt x="1258" y="1034"/>
                  <a:pt x="1262" y="1031"/>
                  <a:pt x="1266" y="1027"/>
                </a:cubicBezTo>
                <a:cubicBezTo>
                  <a:pt x="1285" y="1010"/>
                  <a:pt x="1287" y="999"/>
                  <a:pt x="1295" y="993"/>
                </a:cubicBezTo>
                <a:cubicBezTo>
                  <a:pt x="1309" y="971"/>
                  <a:pt x="1311" y="969"/>
                  <a:pt x="1313" y="968"/>
                </a:cubicBezTo>
                <a:cubicBezTo>
                  <a:pt x="1331" y="939"/>
                  <a:pt x="1336" y="936"/>
                  <a:pt x="1340" y="932"/>
                </a:cubicBezTo>
                <a:cubicBezTo>
                  <a:pt x="1349" y="909"/>
                  <a:pt x="1355" y="910"/>
                  <a:pt x="1353" y="905"/>
                </a:cubicBezTo>
                <a:cubicBezTo>
                  <a:pt x="1363" y="887"/>
                  <a:pt x="1367" y="888"/>
                  <a:pt x="1367" y="887"/>
                </a:cubicBezTo>
                <a:cubicBezTo>
                  <a:pt x="1378" y="861"/>
                  <a:pt x="1381" y="858"/>
                  <a:pt x="1386" y="855"/>
                </a:cubicBezTo>
                <a:cubicBezTo>
                  <a:pt x="1404" y="824"/>
                  <a:pt x="1403" y="817"/>
                  <a:pt x="1410" y="815"/>
                </a:cubicBezTo>
                <a:cubicBezTo>
                  <a:pt x="1431" y="782"/>
                  <a:pt x="1438" y="775"/>
                  <a:pt x="1445" y="767"/>
                </a:cubicBezTo>
                <a:cubicBezTo>
                  <a:pt x="1483" y="743"/>
                  <a:pt x="1475" y="742"/>
                  <a:pt x="1475" y="748"/>
                </a:cubicBezTo>
                <a:cubicBezTo>
                  <a:pt x="1453" y="775"/>
                  <a:pt x="1451" y="780"/>
                  <a:pt x="1446" y="782"/>
                </a:cubicBezTo>
                <a:cubicBezTo>
                  <a:pt x="1434" y="807"/>
                  <a:pt x="1432" y="808"/>
                  <a:pt x="1431" y="809"/>
                </a:cubicBezTo>
                <a:cubicBezTo>
                  <a:pt x="1421" y="835"/>
                  <a:pt x="1414" y="839"/>
                  <a:pt x="1413" y="848"/>
                </a:cubicBezTo>
                <a:cubicBezTo>
                  <a:pt x="1399" y="870"/>
                  <a:pt x="1400" y="871"/>
                  <a:pt x="1400" y="872"/>
                </a:cubicBezTo>
                <a:cubicBezTo>
                  <a:pt x="1396" y="885"/>
                  <a:pt x="1392" y="888"/>
                  <a:pt x="1390" y="892"/>
                </a:cubicBezTo>
                <a:cubicBezTo>
                  <a:pt x="1377" y="923"/>
                  <a:pt x="1372" y="929"/>
                  <a:pt x="1372" y="939"/>
                </a:cubicBezTo>
                <a:cubicBezTo>
                  <a:pt x="1362" y="957"/>
                  <a:pt x="1363" y="961"/>
                  <a:pt x="1361" y="961"/>
                </a:cubicBezTo>
                <a:cubicBezTo>
                  <a:pt x="1326" y="1038"/>
                  <a:pt x="1327" y="1048"/>
                  <a:pt x="1319" y="1053"/>
                </a:cubicBezTo>
                <a:cubicBezTo>
                  <a:pt x="1288" y="1101"/>
                  <a:pt x="1283" y="1108"/>
                  <a:pt x="1280" y="1116"/>
                </a:cubicBezTo>
                <a:cubicBezTo>
                  <a:pt x="1261" y="1138"/>
                  <a:pt x="1258" y="1140"/>
                  <a:pt x="1256" y="1144"/>
                </a:cubicBezTo>
                <a:cubicBezTo>
                  <a:pt x="1240" y="1168"/>
                  <a:pt x="1231" y="1166"/>
                  <a:pt x="1230" y="1171"/>
                </a:cubicBezTo>
                <a:cubicBezTo>
                  <a:pt x="1264" y="1144"/>
                  <a:pt x="1269" y="1134"/>
                  <a:pt x="1277" y="1127"/>
                </a:cubicBezTo>
                <a:cubicBezTo>
                  <a:pt x="1297" y="1098"/>
                  <a:pt x="1302" y="1099"/>
                  <a:pt x="1300" y="1094"/>
                </a:cubicBezTo>
                <a:cubicBezTo>
                  <a:pt x="1317" y="1073"/>
                  <a:pt x="1319" y="1071"/>
                  <a:pt x="1323" y="1070"/>
                </a:cubicBezTo>
                <a:cubicBezTo>
                  <a:pt x="1336" y="1043"/>
                  <a:pt x="1339" y="1039"/>
                  <a:pt x="1340" y="1034"/>
                </a:cubicBezTo>
                <a:cubicBezTo>
                  <a:pt x="1364" y="977"/>
                  <a:pt x="1371" y="968"/>
                  <a:pt x="1371" y="955"/>
                </a:cubicBezTo>
                <a:cubicBezTo>
                  <a:pt x="1391" y="915"/>
                  <a:pt x="1395" y="910"/>
                  <a:pt x="1397" y="904"/>
                </a:cubicBezTo>
                <a:cubicBezTo>
                  <a:pt x="1407" y="879"/>
                  <a:pt x="1410" y="874"/>
                  <a:pt x="1412" y="868"/>
                </a:cubicBezTo>
                <a:cubicBezTo>
                  <a:pt x="1421" y="842"/>
                  <a:pt x="1430" y="841"/>
                  <a:pt x="1431" y="834"/>
                </a:cubicBezTo>
                <a:cubicBezTo>
                  <a:pt x="1448" y="807"/>
                  <a:pt x="1452" y="796"/>
                  <a:pt x="1457" y="784"/>
                </a:cubicBezTo>
                <a:cubicBezTo>
                  <a:pt x="1479" y="764"/>
                  <a:pt x="1477" y="759"/>
                  <a:pt x="1479" y="756"/>
                </a:cubicBezTo>
                <a:cubicBezTo>
                  <a:pt x="1499" y="740"/>
                  <a:pt x="1500" y="734"/>
                  <a:pt x="1507" y="731"/>
                </a:cubicBezTo>
                <a:cubicBezTo>
                  <a:pt x="1497" y="749"/>
                  <a:pt x="1499" y="752"/>
                  <a:pt x="1498" y="753"/>
                </a:cubicBezTo>
                <a:cubicBezTo>
                  <a:pt x="1475" y="794"/>
                  <a:pt x="1472" y="800"/>
                  <a:pt x="1467" y="805"/>
                </a:cubicBezTo>
                <a:cubicBezTo>
                  <a:pt x="1456" y="837"/>
                  <a:pt x="1455" y="840"/>
                  <a:pt x="1452" y="843"/>
                </a:cubicBezTo>
                <a:cubicBezTo>
                  <a:pt x="1435" y="888"/>
                  <a:pt x="1432" y="895"/>
                  <a:pt x="1427" y="901"/>
                </a:cubicBezTo>
                <a:cubicBezTo>
                  <a:pt x="1402" y="970"/>
                  <a:pt x="1407" y="978"/>
                  <a:pt x="1401" y="978"/>
                </a:cubicBezTo>
                <a:cubicBezTo>
                  <a:pt x="1387" y="1021"/>
                  <a:pt x="1381" y="1027"/>
                  <a:pt x="1378" y="1034"/>
                </a:cubicBezTo>
                <a:cubicBezTo>
                  <a:pt x="1360" y="1067"/>
                  <a:pt x="1357" y="1070"/>
                  <a:pt x="1357" y="1075"/>
                </a:cubicBezTo>
                <a:cubicBezTo>
                  <a:pt x="1322" y="1125"/>
                  <a:pt x="1315" y="1126"/>
                  <a:pt x="1313" y="1129"/>
                </a:cubicBezTo>
                <a:cubicBezTo>
                  <a:pt x="1325" y="1123"/>
                  <a:pt x="1326" y="1118"/>
                  <a:pt x="1331" y="1115"/>
                </a:cubicBezTo>
                <a:cubicBezTo>
                  <a:pt x="1341" y="1100"/>
                  <a:pt x="1349" y="1100"/>
                  <a:pt x="1347" y="1092"/>
                </a:cubicBezTo>
                <a:cubicBezTo>
                  <a:pt x="1369" y="1067"/>
                  <a:pt x="1368" y="1060"/>
                  <a:pt x="1374" y="1059"/>
                </a:cubicBezTo>
                <a:cubicBezTo>
                  <a:pt x="1382" y="1041"/>
                  <a:pt x="1385" y="1037"/>
                  <a:pt x="1389" y="1034"/>
                </a:cubicBezTo>
                <a:cubicBezTo>
                  <a:pt x="1413" y="982"/>
                  <a:pt x="1409" y="972"/>
                  <a:pt x="1415" y="969"/>
                </a:cubicBezTo>
                <a:cubicBezTo>
                  <a:pt x="1422" y="940"/>
                  <a:pt x="1428" y="941"/>
                  <a:pt x="1424" y="934"/>
                </a:cubicBezTo>
                <a:cubicBezTo>
                  <a:pt x="1466" y="845"/>
                  <a:pt x="1463" y="834"/>
                  <a:pt x="1472" y="831"/>
                </a:cubicBezTo>
                <a:cubicBezTo>
                  <a:pt x="1490" y="787"/>
                  <a:pt x="1488" y="783"/>
                  <a:pt x="1490" y="781"/>
                </a:cubicBezTo>
                <a:cubicBezTo>
                  <a:pt x="1514" y="740"/>
                  <a:pt x="1518" y="731"/>
                  <a:pt x="1526" y="723"/>
                </a:cubicBezTo>
                <a:cubicBezTo>
                  <a:pt x="1526" y="736"/>
                  <a:pt x="1523" y="739"/>
                  <a:pt x="1520" y="742"/>
                </a:cubicBezTo>
                <a:cubicBezTo>
                  <a:pt x="1505" y="769"/>
                  <a:pt x="1502" y="773"/>
                  <a:pt x="1500" y="777"/>
                </a:cubicBezTo>
                <a:cubicBezTo>
                  <a:pt x="1474" y="831"/>
                  <a:pt x="1473" y="841"/>
                  <a:pt x="1466" y="847"/>
                </a:cubicBezTo>
                <a:cubicBezTo>
                  <a:pt x="1452" y="905"/>
                  <a:pt x="1448" y="907"/>
                  <a:pt x="1449" y="912"/>
                </a:cubicBezTo>
                <a:cubicBezTo>
                  <a:pt x="1437" y="938"/>
                  <a:pt x="1441" y="944"/>
                  <a:pt x="1437" y="945"/>
                </a:cubicBezTo>
                <a:cubicBezTo>
                  <a:pt x="1425" y="1007"/>
                  <a:pt x="1422" y="1012"/>
                  <a:pt x="1419" y="1017"/>
                </a:cubicBezTo>
                <a:cubicBezTo>
                  <a:pt x="1394" y="1087"/>
                  <a:pt x="1391" y="1089"/>
                  <a:pt x="1393" y="1093"/>
                </a:cubicBezTo>
                <a:cubicBezTo>
                  <a:pt x="1381" y="1111"/>
                  <a:pt x="1379" y="1113"/>
                  <a:pt x="1377" y="1116"/>
                </a:cubicBezTo>
                <a:cubicBezTo>
                  <a:pt x="1358" y="1151"/>
                  <a:pt x="1350" y="1152"/>
                  <a:pt x="1350" y="1158"/>
                </a:cubicBezTo>
                <a:cubicBezTo>
                  <a:pt x="1373" y="1127"/>
                  <a:pt x="1385" y="1125"/>
                  <a:pt x="1384" y="1115"/>
                </a:cubicBezTo>
                <a:cubicBezTo>
                  <a:pt x="1405" y="1084"/>
                  <a:pt x="1402" y="1079"/>
                  <a:pt x="1408" y="1079"/>
                </a:cubicBezTo>
                <a:cubicBezTo>
                  <a:pt x="1416" y="1052"/>
                  <a:pt x="1422" y="1046"/>
                  <a:pt x="1423" y="1037"/>
                </a:cubicBezTo>
                <a:cubicBezTo>
                  <a:pt x="1444" y="980"/>
                  <a:pt x="1442" y="968"/>
                  <a:pt x="1447" y="961"/>
                </a:cubicBezTo>
                <a:cubicBezTo>
                  <a:pt x="1459" y="887"/>
                  <a:pt x="1471" y="875"/>
                  <a:pt x="1472" y="855"/>
                </a:cubicBezTo>
                <a:cubicBezTo>
                  <a:pt x="1491" y="823"/>
                  <a:pt x="1488" y="817"/>
                  <a:pt x="1494" y="818"/>
                </a:cubicBezTo>
                <a:cubicBezTo>
                  <a:pt x="1507" y="774"/>
                  <a:pt x="1517" y="775"/>
                  <a:pt x="1516" y="769"/>
                </a:cubicBezTo>
                <a:cubicBezTo>
                  <a:pt x="1545" y="733"/>
                  <a:pt x="1541" y="724"/>
                  <a:pt x="1548" y="724"/>
                </a:cubicBezTo>
                <a:cubicBezTo>
                  <a:pt x="1567" y="700"/>
                  <a:pt x="1568" y="698"/>
                  <a:pt x="1572" y="697"/>
                </a:cubicBezTo>
                <a:cubicBezTo>
                  <a:pt x="1565" y="709"/>
                  <a:pt x="1566" y="712"/>
                  <a:pt x="1564" y="712"/>
                </a:cubicBezTo>
                <a:cubicBezTo>
                  <a:pt x="1548" y="738"/>
                  <a:pt x="1542" y="752"/>
                  <a:pt x="1533" y="762"/>
                </a:cubicBezTo>
                <a:cubicBezTo>
                  <a:pt x="1527" y="793"/>
                  <a:pt x="1516" y="796"/>
                  <a:pt x="1519" y="807"/>
                </a:cubicBezTo>
                <a:cubicBezTo>
                  <a:pt x="1509" y="836"/>
                  <a:pt x="1506" y="843"/>
                  <a:pt x="1502" y="849"/>
                </a:cubicBezTo>
                <a:cubicBezTo>
                  <a:pt x="1486" y="911"/>
                  <a:pt x="1479" y="924"/>
                  <a:pt x="1479" y="942"/>
                </a:cubicBezTo>
                <a:cubicBezTo>
                  <a:pt x="1466" y="979"/>
                  <a:pt x="1459" y="986"/>
                  <a:pt x="1458" y="997"/>
                </a:cubicBezTo>
                <a:cubicBezTo>
                  <a:pt x="1439" y="1041"/>
                  <a:pt x="1437" y="1046"/>
                  <a:pt x="1437" y="1052"/>
                </a:cubicBezTo>
                <a:cubicBezTo>
                  <a:pt x="1421" y="1085"/>
                  <a:pt x="1419" y="1087"/>
                  <a:pt x="1417" y="1089"/>
                </a:cubicBezTo>
                <a:cubicBezTo>
                  <a:pt x="1406" y="1111"/>
                  <a:pt x="1401" y="1119"/>
                  <a:pt x="1395" y="1126"/>
                </a:cubicBezTo>
                <a:cubicBezTo>
                  <a:pt x="1373" y="1155"/>
                  <a:pt x="1373" y="1163"/>
                  <a:pt x="1364" y="1165"/>
                </a:cubicBezTo>
                <a:cubicBezTo>
                  <a:pt x="1358" y="1177"/>
                  <a:pt x="1365" y="1179"/>
                  <a:pt x="1366" y="1175"/>
                </a:cubicBezTo>
                <a:cubicBezTo>
                  <a:pt x="1386" y="1144"/>
                  <a:pt x="1394" y="1143"/>
                  <a:pt x="1394" y="1137"/>
                </a:cubicBezTo>
                <a:cubicBezTo>
                  <a:pt x="1431" y="1081"/>
                  <a:pt x="1439" y="1061"/>
                  <a:pt x="1448" y="1043"/>
                </a:cubicBezTo>
                <a:cubicBezTo>
                  <a:pt x="1464" y="1004"/>
                  <a:pt x="1466" y="993"/>
                  <a:pt x="1471" y="984"/>
                </a:cubicBezTo>
                <a:cubicBezTo>
                  <a:pt x="1496" y="912"/>
                  <a:pt x="1499" y="902"/>
                  <a:pt x="1501" y="892"/>
                </a:cubicBezTo>
                <a:cubicBezTo>
                  <a:pt x="1512" y="850"/>
                  <a:pt x="1519" y="842"/>
                  <a:pt x="1521" y="831"/>
                </a:cubicBezTo>
                <a:cubicBezTo>
                  <a:pt x="1539" y="782"/>
                  <a:pt x="1541" y="778"/>
                  <a:pt x="1541" y="772"/>
                </a:cubicBezTo>
                <a:cubicBezTo>
                  <a:pt x="1564" y="728"/>
                  <a:pt x="1567" y="727"/>
                  <a:pt x="1568" y="725"/>
                </a:cubicBezTo>
                <a:cubicBezTo>
                  <a:pt x="1586" y="705"/>
                  <a:pt x="1586" y="702"/>
                  <a:pt x="1588" y="701"/>
                </a:cubicBezTo>
                <a:cubicBezTo>
                  <a:pt x="1587" y="710"/>
                  <a:pt x="1582" y="711"/>
                  <a:pt x="1582" y="715"/>
                </a:cubicBezTo>
                <a:cubicBezTo>
                  <a:pt x="1565" y="759"/>
                  <a:pt x="1557" y="757"/>
                  <a:pt x="1560" y="764"/>
                </a:cubicBezTo>
                <a:cubicBezTo>
                  <a:pt x="1544" y="799"/>
                  <a:pt x="1545" y="808"/>
                  <a:pt x="1540" y="814"/>
                </a:cubicBezTo>
                <a:cubicBezTo>
                  <a:pt x="1522" y="867"/>
                  <a:pt x="1526" y="885"/>
                  <a:pt x="1517" y="893"/>
                </a:cubicBezTo>
                <a:cubicBezTo>
                  <a:pt x="1511" y="951"/>
                  <a:pt x="1505" y="961"/>
                  <a:pt x="1502" y="974"/>
                </a:cubicBezTo>
                <a:cubicBezTo>
                  <a:pt x="1488" y="1033"/>
                  <a:pt x="1487" y="1036"/>
                  <a:pt x="1488" y="1040"/>
                </a:cubicBezTo>
                <a:cubicBezTo>
                  <a:pt x="1472" y="1091"/>
                  <a:pt x="1465" y="1093"/>
                  <a:pt x="1465" y="1100"/>
                </a:cubicBezTo>
                <a:cubicBezTo>
                  <a:pt x="1449" y="1137"/>
                  <a:pt x="1447" y="1140"/>
                  <a:pt x="1446" y="1143"/>
                </a:cubicBezTo>
                <a:cubicBezTo>
                  <a:pt x="1454" y="1132"/>
                  <a:pt x="1459" y="1129"/>
                  <a:pt x="1461" y="1123"/>
                </a:cubicBezTo>
                <a:cubicBezTo>
                  <a:pt x="1487" y="1072"/>
                  <a:pt x="1483" y="1063"/>
                  <a:pt x="1489" y="1060"/>
                </a:cubicBezTo>
                <a:cubicBezTo>
                  <a:pt x="1500" y="1013"/>
                  <a:pt x="1511" y="1017"/>
                  <a:pt x="1507" y="1010"/>
                </a:cubicBezTo>
                <a:cubicBezTo>
                  <a:pt x="1511" y="959"/>
                  <a:pt x="1522" y="958"/>
                  <a:pt x="1517" y="946"/>
                </a:cubicBezTo>
                <a:cubicBezTo>
                  <a:pt x="1527" y="897"/>
                  <a:pt x="1531" y="894"/>
                  <a:pt x="1529" y="887"/>
                </a:cubicBezTo>
                <a:cubicBezTo>
                  <a:pt x="1547" y="822"/>
                  <a:pt x="1551" y="815"/>
                  <a:pt x="1554" y="807"/>
                </a:cubicBezTo>
                <a:cubicBezTo>
                  <a:pt x="1573" y="742"/>
                  <a:pt x="1585" y="745"/>
                  <a:pt x="1582" y="738"/>
                </a:cubicBezTo>
                <a:cubicBezTo>
                  <a:pt x="1593" y="722"/>
                  <a:pt x="1591" y="719"/>
                  <a:pt x="1594" y="718"/>
                </a:cubicBezTo>
                <a:cubicBezTo>
                  <a:pt x="1619" y="684"/>
                  <a:pt x="1616" y="687"/>
                  <a:pt x="1615" y="692"/>
                </a:cubicBezTo>
                <a:cubicBezTo>
                  <a:pt x="1599" y="715"/>
                  <a:pt x="1601" y="718"/>
                  <a:pt x="1598" y="719"/>
                </a:cubicBezTo>
                <a:cubicBezTo>
                  <a:pt x="1585" y="740"/>
                  <a:pt x="1585" y="746"/>
                  <a:pt x="1581" y="749"/>
                </a:cubicBezTo>
                <a:cubicBezTo>
                  <a:pt x="1568" y="794"/>
                  <a:pt x="1561" y="795"/>
                  <a:pt x="1562" y="801"/>
                </a:cubicBezTo>
                <a:cubicBezTo>
                  <a:pt x="1546" y="844"/>
                  <a:pt x="1548" y="851"/>
                  <a:pt x="1545" y="855"/>
                </a:cubicBezTo>
                <a:cubicBezTo>
                  <a:pt x="1538" y="894"/>
                  <a:pt x="1537" y="904"/>
                  <a:pt x="1536" y="914"/>
                </a:cubicBezTo>
                <a:cubicBezTo>
                  <a:pt x="1529" y="960"/>
                  <a:pt x="1529" y="966"/>
                  <a:pt x="1526" y="969"/>
                </a:cubicBezTo>
                <a:cubicBezTo>
                  <a:pt x="1512" y="1031"/>
                  <a:pt x="1515" y="1039"/>
                  <a:pt x="1513" y="1043"/>
                </a:cubicBezTo>
                <a:cubicBezTo>
                  <a:pt x="1500" y="1088"/>
                  <a:pt x="1491" y="1087"/>
                  <a:pt x="1493" y="1095"/>
                </a:cubicBezTo>
                <a:cubicBezTo>
                  <a:pt x="1496" y="1099"/>
                  <a:pt x="1498" y="1092"/>
                  <a:pt x="1501" y="1087"/>
                </a:cubicBezTo>
                <a:cubicBezTo>
                  <a:pt x="1520" y="1044"/>
                  <a:pt x="1523" y="1037"/>
                  <a:pt x="1524" y="1030"/>
                </a:cubicBezTo>
                <a:cubicBezTo>
                  <a:pt x="1535" y="1007"/>
                  <a:pt x="1530" y="996"/>
                  <a:pt x="1534" y="990"/>
                </a:cubicBezTo>
                <a:cubicBezTo>
                  <a:pt x="1547" y="920"/>
                  <a:pt x="1543" y="912"/>
                  <a:pt x="1546" y="908"/>
                </a:cubicBezTo>
                <a:cubicBezTo>
                  <a:pt x="1558" y="848"/>
                  <a:pt x="1560" y="836"/>
                  <a:pt x="1564" y="825"/>
                </a:cubicBezTo>
                <a:cubicBezTo>
                  <a:pt x="1596" y="749"/>
                  <a:pt x="1597" y="736"/>
                  <a:pt x="1604" y="727"/>
                </a:cubicBezTo>
                <a:cubicBezTo>
                  <a:pt x="1617" y="708"/>
                  <a:pt x="1618" y="702"/>
                  <a:pt x="1621" y="697"/>
                </a:cubicBezTo>
                <a:cubicBezTo>
                  <a:pt x="1645" y="666"/>
                  <a:pt x="1646" y="660"/>
                  <a:pt x="1649" y="655"/>
                </a:cubicBezTo>
                <a:cubicBezTo>
                  <a:pt x="1664" y="655"/>
                  <a:pt x="1660" y="659"/>
                  <a:pt x="1655" y="663"/>
                </a:cubicBezTo>
                <a:cubicBezTo>
                  <a:pt x="1646" y="680"/>
                  <a:pt x="1644" y="682"/>
                  <a:pt x="1640" y="683"/>
                </a:cubicBezTo>
                <a:cubicBezTo>
                  <a:pt x="1628" y="709"/>
                  <a:pt x="1626" y="711"/>
                  <a:pt x="1624" y="712"/>
                </a:cubicBezTo>
                <a:cubicBezTo>
                  <a:pt x="1609" y="739"/>
                  <a:pt x="1613" y="749"/>
                  <a:pt x="1606" y="751"/>
                </a:cubicBezTo>
                <a:cubicBezTo>
                  <a:pt x="1591" y="789"/>
                  <a:pt x="1590" y="796"/>
                  <a:pt x="1586" y="801"/>
                </a:cubicBezTo>
                <a:cubicBezTo>
                  <a:pt x="1573" y="863"/>
                  <a:pt x="1567" y="866"/>
                  <a:pt x="1571" y="877"/>
                </a:cubicBezTo>
                <a:cubicBezTo>
                  <a:pt x="1569" y="1011"/>
                  <a:pt x="1566" y="1004"/>
                  <a:pt x="1567" y="1000"/>
                </a:cubicBezTo>
                <a:cubicBezTo>
                  <a:pt x="1584" y="947"/>
                  <a:pt x="1586" y="936"/>
                  <a:pt x="1591" y="926"/>
                </a:cubicBezTo>
                <a:cubicBezTo>
                  <a:pt x="1618" y="817"/>
                  <a:pt x="1621" y="806"/>
                  <a:pt x="1623" y="794"/>
                </a:cubicBezTo>
                <a:cubicBezTo>
                  <a:pt x="1638" y="752"/>
                  <a:pt x="1642" y="741"/>
                  <a:pt x="1647" y="730"/>
                </a:cubicBezTo>
                <a:cubicBezTo>
                  <a:pt x="1665" y="691"/>
                  <a:pt x="1667" y="688"/>
                  <a:pt x="1670" y="686"/>
                </a:cubicBezTo>
                <a:cubicBezTo>
                  <a:pt x="1680" y="666"/>
                  <a:pt x="1683" y="662"/>
                  <a:pt x="1685" y="657"/>
                </a:cubicBezTo>
                <a:cubicBezTo>
                  <a:pt x="1698" y="643"/>
                  <a:pt x="1698" y="640"/>
                  <a:pt x="1701" y="639"/>
                </a:cubicBezTo>
                <a:cubicBezTo>
                  <a:pt x="1715" y="633"/>
                  <a:pt x="1706" y="644"/>
                  <a:pt x="1697" y="655"/>
                </a:cubicBezTo>
                <a:cubicBezTo>
                  <a:pt x="1662" y="708"/>
                  <a:pt x="1663" y="716"/>
                  <a:pt x="1658" y="719"/>
                </a:cubicBezTo>
                <a:cubicBezTo>
                  <a:pt x="1644" y="762"/>
                  <a:pt x="1639" y="772"/>
                  <a:pt x="1639" y="785"/>
                </a:cubicBezTo>
                <a:cubicBezTo>
                  <a:pt x="1619" y="855"/>
                  <a:pt x="1616" y="860"/>
                  <a:pt x="1616" y="867"/>
                </a:cubicBezTo>
                <a:cubicBezTo>
                  <a:pt x="1604" y="896"/>
                  <a:pt x="1606" y="912"/>
                  <a:pt x="1600" y="923"/>
                </a:cubicBezTo>
                <a:cubicBezTo>
                  <a:pt x="1589" y="968"/>
                  <a:pt x="1585" y="973"/>
                  <a:pt x="1586" y="981"/>
                </a:cubicBezTo>
                <a:cubicBezTo>
                  <a:pt x="1573" y="1022"/>
                  <a:pt x="1565" y="1025"/>
                  <a:pt x="1566" y="1033"/>
                </a:cubicBezTo>
                <a:cubicBezTo>
                  <a:pt x="1553" y="1054"/>
                  <a:pt x="1550" y="1059"/>
                  <a:pt x="1545" y="1063"/>
                </a:cubicBezTo>
                <a:cubicBezTo>
                  <a:pt x="1509" y="1110"/>
                  <a:pt x="1503" y="1109"/>
                  <a:pt x="1506" y="1115"/>
                </a:cubicBezTo>
                <a:cubicBezTo>
                  <a:pt x="1523" y="1102"/>
                  <a:pt x="1526" y="1099"/>
                  <a:pt x="1529" y="1095"/>
                </a:cubicBezTo>
                <a:cubicBezTo>
                  <a:pt x="1541" y="1079"/>
                  <a:pt x="1546" y="1077"/>
                  <a:pt x="1547" y="1072"/>
                </a:cubicBezTo>
                <a:cubicBezTo>
                  <a:pt x="1566" y="1044"/>
                  <a:pt x="1569" y="1040"/>
                  <a:pt x="1573" y="1036"/>
                </a:cubicBezTo>
                <a:close/>
                <a:moveTo>
                  <a:pt x="1704" y="888"/>
                </a:moveTo>
                <a:cubicBezTo>
                  <a:pt x="1709" y="888"/>
                  <a:pt x="1703" y="895"/>
                  <a:pt x="1704" y="897"/>
                </a:cubicBezTo>
                <a:cubicBezTo>
                  <a:pt x="1680" y="926"/>
                  <a:pt x="1684" y="933"/>
                  <a:pt x="1677" y="933"/>
                </a:cubicBezTo>
                <a:cubicBezTo>
                  <a:pt x="1692" y="888"/>
                  <a:pt x="1696" y="888"/>
                  <a:pt x="1694" y="884"/>
                </a:cubicBezTo>
                <a:cubicBezTo>
                  <a:pt x="1720" y="791"/>
                  <a:pt x="1729" y="785"/>
                  <a:pt x="1725" y="772"/>
                </a:cubicBezTo>
                <a:cubicBezTo>
                  <a:pt x="1737" y="743"/>
                  <a:pt x="1738" y="735"/>
                  <a:pt x="1742" y="729"/>
                </a:cubicBezTo>
                <a:cubicBezTo>
                  <a:pt x="1754" y="700"/>
                  <a:pt x="1755" y="692"/>
                  <a:pt x="1761" y="688"/>
                </a:cubicBezTo>
                <a:cubicBezTo>
                  <a:pt x="1767" y="673"/>
                  <a:pt x="1768" y="669"/>
                  <a:pt x="1770" y="666"/>
                </a:cubicBezTo>
                <a:cubicBezTo>
                  <a:pt x="1790" y="634"/>
                  <a:pt x="1785" y="626"/>
                  <a:pt x="1792" y="627"/>
                </a:cubicBezTo>
                <a:cubicBezTo>
                  <a:pt x="1795" y="624"/>
                  <a:pt x="1796" y="629"/>
                  <a:pt x="1795" y="633"/>
                </a:cubicBezTo>
                <a:cubicBezTo>
                  <a:pt x="1779" y="657"/>
                  <a:pt x="1783" y="666"/>
                  <a:pt x="1777" y="667"/>
                </a:cubicBezTo>
                <a:cubicBezTo>
                  <a:pt x="1760" y="709"/>
                  <a:pt x="1759" y="717"/>
                  <a:pt x="1754" y="722"/>
                </a:cubicBezTo>
                <a:cubicBezTo>
                  <a:pt x="1745" y="753"/>
                  <a:pt x="1749" y="759"/>
                  <a:pt x="1745" y="759"/>
                </a:cubicBezTo>
                <a:cubicBezTo>
                  <a:pt x="1733" y="796"/>
                  <a:pt x="1737" y="802"/>
                  <a:pt x="1733" y="803"/>
                </a:cubicBezTo>
                <a:cubicBezTo>
                  <a:pt x="1722" y="841"/>
                  <a:pt x="1717" y="851"/>
                  <a:pt x="1715" y="864"/>
                </a:cubicBezTo>
                <a:cubicBezTo>
                  <a:pt x="1700" y="892"/>
                  <a:pt x="1704" y="892"/>
                  <a:pt x="1704" y="888"/>
                </a:cubicBezTo>
                <a:close/>
                <a:moveTo>
                  <a:pt x="1534" y="299"/>
                </a:moveTo>
                <a:cubicBezTo>
                  <a:pt x="1541" y="296"/>
                  <a:pt x="1544" y="300"/>
                  <a:pt x="1551" y="298"/>
                </a:cubicBezTo>
                <a:cubicBezTo>
                  <a:pt x="1606" y="305"/>
                  <a:pt x="1609" y="310"/>
                  <a:pt x="1615" y="309"/>
                </a:cubicBezTo>
                <a:cubicBezTo>
                  <a:pt x="1665" y="320"/>
                  <a:pt x="1668" y="324"/>
                  <a:pt x="1675" y="322"/>
                </a:cubicBezTo>
                <a:cubicBezTo>
                  <a:pt x="1725" y="336"/>
                  <a:pt x="1725" y="345"/>
                  <a:pt x="1732" y="343"/>
                </a:cubicBezTo>
                <a:cubicBezTo>
                  <a:pt x="1776" y="364"/>
                  <a:pt x="1782" y="363"/>
                  <a:pt x="1783" y="369"/>
                </a:cubicBezTo>
                <a:cubicBezTo>
                  <a:pt x="1805" y="373"/>
                  <a:pt x="1804" y="382"/>
                  <a:pt x="1812" y="379"/>
                </a:cubicBezTo>
                <a:cubicBezTo>
                  <a:pt x="1845" y="400"/>
                  <a:pt x="1856" y="399"/>
                  <a:pt x="1863" y="406"/>
                </a:cubicBezTo>
                <a:cubicBezTo>
                  <a:pt x="1911" y="424"/>
                  <a:pt x="1920" y="418"/>
                  <a:pt x="1923" y="421"/>
                </a:cubicBezTo>
                <a:cubicBezTo>
                  <a:pt x="1958" y="431"/>
                  <a:pt x="1968" y="425"/>
                  <a:pt x="1969" y="431"/>
                </a:cubicBezTo>
                <a:cubicBezTo>
                  <a:pt x="1954" y="441"/>
                  <a:pt x="1952" y="436"/>
                  <a:pt x="1948" y="435"/>
                </a:cubicBezTo>
                <a:cubicBezTo>
                  <a:pt x="1904" y="430"/>
                  <a:pt x="1898" y="426"/>
                  <a:pt x="1891" y="425"/>
                </a:cubicBezTo>
                <a:cubicBezTo>
                  <a:pt x="1826" y="407"/>
                  <a:pt x="1828" y="397"/>
                  <a:pt x="1822" y="400"/>
                </a:cubicBezTo>
                <a:cubicBezTo>
                  <a:pt x="1792" y="385"/>
                  <a:pt x="1790" y="382"/>
                  <a:pt x="1786" y="382"/>
                </a:cubicBezTo>
                <a:cubicBezTo>
                  <a:pt x="1758" y="367"/>
                  <a:pt x="1754" y="368"/>
                  <a:pt x="1754" y="365"/>
                </a:cubicBezTo>
                <a:cubicBezTo>
                  <a:pt x="1735" y="356"/>
                  <a:pt x="1730" y="353"/>
                  <a:pt x="1723" y="351"/>
                </a:cubicBezTo>
                <a:cubicBezTo>
                  <a:pt x="1699" y="338"/>
                  <a:pt x="1689" y="341"/>
                  <a:pt x="1684" y="336"/>
                </a:cubicBezTo>
                <a:cubicBezTo>
                  <a:pt x="1637" y="322"/>
                  <a:pt x="1631" y="319"/>
                  <a:pt x="1625" y="316"/>
                </a:cubicBezTo>
                <a:cubicBezTo>
                  <a:pt x="1552" y="306"/>
                  <a:pt x="1547" y="305"/>
                  <a:pt x="1542" y="306"/>
                </a:cubicBezTo>
                <a:cubicBezTo>
                  <a:pt x="1519" y="295"/>
                  <a:pt x="1527" y="303"/>
                  <a:pt x="1534" y="299"/>
                </a:cubicBezTo>
                <a:close/>
                <a:moveTo>
                  <a:pt x="1968" y="449"/>
                </a:moveTo>
                <a:cubicBezTo>
                  <a:pt x="1969" y="454"/>
                  <a:pt x="1963" y="455"/>
                  <a:pt x="1960" y="452"/>
                </a:cubicBezTo>
                <a:cubicBezTo>
                  <a:pt x="1960" y="449"/>
                  <a:pt x="1965" y="450"/>
                  <a:pt x="1968" y="449"/>
                </a:cubicBezTo>
                <a:close/>
                <a:moveTo>
                  <a:pt x="1567" y="324"/>
                </a:moveTo>
                <a:cubicBezTo>
                  <a:pt x="1564" y="319"/>
                  <a:pt x="1555" y="323"/>
                  <a:pt x="1551" y="320"/>
                </a:cubicBezTo>
                <a:cubicBezTo>
                  <a:pt x="1450" y="299"/>
                  <a:pt x="1460" y="303"/>
                  <a:pt x="1463" y="303"/>
                </a:cubicBezTo>
                <a:cubicBezTo>
                  <a:pt x="1502" y="303"/>
                  <a:pt x="1506" y="306"/>
                  <a:pt x="1511" y="307"/>
                </a:cubicBezTo>
                <a:cubicBezTo>
                  <a:pt x="1565" y="311"/>
                  <a:pt x="1566" y="318"/>
                  <a:pt x="1572" y="316"/>
                </a:cubicBezTo>
                <a:cubicBezTo>
                  <a:pt x="1642" y="329"/>
                  <a:pt x="1649" y="335"/>
                  <a:pt x="1660" y="336"/>
                </a:cubicBezTo>
                <a:cubicBezTo>
                  <a:pt x="1704" y="352"/>
                  <a:pt x="1706" y="355"/>
                  <a:pt x="1710" y="354"/>
                </a:cubicBezTo>
                <a:cubicBezTo>
                  <a:pt x="1734" y="367"/>
                  <a:pt x="1739" y="368"/>
                  <a:pt x="1744" y="370"/>
                </a:cubicBezTo>
                <a:cubicBezTo>
                  <a:pt x="1759" y="383"/>
                  <a:pt x="1767" y="380"/>
                  <a:pt x="1770" y="382"/>
                </a:cubicBezTo>
                <a:cubicBezTo>
                  <a:pt x="1788" y="392"/>
                  <a:pt x="1791" y="396"/>
                  <a:pt x="1797" y="395"/>
                </a:cubicBezTo>
                <a:cubicBezTo>
                  <a:pt x="1858" y="428"/>
                  <a:pt x="1872" y="424"/>
                  <a:pt x="1879" y="432"/>
                </a:cubicBezTo>
                <a:cubicBezTo>
                  <a:pt x="1917" y="440"/>
                  <a:pt x="1925" y="442"/>
                  <a:pt x="1932" y="444"/>
                </a:cubicBezTo>
                <a:cubicBezTo>
                  <a:pt x="1950" y="451"/>
                  <a:pt x="1943" y="456"/>
                  <a:pt x="1942" y="451"/>
                </a:cubicBezTo>
                <a:cubicBezTo>
                  <a:pt x="1913" y="449"/>
                  <a:pt x="1907" y="449"/>
                  <a:pt x="1902" y="447"/>
                </a:cubicBezTo>
                <a:cubicBezTo>
                  <a:pt x="1879" y="443"/>
                  <a:pt x="1872" y="443"/>
                  <a:pt x="1869" y="438"/>
                </a:cubicBezTo>
                <a:cubicBezTo>
                  <a:pt x="1814" y="426"/>
                  <a:pt x="1813" y="418"/>
                  <a:pt x="1804" y="421"/>
                </a:cubicBezTo>
                <a:cubicBezTo>
                  <a:pt x="1757" y="398"/>
                  <a:pt x="1753" y="395"/>
                  <a:pt x="1748" y="393"/>
                </a:cubicBezTo>
                <a:cubicBezTo>
                  <a:pt x="1726" y="379"/>
                  <a:pt x="1714" y="379"/>
                  <a:pt x="1706" y="372"/>
                </a:cubicBezTo>
                <a:cubicBezTo>
                  <a:pt x="1669" y="351"/>
                  <a:pt x="1663" y="354"/>
                  <a:pt x="1663" y="351"/>
                </a:cubicBezTo>
                <a:cubicBezTo>
                  <a:pt x="1643" y="344"/>
                  <a:pt x="1639" y="340"/>
                  <a:pt x="1632" y="341"/>
                </a:cubicBezTo>
                <a:cubicBezTo>
                  <a:pt x="1598" y="327"/>
                  <a:pt x="1591" y="328"/>
                  <a:pt x="1585" y="327"/>
                </a:cubicBezTo>
                <a:close/>
                <a:moveTo>
                  <a:pt x="1948" y="481"/>
                </a:moveTo>
                <a:cubicBezTo>
                  <a:pt x="1943" y="482"/>
                  <a:pt x="1946" y="488"/>
                  <a:pt x="1940" y="487"/>
                </a:cubicBezTo>
                <a:cubicBezTo>
                  <a:pt x="1944" y="482"/>
                  <a:pt x="1944" y="475"/>
                  <a:pt x="1953" y="474"/>
                </a:cubicBezTo>
                <a:cubicBezTo>
                  <a:pt x="1955" y="479"/>
                  <a:pt x="1949" y="479"/>
                  <a:pt x="1948" y="481"/>
                </a:cubicBezTo>
                <a:close/>
                <a:moveTo>
                  <a:pt x="1923" y="470"/>
                </a:moveTo>
                <a:cubicBezTo>
                  <a:pt x="1920" y="466"/>
                  <a:pt x="1912" y="469"/>
                  <a:pt x="1907" y="466"/>
                </a:cubicBezTo>
                <a:cubicBezTo>
                  <a:pt x="1879" y="465"/>
                  <a:pt x="1874" y="467"/>
                  <a:pt x="1873" y="464"/>
                </a:cubicBezTo>
                <a:cubicBezTo>
                  <a:pt x="1838" y="455"/>
                  <a:pt x="1833" y="454"/>
                  <a:pt x="1829" y="452"/>
                </a:cubicBezTo>
                <a:cubicBezTo>
                  <a:pt x="1753" y="419"/>
                  <a:pt x="1749" y="416"/>
                  <a:pt x="1745" y="414"/>
                </a:cubicBezTo>
                <a:cubicBezTo>
                  <a:pt x="1687" y="386"/>
                  <a:pt x="1681" y="389"/>
                  <a:pt x="1680" y="385"/>
                </a:cubicBezTo>
                <a:cubicBezTo>
                  <a:pt x="1662" y="375"/>
                  <a:pt x="1659" y="374"/>
                  <a:pt x="1656" y="374"/>
                </a:cubicBezTo>
                <a:cubicBezTo>
                  <a:pt x="1619" y="357"/>
                  <a:pt x="1617" y="350"/>
                  <a:pt x="1610" y="352"/>
                </a:cubicBezTo>
                <a:cubicBezTo>
                  <a:pt x="1571" y="325"/>
                  <a:pt x="1576" y="333"/>
                  <a:pt x="1579" y="330"/>
                </a:cubicBezTo>
                <a:cubicBezTo>
                  <a:pt x="1615" y="345"/>
                  <a:pt x="1630" y="345"/>
                  <a:pt x="1640" y="350"/>
                </a:cubicBezTo>
                <a:cubicBezTo>
                  <a:pt x="1669" y="363"/>
                  <a:pt x="1671" y="364"/>
                  <a:pt x="1672" y="367"/>
                </a:cubicBezTo>
                <a:cubicBezTo>
                  <a:pt x="1726" y="389"/>
                  <a:pt x="1726" y="395"/>
                  <a:pt x="1730" y="394"/>
                </a:cubicBezTo>
                <a:cubicBezTo>
                  <a:pt x="1758" y="411"/>
                  <a:pt x="1765" y="409"/>
                  <a:pt x="1769" y="414"/>
                </a:cubicBezTo>
                <a:cubicBezTo>
                  <a:pt x="1815" y="430"/>
                  <a:pt x="1822" y="439"/>
                  <a:pt x="1838" y="437"/>
                </a:cubicBezTo>
                <a:cubicBezTo>
                  <a:pt x="1891" y="455"/>
                  <a:pt x="1892" y="458"/>
                  <a:pt x="1895" y="458"/>
                </a:cubicBezTo>
                <a:cubicBezTo>
                  <a:pt x="1925" y="456"/>
                  <a:pt x="1939" y="461"/>
                  <a:pt x="1947" y="464"/>
                </a:cubicBezTo>
                <a:cubicBezTo>
                  <a:pt x="1946" y="472"/>
                  <a:pt x="1931" y="465"/>
                  <a:pt x="1923" y="470"/>
                </a:cubicBezTo>
                <a:close/>
                <a:moveTo>
                  <a:pt x="1923" y="528"/>
                </a:moveTo>
                <a:cubicBezTo>
                  <a:pt x="1926" y="518"/>
                  <a:pt x="1933" y="511"/>
                  <a:pt x="1938" y="503"/>
                </a:cubicBezTo>
                <a:cubicBezTo>
                  <a:pt x="1972" y="476"/>
                  <a:pt x="1969" y="477"/>
                  <a:pt x="1969" y="479"/>
                </a:cubicBezTo>
                <a:cubicBezTo>
                  <a:pt x="1958" y="497"/>
                  <a:pt x="1958" y="501"/>
                  <a:pt x="1956" y="504"/>
                </a:cubicBezTo>
                <a:cubicBezTo>
                  <a:pt x="1932" y="538"/>
                  <a:pt x="1936" y="549"/>
                  <a:pt x="1929" y="553"/>
                </a:cubicBezTo>
                <a:cubicBezTo>
                  <a:pt x="1901" y="608"/>
                  <a:pt x="1903" y="613"/>
                  <a:pt x="1901" y="616"/>
                </a:cubicBezTo>
                <a:cubicBezTo>
                  <a:pt x="1866" y="694"/>
                  <a:pt x="1857" y="699"/>
                  <a:pt x="1856" y="708"/>
                </a:cubicBezTo>
                <a:cubicBezTo>
                  <a:pt x="1838" y="738"/>
                  <a:pt x="1833" y="746"/>
                  <a:pt x="1828" y="753"/>
                </a:cubicBezTo>
                <a:cubicBezTo>
                  <a:pt x="1818" y="768"/>
                  <a:pt x="1816" y="771"/>
                  <a:pt x="1814" y="775"/>
                </a:cubicBezTo>
                <a:cubicBezTo>
                  <a:pt x="1784" y="808"/>
                  <a:pt x="1782" y="812"/>
                  <a:pt x="1780" y="815"/>
                </a:cubicBezTo>
                <a:cubicBezTo>
                  <a:pt x="1787" y="794"/>
                  <a:pt x="1788" y="787"/>
                  <a:pt x="1791" y="782"/>
                </a:cubicBezTo>
                <a:cubicBezTo>
                  <a:pt x="1812" y="744"/>
                  <a:pt x="1811" y="736"/>
                  <a:pt x="1815" y="731"/>
                </a:cubicBezTo>
                <a:cubicBezTo>
                  <a:pt x="1845" y="671"/>
                  <a:pt x="1848" y="658"/>
                  <a:pt x="1853" y="647"/>
                </a:cubicBezTo>
                <a:cubicBezTo>
                  <a:pt x="1865" y="618"/>
                  <a:pt x="1870" y="618"/>
                  <a:pt x="1870" y="615"/>
                </a:cubicBezTo>
                <a:cubicBezTo>
                  <a:pt x="1884" y="588"/>
                  <a:pt x="1881" y="581"/>
                  <a:pt x="1886" y="581"/>
                </a:cubicBezTo>
                <a:cubicBezTo>
                  <a:pt x="1902" y="555"/>
                  <a:pt x="1903" y="553"/>
                  <a:pt x="1902" y="549"/>
                </a:cubicBezTo>
                <a:close/>
                <a:moveTo>
                  <a:pt x="1897" y="530"/>
                </a:moveTo>
                <a:cubicBezTo>
                  <a:pt x="1900" y="530"/>
                  <a:pt x="1902" y="528"/>
                  <a:pt x="1902" y="525"/>
                </a:cubicBezTo>
                <a:cubicBezTo>
                  <a:pt x="1921" y="520"/>
                  <a:pt x="1910" y="520"/>
                  <a:pt x="1909" y="526"/>
                </a:cubicBezTo>
                <a:cubicBezTo>
                  <a:pt x="1880" y="565"/>
                  <a:pt x="1883" y="570"/>
                  <a:pt x="1880" y="571"/>
                </a:cubicBezTo>
                <a:cubicBezTo>
                  <a:pt x="1866" y="602"/>
                  <a:pt x="1857" y="609"/>
                  <a:pt x="1858" y="621"/>
                </a:cubicBezTo>
                <a:cubicBezTo>
                  <a:pt x="1825" y="682"/>
                  <a:pt x="1824" y="691"/>
                  <a:pt x="1818" y="697"/>
                </a:cubicBezTo>
                <a:cubicBezTo>
                  <a:pt x="1794" y="747"/>
                  <a:pt x="1794" y="753"/>
                  <a:pt x="1791" y="758"/>
                </a:cubicBezTo>
                <a:cubicBezTo>
                  <a:pt x="1780" y="779"/>
                  <a:pt x="1781" y="783"/>
                  <a:pt x="1778" y="784"/>
                </a:cubicBezTo>
                <a:cubicBezTo>
                  <a:pt x="1763" y="815"/>
                  <a:pt x="1763" y="820"/>
                  <a:pt x="1761" y="825"/>
                </a:cubicBezTo>
                <a:cubicBezTo>
                  <a:pt x="1742" y="853"/>
                  <a:pt x="1738" y="859"/>
                  <a:pt x="1730" y="862"/>
                </a:cubicBezTo>
                <a:cubicBezTo>
                  <a:pt x="1712" y="896"/>
                  <a:pt x="1713" y="894"/>
                  <a:pt x="1714" y="893"/>
                </a:cubicBezTo>
                <a:cubicBezTo>
                  <a:pt x="1733" y="846"/>
                  <a:pt x="1741" y="839"/>
                  <a:pt x="1745" y="830"/>
                </a:cubicBezTo>
                <a:cubicBezTo>
                  <a:pt x="1765" y="800"/>
                  <a:pt x="1765" y="788"/>
                  <a:pt x="1771" y="781"/>
                </a:cubicBezTo>
                <a:cubicBezTo>
                  <a:pt x="1785" y="750"/>
                  <a:pt x="1782" y="742"/>
                  <a:pt x="1786" y="739"/>
                </a:cubicBezTo>
                <a:cubicBezTo>
                  <a:pt x="1790" y="719"/>
                  <a:pt x="1799" y="720"/>
                  <a:pt x="1796" y="712"/>
                </a:cubicBezTo>
                <a:cubicBezTo>
                  <a:pt x="1816" y="669"/>
                  <a:pt x="1812" y="661"/>
                  <a:pt x="1818" y="660"/>
                </a:cubicBezTo>
                <a:cubicBezTo>
                  <a:pt x="1829" y="643"/>
                  <a:pt x="1826" y="635"/>
                  <a:pt x="1833" y="633"/>
                </a:cubicBezTo>
                <a:cubicBezTo>
                  <a:pt x="1843" y="612"/>
                  <a:pt x="1842" y="605"/>
                  <a:pt x="1845" y="599"/>
                </a:cubicBezTo>
                <a:cubicBezTo>
                  <a:pt x="1856" y="588"/>
                  <a:pt x="1855" y="583"/>
                  <a:pt x="1859" y="581"/>
                </a:cubicBezTo>
                <a:cubicBezTo>
                  <a:pt x="1885" y="546"/>
                  <a:pt x="1893" y="540"/>
                  <a:pt x="1897" y="530"/>
                </a:cubicBezTo>
                <a:close/>
                <a:moveTo>
                  <a:pt x="1824" y="596"/>
                </a:moveTo>
                <a:cubicBezTo>
                  <a:pt x="1827" y="593"/>
                  <a:pt x="1832" y="591"/>
                  <a:pt x="1831" y="584"/>
                </a:cubicBezTo>
                <a:cubicBezTo>
                  <a:pt x="1861" y="547"/>
                  <a:pt x="1867" y="544"/>
                  <a:pt x="1869" y="540"/>
                </a:cubicBezTo>
                <a:cubicBezTo>
                  <a:pt x="1888" y="530"/>
                  <a:pt x="1879" y="535"/>
                  <a:pt x="1880" y="538"/>
                </a:cubicBezTo>
                <a:cubicBezTo>
                  <a:pt x="1870" y="552"/>
                  <a:pt x="1866" y="551"/>
                  <a:pt x="1867" y="553"/>
                </a:cubicBezTo>
                <a:cubicBezTo>
                  <a:pt x="1850" y="569"/>
                  <a:pt x="1854" y="575"/>
                  <a:pt x="1850" y="576"/>
                </a:cubicBezTo>
                <a:cubicBezTo>
                  <a:pt x="1822" y="623"/>
                  <a:pt x="1825" y="632"/>
                  <a:pt x="1818" y="633"/>
                </a:cubicBezTo>
                <a:cubicBezTo>
                  <a:pt x="1805" y="665"/>
                  <a:pt x="1801" y="669"/>
                  <a:pt x="1801" y="674"/>
                </a:cubicBezTo>
                <a:cubicBezTo>
                  <a:pt x="1786" y="713"/>
                  <a:pt x="1784" y="727"/>
                  <a:pt x="1776" y="736"/>
                </a:cubicBezTo>
                <a:cubicBezTo>
                  <a:pt x="1773" y="758"/>
                  <a:pt x="1767" y="757"/>
                  <a:pt x="1768" y="762"/>
                </a:cubicBezTo>
                <a:cubicBezTo>
                  <a:pt x="1745" y="811"/>
                  <a:pt x="1743" y="823"/>
                  <a:pt x="1736" y="832"/>
                </a:cubicBezTo>
                <a:cubicBezTo>
                  <a:pt x="1737" y="820"/>
                  <a:pt x="1738" y="815"/>
                  <a:pt x="1741" y="813"/>
                </a:cubicBezTo>
                <a:cubicBezTo>
                  <a:pt x="1751" y="780"/>
                  <a:pt x="1752" y="770"/>
                  <a:pt x="1754" y="762"/>
                </a:cubicBezTo>
                <a:cubicBezTo>
                  <a:pt x="1769" y="712"/>
                  <a:pt x="1770" y="705"/>
                  <a:pt x="1774" y="701"/>
                </a:cubicBezTo>
                <a:cubicBezTo>
                  <a:pt x="1782" y="677"/>
                  <a:pt x="1787" y="673"/>
                  <a:pt x="1791" y="669"/>
                </a:cubicBezTo>
                <a:cubicBezTo>
                  <a:pt x="1796" y="652"/>
                  <a:pt x="1795" y="650"/>
                  <a:pt x="1796" y="648"/>
                </a:cubicBezTo>
                <a:cubicBezTo>
                  <a:pt x="1802" y="634"/>
                  <a:pt x="1807" y="627"/>
                  <a:pt x="1811" y="619"/>
                </a:cubicBezTo>
                <a:close/>
                <a:moveTo>
                  <a:pt x="1818" y="584"/>
                </a:moveTo>
                <a:cubicBezTo>
                  <a:pt x="1823" y="584"/>
                  <a:pt x="1819" y="591"/>
                  <a:pt x="1817" y="591"/>
                </a:cubicBezTo>
                <a:cubicBezTo>
                  <a:pt x="1813" y="593"/>
                  <a:pt x="1817" y="600"/>
                  <a:pt x="1809" y="599"/>
                </a:cubicBezTo>
                <a:cubicBezTo>
                  <a:pt x="1809" y="592"/>
                  <a:pt x="1818" y="591"/>
                  <a:pt x="1818" y="584"/>
                </a:cubicBezTo>
                <a:close/>
                <a:moveTo>
                  <a:pt x="1372" y="654"/>
                </a:moveTo>
                <a:cubicBezTo>
                  <a:pt x="1369" y="651"/>
                  <a:pt x="1365" y="650"/>
                  <a:pt x="1362" y="649"/>
                </a:cubicBezTo>
                <a:cubicBezTo>
                  <a:pt x="1364" y="641"/>
                  <a:pt x="1368" y="652"/>
                  <a:pt x="1373" y="649"/>
                </a:cubicBezTo>
                <a:cubicBezTo>
                  <a:pt x="1376" y="652"/>
                  <a:pt x="1379" y="652"/>
                  <a:pt x="1383" y="654"/>
                </a:cubicBezTo>
                <a:cubicBezTo>
                  <a:pt x="1381" y="662"/>
                  <a:pt x="1377" y="650"/>
                  <a:pt x="1372" y="654"/>
                </a:cubicBezTo>
                <a:close/>
                <a:moveTo>
                  <a:pt x="1400" y="662"/>
                </a:moveTo>
                <a:cubicBezTo>
                  <a:pt x="1395" y="661"/>
                  <a:pt x="1390" y="659"/>
                  <a:pt x="1386" y="658"/>
                </a:cubicBezTo>
                <a:cubicBezTo>
                  <a:pt x="1387" y="652"/>
                  <a:pt x="1393" y="662"/>
                  <a:pt x="1399" y="658"/>
                </a:cubicBezTo>
                <a:cubicBezTo>
                  <a:pt x="1402" y="661"/>
                  <a:pt x="1407" y="664"/>
                  <a:pt x="1413" y="664"/>
                </a:cubicBezTo>
                <a:cubicBezTo>
                  <a:pt x="1412" y="669"/>
                  <a:pt x="1402" y="664"/>
                  <a:pt x="1400" y="662"/>
                </a:cubicBezTo>
                <a:close/>
                <a:moveTo>
                  <a:pt x="1440" y="675"/>
                </a:moveTo>
                <a:cubicBezTo>
                  <a:pt x="1434" y="672"/>
                  <a:pt x="1443" y="674"/>
                  <a:pt x="1446" y="674"/>
                </a:cubicBezTo>
                <a:cubicBezTo>
                  <a:pt x="1445" y="678"/>
                  <a:pt x="1442" y="675"/>
                  <a:pt x="1440" y="675"/>
                </a:cubicBezTo>
                <a:close/>
                <a:moveTo>
                  <a:pt x="1398" y="704"/>
                </a:moveTo>
                <a:cubicBezTo>
                  <a:pt x="1398" y="699"/>
                  <a:pt x="1406" y="702"/>
                  <a:pt x="1407" y="703"/>
                </a:cubicBezTo>
                <a:cubicBezTo>
                  <a:pt x="1407" y="709"/>
                  <a:pt x="1402" y="701"/>
                  <a:pt x="1398" y="704"/>
                </a:cubicBezTo>
                <a:close/>
                <a:moveTo>
                  <a:pt x="1433" y="709"/>
                </a:moveTo>
                <a:cubicBezTo>
                  <a:pt x="1426" y="706"/>
                  <a:pt x="1436" y="708"/>
                  <a:pt x="1439" y="708"/>
                </a:cubicBezTo>
                <a:cubicBezTo>
                  <a:pt x="1438" y="712"/>
                  <a:pt x="1435" y="709"/>
                  <a:pt x="1433" y="709"/>
                </a:cubicBezTo>
                <a:close/>
                <a:moveTo>
                  <a:pt x="1135" y="916"/>
                </a:moveTo>
                <a:cubicBezTo>
                  <a:pt x="1134" y="916"/>
                  <a:pt x="1132" y="916"/>
                  <a:pt x="1131" y="916"/>
                </a:cubicBezTo>
                <a:cubicBezTo>
                  <a:pt x="1129" y="912"/>
                  <a:pt x="1133" y="912"/>
                  <a:pt x="1137" y="911"/>
                </a:cubicBezTo>
                <a:cubicBezTo>
                  <a:pt x="1137" y="913"/>
                  <a:pt x="1135" y="913"/>
                  <a:pt x="1135" y="916"/>
                </a:cubicBezTo>
                <a:close/>
                <a:moveTo>
                  <a:pt x="1156" y="896"/>
                </a:moveTo>
                <a:cubicBezTo>
                  <a:pt x="1150" y="895"/>
                  <a:pt x="1160" y="891"/>
                  <a:pt x="1159" y="887"/>
                </a:cubicBezTo>
                <a:cubicBezTo>
                  <a:pt x="1162" y="887"/>
                  <a:pt x="1165" y="886"/>
                  <a:pt x="1165" y="884"/>
                </a:cubicBezTo>
                <a:cubicBezTo>
                  <a:pt x="1172" y="888"/>
                  <a:pt x="1156" y="891"/>
                  <a:pt x="1156" y="896"/>
                </a:cubicBezTo>
                <a:close/>
                <a:moveTo>
                  <a:pt x="1242" y="819"/>
                </a:moveTo>
                <a:cubicBezTo>
                  <a:pt x="1244" y="815"/>
                  <a:pt x="1243" y="813"/>
                  <a:pt x="1240" y="810"/>
                </a:cubicBezTo>
                <a:cubicBezTo>
                  <a:pt x="1230" y="814"/>
                  <a:pt x="1224" y="810"/>
                  <a:pt x="1216" y="810"/>
                </a:cubicBezTo>
                <a:cubicBezTo>
                  <a:pt x="1208" y="811"/>
                  <a:pt x="1221" y="804"/>
                  <a:pt x="1220" y="809"/>
                </a:cubicBezTo>
                <a:cubicBezTo>
                  <a:pt x="1236" y="806"/>
                  <a:pt x="1246" y="812"/>
                  <a:pt x="1260" y="811"/>
                </a:cubicBezTo>
                <a:cubicBezTo>
                  <a:pt x="1258" y="816"/>
                  <a:pt x="1246" y="815"/>
                  <a:pt x="1242" y="819"/>
                </a:cubicBezTo>
                <a:close/>
                <a:moveTo>
                  <a:pt x="1266" y="830"/>
                </a:moveTo>
                <a:cubicBezTo>
                  <a:pt x="1267" y="826"/>
                  <a:pt x="1271" y="823"/>
                  <a:pt x="1276" y="822"/>
                </a:cubicBezTo>
                <a:cubicBezTo>
                  <a:pt x="1275" y="826"/>
                  <a:pt x="1271" y="828"/>
                  <a:pt x="1266" y="830"/>
                </a:cubicBezTo>
                <a:close/>
                <a:moveTo>
                  <a:pt x="1416" y="743"/>
                </a:moveTo>
                <a:cubicBezTo>
                  <a:pt x="1418" y="736"/>
                  <a:pt x="1425" y="744"/>
                  <a:pt x="1432" y="740"/>
                </a:cubicBezTo>
                <a:cubicBezTo>
                  <a:pt x="1431" y="749"/>
                  <a:pt x="1421" y="745"/>
                  <a:pt x="1416" y="743"/>
                </a:cubicBezTo>
                <a:close/>
                <a:moveTo>
                  <a:pt x="1655" y="687"/>
                </a:moveTo>
                <a:cubicBezTo>
                  <a:pt x="1656" y="691"/>
                  <a:pt x="1654" y="693"/>
                  <a:pt x="1654" y="696"/>
                </a:cubicBezTo>
                <a:cubicBezTo>
                  <a:pt x="1650" y="699"/>
                  <a:pt x="1647" y="704"/>
                  <a:pt x="1645" y="709"/>
                </a:cubicBezTo>
                <a:cubicBezTo>
                  <a:pt x="1645" y="715"/>
                  <a:pt x="1640" y="718"/>
                  <a:pt x="1639" y="723"/>
                </a:cubicBezTo>
                <a:cubicBezTo>
                  <a:pt x="1636" y="727"/>
                  <a:pt x="1636" y="733"/>
                  <a:pt x="1633" y="737"/>
                </a:cubicBezTo>
                <a:cubicBezTo>
                  <a:pt x="1630" y="748"/>
                  <a:pt x="1623" y="755"/>
                  <a:pt x="1623" y="768"/>
                </a:cubicBezTo>
                <a:cubicBezTo>
                  <a:pt x="1616" y="776"/>
                  <a:pt x="1617" y="789"/>
                  <a:pt x="1610" y="797"/>
                </a:cubicBezTo>
                <a:cubicBezTo>
                  <a:pt x="1609" y="821"/>
                  <a:pt x="1604" y="841"/>
                  <a:pt x="1595" y="859"/>
                </a:cubicBezTo>
                <a:cubicBezTo>
                  <a:pt x="1596" y="871"/>
                  <a:pt x="1592" y="880"/>
                  <a:pt x="1592" y="891"/>
                </a:cubicBezTo>
                <a:cubicBezTo>
                  <a:pt x="1586" y="898"/>
                  <a:pt x="1588" y="910"/>
                  <a:pt x="1583" y="917"/>
                </a:cubicBezTo>
                <a:cubicBezTo>
                  <a:pt x="1583" y="928"/>
                  <a:pt x="1578" y="936"/>
                  <a:pt x="1577" y="947"/>
                </a:cubicBezTo>
                <a:cubicBezTo>
                  <a:pt x="1576" y="956"/>
                  <a:pt x="1570" y="963"/>
                  <a:pt x="1571" y="974"/>
                </a:cubicBezTo>
                <a:cubicBezTo>
                  <a:pt x="1562" y="968"/>
                  <a:pt x="1575" y="961"/>
                  <a:pt x="1569" y="950"/>
                </a:cubicBezTo>
                <a:cubicBezTo>
                  <a:pt x="1570" y="943"/>
                  <a:pt x="1571" y="934"/>
                  <a:pt x="1569" y="924"/>
                </a:cubicBezTo>
                <a:cubicBezTo>
                  <a:pt x="1572" y="920"/>
                  <a:pt x="1570" y="912"/>
                  <a:pt x="1572" y="908"/>
                </a:cubicBezTo>
                <a:cubicBezTo>
                  <a:pt x="1572" y="902"/>
                  <a:pt x="1574" y="897"/>
                  <a:pt x="1577" y="894"/>
                </a:cubicBezTo>
                <a:cubicBezTo>
                  <a:pt x="1575" y="882"/>
                  <a:pt x="1582" y="875"/>
                  <a:pt x="1580" y="862"/>
                </a:cubicBezTo>
                <a:cubicBezTo>
                  <a:pt x="1585" y="854"/>
                  <a:pt x="1584" y="841"/>
                  <a:pt x="1588" y="832"/>
                </a:cubicBezTo>
                <a:cubicBezTo>
                  <a:pt x="1591" y="823"/>
                  <a:pt x="1595" y="814"/>
                  <a:pt x="1596" y="804"/>
                </a:cubicBezTo>
                <a:cubicBezTo>
                  <a:pt x="1599" y="800"/>
                  <a:pt x="1599" y="794"/>
                  <a:pt x="1602" y="789"/>
                </a:cubicBezTo>
                <a:cubicBezTo>
                  <a:pt x="1603" y="787"/>
                  <a:pt x="1604" y="784"/>
                  <a:pt x="1603" y="780"/>
                </a:cubicBezTo>
                <a:cubicBezTo>
                  <a:pt x="1606" y="781"/>
                  <a:pt x="1606" y="778"/>
                  <a:pt x="1606" y="775"/>
                </a:cubicBezTo>
                <a:cubicBezTo>
                  <a:pt x="1611" y="767"/>
                  <a:pt x="1612" y="757"/>
                  <a:pt x="1619" y="751"/>
                </a:cubicBezTo>
                <a:cubicBezTo>
                  <a:pt x="1619" y="744"/>
                  <a:pt x="1623" y="742"/>
                  <a:pt x="1626" y="739"/>
                </a:cubicBezTo>
                <a:cubicBezTo>
                  <a:pt x="1625" y="735"/>
                  <a:pt x="1628" y="734"/>
                  <a:pt x="1627" y="730"/>
                </a:cubicBezTo>
                <a:cubicBezTo>
                  <a:pt x="1631" y="730"/>
                  <a:pt x="1630" y="727"/>
                  <a:pt x="1630" y="724"/>
                </a:cubicBezTo>
                <a:cubicBezTo>
                  <a:pt x="1636" y="723"/>
                  <a:pt x="1632" y="715"/>
                  <a:pt x="1637" y="712"/>
                </a:cubicBezTo>
                <a:cubicBezTo>
                  <a:pt x="1637" y="706"/>
                  <a:pt x="1642" y="705"/>
                  <a:pt x="1641" y="698"/>
                </a:cubicBezTo>
                <a:cubicBezTo>
                  <a:pt x="1648" y="694"/>
                  <a:pt x="1652" y="687"/>
                  <a:pt x="1656" y="680"/>
                </a:cubicBezTo>
                <a:cubicBezTo>
                  <a:pt x="1661" y="679"/>
                  <a:pt x="1657" y="687"/>
                  <a:pt x="1655" y="687"/>
                </a:cubicBezTo>
                <a:close/>
                <a:moveTo>
                  <a:pt x="2606" y="35"/>
                </a:moveTo>
                <a:cubicBezTo>
                  <a:pt x="2599" y="41"/>
                  <a:pt x="2596" y="51"/>
                  <a:pt x="2588" y="56"/>
                </a:cubicBezTo>
                <a:cubicBezTo>
                  <a:pt x="2562" y="100"/>
                  <a:pt x="2557" y="112"/>
                  <a:pt x="2547" y="120"/>
                </a:cubicBezTo>
                <a:cubicBezTo>
                  <a:pt x="2515" y="157"/>
                  <a:pt x="2517" y="164"/>
                  <a:pt x="2512" y="163"/>
                </a:cubicBezTo>
                <a:cubicBezTo>
                  <a:pt x="2498" y="179"/>
                  <a:pt x="2493" y="184"/>
                  <a:pt x="2490" y="189"/>
                </a:cubicBezTo>
                <a:cubicBezTo>
                  <a:pt x="2471" y="199"/>
                  <a:pt x="2475" y="208"/>
                  <a:pt x="2469" y="207"/>
                </a:cubicBezTo>
                <a:cubicBezTo>
                  <a:pt x="2445" y="224"/>
                  <a:pt x="2450" y="235"/>
                  <a:pt x="2442" y="233"/>
                </a:cubicBezTo>
                <a:cubicBezTo>
                  <a:pt x="2418" y="259"/>
                  <a:pt x="2417" y="261"/>
                  <a:pt x="2416" y="261"/>
                </a:cubicBezTo>
                <a:cubicBezTo>
                  <a:pt x="2399" y="277"/>
                  <a:pt x="2396" y="284"/>
                  <a:pt x="2392" y="290"/>
                </a:cubicBezTo>
                <a:cubicBezTo>
                  <a:pt x="2384" y="304"/>
                  <a:pt x="2387" y="303"/>
                  <a:pt x="2388" y="301"/>
                </a:cubicBezTo>
                <a:cubicBezTo>
                  <a:pt x="2423" y="265"/>
                  <a:pt x="2425" y="260"/>
                  <a:pt x="2429" y="257"/>
                </a:cubicBezTo>
                <a:cubicBezTo>
                  <a:pt x="2444" y="240"/>
                  <a:pt x="2450" y="237"/>
                  <a:pt x="2453" y="233"/>
                </a:cubicBezTo>
                <a:cubicBezTo>
                  <a:pt x="2474" y="214"/>
                  <a:pt x="2481" y="207"/>
                  <a:pt x="2490" y="200"/>
                </a:cubicBezTo>
                <a:cubicBezTo>
                  <a:pt x="2538" y="145"/>
                  <a:pt x="2544" y="137"/>
                  <a:pt x="2551" y="131"/>
                </a:cubicBezTo>
                <a:cubicBezTo>
                  <a:pt x="2594" y="76"/>
                  <a:pt x="2597" y="66"/>
                  <a:pt x="2602" y="56"/>
                </a:cubicBezTo>
                <a:cubicBezTo>
                  <a:pt x="2614" y="35"/>
                  <a:pt x="2615" y="32"/>
                  <a:pt x="2617" y="30"/>
                </a:cubicBezTo>
                <a:cubicBezTo>
                  <a:pt x="2632" y="3"/>
                  <a:pt x="2632" y="1"/>
                  <a:pt x="2633" y="0"/>
                </a:cubicBezTo>
                <a:cubicBezTo>
                  <a:pt x="2619" y="13"/>
                  <a:pt x="2613" y="14"/>
                  <a:pt x="2612" y="19"/>
                </a:cubicBezTo>
                <a:close/>
                <a:moveTo>
                  <a:pt x="2684" y="26"/>
                </a:moveTo>
                <a:cubicBezTo>
                  <a:pt x="2685" y="29"/>
                  <a:pt x="2687" y="30"/>
                  <a:pt x="2687" y="35"/>
                </a:cubicBezTo>
                <a:cubicBezTo>
                  <a:pt x="2698" y="65"/>
                  <a:pt x="2702" y="73"/>
                  <a:pt x="2706" y="80"/>
                </a:cubicBezTo>
                <a:cubicBezTo>
                  <a:pt x="2728" y="129"/>
                  <a:pt x="2728" y="136"/>
                  <a:pt x="2730" y="141"/>
                </a:cubicBezTo>
                <a:cubicBezTo>
                  <a:pt x="2753" y="174"/>
                  <a:pt x="2752" y="178"/>
                  <a:pt x="2754" y="179"/>
                </a:cubicBezTo>
                <a:cubicBezTo>
                  <a:pt x="2777" y="216"/>
                  <a:pt x="2779" y="226"/>
                  <a:pt x="2787" y="231"/>
                </a:cubicBezTo>
                <a:cubicBezTo>
                  <a:pt x="2810" y="267"/>
                  <a:pt x="2809" y="274"/>
                  <a:pt x="2813" y="277"/>
                </a:cubicBezTo>
                <a:cubicBezTo>
                  <a:pt x="2841" y="314"/>
                  <a:pt x="2834" y="311"/>
                  <a:pt x="2833" y="303"/>
                </a:cubicBezTo>
                <a:cubicBezTo>
                  <a:pt x="2810" y="258"/>
                  <a:pt x="2808" y="251"/>
                  <a:pt x="2802" y="246"/>
                </a:cubicBezTo>
                <a:cubicBezTo>
                  <a:pt x="2778" y="204"/>
                  <a:pt x="2773" y="199"/>
                  <a:pt x="2772" y="192"/>
                </a:cubicBezTo>
                <a:cubicBezTo>
                  <a:pt x="2764" y="178"/>
                  <a:pt x="2759" y="179"/>
                  <a:pt x="2759" y="174"/>
                </a:cubicBezTo>
                <a:cubicBezTo>
                  <a:pt x="2730" y="126"/>
                  <a:pt x="2729" y="108"/>
                  <a:pt x="2721" y="96"/>
                </a:cubicBezTo>
                <a:cubicBezTo>
                  <a:pt x="2698" y="41"/>
                  <a:pt x="2697" y="22"/>
                  <a:pt x="2689" y="11"/>
                </a:cubicBezTo>
                <a:cubicBezTo>
                  <a:pt x="2678" y="3"/>
                  <a:pt x="2678" y="6"/>
                  <a:pt x="2680" y="8"/>
                </a:cubicBezTo>
                <a:close/>
                <a:moveTo>
                  <a:pt x="2336" y="19"/>
                </a:moveTo>
                <a:cubicBezTo>
                  <a:pt x="2346" y="21"/>
                  <a:pt x="2343" y="8"/>
                  <a:pt x="2351" y="6"/>
                </a:cubicBezTo>
                <a:cubicBezTo>
                  <a:pt x="2352" y="5"/>
                  <a:pt x="2354" y="2"/>
                  <a:pt x="2355" y="0"/>
                </a:cubicBezTo>
                <a:cubicBezTo>
                  <a:pt x="2349" y="0"/>
                  <a:pt x="2349" y="0"/>
                  <a:pt x="2349" y="0"/>
                </a:cubicBezTo>
                <a:cubicBezTo>
                  <a:pt x="2348" y="2"/>
                  <a:pt x="2347" y="3"/>
                  <a:pt x="2346" y="4"/>
                </a:cubicBezTo>
                <a:cubicBezTo>
                  <a:pt x="2344" y="5"/>
                  <a:pt x="2342" y="7"/>
                  <a:pt x="2342" y="11"/>
                </a:cubicBezTo>
                <a:cubicBezTo>
                  <a:pt x="2340" y="13"/>
                  <a:pt x="2338" y="15"/>
                  <a:pt x="2336" y="17"/>
                </a:cubicBezTo>
                <a:cubicBezTo>
                  <a:pt x="2332" y="17"/>
                  <a:pt x="2334" y="23"/>
                  <a:pt x="2331" y="24"/>
                </a:cubicBezTo>
                <a:cubicBezTo>
                  <a:pt x="2333" y="30"/>
                  <a:pt x="2327" y="28"/>
                  <a:pt x="2327" y="32"/>
                </a:cubicBezTo>
                <a:cubicBezTo>
                  <a:pt x="2334" y="32"/>
                  <a:pt x="2335" y="26"/>
                  <a:pt x="2336" y="19"/>
                </a:cubicBezTo>
                <a:close/>
                <a:moveTo>
                  <a:pt x="2793" y="46"/>
                </a:moveTo>
                <a:cubicBezTo>
                  <a:pt x="2793" y="52"/>
                  <a:pt x="2795" y="57"/>
                  <a:pt x="2800" y="59"/>
                </a:cubicBezTo>
                <a:cubicBezTo>
                  <a:pt x="2798" y="68"/>
                  <a:pt x="2804" y="69"/>
                  <a:pt x="2804" y="76"/>
                </a:cubicBezTo>
                <a:cubicBezTo>
                  <a:pt x="2809" y="78"/>
                  <a:pt x="2806" y="87"/>
                  <a:pt x="2811" y="89"/>
                </a:cubicBezTo>
                <a:cubicBezTo>
                  <a:pt x="2812" y="94"/>
                  <a:pt x="2813" y="100"/>
                  <a:pt x="2815" y="104"/>
                </a:cubicBezTo>
                <a:cubicBezTo>
                  <a:pt x="2818" y="115"/>
                  <a:pt x="2822" y="123"/>
                  <a:pt x="2824" y="135"/>
                </a:cubicBezTo>
                <a:cubicBezTo>
                  <a:pt x="2827" y="138"/>
                  <a:pt x="2827" y="144"/>
                  <a:pt x="2828" y="150"/>
                </a:cubicBezTo>
                <a:cubicBezTo>
                  <a:pt x="2830" y="155"/>
                  <a:pt x="2833" y="159"/>
                  <a:pt x="2833" y="165"/>
                </a:cubicBezTo>
                <a:cubicBezTo>
                  <a:pt x="2835" y="170"/>
                  <a:pt x="2835" y="176"/>
                  <a:pt x="2837" y="181"/>
                </a:cubicBezTo>
                <a:cubicBezTo>
                  <a:pt x="2841" y="184"/>
                  <a:pt x="2836" y="197"/>
                  <a:pt x="2844" y="196"/>
                </a:cubicBezTo>
                <a:cubicBezTo>
                  <a:pt x="2842" y="176"/>
                  <a:pt x="2835" y="161"/>
                  <a:pt x="2833" y="141"/>
                </a:cubicBezTo>
                <a:cubicBezTo>
                  <a:pt x="2827" y="124"/>
                  <a:pt x="2822" y="107"/>
                  <a:pt x="2817" y="89"/>
                </a:cubicBezTo>
                <a:cubicBezTo>
                  <a:pt x="2818" y="84"/>
                  <a:pt x="2821" y="81"/>
                  <a:pt x="2820" y="74"/>
                </a:cubicBezTo>
                <a:cubicBezTo>
                  <a:pt x="2815" y="58"/>
                  <a:pt x="2811" y="43"/>
                  <a:pt x="2806" y="28"/>
                </a:cubicBezTo>
                <a:cubicBezTo>
                  <a:pt x="2804" y="25"/>
                  <a:pt x="2804" y="20"/>
                  <a:pt x="2802" y="17"/>
                </a:cubicBezTo>
                <a:cubicBezTo>
                  <a:pt x="2801" y="13"/>
                  <a:pt x="2801" y="8"/>
                  <a:pt x="2798" y="6"/>
                </a:cubicBezTo>
                <a:cubicBezTo>
                  <a:pt x="2798" y="4"/>
                  <a:pt x="2797" y="2"/>
                  <a:pt x="2797" y="0"/>
                </a:cubicBezTo>
                <a:cubicBezTo>
                  <a:pt x="2790" y="0"/>
                  <a:pt x="2790" y="0"/>
                  <a:pt x="2790" y="0"/>
                </a:cubicBezTo>
                <a:cubicBezTo>
                  <a:pt x="2791" y="4"/>
                  <a:pt x="2792" y="7"/>
                  <a:pt x="2793" y="11"/>
                </a:cubicBezTo>
                <a:cubicBezTo>
                  <a:pt x="2797" y="15"/>
                  <a:pt x="2798" y="22"/>
                  <a:pt x="2800" y="28"/>
                </a:cubicBezTo>
                <a:cubicBezTo>
                  <a:pt x="2803" y="32"/>
                  <a:pt x="2802" y="40"/>
                  <a:pt x="2806" y="43"/>
                </a:cubicBezTo>
                <a:cubicBezTo>
                  <a:pt x="2808" y="56"/>
                  <a:pt x="2814" y="65"/>
                  <a:pt x="2815" y="78"/>
                </a:cubicBezTo>
                <a:cubicBezTo>
                  <a:pt x="2806" y="70"/>
                  <a:pt x="2808" y="50"/>
                  <a:pt x="2798" y="43"/>
                </a:cubicBezTo>
                <a:cubicBezTo>
                  <a:pt x="2799" y="34"/>
                  <a:pt x="2792" y="32"/>
                  <a:pt x="2789" y="26"/>
                </a:cubicBezTo>
                <a:cubicBezTo>
                  <a:pt x="2787" y="20"/>
                  <a:pt x="2782" y="17"/>
                  <a:pt x="2780" y="11"/>
                </a:cubicBezTo>
                <a:cubicBezTo>
                  <a:pt x="2778" y="8"/>
                  <a:pt x="2776" y="4"/>
                  <a:pt x="2775" y="0"/>
                </a:cubicBezTo>
                <a:cubicBezTo>
                  <a:pt x="2765" y="0"/>
                  <a:pt x="2765" y="0"/>
                  <a:pt x="2765" y="0"/>
                </a:cubicBezTo>
                <a:cubicBezTo>
                  <a:pt x="2770" y="7"/>
                  <a:pt x="2773" y="15"/>
                  <a:pt x="2778" y="22"/>
                </a:cubicBezTo>
                <a:cubicBezTo>
                  <a:pt x="2783" y="30"/>
                  <a:pt x="2786" y="40"/>
                  <a:pt x="2793" y="46"/>
                </a:cubicBezTo>
                <a:close/>
                <a:moveTo>
                  <a:pt x="2852" y="11"/>
                </a:moveTo>
                <a:cubicBezTo>
                  <a:pt x="2852" y="20"/>
                  <a:pt x="2857" y="25"/>
                  <a:pt x="2859" y="32"/>
                </a:cubicBezTo>
                <a:cubicBezTo>
                  <a:pt x="2857" y="39"/>
                  <a:pt x="2863" y="39"/>
                  <a:pt x="2861" y="46"/>
                </a:cubicBezTo>
                <a:cubicBezTo>
                  <a:pt x="2861" y="51"/>
                  <a:pt x="2862" y="56"/>
                  <a:pt x="2865" y="59"/>
                </a:cubicBezTo>
                <a:cubicBezTo>
                  <a:pt x="2867" y="43"/>
                  <a:pt x="2860" y="35"/>
                  <a:pt x="2859" y="22"/>
                </a:cubicBezTo>
                <a:cubicBezTo>
                  <a:pt x="2858" y="15"/>
                  <a:pt x="2856" y="10"/>
                  <a:pt x="2854" y="4"/>
                </a:cubicBezTo>
                <a:cubicBezTo>
                  <a:pt x="2855" y="2"/>
                  <a:pt x="2854" y="1"/>
                  <a:pt x="2854" y="0"/>
                </a:cubicBezTo>
                <a:cubicBezTo>
                  <a:pt x="2849" y="0"/>
                  <a:pt x="2849" y="0"/>
                  <a:pt x="2849" y="0"/>
                </a:cubicBezTo>
                <a:cubicBezTo>
                  <a:pt x="2851" y="3"/>
                  <a:pt x="2848" y="10"/>
                  <a:pt x="2852" y="11"/>
                </a:cubicBezTo>
                <a:close/>
                <a:moveTo>
                  <a:pt x="2386" y="46"/>
                </a:moveTo>
                <a:cubicBezTo>
                  <a:pt x="2379" y="43"/>
                  <a:pt x="2380" y="49"/>
                  <a:pt x="2377" y="50"/>
                </a:cubicBezTo>
                <a:cubicBezTo>
                  <a:pt x="2377" y="53"/>
                  <a:pt x="2370" y="58"/>
                  <a:pt x="2375" y="59"/>
                </a:cubicBezTo>
                <a:cubicBezTo>
                  <a:pt x="2383" y="52"/>
                  <a:pt x="2389" y="44"/>
                  <a:pt x="2399" y="39"/>
                </a:cubicBezTo>
                <a:cubicBezTo>
                  <a:pt x="2399" y="32"/>
                  <a:pt x="2410" y="36"/>
                  <a:pt x="2410" y="28"/>
                </a:cubicBezTo>
                <a:cubicBezTo>
                  <a:pt x="2413" y="28"/>
                  <a:pt x="2413" y="24"/>
                  <a:pt x="2416" y="24"/>
                </a:cubicBezTo>
                <a:cubicBezTo>
                  <a:pt x="2420" y="23"/>
                  <a:pt x="2418" y="16"/>
                  <a:pt x="2423" y="17"/>
                </a:cubicBezTo>
                <a:cubicBezTo>
                  <a:pt x="2429" y="16"/>
                  <a:pt x="2428" y="8"/>
                  <a:pt x="2436" y="8"/>
                </a:cubicBezTo>
                <a:cubicBezTo>
                  <a:pt x="2436" y="5"/>
                  <a:pt x="2438" y="2"/>
                  <a:pt x="2440" y="0"/>
                </a:cubicBezTo>
                <a:cubicBezTo>
                  <a:pt x="2432" y="0"/>
                  <a:pt x="2432" y="0"/>
                  <a:pt x="2432" y="0"/>
                </a:cubicBezTo>
                <a:cubicBezTo>
                  <a:pt x="2430" y="2"/>
                  <a:pt x="2428" y="3"/>
                  <a:pt x="2427" y="6"/>
                </a:cubicBezTo>
                <a:cubicBezTo>
                  <a:pt x="2422" y="10"/>
                  <a:pt x="2417" y="14"/>
                  <a:pt x="2414" y="19"/>
                </a:cubicBezTo>
                <a:cubicBezTo>
                  <a:pt x="2406" y="21"/>
                  <a:pt x="2406" y="30"/>
                  <a:pt x="2399" y="32"/>
                </a:cubicBezTo>
                <a:cubicBezTo>
                  <a:pt x="2393" y="31"/>
                  <a:pt x="2395" y="37"/>
                  <a:pt x="2392" y="39"/>
                </a:cubicBezTo>
                <a:cubicBezTo>
                  <a:pt x="2387" y="39"/>
                  <a:pt x="2385" y="41"/>
                  <a:pt x="2386" y="46"/>
                </a:cubicBezTo>
                <a:close/>
                <a:moveTo>
                  <a:pt x="2569" y="59"/>
                </a:moveTo>
                <a:cubicBezTo>
                  <a:pt x="2566" y="59"/>
                  <a:pt x="2566" y="62"/>
                  <a:pt x="2567" y="65"/>
                </a:cubicBezTo>
                <a:cubicBezTo>
                  <a:pt x="2549" y="87"/>
                  <a:pt x="2548" y="92"/>
                  <a:pt x="2543" y="93"/>
                </a:cubicBezTo>
                <a:cubicBezTo>
                  <a:pt x="2513" y="133"/>
                  <a:pt x="2508" y="135"/>
                  <a:pt x="2508" y="141"/>
                </a:cubicBezTo>
                <a:cubicBezTo>
                  <a:pt x="2473" y="177"/>
                  <a:pt x="2469" y="180"/>
                  <a:pt x="2466" y="185"/>
                </a:cubicBezTo>
                <a:cubicBezTo>
                  <a:pt x="2441" y="207"/>
                  <a:pt x="2443" y="212"/>
                  <a:pt x="2438" y="211"/>
                </a:cubicBezTo>
                <a:cubicBezTo>
                  <a:pt x="2407" y="240"/>
                  <a:pt x="2405" y="242"/>
                  <a:pt x="2405" y="246"/>
                </a:cubicBezTo>
                <a:cubicBezTo>
                  <a:pt x="2379" y="268"/>
                  <a:pt x="2378" y="282"/>
                  <a:pt x="2366" y="285"/>
                </a:cubicBezTo>
                <a:cubicBezTo>
                  <a:pt x="2344" y="325"/>
                  <a:pt x="2345" y="329"/>
                  <a:pt x="2342" y="329"/>
                </a:cubicBezTo>
                <a:cubicBezTo>
                  <a:pt x="2361" y="305"/>
                  <a:pt x="2369" y="301"/>
                  <a:pt x="2370" y="290"/>
                </a:cubicBezTo>
                <a:cubicBezTo>
                  <a:pt x="2392" y="267"/>
                  <a:pt x="2393" y="265"/>
                  <a:pt x="2397" y="266"/>
                </a:cubicBezTo>
                <a:cubicBezTo>
                  <a:pt x="2413" y="243"/>
                  <a:pt x="2418" y="242"/>
                  <a:pt x="2423" y="240"/>
                </a:cubicBezTo>
                <a:cubicBezTo>
                  <a:pt x="2446" y="214"/>
                  <a:pt x="2452" y="213"/>
                  <a:pt x="2455" y="209"/>
                </a:cubicBezTo>
                <a:cubicBezTo>
                  <a:pt x="2475" y="187"/>
                  <a:pt x="2477" y="185"/>
                  <a:pt x="2479" y="183"/>
                </a:cubicBezTo>
                <a:cubicBezTo>
                  <a:pt x="2492" y="165"/>
                  <a:pt x="2498" y="167"/>
                  <a:pt x="2497" y="161"/>
                </a:cubicBezTo>
                <a:cubicBezTo>
                  <a:pt x="2517" y="136"/>
                  <a:pt x="2528" y="137"/>
                  <a:pt x="2527" y="128"/>
                </a:cubicBezTo>
                <a:cubicBezTo>
                  <a:pt x="2563" y="79"/>
                  <a:pt x="2568" y="75"/>
                  <a:pt x="2573" y="72"/>
                </a:cubicBezTo>
                <a:cubicBezTo>
                  <a:pt x="2585" y="53"/>
                  <a:pt x="2586" y="50"/>
                  <a:pt x="2586" y="46"/>
                </a:cubicBezTo>
                <a:cubicBezTo>
                  <a:pt x="2615" y="7"/>
                  <a:pt x="2616" y="4"/>
                  <a:pt x="2617" y="0"/>
                </a:cubicBezTo>
                <a:cubicBezTo>
                  <a:pt x="2600" y="13"/>
                  <a:pt x="2595" y="15"/>
                  <a:pt x="2595" y="22"/>
                </a:cubicBezTo>
                <a:cubicBezTo>
                  <a:pt x="2579" y="41"/>
                  <a:pt x="2576" y="52"/>
                  <a:pt x="2569" y="59"/>
                </a:cubicBezTo>
                <a:close/>
                <a:moveTo>
                  <a:pt x="2351" y="28"/>
                </a:moveTo>
                <a:cubicBezTo>
                  <a:pt x="2351" y="32"/>
                  <a:pt x="2348" y="32"/>
                  <a:pt x="2346" y="35"/>
                </a:cubicBezTo>
                <a:cubicBezTo>
                  <a:pt x="2343" y="38"/>
                  <a:pt x="2340" y="42"/>
                  <a:pt x="2338" y="46"/>
                </a:cubicBezTo>
                <a:cubicBezTo>
                  <a:pt x="2333" y="44"/>
                  <a:pt x="2331" y="57"/>
                  <a:pt x="2336" y="59"/>
                </a:cubicBezTo>
                <a:cubicBezTo>
                  <a:pt x="2341" y="44"/>
                  <a:pt x="2352" y="36"/>
                  <a:pt x="2362" y="26"/>
                </a:cubicBezTo>
                <a:cubicBezTo>
                  <a:pt x="2366" y="20"/>
                  <a:pt x="2371" y="15"/>
                  <a:pt x="2377" y="11"/>
                </a:cubicBezTo>
                <a:cubicBezTo>
                  <a:pt x="2379" y="8"/>
                  <a:pt x="2383" y="6"/>
                  <a:pt x="2383" y="2"/>
                </a:cubicBezTo>
                <a:cubicBezTo>
                  <a:pt x="2385" y="1"/>
                  <a:pt x="2387" y="2"/>
                  <a:pt x="2388" y="0"/>
                </a:cubicBezTo>
                <a:cubicBezTo>
                  <a:pt x="2380" y="0"/>
                  <a:pt x="2380" y="0"/>
                  <a:pt x="2380" y="0"/>
                </a:cubicBezTo>
                <a:cubicBezTo>
                  <a:pt x="2378" y="2"/>
                  <a:pt x="2375" y="3"/>
                  <a:pt x="2375" y="6"/>
                </a:cubicBezTo>
                <a:cubicBezTo>
                  <a:pt x="2369" y="7"/>
                  <a:pt x="2367" y="12"/>
                  <a:pt x="2364" y="15"/>
                </a:cubicBezTo>
                <a:cubicBezTo>
                  <a:pt x="2363" y="20"/>
                  <a:pt x="2356" y="19"/>
                  <a:pt x="2357" y="26"/>
                </a:cubicBezTo>
                <a:cubicBezTo>
                  <a:pt x="2354" y="26"/>
                  <a:pt x="2353" y="27"/>
                  <a:pt x="2351" y="28"/>
                </a:cubicBezTo>
                <a:close/>
                <a:moveTo>
                  <a:pt x="2438" y="72"/>
                </a:moveTo>
                <a:cubicBezTo>
                  <a:pt x="2435" y="76"/>
                  <a:pt x="2432" y="80"/>
                  <a:pt x="2427" y="83"/>
                </a:cubicBezTo>
                <a:cubicBezTo>
                  <a:pt x="2425" y="89"/>
                  <a:pt x="2420" y="91"/>
                  <a:pt x="2416" y="96"/>
                </a:cubicBezTo>
                <a:cubicBezTo>
                  <a:pt x="2413" y="100"/>
                  <a:pt x="2407" y="101"/>
                  <a:pt x="2405" y="107"/>
                </a:cubicBezTo>
                <a:cubicBezTo>
                  <a:pt x="2403" y="112"/>
                  <a:pt x="2397" y="114"/>
                  <a:pt x="2394" y="120"/>
                </a:cubicBezTo>
                <a:cubicBezTo>
                  <a:pt x="2388" y="128"/>
                  <a:pt x="2381" y="137"/>
                  <a:pt x="2377" y="148"/>
                </a:cubicBezTo>
                <a:cubicBezTo>
                  <a:pt x="2372" y="151"/>
                  <a:pt x="2371" y="158"/>
                  <a:pt x="2368" y="163"/>
                </a:cubicBezTo>
                <a:cubicBezTo>
                  <a:pt x="2365" y="163"/>
                  <a:pt x="2367" y="169"/>
                  <a:pt x="2364" y="170"/>
                </a:cubicBezTo>
                <a:cubicBezTo>
                  <a:pt x="2362" y="172"/>
                  <a:pt x="2361" y="176"/>
                  <a:pt x="2362" y="181"/>
                </a:cubicBezTo>
                <a:cubicBezTo>
                  <a:pt x="2366" y="181"/>
                  <a:pt x="2367" y="179"/>
                  <a:pt x="2366" y="174"/>
                </a:cubicBezTo>
                <a:cubicBezTo>
                  <a:pt x="2369" y="173"/>
                  <a:pt x="2370" y="171"/>
                  <a:pt x="2370" y="168"/>
                </a:cubicBezTo>
                <a:cubicBezTo>
                  <a:pt x="2377" y="166"/>
                  <a:pt x="2375" y="156"/>
                  <a:pt x="2381" y="155"/>
                </a:cubicBezTo>
                <a:cubicBezTo>
                  <a:pt x="2385" y="142"/>
                  <a:pt x="2395" y="136"/>
                  <a:pt x="2399" y="124"/>
                </a:cubicBezTo>
                <a:cubicBezTo>
                  <a:pt x="2408" y="118"/>
                  <a:pt x="2413" y="108"/>
                  <a:pt x="2423" y="102"/>
                </a:cubicBezTo>
                <a:cubicBezTo>
                  <a:pt x="2424" y="96"/>
                  <a:pt x="2429" y="94"/>
                  <a:pt x="2434" y="91"/>
                </a:cubicBezTo>
                <a:cubicBezTo>
                  <a:pt x="2434" y="84"/>
                  <a:pt x="2443" y="85"/>
                  <a:pt x="2445" y="78"/>
                </a:cubicBezTo>
                <a:cubicBezTo>
                  <a:pt x="2449" y="76"/>
                  <a:pt x="2453" y="72"/>
                  <a:pt x="2455" y="67"/>
                </a:cubicBezTo>
                <a:cubicBezTo>
                  <a:pt x="2456" y="64"/>
                  <a:pt x="2460" y="65"/>
                  <a:pt x="2462" y="63"/>
                </a:cubicBezTo>
                <a:cubicBezTo>
                  <a:pt x="2459" y="56"/>
                  <a:pt x="2469" y="61"/>
                  <a:pt x="2466" y="54"/>
                </a:cubicBezTo>
                <a:cubicBezTo>
                  <a:pt x="2472" y="53"/>
                  <a:pt x="2475" y="48"/>
                  <a:pt x="2479" y="46"/>
                </a:cubicBezTo>
                <a:cubicBezTo>
                  <a:pt x="2479" y="37"/>
                  <a:pt x="2489" y="39"/>
                  <a:pt x="2490" y="32"/>
                </a:cubicBezTo>
                <a:cubicBezTo>
                  <a:pt x="2500" y="20"/>
                  <a:pt x="2512" y="11"/>
                  <a:pt x="2523" y="0"/>
                </a:cubicBezTo>
                <a:cubicBezTo>
                  <a:pt x="2509" y="0"/>
                  <a:pt x="2509" y="0"/>
                  <a:pt x="2509" y="0"/>
                </a:cubicBezTo>
                <a:cubicBezTo>
                  <a:pt x="2508" y="1"/>
                  <a:pt x="2507" y="2"/>
                  <a:pt x="2506" y="2"/>
                </a:cubicBezTo>
                <a:cubicBezTo>
                  <a:pt x="2506" y="6"/>
                  <a:pt x="2504" y="8"/>
                  <a:pt x="2501" y="8"/>
                </a:cubicBezTo>
                <a:cubicBezTo>
                  <a:pt x="2498" y="9"/>
                  <a:pt x="2500" y="14"/>
                  <a:pt x="2495" y="13"/>
                </a:cubicBezTo>
                <a:cubicBezTo>
                  <a:pt x="2494" y="16"/>
                  <a:pt x="2491" y="16"/>
                  <a:pt x="2490" y="19"/>
                </a:cubicBezTo>
                <a:cubicBezTo>
                  <a:pt x="2490" y="23"/>
                  <a:pt x="2483" y="21"/>
                  <a:pt x="2484" y="26"/>
                </a:cubicBezTo>
                <a:cubicBezTo>
                  <a:pt x="2468" y="41"/>
                  <a:pt x="2454" y="57"/>
                  <a:pt x="2438" y="72"/>
                </a:cubicBezTo>
                <a:close/>
                <a:moveTo>
                  <a:pt x="2508" y="35"/>
                </a:moveTo>
                <a:cubicBezTo>
                  <a:pt x="2506" y="40"/>
                  <a:pt x="2501" y="40"/>
                  <a:pt x="2499" y="46"/>
                </a:cubicBezTo>
                <a:cubicBezTo>
                  <a:pt x="2484" y="62"/>
                  <a:pt x="2478" y="60"/>
                  <a:pt x="2479" y="65"/>
                </a:cubicBezTo>
                <a:cubicBezTo>
                  <a:pt x="2463" y="80"/>
                  <a:pt x="2459" y="80"/>
                  <a:pt x="2458" y="83"/>
                </a:cubicBezTo>
                <a:cubicBezTo>
                  <a:pt x="2444" y="102"/>
                  <a:pt x="2434" y="106"/>
                  <a:pt x="2427" y="113"/>
                </a:cubicBezTo>
                <a:cubicBezTo>
                  <a:pt x="2414" y="132"/>
                  <a:pt x="2408" y="130"/>
                  <a:pt x="2410" y="135"/>
                </a:cubicBezTo>
                <a:cubicBezTo>
                  <a:pt x="2383" y="161"/>
                  <a:pt x="2382" y="173"/>
                  <a:pt x="2375" y="179"/>
                </a:cubicBezTo>
                <a:cubicBezTo>
                  <a:pt x="2355" y="218"/>
                  <a:pt x="2355" y="224"/>
                  <a:pt x="2351" y="224"/>
                </a:cubicBezTo>
                <a:cubicBezTo>
                  <a:pt x="2344" y="254"/>
                  <a:pt x="2335" y="259"/>
                  <a:pt x="2342" y="261"/>
                </a:cubicBezTo>
                <a:cubicBezTo>
                  <a:pt x="2366" y="200"/>
                  <a:pt x="2372" y="200"/>
                  <a:pt x="2373" y="196"/>
                </a:cubicBezTo>
                <a:cubicBezTo>
                  <a:pt x="2395" y="169"/>
                  <a:pt x="2391" y="160"/>
                  <a:pt x="2397" y="161"/>
                </a:cubicBezTo>
                <a:cubicBezTo>
                  <a:pt x="2420" y="141"/>
                  <a:pt x="2418" y="135"/>
                  <a:pt x="2421" y="133"/>
                </a:cubicBezTo>
                <a:cubicBezTo>
                  <a:pt x="2456" y="96"/>
                  <a:pt x="2463" y="93"/>
                  <a:pt x="2466" y="87"/>
                </a:cubicBezTo>
                <a:cubicBezTo>
                  <a:pt x="2495" y="64"/>
                  <a:pt x="2495" y="59"/>
                  <a:pt x="2499" y="59"/>
                </a:cubicBezTo>
                <a:cubicBezTo>
                  <a:pt x="2518" y="37"/>
                  <a:pt x="2524" y="32"/>
                  <a:pt x="2530" y="28"/>
                </a:cubicBezTo>
                <a:cubicBezTo>
                  <a:pt x="2545" y="8"/>
                  <a:pt x="2549" y="7"/>
                  <a:pt x="2551" y="4"/>
                </a:cubicBezTo>
                <a:cubicBezTo>
                  <a:pt x="2541" y="2"/>
                  <a:pt x="2540" y="3"/>
                  <a:pt x="2538" y="4"/>
                </a:cubicBezTo>
                <a:close/>
                <a:moveTo>
                  <a:pt x="3098" y="2129"/>
                </a:moveTo>
                <a:cubicBezTo>
                  <a:pt x="3093" y="2124"/>
                  <a:pt x="3098" y="2119"/>
                  <a:pt x="3093" y="2113"/>
                </a:cubicBezTo>
                <a:cubicBezTo>
                  <a:pt x="3086" y="2064"/>
                  <a:pt x="3077" y="2058"/>
                  <a:pt x="3079" y="2054"/>
                </a:cubicBezTo>
                <a:cubicBezTo>
                  <a:pt x="3040" y="1980"/>
                  <a:pt x="3047" y="1984"/>
                  <a:pt x="3048" y="1988"/>
                </a:cubicBezTo>
                <a:cubicBezTo>
                  <a:pt x="3064" y="2024"/>
                  <a:pt x="3062" y="2030"/>
                  <a:pt x="3069" y="2036"/>
                </a:cubicBezTo>
                <a:cubicBezTo>
                  <a:pt x="3073" y="2062"/>
                  <a:pt x="3074" y="2065"/>
                  <a:pt x="3078" y="2069"/>
                </a:cubicBezTo>
                <a:cubicBezTo>
                  <a:pt x="3075" y="2066"/>
                  <a:pt x="3067" y="2062"/>
                  <a:pt x="3071" y="2058"/>
                </a:cubicBezTo>
                <a:cubicBezTo>
                  <a:pt x="3019" y="1980"/>
                  <a:pt x="3021" y="1968"/>
                  <a:pt x="3011" y="1974"/>
                </a:cubicBezTo>
                <a:cubicBezTo>
                  <a:pt x="3035" y="2011"/>
                  <a:pt x="3044" y="2015"/>
                  <a:pt x="3046" y="2019"/>
                </a:cubicBezTo>
                <a:cubicBezTo>
                  <a:pt x="3060" y="2063"/>
                  <a:pt x="3065" y="2068"/>
                  <a:pt x="3067" y="2073"/>
                </a:cubicBezTo>
                <a:cubicBezTo>
                  <a:pt x="3073" y="2103"/>
                  <a:pt x="3074" y="2105"/>
                  <a:pt x="3071" y="2107"/>
                </a:cubicBezTo>
                <a:cubicBezTo>
                  <a:pt x="3078" y="2130"/>
                  <a:pt x="3077" y="2132"/>
                  <a:pt x="3077" y="2134"/>
                </a:cubicBezTo>
                <a:cubicBezTo>
                  <a:pt x="3065" y="2103"/>
                  <a:pt x="3062" y="2098"/>
                  <a:pt x="3061" y="2093"/>
                </a:cubicBezTo>
                <a:cubicBezTo>
                  <a:pt x="3054" y="2074"/>
                  <a:pt x="3050" y="2071"/>
                  <a:pt x="3051" y="2069"/>
                </a:cubicBezTo>
                <a:cubicBezTo>
                  <a:pt x="2992" y="2001"/>
                  <a:pt x="2987" y="1997"/>
                  <a:pt x="2983" y="1990"/>
                </a:cubicBezTo>
                <a:cubicBezTo>
                  <a:pt x="3043" y="2076"/>
                  <a:pt x="3050" y="2086"/>
                  <a:pt x="3056" y="2097"/>
                </a:cubicBezTo>
                <a:cubicBezTo>
                  <a:pt x="3062" y="2124"/>
                  <a:pt x="3060" y="2124"/>
                  <a:pt x="3060" y="2125"/>
                </a:cubicBezTo>
                <a:cubicBezTo>
                  <a:pt x="3064" y="2144"/>
                  <a:pt x="3068" y="2146"/>
                  <a:pt x="3068" y="2147"/>
                </a:cubicBezTo>
                <a:cubicBezTo>
                  <a:pt x="3078" y="2160"/>
                  <a:pt x="3078" y="2160"/>
                  <a:pt x="3078" y="2160"/>
                </a:cubicBezTo>
                <a:cubicBezTo>
                  <a:pt x="3079" y="2148"/>
                  <a:pt x="3079" y="2154"/>
                  <a:pt x="3079" y="2160"/>
                </a:cubicBezTo>
                <a:cubicBezTo>
                  <a:pt x="3087" y="2158"/>
                  <a:pt x="3088" y="2155"/>
                  <a:pt x="3088" y="2153"/>
                </a:cubicBezTo>
                <a:cubicBezTo>
                  <a:pt x="3082" y="2102"/>
                  <a:pt x="3079" y="2093"/>
                  <a:pt x="3077" y="2085"/>
                </a:cubicBezTo>
                <a:cubicBezTo>
                  <a:pt x="3087" y="2106"/>
                  <a:pt x="3084" y="2112"/>
                  <a:pt x="3088" y="2118"/>
                </a:cubicBezTo>
                <a:cubicBezTo>
                  <a:pt x="3091" y="2155"/>
                  <a:pt x="3092" y="2158"/>
                  <a:pt x="3093" y="2160"/>
                </a:cubicBezTo>
                <a:cubicBezTo>
                  <a:pt x="3101" y="2149"/>
                  <a:pt x="3096" y="2139"/>
                  <a:pt x="3098" y="2129"/>
                </a:cubicBezTo>
                <a:close/>
                <a:moveTo>
                  <a:pt x="2730" y="4"/>
                </a:moveTo>
                <a:cubicBezTo>
                  <a:pt x="2730" y="10"/>
                  <a:pt x="2731" y="13"/>
                  <a:pt x="2735" y="15"/>
                </a:cubicBezTo>
                <a:cubicBezTo>
                  <a:pt x="2759" y="58"/>
                  <a:pt x="2759" y="68"/>
                  <a:pt x="2765" y="72"/>
                </a:cubicBezTo>
                <a:cubicBezTo>
                  <a:pt x="2788" y="115"/>
                  <a:pt x="2789" y="123"/>
                  <a:pt x="2793" y="128"/>
                </a:cubicBezTo>
                <a:cubicBezTo>
                  <a:pt x="2807" y="153"/>
                  <a:pt x="2810" y="159"/>
                  <a:pt x="2815" y="163"/>
                </a:cubicBezTo>
                <a:cubicBezTo>
                  <a:pt x="2837" y="203"/>
                  <a:pt x="2835" y="211"/>
                  <a:pt x="2839" y="211"/>
                </a:cubicBezTo>
                <a:cubicBezTo>
                  <a:pt x="2837" y="204"/>
                  <a:pt x="2837" y="199"/>
                  <a:pt x="2837" y="194"/>
                </a:cubicBezTo>
                <a:cubicBezTo>
                  <a:pt x="2804" y="142"/>
                  <a:pt x="2807" y="132"/>
                  <a:pt x="2802" y="131"/>
                </a:cubicBezTo>
                <a:cubicBezTo>
                  <a:pt x="2780" y="92"/>
                  <a:pt x="2781" y="90"/>
                  <a:pt x="2780" y="89"/>
                </a:cubicBezTo>
                <a:cubicBezTo>
                  <a:pt x="2772" y="61"/>
                  <a:pt x="2764" y="63"/>
                  <a:pt x="2765" y="56"/>
                </a:cubicBezTo>
                <a:cubicBezTo>
                  <a:pt x="2742" y="16"/>
                  <a:pt x="2749" y="13"/>
                  <a:pt x="2741" y="13"/>
                </a:cubicBezTo>
                <a:cubicBezTo>
                  <a:pt x="2727" y="2"/>
                  <a:pt x="2728" y="4"/>
                  <a:pt x="2730" y="4"/>
                </a:cubicBezTo>
                <a:close/>
                <a:moveTo>
                  <a:pt x="2729" y="2032"/>
                </a:moveTo>
                <a:cubicBezTo>
                  <a:pt x="2713" y="2020"/>
                  <a:pt x="2697" y="2002"/>
                  <a:pt x="2681" y="1987"/>
                </a:cubicBezTo>
                <a:cubicBezTo>
                  <a:pt x="2676" y="1986"/>
                  <a:pt x="2671" y="1980"/>
                  <a:pt x="2665" y="1978"/>
                </a:cubicBezTo>
                <a:cubicBezTo>
                  <a:pt x="2660" y="1970"/>
                  <a:pt x="2655" y="1972"/>
                  <a:pt x="2650" y="1965"/>
                </a:cubicBezTo>
                <a:cubicBezTo>
                  <a:pt x="2648" y="1962"/>
                  <a:pt x="2645" y="1963"/>
                  <a:pt x="2643" y="1960"/>
                </a:cubicBezTo>
                <a:cubicBezTo>
                  <a:pt x="2642" y="1961"/>
                  <a:pt x="2634" y="1956"/>
                  <a:pt x="2637" y="1962"/>
                </a:cubicBezTo>
                <a:cubicBezTo>
                  <a:pt x="2645" y="1963"/>
                  <a:pt x="2653" y="1974"/>
                  <a:pt x="2662" y="1978"/>
                </a:cubicBezTo>
                <a:cubicBezTo>
                  <a:pt x="2672" y="1992"/>
                  <a:pt x="2683" y="1992"/>
                  <a:pt x="2693" y="2006"/>
                </a:cubicBezTo>
                <a:cubicBezTo>
                  <a:pt x="2696" y="2004"/>
                  <a:pt x="2694" y="2010"/>
                  <a:pt x="2697" y="2008"/>
                </a:cubicBezTo>
                <a:cubicBezTo>
                  <a:pt x="2699" y="2011"/>
                  <a:pt x="2702" y="2014"/>
                  <a:pt x="2704" y="2016"/>
                </a:cubicBezTo>
                <a:cubicBezTo>
                  <a:pt x="2709" y="2024"/>
                  <a:pt x="2715" y="2026"/>
                  <a:pt x="2720" y="2031"/>
                </a:cubicBezTo>
                <a:cubicBezTo>
                  <a:pt x="2743" y="2058"/>
                  <a:pt x="2766" y="2084"/>
                  <a:pt x="2789" y="2110"/>
                </a:cubicBezTo>
                <a:cubicBezTo>
                  <a:pt x="2794" y="2119"/>
                  <a:pt x="2805" y="2136"/>
                  <a:pt x="2811" y="2146"/>
                </a:cubicBezTo>
                <a:cubicBezTo>
                  <a:pt x="2815" y="2150"/>
                  <a:pt x="2819" y="2155"/>
                  <a:pt x="2822" y="2160"/>
                </a:cubicBezTo>
                <a:cubicBezTo>
                  <a:pt x="2833" y="2160"/>
                  <a:pt x="2833" y="2160"/>
                  <a:pt x="2833" y="2160"/>
                </a:cubicBezTo>
                <a:cubicBezTo>
                  <a:pt x="2819" y="2141"/>
                  <a:pt x="2808" y="2121"/>
                  <a:pt x="2793" y="2101"/>
                </a:cubicBezTo>
                <a:cubicBezTo>
                  <a:pt x="2769" y="2071"/>
                  <a:pt x="2752" y="2059"/>
                  <a:pt x="2729" y="2032"/>
                </a:cubicBezTo>
                <a:close/>
                <a:moveTo>
                  <a:pt x="2593" y="2068"/>
                </a:moveTo>
                <a:cubicBezTo>
                  <a:pt x="2590" y="2060"/>
                  <a:pt x="2586" y="2052"/>
                  <a:pt x="2577" y="2043"/>
                </a:cubicBezTo>
                <a:cubicBezTo>
                  <a:pt x="2574" y="2034"/>
                  <a:pt x="2569" y="2024"/>
                  <a:pt x="2561" y="2015"/>
                </a:cubicBezTo>
                <a:cubicBezTo>
                  <a:pt x="2556" y="2010"/>
                  <a:pt x="2562" y="2004"/>
                  <a:pt x="2554" y="2003"/>
                </a:cubicBezTo>
                <a:cubicBezTo>
                  <a:pt x="2558" y="1999"/>
                  <a:pt x="2542" y="1993"/>
                  <a:pt x="2547" y="1989"/>
                </a:cubicBezTo>
                <a:cubicBezTo>
                  <a:pt x="2539" y="1985"/>
                  <a:pt x="2535" y="1972"/>
                  <a:pt x="2527" y="1963"/>
                </a:cubicBezTo>
                <a:cubicBezTo>
                  <a:pt x="2522" y="1953"/>
                  <a:pt x="2513" y="1943"/>
                  <a:pt x="2507" y="1934"/>
                </a:cubicBezTo>
                <a:cubicBezTo>
                  <a:pt x="2502" y="1938"/>
                  <a:pt x="2505" y="1942"/>
                  <a:pt x="2510" y="1946"/>
                </a:cubicBezTo>
                <a:cubicBezTo>
                  <a:pt x="2509" y="1950"/>
                  <a:pt x="2514" y="1955"/>
                  <a:pt x="2518" y="1959"/>
                </a:cubicBezTo>
                <a:cubicBezTo>
                  <a:pt x="2522" y="1968"/>
                  <a:pt x="2528" y="1977"/>
                  <a:pt x="2536" y="1987"/>
                </a:cubicBezTo>
                <a:cubicBezTo>
                  <a:pt x="2535" y="1994"/>
                  <a:pt x="2547" y="2003"/>
                  <a:pt x="2549" y="2011"/>
                </a:cubicBezTo>
                <a:cubicBezTo>
                  <a:pt x="2552" y="2015"/>
                  <a:pt x="2550" y="2018"/>
                  <a:pt x="2556" y="2022"/>
                </a:cubicBezTo>
                <a:cubicBezTo>
                  <a:pt x="2553" y="2026"/>
                  <a:pt x="2564" y="2031"/>
                  <a:pt x="2561" y="2035"/>
                </a:cubicBezTo>
                <a:cubicBezTo>
                  <a:pt x="2574" y="2053"/>
                  <a:pt x="2580" y="2063"/>
                  <a:pt x="2590" y="2081"/>
                </a:cubicBezTo>
                <a:cubicBezTo>
                  <a:pt x="2617" y="2114"/>
                  <a:pt x="2628" y="2123"/>
                  <a:pt x="2652" y="2158"/>
                </a:cubicBezTo>
                <a:cubicBezTo>
                  <a:pt x="2653" y="2159"/>
                  <a:pt x="2654" y="2160"/>
                  <a:pt x="2655" y="2160"/>
                </a:cubicBezTo>
                <a:cubicBezTo>
                  <a:pt x="2668" y="2160"/>
                  <a:pt x="2668" y="2160"/>
                  <a:pt x="2668" y="2160"/>
                </a:cubicBezTo>
                <a:cubicBezTo>
                  <a:pt x="2649" y="2138"/>
                  <a:pt x="2635" y="2118"/>
                  <a:pt x="2614" y="2095"/>
                </a:cubicBezTo>
                <a:cubicBezTo>
                  <a:pt x="2611" y="2088"/>
                  <a:pt x="2603" y="2079"/>
                  <a:pt x="2593" y="2068"/>
                </a:cubicBezTo>
                <a:close/>
                <a:moveTo>
                  <a:pt x="2526" y="2071"/>
                </a:moveTo>
                <a:cubicBezTo>
                  <a:pt x="2526" y="2071"/>
                  <a:pt x="2524" y="2072"/>
                  <a:pt x="2524" y="2072"/>
                </a:cubicBezTo>
                <a:cubicBezTo>
                  <a:pt x="2524" y="2072"/>
                  <a:pt x="2519" y="2060"/>
                  <a:pt x="2519" y="2060"/>
                </a:cubicBezTo>
                <a:cubicBezTo>
                  <a:pt x="2518" y="2058"/>
                  <a:pt x="2517" y="2058"/>
                  <a:pt x="2516" y="2056"/>
                </a:cubicBezTo>
                <a:cubicBezTo>
                  <a:pt x="2506" y="2038"/>
                  <a:pt x="2496" y="2020"/>
                  <a:pt x="2481" y="2000"/>
                </a:cubicBezTo>
                <a:cubicBezTo>
                  <a:pt x="2460" y="1977"/>
                  <a:pt x="2453" y="1962"/>
                  <a:pt x="2430" y="1938"/>
                </a:cubicBezTo>
                <a:cubicBezTo>
                  <a:pt x="2422" y="1935"/>
                  <a:pt x="2415" y="1922"/>
                  <a:pt x="2408" y="1922"/>
                </a:cubicBezTo>
                <a:cubicBezTo>
                  <a:pt x="2410" y="1925"/>
                  <a:pt x="2411" y="1927"/>
                  <a:pt x="2413" y="1929"/>
                </a:cubicBezTo>
                <a:cubicBezTo>
                  <a:pt x="2415" y="1931"/>
                  <a:pt x="2418" y="1930"/>
                  <a:pt x="2416" y="1932"/>
                </a:cubicBezTo>
                <a:cubicBezTo>
                  <a:pt x="2421" y="1940"/>
                  <a:pt x="2420" y="1938"/>
                  <a:pt x="2426" y="1944"/>
                </a:cubicBezTo>
                <a:cubicBezTo>
                  <a:pt x="2435" y="1954"/>
                  <a:pt x="2444" y="1964"/>
                  <a:pt x="2452" y="1973"/>
                </a:cubicBezTo>
                <a:cubicBezTo>
                  <a:pt x="2451" y="1975"/>
                  <a:pt x="2451" y="1975"/>
                  <a:pt x="2452" y="1976"/>
                </a:cubicBezTo>
                <a:cubicBezTo>
                  <a:pt x="2455" y="1979"/>
                  <a:pt x="2459" y="1978"/>
                  <a:pt x="2458" y="1983"/>
                </a:cubicBezTo>
                <a:cubicBezTo>
                  <a:pt x="2462" y="1988"/>
                  <a:pt x="2466" y="1993"/>
                  <a:pt x="2471" y="1998"/>
                </a:cubicBezTo>
                <a:cubicBezTo>
                  <a:pt x="2468" y="2002"/>
                  <a:pt x="2478" y="2008"/>
                  <a:pt x="2480" y="2012"/>
                </a:cubicBezTo>
                <a:cubicBezTo>
                  <a:pt x="2478" y="2017"/>
                  <a:pt x="2488" y="2022"/>
                  <a:pt x="2490" y="2027"/>
                </a:cubicBezTo>
                <a:cubicBezTo>
                  <a:pt x="2495" y="2040"/>
                  <a:pt x="2506" y="2054"/>
                  <a:pt x="2511" y="2067"/>
                </a:cubicBezTo>
                <a:cubicBezTo>
                  <a:pt x="2516" y="2080"/>
                  <a:pt x="2531" y="2094"/>
                  <a:pt x="2534" y="2107"/>
                </a:cubicBezTo>
                <a:cubicBezTo>
                  <a:pt x="2540" y="2104"/>
                  <a:pt x="2536" y="2112"/>
                  <a:pt x="2540" y="2114"/>
                </a:cubicBezTo>
                <a:cubicBezTo>
                  <a:pt x="2544" y="2118"/>
                  <a:pt x="2540" y="2119"/>
                  <a:pt x="2546" y="2120"/>
                </a:cubicBezTo>
                <a:cubicBezTo>
                  <a:pt x="2542" y="2123"/>
                  <a:pt x="2550" y="2127"/>
                  <a:pt x="2551" y="2130"/>
                </a:cubicBezTo>
                <a:cubicBezTo>
                  <a:pt x="2557" y="2134"/>
                  <a:pt x="2555" y="2137"/>
                  <a:pt x="2558" y="2141"/>
                </a:cubicBezTo>
                <a:cubicBezTo>
                  <a:pt x="2564" y="2148"/>
                  <a:pt x="2569" y="2154"/>
                  <a:pt x="2573" y="2160"/>
                </a:cubicBezTo>
                <a:cubicBezTo>
                  <a:pt x="2586" y="2160"/>
                  <a:pt x="2586" y="2160"/>
                  <a:pt x="2586" y="2160"/>
                </a:cubicBezTo>
                <a:cubicBezTo>
                  <a:pt x="2570" y="2139"/>
                  <a:pt x="2553" y="2118"/>
                  <a:pt x="2541" y="2095"/>
                </a:cubicBezTo>
                <a:cubicBezTo>
                  <a:pt x="2533" y="2089"/>
                  <a:pt x="2531" y="2079"/>
                  <a:pt x="2526" y="2071"/>
                </a:cubicBezTo>
                <a:close/>
                <a:moveTo>
                  <a:pt x="2594" y="2142"/>
                </a:moveTo>
                <a:cubicBezTo>
                  <a:pt x="2588" y="2138"/>
                  <a:pt x="2596" y="2135"/>
                  <a:pt x="2590" y="2131"/>
                </a:cubicBezTo>
                <a:cubicBezTo>
                  <a:pt x="2586" y="2134"/>
                  <a:pt x="2585" y="2126"/>
                  <a:pt x="2584" y="2124"/>
                </a:cubicBezTo>
                <a:cubicBezTo>
                  <a:pt x="2581" y="2120"/>
                  <a:pt x="2578" y="2123"/>
                  <a:pt x="2575" y="2118"/>
                </a:cubicBezTo>
                <a:cubicBezTo>
                  <a:pt x="2581" y="2115"/>
                  <a:pt x="2567" y="2111"/>
                  <a:pt x="2573" y="2108"/>
                </a:cubicBezTo>
                <a:cubicBezTo>
                  <a:pt x="2572" y="2105"/>
                  <a:pt x="2564" y="2101"/>
                  <a:pt x="2567" y="2098"/>
                </a:cubicBezTo>
                <a:cubicBezTo>
                  <a:pt x="2564" y="2092"/>
                  <a:pt x="2558" y="2085"/>
                  <a:pt x="2556" y="2079"/>
                </a:cubicBezTo>
                <a:cubicBezTo>
                  <a:pt x="2545" y="2066"/>
                  <a:pt x="2543" y="2053"/>
                  <a:pt x="2530" y="2039"/>
                </a:cubicBezTo>
                <a:cubicBezTo>
                  <a:pt x="2520" y="2018"/>
                  <a:pt x="2508" y="1996"/>
                  <a:pt x="2494" y="1975"/>
                </a:cubicBezTo>
                <a:cubicBezTo>
                  <a:pt x="2486" y="1969"/>
                  <a:pt x="2487" y="1968"/>
                  <a:pt x="2481" y="1960"/>
                </a:cubicBezTo>
                <a:cubicBezTo>
                  <a:pt x="2474" y="1955"/>
                  <a:pt x="2476" y="1956"/>
                  <a:pt x="2469" y="1950"/>
                </a:cubicBezTo>
                <a:cubicBezTo>
                  <a:pt x="2464" y="1944"/>
                  <a:pt x="2459" y="1938"/>
                  <a:pt x="2453" y="1932"/>
                </a:cubicBezTo>
                <a:cubicBezTo>
                  <a:pt x="2450" y="1930"/>
                  <a:pt x="2448" y="1922"/>
                  <a:pt x="2445" y="1925"/>
                </a:cubicBezTo>
                <a:cubicBezTo>
                  <a:pt x="2442" y="1923"/>
                  <a:pt x="2439" y="1915"/>
                  <a:pt x="2436" y="1918"/>
                </a:cubicBezTo>
                <a:cubicBezTo>
                  <a:pt x="2438" y="1927"/>
                  <a:pt x="2447" y="1931"/>
                  <a:pt x="2453" y="1938"/>
                </a:cubicBezTo>
                <a:cubicBezTo>
                  <a:pt x="2469" y="1956"/>
                  <a:pt x="2486" y="1976"/>
                  <a:pt x="2499" y="1993"/>
                </a:cubicBezTo>
                <a:cubicBezTo>
                  <a:pt x="2501" y="2004"/>
                  <a:pt x="2507" y="2011"/>
                  <a:pt x="2511" y="2017"/>
                </a:cubicBezTo>
                <a:cubicBezTo>
                  <a:pt x="2515" y="2027"/>
                  <a:pt x="2522" y="2037"/>
                  <a:pt x="2525" y="2046"/>
                </a:cubicBezTo>
                <a:cubicBezTo>
                  <a:pt x="2532" y="2052"/>
                  <a:pt x="2530" y="2058"/>
                  <a:pt x="2537" y="2064"/>
                </a:cubicBezTo>
                <a:cubicBezTo>
                  <a:pt x="2536" y="2070"/>
                  <a:pt x="2547" y="2077"/>
                  <a:pt x="2545" y="2083"/>
                </a:cubicBezTo>
                <a:cubicBezTo>
                  <a:pt x="2554" y="2096"/>
                  <a:pt x="2560" y="2108"/>
                  <a:pt x="2566" y="2120"/>
                </a:cubicBezTo>
                <a:cubicBezTo>
                  <a:pt x="2570" y="2125"/>
                  <a:pt x="2575" y="2130"/>
                  <a:pt x="2579" y="2135"/>
                </a:cubicBezTo>
                <a:cubicBezTo>
                  <a:pt x="2583" y="2143"/>
                  <a:pt x="2590" y="2152"/>
                  <a:pt x="2595" y="2160"/>
                </a:cubicBezTo>
                <a:cubicBezTo>
                  <a:pt x="2607" y="2160"/>
                  <a:pt x="2607" y="2160"/>
                  <a:pt x="2607" y="2160"/>
                </a:cubicBezTo>
                <a:cubicBezTo>
                  <a:pt x="2605" y="2158"/>
                  <a:pt x="2603" y="2156"/>
                  <a:pt x="2601" y="2153"/>
                </a:cubicBezTo>
                <a:cubicBezTo>
                  <a:pt x="2601" y="2150"/>
                  <a:pt x="2598" y="2146"/>
                  <a:pt x="2594" y="2142"/>
                </a:cubicBezTo>
                <a:close/>
                <a:moveTo>
                  <a:pt x="2754" y="2103"/>
                </a:moveTo>
                <a:cubicBezTo>
                  <a:pt x="2742" y="2089"/>
                  <a:pt x="2730" y="2080"/>
                  <a:pt x="2724" y="2069"/>
                </a:cubicBezTo>
                <a:cubicBezTo>
                  <a:pt x="2673" y="2020"/>
                  <a:pt x="2658" y="2006"/>
                  <a:pt x="2642" y="1992"/>
                </a:cubicBezTo>
                <a:cubicBezTo>
                  <a:pt x="2611" y="1967"/>
                  <a:pt x="2603" y="1971"/>
                  <a:pt x="2595" y="1958"/>
                </a:cubicBezTo>
                <a:cubicBezTo>
                  <a:pt x="2552" y="1947"/>
                  <a:pt x="2570" y="1954"/>
                  <a:pt x="2579" y="1969"/>
                </a:cubicBezTo>
                <a:cubicBezTo>
                  <a:pt x="2603" y="1993"/>
                  <a:pt x="2607" y="1992"/>
                  <a:pt x="2605" y="1996"/>
                </a:cubicBezTo>
                <a:cubicBezTo>
                  <a:pt x="2621" y="2013"/>
                  <a:pt x="2630" y="2011"/>
                  <a:pt x="2630" y="2018"/>
                </a:cubicBezTo>
                <a:cubicBezTo>
                  <a:pt x="2705" y="2088"/>
                  <a:pt x="2711" y="2097"/>
                  <a:pt x="2730" y="2115"/>
                </a:cubicBezTo>
                <a:cubicBezTo>
                  <a:pt x="2774" y="2160"/>
                  <a:pt x="2774" y="2160"/>
                  <a:pt x="2774" y="2160"/>
                </a:cubicBezTo>
                <a:cubicBezTo>
                  <a:pt x="2687" y="2056"/>
                  <a:pt x="2675" y="2048"/>
                  <a:pt x="2664" y="2034"/>
                </a:cubicBezTo>
                <a:cubicBezTo>
                  <a:pt x="2639" y="2016"/>
                  <a:pt x="2640" y="2011"/>
                  <a:pt x="2634" y="2009"/>
                </a:cubicBezTo>
                <a:cubicBezTo>
                  <a:pt x="2590" y="1961"/>
                  <a:pt x="2592" y="1965"/>
                  <a:pt x="2595" y="1967"/>
                </a:cubicBezTo>
                <a:cubicBezTo>
                  <a:pt x="2643" y="2000"/>
                  <a:pt x="2660" y="2019"/>
                  <a:pt x="2677" y="2032"/>
                </a:cubicBezTo>
                <a:cubicBezTo>
                  <a:pt x="2722" y="2081"/>
                  <a:pt x="2728" y="2091"/>
                  <a:pt x="2740" y="2104"/>
                </a:cubicBezTo>
                <a:cubicBezTo>
                  <a:pt x="2743" y="2107"/>
                  <a:pt x="2746" y="2106"/>
                  <a:pt x="2746" y="2107"/>
                </a:cubicBezTo>
                <a:cubicBezTo>
                  <a:pt x="2776" y="2144"/>
                  <a:pt x="2782" y="2152"/>
                  <a:pt x="2788" y="2160"/>
                </a:cubicBezTo>
                <a:cubicBezTo>
                  <a:pt x="2766" y="2118"/>
                  <a:pt x="2761" y="2111"/>
                  <a:pt x="2754" y="2103"/>
                </a:cubicBezTo>
                <a:close/>
                <a:moveTo>
                  <a:pt x="2693" y="2110"/>
                </a:moveTo>
                <a:cubicBezTo>
                  <a:pt x="2696" y="2104"/>
                  <a:pt x="2682" y="2098"/>
                  <a:pt x="2684" y="2092"/>
                </a:cubicBezTo>
                <a:cubicBezTo>
                  <a:pt x="2662" y="2071"/>
                  <a:pt x="2655" y="2066"/>
                  <a:pt x="2644" y="2057"/>
                </a:cubicBezTo>
                <a:cubicBezTo>
                  <a:pt x="2578" y="1981"/>
                  <a:pt x="2570" y="1972"/>
                  <a:pt x="2560" y="1960"/>
                </a:cubicBezTo>
                <a:cubicBezTo>
                  <a:pt x="2548" y="1932"/>
                  <a:pt x="2535" y="1928"/>
                  <a:pt x="2540" y="1925"/>
                </a:cubicBezTo>
                <a:cubicBezTo>
                  <a:pt x="2520" y="1893"/>
                  <a:pt x="2526" y="1881"/>
                  <a:pt x="2517" y="1885"/>
                </a:cubicBezTo>
                <a:cubicBezTo>
                  <a:pt x="2536" y="1948"/>
                  <a:pt x="2536" y="1956"/>
                  <a:pt x="2544" y="1966"/>
                </a:cubicBezTo>
                <a:cubicBezTo>
                  <a:pt x="2562" y="2002"/>
                  <a:pt x="2567" y="2009"/>
                  <a:pt x="2571" y="2017"/>
                </a:cubicBezTo>
                <a:cubicBezTo>
                  <a:pt x="2647" y="2106"/>
                  <a:pt x="2655" y="2116"/>
                  <a:pt x="2663" y="2125"/>
                </a:cubicBezTo>
                <a:cubicBezTo>
                  <a:pt x="2703" y="2158"/>
                  <a:pt x="2696" y="2155"/>
                  <a:pt x="2695" y="2152"/>
                </a:cubicBezTo>
                <a:cubicBezTo>
                  <a:pt x="2672" y="2122"/>
                  <a:pt x="2670" y="2119"/>
                  <a:pt x="2667" y="2116"/>
                </a:cubicBezTo>
                <a:cubicBezTo>
                  <a:pt x="2636" y="2077"/>
                  <a:pt x="2632" y="2073"/>
                  <a:pt x="2628" y="2069"/>
                </a:cubicBezTo>
                <a:cubicBezTo>
                  <a:pt x="2551" y="1971"/>
                  <a:pt x="2541" y="1952"/>
                  <a:pt x="2535" y="1933"/>
                </a:cubicBezTo>
                <a:cubicBezTo>
                  <a:pt x="2537" y="1931"/>
                  <a:pt x="2537" y="1933"/>
                  <a:pt x="2538" y="1936"/>
                </a:cubicBezTo>
                <a:cubicBezTo>
                  <a:pt x="2555" y="1961"/>
                  <a:pt x="2559" y="1971"/>
                  <a:pt x="2566" y="1981"/>
                </a:cubicBezTo>
                <a:cubicBezTo>
                  <a:pt x="2684" y="2109"/>
                  <a:pt x="2700" y="2128"/>
                  <a:pt x="2712" y="2137"/>
                </a:cubicBezTo>
                <a:cubicBezTo>
                  <a:pt x="2738" y="2156"/>
                  <a:pt x="2735" y="2152"/>
                  <a:pt x="2733" y="2148"/>
                </a:cubicBezTo>
                <a:close/>
                <a:moveTo>
                  <a:pt x="2591" y="2098"/>
                </a:moveTo>
                <a:cubicBezTo>
                  <a:pt x="2574" y="2082"/>
                  <a:pt x="2569" y="2066"/>
                  <a:pt x="2557" y="2050"/>
                </a:cubicBezTo>
                <a:cubicBezTo>
                  <a:pt x="2542" y="2025"/>
                  <a:pt x="2544" y="2022"/>
                  <a:pt x="2540" y="2018"/>
                </a:cubicBezTo>
                <a:cubicBezTo>
                  <a:pt x="2518" y="1973"/>
                  <a:pt x="2511" y="1965"/>
                  <a:pt x="2510" y="1957"/>
                </a:cubicBezTo>
                <a:cubicBezTo>
                  <a:pt x="2495" y="1931"/>
                  <a:pt x="2489" y="1936"/>
                  <a:pt x="2497" y="1942"/>
                </a:cubicBezTo>
                <a:cubicBezTo>
                  <a:pt x="2510" y="1978"/>
                  <a:pt x="2514" y="1981"/>
                  <a:pt x="2516" y="1984"/>
                </a:cubicBezTo>
                <a:cubicBezTo>
                  <a:pt x="2525" y="2012"/>
                  <a:pt x="2529" y="2015"/>
                  <a:pt x="2531" y="2017"/>
                </a:cubicBezTo>
                <a:cubicBezTo>
                  <a:pt x="2543" y="2038"/>
                  <a:pt x="2539" y="2041"/>
                  <a:pt x="2543" y="2044"/>
                </a:cubicBezTo>
                <a:cubicBezTo>
                  <a:pt x="2576" y="2100"/>
                  <a:pt x="2580" y="2103"/>
                  <a:pt x="2582" y="2106"/>
                </a:cubicBezTo>
                <a:cubicBezTo>
                  <a:pt x="2599" y="2132"/>
                  <a:pt x="2603" y="2135"/>
                  <a:pt x="2605" y="2138"/>
                </a:cubicBezTo>
                <a:cubicBezTo>
                  <a:pt x="2623" y="2154"/>
                  <a:pt x="2621" y="2156"/>
                  <a:pt x="2622" y="2158"/>
                </a:cubicBezTo>
                <a:cubicBezTo>
                  <a:pt x="2623" y="2145"/>
                  <a:pt x="2610" y="2129"/>
                  <a:pt x="2597" y="2113"/>
                </a:cubicBezTo>
                <a:close/>
                <a:moveTo>
                  <a:pt x="3033" y="2114"/>
                </a:moveTo>
                <a:cubicBezTo>
                  <a:pt x="3034" y="2107"/>
                  <a:pt x="3026" y="2100"/>
                  <a:pt x="3027" y="2094"/>
                </a:cubicBezTo>
                <a:cubicBezTo>
                  <a:pt x="3015" y="2078"/>
                  <a:pt x="3010" y="2064"/>
                  <a:pt x="2999" y="2048"/>
                </a:cubicBezTo>
                <a:cubicBezTo>
                  <a:pt x="2993" y="2042"/>
                  <a:pt x="2987" y="2035"/>
                  <a:pt x="2982" y="2029"/>
                </a:cubicBezTo>
                <a:cubicBezTo>
                  <a:pt x="2976" y="2019"/>
                  <a:pt x="2974" y="2020"/>
                  <a:pt x="2966" y="2011"/>
                </a:cubicBezTo>
                <a:cubicBezTo>
                  <a:pt x="2959" y="2006"/>
                  <a:pt x="2963" y="2002"/>
                  <a:pt x="2957" y="1998"/>
                </a:cubicBezTo>
                <a:cubicBezTo>
                  <a:pt x="2951" y="1998"/>
                  <a:pt x="2953" y="1992"/>
                  <a:pt x="2952" y="1991"/>
                </a:cubicBezTo>
                <a:cubicBezTo>
                  <a:pt x="2951" y="1991"/>
                  <a:pt x="2950" y="1993"/>
                  <a:pt x="2949" y="1991"/>
                </a:cubicBezTo>
                <a:cubicBezTo>
                  <a:pt x="2945" y="1988"/>
                  <a:pt x="2942" y="1983"/>
                  <a:pt x="2937" y="1978"/>
                </a:cubicBezTo>
                <a:cubicBezTo>
                  <a:pt x="2933" y="1980"/>
                  <a:pt x="2929" y="1969"/>
                  <a:pt x="2925" y="1971"/>
                </a:cubicBezTo>
                <a:cubicBezTo>
                  <a:pt x="2921" y="1969"/>
                  <a:pt x="2917" y="1962"/>
                  <a:pt x="2913" y="1967"/>
                </a:cubicBezTo>
                <a:cubicBezTo>
                  <a:pt x="2922" y="1978"/>
                  <a:pt x="2932" y="1982"/>
                  <a:pt x="2941" y="1989"/>
                </a:cubicBezTo>
                <a:cubicBezTo>
                  <a:pt x="2945" y="1997"/>
                  <a:pt x="2946" y="1998"/>
                  <a:pt x="2955" y="2005"/>
                </a:cubicBezTo>
                <a:cubicBezTo>
                  <a:pt x="2959" y="2009"/>
                  <a:pt x="2957" y="2013"/>
                  <a:pt x="2962" y="2017"/>
                </a:cubicBezTo>
                <a:cubicBezTo>
                  <a:pt x="2976" y="2032"/>
                  <a:pt x="2989" y="2047"/>
                  <a:pt x="2995" y="2057"/>
                </a:cubicBezTo>
                <a:cubicBezTo>
                  <a:pt x="3002" y="2065"/>
                  <a:pt x="3006" y="2073"/>
                  <a:pt x="3009" y="2080"/>
                </a:cubicBezTo>
                <a:cubicBezTo>
                  <a:pt x="3013" y="2084"/>
                  <a:pt x="3016" y="2088"/>
                  <a:pt x="3013" y="2091"/>
                </a:cubicBezTo>
                <a:cubicBezTo>
                  <a:pt x="3017" y="2095"/>
                  <a:pt x="3020" y="2099"/>
                  <a:pt x="3020" y="2102"/>
                </a:cubicBezTo>
                <a:cubicBezTo>
                  <a:pt x="3026" y="2117"/>
                  <a:pt x="3033" y="2132"/>
                  <a:pt x="3039" y="2147"/>
                </a:cubicBezTo>
                <a:cubicBezTo>
                  <a:pt x="3040" y="2151"/>
                  <a:pt x="3041" y="2156"/>
                  <a:pt x="3042" y="2160"/>
                </a:cubicBezTo>
                <a:cubicBezTo>
                  <a:pt x="3052" y="2160"/>
                  <a:pt x="3052" y="2160"/>
                  <a:pt x="3052" y="2160"/>
                </a:cubicBezTo>
                <a:cubicBezTo>
                  <a:pt x="3049" y="2152"/>
                  <a:pt x="3045" y="2143"/>
                  <a:pt x="3046" y="2135"/>
                </a:cubicBezTo>
                <a:cubicBezTo>
                  <a:pt x="3039" y="2128"/>
                  <a:pt x="3040" y="2121"/>
                  <a:pt x="3033" y="2114"/>
                </a:cubicBezTo>
                <a:close/>
                <a:moveTo>
                  <a:pt x="2537" y="2130"/>
                </a:moveTo>
                <a:cubicBezTo>
                  <a:pt x="2524" y="2116"/>
                  <a:pt x="2523" y="2103"/>
                  <a:pt x="2514" y="2093"/>
                </a:cubicBezTo>
                <a:cubicBezTo>
                  <a:pt x="2504" y="2070"/>
                  <a:pt x="2497" y="2066"/>
                  <a:pt x="2499" y="2063"/>
                </a:cubicBezTo>
                <a:cubicBezTo>
                  <a:pt x="2497" y="2052"/>
                  <a:pt x="2484" y="2048"/>
                  <a:pt x="2489" y="2045"/>
                </a:cubicBezTo>
                <a:cubicBezTo>
                  <a:pt x="2476" y="2022"/>
                  <a:pt x="2468" y="2018"/>
                  <a:pt x="2471" y="2015"/>
                </a:cubicBezTo>
                <a:cubicBezTo>
                  <a:pt x="2435" y="1967"/>
                  <a:pt x="2425" y="1955"/>
                  <a:pt x="2414" y="1943"/>
                </a:cubicBezTo>
                <a:cubicBezTo>
                  <a:pt x="2373" y="1912"/>
                  <a:pt x="2369" y="1896"/>
                  <a:pt x="2364" y="1900"/>
                </a:cubicBezTo>
                <a:cubicBezTo>
                  <a:pt x="2381" y="1915"/>
                  <a:pt x="2378" y="1916"/>
                  <a:pt x="2380" y="1918"/>
                </a:cubicBezTo>
                <a:cubicBezTo>
                  <a:pt x="2388" y="1923"/>
                  <a:pt x="2388" y="1926"/>
                  <a:pt x="2389" y="1927"/>
                </a:cubicBezTo>
                <a:cubicBezTo>
                  <a:pt x="2400" y="1940"/>
                  <a:pt x="2408" y="1942"/>
                  <a:pt x="2409" y="1947"/>
                </a:cubicBezTo>
                <a:cubicBezTo>
                  <a:pt x="2443" y="1995"/>
                  <a:pt x="2452" y="1999"/>
                  <a:pt x="2449" y="2002"/>
                </a:cubicBezTo>
                <a:cubicBezTo>
                  <a:pt x="2487" y="2063"/>
                  <a:pt x="2491" y="2067"/>
                  <a:pt x="2487" y="2070"/>
                </a:cubicBezTo>
                <a:cubicBezTo>
                  <a:pt x="2506" y="2104"/>
                  <a:pt x="2514" y="2108"/>
                  <a:pt x="2512" y="2112"/>
                </a:cubicBezTo>
                <a:cubicBezTo>
                  <a:pt x="2539" y="2152"/>
                  <a:pt x="2543" y="2157"/>
                  <a:pt x="2546" y="2160"/>
                </a:cubicBezTo>
                <a:cubicBezTo>
                  <a:pt x="2540" y="2140"/>
                  <a:pt x="2541" y="2135"/>
                  <a:pt x="2537" y="2130"/>
                </a:cubicBezTo>
                <a:close/>
                <a:moveTo>
                  <a:pt x="2359" y="2098"/>
                </a:moveTo>
                <a:cubicBezTo>
                  <a:pt x="2355" y="2093"/>
                  <a:pt x="2356" y="2088"/>
                  <a:pt x="2351" y="2082"/>
                </a:cubicBezTo>
                <a:cubicBezTo>
                  <a:pt x="2335" y="2044"/>
                  <a:pt x="2331" y="2038"/>
                  <a:pt x="2328" y="2033"/>
                </a:cubicBezTo>
                <a:cubicBezTo>
                  <a:pt x="2301" y="1982"/>
                  <a:pt x="2293" y="1965"/>
                  <a:pt x="2285" y="1948"/>
                </a:cubicBezTo>
                <a:cubicBezTo>
                  <a:pt x="2224" y="1882"/>
                  <a:pt x="2221" y="1878"/>
                  <a:pt x="2218" y="1874"/>
                </a:cubicBezTo>
                <a:cubicBezTo>
                  <a:pt x="2188" y="1841"/>
                  <a:pt x="2182" y="1834"/>
                  <a:pt x="2176" y="1827"/>
                </a:cubicBezTo>
                <a:cubicBezTo>
                  <a:pt x="2168" y="1800"/>
                  <a:pt x="2167" y="1797"/>
                  <a:pt x="2164" y="1793"/>
                </a:cubicBezTo>
                <a:cubicBezTo>
                  <a:pt x="2171" y="1829"/>
                  <a:pt x="2175" y="1832"/>
                  <a:pt x="2177" y="1835"/>
                </a:cubicBezTo>
                <a:cubicBezTo>
                  <a:pt x="2193" y="1872"/>
                  <a:pt x="2204" y="1885"/>
                  <a:pt x="2212" y="1897"/>
                </a:cubicBezTo>
                <a:cubicBezTo>
                  <a:pt x="2261" y="1978"/>
                  <a:pt x="2271" y="1983"/>
                  <a:pt x="2264" y="1987"/>
                </a:cubicBezTo>
                <a:cubicBezTo>
                  <a:pt x="2277" y="2021"/>
                  <a:pt x="2288" y="2026"/>
                  <a:pt x="2285" y="2030"/>
                </a:cubicBezTo>
                <a:cubicBezTo>
                  <a:pt x="2303" y="2068"/>
                  <a:pt x="2301" y="2072"/>
                  <a:pt x="2302" y="2076"/>
                </a:cubicBezTo>
                <a:cubicBezTo>
                  <a:pt x="2322" y="2110"/>
                  <a:pt x="2320" y="2114"/>
                  <a:pt x="2324" y="2118"/>
                </a:cubicBezTo>
                <a:cubicBezTo>
                  <a:pt x="2337" y="2145"/>
                  <a:pt x="2350" y="2149"/>
                  <a:pt x="2344" y="2152"/>
                </a:cubicBezTo>
                <a:cubicBezTo>
                  <a:pt x="2314" y="2125"/>
                  <a:pt x="2312" y="2120"/>
                  <a:pt x="2308" y="2120"/>
                </a:cubicBezTo>
                <a:cubicBezTo>
                  <a:pt x="2286" y="2084"/>
                  <a:pt x="2287" y="2074"/>
                  <a:pt x="2278" y="2062"/>
                </a:cubicBezTo>
                <a:cubicBezTo>
                  <a:pt x="2250" y="1984"/>
                  <a:pt x="2245" y="1972"/>
                  <a:pt x="2241" y="1961"/>
                </a:cubicBezTo>
                <a:cubicBezTo>
                  <a:pt x="2207" y="1901"/>
                  <a:pt x="2203" y="1897"/>
                  <a:pt x="2199" y="1893"/>
                </a:cubicBezTo>
                <a:cubicBezTo>
                  <a:pt x="2180" y="1859"/>
                  <a:pt x="2173" y="1847"/>
                  <a:pt x="2168" y="1834"/>
                </a:cubicBezTo>
                <a:cubicBezTo>
                  <a:pt x="2156" y="1801"/>
                  <a:pt x="2161" y="1800"/>
                  <a:pt x="2155" y="1799"/>
                </a:cubicBezTo>
                <a:cubicBezTo>
                  <a:pt x="2162" y="1855"/>
                  <a:pt x="2173" y="1859"/>
                  <a:pt x="2171" y="1863"/>
                </a:cubicBezTo>
                <a:cubicBezTo>
                  <a:pt x="2220" y="1937"/>
                  <a:pt x="2218" y="1940"/>
                  <a:pt x="2219" y="1942"/>
                </a:cubicBezTo>
                <a:cubicBezTo>
                  <a:pt x="2235" y="1976"/>
                  <a:pt x="2242" y="1984"/>
                  <a:pt x="2242" y="1992"/>
                </a:cubicBezTo>
                <a:cubicBezTo>
                  <a:pt x="2250" y="2025"/>
                  <a:pt x="2261" y="2035"/>
                  <a:pt x="2259" y="2044"/>
                </a:cubicBezTo>
                <a:cubicBezTo>
                  <a:pt x="2271" y="2072"/>
                  <a:pt x="2281" y="2080"/>
                  <a:pt x="2279" y="2087"/>
                </a:cubicBezTo>
                <a:cubicBezTo>
                  <a:pt x="2297" y="2123"/>
                  <a:pt x="2306" y="2127"/>
                  <a:pt x="2303" y="2130"/>
                </a:cubicBezTo>
                <a:cubicBezTo>
                  <a:pt x="2288" y="2117"/>
                  <a:pt x="2278" y="2115"/>
                  <a:pt x="2273" y="2107"/>
                </a:cubicBezTo>
                <a:cubicBezTo>
                  <a:pt x="2244" y="2046"/>
                  <a:pt x="2250" y="2043"/>
                  <a:pt x="2247" y="2040"/>
                </a:cubicBezTo>
                <a:cubicBezTo>
                  <a:pt x="2239" y="2016"/>
                  <a:pt x="2232" y="2013"/>
                  <a:pt x="2235" y="2010"/>
                </a:cubicBezTo>
                <a:cubicBezTo>
                  <a:pt x="2222" y="1977"/>
                  <a:pt x="2214" y="1973"/>
                  <a:pt x="2218" y="1970"/>
                </a:cubicBezTo>
                <a:cubicBezTo>
                  <a:pt x="2196" y="1923"/>
                  <a:pt x="2187" y="1916"/>
                  <a:pt x="2188" y="1909"/>
                </a:cubicBezTo>
                <a:cubicBezTo>
                  <a:pt x="2172" y="1880"/>
                  <a:pt x="2172" y="1877"/>
                  <a:pt x="2170" y="1879"/>
                </a:cubicBezTo>
                <a:cubicBezTo>
                  <a:pt x="2148" y="1849"/>
                  <a:pt x="2146" y="1846"/>
                  <a:pt x="2140" y="1841"/>
                </a:cubicBezTo>
                <a:cubicBezTo>
                  <a:pt x="2122" y="1818"/>
                  <a:pt x="2120" y="1815"/>
                  <a:pt x="2120" y="1812"/>
                </a:cubicBezTo>
                <a:cubicBezTo>
                  <a:pt x="2133" y="1844"/>
                  <a:pt x="2148" y="1854"/>
                  <a:pt x="2149" y="1862"/>
                </a:cubicBezTo>
                <a:cubicBezTo>
                  <a:pt x="2163" y="1878"/>
                  <a:pt x="2160" y="1878"/>
                  <a:pt x="2166" y="1882"/>
                </a:cubicBezTo>
                <a:cubicBezTo>
                  <a:pt x="2182" y="1914"/>
                  <a:pt x="2180" y="1918"/>
                  <a:pt x="2184" y="1921"/>
                </a:cubicBezTo>
                <a:cubicBezTo>
                  <a:pt x="2203" y="1968"/>
                  <a:pt x="2210" y="1974"/>
                  <a:pt x="2209" y="1980"/>
                </a:cubicBezTo>
                <a:cubicBezTo>
                  <a:pt x="2222" y="2004"/>
                  <a:pt x="2224" y="2008"/>
                  <a:pt x="2224" y="2011"/>
                </a:cubicBezTo>
                <a:cubicBezTo>
                  <a:pt x="2245" y="2053"/>
                  <a:pt x="2243" y="2065"/>
                  <a:pt x="2251" y="2077"/>
                </a:cubicBezTo>
                <a:cubicBezTo>
                  <a:pt x="2258" y="2112"/>
                  <a:pt x="2252" y="2108"/>
                  <a:pt x="2246" y="2105"/>
                </a:cubicBezTo>
                <a:cubicBezTo>
                  <a:pt x="2234" y="2075"/>
                  <a:pt x="2228" y="2071"/>
                  <a:pt x="2230" y="2067"/>
                </a:cubicBezTo>
                <a:cubicBezTo>
                  <a:pt x="2214" y="2023"/>
                  <a:pt x="2210" y="2019"/>
                  <a:pt x="2210" y="2014"/>
                </a:cubicBezTo>
                <a:cubicBezTo>
                  <a:pt x="2191" y="1966"/>
                  <a:pt x="2190" y="1957"/>
                  <a:pt x="2183" y="1948"/>
                </a:cubicBezTo>
                <a:cubicBezTo>
                  <a:pt x="2115" y="1843"/>
                  <a:pt x="2109" y="1836"/>
                  <a:pt x="2102" y="1828"/>
                </a:cubicBezTo>
                <a:cubicBezTo>
                  <a:pt x="2084" y="1810"/>
                  <a:pt x="2089" y="1820"/>
                  <a:pt x="2100" y="1829"/>
                </a:cubicBezTo>
                <a:cubicBezTo>
                  <a:pt x="2180" y="1968"/>
                  <a:pt x="2187" y="1974"/>
                  <a:pt x="2184" y="1979"/>
                </a:cubicBezTo>
                <a:cubicBezTo>
                  <a:pt x="2204" y="2026"/>
                  <a:pt x="2202" y="2030"/>
                  <a:pt x="2207" y="2034"/>
                </a:cubicBezTo>
                <a:cubicBezTo>
                  <a:pt x="2222" y="2075"/>
                  <a:pt x="2224" y="2079"/>
                  <a:pt x="2224" y="2083"/>
                </a:cubicBezTo>
                <a:cubicBezTo>
                  <a:pt x="2213" y="2080"/>
                  <a:pt x="2204" y="2073"/>
                  <a:pt x="2206" y="2067"/>
                </a:cubicBezTo>
                <a:cubicBezTo>
                  <a:pt x="2183" y="2022"/>
                  <a:pt x="2178" y="2013"/>
                  <a:pt x="2178" y="2005"/>
                </a:cubicBezTo>
                <a:cubicBezTo>
                  <a:pt x="2150" y="1952"/>
                  <a:pt x="2156" y="1949"/>
                  <a:pt x="2153" y="1946"/>
                </a:cubicBezTo>
                <a:cubicBezTo>
                  <a:pt x="2092" y="1848"/>
                  <a:pt x="2086" y="1839"/>
                  <a:pt x="2080" y="1830"/>
                </a:cubicBezTo>
                <a:cubicBezTo>
                  <a:pt x="2028" y="1770"/>
                  <a:pt x="2025" y="1766"/>
                  <a:pt x="2021" y="1765"/>
                </a:cubicBezTo>
                <a:cubicBezTo>
                  <a:pt x="2015" y="1759"/>
                  <a:pt x="2018" y="1765"/>
                  <a:pt x="2019" y="1767"/>
                </a:cubicBezTo>
                <a:cubicBezTo>
                  <a:pt x="2031" y="1783"/>
                  <a:pt x="2032" y="1782"/>
                  <a:pt x="2034" y="1783"/>
                </a:cubicBezTo>
                <a:cubicBezTo>
                  <a:pt x="2080" y="1843"/>
                  <a:pt x="2084" y="1849"/>
                  <a:pt x="2088" y="1855"/>
                </a:cubicBezTo>
                <a:cubicBezTo>
                  <a:pt x="2107" y="1882"/>
                  <a:pt x="2113" y="1894"/>
                  <a:pt x="2121" y="1907"/>
                </a:cubicBezTo>
                <a:cubicBezTo>
                  <a:pt x="2133" y="1930"/>
                  <a:pt x="2135" y="1937"/>
                  <a:pt x="2142" y="1943"/>
                </a:cubicBezTo>
                <a:cubicBezTo>
                  <a:pt x="2150" y="1967"/>
                  <a:pt x="2149" y="1968"/>
                  <a:pt x="2153" y="1969"/>
                </a:cubicBezTo>
                <a:cubicBezTo>
                  <a:pt x="2176" y="2038"/>
                  <a:pt x="2182" y="2045"/>
                  <a:pt x="2184" y="2051"/>
                </a:cubicBezTo>
                <a:cubicBezTo>
                  <a:pt x="2178" y="2070"/>
                  <a:pt x="2180" y="2060"/>
                  <a:pt x="2175" y="2057"/>
                </a:cubicBezTo>
                <a:cubicBezTo>
                  <a:pt x="2153" y="2021"/>
                  <a:pt x="2158" y="2016"/>
                  <a:pt x="2151" y="2010"/>
                </a:cubicBezTo>
                <a:cubicBezTo>
                  <a:pt x="2121" y="1936"/>
                  <a:pt x="2119" y="1926"/>
                  <a:pt x="2108" y="1915"/>
                </a:cubicBezTo>
                <a:cubicBezTo>
                  <a:pt x="2036" y="1803"/>
                  <a:pt x="2040" y="1801"/>
                  <a:pt x="2034" y="1797"/>
                </a:cubicBezTo>
                <a:cubicBezTo>
                  <a:pt x="2007" y="1765"/>
                  <a:pt x="2005" y="1763"/>
                  <a:pt x="2003" y="1761"/>
                </a:cubicBezTo>
                <a:cubicBezTo>
                  <a:pt x="1972" y="1730"/>
                  <a:pt x="1967" y="1720"/>
                  <a:pt x="1962" y="1724"/>
                </a:cubicBezTo>
                <a:cubicBezTo>
                  <a:pt x="1992" y="1755"/>
                  <a:pt x="1992" y="1758"/>
                  <a:pt x="1992" y="1759"/>
                </a:cubicBezTo>
                <a:cubicBezTo>
                  <a:pt x="2021" y="1792"/>
                  <a:pt x="2020" y="1796"/>
                  <a:pt x="2026" y="1801"/>
                </a:cubicBezTo>
                <a:cubicBezTo>
                  <a:pt x="2060" y="1845"/>
                  <a:pt x="2062" y="1850"/>
                  <a:pt x="2064" y="1855"/>
                </a:cubicBezTo>
                <a:cubicBezTo>
                  <a:pt x="2095" y="1898"/>
                  <a:pt x="2096" y="1916"/>
                  <a:pt x="2112" y="1935"/>
                </a:cubicBezTo>
                <a:cubicBezTo>
                  <a:pt x="2128" y="1975"/>
                  <a:pt x="2126" y="1980"/>
                  <a:pt x="2133" y="1986"/>
                </a:cubicBezTo>
                <a:cubicBezTo>
                  <a:pt x="2155" y="2039"/>
                  <a:pt x="2153" y="2043"/>
                  <a:pt x="2157" y="2046"/>
                </a:cubicBezTo>
                <a:cubicBezTo>
                  <a:pt x="2137" y="2045"/>
                  <a:pt x="2142" y="2043"/>
                  <a:pt x="2142" y="2042"/>
                </a:cubicBezTo>
                <a:cubicBezTo>
                  <a:pt x="2135" y="2030"/>
                  <a:pt x="2128" y="2031"/>
                  <a:pt x="2127" y="2026"/>
                </a:cubicBezTo>
                <a:cubicBezTo>
                  <a:pt x="2111" y="1989"/>
                  <a:pt x="2109" y="1986"/>
                  <a:pt x="2107" y="1983"/>
                </a:cubicBezTo>
                <a:cubicBezTo>
                  <a:pt x="2085" y="1918"/>
                  <a:pt x="2078" y="1914"/>
                  <a:pt x="2079" y="1911"/>
                </a:cubicBezTo>
                <a:cubicBezTo>
                  <a:pt x="2055" y="1866"/>
                  <a:pt x="2049" y="1852"/>
                  <a:pt x="2041" y="1838"/>
                </a:cubicBezTo>
                <a:cubicBezTo>
                  <a:pt x="1965" y="1757"/>
                  <a:pt x="1962" y="1741"/>
                  <a:pt x="1957" y="1746"/>
                </a:cubicBezTo>
                <a:cubicBezTo>
                  <a:pt x="2003" y="1791"/>
                  <a:pt x="2001" y="1802"/>
                  <a:pt x="2007" y="1806"/>
                </a:cubicBezTo>
                <a:cubicBezTo>
                  <a:pt x="2039" y="1854"/>
                  <a:pt x="2043" y="1857"/>
                  <a:pt x="2046" y="1860"/>
                </a:cubicBezTo>
                <a:cubicBezTo>
                  <a:pt x="2065" y="1901"/>
                  <a:pt x="2070" y="1913"/>
                  <a:pt x="2074" y="1925"/>
                </a:cubicBezTo>
                <a:cubicBezTo>
                  <a:pt x="2084" y="1955"/>
                  <a:pt x="2091" y="1959"/>
                  <a:pt x="2088" y="1961"/>
                </a:cubicBezTo>
                <a:cubicBezTo>
                  <a:pt x="2109" y="2008"/>
                  <a:pt x="2111" y="2011"/>
                  <a:pt x="2111" y="2014"/>
                </a:cubicBezTo>
                <a:cubicBezTo>
                  <a:pt x="2084" y="2001"/>
                  <a:pt x="2083" y="1990"/>
                  <a:pt x="2078" y="1979"/>
                </a:cubicBezTo>
                <a:cubicBezTo>
                  <a:pt x="2058" y="1935"/>
                  <a:pt x="2059" y="1924"/>
                  <a:pt x="2051" y="1913"/>
                </a:cubicBezTo>
                <a:cubicBezTo>
                  <a:pt x="2005" y="1834"/>
                  <a:pt x="1999" y="1823"/>
                  <a:pt x="1992" y="1811"/>
                </a:cubicBezTo>
                <a:cubicBezTo>
                  <a:pt x="1942" y="1756"/>
                  <a:pt x="1938" y="1745"/>
                  <a:pt x="1934" y="1752"/>
                </a:cubicBezTo>
                <a:cubicBezTo>
                  <a:pt x="2017" y="1869"/>
                  <a:pt x="2028" y="1877"/>
                  <a:pt x="2027" y="1885"/>
                </a:cubicBezTo>
                <a:cubicBezTo>
                  <a:pt x="2063" y="1966"/>
                  <a:pt x="2065" y="1973"/>
                  <a:pt x="2067" y="1980"/>
                </a:cubicBezTo>
                <a:cubicBezTo>
                  <a:pt x="2065" y="1992"/>
                  <a:pt x="2057" y="1989"/>
                  <a:pt x="2060" y="1986"/>
                </a:cubicBezTo>
                <a:cubicBezTo>
                  <a:pt x="2045" y="1948"/>
                  <a:pt x="2043" y="1946"/>
                  <a:pt x="2043" y="1943"/>
                </a:cubicBezTo>
                <a:cubicBezTo>
                  <a:pt x="2023" y="1902"/>
                  <a:pt x="2017" y="1897"/>
                  <a:pt x="2017" y="1893"/>
                </a:cubicBezTo>
                <a:cubicBezTo>
                  <a:pt x="2004" y="1865"/>
                  <a:pt x="1997" y="1860"/>
                  <a:pt x="1998" y="1855"/>
                </a:cubicBezTo>
                <a:cubicBezTo>
                  <a:pt x="1963" y="1808"/>
                  <a:pt x="1953" y="1796"/>
                  <a:pt x="1940" y="1775"/>
                </a:cubicBezTo>
                <a:cubicBezTo>
                  <a:pt x="1905" y="1717"/>
                  <a:pt x="1893" y="1717"/>
                  <a:pt x="1896" y="1709"/>
                </a:cubicBezTo>
                <a:cubicBezTo>
                  <a:pt x="1877" y="1696"/>
                  <a:pt x="1887" y="1701"/>
                  <a:pt x="1884" y="1705"/>
                </a:cubicBezTo>
                <a:cubicBezTo>
                  <a:pt x="1901" y="1729"/>
                  <a:pt x="1903" y="1740"/>
                  <a:pt x="1915" y="1751"/>
                </a:cubicBezTo>
                <a:cubicBezTo>
                  <a:pt x="1973" y="1832"/>
                  <a:pt x="1981" y="1851"/>
                  <a:pt x="1997" y="1870"/>
                </a:cubicBezTo>
                <a:cubicBezTo>
                  <a:pt x="2010" y="1904"/>
                  <a:pt x="2014" y="1909"/>
                  <a:pt x="2017" y="1913"/>
                </a:cubicBezTo>
                <a:cubicBezTo>
                  <a:pt x="2030" y="1939"/>
                  <a:pt x="2036" y="1949"/>
                  <a:pt x="2039" y="1958"/>
                </a:cubicBezTo>
                <a:cubicBezTo>
                  <a:pt x="2048" y="1982"/>
                  <a:pt x="2048" y="1987"/>
                  <a:pt x="2045" y="1985"/>
                </a:cubicBezTo>
                <a:cubicBezTo>
                  <a:pt x="2031" y="1963"/>
                  <a:pt x="2024" y="1958"/>
                  <a:pt x="2019" y="1952"/>
                </a:cubicBezTo>
                <a:cubicBezTo>
                  <a:pt x="1966" y="1858"/>
                  <a:pt x="1972" y="1850"/>
                  <a:pt x="1964" y="1850"/>
                </a:cubicBezTo>
                <a:cubicBezTo>
                  <a:pt x="1953" y="1828"/>
                  <a:pt x="1951" y="1823"/>
                  <a:pt x="1948" y="1818"/>
                </a:cubicBezTo>
                <a:cubicBezTo>
                  <a:pt x="1895" y="1732"/>
                  <a:pt x="1891" y="1727"/>
                  <a:pt x="1888" y="1723"/>
                </a:cubicBezTo>
                <a:cubicBezTo>
                  <a:pt x="1919" y="1786"/>
                  <a:pt x="1923" y="1796"/>
                  <a:pt x="1930" y="1807"/>
                </a:cubicBezTo>
                <a:cubicBezTo>
                  <a:pt x="1947" y="1834"/>
                  <a:pt x="1951" y="1837"/>
                  <a:pt x="1950" y="1839"/>
                </a:cubicBezTo>
                <a:cubicBezTo>
                  <a:pt x="1975" y="1882"/>
                  <a:pt x="1974" y="1885"/>
                  <a:pt x="1977" y="1888"/>
                </a:cubicBezTo>
                <a:cubicBezTo>
                  <a:pt x="1992" y="1925"/>
                  <a:pt x="2004" y="1931"/>
                  <a:pt x="1999" y="1935"/>
                </a:cubicBezTo>
                <a:cubicBezTo>
                  <a:pt x="2013" y="1957"/>
                  <a:pt x="2017" y="1963"/>
                  <a:pt x="2017" y="1969"/>
                </a:cubicBezTo>
                <a:cubicBezTo>
                  <a:pt x="2004" y="1947"/>
                  <a:pt x="1994" y="1941"/>
                  <a:pt x="1991" y="1936"/>
                </a:cubicBezTo>
                <a:cubicBezTo>
                  <a:pt x="1972" y="1896"/>
                  <a:pt x="1966" y="1889"/>
                  <a:pt x="1964" y="1882"/>
                </a:cubicBezTo>
                <a:cubicBezTo>
                  <a:pt x="1925" y="1808"/>
                  <a:pt x="1925" y="1804"/>
                  <a:pt x="1915" y="1797"/>
                </a:cubicBezTo>
                <a:cubicBezTo>
                  <a:pt x="1867" y="1736"/>
                  <a:pt x="1869" y="1724"/>
                  <a:pt x="1860" y="1730"/>
                </a:cubicBezTo>
                <a:cubicBezTo>
                  <a:pt x="1899" y="1781"/>
                  <a:pt x="1901" y="1790"/>
                  <a:pt x="1916" y="1808"/>
                </a:cubicBezTo>
                <a:cubicBezTo>
                  <a:pt x="1941" y="1843"/>
                  <a:pt x="1937" y="1847"/>
                  <a:pt x="1943" y="1851"/>
                </a:cubicBezTo>
                <a:cubicBezTo>
                  <a:pt x="1973" y="1924"/>
                  <a:pt x="1975" y="1926"/>
                  <a:pt x="1978" y="1931"/>
                </a:cubicBezTo>
                <a:cubicBezTo>
                  <a:pt x="1970" y="1937"/>
                  <a:pt x="1972" y="1932"/>
                  <a:pt x="1965" y="1927"/>
                </a:cubicBezTo>
                <a:cubicBezTo>
                  <a:pt x="1952" y="1892"/>
                  <a:pt x="1945" y="1884"/>
                  <a:pt x="1941" y="1876"/>
                </a:cubicBezTo>
                <a:cubicBezTo>
                  <a:pt x="1925" y="1837"/>
                  <a:pt x="1914" y="1832"/>
                  <a:pt x="1916" y="1828"/>
                </a:cubicBezTo>
                <a:cubicBezTo>
                  <a:pt x="1875" y="1771"/>
                  <a:pt x="1871" y="1766"/>
                  <a:pt x="1867" y="1761"/>
                </a:cubicBezTo>
                <a:cubicBezTo>
                  <a:pt x="1850" y="1739"/>
                  <a:pt x="1837" y="1733"/>
                  <a:pt x="1834" y="1724"/>
                </a:cubicBezTo>
                <a:cubicBezTo>
                  <a:pt x="1831" y="1727"/>
                  <a:pt x="1840" y="1739"/>
                  <a:pt x="1859" y="1759"/>
                </a:cubicBezTo>
                <a:cubicBezTo>
                  <a:pt x="1929" y="1870"/>
                  <a:pt x="1932" y="1882"/>
                  <a:pt x="1940" y="1894"/>
                </a:cubicBezTo>
                <a:cubicBezTo>
                  <a:pt x="1955" y="1926"/>
                  <a:pt x="1962" y="1930"/>
                  <a:pt x="1956" y="1933"/>
                </a:cubicBezTo>
                <a:cubicBezTo>
                  <a:pt x="1948" y="1914"/>
                  <a:pt x="1940" y="1910"/>
                  <a:pt x="1939" y="1907"/>
                </a:cubicBezTo>
                <a:cubicBezTo>
                  <a:pt x="1901" y="1834"/>
                  <a:pt x="1882" y="1810"/>
                  <a:pt x="1865" y="1786"/>
                </a:cubicBezTo>
                <a:cubicBezTo>
                  <a:pt x="1823" y="1743"/>
                  <a:pt x="1820" y="1733"/>
                  <a:pt x="1816" y="1736"/>
                </a:cubicBezTo>
                <a:cubicBezTo>
                  <a:pt x="1800" y="1727"/>
                  <a:pt x="1800" y="1727"/>
                  <a:pt x="1808" y="1734"/>
                </a:cubicBezTo>
                <a:cubicBezTo>
                  <a:pt x="1845" y="1773"/>
                  <a:pt x="1851" y="1780"/>
                  <a:pt x="1857" y="1787"/>
                </a:cubicBezTo>
                <a:cubicBezTo>
                  <a:pt x="1914" y="1883"/>
                  <a:pt x="1922" y="1889"/>
                  <a:pt x="1921" y="1893"/>
                </a:cubicBezTo>
                <a:cubicBezTo>
                  <a:pt x="1911" y="1899"/>
                  <a:pt x="1910" y="1880"/>
                  <a:pt x="1897" y="1865"/>
                </a:cubicBezTo>
                <a:cubicBezTo>
                  <a:pt x="1850" y="1801"/>
                  <a:pt x="1840" y="1789"/>
                  <a:pt x="1832" y="1778"/>
                </a:cubicBezTo>
                <a:cubicBezTo>
                  <a:pt x="1783" y="1729"/>
                  <a:pt x="1776" y="1719"/>
                  <a:pt x="1768" y="1715"/>
                </a:cubicBezTo>
                <a:cubicBezTo>
                  <a:pt x="1752" y="1711"/>
                  <a:pt x="1762" y="1716"/>
                  <a:pt x="1772" y="1723"/>
                </a:cubicBezTo>
                <a:cubicBezTo>
                  <a:pt x="1813" y="1762"/>
                  <a:pt x="1814" y="1765"/>
                  <a:pt x="1814" y="1767"/>
                </a:cubicBezTo>
                <a:cubicBezTo>
                  <a:pt x="1834" y="1793"/>
                  <a:pt x="1840" y="1799"/>
                  <a:pt x="1844" y="1808"/>
                </a:cubicBezTo>
                <a:cubicBezTo>
                  <a:pt x="1893" y="1871"/>
                  <a:pt x="1889" y="1874"/>
                  <a:pt x="1893" y="1877"/>
                </a:cubicBezTo>
                <a:cubicBezTo>
                  <a:pt x="1882" y="1864"/>
                  <a:pt x="1878" y="1863"/>
                  <a:pt x="1874" y="1856"/>
                </a:cubicBezTo>
                <a:cubicBezTo>
                  <a:pt x="1833" y="1802"/>
                  <a:pt x="1826" y="1794"/>
                  <a:pt x="1819" y="1786"/>
                </a:cubicBezTo>
                <a:cubicBezTo>
                  <a:pt x="1773" y="1738"/>
                  <a:pt x="1769" y="1738"/>
                  <a:pt x="1765" y="1734"/>
                </a:cubicBezTo>
                <a:cubicBezTo>
                  <a:pt x="1760" y="1738"/>
                  <a:pt x="1770" y="1737"/>
                  <a:pt x="1766" y="1742"/>
                </a:cubicBezTo>
                <a:cubicBezTo>
                  <a:pt x="1803" y="1777"/>
                  <a:pt x="1807" y="1785"/>
                  <a:pt x="1813" y="1785"/>
                </a:cubicBezTo>
                <a:cubicBezTo>
                  <a:pt x="1829" y="1807"/>
                  <a:pt x="1825" y="1810"/>
                  <a:pt x="1831" y="1813"/>
                </a:cubicBezTo>
                <a:cubicBezTo>
                  <a:pt x="1813" y="1794"/>
                  <a:pt x="1808" y="1796"/>
                  <a:pt x="1805" y="1790"/>
                </a:cubicBezTo>
                <a:cubicBezTo>
                  <a:pt x="1754" y="1747"/>
                  <a:pt x="1750" y="1740"/>
                  <a:pt x="1745" y="1738"/>
                </a:cubicBezTo>
                <a:cubicBezTo>
                  <a:pt x="1769" y="1764"/>
                  <a:pt x="1779" y="1774"/>
                  <a:pt x="1790" y="1782"/>
                </a:cubicBezTo>
                <a:cubicBezTo>
                  <a:pt x="1832" y="1841"/>
                  <a:pt x="1845" y="1847"/>
                  <a:pt x="1842" y="1852"/>
                </a:cubicBezTo>
                <a:cubicBezTo>
                  <a:pt x="1793" y="1807"/>
                  <a:pt x="1776" y="1786"/>
                  <a:pt x="1752" y="1769"/>
                </a:cubicBezTo>
                <a:cubicBezTo>
                  <a:pt x="1766" y="1787"/>
                  <a:pt x="1777" y="1798"/>
                  <a:pt x="1788" y="1810"/>
                </a:cubicBezTo>
                <a:cubicBezTo>
                  <a:pt x="1812" y="1838"/>
                  <a:pt x="1805" y="1839"/>
                  <a:pt x="1803" y="1837"/>
                </a:cubicBezTo>
                <a:cubicBezTo>
                  <a:pt x="1781" y="1826"/>
                  <a:pt x="1776" y="1821"/>
                  <a:pt x="1770" y="1820"/>
                </a:cubicBezTo>
                <a:cubicBezTo>
                  <a:pt x="1726" y="1790"/>
                  <a:pt x="1728" y="1785"/>
                  <a:pt x="1721" y="1787"/>
                </a:cubicBezTo>
                <a:cubicBezTo>
                  <a:pt x="1746" y="1808"/>
                  <a:pt x="1748" y="1812"/>
                  <a:pt x="1751" y="1811"/>
                </a:cubicBezTo>
                <a:cubicBezTo>
                  <a:pt x="1774" y="1830"/>
                  <a:pt x="1769" y="1830"/>
                  <a:pt x="1768" y="1830"/>
                </a:cubicBezTo>
                <a:cubicBezTo>
                  <a:pt x="1762" y="1829"/>
                  <a:pt x="1758" y="1825"/>
                  <a:pt x="1757" y="1825"/>
                </a:cubicBezTo>
                <a:cubicBezTo>
                  <a:pt x="1733" y="1815"/>
                  <a:pt x="1722" y="1808"/>
                  <a:pt x="1711" y="1802"/>
                </a:cubicBezTo>
                <a:cubicBezTo>
                  <a:pt x="1668" y="1781"/>
                  <a:pt x="1665" y="1767"/>
                  <a:pt x="1662" y="1772"/>
                </a:cubicBezTo>
                <a:cubicBezTo>
                  <a:pt x="1716" y="1810"/>
                  <a:pt x="1719" y="1814"/>
                  <a:pt x="1721" y="1816"/>
                </a:cubicBezTo>
                <a:cubicBezTo>
                  <a:pt x="1754" y="1831"/>
                  <a:pt x="1760" y="1834"/>
                  <a:pt x="1766" y="1838"/>
                </a:cubicBezTo>
                <a:cubicBezTo>
                  <a:pt x="1741" y="1835"/>
                  <a:pt x="1730" y="1831"/>
                  <a:pt x="1719" y="1827"/>
                </a:cubicBezTo>
                <a:cubicBezTo>
                  <a:pt x="1667" y="1800"/>
                  <a:pt x="1664" y="1802"/>
                  <a:pt x="1662" y="1799"/>
                </a:cubicBezTo>
                <a:cubicBezTo>
                  <a:pt x="1679" y="1814"/>
                  <a:pt x="1683" y="1818"/>
                  <a:pt x="1687" y="1817"/>
                </a:cubicBezTo>
                <a:cubicBezTo>
                  <a:pt x="1763" y="1850"/>
                  <a:pt x="1779" y="1856"/>
                  <a:pt x="1795" y="1858"/>
                </a:cubicBezTo>
                <a:cubicBezTo>
                  <a:pt x="1811" y="1866"/>
                  <a:pt x="1816" y="1856"/>
                  <a:pt x="1820" y="1863"/>
                </a:cubicBezTo>
                <a:cubicBezTo>
                  <a:pt x="1850" y="1871"/>
                  <a:pt x="1857" y="1864"/>
                  <a:pt x="1862" y="1875"/>
                </a:cubicBezTo>
                <a:cubicBezTo>
                  <a:pt x="1842" y="1876"/>
                  <a:pt x="1840" y="1873"/>
                  <a:pt x="1838" y="1874"/>
                </a:cubicBezTo>
                <a:cubicBezTo>
                  <a:pt x="1781" y="1864"/>
                  <a:pt x="1772" y="1865"/>
                  <a:pt x="1764" y="1866"/>
                </a:cubicBezTo>
                <a:cubicBezTo>
                  <a:pt x="1697" y="1850"/>
                  <a:pt x="1680" y="1845"/>
                  <a:pt x="1664" y="1837"/>
                </a:cubicBezTo>
                <a:cubicBezTo>
                  <a:pt x="1641" y="1830"/>
                  <a:pt x="1651" y="1834"/>
                  <a:pt x="1660" y="1843"/>
                </a:cubicBezTo>
                <a:cubicBezTo>
                  <a:pt x="1703" y="1857"/>
                  <a:pt x="1709" y="1862"/>
                  <a:pt x="1715" y="1862"/>
                </a:cubicBezTo>
                <a:cubicBezTo>
                  <a:pt x="1776" y="1874"/>
                  <a:pt x="1779" y="1875"/>
                  <a:pt x="1782" y="1876"/>
                </a:cubicBezTo>
                <a:cubicBezTo>
                  <a:pt x="1814" y="1881"/>
                  <a:pt x="1817" y="1882"/>
                  <a:pt x="1820" y="1880"/>
                </a:cubicBezTo>
                <a:cubicBezTo>
                  <a:pt x="1859" y="1887"/>
                  <a:pt x="1867" y="1889"/>
                  <a:pt x="1874" y="1888"/>
                </a:cubicBezTo>
                <a:cubicBezTo>
                  <a:pt x="1891" y="1901"/>
                  <a:pt x="1888" y="1900"/>
                  <a:pt x="1886" y="1895"/>
                </a:cubicBezTo>
                <a:cubicBezTo>
                  <a:pt x="1852" y="1893"/>
                  <a:pt x="1845" y="1895"/>
                  <a:pt x="1840" y="1892"/>
                </a:cubicBezTo>
                <a:cubicBezTo>
                  <a:pt x="1795" y="1885"/>
                  <a:pt x="1789" y="1891"/>
                  <a:pt x="1783" y="1887"/>
                </a:cubicBezTo>
                <a:cubicBezTo>
                  <a:pt x="1718" y="1880"/>
                  <a:pt x="1711" y="1879"/>
                  <a:pt x="1705" y="1877"/>
                </a:cubicBezTo>
                <a:cubicBezTo>
                  <a:pt x="1657" y="1869"/>
                  <a:pt x="1650" y="1862"/>
                  <a:pt x="1644" y="1861"/>
                </a:cubicBezTo>
                <a:cubicBezTo>
                  <a:pt x="1600" y="1841"/>
                  <a:pt x="1597" y="1831"/>
                  <a:pt x="1593" y="1833"/>
                </a:cubicBezTo>
                <a:cubicBezTo>
                  <a:pt x="1597" y="1840"/>
                  <a:pt x="1599" y="1842"/>
                  <a:pt x="1602" y="1843"/>
                </a:cubicBezTo>
                <a:cubicBezTo>
                  <a:pt x="1641" y="1869"/>
                  <a:pt x="1637" y="1872"/>
                  <a:pt x="1643" y="1876"/>
                </a:cubicBezTo>
                <a:cubicBezTo>
                  <a:pt x="1683" y="1894"/>
                  <a:pt x="1693" y="1901"/>
                  <a:pt x="1703" y="1902"/>
                </a:cubicBezTo>
                <a:cubicBezTo>
                  <a:pt x="1750" y="1920"/>
                  <a:pt x="1751" y="1916"/>
                  <a:pt x="1753" y="1916"/>
                </a:cubicBezTo>
                <a:cubicBezTo>
                  <a:pt x="1774" y="1922"/>
                  <a:pt x="1784" y="1924"/>
                  <a:pt x="1794" y="1923"/>
                </a:cubicBezTo>
                <a:cubicBezTo>
                  <a:pt x="1830" y="1924"/>
                  <a:pt x="1835" y="1925"/>
                  <a:pt x="1840" y="1926"/>
                </a:cubicBezTo>
                <a:cubicBezTo>
                  <a:pt x="1877" y="1930"/>
                  <a:pt x="1883" y="1925"/>
                  <a:pt x="1888" y="1925"/>
                </a:cubicBezTo>
                <a:cubicBezTo>
                  <a:pt x="1940" y="1939"/>
                  <a:pt x="1943" y="1934"/>
                  <a:pt x="1946" y="1941"/>
                </a:cubicBezTo>
                <a:cubicBezTo>
                  <a:pt x="1906" y="1945"/>
                  <a:pt x="1904" y="1942"/>
                  <a:pt x="1901" y="1943"/>
                </a:cubicBezTo>
                <a:cubicBezTo>
                  <a:pt x="1865" y="1942"/>
                  <a:pt x="1860" y="1941"/>
                  <a:pt x="1855" y="1940"/>
                </a:cubicBezTo>
                <a:cubicBezTo>
                  <a:pt x="1837" y="1942"/>
                  <a:pt x="1834" y="1939"/>
                  <a:pt x="1832" y="1940"/>
                </a:cubicBezTo>
                <a:cubicBezTo>
                  <a:pt x="1785" y="1936"/>
                  <a:pt x="1774" y="1934"/>
                  <a:pt x="1764" y="1932"/>
                </a:cubicBezTo>
                <a:cubicBezTo>
                  <a:pt x="1714" y="1916"/>
                  <a:pt x="1708" y="1920"/>
                  <a:pt x="1704" y="1913"/>
                </a:cubicBezTo>
                <a:cubicBezTo>
                  <a:pt x="1661" y="1902"/>
                  <a:pt x="1658" y="1892"/>
                  <a:pt x="1654" y="1899"/>
                </a:cubicBezTo>
                <a:cubicBezTo>
                  <a:pt x="1721" y="1926"/>
                  <a:pt x="1728" y="1931"/>
                  <a:pt x="1735" y="1935"/>
                </a:cubicBezTo>
                <a:cubicBezTo>
                  <a:pt x="1769" y="1942"/>
                  <a:pt x="1772" y="1946"/>
                  <a:pt x="1776" y="1942"/>
                </a:cubicBezTo>
                <a:cubicBezTo>
                  <a:pt x="1811" y="1952"/>
                  <a:pt x="1815" y="1945"/>
                  <a:pt x="1819" y="1951"/>
                </a:cubicBezTo>
                <a:cubicBezTo>
                  <a:pt x="1842" y="1951"/>
                  <a:pt x="1846" y="1953"/>
                  <a:pt x="1850" y="1950"/>
                </a:cubicBezTo>
                <a:cubicBezTo>
                  <a:pt x="1909" y="1952"/>
                  <a:pt x="1915" y="1954"/>
                  <a:pt x="1922" y="1953"/>
                </a:cubicBezTo>
                <a:cubicBezTo>
                  <a:pt x="1939" y="1951"/>
                  <a:pt x="1941" y="1956"/>
                  <a:pt x="1944" y="1952"/>
                </a:cubicBezTo>
                <a:cubicBezTo>
                  <a:pt x="1969" y="1956"/>
                  <a:pt x="1972" y="1958"/>
                  <a:pt x="1976" y="1959"/>
                </a:cubicBezTo>
                <a:cubicBezTo>
                  <a:pt x="1965" y="1961"/>
                  <a:pt x="1960" y="1960"/>
                  <a:pt x="1954" y="1957"/>
                </a:cubicBezTo>
                <a:cubicBezTo>
                  <a:pt x="1914" y="1964"/>
                  <a:pt x="1909" y="1955"/>
                  <a:pt x="1903" y="1961"/>
                </a:cubicBezTo>
                <a:cubicBezTo>
                  <a:pt x="1880" y="1964"/>
                  <a:pt x="1875" y="1959"/>
                  <a:pt x="1869" y="1959"/>
                </a:cubicBezTo>
                <a:cubicBezTo>
                  <a:pt x="1815" y="1960"/>
                  <a:pt x="1813" y="1960"/>
                  <a:pt x="1810" y="1958"/>
                </a:cubicBezTo>
                <a:cubicBezTo>
                  <a:pt x="1782" y="1951"/>
                  <a:pt x="1779" y="1954"/>
                  <a:pt x="1777" y="1953"/>
                </a:cubicBezTo>
                <a:cubicBezTo>
                  <a:pt x="1748" y="1947"/>
                  <a:pt x="1746" y="1947"/>
                  <a:pt x="1743" y="1948"/>
                </a:cubicBezTo>
                <a:cubicBezTo>
                  <a:pt x="1712" y="1936"/>
                  <a:pt x="1706" y="1934"/>
                  <a:pt x="1701" y="1929"/>
                </a:cubicBezTo>
                <a:cubicBezTo>
                  <a:pt x="1717" y="1946"/>
                  <a:pt x="1727" y="1946"/>
                  <a:pt x="1737" y="1953"/>
                </a:cubicBezTo>
                <a:cubicBezTo>
                  <a:pt x="1812" y="1968"/>
                  <a:pt x="1818" y="1971"/>
                  <a:pt x="1823" y="1970"/>
                </a:cubicBezTo>
                <a:cubicBezTo>
                  <a:pt x="1845" y="1969"/>
                  <a:pt x="1847" y="1974"/>
                  <a:pt x="1850" y="1970"/>
                </a:cubicBezTo>
                <a:cubicBezTo>
                  <a:pt x="1872" y="1968"/>
                  <a:pt x="1875" y="1968"/>
                  <a:pt x="1877" y="1972"/>
                </a:cubicBezTo>
                <a:cubicBezTo>
                  <a:pt x="1901" y="1970"/>
                  <a:pt x="1907" y="1971"/>
                  <a:pt x="1913" y="1970"/>
                </a:cubicBezTo>
                <a:cubicBezTo>
                  <a:pt x="1996" y="1976"/>
                  <a:pt x="2007" y="1978"/>
                  <a:pt x="2019" y="1982"/>
                </a:cubicBezTo>
                <a:cubicBezTo>
                  <a:pt x="1956" y="1985"/>
                  <a:pt x="1952" y="1983"/>
                  <a:pt x="1948" y="1983"/>
                </a:cubicBezTo>
                <a:cubicBezTo>
                  <a:pt x="1865" y="1989"/>
                  <a:pt x="1861" y="1990"/>
                  <a:pt x="1858" y="1989"/>
                </a:cubicBezTo>
                <a:cubicBezTo>
                  <a:pt x="1842" y="1988"/>
                  <a:pt x="1838" y="1989"/>
                  <a:pt x="1835" y="1989"/>
                </a:cubicBezTo>
                <a:cubicBezTo>
                  <a:pt x="1791" y="1980"/>
                  <a:pt x="1783" y="1979"/>
                  <a:pt x="1775" y="1975"/>
                </a:cubicBezTo>
                <a:cubicBezTo>
                  <a:pt x="1733" y="1968"/>
                  <a:pt x="1738" y="1969"/>
                  <a:pt x="1743" y="1971"/>
                </a:cubicBezTo>
                <a:cubicBezTo>
                  <a:pt x="1801" y="1990"/>
                  <a:pt x="1807" y="1993"/>
                  <a:pt x="1813" y="1994"/>
                </a:cubicBezTo>
                <a:cubicBezTo>
                  <a:pt x="1848" y="2002"/>
                  <a:pt x="1853" y="1994"/>
                  <a:pt x="1857" y="1999"/>
                </a:cubicBezTo>
                <a:cubicBezTo>
                  <a:pt x="1893" y="1996"/>
                  <a:pt x="1901" y="1998"/>
                  <a:pt x="1910" y="1996"/>
                </a:cubicBezTo>
                <a:cubicBezTo>
                  <a:pt x="1965" y="1991"/>
                  <a:pt x="1969" y="1993"/>
                  <a:pt x="1974" y="1989"/>
                </a:cubicBezTo>
                <a:cubicBezTo>
                  <a:pt x="2013" y="1993"/>
                  <a:pt x="2016" y="1991"/>
                  <a:pt x="2020" y="1996"/>
                </a:cubicBezTo>
                <a:cubicBezTo>
                  <a:pt x="2003" y="2000"/>
                  <a:pt x="1999" y="1994"/>
                  <a:pt x="1995" y="1997"/>
                </a:cubicBezTo>
                <a:cubicBezTo>
                  <a:pt x="1946" y="1996"/>
                  <a:pt x="1936" y="2007"/>
                  <a:pt x="1928" y="2000"/>
                </a:cubicBezTo>
                <a:cubicBezTo>
                  <a:pt x="1842" y="2015"/>
                  <a:pt x="1833" y="2014"/>
                  <a:pt x="1825" y="2015"/>
                </a:cubicBezTo>
                <a:cubicBezTo>
                  <a:pt x="1794" y="2010"/>
                  <a:pt x="1786" y="2016"/>
                  <a:pt x="1779" y="2012"/>
                </a:cubicBezTo>
                <a:cubicBezTo>
                  <a:pt x="1727" y="2002"/>
                  <a:pt x="1720" y="1995"/>
                  <a:pt x="1712" y="1998"/>
                </a:cubicBezTo>
                <a:cubicBezTo>
                  <a:pt x="1766" y="2016"/>
                  <a:pt x="1769" y="2018"/>
                  <a:pt x="1772" y="2021"/>
                </a:cubicBezTo>
                <a:cubicBezTo>
                  <a:pt x="1866" y="2024"/>
                  <a:pt x="1878" y="2021"/>
                  <a:pt x="1890" y="2019"/>
                </a:cubicBezTo>
                <a:cubicBezTo>
                  <a:pt x="1932" y="2010"/>
                  <a:pt x="1937" y="2015"/>
                  <a:pt x="1943" y="2010"/>
                </a:cubicBezTo>
                <a:cubicBezTo>
                  <a:pt x="1974" y="2009"/>
                  <a:pt x="1986" y="2010"/>
                  <a:pt x="1999" y="2005"/>
                </a:cubicBezTo>
                <a:cubicBezTo>
                  <a:pt x="2065" y="2015"/>
                  <a:pt x="2062" y="2015"/>
                  <a:pt x="2059" y="2014"/>
                </a:cubicBezTo>
                <a:cubicBezTo>
                  <a:pt x="2033" y="2015"/>
                  <a:pt x="2030" y="2011"/>
                  <a:pt x="2026" y="2013"/>
                </a:cubicBezTo>
                <a:cubicBezTo>
                  <a:pt x="1966" y="2015"/>
                  <a:pt x="1964" y="2014"/>
                  <a:pt x="1961" y="2015"/>
                </a:cubicBezTo>
                <a:cubicBezTo>
                  <a:pt x="1902" y="2024"/>
                  <a:pt x="1881" y="2032"/>
                  <a:pt x="1861" y="2033"/>
                </a:cubicBezTo>
                <a:cubicBezTo>
                  <a:pt x="1842" y="2035"/>
                  <a:pt x="1837" y="2035"/>
                  <a:pt x="1831" y="2036"/>
                </a:cubicBezTo>
                <a:cubicBezTo>
                  <a:pt x="1814" y="2032"/>
                  <a:pt x="1811" y="2034"/>
                  <a:pt x="1809" y="2032"/>
                </a:cubicBezTo>
                <a:cubicBezTo>
                  <a:pt x="1760" y="2026"/>
                  <a:pt x="1750" y="2023"/>
                  <a:pt x="1740" y="2023"/>
                </a:cubicBezTo>
                <a:cubicBezTo>
                  <a:pt x="1786" y="2037"/>
                  <a:pt x="1792" y="2040"/>
                  <a:pt x="1799" y="2038"/>
                </a:cubicBezTo>
                <a:cubicBezTo>
                  <a:pt x="1827" y="2043"/>
                  <a:pt x="1835" y="2045"/>
                  <a:pt x="1843" y="2043"/>
                </a:cubicBezTo>
                <a:cubicBezTo>
                  <a:pt x="1876" y="2042"/>
                  <a:pt x="1885" y="2038"/>
                  <a:pt x="1893" y="2037"/>
                </a:cubicBezTo>
                <a:cubicBezTo>
                  <a:pt x="1933" y="2027"/>
                  <a:pt x="1936" y="2029"/>
                  <a:pt x="1940" y="2030"/>
                </a:cubicBezTo>
                <a:cubicBezTo>
                  <a:pt x="1985" y="2019"/>
                  <a:pt x="1987" y="2022"/>
                  <a:pt x="1990" y="2021"/>
                </a:cubicBezTo>
                <a:cubicBezTo>
                  <a:pt x="2030" y="2021"/>
                  <a:pt x="2034" y="2027"/>
                  <a:pt x="2039" y="2022"/>
                </a:cubicBezTo>
                <a:cubicBezTo>
                  <a:pt x="2066" y="2021"/>
                  <a:pt x="2068" y="2028"/>
                  <a:pt x="2072" y="2025"/>
                </a:cubicBezTo>
                <a:cubicBezTo>
                  <a:pt x="2080" y="2034"/>
                  <a:pt x="2073" y="2035"/>
                  <a:pt x="2065" y="2031"/>
                </a:cubicBezTo>
                <a:cubicBezTo>
                  <a:pt x="2026" y="2036"/>
                  <a:pt x="2022" y="2032"/>
                  <a:pt x="2019" y="2034"/>
                </a:cubicBezTo>
                <a:cubicBezTo>
                  <a:pt x="1978" y="2039"/>
                  <a:pt x="1973" y="2041"/>
                  <a:pt x="1969" y="2040"/>
                </a:cubicBezTo>
                <a:cubicBezTo>
                  <a:pt x="1930" y="2047"/>
                  <a:pt x="1920" y="2051"/>
                  <a:pt x="1911" y="2053"/>
                </a:cubicBezTo>
                <a:cubicBezTo>
                  <a:pt x="1865" y="2061"/>
                  <a:pt x="1863" y="2058"/>
                  <a:pt x="1861" y="2059"/>
                </a:cubicBezTo>
                <a:cubicBezTo>
                  <a:pt x="1819" y="2062"/>
                  <a:pt x="1815" y="2058"/>
                  <a:pt x="1810" y="2060"/>
                </a:cubicBezTo>
                <a:cubicBezTo>
                  <a:pt x="1790" y="2059"/>
                  <a:pt x="1785" y="2058"/>
                  <a:pt x="1781" y="2057"/>
                </a:cubicBezTo>
                <a:cubicBezTo>
                  <a:pt x="1776" y="2063"/>
                  <a:pt x="1780" y="2063"/>
                  <a:pt x="1785" y="2065"/>
                </a:cubicBezTo>
                <a:cubicBezTo>
                  <a:pt x="1807" y="2068"/>
                  <a:pt x="1810" y="2068"/>
                  <a:pt x="1812" y="2067"/>
                </a:cubicBezTo>
                <a:cubicBezTo>
                  <a:pt x="1856" y="2069"/>
                  <a:pt x="1858" y="2069"/>
                  <a:pt x="1860" y="2068"/>
                </a:cubicBezTo>
                <a:cubicBezTo>
                  <a:pt x="1886" y="2067"/>
                  <a:pt x="1888" y="2068"/>
                  <a:pt x="1890" y="2066"/>
                </a:cubicBezTo>
                <a:cubicBezTo>
                  <a:pt x="1917" y="2057"/>
                  <a:pt x="1921" y="2064"/>
                  <a:pt x="1926" y="2060"/>
                </a:cubicBezTo>
                <a:cubicBezTo>
                  <a:pt x="1980" y="2047"/>
                  <a:pt x="1989" y="2048"/>
                  <a:pt x="1999" y="2042"/>
                </a:cubicBezTo>
                <a:cubicBezTo>
                  <a:pt x="2018" y="2044"/>
                  <a:pt x="2020" y="2045"/>
                  <a:pt x="2023" y="2042"/>
                </a:cubicBezTo>
                <a:cubicBezTo>
                  <a:pt x="2061" y="2040"/>
                  <a:pt x="2065" y="2040"/>
                  <a:pt x="2069" y="2042"/>
                </a:cubicBezTo>
                <a:cubicBezTo>
                  <a:pt x="2089" y="2045"/>
                  <a:pt x="2092" y="2044"/>
                  <a:pt x="2090" y="2047"/>
                </a:cubicBezTo>
                <a:cubicBezTo>
                  <a:pt x="2039" y="2050"/>
                  <a:pt x="2025" y="2060"/>
                  <a:pt x="2012" y="2057"/>
                </a:cubicBezTo>
                <a:cubicBezTo>
                  <a:pt x="1987" y="2061"/>
                  <a:pt x="1980" y="2066"/>
                  <a:pt x="1973" y="2065"/>
                </a:cubicBezTo>
                <a:cubicBezTo>
                  <a:pt x="1926" y="2080"/>
                  <a:pt x="1920" y="2077"/>
                  <a:pt x="1914" y="2080"/>
                </a:cubicBezTo>
                <a:cubicBezTo>
                  <a:pt x="1848" y="2084"/>
                  <a:pt x="1842" y="2084"/>
                  <a:pt x="1836" y="2084"/>
                </a:cubicBezTo>
                <a:cubicBezTo>
                  <a:pt x="1809" y="2083"/>
                  <a:pt x="1802" y="2084"/>
                  <a:pt x="1796" y="2081"/>
                </a:cubicBezTo>
                <a:cubicBezTo>
                  <a:pt x="1781" y="2083"/>
                  <a:pt x="1784" y="2084"/>
                  <a:pt x="1786" y="2087"/>
                </a:cubicBezTo>
                <a:cubicBezTo>
                  <a:pt x="1816" y="2091"/>
                  <a:pt x="1822" y="2088"/>
                  <a:pt x="1828" y="2091"/>
                </a:cubicBezTo>
                <a:cubicBezTo>
                  <a:pt x="1850" y="2093"/>
                  <a:pt x="1855" y="2091"/>
                  <a:pt x="1860" y="2092"/>
                </a:cubicBezTo>
                <a:cubicBezTo>
                  <a:pt x="1880" y="2093"/>
                  <a:pt x="1882" y="2090"/>
                  <a:pt x="1885" y="2090"/>
                </a:cubicBezTo>
                <a:cubicBezTo>
                  <a:pt x="1905" y="2093"/>
                  <a:pt x="1908" y="2086"/>
                  <a:pt x="1911" y="2090"/>
                </a:cubicBezTo>
                <a:cubicBezTo>
                  <a:pt x="1936" y="2089"/>
                  <a:pt x="1929" y="2089"/>
                  <a:pt x="1925" y="2090"/>
                </a:cubicBezTo>
                <a:cubicBezTo>
                  <a:pt x="1905" y="2095"/>
                  <a:pt x="1902" y="2094"/>
                  <a:pt x="1900" y="2094"/>
                </a:cubicBezTo>
                <a:cubicBezTo>
                  <a:pt x="1830" y="2102"/>
                  <a:pt x="1814" y="2103"/>
                  <a:pt x="1798" y="2100"/>
                </a:cubicBezTo>
                <a:cubicBezTo>
                  <a:pt x="1757" y="2101"/>
                  <a:pt x="1753" y="2092"/>
                  <a:pt x="1748" y="2100"/>
                </a:cubicBezTo>
                <a:cubicBezTo>
                  <a:pt x="1799" y="2109"/>
                  <a:pt x="1804" y="2109"/>
                  <a:pt x="1810" y="2110"/>
                </a:cubicBezTo>
                <a:cubicBezTo>
                  <a:pt x="1851" y="2110"/>
                  <a:pt x="1853" y="2109"/>
                  <a:pt x="1856" y="2110"/>
                </a:cubicBezTo>
                <a:cubicBezTo>
                  <a:pt x="1890" y="2107"/>
                  <a:pt x="1892" y="2108"/>
                  <a:pt x="1895" y="2105"/>
                </a:cubicBezTo>
                <a:cubicBezTo>
                  <a:pt x="1913" y="2105"/>
                  <a:pt x="1916" y="2100"/>
                  <a:pt x="1918" y="2102"/>
                </a:cubicBezTo>
                <a:cubicBezTo>
                  <a:pt x="1977" y="2083"/>
                  <a:pt x="1987" y="2085"/>
                  <a:pt x="1999" y="2078"/>
                </a:cubicBezTo>
                <a:cubicBezTo>
                  <a:pt x="2053" y="2068"/>
                  <a:pt x="2058" y="2069"/>
                  <a:pt x="2064" y="2070"/>
                </a:cubicBezTo>
                <a:cubicBezTo>
                  <a:pt x="2099" y="2065"/>
                  <a:pt x="2102" y="2065"/>
                  <a:pt x="2104" y="2066"/>
                </a:cubicBezTo>
                <a:cubicBezTo>
                  <a:pt x="2123" y="2069"/>
                  <a:pt x="2131" y="2064"/>
                  <a:pt x="2127" y="2069"/>
                </a:cubicBezTo>
                <a:cubicBezTo>
                  <a:pt x="2075" y="2080"/>
                  <a:pt x="2071" y="2079"/>
                  <a:pt x="2067" y="2079"/>
                </a:cubicBezTo>
                <a:cubicBezTo>
                  <a:pt x="2020" y="2094"/>
                  <a:pt x="2011" y="2100"/>
                  <a:pt x="2002" y="2098"/>
                </a:cubicBezTo>
                <a:cubicBezTo>
                  <a:pt x="1963" y="2116"/>
                  <a:pt x="1959" y="2109"/>
                  <a:pt x="1954" y="2116"/>
                </a:cubicBezTo>
                <a:cubicBezTo>
                  <a:pt x="1851" y="2138"/>
                  <a:pt x="1844" y="2132"/>
                  <a:pt x="1836" y="2136"/>
                </a:cubicBezTo>
                <a:cubicBezTo>
                  <a:pt x="1826" y="2142"/>
                  <a:pt x="1836" y="2142"/>
                  <a:pt x="1846" y="2142"/>
                </a:cubicBezTo>
                <a:cubicBezTo>
                  <a:pt x="1867" y="2140"/>
                  <a:pt x="1872" y="2144"/>
                  <a:pt x="1877" y="2141"/>
                </a:cubicBezTo>
                <a:cubicBezTo>
                  <a:pt x="1913" y="2139"/>
                  <a:pt x="1919" y="2132"/>
                  <a:pt x="1924" y="2134"/>
                </a:cubicBezTo>
                <a:cubicBezTo>
                  <a:pt x="1959" y="2125"/>
                  <a:pt x="1964" y="2124"/>
                  <a:pt x="1970" y="2120"/>
                </a:cubicBezTo>
                <a:cubicBezTo>
                  <a:pt x="2007" y="2106"/>
                  <a:pt x="2013" y="2108"/>
                  <a:pt x="2020" y="2105"/>
                </a:cubicBezTo>
                <a:cubicBezTo>
                  <a:pt x="2040" y="2100"/>
                  <a:pt x="2044" y="2093"/>
                  <a:pt x="2047" y="2096"/>
                </a:cubicBezTo>
                <a:cubicBezTo>
                  <a:pt x="2086" y="2089"/>
                  <a:pt x="2094" y="2082"/>
                  <a:pt x="2100" y="2084"/>
                </a:cubicBezTo>
                <a:cubicBezTo>
                  <a:pt x="2135" y="2086"/>
                  <a:pt x="2139" y="2077"/>
                  <a:pt x="2142" y="2079"/>
                </a:cubicBezTo>
                <a:cubicBezTo>
                  <a:pt x="2159" y="2083"/>
                  <a:pt x="2154" y="2082"/>
                  <a:pt x="2150" y="2081"/>
                </a:cubicBezTo>
                <a:cubicBezTo>
                  <a:pt x="2117" y="2084"/>
                  <a:pt x="2111" y="2088"/>
                  <a:pt x="2106" y="2088"/>
                </a:cubicBezTo>
                <a:cubicBezTo>
                  <a:pt x="2041" y="2104"/>
                  <a:pt x="2035" y="2114"/>
                  <a:pt x="2030" y="2111"/>
                </a:cubicBezTo>
                <a:cubicBezTo>
                  <a:pt x="1993" y="2122"/>
                  <a:pt x="1991" y="2126"/>
                  <a:pt x="1991" y="2128"/>
                </a:cubicBezTo>
                <a:cubicBezTo>
                  <a:pt x="1972" y="2138"/>
                  <a:pt x="1964" y="2127"/>
                  <a:pt x="1967" y="2134"/>
                </a:cubicBezTo>
                <a:cubicBezTo>
                  <a:pt x="1927" y="2146"/>
                  <a:pt x="1921" y="2143"/>
                  <a:pt x="1915" y="2148"/>
                </a:cubicBezTo>
                <a:cubicBezTo>
                  <a:pt x="1877" y="2147"/>
                  <a:pt x="1871" y="2154"/>
                  <a:pt x="1865" y="2154"/>
                </a:cubicBezTo>
                <a:cubicBezTo>
                  <a:pt x="1843" y="2149"/>
                  <a:pt x="1837" y="2158"/>
                  <a:pt x="1831" y="2151"/>
                </a:cubicBezTo>
                <a:cubicBezTo>
                  <a:pt x="1792" y="2150"/>
                  <a:pt x="1787" y="2142"/>
                  <a:pt x="1781" y="2146"/>
                </a:cubicBezTo>
                <a:cubicBezTo>
                  <a:pt x="1821" y="2158"/>
                  <a:pt x="1829" y="2160"/>
                  <a:pt x="1837" y="2160"/>
                </a:cubicBezTo>
                <a:cubicBezTo>
                  <a:pt x="1845" y="2160"/>
                  <a:pt x="1845" y="2160"/>
                  <a:pt x="1845" y="2160"/>
                </a:cubicBezTo>
                <a:cubicBezTo>
                  <a:pt x="1917" y="2153"/>
                  <a:pt x="1922" y="2158"/>
                  <a:pt x="1927" y="2152"/>
                </a:cubicBezTo>
                <a:cubicBezTo>
                  <a:pt x="1990" y="2138"/>
                  <a:pt x="2001" y="2131"/>
                  <a:pt x="2012" y="2129"/>
                </a:cubicBezTo>
                <a:cubicBezTo>
                  <a:pt x="2062" y="2106"/>
                  <a:pt x="2075" y="2111"/>
                  <a:pt x="2090" y="2102"/>
                </a:cubicBezTo>
                <a:cubicBezTo>
                  <a:pt x="2139" y="2090"/>
                  <a:pt x="2145" y="2096"/>
                  <a:pt x="2152" y="2091"/>
                </a:cubicBezTo>
                <a:cubicBezTo>
                  <a:pt x="2188" y="2096"/>
                  <a:pt x="2192" y="2094"/>
                  <a:pt x="2195" y="2094"/>
                </a:cubicBezTo>
                <a:cubicBezTo>
                  <a:pt x="2212" y="2100"/>
                  <a:pt x="2215" y="2098"/>
                  <a:pt x="2213" y="2101"/>
                </a:cubicBezTo>
                <a:cubicBezTo>
                  <a:pt x="2155" y="2109"/>
                  <a:pt x="2152" y="2110"/>
                  <a:pt x="2148" y="2109"/>
                </a:cubicBezTo>
                <a:cubicBezTo>
                  <a:pt x="2095" y="2129"/>
                  <a:pt x="2087" y="2129"/>
                  <a:pt x="2080" y="2134"/>
                </a:cubicBezTo>
                <a:cubicBezTo>
                  <a:pt x="2050" y="2142"/>
                  <a:pt x="2042" y="2150"/>
                  <a:pt x="2034" y="2151"/>
                </a:cubicBezTo>
                <a:cubicBezTo>
                  <a:pt x="2014" y="2160"/>
                  <a:pt x="2014" y="2160"/>
                  <a:pt x="2013" y="2160"/>
                </a:cubicBezTo>
                <a:cubicBezTo>
                  <a:pt x="2054" y="2153"/>
                  <a:pt x="2064" y="2154"/>
                  <a:pt x="2074" y="2148"/>
                </a:cubicBezTo>
                <a:cubicBezTo>
                  <a:pt x="2154" y="2114"/>
                  <a:pt x="2159" y="2123"/>
                  <a:pt x="2165" y="2115"/>
                </a:cubicBezTo>
                <a:cubicBezTo>
                  <a:pt x="2190" y="2117"/>
                  <a:pt x="2187" y="2113"/>
                  <a:pt x="2183" y="2119"/>
                </a:cubicBezTo>
                <a:cubicBezTo>
                  <a:pt x="2157" y="2125"/>
                  <a:pt x="2154" y="2123"/>
                  <a:pt x="2150" y="2125"/>
                </a:cubicBezTo>
                <a:cubicBezTo>
                  <a:pt x="2102" y="2142"/>
                  <a:pt x="2098" y="2146"/>
                  <a:pt x="2094" y="2147"/>
                </a:cubicBezTo>
                <a:cubicBezTo>
                  <a:pt x="2087" y="2160"/>
                  <a:pt x="2087" y="2160"/>
                  <a:pt x="2087" y="2160"/>
                </a:cubicBezTo>
                <a:cubicBezTo>
                  <a:pt x="2130" y="2147"/>
                  <a:pt x="2134" y="2139"/>
                  <a:pt x="2138" y="2141"/>
                </a:cubicBezTo>
                <a:cubicBezTo>
                  <a:pt x="2207" y="2127"/>
                  <a:pt x="2211" y="2122"/>
                  <a:pt x="2215" y="2123"/>
                </a:cubicBezTo>
                <a:cubicBezTo>
                  <a:pt x="2265" y="2131"/>
                  <a:pt x="2255" y="2136"/>
                  <a:pt x="2245" y="2134"/>
                </a:cubicBezTo>
                <a:cubicBezTo>
                  <a:pt x="2202" y="2144"/>
                  <a:pt x="2188" y="2144"/>
                  <a:pt x="2175" y="2150"/>
                </a:cubicBezTo>
                <a:cubicBezTo>
                  <a:pt x="2182" y="2158"/>
                  <a:pt x="2190" y="2154"/>
                  <a:pt x="2198" y="2153"/>
                </a:cubicBezTo>
                <a:cubicBezTo>
                  <a:pt x="2242" y="2147"/>
                  <a:pt x="2254" y="2144"/>
                  <a:pt x="2266" y="2142"/>
                </a:cubicBezTo>
                <a:cubicBezTo>
                  <a:pt x="2296" y="2149"/>
                  <a:pt x="2289" y="2141"/>
                  <a:pt x="2281" y="2149"/>
                </a:cubicBezTo>
                <a:cubicBezTo>
                  <a:pt x="2215" y="2160"/>
                  <a:pt x="2215" y="2160"/>
                  <a:pt x="2215" y="2160"/>
                </a:cubicBezTo>
                <a:cubicBezTo>
                  <a:pt x="2261" y="2163"/>
                  <a:pt x="2266" y="2158"/>
                  <a:pt x="2270" y="2159"/>
                </a:cubicBezTo>
                <a:cubicBezTo>
                  <a:pt x="2286" y="2157"/>
                  <a:pt x="2288" y="2158"/>
                  <a:pt x="2290" y="2159"/>
                </a:cubicBezTo>
                <a:cubicBezTo>
                  <a:pt x="2306" y="2159"/>
                  <a:pt x="2301" y="2160"/>
                  <a:pt x="2296" y="2159"/>
                </a:cubicBezTo>
                <a:cubicBezTo>
                  <a:pt x="2375" y="2159"/>
                  <a:pt x="2374" y="2158"/>
                  <a:pt x="2372" y="2157"/>
                </a:cubicBezTo>
                <a:cubicBezTo>
                  <a:pt x="2357" y="2145"/>
                  <a:pt x="2353" y="2143"/>
                  <a:pt x="2349" y="2136"/>
                </a:cubicBezTo>
                <a:cubicBezTo>
                  <a:pt x="2334" y="2103"/>
                  <a:pt x="2327" y="2099"/>
                  <a:pt x="2325" y="2096"/>
                </a:cubicBezTo>
                <a:cubicBezTo>
                  <a:pt x="2312" y="2069"/>
                  <a:pt x="2309" y="2062"/>
                  <a:pt x="2306" y="2055"/>
                </a:cubicBezTo>
                <a:cubicBezTo>
                  <a:pt x="2290" y="2013"/>
                  <a:pt x="2286" y="2009"/>
                  <a:pt x="2286" y="2006"/>
                </a:cubicBezTo>
                <a:cubicBezTo>
                  <a:pt x="2276" y="1972"/>
                  <a:pt x="2269" y="1966"/>
                  <a:pt x="2269" y="1960"/>
                </a:cubicBezTo>
                <a:cubicBezTo>
                  <a:pt x="2205" y="1870"/>
                  <a:pt x="2206" y="1871"/>
                  <a:pt x="2207" y="1872"/>
                </a:cubicBezTo>
                <a:cubicBezTo>
                  <a:pt x="2252" y="1922"/>
                  <a:pt x="2262" y="1928"/>
                  <a:pt x="2273" y="1948"/>
                </a:cubicBezTo>
                <a:cubicBezTo>
                  <a:pt x="2301" y="2003"/>
                  <a:pt x="2306" y="2005"/>
                  <a:pt x="2308" y="2010"/>
                </a:cubicBezTo>
                <a:cubicBezTo>
                  <a:pt x="2314" y="2029"/>
                  <a:pt x="2321" y="2036"/>
                  <a:pt x="2322" y="2043"/>
                </a:cubicBezTo>
                <a:cubicBezTo>
                  <a:pt x="2355" y="2106"/>
                  <a:pt x="2363" y="2126"/>
                  <a:pt x="2374" y="2146"/>
                </a:cubicBezTo>
                <a:cubicBezTo>
                  <a:pt x="2399" y="2160"/>
                  <a:pt x="2399" y="2160"/>
                  <a:pt x="2399" y="2160"/>
                </a:cubicBezTo>
                <a:close/>
                <a:moveTo>
                  <a:pt x="1838" y="1827"/>
                </a:moveTo>
                <a:cubicBezTo>
                  <a:pt x="1845" y="1821"/>
                  <a:pt x="1845" y="1838"/>
                  <a:pt x="1854" y="1842"/>
                </a:cubicBezTo>
                <a:cubicBezTo>
                  <a:pt x="1845" y="1846"/>
                  <a:pt x="1846" y="1833"/>
                  <a:pt x="1838" y="1827"/>
                </a:cubicBezTo>
                <a:close/>
                <a:moveTo>
                  <a:pt x="1853" y="1848"/>
                </a:moveTo>
                <a:cubicBezTo>
                  <a:pt x="1859" y="1847"/>
                  <a:pt x="1862" y="1858"/>
                  <a:pt x="1865" y="1862"/>
                </a:cubicBezTo>
                <a:cubicBezTo>
                  <a:pt x="1859" y="1863"/>
                  <a:pt x="1856" y="1852"/>
                  <a:pt x="1853" y="1848"/>
                </a:cubicBezTo>
                <a:close/>
                <a:moveTo>
                  <a:pt x="1645" y="1869"/>
                </a:moveTo>
                <a:cubicBezTo>
                  <a:pt x="1648" y="1868"/>
                  <a:pt x="1651" y="1869"/>
                  <a:pt x="1654" y="1872"/>
                </a:cubicBezTo>
                <a:cubicBezTo>
                  <a:pt x="1650" y="1878"/>
                  <a:pt x="1648" y="1871"/>
                  <a:pt x="1645" y="1869"/>
                </a:cubicBezTo>
                <a:close/>
                <a:moveTo>
                  <a:pt x="1907" y="1920"/>
                </a:moveTo>
                <a:cubicBezTo>
                  <a:pt x="1903" y="1914"/>
                  <a:pt x="1899" y="1920"/>
                  <a:pt x="1895" y="1916"/>
                </a:cubicBezTo>
                <a:cubicBezTo>
                  <a:pt x="1841" y="1913"/>
                  <a:pt x="1839" y="1913"/>
                  <a:pt x="1836" y="1915"/>
                </a:cubicBezTo>
                <a:cubicBezTo>
                  <a:pt x="1810" y="1916"/>
                  <a:pt x="1803" y="1912"/>
                  <a:pt x="1795" y="1914"/>
                </a:cubicBezTo>
                <a:cubicBezTo>
                  <a:pt x="1766" y="1908"/>
                  <a:pt x="1762" y="1912"/>
                  <a:pt x="1758" y="1909"/>
                </a:cubicBezTo>
                <a:cubicBezTo>
                  <a:pt x="1719" y="1899"/>
                  <a:pt x="1715" y="1899"/>
                  <a:pt x="1711" y="1898"/>
                </a:cubicBezTo>
                <a:cubicBezTo>
                  <a:pt x="1659" y="1869"/>
                  <a:pt x="1662" y="1879"/>
                  <a:pt x="1666" y="1876"/>
                </a:cubicBezTo>
                <a:cubicBezTo>
                  <a:pt x="1713" y="1885"/>
                  <a:pt x="1732" y="1891"/>
                  <a:pt x="1751" y="1894"/>
                </a:cubicBezTo>
                <a:cubicBezTo>
                  <a:pt x="1785" y="1897"/>
                  <a:pt x="1790" y="1895"/>
                  <a:pt x="1794" y="1900"/>
                </a:cubicBezTo>
                <a:cubicBezTo>
                  <a:pt x="1828" y="1901"/>
                  <a:pt x="1832" y="1905"/>
                  <a:pt x="1837" y="1903"/>
                </a:cubicBezTo>
                <a:cubicBezTo>
                  <a:pt x="1870" y="1907"/>
                  <a:pt x="1875" y="1907"/>
                  <a:pt x="1880" y="1906"/>
                </a:cubicBezTo>
                <a:cubicBezTo>
                  <a:pt x="1899" y="1909"/>
                  <a:pt x="1903" y="1916"/>
                  <a:pt x="1908" y="1914"/>
                </a:cubicBezTo>
                <a:cubicBezTo>
                  <a:pt x="1916" y="1920"/>
                  <a:pt x="1912" y="1920"/>
                  <a:pt x="1907" y="1920"/>
                </a:cubicBezTo>
                <a:close/>
                <a:moveTo>
                  <a:pt x="1952" y="1945"/>
                </a:moveTo>
                <a:cubicBezTo>
                  <a:pt x="1949" y="1940"/>
                  <a:pt x="1958" y="1939"/>
                  <a:pt x="1960" y="1944"/>
                </a:cubicBezTo>
                <a:cubicBezTo>
                  <a:pt x="1957" y="1945"/>
                  <a:pt x="1955" y="1943"/>
                  <a:pt x="1952" y="1945"/>
                </a:cubicBezTo>
                <a:close/>
                <a:moveTo>
                  <a:pt x="2090" y="2033"/>
                </a:moveTo>
                <a:cubicBezTo>
                  <a:pt x="2094" y="2028"/>
                  <a:pt x="2097" y="2030"/>
                  <a:pt x="2100" y="2035"/>
                </a:cubicBezTo>
                <a:cubicBezTo>
                  <a:pt x="2097" y="2036"/>
                  <a:pt x="2093" y="2037"/>
                  <a:pt x="2090" y="2033"/>
                </a:cubicBezTo>
                <a:close/>
                <a:moveTo>
                  <a:pt x="2417" y="2149"/>
                </a:moveTo>
                <a:cubicBezTo>
                  <a:pt x="2411" y="2141"/>
                  <a:pt x="2408" y="2133"/>
                  <a:pt x="2399" y="2124"/>
                </a:cubicBezTo>
                <a:cubicBezTo>
                  <a:pt x="2394" y="2113"/>
                  <a:pt x="2388" y="2102"/>
                  <a:pt x="2378" y="2090"/>
                </a:cubicBezTo>
                <a:cubicBezTo>
                  <a:pt x="2363" y="2061"/>
                  <a:pt x="2346" y="2031"/>
                  <a:pt x="2331" y="2001"/>
                </a:cubicBezTo>
                <a:cubicBezTo>
                  <a:pt x="2317" y="1971"/>
                  <a:pt x="2296" y="1941"/>
                  <a:pt x="2279" y="1911"/>
                </a:cubicBezTo>
                <a:cubicBezTo>
                  <a:pt x="2267" y="1900"/>
                  <a:pt x="2264" y="1893"/>
                  <a:pt x="2254" y="1886"/>
                </a:cubicBezTo>
                <a:cubicBezTo>
                  <a:pt x="2256" y="1883"/>
                  <a:pt x="2252" y="1884"/>
                  <a:pt x="2250" y="1881"/>
                </a:cubicBezTo>
                <a:cubicBezTo>
                  <a:pt x="2252" y="1878"/>
                  <a:pt x="2248" y="1876"/>
                  <a:pt x="2245" y="1876"/>
                </a:cubicBezTo>
                <a:cubicBezTo>
                  <a:pt x="2243" y="1872"/>
                  <a:pt x="2240" y="1865"/>
                  <a:pt x="2234" y="1869"/>
                </a:cubicBezTo>
                <a:cubicBezTo>
                  <a:pt x="2240" y="1873"/>
                  <a:pt x="2249" y="1891"/>
                  <a:pt x="2260" y="1896"/>
                </a:cubicBezTo>
                <a:cubicBezTo>
                  <a:pt x="2256" y="1900"/>
                  <a:pt x="2266" y="1904"/>
                  <a:pt x="2268" y="1909"/>
                </a:cubicBezTo>
                <a:cubicBezTo>
                  <a:pt x="2270" y="1913"/>
                  <a:pt x="2272" y="1918"/>
                  <a:pt x="2278" y="1923"/>
                </a:cubicBezTo>
                <a:cubicBezTo>
                  <a:pt x="2281" y="1932"/>
                  <a:pt x="2290" y="1941"/>
                  <a:pt x="2293" y="1950"/>
                </a:cubicBezTo>
                <a:cubicBezTo>
                  <a:pt x="2303" y="1969"/>
                  <a:pt x="2315" y="1987"/>
                  <a:pt x="2323" y="2005"/>
                </a:cubicBezTo>
                <a:cubicBezTo>
                  <a:pt x="2330" y="2014"/>
                  <a:pt x="2329" y="2023"/>
                  <a:pt x="2339" y="2032"/>
                </a:cubicBezTo>
                <a:cubicBezTo>
                  <a:pt x="2337" y="2041"/>
                  <a:pt x="2350" y="2051"/>
                  <a:pt x="2351" y="2059"/>
                </a:cubicBezTo>
                <a:cubicBezTo>
                  <a:pt x="2360" y="2069"/>
                  <a:pt x="2357" y="2077"/>
                  <a:pt x="2366" y="2087"/>
                </a:cubicBezTo>
                <a:cubicBezTo>
                  <a:pt x="2369" y="2096"/>
                  <a:pt x="2375" y="2105"/>
                  <a:pt x="2384" y="2114"/>
                </a:cubicBezTo>
                <a:cubicBezTo>
                  <a:pt x="2385" y="2119"/>
                  <a:pt x="2391" y="2125"/>
                  <a:pt x="2392" y="2130"/>
                </a:cubicBezTo>
                <a:cubicBezTo>
                  <a:pt x="2395" y="2133"/>
                  <a:pt x="2397" y="2136"/>
                  <a:pt x="2399" y="2138"/>
                </a:cubicBezTo>
                <a:cubicBezTo>
                  <a:pt x="2394" y="2141"/>
                  <a:pt x="2407" y="2145"/>
                  <a:pt x="2402" y="2148"/>
                </a:cubicBezTo>
                <a:cubicBezTo>
                  <a:pt x="2408" y="2151"/>
                  <a:pt x="2412" y="2156"/>
                  <a:pt x="2415" y="2160"/>
                </a:cubicBezTo>
                <a:cubicBezTo>
                  <a:pt x="2426" y="2160"/>
                  <a:pt x="2426" y="2160"/>
                  <a:pt x="2426" y="2160"/>
                </a:cubicBezTo>
                <a:cubicBezTo>
                  <a:pt x="2424" y="2157"/>
                  <a:pt x="2423" y="2154"/>
                  <a:pt x="2417" y="2149"/>
                </a:cubicBezTo>
                <a:close/>
                <a:moveTo>
                  <a:pt x="2465" y="2104"/>
                </a:moveTo>
                <a:cubicBezTo>
                  <a:pt x="2451" y="2090"/>
                  <a:pt x="2446" y="2076"/>
                  <a:pt x="2434" y="2062"/>
                </a:cubicBezTo>
                <a:cubicBezTo>
                  <a:pt x="2436" y="2059"/>
                  <a:pt x="2432" y="2056"/>
                  <a:pt x="2430" y="2054"/>
                </a:cubicBezTo>
                <a:cubicBezTo>
                  <a:pt x="2431" y="2051"/>
                  <a:pt x="2431" y="2049"/>
                  <a:pt x="2429" y="2046"/>
                </a:cubicBezTo>
                <a:cubicBezTo>
                  <a:pt x="2418" y="2032"/>
                  <a:pt x="2414" y="2018"/>
                  <a:pt x="2404" y="2004"/>
                </a:cubicBezTo>
                <a:cubicBezTo>
                  <a:pt x="2409" y="2001"/>
                  <a:pt x="2396" y="1997"/>
                  <a:pt x="2401" y="1995"/>
                </a:cubicBezTo>
                <a:cubicBezTo>
                  <a:pt x="2400" y="1991"/>
                  <a:pt x="2391" y="1987"/>
                  <a:pt x="2394" y="1983"/>
                </a:cubicBezTo>
                <a:cubicBezTo>
                  <a:pt x="2387" y="1978"/>
                  <a:pt x="2388" y="1966"/>
                  <a:pt x="2379" y="1965"/>
                </a:cubicBezTo>
                <a:cubicBezTo>
                  <a:pt x="2380" y="1970"/>
                  <a:pt x="2383" y="1973"/>
                  <a:pt x="2390" y="1982"/>
                </a:cubicBezTo>
                <a:cubicBezTo>
                  <a:pt x="2391" y="1985"/>
                  <a:pt x="2386" y="1987"/>
                  <a:pt x="2392" y="1991"/>
                </a:cubicBezTo>
                <a:cubicBezTo>
                  <a:pt x="2393" y="1994"/>
                  <a:pt x="2394" y="1997"/>
                  <a:pt x="2398" y="2001"/>
                </a:cubicBezTo>
                <a:cubicBezTo>
                  <a:pt x="2397" y="2007"/>
                  <a:pt x="2405" y="2015"/>
                  <a:pt x="2404" y="2021"/>
                </a:cubicBezTo>
                <a:cubicBezTo>
                  <a:pt x="2410" y="2025"/>
                  <a:pt x="2406" y="2027"/>
                  <a:pt x="2410" y="2031"/>
                </a:cubicBezTo>
                <a:cubicBezTo>
                  <a:pt x="2411" y="2035"/>
                  <a:pt x="2415" y="2038"/>
                  <a:pt x="2414" y="2042"/>
                </a:cubicBezTo>
                <a:cubicBezTo>
                  <a:pt x="2419" y="2045"/>
                  <a:pt x="2415" y="2048"/>
                  <a:pt x="2419" y="2051"/>
                </a:cubicBezTo>
                <a:cubicBezTo>
                  <a:pt x="2417" y="2055"/>
                  <a:pt x="2426" y="2059"/>
                  <a:pt x="2423" y="2063"/>
                </a:cubicBezTo>
                <a:cubicBezTo>
                  <a:pt x="2436" y="2077"/>
                  <a:pt x="2436" y="2084"/>
                  <a:pt x="2450" y="2100"/>
                </a:cubicBezTo>
                <a:cubicBezTo>
                  <a:pt x="2458" y="2115"/>
                  <a:pt x="2467" y="2122"/>
                  <a:pt x="2475" y="2139"/>
                </a:cubicBezTo>
                <a:cubicBezTo>
                  <a:pt x="2483" y="2146"/>
                  <a:pt x="2487" y="2153"/>
                  <a:pt x="2492" y="2160"/>
                </a:cubicBezTo>
                <a:cubicBezTo>
                  <a:pt x="2505" y="2160"/>
                  <a:pt x="2505" y="2160"/>
                  <a:pt x="2505" y="2160"/>
                </a:cubicBezTo>
                <a:cubicBezTo>
                  <a:pt x="2497" y="2148"/>
                  <a:pt x="2487" y="2136"/>
                  <a:pt x="2476" y="2123"/>
                </a:cubicBezTo>
                <a:cubicBezTo>
                  <a:pt x="2472" y="2113"/>
                  <a:pt x="2469" y="2112"/>
                  <a:pt x="2465" y="2104"/>
                </a:cubicBezTo>
                <a:close/>
                <a:moveTo>
                  <a:pt x="2502" y="2123"/>
                </a:moveTo>
                <a:cubicBezTo>
                  <a:pt x="2499" y="2119"/>
                  <a:pt x="2495" y="2114"/>
                  <a:pt x="2496" y="2109"/>
                </a:cubicBezTo>
                <a:cubicBezTo>
                  <a:pt x="2486" y="2106"/>
                  <a:pt x="2483" y="2091"/>
                  <a:pt x="2476" y="2083"/>
                </a:cubicBezTo>
                <a:cubicBezTo>
                  <a:pt x="2468" y="2080"/>
                  <a:pt x="2477" y="2070"/>
                  <a:pt x="2469" y="2072"/>
                </a:cubicBezTo>
                <a:cubicBezTo>
                  <a:pt x="2468" y="2067"/>
                  <a:pt x="2461" y="2062"/>
                  <a:pt x="2462" y="2057"/>
                </a:cubicBezTo>
                <a:cubicBezTo>
                  <a:pt x="2451" y="2047"/>
                  <a:pt x="2455" y="2038"/>
                  <a:pt x="2442" y="2028"/>
                </a:cubicBezTo>
                <a:cubicBezTo>
                  <a:pt x="2445" y="2023"/>
                  <a:pt x="2435" y="2018"/>
                  <a:pt x="2437" y="2013"/>
                </a:cubicBezTo>
                <a:cubicBezTo>
                  <a:pt x="2431" y="2007"/>
                  <a:pt x="2433" y="2002"/>
                  <a:pt x="2426" y="1996"/>
                </a:cubicBezTo>
                <a:cubicBezTo>
                  <a:pt x="2421" y="1985"/>
                  <a:pt x="2413" y="1974"/>
                  <a:pt x="2408" y="1963"/>
                </a:cubicBezTo>
                <a:cubicBezTo>
                  <a:pt x="2397" y="1949"/>
                  <a:pt x="2387" y="1934"/>
                  <a:pt x="2377" y="1920"/>
                </a:cubicBezTo>
                <a:cubicBezTo>
                  <a:pt x="2366" y="1914"/>
                  <a:pt x="2356" y="1898"/>
                  <a:pt x="2345" y="1887"/>
                </a:cubicBezTo>
                <a:cubicBezTo>
                  <a:pt x="2340" y="1882"/>
                  <a:pt x="2335" y="1882"/>
                  <a:pt x="2331" y="1874"/>
                </a:cubicBezTo>
                <a:cubicBezTo>
                  <a:pt x="2328" y="1871"/>
                  <a:pt x="2326" y="1869"/>
                  <a:pt x="2323" y="1866"/>
                </a:cubicBezTo>
                <a:cubicBezTo>
                  <a:pt x="2320" y="1870"/>
                  <a:pt x="2318" y="1858"/>
                  <a:pt x="2314" y="1865"/>
                </a:cubicBezTo>
                <a:cubicBezTo>
                  <a:pt x="2322" y="1870"/>
                  <a:pt x="2330" y="1882"/>
                  <a:pt x="2342" y="1890"/>
                </a:cubicBezTo>
                <a:cubicBezTo>
                  <a:pt x="2350" y="1903"/>
                  <a:pt x="2356" y="1909"/>
                  <a:pt x="2368" y="1920"/>
                </a:cubicBezTo>
                <a:cubicBezTo>
                  <a:pt x="2377" y="1936"/>
                  <a:pt x="2393" y="1953"/>
                  <a:pt x="2403" y="1970"/>
                </a:cubicBezTo>
                <a:cubicBezTo>
                  <a:pt x="2408" y="1979"/>
                  <a:pt x="2409" y="1987"/>
                  <a:pt x="2417" y="1996"/>
                </a:cubicBezTo>
                <a:cubicBezTo>
                  <a:pt x="2417" y="2004"/>
                  <a:pt x="2428" y="2013"/>
                  <a:pt x="2427" y="2021"/>
                </a:cubicBezTo>
                <a:cubicBezTo>
                  <a:pt x="2443" y="2039"/>
                  <a:pt x="2447" y="2055"/>
                  <a:pt x="2458" y="2073"/>
                </a:cubicBezTo>
                <a:cubicBezTo>
                  <a:pt x="2467" y="2083"/>
                  <a:pt x="2472" y="2093"/>
                  <a:pt x="2476" y="2103"/>
                </a:cubicBezTo>
                <a:cubicBezTo>
                  <a:pt x="2482" y="2104"/>
                  <a:pt x="2478" y="2105"/>
                  <a:pt x="2482" y="2110"/>
                </a:cubicBezTo>
                <a:cubicBezTo>
                  <a:pt x="2485" y="2114"/>
                  <a:pt x="2489" y="2117"/>
                  <a:pt x="2489" y="2121"/>
                </a:cubicBezTo>
                <a:cubicBezTo>
                  <a:pt x="2497" y="2124"/>
                  <a:pt x="2495" y="2133"/>
                  <a:pt x="2503" y="2141"/>
                </a:cubicBezTo>
                <a:cubicBezTo>
                  <a:pt x="2509" y="2149"/>
                  <a:pt x="2514" y="2154"/>
                  <a:pt x="2518" y="2160"/>
                </a:cubicBezTo>
                <a:cubicBezTo>
                  <a:pt x="2530" y="2160"/>
                  <a:pt x="2530" y="2160"/>
                  <a:pt x="2530" y="2160"/>
                </a:cubicBezTo>
                <a:cubicBezTo>
                  <a:pt x="2526" y="2154"/>
                  <a:pt x="2521" y="2148"/>
                  <a:pt x="2512" y="2138"/>
                </a:cubicBezTo>
                <a:cubicBezTo>
                  <a:pt x="2510" y="2133"/>
                  <a:pt x="2508" y="2129"/>
                  <a:pt x="2502" y="2123"/>
                </a:cubicBezTo>
                <a:close/>
                <a:moveTo>
                  <a:pt x="2459" y="2153"/>
                </a:moveTo>
                <a:cubicBezTo>
                  <a:pt x="2456" y="2150"/>
                  <a:pt x="2453" y="2146"/>
                  <a:pt x="2450" y="2143"/>
                </a:cubicBezTo>
                <a:cubicBezTo>
                  <a:pt x="2404" y="2065"/>
                  <a:pt x="2403" y="2059"/>
                  <a:pt x="2396" y="2051"/>
                </a:cubicBezTo>
                <a:cubicBezTo>
                  <a:pt x="2391" y="2028"/>
                  <a:pt x="2382" y="2020"/>
                  <a:pt x="2383" y="2014"/>
                </a:cubicBezTo>
                <a:cubicBezTo>
                  <a:pt x="2360" y="1965"/>
                  <a:pt x="2355" y="1958"/>
                  <a:pt x="2352" y="1951"/>
                </a:cubicBezTo>
                <a:cubicBezTo>
                  <a:pt x="2320" y="1909"/>
                  <a:pt x="2322" y="1898"/>
                  <a:pt x="2315" y="1902"/>
                </a:cubicBezTo>
                <a:cubicBezTo>
                  <a:pt x="2370" y="2007"/>
                  <a:pt x="2371" y="2014"/>
                  <a:pt x="2375" y="2021"/>
                </a:cubicBezTo>
                <a:cubicBezTo>
                  <a:pt x="2381" y="2054"/>
                  <a:pt x="2386" y="2049"/>
                  <a:pt x="2380" y="2043"/>
                </a:cubicBezTo>
                <a:cubicBezTo>
                  <a:pt x="2364" y="1998"/>
                  <a:pt x="2352" y="1991"/>
                  <a:pt x="2352" y="1985"/>
                </a:cubicBezTo>
                <a:cubicBezTo>
                  <a:pt x="2344" y="1962"/>
                  <a:pt x="2339" y="1955"/>
                  <a:pt x="2338" y="1949"/>
                </a:cubicBezTo>
                <a:cubicBezTo>
                  <a:pt x="2301" y="1894"/>
                  <a:pt x="2293" y="1879"/>
                  <a:pt x="2277" y="1863"/>
                </a:cubicBezTo>
                <a:cubicBezTo>
                  <a:pt x="2297" y="1890"/>
                  <a:pt x="2298" y="1894"/>
                  <a:pt x="2298" y="1897"/>
                </a:cubicBezTo>
                <a:cubicBezTo>
                  <a:pt x="2316" y="1928"/>
                  <a:pt x="2325" y="1935"/>
                  <a:pt x="2326" y="1942"/>
                </a:cubicBezTo>
                <a:cubicBezTo>
                  <a:pt x="2339" y="1986"/>
                  <a:pt x="2353" y="1990"/>
                  <a:pt x="2347" y="1993"/>
                </a:cubicBezTo>
                <a:cubicBezTo>
                  <a:pt x="2365" y="2028"/>
                  <a:pt x="2361" y="2031"/>
                  <a:pt x="2366" y="2034"/>
                </a:cubicBezTo>
                <a:cubicBezTo>
                  <a:pt x="2377" y="2059"/>
                  <a:pt x="2381" y="2062"/>
                  <a:pt x="2380" y="2066"/>
                </a:cubicBezTo>
                <a:cubicBezTo>
                  <a:pt x="2394" y="2093"/>
                  <a:pt x="2399" y="2101"/>
                  <a:pt x="2403" y="2106"/>
                </a:cubicBezTo>
                <a:cubicBezTo>
                  <a:pt x="2413" y="2118"/>
                  <a:pt x="2409" y="2121"/>
                  <a:pt x="2414" y="2125"/>
                </a:cubicBezTo>
                <a:cubicBezTo>
                  <a:pt x="2438" y="2159"/>
                  <a:pt x="2439" y="2160"/>
                  <a:pt x="2440" y="2160"/>
                </a:cubicBezTo>
                <a:cubicBezTo>
                  <a:pt x="2460" y="2160"/>
                  <a:pt x="2462" y="2156"/>
                  <a:pt x="2459" y="2153"/>
                </a:cubicBezTo>
                <a:close/>
                <a:moveTo>
                  <a:pt x="2392" y="2064"/>
                </a:moveTo>
                <a:cubicBezTo>
                  <a:pt x="2397" y="2062"/>
                  <a:pt x="2399" y="2073"/>
                  <a:pt x="2400" y="2077"/>
                </a:cubicBezTo>
                <a:cubicBezTo>
                  <a:pt x="2396" y="2078"/>
                  <a:pt x="2394" y="2067"/>
                  <a:pt x="2392" y="2064"/>
                </a:cubicBezTo>
                <a:close/>
                <a:moveTo>
                  <a:pt x="2400" y="2083"/>
                </a:moveTo>
                <a:cubicBezTo>
                  <a:pt x="2404" y="2080"/>
                  <a:pt x="2407" y="2089"/>
                  <a:pt x="2407" y="2091"/>
                </a:cubicBezTo>
                <a:cubicBezTo>
                  <a:pt x="2403" y="2094"/>
                  <a:pt x="2400" y="2084"/>
                  <a:pt x="2400" y="2083"/>
                </a:cubicBezTo>
                <a:close/>
                <a:moveTo>
                  <a:pt x="2867" y="2097"/>
                </a:moveTo>
                <a:cubicBezTo>
                  <a:pt x="2845" y="2071"/>
                  <a:pt x="2822" y="2045"/>
                  <a:pt x="2800" y="2020"/>
                </a:cubicBezTo>
                <a:cubicBezTo>
                  <a:pt x="2787" y="2012"/>
                  <a:pt x="2781" y="1993"/>
                  <a:pt x="2766" y="1994"/>
                </a:cubicBezTo>
                <a:cubicBezTo>
                  <a:pt x="2774" y="1997"/>
                  <a:pt x="2780" y="2010"/>
                  <a:pt x="2788" y="2013"/>
                </a:cubicBezTo>
                <a:cubicBezTo>
                  <a:pt x="2796" y="2027"/>
                  <a:pt x="2804" y="2030"/>
                  <a:pt x="2812" y="2044"/>
                </a:cubicBezTo>
                <a:cubicBezTo>
                  <a:pt x="2818" y="2047"/>
                  <a:pt x="2818" y="2053"/>
                  <a:pt x="2826" y="2060"/>
                </a:cubicBezTo>
                <a:cubicBezTo>
                  <a:pt x="2834" y="2069"/>
                  <a:pt x="2831" y="2068"/>
                  <a:pt x="2838" y="2076"/>
                </a:cubicBezTo>
                <a:cubicBezTo>
                  <a:pt x="2848" y="2083"/>
                  <a:pt x="2851" y="2096"/>
                  <a:pt x="2861" y="2103"/>
                </a:cubicBezTo>
                <a:cubicBezTo>
                  <a:pt x="2860" y="2107"/>
                  <a:pt x="2863" y="2112"/>
                  <a:pt x="2868" y="2117"/>
                </a:cubicBezTo>
                <a:cubicBezTo>
                  <a:pt x="2866" y="2122"/>
                  <a:pt x="2875" y="2128"/>
                  <a:pt x="2873" y="2133"/>
                </a:cubicBezTo>
                <a:cubicBezTo>
                  <a:pt x="2880" y="2142"/>
                  <a:pt x="2886" y="2151"/>
                  <a:pt x="2891" y="2160"/>
                </a:cubicBezTo>
                <a:cubicBezTo>
                  <a:pt x="2902" y="2160"/>
                  <a:pt x="2902" y="2160"/>
                  <a:pt x="2902" y="2160"/>
                </a:cubicBezTo>
                <a:cubicBezTo>
                  <a:pt x="2900" y="2157"/>
                  <a:pt x="2899" y="2155"/>
                  <a:pt x="2898" y="2151"/>
                </a:cubicBezTo>
                <a:cubicBezTo>
                  <a:pt x="2882" y="2133"/>
                  <a:pt x="2878" y="2115"/>
                  <a:pt x="2867" y="2097"/>
                </a:cubicBezTo>
                <a:close/>
                <a:moveTo>
                  <a:pt x="2925" y="2156"/>
                </a:moveTo>
                <a:cubicBezTo>
                  <a:pt x="2918" y="2156"/>
                  <a:pt x="2925" y="2151"/>
                  <a:pt x="2920" y="2147"/>
                </a:cubicBezTo>
                <a:cubicBezTo>
                  <a:pt x="2912" y="2136"/>
                  <a:pt x="2914" y="2134"/>
                  <a:pt x="2906" y="2124"/>
                </a:cubicBezTo>
                <a:cubicBezTo>
                  <a:pt x="2909" y="2121"/>
                  <a:pt x="2900" y="2116"/>
                  <a:pt x="2902" y="2113"/>
                </a:cubicBezTo>
                <a:cubicBezTo>
                  <a:pt x="2898" y="2109"/>
                  <a:pt x="2893" y="2104"/>
                  <a:pt x="2893" y="2100"/>
                </a:cubicBezTo>
                <a:cubicBezTo>
                  <a:pt x="2887" y="2091"/>
                  <a:pt x="2882" y="2083"/>
                  <a:pt x="2877" y="2074"/>
                </a:cubicBezTo>
                <a:cubicBezTo>
                  <a:pt x="2871" y="2068"/>
                  <a:pt x="2866" y="2062"/>
                  <a:pt x="2861" y="2056"/>
                </a:cubicBezTo>
                <a:cubicBezTo>
                  <a:pt x="2843" y="2043"/>
                  <a:pt x="2826" y="2021"/>
                  <a:pt x="2808" y="2009"/>
                </a:cubicBezTo>
                <a:cubicBezTo>
                  <a:pt x="2800" y="1999"/>
                  <a:pt x="2791" y="1996"/>
                  <a:pt x="2782" y="1986"/>
                </a:cubicBezTo>
                <a:cubicBezTo>
                  <a:pt x="2778" y="1981"/>
                  <a:pt x="2773" y="1984"/>
                  <a:pt x="2769" y="1977"/>
                </a:cubicBezTo>
                <a:cubicBezTo>
                  <a:pt x="2764" y="1972"/>
                  <a:pt x="2760" y="1969"/>
                  <a:pt x="2755" y="1969"/>
                </a:cubicBezTo>
                <a:cubicBezTo>
                  <a:pt x="2761" y="1976"/>
                  <a:pt x="2765" y="1974"/>
                  <a:pt x="2767" y="1982"/>
                </a:cubicBezTo>
                <a:cubicBezTo>
                  <a:pt x="2777" y="1985"/>
                  <a:pt x="2786" y="1998"/>
                  <a:pt x="2796" y="2006"/>
                </a:cubicBezTo>
                <a:cubicBezTo>
                  <a:pt x="2801" y="2013"/>
                  <a:pt x="2806" y="2014"/>
                  <a:pt x="2811" y="2019"/>
                </a:cubicBezTo>
                <a:cubicBezTo>
                  <a:pt x="2813" y="2021"/>
                  <a:pt x="2815" y="2025"/>
                  <a:pt x="2818" y="2024"/>
                </a:cubicBezTo>
                <a:cubicBezTo>
                  <a:pt x="2822" y="2026"/>
                  <a:pt x="2818" y="2034"/>
                  <a:pt x="2824" y="2031"/>
                </a:cubicBezTo>
                <a:cubicBezTo>
                  <a:pt x="2823" y="2036"/>
                  <a:pt x="2831" y="2036"/>
                  <a:pt x="2835" y="2044"/>
                </a:cubicBezTo>
                <a:cubicBezTo>
                  <a:pt x="2840" y="2050"/>
                  <a:pt x="2845" y="2054"/>
                  <a:pt x="2850" y="2057"/>
                </a:cubicBezTo>
                <a:cubicBezTo>
                  <a:pt x="2848" y="2060"/>
                  <a:pt x="2852" y="2062"/>
                  <a:pt x="2854" y="2062"/>
                </a:cubicBezTo>
                <a:cubicBezTo>
                  <a:pt x="2852" y="2065"/>
                  <a:pt x="2856" y="2067"/>
                  <a:pt x="2858" y="2067"/>
                </a:cubicBezTo>
                <a:cubicBezTo>
                  <a:pt x="2860" y="2072"/>
                  <a:pt x="2862" y="2074"/>
                  <a:pt x="2869" y="2078"/>
                </a:cubicBezTo>
                <a:cubicBezTo>
                  <a:pt x="2872" y="2087"/>
                  <a:pt x="2878" y="2097"/>
                  <a:pt x="2887" y="2106"/>
                </a:cubicBezTo>
                <a:cubicBezTo>
                  <a:pt x="2890" y="2112"/>
                  <a:pt x="2891" y="2117"/>
                  <a:pt x="2893" y="2123"/>
                </a:cubicBezTo>
                <a:cubicBezTo>
                  <a:pt x="2898" y="2120"/>
                  <a:pt x="2894" y="2128"/>
                  <a:pt x="2899" y="2130"/>
                </a:cubicBezTo>
                <a:cubicBezTo>
                  <a:pt x="2899" y="2136"/>
                  <a:pt x="2901" y="2132"/>
                  <a:pt x="2905" y="2136"/>
                </a:cubicBezTo>
                <a:cubicBezTo>
                  <a:pt x="2903" y="2142"/>
                  <a:pt x="2911" y="2148"/>
                  <a:pt x="2911" y="2154"/>
                </a:cubicBezTo>
                <a:cubicBezTo>
                  <a:pt x="2912" y="2159"/>
                  <a:pt x="2913" y="2156"/>
                  <a:pt x="2917" y="2160"/>
                </a:cubicBezTo>
                <a:cubicBezTo>
                  <a:pt x="2925" y="2160"/>
                  <a:pt x="2925" y="2160"/>
                  <a:pt x="2925" y="2160"/>
                </a:cubicBezTo>
                <a:cubicBezTo>
                  <a:pt x="2924" y="2159"/>
                  <a:pt x="2924" y="2158"/>
                  <a:pt x="2925" y="2156"/>
                </a:cubicBezTo>
                <a:close/>
                <a:moveTo>
                  <a:pt x="2984" y="2151"/>
                </a:moveTo>
                <a:cubicBezTo>
                  <a:pt x="2976" y="2138"/>
                  <a:pt x="2972" y="2125"/>
                  <a:pt x="2965" y="2113"/>
                </a:cubicBezTo>
                <a:cubicBezTo>
                  <a:pt x="2944" y="2085"/>
                  <a:pt x="2929" y="2066"/>
                  <a:pt x="2911" y="2044"/>
                </a:cubicBezTo>
                <a:cubicBezTo>
                  <a:pt x="2902" y="2037"/>
                  <a:pt x="2893" y="2028"/>
                  <a:pt x="2883" y="2019"/>
                </a:cubicBezTo>
                <a:cubicBezTo>
                  <a:pt x="2880" y="2020"/>
                  <a:pt x="2876" y="2016"/>
                  <a:pt x="2873" y="2014"/>
                </a:cubicBezTo>
                <a:cubicBezTo>
                  <a:pt x="2869" y="2018"/>
                  <a:pt x="2866" y="2004"/>
                  <a:pt x="2862" y="2008"/>
                </a:cubicBezTo>
                <a:cubicBezTo>
                  <a:pt x="2855" y="2002"/>
                  <a:pt x="2848" y="1997"/>
                  <a:pt x="2840" y="1996"/>
                </a:cubicBezTo>
                <a:cubicBezTo>
                  <a:pt x="2833" y="1988"/>
                  <a:pt x="2825" y="1988"/>
                  <a:pt x="2818" y="1981"/>
                </a:cubicBezTo>
                <a:cubicBezTo>
                  <a:pt x="2810" y="1980"/>
                  <a:pt x="2804" y="1964"/>
                  <a:pt x="2795" y="1971"/>
                </a:cubicBezTo>
                <a:cubicBezTo>
                  <a:pt x="2804" y="1978"/>
                  <a:pt x="2812" y="1981"/>
                  <a:pt x="2820" y="1990"/>
                </a:cubicBezTo>
                <a:cubicBezTo>
                  <a:pt x="2825" y="1992"/>
                  <a:pt x="2829" y="1996"/>
                  <a:pt x="2834" y="1999"/>
                </a:cubicBezTo>
                <a:cubicBezTo>
                  <a:pt x="2839" y="1996"/>
                  <a:pt x="2842" y="2006"/>
                  <a:pt x="2847" y="2004"/>
                </a:cubicBezTo>
                <a:cubicBezTo>
                  <a:pt x="2855" y="2014"/>
                  <a:pt x="2864" y="2015"/>
                  <a:pt x="2872" y="2023"/>
                </a:cubicBezTo>
                <a:cubicBezTo>
                  <a:pt x="2875" y="2021"/>
                  <a:pt x="2877" y="2030"/>
                  <a:pt x="2883" y="2028"/>
                </a:cubicBezTo>
                <a:cubicBezTo>
                  <a:pt x="2887" y="2035"/>
                  <a:pt x="2891" y="2037"/>
                  <a:pt x="2896" y="2040"/>
                </a:cubicBezTo>
                <a:cubicBezTo>
                  <a:pt x="2900" y="2047"/>
                  <a:pt x="2906" y="2059"/>
                  <a:pt x="2917" y="2065"/>
                </a:cubicBezTo>
                <a:cubicBezTo>
                  <a:pt x="2915" y="2069"/>
                  <a:pt x="2925" y="2074"/>
                  <a:pt x="2927" y="2079"/>
                </a:cubicBezTo>
                <a:cubicBezTo>
                  <a:pt x="2932" y="2085"/>
                  <a:pt x="2937" y="2090"/>
                  <a:pt x="2942" y="2096"/>
                </a:cubicBezTo>
                <a:cubicBezTo>
                  <a:pt x="2944" y="2102"/>
                  <a:pt x="2950" y="2108"/>
                  <a:pt x="2956" y="2115"/>
                </a:cubicBezTo>
                <a:cubicBezTo>
                  <a:pt x="2959" y="2123"/>
                  <a:pt x="2963" y="2131"/>
                  <a:pt x="2968" y="2139"/>
                </a:cubicBezTo>
                <a:cubicBezTo>
                  <a:pt x="2967" y="2143"/>
                  <a:pt x="2972" y="2148"/>
                  <a:pt x="2973" y="2152"/>
                </a:cubicBezTo>
                <a:cubicBezTo>
                  <a:pt x="2974" y="2155"/>
                  <a:pt x="2977" y="2158"/>
                  <a:pt x="2978" y="2160"/>
                </a:cubicBezTo>
                <a:cubicBezTo>
                  <a:pt x="2986" y="2160"/>
                  <a:pt x="2986" y="2160"/>
                  <a:pt x="2986" y="2160"/>
                </a:cubicBezTo>
                <a:cubicBezTo>
                  <a:pt x="2985" y="2157"/>
                  <a:pt x="2984" y="2154"/>
                  <a:pt x="2984" y="2151"/>
                </a:cubicBezTo>
                <a:close/>
                <a:moveTo>
                  <a:pt x="2933" y="2112"/>
                </a:moveTo>
                <a:cubicBezTo>
                  <a:pt x="2912" y="2088"/>
                  <a:pt x="2896" y="2065"/>
                  <a:pt x="2870" y="2037"/>
                </a:cubicBezTo>
                <a:cubicBezTo>
                  <a:pt x="2851" y="2023"/>
                  <a:pt x="2833" y="2005"/>
                  <a:pt x="2814" y="1993"/>
                </a:cubicBezTo>
                <a:cubicBezTo>
                  <a:pt x="2810" y="1987"/>
                  <a:pt x="2805" y="1991"/>
                  <a:pt x="2801" y="1984"/>
                </a:cubicBezTo>
                <a:cubicBezTo>
                  <a:pt x="2795" y="1984"/>
                  <a:pt x="2791" y="1977"/>
                  <a:pt x="2786" y="1977"/>
                </a:cubicBezTo>
                <a:cubicBezTo>
                  <a:pt x="2784" y="1975"/>
                  <a:pt x="2782" y="1974"/>
                  <a:pt x="2780" y="1974"/>
                </a:cubicBezTo>
                <a:cubicBezTo>
                  <a:pt x="2777" y="1971"/>
                  <a:pt x="2775" y="1967"/>
                  <a:pt x="2772" y="1968"/>
                </a:cubicBezTo>
                <a:cubicBezTo>
                  <a:pt x="2770" y="1966"/>
                  <a:pt x="2768" y="1962"/>
                  <a:pt x="2765" y="1963"/>
                </a:cubicBezTo>
                <a:cubicBezTo>
                  <a:pt x="2763" y="1960"/>
                  <a:pt x="2759" y="1961"/>
                  <a:pt x="2760" y="1965"/>
                </a:cubicBezTo>
                <a:cubicBezTo>
                  <a:pt x="2764" y="1964"/>
                  <a:pt x="2768" y="1967"/>
                  <a:pt x="2772" y="1972"/>
                </a:cubicBezTo>
                <a:cubicBezTo>
                  <a:pt x="2777" y="1974"/>
                  <a:pt x="2781" y="1979"/>
                  <a:pt x="2785" y="1980"/>
                </a:cubicBezTo>
                <a:cubicBezTo>
                  <a:pt x="2794" y="1986"/>
                  <a:pt x="2802" y="1990"/>
                  <a:pt x="2810" y="1999"/>
                </a:cubicBezTo>
                <a:cubicBezTo>
                  <a:pt x="2818" y="2006"/>
                  <a:pt x="2830" y="2007"/>
                  <a:pt x="2832" y="2017"/>
                </a:cubicBezTo>
                <a:cubicBezTo>
                  <a:pt x="2837" y="2017"/>
                  <a:pt x="2841" y="2021"/>
                  <a:pt x="2846" y="2026"/>
                </a:cubicBezTo>
                <a:cubicBezTo>
                  <a:pt x="2850" y="2033"/>
                  <a:pt x="2855" y="2032"/>
                  <a:pt x="2859" y="2038"/>
                </a:cubicBezTo>
                <a:cubicBezTo>
                  <a:pt x="2869" y="2049"/>
                  <a:pt x="2879" y="2061"/>
                  <a:pt x="2889" y="2072"/>
                </a:cubicBezTo>
                <a:cubicBezTo>
                  <a:pt x="2894" y="2076"/>
                  <a:pt x="2891" y="2080"/>
                  <a:pt x="2897" y="2085"/>
                </a:cubicBezTo>
                <a:cubicBezTo>
                  <a:pt x="2902" y="2090"/>
                  <a:pt x="2907" y="2096"/>
                  <a:pt x="2912" y="2101"/>
                </a:cubicBezTo>
                <a:cubicBezTo>
                  <a:pt x="2920" y="2107"/>
                  <a:pt x="2918" y="2115"/>
                  <a:pt x="2925" y="2116"/>
                </a:cubicBezTo>
                <a:cubicBezTo>
                  <a:pt x="2928" y="2119"/>
                  <a:pt x="2926" y="2121"/>
                  <a:pt x="2929" y="2124"/>
                </a:cubicBezTo>
                <a:cubicBezTo>
                  <a:pt x="2931" y="2127"/>
                  <a:pt x="2935" y="2130"/>
                  <a:pt x="2933" y="2132"/>
                </a:cubicBezTo>
                <a:cubicBezTo>
                  <a:pt x="2937" y="2138"/>
                  <a:pt x="2948" y="2144"/>
                  <a:pt x="2943" y="2150"/>
                </a:cubicBezTo>
                <a:cubicBezTo>
                  <a:pt x="2948" y="2150"/>
                  <a:pt x="2947" y="2156"/>
                  <a:pt x="2951" y="2160"/>
                </a:cubicBezTo>
                <a:cubicBezTo>
                  <a:pt x="2962" y="2160"/>
                  <a:pt x="2962" y="2160"/>
                  <a:pt x="2962" y="2160"/>
                </a:cubicBezTo>
                <a:cubicBezTo>
                  <a:pt x="2961" y="2159"/>
                  <a:pt x="2960" y="2157"/>
                  <a:pt x="2959" y="2155"/>
                </a:cubicBezTo>
                <a:cubicBezTo>
                  <a:pt x="2954" y="2141"/>
                  <a:pt x="2941" y="2126"/>
                  <a:pt x="2933" y="2112"/>
                </a:cubicBezTo>
                <a:close/>
                <a:moveTo>
                  <a:pt x="3015" y="2113"/>
                </a:moveTo>
                <a:cubicBezTo>
                  <a:pt x="3020" y="2110"/>
                  <a:pt x="3007" y="2106"/>
                  <a:pt x="3012" y="2103"/>
                </a:cubicBezTo>
                <a:cubicBezTo>
                  <a:pt x="3010" y="2100"/>
                  <a:pt x="3008" y="2097"/>
                  <a:pt x="3010" y="2094"/>
                </a:cubicBezTo>
                <a:cubicBezTo>
                  <a:pt x="2995" y="2074"/>
                  <a:pt x="2992" y="2063"/>
                  <a:pt x="2976" y="2045"/>
                </a:cubicBezTo>
                <a:cubicBezTo>
                  <a:pt x="2964" y="2035"/>
                  <a:pt x="2951" y="2024"/>
                  <a:pt x="2939" y="2017"/>
                </a:cubicBezTo>
                <a:cubicBezTo>
                  <a:pt x="2933" y="2010"/>
                  <a:pt x="2926" y="2010"/>
                  <a:pt x="2920" y="2001"/>
                </a:cubicBezTo>
                <a:cubicBezTo>
                  <a:pt x="2913" y="2001"/>
                  <a:pt x="2907" y="1991"/>
                  <a:pt x="2901" y="1992"/>
                </a:cubicBezTo>
                <a:cubicBezTo>
                  <a:pt x="2915" y="2006"/>
                  <a:pt x="2929" y="2015"/>
                  <a:pt x="2943" y="2025"/>
                </a:cubicBezTo>
                <a:cubicBezTo>
                  <a:pt x="2950" y="2033"/>
                  <a:pt x="2958" y="2039"/>
                  <a:pt x="2965" y="2043"/>
                </a:cubicBezTo>
                <a:cubicBezTo>
                  <a:pt x="2962" y="2047"/>
                  <a:pt x="2972" y="2052"/>
                  <a:pt x="2974" y="2056"/>
                </a:cubicBezTo>
                <a:cubicBezTo>
                  <a:pt x="2978" y="2061"/>
                  <a:pt x="2982" y="2066"/>
                  <a:pt x="2986" y="2071"/>
                </a:cubicBezTo>
                <a:cubicBezTo>
                  <a:pt x="2991" y="2078"/>
                  <a:pt x="2995" y="2092"/>
                  <a:pt x="3002" y="2095"/>
                </a:cubicBezTo>
                <a:cubicBezTo>
                  <a:pt x="2998" y="2100"/>
                  <a:pt x="3006" y="2107"/>
                  <a:pt x="3005" y="2112"/>
                </a:cubicBezTo>
                <a:cubicBezTo>
                  <a:pt x="3008" y="2118"/>
                  <a:pt x="3012" y="2124"/>
                  <a:pt x="3012" y="2130"/>
                </a:cubicBezTo>
                <a:cubicBezTo>
                  <a:pt x="3018" y="2140"/>
                  <a:pt x="3020" y="2150"/>
                  <a:pt x="3026" y="2160"/>
                </a:cubicBezTo>
                <a:cubicBezTo>
                  <a:pt x="3035" y="2160"/>
                  <a:pt x="3035" y="2160"/>
                  <a:pt x="3035" y="2160"/>
                </a:cubicBezTo>
                <a:cubicBezTo>
                  <a:pt x="3030" y="2151"/>
                  <a:pt x="3030" y="2142"/>
                  <a:pt x="3023" y="2132"/>
                </a:cubicBezTo>
                <a:cubicBezTo>
                  <a:pt x="3023" y="2126"/>
                  <a:pt x="3017" y="2119"/>
                  <a:pt x="3015" y="2113"/>
                </a:cubicBezTo>
                <a:close/>
                <a:moveTo>
                  <a:pt x="3006" y="2155"/>
                </a:moveTo>
                <a:cubicBezTo>
                  <a:pt x="3008" y="2139"/>
                  <a:pt x="2989" y="2121"/>
                  <a:pt x="2990" y="2105"/>
                </a:cubicBezTo>
                <a:cubicBezTo>
                  <a:pt x="2986" y="2100"/>
                  <a:pt x="2982" y="2095"/>
                  <a:pt x="2984" y="2091"/>
                </a:cubicBezTo>
                <a:cubicBezTo>
                  <a:pt x="2971" y="2074"/>
                  <a:pt x="2959" y="2055"/>
                  <a:pt x="2950" y="2042"/>
                </a:cubicBezTo>
                <a:cubicBezTo>
                  <a:pt x="2938" y="2031"/>
                  <a:pt x="2920" y="2017"/>
                  <a:pt x="2904" y="2003"/>
                </a:cubicBezTo>
                <a:cubicBezTo>
                  <a:pt x="2897" y="2003"/>
                  <a:pt x="2890" y="1997"/>
                  <a:pt x="2884" y="1993"/>
                </a:cubicBezTo>
                <a:cubicBezTo>
                  <a:pt x="2876" y="1993"/>
                  <a:pt x="2869" y="1982"/>
                  <a:pt x="2861" y="1984"/>
                </a:cubicBezTo>
                <a:cubicBezTo>
                  <a:pt x="2864" y="1987"/>
                  <a:pt x="2868" y="1986"/>
                  <a:pt x="2871" y="1992"/>
                </a:cubicBezTo>
                <a:cubicBezTo>
                  <a:pt x="2875" y="1991"/>
                  <a:pt x="2878" y="2000"/>
                  <a:pt x="2882" y="1997"/>
                </a:cubicBezTo>
                <a:cubicBezTo>
                  <a:pt x="2885" y="2002"/>
                  <a:pt x="2888" y="2003"/>
                  <a:pt x="2892" y="2003"/>
                </a:cubicBezTo>
                <a:cubicBezTo>
                  <a:pt x="2892" y="2006"/>
                  <a:pt x="2897" y="2009"/>
                  <a:pt x="2901" y="2009"/>
                </a:cubicBezTo>
                <a:cubicBezTo>
                  <a:pt x="2915" y="2021"/>
                  <a:pt x="2929" y="2033"/>
                  <a:pt x="2943" y="2045"/>
                </a:cubicBezTo>
                <a:cubicBezTo>
                  <a:pt x="2945" y="2047"/>
                  <a:pt x="2943" y="2049"/>
                  <a:pt x="2946" y="2051"/>
                </a:cubicBezTo>
                <a:cubicBezTo>
                  <a:pt x="2948" y="2053"/>
                  <a:pt x="2951" y="2052"/>
                  <a:pt x="2949" y="2054"/>
                </a:cubicBezTo>
                <a:cubicBezTo>
                  <a:pt x="2951" y="2059"/>
                  <a:pt x="2960" y="2063"/>
                  <a:pt x="2957" y="2067"/>
                </a:cubicBezTo>
                <a:cubicBezTo>
                  <a:pt x="2961" y="2072"/>
                  <a:pt x="2966" y="2076"/>
                  <a:pt x="2966" y="2080"/>
                </a:cubicBezTo>
                <a:cubicBezTo>
                  <a:pt x="2966" y="2085"/>
                  <a:pt x="2974" y="2090"/>
                  <a:pt x="2973" y="2095"/>
                </a:cubicBezTo>
                <a:cubicBezTo>
                  <a:pt x="2985" y="2112"/>
                  <a:pt x="2986" y="2129"/>
                  <a:pt x="2995" y="2147"/>
                </a:cubicBezTo>
                <a:cubicBezTo>
                  <a:pt x="2996" y="2151"/>
                  <a:pt x="2998" y="2156"/>
                  <a:pt x="2999" y="2160"/>
                </a:cubicBezTo>
                <a:cubicBezTo>
                  <a:pt x="3010" y="2160"/>
                  <a:pt x="3010" y="2160"/>
                  <a:pt x="3010" y="2160"/>
                </a:cubicBezTo>
                <a:cubicBezTo>
                  <a:pt x="3009" y="2159"/>
                  <a:pt x="3008" y="2157"/>
                  <a:pt x="3006" y="2155"/>
                </a:cubicBezTo>
                <a:close/>
                <a:moveTo>
                  <a:pt x="729" y="2129"/>
                </a:moveTo>
                <a:cubicBezTo>
                  <a:pt x="729" y="2126"/>
                  <a:pt x="729" y="2123"/>
                  <a:pt x="733" y="2124"/>
                </a:cubicBezTo>
                <a:cubicBezTo>
                  <a:pt x="753" y="2068"/>
                  <a:pt x="761" y="2070"/>
                  <a:pt x="759" y="2063"/>
                </a:cubicBezTo>
                <a:cubicBezTo>
                  <a:pt x="773" y="2016"/>
                  <a:pt x="777" y="2009"/>
                  <a:pt x="779" y="2000"/>
                </a:cubicBezTo>
                <a:cubicBezTo>
                  <a:pt x="790" y="1956"/>
                  <a:pt x="792" y="1944"/>
                  <a:pt x="793" y="1921"/>
                </a:cubicBezTo>
                <a:cubicBezTo>
                  <a:pt x="796" y="1847"/>
                  <a:pt x="795" y="1840"/>
                  <a:pt x="798" y="1837"/>
                </a:cubicBezTo>
                <a:cubicBezTo>
                  <a:pt x="793" y="1793"/>
                  <a:pt x="796" y="1792"/>
                  <a:pt x="794" y="1785"/>
                </a:cubicBezTo>
                <a:cubicBezTo>
                  <a:pt x="784" y="1845"/>
                  <a:pt x="785" y="1850"/>
                  <a:pt x="784" y="1854"/>
                </a:cubicBezTo>
                <a:cubicBezTo>
                  <a:pt x="770" y="1895"/>
                  <a:pt x="773" y="1909"/>
                  <a:pt x="766" y="1914"/>
                </a:cubicBezTo>
                <a:cubicBezTo>
                  <a:pt x="748" y="1953"/>
                  <a:pt x="745" y="1956"/>
                  <a:pt x="743" y="1959"/>
                </a:cubicBezTo>
                <a:cubicBezTo>
                  <a:pt x="726" y="1983"/>
                  <a:pt x="731" y="1992"/>
                  <a:pt x="723" y="1991"/>
                </a:cubicBezTo>
                <a:cubicBezTo>
                  <a:pt x="709" y="2014"/>
                  <a:pt x="707" y="2015"/>
                  <a:pt x="708" y="2019"/>
                </a:cubicBezTo>
                <a:cubicBezTo>
                  <a:pt x="674" y="2075"/>
                  <a:pt x="665" y="2079"/>
                  <a:pt x="665" y="2089"/>
                </a:cubicBezTo>
                <a:cubicBezTo>
                  <a:pt x="647" y="2122"/>
                  <a:pt x="642" y="2122"/>
                  <a:pt x="641" y="2126"/>
                </a:cubicBezTo>
                <a:cubicBezTo>
                  <a:pt x="625" y="2149"/>
                  <a:pt x="624" y="2156"/>
                  <a:pt x="620" y="2160"/>
                </a:cubicBezTo>
                <a:cubicBezTo>
                  <a:pt x="643" y="2138"/>
                  <a:pt x="647" y="2134"/>
                  <a:pt x="650" y="2130"/>
                </a:cubicBezTo>
                <a:cubicBezTo>
                  <a:pt x="684" y="2076"/>
                  <a:pt x="681" y="2069"/>
                  <a:pt x="685" y="2068"/>
                </a:cubicBezTo>
                <a:cubicBezTo>
                  <a:pt x="698" y="2051"/>
                  <a:pt x="699" y="2049"/>
                  <a:pt x="699" y="2045"/>
                </a:cubicBezTo>
                <a:cubicBezTo>
                  <a:pt x="720" y="2010"/>
                  <a:pt x="727" y="2010"/>
                  <a:pt x="726" y="2002"/>
                </a:cubicBezTo>
                <a:cubicBezTo>
                  <a:pt x="757" y="1966"/>
                  <a:pt x="748" y="1970"/>
                  <a:pt x="751" y="1974"/>
                </a:cubicBezTo>
                <a:cubicBezTo>
                  <a:pt x="732" y="2008"/>
                  <a:pt x="731" y="2023"/>
                  <a:pt x="724" y="2033"/>
                </a:cubicBezTo>
                <a:cubicBezTo>
                  <a:pt x="709" y="2059"/>
                  <a:pt x="707" y="2061"/>
                  <a:pt x="704" y="2063"/>
                </a:cubicBezTo>
                <a:cubicBezTo>
                  <a:pt x="677" y="2114"/>
                  <a:pt x="671" y="2113"/>
                  <a:pt x="671" y="2117"/>
                </a:cubicBezTo>
                <a:cubicBezTo>
                  <a:pt x="652" y="2143"/>
                  <a:pt x="652" y="2151"/>
                  <a:pt x="647" y="2154"/>
                </a:cubicBezTo>
                <a:cubicBezTo>
                  <a:pt x="657" y="2156"/>
                  <a:pt x="659" y="2152"/>
                  <a:pt x="662" y="2149"/>
                </a:cubicBezTo>
                <a:cubicBezTo>
                  <a:pt x="675" y="2126"/>
                  <a:pt x="679" y="2125"/>
                  <a:pt x="678" y="2121"/>
                </a:cubicBezTo>
                <a:cubicBezTo>
                  <a:pt x="714" y="2066"/>
                  <a:pt x="717" y="2065"/>
                  <a:pt x="717" y="2062"/>
                </a:cubicBezTo>
                <a:cubicBezTo>
                  <a:pt x="728" y="2047"/>
                  <a:pt x="726" y="2041"/>
                  <a:pt x="729" y="2041"/>
                </a:cubicBezTo>
                <a:cubicBezTo>
                  <a:pt x="740" y="2003"/>
                  <a:pt x="750" y="2005"/>
                  <a:pt x="748" y="1996"/>
                </a:cubicBezTo>
                <a:cubicBezTo>
                  <a:pt x="764" y="1960"/>
                  <a:pt x="761" y="1951"/>
                  <a:pt x="764" y="1947"/>
                </a:cubicBezTo>
                <a:cubicBezTo>
                  <a:pt x="796" y="1849"/>
                  <a:pt x="791" y="1858"/>
                  <a:pt x="791" y="1862"/>
                </a:cubicBezTo>
                <a:cubicBezTo>
                  <a:pt x="786" y="1901"/>
                  <a:pt x="782" y="1904"/>
                  <a:pt x="781" y="1908"/>
                </a:cubicBezTo>
                <a:cubicBezTo>
                  <a:pt x="772" y="1962"/>
                  <a:pt x="765" y="1962"/>
                  <a:pt x="766" y="1969"/>
                </a:cubicBezTo>
                <a:cubicBezTo>
                  <a:pt x="746" y="2037"/>
                  <a:pt x="738" y="2043"/>
                  <a:pt x="737" y="2054"/>
                </a:cubicBezTo>
                <a:cubicBezTo>
                  <a:pt x="716" y="2096"/>
                  <a:pt x="713" y="2097"/>
                  <a:pt x="714" y="2101"/>
                </a:cubicBezTo>
                <a:cubicBezTo>
                  <a:pt x="697" y="2124"/>
                  <a:pt x="696" y="2129"/>
                  <a:pt x="694" y="2133"/>
                </a:cubicBezTo>
                <a:cubicBezTo>
                  <a:pt x="679" y="2147"/>
                  <a:pt x="682" y="2155"/>
                  <a:pt x="678" y="2158"/>
                </a:cubicBezTo>
                <a:cubicBezTo>
                  <a:pt x="688" y="2156"/>
                  <a:pt x="691" y="2153"/>
                  <a:pt x="693" y="2149"/>
                </a:cubicBezTo>
                <a:cubicBezTo>
                  <a:pt x="704" y="2140"/>
                  <a:pt x="697" y="2130"/>
                  <a:pt x="705" y="2132"/>
                </a:cubicBezTo>
                <a:cubicBezTo>
                  <a:pt x="720" y="2101"/>
                  <a:pt x="726" y="2102"/>
                  <a:pt x="724" y="2096"/>
                </a:cubicBezTo>
                <a:cubicBezTo>
                  <a:pt x="745" y="2052"/>
                  <a:pt x="748" y="2046"/>
                  <a:pt x="753" y="2042"/>
                </a:cubicBezTo>
                <a:cubicBezTo>
                  <a:pt x="775" y="1963"/>
                  <a:pt x="776" y="1958"/>
                  <a:pt x="775" y="1953"/>
                </a:cubicBezTo>
                <a:cubicBezTo>
                  <a:pt x="783" y="1921"/>
                  <a:pt x="788" y="1921"/>
                  <a:pt x="786" y="1915"/>
                </a:cubicBezTo>
                <a:cubicBezTo>
                  <a:pt x="785" y="1961"/>
                  <a:pt x="781" y="1971"/>
                  <a:pt x="780" y="1983"/>
                </a:cubicBezTo>
                <a:cubicBezTo>
                  <a:pt x="765" y="2021"/>
                  <a:pt x="762" y="2030"/>
                  <a:pt x="760" y="2041"/>
                </a:cubicBezTo>
                <a:cubicBezTo>
                  <a:pt x="741" y="2077"/>
                  <a:pt x="740" y="2089"/>
                  <a:pt x="735" y="2097"/>
                </a:cubicBezTo>
                <a:cubicBezTo>
                  <a:pt x="715" y="2131"/>
                  <a:pt x="711" y="2140"/>
                  <a:pt x="708" y="2150"/>
                </a:cubicBezTo>
                <a:cubicBezTo>
                  <a:pt x="711" y="2160"/>
                  <a:pt x="711" y="2160"/>
                  <a:pt x="711" y="2160"/>
                </a:cubicBezTo>
                <a:cubicBezTo>
                  <a:pt x="719" y="2142"/>
                  <a:pt x="723" y="2142"/>
                  <a:pt x="723" y="2140"/>
                </a:cubicBezTo>
                <a:close/>
                <a:moveTo>
                  <a:pt x="2860" y="2138"/>
                </a:moveTo>
                <a:cubicBezTo>
                  <a:pt x="2860" y="2132"/>
                  <a:pt x="2854" y="2135"/>
                  <a:pt x="2854" y="2128"/>
                </a:cubicBezTo>
                <a:cubicBezTo>
                  <a:pt x="2845" y="2120"/>
                  <a:pt x="2844" y="2111"/>
                  <a:pt x="2838" y="2103"/>
                </a:cubicBezTo>
                <a:cubicBezTo>
                  <a:pt x="2828" y="2094"/>
                  <a:pt x="2828" y="2087"/>
                  <a:pt x="2819" y="2078"/>
                </a:cubicBezTo>
                <a:cubicBezTo>
                  <a:pt x="2818" y="2076"/>
                  <a:pt x="2815" y="2074"/>
                  <a:pt x="2816" y="2072"/>
                </a:cubicBezTo>
                <a:cubicBezTo>
                  <a:pt x="2815" y="2070"/>
                  <a:pt x="2817" y="2067"/>
                  <a:pt x="2814" y="2069"/>
                </a:cubicBezTo>
                <a:cubicBezTo>
                  <a:pt x="2807" y="2064"/>
                  <a:pt x="2810" y="2060"/>
                  <a:pt x="2805" y="2056"/>
                </a:cubicBezTo>
                <a:cubicBezTo>
                  <a:pt x="2797" y="2047"/>
                  <a:pt x="2797" y="2043"/>
                  <a:pt x="2789" y="2038"/>
                </a:cubicBezTo>
                <a:cubicBezTo>
                  <a:pt x="2789" y="2034"/>
                  <a:pt x="2785" y="2032"/>
                  <a:pt x="2782" y="2029"/>
                </a:cubicBezTo>
                <a:cubicBezTo>
                  <a:pt x="2776" y="2021"/>
                  <a:pt x="2773" y="2015"/>
                  <a:pt x="2765" y="2010"/>
                </a:cubicBezTo>
                <a:cubicBezTo>
                  <a:pt x="2762" y="2005"/>
                  <a:pt x="2762" y="2001"/>
                  <a:pt x="2757" y="1997"/>
                </a:cubicBezTo>
                <a:cubicBezTo>
                  <a:pt x="2748" y="1991"/>
                  <a:pt x="2740" y="1981"/>
                  <a:pt x="2732" y="1972"/>
                </a:cubicBezTo>
                <a:cubicBezTo>
                  <a:pt x="2721" y="1964"/>
                  <a:pt x="2710" y="1952"/>
                  <a:pt x="2698" y="1946"/>
                </a:cubicBezTo>
                <a:cubicBezTo>
                  <a:pt x="2693" y="1941"/>
                  <a:pt x="2687" y="1939"/>
                  <a:pt x="2682" y="1935"/>
                </a:cubicBezTo>
                <a:cubicBezTo>
                  <a:pt x="2676" y="1928"/>
                  <a:pt x="2670" y="1924"/>
                  <a:pt x="2664" y="1924"/>
                </a:cubicBezTo>
                <a:cubicBezTo>
                  <a:pt x="2685" y="1942"/>
                  <a:pt x="2706" y="1958"/>
                  <a:pt x="2727" y="1976"/>
                </a:cubicBezTo>
                <a:cubicBezTo>
                  <a:pt x="2744" y="1996"/>
                  <a:pt x="2765" y="2017"/>
                  <a:pt x="2777" y="2037"/>
                </a:cubicBezTo>
                <a:cubicBezTo>
                  <a:pt x="2781" y="2041"/>
                  <a:pt x="2786" y="2048"/>
                  <a:pt x="2790" y="2048"/>
                </a:cubicBezTo>
                <a:cubicBezTo>
                  <a:pt x="2785" y="2052"/>
                  <a:pt x="2800" y="2057"/>
                  <a:pt x="2796" y="2061"/>
                </a:cubicBezTo>
                <a:cubicBezTo>
                  <a:pt x="2798" y="2065"/>
                  <a:pt x="2807" y="2070"/>
                  <a:pt x="2804" y="2074"/>
                </a:cubicBezTo>
                <a:cubicBezTo>
                  <a:pt x="2815" y="2086"/>
                  <a:pt x="2813" y="2088"/>
                  <a:pt x="2822" y="2098"/>
                </a:cubicBezTo>
                <a:cubicBezTo>
                  <a:pt x="2826" y="2107"/>
                  <a:pt x="2835" y="2116"/>
                  <a:pt x="2839" y="2124"/>
                </a:cubicBezTo>
                <a:cubicBezTo>
                  <a:pt x="2845" y="2129"/>
                  <a:pt x="2842" y="2133"/>
                  <a:pt x="2848" y="2137"/>
                </a:cubicBezTo>
                <a:cubicBezTo>
                  <a:pt x="2855" y="2142"/>
                  <a:pt x="2850" y="2147"/>
                  <a:pt x="2854" y="2152"/>
                </a:cubicBezTo>
                <a:cubicBezTo>
                  <a:pt x="2857" y="2155"/>
                  <a:pt x="2859" y="2157"/>
                  <a:pt x="2862" y="2160"/>
                </a:cubicBezTo>
                <a:cubicBezTo>
                  <a:pt x="2873" y="2160"/>
                  <a:pt x="2873" y="2160"/>
                  <a:pt x="2873" y="2160"/>
                </a:cubicBezTo>
                <a:cubicBezTo>
                  <a:pt x="2870" y="2157"/>
                  <a:pt x="2867" y="2153"/>
                  <a:pt x="2864" y="2149"/>
                </a:cubicBezTo>
                <a:cubicBezTo>
                  <a:pt x="2867" y="2146"/>
                  <a:pt x="2858" y="2142"/>
                  <a:pt x="2860" y="2138"/>
                </a:cubicBezTo>
                <a:close/>
                <a:moveTo>
                  <a:pt x="796" y="1969"/>
                </a:moveTo>
                <a:cubicBezTo>
                  <a:pt x="799" y="1994"/>
                  <a:pt x="793" y="2012"/>
                  <a:pt x="792" y="2035"/>
                </a:cubicBezTo>
                <a:cubicBezTo>
                  <a:pt x="788" y="2035"/>
                  <a:pt x="791" y="2042"/>
                  <a:pt x="788" y="2043"/>
                </a:cubicBezTo>
                <a:cubicBezTo>
                  <a:pt x="785" y="2046"/>
                  <a:pt x="784" y="2049"/>
                  <a:pt x="785" y="2055"/>
                </a:cubicBezTo>
                <a:cubicBezTo>
                  <a:pt x="781" y="2055"/>
                  <a:pt x="784" y="2062"/>
                  <a:pt x="781" y="2064"/>
                </a:cubicBezTo>
                <a:cubicBezTo>
                  <a:pt x="778" y="2066"/>
                  <a:pt x="778" y="2071"/>
                  <a:pt x="777" y="2075"/>
                </a:cubicBezTo>
                <a:cubicBezTo>
                  <a:pt x="767" y="2082"/>
                  <a:pt x="766" y="2096"/>
                  <a:pt x="755" y="2103"/>
                </a:cubicBezTo>
                <a:cubicBezTo>
                  <a:pt x="749" y="2125"/>
                  <a:pt x="737" y="2143"/>
                  <a:pt x="726" y="2160"/>
                </a:cubicBezTo>
                <a:cubicBezTo>
                  <a:pt x="738" y="2160"/>
                  <a:pt x="738" y="2160"/>
                  <a:pt x="738" y="2160"/>
                </a:cubicBezTo>
                <a:cubicBezTo>
                  <a:pt x="740" y="2157"/>
                  <a:pt x="741" y="2154"/>
                  <a:pt x="743" y="2152"/>
                </a:cubicBezTo>
                <a:cubicBezTo>
                  <a:pt x="746" y="2142"/>
                  <a:pt x="753" y="2137"/>
                  <a:pt x="755" y="2127"/>
                </a:cubicBezTo>
                <a:cubicBezTo>
                  <a:pt x="758" y="2124"/>
                  <a:pt x="758" y="2119"/>
                  <a:pt x="761" y="2115"/>
                </a:cubicBezTo>
                <a:cubicBezTo>
                  <a:pt x="764" y="2112"/>
                  <a:pt x="766" y="2108"/>
                  <a:pt x="766" y="2102"/>
                </a:cubicBezTo>
                <a:cubicBezTo>
                  <a:pt x="773" y="2100"/>
                  <a:pt x="773" y="2092"/>
                  <a:pt x="778" y="2088"/>
                </a:cubicBezTo>
                <a:cubicBezTo>
                  <a:pt x="783" y="2083"/>
                  <a:pt x="783" y="2075"/>
                  <a:pt x="788" y="2070"/>
                </a:cubicBezTo>
                <a:cubicBezTo>
                  <a:pt x="788" y="2062"/>
                  <a:pt x="792" y="2057"/>
                  <a:pt x="793" y="2050"/>
                </a:cubicBezTo>
                <a:cubicBezTo>
                  <a:pt x="798" y="2045"/>
                  <a:pt x="796" y="2034"/>
                  <a:pt x="800" y="2030"/>
                </a:cubicBezTo>
                <a:cubicBezTo>
                  <a:pt x="801" y="2017"/>
                  <a:pt x="801" y="2004"/>
                  <a:pt x="802" y="1992"/>
                </a:cubicBezTo>
                <a:cubicBezTo>
                  <a:pt x="802" y="1988"/>
                  <a:pt x="802" y="1984"/>
                  <a:pt x="801" y="1979"/>
                </a:cubicBezTo>
                <a:cubicBezTo>
                  <a:pt x="800" y="1975"/>
                  <a:pt x="803" y="1966"/>
                  <a:pt x="796" y="1969"/>
                </a:cubicBezTo>
                <a:close/>
                <a:moveTo>
                  <a:pt x="632" y="2085"/>
                </a:moveTo>
                <a:cubicBezTo>
                  <a:pt x="639" y="2082"/>
                  <a:pt x="641" y="2073"/>
                  <a:pt x="648" y="2069"/>
                </a:cubicBezTo>
                <a:cubicBezTo>
                  <a:pt x="679" y="2024"/>
                  <a:pt x="680" y="2015"/>
                  <a:pt x="688" y="2011"/>
                </a:cubicBezTo>
                <a:cubicBezTo>
                  <a:pt x="698" y="1995"/>
                  <a:pt x="700" y="1994"/>
                  <a:pt x="702" y="1993"/>
                </a:cubicBezTo>
                <a:cubicBezTo>
                  <a:pt x="709" y="1979"/>
                  <a:pt x="711" y="1976"/>
                  <a:pt x="716" y="1974"/>
                </a:cubicBezTo>
                <a:cubicBezTo>
                  <a:pt x="740" y="1928"/>
                  <a:pt x="740" y="1923"/>
                  <a:pt x="745" y="1922"/>
                </a:cubicBezTo>
                <a:cubicBezTo>
                  <a:pt x="764" y="1882"/>
                  <a:pt x="767" y="1874"/>
                  <a:pt x="769" y="1866"/>
                </a:cubicBezTo>
                <a:cubicBezTo>
                  <a:pt x="779" y="1830"/>
                  <a:pt x="778" y="1830"/>
                  <a:pt x="779" y="1821"/>
                </a:cubicBezTo>
                <a:cubicBezTo>
                  <a:pt x="780" y="1813"/>
                  <a:pt x="775" y="1822"/>
                  <a:pt x="774" y="1835"/>
                </a:cubicBezTo>
                <a:cubicBezTo>
                  <a:pt x="762" y="1874"/>
                  <a:pt x="757" y="1877"/>
                  <a:pt x="755" y="1882"/>
                </a:cubicBezTo>
                <a:cubicBezTo>
                  <a:pt x="728" y="1935"/>
                  <a:pt x="723" y="1944"/>
                  <a:pt x="716" y="1952"/>
                </a:cubicBezTo>
                <a:cubicBezTo>
                  <a:pt x="707" y="1972"/>
                  <a:pt x="699" y="1973"/>
                  <a:pt x="699" y="1980"/>
                </a:cubicBezTo>
                <a:cubicBezTo>
                  <a:pt x="656" y="2040"/>
                  <a:pt x="650" y="2048"/>
                  <a:pt x="643" y="2056"/>
                </a:cubicBezTo>
                <a:cubicBezTo>
                  <a:pt x="618" y="2091"/>
                  <a:pt x="620" y="2096"/>
                  <a:pt x="617" y="2097"/>
                </a:cubicBezTo>
                <a:cubicBezTo>
                  <a:pt x="596" y="2127"/>
                  <a:pt x="594" y="2132"/>
                  <a:pt x="592" y="2138"/>
                </a:cubicBezTo>
                <a:cubicBezTo>
                  <a:pt x="581" y="2154"/>
                  <a:pt x="577" y="2156"/>
                  <a:pt x="576" y="2160"/>
                </a:cubicBezTo>
                <a:cubicBezTo>
                  <a:pt x="593" y="2151"/>
                  <a:pt x="595" y="2149"/>
                  <a:pt x="597" y="2147"/>
                </a:cubicBezTo>
                <a:close/>
                <a:moveTo>
                  <a:pt x="527" y="2119"/>
                </a:moveTo>
                <a:cubicBezTo>
                  <a:pt x="538" y="2111"/>
                  <a:pt x="537" y="2093"/>
                  <a:pt x="549" y="2087"/>
                </a:cubicBezTo>
                <a:cubicBezTo>
                  <a:pt x="562" y="2065"/>
                  <a:pt x="564" y="2058"/>
                  <a:pt x="570" y="2054"/>
                </a:cubicBezTo>
                <a:cubicBezTo>
                  <a:pt x="604" y="2015"/>
                  <a:pt x="605" y="2012"/>
                  <a:pt x="607" y="2008"/>
                </a:cubicBezTo>
                <a:cubicBezTo>
                  <a:pt x="621" y="1986"/>
                  <a:pt x="628" y="1985"/>
                  <a:pt x="629" y="1978"/>
                </a:cubicBezTo>
                <a:cubicBezTo>
                  <a:pt x="654" y="1948"/>
                  <a:pt x="657" y="1943"/>
                  <a:pt x="661" y="1939"/>
                </a:cubicBezTo>
                <a:cubicBezTo>
                  <a:pt x="683" y="1906"/>
                  <a:pt x="689" y="1903"/>
                  <a:pt x="693" y="1899"/>
                </a:cubicBezTo>
                <a:cubicBezTo>
                  <a:pt x="715" y="1866"/>
                  <a:pt x="713" y="1857"/>
                  <a:pt x="720" y="1856"/>
                </a:cubicBezTo>
                <a:cubicBezTo>
                  <a:pt x="738" y="1819"/>
                  <a:pt x="740" y="1813"/>
                  <a:pt x="743" y="1808"/>
                </a:cubicBezTo>
                <a:cubicBezTo>
                  <a:pt x="755" y="1770"/>
                  <a:pt x="760" y="1770"/>
                  <a:pt x="758" y="1764"/>
                </a:cubicBezTo>
                <a:cubicBezTo>
                  <a:pt x="748" y="1776"/>
                  <a:pt x="751" y="1782"/>
                  <a:pt x="748" y="1784"/>
                </a:cubicBezTo>
                <a:cubicBezTo>
                  <a:pt x="719" y="1836"/>
                  <a:pt x="716" y="1850"/>
                  <a:pt x="708" y="1859"/>
                </a:cubicBezTo>
                <a:cubicBezTo>
                  <a:pt x="681" y="1895"/>
                  <a:pt x="679" y="1902"/>
                  <a:pt x="676" y="1907"/>
                </a:cubicBezTo>
                <a:cubicBezTo>
                  <a:pt x="632" y="1957"/>
                  <a:pt x="630" y="1965"/>
                  <a:pt x="626" y="1970"/>
                </a:cubicBezTo>
                <a:cubicBezTo>
                  <a:pt x="604" y="1994"/>
                  <a:pt x="607" y="2001"/>
                  <a:pt x="599" y="2000"/>
                </a:cubicBezTo>
                <a:cubicBezTo>
                  <a:pt x="579" y="2025"/>
                  <a:pt x="577" y="2028"/>
                  <a:pt x="575" y="2030"/>
                </a:cubicBezTo>
                <a:cubicBezTo>
                  <a:pt x="541" y="2084"/>
                  <a:pt x="535" y="2083"/>
                  <a:pt x="536" y="2087"/>
                </a:cubicBezTo>
                <a:cubicBezTo>
                  <a:pt x="519" y="2123"/>
                  <a:pt x="515" y="2128"/>
                  <a:pt x="513" y="2135"/>
                </a:cubicBezTo>
                <a:cubicBezTo>
                  <a:pt x="505" y="2148"/>
                  <a:pt x="504" y="2152"/>
                  <a:pt x="503" y="2149"/>
                </a:cubicBezTo>
                <a:cubicBezTo>
                  <a:pt x="523" y="2073"/>
                  <a:pt x="531" y="2066"/>
                  <a:pt x="536" y="2057"/>
                </a:cubicBezTo>
                <a:cubicBezTo>
                  <a:pt x="557" y="2023"/>
                  <a:pt x="558" y="2021"/>
                  <a:pt x="559" y="2018"/>
                </a:cubicBezTo>
                <a:cubicBezTo>
                  <a:pt x="576" y="1990"/>
                  <a:pt x="580" y="1991"/>
                  <a:pt x="581" y="1990"/>
                </a:cubicBezTo>
                <a:cubicBezTo>
                  <a:pt x="594" y="1973"/>
                  <a:pt x="598" y="1963"/>
                  <a:pt x="607" y="1958"/>
                </a:cubicBezTo>
                <a:cubicBezTo>
                  <a:pt x="639" y="1919"/>
                  <a:pt x="644" y="1916"/>
                  <a:pt x="646" y="1911"/>
                </a:cubicBezTo>
                <a:cubicBezTo>
                  <a:pt x="671" y="1879"/>
                  <a:pt x="677" y="1871"/>
                  <a:pt x="684" y="1863"/>
                </a:cubicBezTo>
                <a:cubicBezTo>
                  <a:pt x="710" y="1821"/>
                  <a:pt x="711" y="1819"/>
                  <a:pt x="711" y="1815"/>
                </a:cubicBezTo>
                <a:cubicBezTo>
                  <a:pt x="721" y="1793"/>
                  <a:pt x="726" y="1787"/>
                  <a:pt x="728" y="1779"/>
                </a:cubicBezTo>
                <a:cubicBezTo>
                  <a:pt x="737" y="1759"/>
                  <a:pt x="740" y="1755"/>
                  <a:pt x="739" y="1748"/>
                </a:cubicBezTo>
                <a:cubicBezTo>
                  <a:pt x="749" y="1711"/>
                  <a:pt x="758" y="1704"/>
                  <a:pt x="751" y="1701"/>
                </a:cubicBezTo>
                <a:cubicBezTo>
                  <a:pt x="741" y="1737"/>
                  <a:pt x="739" y="1741"/>
                  <a:pt x="737" y="1743"/>
                </a:cubicBezTo>
                <a:cubicBezTo>
                  <a:pt x="723" y="1777"/>
                  <a:pt x="722" y="1781"/>
                  <a:pt x="720" y="1784"/>
                </a:cubicBezTo>
                <a:cubicBezTo>
                  <a:pt x="699" y="1812"/>
                  <a:pt x="704" y="1820"/>
                  <a:pt x="701" y="1822"/>
                </a:cubicBezTo>
                <a:cubicBezTo>
                  <a:pt x="683" y="1840"/>
                  <a:pt x="688" y="1849"/>
                  <a:pt x="681" y="1848"/>
                </a:cubicBezTo>
                <a:cubicBezTo>
                  <a:pt x="648" y="1893"/>
                  <a:pt x="646" y="1895"/>
                  <a:pt x="645" y="1898"/>
                </a:cubicBezTo>
                <a:cubicBezTo>
                  <a:pt x="620" y="1924"/>
                  <a:pt x="623" y="1930"/>
                  <a:pt x="619" y="1931"/>
                </a:cubicBezTo>
                <a:cubicBezTo>
                  <a:pt x="602" y="1950"/>
                  <a:pt x="597" y="1950"/>
                  <a:pt x="596" y="1954"/>
                </a:cubicBezTo>
                <a:cubicBezTo>
                  <a:pt x="576" y="1984"/>
                  <a:pt x="571" y="1984"/>
                  <a:pt x="568" y="1987"/>
                </a:cubicBezTo>
                <a:cubicBezTo>
                  <a:pt x="551" y="2020"/>
                  <a:pt x="544" y="2020"/>
                  <a:pt x="542" y="2024"/>
                </a:cubicBezTo>
                <a:cubicBezTo>
                  <a:pt x="532" y="2053"/>
                  <a:pt x="525" y="2052"/>
                  <a:pt x="525" y="2058"/>
                </a:cubicBezTo>
                <a:cubicBezTo>
                  <a:pt x="510" y="2092"/>
                  <a:pt x="506" y="2097"/>
                  <a:pt x="504" y="2103"/>
                </a:cubicBezTo>
                <a:cubicBezTo>
                  <a:pt x="494" y="2126"/>
                  <a:pt x="492" y="2119"/>
                  <a:pt x="495" y="2106"/>
                </a:cubicBezTo>
                <a:cubicBezTo>
                  <a:pt x="521" y="2035"/>
                  <a:pt x="521" y="2029"/>
                  <a:pt x="522" y="2023"/>
                </a:cubicBezTo>
                <a:cubicBezTo>
                  <a:pt x="542" y="1984"/>
                  <a:pt x="551" y="1988"/>
                  <a:pt x="548" y="1980"/>
                </a:cubicBezTo>
                <a:cubicBezTo>
                  <a:pt x="561" y="1958"/>
                  <a:pt x="565" y="1956"/>
                  <a:pt x="568" y="1954"/>
                </a:cubicBezTo>
                <a:cubicBezTo>
                  <a:pt x="588" y="1927"/>
                  <a:pt x="588" y="1924"/>
                  <a:pt x="590" y="1924"/>
                </a:cubicBezTo>
                <a:cubicBezTo>
                  <a:pt x="605" y="1911"/>
                  <a:pt x="601" y="1902"/>
                  <a:pt x="608" y="1903"/>
                </a:cubicBezTo>
                <a:cubicBezTo>
                  <a:pt x="626" y="1880"/>
                  <a:pt x="629" y="1872"/>
                  <a:pt x="634" y="1866"/>
                </a:cubicBezTo>
                <a:cubicBezTo>
                  <a:pt x="650" y="1842"/>
                  <a:pt x="654" y="1836"/>
                  <a:pt x="657" y="1830"/>
                </a:cubicBezTo>
                <a:cubicBezTo>
                  <a:pt x="680" y="1801"/>
                  <a:pt x="677" y="1794"/>
                  <a:pt x="681" y="1793"/>
                </a:cubicBezTo>
                <a:cubicBezTo>
                  <a:pt x="694" y="1771"/>
                  <a:pt x="693" y="1766"/>
                  <a:pt x="694" y="1762"/>
                </a:cubicBezTo>
                <a:cubicBezTo>
                  <a:pt x="707" y="1740"/>
                  <a:pt x="703" y="1731"/>
                  <a:pt x="707" y="1730"/>
                </a:cubicBezTo>
                <a:cubicBezTo>
                  <a:pt x="706" y="1726"/>
                  <a:pt x="697" y="1741"/>
                  <a:pt x="692" y="1760"/>
                </a:cubicBezTo>
                <a:cubicBezTo>
                  <a:pt x="678" y="1785"/>
                  <a:pt x="677" y="1787"/>
                  <a:pt x="676" y="1789"/>
                </a:cubicBezTo>
                <a:cubicBezTo>
                  <a:pt x="658" y="1813"/>
                  <a:pt x="654" y="1821"/>
                  <a:pt x="651" y="1830"/>
                </a:cubicBezTo>
                <a:cubicBezTo>
                  <a:pt x="598" y="1896"/>
                  <a:pt x="599" y="1902"/>
                  <a:pt x="595" y="1904"/>
                </a:cubicBezTo>
                <a:cubicBezTo>
                  <a:pt x="576" y="1926"/>
                  <a:pt x="576" y="1928"/>
                  <a:pt x="575" y="1930"/>
                </a:cubicBezTo>
                <a:cubicBezTo>
                  <a:pt x="534" y="1988"/>
                  <a:pt x="529" y="1994"/>
                  <a:pt x="525" y="2003"/>
                </a:cubicBezTo>
                <a:cubicBezTo>
                  <a:pt x="505" y="2043"/>
                  <a:pt x="504" y="2047"/>
                  <a:pt x="500" y="2051"/>
                </a:cubicBezTo>
                <a:cubicBezTo>
                  <a:pt x="491" y="2091"/>
                  <a:pt x="484" y="2096"/>
                  <a:pt x="485" y="2109"/>
                </a:cubicBezTo>
                <a:cubicBezTo>
                  <a:pt x="473" y="2124"/>
                  <a:pt x="472" y="2121"/>
                  <a:pt x="475" y="2120"/>
                </a:cubicBezTo>
                <a:cubicBezTo>
                  <a:pt x="477" y="2079"/>
                  <a:pt x="483" y="2074"/>
                  <a:pt x="484" y="2065"/>
                </a:cubicBezTo>
                <a:cubicBezTo>
                  <a:pt x="500" y="2022"/>
                  <a:pt x="497" y="2015"/>
                  <a:pt x="500" y="2014"/>
                </a:cubicBezTo>
                <a:cubicBezTo>
                  <a:pt x="524" y="1961"/>
                  <a:pt x="529" y="1957"/>
                  <a:pt x="528" y="1948"/>
                </a:cubicBezTo>
                <a:cubicBezTo>
                  <a:pt x="549" y="1923"/>
                  <a:pt x="542" y="1913"/>
                  <a:pt x="550" y="1916"/>
                </a:cubicBezTo>
                <a:cubicBezTo>
                  <a:pt x="566" y="1887"/>
                  <a:pt x="568" y="1885"/>
                  <a:pt x="569" y="1882"/>
                </a:cubicBezTo>
                <a:cubicBezTo>
                  <a:pt x="586" y="1853"/>
                  <a:pt x="587" y="1849"/>
                  <a:pt x="593" y="1850"/>
                </a:cubicBezTo>
                <a:cubicBezTo>
                  <a:pt x="633" y="1789"/>
                  <a:pt x="642" y="1779"/>
                  <a:pt x="649" y="1767"/>
                </a:cubicBezTo>
                <a:cubicBezTo>
                  <a:pt x="673" y="1728"/>
                  <a:pt x="682" y="1727"/>
                  <a:pt x="682" y="1719"/>
                </a:cubicBezTo>
                <a:cubicBezTo>
                  <a:pt x="703" y="1677"/>
                  <a:pt x="709" y="1673"/>
                  <a:pt x="709" y="1664"/>
                </a:cubicBezTo>
                <a:cubicBezTo>
                  <a:pt x="719" y="1643"/>
                  <a:pt x="716" y="1636"/>
                  <a:pt x="720" y="1635"/>
                </a:cubicBezTo>
                <a:cubicBezTo>
                  <a:pt x="713" y="1646"/>
                  <a:pt x="708" y="1649"/>
                  <a:pt x="709" y="1658"/>
                </a:cubicBezTo>
                <a:cubicBezTo>
                  <a:pt x="687" y="1698"/>
                  <a:pt x="683" y="1709"/>
                  <a:pt x="676" y="1717"/>
                </a:cubicBezTo>
                <a:cubicBezTo>
                  <a:pt x="652" y="1756"/>
                  <a:pt x="643" y="1762"/>
                  <a:pt x="638" y="1772"/>
                </a:cubicBezTo>
                <a:cubicBezTo>
                  <a:pt x="611" y="1808"/>
                  <a:pt x="605" y="1817"/>
                  <a:pt x="598" y="1825"/>
                </a:cubicBezTo>
                <a:cubicBezTo>
                  <a:pt x="570" y="1869"/>
                  <a:pt x="568" y="1871"/>
                  <a:pt x="564" y="1871"/>
                </a:cubicBezTo>
                <a:cubicBezTo>
                  <a:pt x="535" y="1917"/>
                  <a:pt x="533" y="1930"/>
                  <a:pt x="525" y="1937"/>
                </a:cubicBezTo>
                <a:cubicBezTo>
                  <a:pt x="502" y="1990"/>
                  <a:pt x="498" y="1994"/>
                  <a:pt x="494" y="1999"/>
                </a:cubicBezTo>
                <a:cubicBezTo>
                  <a:pt x="487" y="2028"/>
                  <a:pt x="482" y="2028"/>
                  <a:pt x="484" y="2034"/>
                </a:cubicBezTo>
                <a:cubicBezTo>
                  <a:pt x="469" y="2074"/>
                  <a:pt x="471" y="2083"/>
                  <a:pt x="468" y="2088"/>
                </a:cubicBezTo>
                <a:cubicBezTo>
                  <a:pt x="459" y="2089"/>
                  <a:pt x="460" y="2087"/>
                  <a:pt x="461" y="2086"/>
                </a:cubicBezTo>
                <a:cubicBezTo>
                  <a:pt x="469" y="2046"/>
                  <a:pt x="469" y="2035"/>
                  <a:pt x="470" y="2024"/>
                </a:cubicBezTo>
                <a:cubicBezTo>
                  <a:pt x="493" y="1973"/>
                  <a:pt x="496" y="1965"/>
                  <a:pt x="500" y="1959"/>
                </a:cubicBezTo>
                <a:cubicBezTo>
                  <a:pt x="538" y="1889"/>
                  <a:pt x="543" y="1883"/>
                  <a:pt x="547" y="1877"/>
                </a:cubicBezTo>
                <a:cubicBezTo>
                  <a:pt x="578" y="1836"/>
                  <a:pt x="584" y="1829"/>
                  <a:pt x="589" y="1821"/>
                </a:cubicBezTo>
                <a:cubicBezTo>
                  <a:pt x="607" y="1794"/>
                  <a:pt x="612" y="1792"/>
                  <a:pt x="615" y="1789"/>
                </a:cubicBezTo>
                <a:cubicBezTo>
                  <a:pt x="633" y="1760"/>
                  <a:pt x="634" y="1755"/>
                  <a:pt x="639" y="1752"/>
                </a:cubicBezTo>
                <a:cubicBezTo>
                  <a:pt x="679" y="1687"/>
                  <a:pt x="686" y="1688"/>
                  <a:pt x="684" y="1679"/>
                </a:cubicBezTo>
                <a:cubicBezTo>
                  <a:pt x="684" y="1668"/>
                  <a:pt x="684" y="1676"/>
                  <a:pt x="680" y="1680"/>
                </a:cubicBezTo>
                <a:cubicBezTo>
                  <a:pt x="637" y="1744"/>
                  <a:pt x="628" y="1750"/>
                  <a:pt x="624" y="1762"/>
                </a:cubicBezTo>
                <a:cubicBezTo>
                  <a:pt x="611" y="1778"/>
                  <a:pt x="610" y="1785"/>
                  <a:pt x="604" y="1788"/>
                </a:cubicBezTo>
                <a:cubicBezTo>
                  <a:pt x="583" y="1819"/>
                  <a:pt x="577" y="1821"/>
                  <a:pt x="576" y="1827"/>
                </a:cubicBezTo>
                <a:cubicBezTo>
                  <a:pt x="555" y="1861"/>
                  <a:pt x="545" y="1860"/>
                  <a:pt x="546" y="1868"/>
                </a:cubicBezTo>
                <a:cubicBezTo>
                  <a:pt x="519" y="1903"/>
                  <a:pt x="516" y="1912"/>
                  <a:pt x="508" y="1917"/>
                </a:cubicBezTo>
                <a:cubicBezTo>
                  <a:pt x="499" y="1947"/>
                  <a:pt x="488" y="1948"/>
                  <a:pt x="490" y="1960"/>
                </a:cubicBezTo>
                <a:cubicBezTo>
                  <a:pt x="476" y="1985"/>
                  <a:pt x="473" y="1985"/>
                  <a:pt x="474" y="1989"/>
                </a:cubicBezTo>
                <a:cubicBezTo>
                  <a:pt x="461" y="2021"/>
                  <a:pt x="461" y="2026"/>
                  <a:pt x="462" y="2031"/>
                </a:cubicBezTo>
                <a:cubicBezTo>
                  <a:pt x="445" y="2054"/>
                  <a:pt x="454" y="2048"/>
                  <a:pt x="450" y="2043"/>
                </a:cubicBezTo>
                <a:cubicBezTo>
                  <a:pt x="467" y="1957"/>
                  <a:pt x="468" y="1948"/>
                  <a:pt x="471" y="1939"/>
                </a:cubicBezTo>
                <a:cubicBezTo>
                  <a:pt x="485" y="1912"/>
                  <a:pt x="483" y="1904"/>
                  <a:pt x="485" y="1901"/>
                </a:cubicBezTo>
                <a:cubicBezTo>
                  <a:pt x="500" y="1872"/>
                  <a:pt x="501" y="1868"/>
                  <a:pt x="505" y="1865"/>
                </a:cubicBezTo>
                <a:cubicBezTo>
                  <a:pt x="521" y="1833"/>
                  <a:pt x="523" y="1832"/>
                  <a:pt x="524" y="1830"/>
                </a:cubicBezTo>
                <a:cubicBezTo>
                  <a:pt x="533" y="1814"/>
                  <a:pt x="536" y="1812"/>
                  <a:pt x="538" y="1808"/>
                </a:cubicBezTo>
                <a:cubicBezTo>
                  <a:pt x="569" y="1770"/>
                  <a:pt x="574" y="1764"/>
                  <a:pt x="580" y="1759"/>
                </a:cubicBezTo>
                <a:cubicBezTo>
                  <a:pt x="610" y="1726"/>
                  <a:pt x="622" y="1714"/>
                  <a:pt x="635" y="1702"/>
                </a:cubicBezTo>
                <a:cubicBezTo>
                  <a:pt x="667" y="1672"/>
                  <a:pt x="666" y="1666"/>
                  <a:pt x="672" y="1665"/>
                </a:cubicBezTo>
                <a:cubicBezTo>
                  <a:pt x="690" y="1640"/>
                  <a:pt x="693" y="1637"/>
                  <a:pt x="694" y="1633"/>
                </a:cubicBezTo>
                <a:cubicBezTo>
                  <a:pt x="695" y="1626"/>
                  <a:pt x="692" y="1630"/>
                  <a:pt x="687" y="1633"/>
                </a:cubicBezTo>
                <a:cubicBezTo>
                  <a:pt x="675" y="1652"/>
                  <a:pt x="672" y="1656"/>
                  <a:pt x="667" y="1659"/>
                </a:cubicBezTo>
                <a:cubicBezTo>
                  <a:pt x="626" y="1703"/>
                  <a:pt x="616" y="1710"/>
                  <a:pt x="608" y="1717"/>
                </a:cubicBezTo>
                <a:cubicBezTo>
                  <a:pt x="558" y="1774"/>
                  <a:pt x="548" y="1780"/>
                  <a:pt x="543" y="1790"/>
                </a:cubicBezTo>
                <a:cubicBezTo>
                  <a:pt x="527" y="1806"/>
                  <a:pt x="528" y="1814"/>
                  <a:pt x="521" y="1815"/>
                </a:cubicBezTo>
                <a:cubicBezTo>
                  <a:pt x="490" y="1870"/>
                  <a:pt x="490" y="1881"/>
                  <a:pt x="482" y="1886"/>
                </a:cubicBezTo>
                <a:cubicBezTo>
                  <a:pt x="465" y="1932"/>
                  <a:pt x="457" y="1948"/>
                  <a:pt x="453" y="1969"/>
                </a:cubicBezTo>
                <a:cubicBezTo>
                  <a:pt x="445" y="2003"/>
                  <a:pt x="442" y="2006"/>
                  <a:pt x="443" y="2013"/>
                </a:cubicBezTo>
                <a:cubicBezTo>
                  <a:pt x="442" y="1979"/>
                  <a:pt x="442" y="1977"/>
                  <a:pt x="444" y="1969"/>
                </a:cubicBezTo>
                <a:cubicBezTo>
                  <a:pt x="457" y="1930"/>
                  <a:pt x="460" y="1925"/>
                  <a:pt x="460" y="1918"/>
                </a:cubicBezTo>
                <a:cubicBezTo>
                  <a:pt x="468" y="1898"/>
                  <a:pt x="469" y="1895"/>
                  <a:pt x="472" y="1893"/>
                </a:cubicBezTo>
                <a:cubicBezTo>
                  <a:pt x="482" y="1864"/>
                  <a:pt x="486" y="1864"/>
                  <a:pt x="487" y="1861"/>
                </a:cubicBezTo>
                <a:cubicBezTo>
                  <a:pt x="513" y="1822"/>
                  <a:pt x="515" y="1819"/>
                  <a:pt x="514" y="1816"/>
                </a:cubicBezTo>
                <a:cubicBezTo>
                  <a:pt x="538" y="1785"/>
                  <a:pt x="543" y="1775"/>
                  <a:pt x="550" y="1765"/>
                </a:cubicBezTo>
                <a:cubicBezTo>
                  <a:pt x="563" y="1754"/>
                  <a:pt x="564" y="1748"/>
                  <a:pt x="569" y="1746"/>
                </a:cubicBezTo>
                <a:cubicBezTo>
                  <a:pt x="626" y="1679"/>
                  <a:pt x="635" y="1675"/>
                  <a:pt x="639" y="1667"/>
                </a:cubicBezTo>
                <a:cubicBezTo>
                  <a:pt x="652" y="1656"/>
                  <a:pt x="653" y="1650"/>
                  <a:pt x="658" y="1648"/>
                </a:cubicBezTo>
                <a:cubicBezTo>
                  <a:pt x="685" y="1613"/>
                  <a:pt x="690" y="1611"/>
                  <a:pt x="690" y="1605"/>
                </a:cubicBezTo>
                <a:cubicBezTo>
                  <a:pt x="666" y="1629"/>
                  <a:pt x="663" y="1633"/>
                  <a:pt x="661" y="1637"/>
                </a:cubicBezTo>
                <a:cubicBezTo>
                  <a:pt x="645" y="1655"/>
                  <a:pt x="642" y="1656"/>
                  <a:pt x="641" y="1658"/>
                </a:cubicBezTo>
                <a:cubicBezTo>
                  <a:pt x="623" y="1675"/>
                  <a:pt x="621" y="1677"/>
                  <a:pt x="621" y="1679"/>
                </a:cubicBezTo>
                <a:cubicBezTo>
                  <a:pt x="555" y="1747"/>
                  <a:pt x="542" y="1762"/>
                  <a:pt x="529" y="1778"/>
                </a:cubicBezTo>
                <a:cubicBezTo>
                  <a:pt x="480" y="1857"/>
                  <a:pt x="477" y="1861"/>
                  <a:pt x="474" y="1865"/>
                </a:cubicBezTo>
                <a:cubicBezTo>
                  <a:pt x="457" y="1892"/>
                  <a:pt x="460" y="1898"/>
                  <a:pt x="457" y="1899"/>
                </a:cubicBezTo>
                <a:cubicBezTo>
                  <a:pt x="448" y="1926"/>
                  <a:pt x="447" y="1932"/>
                  <a:pt x="444" y="1937"/>
                </a:cubicBezTo>
                <a:cubicBezTo>
                  <a:pt x="430" y="1990"/>
                  <a:pt x="434" y="2000"/>
                  <a:pt x="427" y="2001"/>
                </a:cubicBezTo>
                <a:cubicBezTo>
                  <a:pt x="428" y="1976"/>
                  <a:pt x="425" y="1969"/>
                  <a:pt x="429" y="1968"/>
                </a:cubicBezTo>
                <a:cubicBezTo>
                  <a:pt x="454" y="1873"/>
                  <a:pt x="457" y="1867"/>
                  <a:pt x="458" y="1859"/>
                </a:cubicBezTo>
                <a:cubicBezTo>
                  <a:pt x="503" y="1788"/>
                  <a:pt x="500" y="1781"/>
                  <a:pt x="503" y="1779"/>
                </a:cubicBezTo>
                <a:cubicBezTo>
                  <a:pt x="526" y="1748"/>
                  <a:pt x="531" y="1743"/>
                  <a:pt x="535" y="1738"/>
                </a:cubicBezTo>
                <a:cubicBezTo>
                  <a:pt x="560" y="1712"/>
                  <a:pt x="572" y="1703"/>
                  <a:pt x="580" y="1691"/>
                </a:cubicBezTo>
                <a:cubicBezTo>
                  <a:pt x="620" y="1659"/>
                  <a:pt x="620" y="1650"/>
                  <a:pt x="629" y="1648"/>
                </a:cubicBezTo>
                <a:cubicBezTo>
                  <a:pt x="643" y="1640"/>
                  <a:pt x="632" y="1634"/>
                  <a:pt x="633" y="1639"/>
                </a:cubicBezTo>
                <a:cubicBezTo>
                  <a:pt x="606" y="1659"/>
                  <a:pt x="608" y="1664"/>
                  <a:pt x="602" y="1663"/>
                </a:cubicBezTo>
                <a:cubicBezTo>
                  <a:pt x="571" y="1694"/>
                  <a:pt x="560" y="1701"/>
                  <a:pt x="553" y="1713"/>
                </a:cubicBezTo>
                <a:cubicBezTo>
                  <a:pt x="520" y="1748"/>
                  <a:pt x="511" y="1751"/>
                  <a:pt x="511" y="1761"/>
                </a:cubicBezTo>
                <a:cubicBezTo>
                  <a:pt x="490" y="1789"/>
                  <a:pt x="484" y="1795"/>
                  <a:pt x="481" y="1803"/>
                </a:cubicBezTo>
                <a:cubicBezTo>
                  <a:pt x="463" y="1829"/>
                  <a:pt x="463" y="1836"/>
                  <a:pt x="462" y="1841"/>
                </a:cubicBezTo>
                <a:cubicBezTo>
                  <a:pt x="437" y="1903"/>
                  <a:pt x="428" y="1911"/>
                  <a:pt x="428" y="1927"/>
                </a:cubicBezTo>
                <a:cubicBezTo>
                  <a:pt x="420" y="1948"/>
                  <a:pt x="418" y="1950"/>
                  <a:pt x="417" y="1954"/>
                </a:cubicBezTo>
                <a:cubicBezTo>
                  <a:pt x="420" y="1914"/>
                  <a:pt x="417" y="1907"/>
                  <a:pt x="420" y="1905"/>
                </a:cubicBezTo>
                <a:cubicBezTo>
                  <a:pt x="435" y="1847"/>
                  <a:pt x="437" y="1844"/>
                  <a:pt x="437" y="1841"/>
                </a:cubicBezTo>
                <a:cubicBezTo>
                  <a:pt x="456" y="1795"/>
                  <a:pt x="464" y="1784"/>
                  <a:pt x="470" y="1771"/>
                </a:cubicBezTo>
                <a:cubicBezTo>
                  <a:pt x="506" y="1721"/>
                  <a:pt x="509" y="1717"/>
                  <a:pt x="512" y="1713"/>
                </a:cubicBezTo>
                <a:cubicBezTo>
                  <a:pt x="521" y="1701"/>
                  <a:pt x="525" y="1702"/>
                  <a:pt x="526" y="1701"/>
                </a:cubicBezTo>
                <a:cubicBezTo>
                  <a:pt x="544" y="1677"/>
                  <a:pt x="559" y="1664"/>
                  <a:pt x="570" y="1648"/>
                </a:cubicBezTo>
                <a:cubicBezTo>
                  <a:pt x="607" y="1598"/>
                  <a:pt x="604" y="1589"/>
                  <a:pt x="610" y="1588"/>
                </a:cubicBezTo>
                <a:cubicBezTo>
                  <a:pt x="621" y="1556"/>
                  <a:pt x="624" y="1555"/>
                  <a:pt x="622" y="1550"/>
                </a:cubicBezTo>
                <a:cubicBezTo>
                  <a:pt x="610" y="1569"/>
                  <a:pt x="610" y="1577"/>
                  <a:pt x="605" y="1582"/>
                </a:cubicBezTo>
                <a:cubicBezTo>
                  <a:pt x="557" y="1650"/>
                  <a:pt x="554" y="1661"/>
                  <a:pt x="543" y="1665"/>
                </a:cubicBezTo>
                <a:cubicBezTo>
                  <a:pt x="512" y="1703"/>
                  <a:pt x="509" y="1704"/>
                  <a:pt x="509" y="1707"/>
                </a:cubicBezTo>
                <a:cubicBezTo>
                  <a:pt x="478" y="1744"/>
                  <a:pt x="469" y="1750"/>
                  <a:pt x="467" y="1762"/>
                </a:cubicBezTo>
                <a:cubicBezTo>
                  <a:pt x="443" y="1797"/>
                  <a:pt x="439" y="1807"/>
                  <a:pt x="438" y="1821"/>
                </a:cubicBezTo>
                <a:cubicBezTo>
                  <a:pt x="429" y="1846"/>
                  <a:pt x="423" y="1846"/>
                  <a:pt x="423" y="1851"/>
                </a:cubicBezTo>
                <a:cubicBezTo>
                  <a:pt x="408" y="1895"/>
                  <a:pt x="412" y="1908"/>
                  <a:pt x="405" y="1913"/>
                </a:cubicBezTo>
                <a:cubicBezTo>
                  <a:pt x="407" y="1876"/>
                  <a:pt x="415" y="1878"/>
                  <a:pt x="413" y="1871"/>
                </a:cubicBezTo>
                <a:cubicBezTo>
                  <a:pt x="418" y="1857"/>
                  <a:pt x="415" y="1850"/>
                  <a:pt x="418" y="1847"/>
                </a:cubicBezTo>
                <a:cubicBezTo>
                  <a:pt x="437" y="1792"/>
                  <a:pt x="440" y="1790"/>
                  <a:pt x="440" y="1788"/>
                </a:cubicBezTo>
                <a:cubicBezTo>
                  <a:pt x="448" y="1768"/>
                  <a:pt x="451" y="1760"/>
                  <a:pt x="455" y="1752"/>
                </a:cubicBezTo>
                <a:cubicBezTo>
                  <a:pt x="476" y="1717"/>
                  <a:pt x="475" y="1712"/>
                  <a:pt x="478" y="1709"/>
                </a:cubicBezTo>
                <a:cubicBezTo>
                  <a:pt x="495" y="1687"/>
                  <a:pt x="495" y="1681"/>
                  <a:pt x="498" y="1679"/>
                </a:cubicBezTo>
                <a:cubicBezTo>
                  <a:pt x="521" y="1647"/>
                  <a:pt x="524" y="1644"/>
                  <a:pt x="526" y="1640"/>
                </a:cubicBezTo>
                <a:cubicBezTo>
                  <a:pt x="551" y="1609"/>
                  <a:pt x="550" y="1603"/>
                  <a:pt x="554" y="1601"/>
                </a:cubicBezTo>
                <a:cubicBezTo>
                  <a:pt x="570" y="1563"/>
                  <a:pt x="576" y="1562"/>
                  <a:pt x="575" y="1556"/>
                </a:cubicBezTo>
                <a:cubicBezTo>
                  <a:pt x="581" y="1513"/>
                  <a:pt x="584" y="1508"/>
                  <a:pt x="584" y="1500"/>
                </a:cubicBezTo>
                <a:cubicBezTo>
                  <a:pt x="573" y="1529"/>
                  <a:pt x="577" y="1544"/>
                  <a:pt x="570" y="1550"/>
                </a:cubicBezTo>
                <a:cubicBezTo>
                  <a:pt x="548" y="1600"/>
                  <a:pt x="544" y="1602"/>
                  <a:pt x="541" y="1604"/>
                </a:cubicBezTo>
                <a:cubicBezTo>
                  <a:pt x="510" y="1653"/>
                  <a:pt x="506" y="1655"/>
                  <a:pt x="503" y="1657"/>
                </a:cubicBezTo>
                <a:cubicBezTo>
                  <a:pt x="481" y="1690"/>
                  <a:pt x="477" y="1696"/>
                  <a:pt x="474" y="1703"/>
                </a:cubicBezTo>
                <a:cubicBezTo>
                  <a:pt x="464" y="1717"/>
                  <a:pt x="463" y="1720"/>
                  <a:pt x="462" y="1717"/>
                </a:cubicBezTo>
                <a:cubicBezTo>
                  <a:pt x="474" y="1695"/>
                  <a:pt x="475" y="1693"/>
                  <a:pt x="475" y="1690"/>
                </a:cubicBezTo>
                <a:cubicBezTo>
                  <a:pt x="494" y="1659"/>
                  <a:pt x="495" y="1654"/>
                  <a:pt x="496" y="1649"/>
                </a:cubicBezTo>
                <a:cubicBezTo>
                  <a:pt x="525" y="1599"/>
                  <a:pt x="529" y="1590"/>
                  <a:pt x="533" y="1581"/>
                </a:cubicBezTo>
                <a:cubicBezTo>
                  <a:pt x="553" y="1505"/>
                  <a:pt x="553" y="1491"/>
                  <a:pt x="554" y="1479"/>
                </a:cubicBezTo>
                <a:cubicBezTo>
                  <a:pt x="544" y="1432"/>
                  <a:pt x="549" y="1437"/>
                  <a:pt x="547" y="1446"/>
                </a:cubicBezTo>
                <a:cubicBezTo>
                  <a:pt x="542" y="1527"/>
                  <a:pt x="542" y="1535"/>
                  <a:pt x="541" y="1543"/>
                </a:cubicBezTo>
                <a:cubicBezTo>
                  <a:pt x="526" y="1573"/>
                  <a:pt x="529" y="1580"/>
                  <a:pt x="524" y="1581"/>
                </a:cubicBezTo>
                <a:cubicBezTo>
                  <a:pt x="508" y="1611"/>
                  <a:pt x="503" y="1625"/>
                  <a:pt x="495" y="1636"/>
                </a:cubicBezTo>
                <a:cubicBezTo>
                  <a:pt x="475" y="1680"/>
                  <a:pt x="471" y="1684"/>
                  <a:pt x="466" y="1688"/>
                </a:cubicBezTo>
                <a:cubicBezTo>
                  <a:pt x="444" y="1731"/>
                  <a:pt x="441" y="1737"/>
                  <a:pt x="437" y="1743"/>
                </a:cubicBezTo>
                <a:cubicBezTo>
                  <a:pt x="416" y="1794"/>
                  <a:pt x="410" y="1794"/>
                  <a:pt x="413" y="1801"/>
                </a:cubicBezTo>
                <a:cubicBezTo>
                  <a:pt x="394" y="1860"/>
                  <a:pt x="396" y="1864"/>
                  <a:pt x="396" y="1868"/>
                </a:cubicBezTo>
                <a:cubicBezTo>
                  <a:pt x="390" y="1891"/>
                  <a:pt x="394" y="1899"/>
                  <a:pt x="389" y="1899"/>
                </a:cubicBezTo>
                <a:cubicBezTo>
                  <a:pt x="391" y="1841"/>
                  <a:pt x="392" y="1826"/>
                  <a:pt x="394" y="1811"/>
                </a:cubicBezTo>
                <a:cubicBezTo>
                  <a:pt x="401" y="1785"/>
                  <a:pt x="405" y="1780"/>
                  <a:pt x="404" y="1771"/>
                </a:cubicBezTo>
                <a:cubicBezTo>
                  <a:pt x="430" y="1712"/>
                  <a:pt x="435" y="1708"/>
                  <a:pt x="434" y="1699"/>
                </a:cubicBezTo>
                <a:cubicBezTo>
                  <a:pt x="451" y="1672"/>
                  <a:pt x="455" y="1665"/>
                  <a:pt x="457" y="1656"/>
                </a:cubicBezTo>
                <a:cubicBezTo>
                  <a:pt x="481" y="1622"/>
                  <a:pt x="480" y="1616"/>
                  <a:pt x="480" y="1611"/>
                </a:cubicBezTo>
                <a:cubicBezTo>
                  <a:pt x="505" y="1561"/>
                  <a:pt x="502" y="1553"/>
                  <a:pt x="507" y="1552"/>
                </a:cubicBezTo>
                <a:cubicBezTo>
                  <a:pt x="519" y="1524"/>
                  <a:pt x="515" y="1515"/>
                  <a:pt x="519" y="1514"/>
                </a:cubicBezTo>
                <a:cubicBezTo>
                  <a:pt x="520" y="1449"/>
                  <a:pt x="515" y="1450"/>
                  <a:pt x="517" y="1444"/>
                </a:cubicBezTo>
                <a:cubicBezTo>
                  <a:pt x="509" y="1516"/>
                  <a:pt x="509" y="1523"/>
                  <a:pt x="505" y="1526"/>
                </a:cubicBezTo>
                <a:cubicBezTo>
                  <a:pt x="494" y="1564"/>
                  <a:pt x="491" y="1568"/>
                  <a:pt x="489" y="1573"/>
                </a:cubicBezTo>
                <a:cubicBezTo>
                  <a:pt x="479" y="1592"/>
                  <a:pt x="483" y="1602"/>
                  <a:pt x="475" y="1602"/>
                </a:cubicBezTo>
                <a:cubicBezTo>
                  <a:pt x="443" y="1672"/>
                  <a:pt x="434" y="1679"/>
                  <a:pt x="431" y="1690"/>
                </a:cubicBezTo>
                <a:cubicBezTo>
                  <a:pt x="406" y="1738"/>
                  <a:pt x="409" y="1747"/>
                  <a:pt x="403" y="1749"/>
                </a:cubicBezTo>
                <a:cubicBezTo>
                  <a:pt x="434" y="1663"/>
                  <a:pt x="439" y="1660"/>
                  <a:pt x="440" y="1653"/>
                </a:cubicBezTo>
                <a:cubicBezTo>
                  <a:pt x="452" y="1614"/>
                  <a:pt x="459" y="1613"/>
                  <a:pt x="458" y="1606"/>
                </a:cubicBezTo>
                <a:cubicBezTo>
                  <a:pt x="480" y="1553"/>
                  <a:pt x="480" y="1545"/>
                  <a:pt x="482" y="1540"/>
                </a:cubicBezTo>
                <a:cubicBezTo>
                  <a:pt x="489" y="1465"/>
                  <a:pt x="491" y="1464"/>
                  <a:pt x="491" y="1448"/>
                </a:cubicBezTo>
                <a:cubicBezTo>
                  <a:pt x="487" y="1401"/>
                  <a:pt x="485" y="1390"/>
                  <a:pt x="484" y="1379"/>
                </a:cubicBezTo>
                <a:cubicBezTo>
                  <a:pt x="474" y="1371"/>
                  <a:pt x="480" y="1385"/>
                  <a:pt x="483" y="1403"/>
                </a:cubicBezTo>
                <a:cubicBezTo>
                  <a:pt x="487" y="1491"/>
                  <a:pt x="478" y="1495"/>
                  <a:pt x="482" y="1506"/>
                </a:cubicBezTo>
                <a:cubicBezTo>
                  <a:pt x="478" y="1531"/>
                  <a:pt x="477" y="1534"/>
                  <a:pt x="475" y="1537"/>
                </a:cubicBezTo>
                <a:cubicBezTo>
                  <a:pt x="459" y="1577"/>
                  <a:pt x="456" y="1591"/>
                  <a:pt x="451" y="1604"/>
                </a:cubicBezTo>
                <a:cubicBezTo>
                  <a:pt x="433" y="1645"/>
                  <a:pt x="431" y="1652"/>
                  <a:pt x="429" y="1658"/>
                </a:cubicBezTo>
                <a:cubicBezTo>
                  <a:pt x="412" y="1698"/>
                  <a:pt x="411" y="1701"/>
                  <a:pt x="408" y="1703"/>
                </a:cubicBezTo>
                <a:cubicBezTo>
                  <a:pt x="390" y="1762"/>
                  <a:pt x="384" y="1769"/>
                  <a:pt x="383" y="1779"/>
                </a:cubicBezTo>
                <a:cubicBezTo>
                  <a:pt x="369" y="1821"/>
                  <a:pt x="377" y="1833"/>
                  <a:pt x="371" y="1832"/>
                </a:cubicBezTo>
                <a:cubicBezTo>
                  <a:pt x="368" y="1777"/>
                  <a:pt x="371" y="1764"/>
                  <a:pt x="372" y="1749"/>
                </a:cubicBezTo>
                <a:cubicBezTo>
                  <a:pt x="382" y="1721"/>
                  <a:pt x="379" y="1714"/>
                  <a:pt x="383" y="1714"/>
                </a:cubicBezTo>
                <a:cubicBezTo>
                  <a:pt x="403" y="1659"/>
                  <a:pt x="406" y="1655"/>
                  <a:pt x="406" y="1649"/>
                </a:cubicBezTo>
                <a:cubicBezTo>
                  <a:pt x="424" y="1598"/>
                  <a:pt x="431" y="1597"/>
                  <a:pt x="431" y="1590"/>
                </a:cubicBezTo>
                <a:cubicBezTo>
                  <a:pt x="461" y="1509"/>
                  <a:pt x="462" y="1500"/>
                  <a:pt x="465" y="1494"/>
                </a:cubicBezTo>
                <a:cubicBezTo>
                  <a:pt x="472" y="1470"/>
                  <a:pt x="467" y="1462"/>
                  <a:pt x="472" y="1462"/>
                </a:cubicBezTo>
                <a:cubicBezTo>
                  <a:pt x="476" y="1437"/>
                  <a:pt x="471" y="1428"/>
                  <a:pt x="476" y="1427"/>
                </a:cubicBezTo>
                <a:cubicBezTo>
                  <a:pt x="473" y="1417"/>
                  <a:pt x="469" y="1447"/>
                  <a:pt x="462" y="1476"/>
                </a:cubicBezTo>
                <a:cubicBezTo>
                  <a:pt x="434" y="1564"/>
                  <a:pt x="433" y="1570"/>
                  <a:pt x="430" y="1573"/>
                </a:cubicBezTo>
                <a:cubicBezTo>
                  <a:pt x="422" y="1597"/>
                  <a:pt x="416" y="1602"/>
                  <a:pt x="415" y="1611"/>
                </a:cubicBezTo>
                <a:cubicBezTo>
                  <a:pt x="391" y="1664"/>
                  <a:pt x="387" y="1672"/>
                  <a:pt x="382" y="1679"/>
                </a:cubicBezTo>
                <a:cubicBezTo>
                  <a:pt x="367" y="1716"/>
                  <a:pt x="373" y="1726"/>
                  <a:pt x="366" y="1726"/>
                </a:cubicBezTo>
                <a:cubicBezTo>
                  <a:pt x="360" y="1762"/>
                  <a:pt x="364" y="1763"/>
                  <a:pt x="358" y="1766"/>
                </a:cubicBezTo>
                <a:cubicBezTo>
                  <a:pt x="381" y="1656"/>
                  <a:pt x="382" y="1648"/>
                  <a:pt x="386" y="1643"/>
                </a:cubicBezTo>
                <a:cubicBezTo>
                  <a:pt x="399" y="1610"/>
                  <a:pt x="404" y="1595"/>
                  <a:pt x="408" y="1581"/>
                </a:cubicBezTo>
                <a:cubicBezTo>
                  <a:pt x="436" y="1516"/>
                  <a:pt x="433" y="1505"/>
                  <a:pt x="438" y="1500"/>
                </a:cubicBezTo>
                <a:cubicBezTo>
                  <a:pt x="456" y="1427"/>
                  <a:pt x="459" y="1420"/>
                  <a:pt x="460" y="1411"/>
                </a:cubicBezTo>
                <a:cubicBezTo>
                  <a:pt x="455" y="1378"/>
                  <a:pt x="451" y="1393"/>
                  <a:pt x="453" y="1414"/>
                </a:cubicBezTo>
                <a:cubicBezTo>
                  <a:pt x="442" y="1477"/>
                  <a:pt x="433" y="1477"/>
                  <a:pt x="434" y="1487"/>
                </a:cubicBezTo>
                <a:cubicBezTo>
                  <a:pt x="416" y="1534"/>
                  <a:pt x="415" y="1548"/>
                  <a:pt x="409" y="1559"/>
                </a:cubicBezTo>
                <a:cubicBezTo>
                  <a:pt x="392" y="1598"/>
                  <a:pt x="391" y="1605"/>
                  <a:pt x="388" y="1610"/>
                </a:cubicBezTo>
                <a:cubicBezTo>
                  <a:pt x="380" y="1635"/>
                  <a:pt x="375" y="1638"/>
                  <a:pt x="376" y="1646"/>
                </a:cubicBezTo>
                <a:cubicBezTo>
                  <a:pt x="352" y="1701"/>
                  <a:pt x="360" y="1712"/>
                  <a:pt x="354" y="1711"/>
                </a:cubicBezTo>
                <a:cubicBezTo>
                  <a:pt x="350" y="1730"/>
                  <a:pt x="346" y="1726"/>
                  <a:pt x="345" y="1712"/>
                </a:cubicBezTo>
                <a:cubicBezTo>
                  <a:pt x="355" y="1665"/>
                  <a:pt x="358" y="1665"/>
                  <a:pt x="357" y="1661"/>
                </a:cubicBezTo>
                <a:cubicBezTo>
                  <a:pt x="366" y="1643"/>
                  <a:pt x="363" y="1637"/>
                  <a:pt x="366" y="1636"/>
                </a:cubicBezTo>
                <a:cubicBezTo>
                  <a:pt x="372" y="1617"/>
                  <a:pt x="374" y="1616"/>
                  <a:pt x="373" y="1612"/>
                </a:cubicBezTo>
                <a:cubicBezTo>
                  <a:pt x="395" y="1560"/>
                  <a:pt x="394" y="1553"/>
                  <a:pt x="400" y="1551"/>
                </a:cubicBezTo>
                <a:cubicBezTo>
                  <a:pt x="425" y="1482"/>
                  <a:pt x="427" y="1477"/>
                  <a:pt x="427" y="1470"/>
                </a:cubicBezTo>
                <a:cubicBezTo>
                  <a:pt x="418" y="1498"/>
                  <a:pt x="408" y="1504"/>
                  <a:pt x="408" y="1517"/>
                </a:cubicBezTo>
                <a:cubicBezTo>
                  <a:pt x="377" y="1581"/>
                  <a:pt x="373" y="1584"/>
                  <a:pt x="372" y="1590"/>
                </a:cubicBezTo>
                <a:cubicBezTo>
                  <a:pt x="363" y="1617"/>
                  <a:pt x="360" y="1628"/>
                  <a:pt x="353" y="1637"/>
                </a:cubicBezTo>
                <a:cubicBezTo>
                  <a:pt x="343" y="1676"/>
                  <a:pt x="340" y="1680"/>
                  <a:pt x="341" y="1688"/>
                </a:cubicBezTo>
                <a:cubicBezTo>
                  <a:pt x="338" y="1660"/>
                  <a:pt x="342" y="1652"/>
                  <a:pt x="340" y="1640"/>
                </a:cubicBezTo>
                <a:cubicBezTo>
                  <a:pt x="360" y="1597"/>
                  <a:pt x="360" y="1592"/>
                  <a:pt x="361" y="1588"/>
                </a:cubicBezTo>
                <a:cubicBezTo>
                  <a:pt x="367" y="1561"/>
                  <a:pt x="371" y="1559"/>
                  <a:pt x="371" y="1555"/>
                </a:cubicBezTo>
                <a:cubicBezTo>
                  <a:pt x="390" y="1506"/>
                  <a:pt x="387" y="1494"/>
                  <a:pt x="393" y="1490"/>
                </a:cubicBezTo>
                <a:cubicBezTo>
                  <a:pt x="403" y="1419"/>
                  <a:pt x="403" y="1406"/>
                  <a:pt x="402" y="1393"/>
                </a:cubicBezTo>
                <a:cubicBezTo>
                  <a:pt x="393" y="1354"/>
                  <a:pt x="388" y="1352"/>
                  <a:pt x="389" y="1344"/>
                </a:cubicBezTo>
                <a:cubicBezTo>
                  <a:pt x="382" y="1350"/>
                  <a:pt x="386" y="1352"/>
                  <a:pt x="388" y="1357"/>
                </a:cubicBezTo>
                <a:cubicBezTo>
                  <a:pt x="396" y="1435"/>
                  <a:pt x="396" y="1441"/>
                  <a:pt x="397" y="1446"/>
                </a:cubicBezTo>
                <a:cubicBezTo>
                  <a:pt x="389" y="1476"/>
                  <a:pt x="385" y="1481"/>
                  <a:pt x="384" y="1491"/>
                </a:cubicBezTo>
                <a:cubicBezTo>
                  <a:pt x="358" y="1561"/>
                  <a:pt x="358" y="1571"/>
                  <a:pt x="356" y="1578"/>
                </a:cubicBezTo>
                <a:cubicBezTo>
                  <a:pt x="341" y="1628"/>
                  <a:pt x="334" y="1627"/>
                  <a:pt x="335" y="1634"/>
                </a:cubicBezTo>
                <a:cubicBezTo>
                  <a:pt x="324" y="1665"/>
                  <a:pt x="328" y="1674"/>
                  <a:pt x="321" y="1674"/>
                </a:cubicBezTo>
                <a:cubicBezTo>
                  <a:pt x="334" y="1588"/>
                  <a:pt x="337" y="1580"/>
                  <a:pt x="340" y="1570"/>
                </a:cubicBezTo>
                <a:cubicBezTo>
                  <a:pt x="350" y="1541"/>
                  <a:pt x="350" y="1536"/>
                  <a:pt x="350" y="1530"/>
                </a:cubicBezTo>
                <a:cubicBezTo>
                  <a:pt x="360" y="1499"/>
                  <a:pt x="364" y="1497"/>
                  <a:pt x="363" y="1490"/>
                </a:cubicBezTo>
                <a:cubicBezTo>
                  <a:pt x="370" y="1438"/>
                  <a:pt x="375" y="1420"/>
                  <a:pt x="376" y="1397"/>
                </a:cubicBezTo>
                <a:cubicBezTo>
                  <a:pt x="365" y="1320"/>
                  <a:pt x="368" y="1312"/>
                  <a:pt x="363" y="1313"/>
                </a:cubicBezTo>
                <a:cubicBezTo>
                  <a:pt x="362" y="1332"/>
                  <a:pt x="366" y="1343"/>
                  <a:pt x="368" y="1356"/>
                </a:cubicBezTo>
                <a:cubicBezTo>
                  <a:pt x="367" y="1417"/>
                  <a:pt x="365" y="1421"/>
                  <a:pt x="365" y="1426"/>
                </a:cubicBezTo>
                <a:cubicBezTo>
                  <a:pt x="359" y="1455"/>
                  <a:pt x="363" y="1465"/>
                  <a:pt x="359" y="1466"/>
                </a:cubicBezTo>
                <a:cubicBezTo>
                  <a:pt x="340" y="1539"/>
                  <a:pt x="336" y="1559"/>
                  <a:pt x="329" y="1575"/>
                </a:cubicBezTo>
                <a:cubicBezTo>
                  <a:pt x="313" y="1626"/>
                  <a:pt x="312" y="1623"/>
                  <a:pt x="315" y="1622"/>
                </a:cubicBezTo>
                <a:cubicBezTo>
                  <a:pt x="321" y="1588"/>
                  <a:pt x="322" y="1576"/>
                  <a:pt x="324" y="1565"/>
                </a:cubicBezTo>
                <a:cubicBezTo>
                  <a:pt x="337" y="1477"/>
                  <a:pt x="342" y="1476"/>
                  <a:pt x="341" y="1469"/>
                </a:cubicBezTo>
                <a:cubicBezTo>
                  <a:pt x="333" y="1317"/>
                  <a:pt x="332" y="1308"/>
                  <a:pt x="330" y="1302"/>
                </a:cubicBezTo>
                <a:cubicBezTo>
                  <a:pt x="318" y="1275"/>
                  <a:pt x="315" y="1268"/>
                  <a:pt x="311" y="1262"/>
                </a:cubicBezTo>
                <a:cubicBezTo>
                  <a:pt x="305" y="1258"/>
                  <a:pt x="310" y="1270"/>
                  <a:pt x="317" y="1281"/>
                </a:cubicBezTo>
                <a:cubicBezTo>
                  <a:pt x="326" y="1312"/>
                  <a:pt x="326" y="1314"/>
                  <a:pt x="328" y="1315"/>
                </a:cubicBezTo>
                <a:cubicBezTo>
                  <a:pt x="329" y="1333"/>
                  <a:pt x="332" y="1343"/>
                  <a:pt x="333" y="1356"/>
                </a:cubicBezTo>
                <a:cubicBezTo>
                  <a:pt x="330" y="1464"/>
                  <a:pt x="334" y="1471"/>
                  <a:pt x="331" y="1472"/>
                </a:cubicBezTo>
                <a:cubicBezTo>
                  <a:pt x="326" y="1497"/>
                  <a:pt x="326" y="1501"/>
                  <a:pt x="326" y="1506"/>
                </a:cubicBezTo>
                <a:cubicBezTo>
                  <a:pt x="320" y="1533"/>
                  <a:pt x="322" y="1543"/>
                  <a:pt x="316" y="1548"/>
                </a:cubicBezTo>
                <a:cubicBezTo>
                  <a:pt x="325" y="1483"/>
                  <a:pt x="324" y="1478"/>
                  <a:pt x="326" y="1475"/>
                </a:cubicBezTo>
                <a:cubicBezTo>
                  <a:pt x="318" y="1352"/>
                  <a:pt x="312" y="1331"/>
                  <a:pt x="308" y="1301"/>
                </a:cubicBezTo>
                <a:cubicBezTo>
                  <a:pt x="295" y="1275"/>
                  <a:pt x="294" y="1264"/>
                  <a:pt x="289" y="1259"/>
                </a:cubicBezTo>
                <a:cubicBezTo>
                  <a:pt x="267" y="1237"/>
                  <a:pt x="279" y="1241"/>
                  <a:pt x="283" y="1255"/>
                </a:cubicBezTo>
                <a:cubicBezTo>
                  <a:pt x="295" y="1285"/>
                  <a:pt x="296" y="1289"/>
                  <a:pt x="298" y="1291"/>
                </a:cubicBezTo>
                <a:cubicBezTo>
                  <a:pt x="309" y="1335"/>
                  <a:pt x="306" y="1343"/>
                  <a:pt x="311" y="1343"/>
                </a:cubicBezTo>
                <a:cubicBezTo>
                  <a:pt x="317" y="1393"/>
                  <a:pt x="320" y="1396"/>
                  <a:pt x="319" y="1403"/>
                </a:cubicBezTo>
                <a:cubicBezTo>
                  <a:pt x="315" y="1486"/>
                  <a:pt x="316" y="1486"/>
                  <a:pt x="314" y="1491"/>
                </a:cubicBezTo>
                <a:cubicBezTo>
                  <a:pt x="313" y="1523"/>
                  <a:pt x="307" y="1531"/>
                  <a:pt x="307" y="1544"/>
                </a:cubicBezTo>
                <a:cubicBezTo>
                  <a:pt x="291" y="1555"/>
                  <a:pt x="301" y="1540"/>
                  <a:pt x="301" y="1520"/>
                </a:cubicBezTo>
                <a:cubicBezTo>
                  <a:pt x="300" y="1371"/>
                  <a:pt x="298" y="1365"/>
                  <a:pt x="298" y="1357"/>
                </a:cubicBezTo>
                <a:cubicBezTo>
                  <a:pt x="292" y="1333"/>
                  <a:pt x="291" y="1319"/>
                  <a:pt x="286" y="1307"/>
                </a:cubicBezTo>
                <a:cubicBezTo>
                  <a:pt x="262" y="1254"/>
                  <a:pt x="263" y="1243"/>
                  <a:pt x="258" y="1242"/>
                </a:cubicBezTo>
                <a:cubicBezTo>
                  <a:pt x="286" y="1321"/>
                  <a:pt x="285" y="1331"/>
                  <a:pt x="288" y="1336"/>
                </a:cubicBezTo>
                <a:cubicBezTo>
                  <a:pt x="293" y="1366"/>
                  <a:pt x="296" y="1381"/>
                  <a:pt x="297" y="1398"/>
                </a:cubicBezTo>
                <a:cubicBezTo>
                  <a:pt x="299" y="1489"/>
                  <a:pt x="294" y="1492"/>
                  <a:pt x="295" y="1499"/>
                </a:cubicBezTo>
                <a:cubicBezTo>
                  <a:pt x="290" y="1445"/>
                  <a:pt x="287" y="1444"/>
                  <a:pt x="287" y="1441"/>
                </a:cubicBezTo>
                <a:cubicBezTo>
                  <a:pt x="283" y="1415"/>
                  <a:pt x="287" y="1416"/>
                  <a:pt x="283" y="1412"/>
                </a:cubicBezTo>
                <a:cubicBezTo>
                  <a:pt x="269" y="1353"/>
                  <a:pt x="262" y="1342"/>
                  <a:pt x="259" y="1327"/>
                </a:cubicBezTo>
                <a:cubicBezTo>
                  <a:pt x="234" y="1272"/>
                  <a:pt x="238" y="1259"/>
                  <a:pt x="228" y="1261"/>
                </a:cubicBezTo>
                <a:cubicBezTo>
                  <a:pt x="239" y="1279"/>
                  <a:pt x="239" y="1288"/>
                  <a:pt x="244" y="1293"/>
                </a:cubicBezTo>
                <a:cubicBezTo>
                  <a:pt x="270" y="1419"/>
                  <a:pt x="279" y="1422"/>
                  <a:pt x="277" y="1426"/>
                </a:cubicBezTo>
                <a:cubicBezTo>
                  <a:pt x="278" y="1456"/>
                  <a:pt x="282" y="1465"/>
                  <a:pt x="278" y="1465"/>
                </a:cubicBezTo>
                <a:cubicBezTo>
                  <a:pt x="250" y="1385"/>
                  <a:pt x="252" y="1374"/>
                  <a:pt x="247" y="1371"/>
                </a:cubicBezTo>
                <a:cubicBezTo>
                  <a:pt x="231" y="1330"/>
                  <a:pt x="231" y="1320"/>
                  <a:pt x="224" y="1320"/>
                </a:cubicBezTo>
                <a:cubicBezTo>
                  <a:pt x="253" y="1397"/>
                  <a:pt x="257" y="1421"/>
                  <a:pt x="265" y="1440"/>
                </a:cubicBezTo>
                <a:cubicBezTo>
                  <a:pt x="281" y="1531"/>
                  <a:pt x="286" y="1534"/>
                  <a:pt x="285" y="1543"/>
                </a:cubicBezTo>
                <a:cubicBezTo>
                  <a:pt x="284" y="1556"/>
                  <a:pt x="280" y="1549"/>
                  <a:pt x="281" y="1537"/>
                </a:cubicBezTo>
                <a:cubicBezTo>
                  <a:pt x="247" y="1462"/>
                  <a:pt x="249" y="1450"/>
                  <a:pt x="244" y="1448"/>
                </a:cubicBezTo>
                <a:cubicBezTo>
                  <a:pt x="221" y="1375"/>
                  <a:pt x="214" y="1365"/>
                  <a:pt x="211" y="1352"/>
                </a:cubicBezTo>
                <a:cubicBezTo>
                  <a:pt x="195" y="1325"/>
                  <a:pt x="197" y="1318"/>
                  <a:pt x="193" y="1318"/>
                </a:cubicBezTo>
                <a:cubicBezTo>
                  <a:pt x="167" y="1263"/>
                  <a:pt x="166" y="1260"/>
                  <a:pt x="163" y="1259"/>
                </a:cubicBezTo>
                <a:cubicBezTo>
                  <a:pt x="165" y="1272"/>
                  <a:pt x="172" y="1286"/>
                  <a:pt x="179" y="1300"/>
                </a:cubicBezTo>
                <a:cubicBezTo>
                  <a:pt x="191" y="1329"/>
                  <a:pt x="195" y="1335"/>
                  <a:pt x="199" y="1342"/>
                </a:cubicBezTo>
                <a:cubicBezTo>
                  <a:pt x="226" y="1428"/>
                  <a:pt x="232" y="1438"/>
                  <a:pt x="235" y="1451"/>
                </a:cubicBezTo>
                <a:cubicBezTo>
                  <a:pt x="247" y="1477"/>
                  <a:pt x="248" y="1489"/>
                  <a:pt x="244" y="1487"/>
                </a:cubicBezTo>
                <a:cubicBezTo>
                  <a:pt x="228" y="1464"/>
                  <a:pt x="227" y="1461"/>
                  <a:pt x="227" y="1456"/>
                </a:cubicBezTo>
                <a:cubicBezTo>
                  <a:pt x="203" y="1423"/>
                  <a:pt x="201" y="1417"/>
                  <a:pt x="195" y="1414"/>
                </a:cubicBezTo>
                <a:cubicBezTo>
                  <a:pt x="155" y="1347"/>
                  <a:pt x="145" y="1324"/>
                  <a:pt x="133" y="1303"/>
                </a:cubicBezTo>
                <a:cubicBezTo>
                  <a:pt x="109" y="1262"/>
                  <a:pt x="115" y="1250"/>
                  <a:pt x="110" y="1252"/>
                </a:cubicBezTo>
                <a:cubicBezTo>
                  <a:pt x="109" y="1242"/>
                  <a:pt x="105" y="1259"/>
                  <a:pt x="113" y="1263"/>
                </a:cubicBezTo>
                <a:cubicBezTo>
                  <a:pt x="127" y="1300"/>
                  <a:pt x="126" y="1302"/>
                  <a:pt x="126" y="1303"/>
                </a:cubicBezTo>
                <a:cubicBezTo>
                  <a:pt x="141" y="1331"/>
                  <a:pt x="144" y="1335"/>
                  <a:pt x="146" y="1339"/>
                </a:cubicBezTo>
                <a:cubicBezTo>
                  <a:pt x="190" y="1424"/>
                  <a:pt x="196" y="1426"/>
                  <a:pt x="197" y="1434"/>
                </a:cubicBezTo>
                <a:cubicBezTo>
                  <a:pt x="210" y="1458"/>
                  <a:pt x="220" y="1459"/>
                  <a:pt x="214" y="1461"/>
                </a:cubicBezTo>
                <a:cubicBezTo>
                  <a:pt x="187" y="1433"/>
                  <a:pt x="186" y="1419"/>
                  <a:pt x="176" y="1416"/>
                </a:cubicBezTo>
                <a:cubicBezTo>
                  <a:pt x="141" y="1351"/>
                  <a:pt x="132" y="1347"/>
                  <a:pt x="131" y="1333"/>
                </a:cubicBezTo>
                <a:cubicBezTo>
                  <a:pt x="111" y="1296"/>
                  <a:pt x="107" y="1286"/>
                  <a:pt x="103" y="1276"/>
                </a:cubicBezTo>
                <a:cubicBezTo>
                  <a:pt x="91" y="1264"/>
                  <a:pt x="97" y="1277"/>
                  <a:pt x="102" y="1292"/>
                </a:cubicBezTo>
                <a:cubicBezTo>
                  <a:pt x="114" y="1318"/>
                  <a:pt x="118" y="1323"/>
                  <a:pt x="120" y="1332"/>
                </a:cubicBezTo>
                <a:cubicBezTo>
                  <a:pt x="155" y="1393"/>
                  <a:pt x="155" y="1404"/>
                  <a:pt x="162" y="1406"/>
                </a:cubicBezTo>
                <a:cubicBezTo>
                  <a:pt x="199" y="1459"/>
                  <a:pt x="201" y="1462"/>
                  <a:pt x="201" y="1466"/>
                </a:cubicBezTo>
                <a:cubicBezTo>
                  <a:pt x="226" y="1495"/>
                  <a:pt x="229" y="1501"/>
                  <a:pt x="233" y="1508"/>
                </a:cubicBezTo>
                <a:cubicBezTo>
                  <a:pt x="258" y="1549"/>
                  <a:pt x="262" y="1552"/>
                  <a:pt x="264" y="1556"/>
                </a:cubicBezTo>
                <a:cubicBezTo>
                  <a:pt x="275" y="1581"/>
                  <a:pt x="279" y="1585"/>
                  <a:pt x="280" y="1594"/>
                </a:cubicBezTo>
                <a:cubicBezTo>
                  <a:pt x="252" y="1560"/>
                  <a:pt x="253" y="1550"/>
                  <a:pt x="246" y="1548"/>
                </a:cubicBezTo>
                <a:cubicBezTo>
                  <a:pt x="206" y="1500"/>
                  <a:pt x="201" y="1497"/>
                  <a:pt x="199" y="1490"/>
                </a:cubicBezTo>
                <a:cubicBezTo>
                  <a:pt x="157" y="1432"/>
                  <a:pt x="148" y="1422"/>
                  <a:pt x="143" y="1409"/>
                </a:cubicBezTo>
                <a:cubicBezTo>
                  <a:pt x="131" y="1385"/>
                  <a:pt x="125" y="1383"/>
                  <a:pt x="125" y="1373"/>
                </a:cubicBezTo>
                <a:cubicBezTo>
                  <a:pt x="105" y="1330"/>
                  <a:pt x="100" y="1329"/>
                  <a:pt x="101" y="1320"/>
                </a:cubicBezTo>
                <a:cubicBezTo>
                  <a:pt x="102" y="1331"/>
                  <a:pt x="100" y="1339"/>
                  <a:pt x="103" y="1340"/>
                </a:cubicBezTo>
                <a:cubicBezTo>
                  <a:pt x="110" y="1364"/>
                  <a:pt x="115" y="1363"/>
                  <a:pt x="114" y="1370"/>
                </a:cubicBezTo>
                <a:cubicBezTo>
                  <a:pt x="137" y="1408"/>
                  <a:pt x="136" y="1419"/>
                  <a:pt x="141" y="1422"/>
                </a:cubicBezTo>
                <a:cubicBezTo>
                  <a:pt x="156" y="1453"/>
                  <a:pt x="166" y="1461"/>
                  <a:pt x="173" y="1473"/>
                </a:cubicBezTo>
                <a:cubicBezTo>
                  <a:pt x="189" y="1492"/>
                  <a:pt x="192" y="1499"/>
                  <a:pt x="195" y="1504"/>
                </a:cubicBezTo>
                <a:cubicBezTo>
                  <a:pt x="213" y="1516"/>
                  <a:pt x="212" y="1522"/>
                  <a:pt x="214" y="1524"/>
                </a:cubicBezTo>
                <a:cubicBezTo>
                  <a:pt x="255" y="1589"/>
                  <a:pt x="252" y="1574"/>
                  <a:pt x="239" y="1568"/>
                </a:cubicBezTo>
                <a:cubicBezTo>
                  <a:pt x="221" y="1541"/>
                  <a:pt x="214" y="1544"/>
                  <a:pt x="215" y="1537"/>
                </a:cubicBezTo>
                <a:cubicBezTo>
                  <a:pt x="180" y="1500"/>
                  <a:pt x="179" y="1495"/>
                  <a:pt x="175" y="1494"/>
                </a:cubicBezTo>
                <a:cubicBezTo>
                  <a:pt x="146" y="1459"/>
                  <a:pt x="144" y="1451"/>
                  <a:pt x="139" y="1447"/>
                </a:cubicBezTo>
                <a:cubicBezTo>
                  <a:pt x="94" y="1374"/>
                  <a:pt x="93" y="1370"/>
                  <a:pt x="90" y="1369"/>
                </a:cubicBezTo>
                <a:cubicBezTo>
                  <a:pt x="78" y="1346"/>
                  <a:pt x="78" y="1341"/>
                  <a:pt x="74" y="1340"/>
                </a:cubicBezTo>
                <a:cubicBezTo>
                  <a:pt x="93" y="1394"/>
                  <a:pt x="106" y="1399"/>
                  <a:pt x="108" y="1416"/>
                </a:cubicBezTo>
                <a:cubicBezTo>
                  <a:pt x="134" y="1452"/>
                  <a:pt x="138" y="1456"/>
                  <a:pt x="140" y="1464"/>
                </a:cubicBezTo>
                <a:cubicBezTo>
                  <a:pt x="169" y="1499"/>
                  <a:pt x="172" y="1505"/>
                  <a:pt x="176" y="1510"/>
                </a:cubicBezTo>
                <a:cubicBezTo>
                  <a:pt x="257" y="1606"/>
                  <a:pt x="266" y="1609"/>
                  <a:pt x="269" y="1619"/>
                </a:cubicBezTo>
                <a:cubicBezTo>
                  <a:pt x="296" y="1654"/>
                  <a:pt x="301" y="1655"/>
                  <a:pt x="300" y="1663"/>
                </a:cubicBezTo>
                <a:cubicBezTo>
                  <a:pt x="312" y="1683"/>
                  <a:pt x="316" y="1685"/>
                  <a:pt x="313" y="1686"/>
                </a:cubicBezTo>
                <a:cubicBezTo>
                  <a:pt x="294" y="1663"/>
                  <a:pt x="292" y="1654"/>
                  <a:pt x="286" y="1648"/>
                </a:cubicBezTo>
                <a:cubicBezTo>
                  <a:pt x="254" y="1611"/>
                  <a:pt x="253" y="1608"/>
                  <a:pt x="250" y="1605"/>
                </a:cubicBezTo>
                <a:cubicBezTo>
                  <a:pt x="221" y="1575"/>
                  <a:pt x="218" y="1567"/>
                  <a:pt x="210" y="1564"/>
                </a:cubicBezTo>
                <a:cubicBezTo>
                  <a:pt x="184" y="1536"/>
                  <a:pt x="174" y="1525"/>
                  <a:pt x="165" y="1512"/>
                </a:cubicBezTo>
                <a:cubicBezTo>
                  <a:pt x="129" y="1461"/>
                  <a:pt x="115" y="1454"/>
                  <a:pt x="110" y="1438"/>
                </a:cubicBezTo>
                <a:cubicBezTo>
                  <a:pt x="87" y="1406"/>
                  <a:pt x="88" y="1398"/>
                  <a:pt x="83" y="1398"/>
                </a:cubicBezTo>
                <a:cubicBezTo>
                  <a:pt x="103" y="1435"/>
                  <a:pt x="106" y="1446"/>
                  <a:pt x="113" y="1453"/>
                </a:cubicBezTo>
                <a:cubicBezTo>
                  <a:pt x="161" y="1516"/>
                  <a:pt x="160" y="1524"/>
                  <a:pt x="166" y="1526"/>
                </a:cubicBezTo>
                <a:cubicBezTo>
                  <a:pt x="208" y="1573"/>
                  <a:pt x="213" y="1575"/>
                  <a:pt x="214" y="1581"/>
                </a:cubicBezTo>
                <a:cubicBezTo>
                  <a:pt x="228" y="1594"/>
                  <a:pt x="228" y="1599"/>
                  <a:pt x="233" y="1600"/>
                </a:cubicBezTo>
                <a:cubicBezTo>
                  <a:pt x="258" y="1636"/>
                  <a:pt x="268" y="1637"/>
                  <a:pt x="271" y="1645"/>
                </a:cubicBezTo>
                <a:cubicBezTo>
                  <a:pt x="283" y="1662"/>
                  <a:pt x="286" y="1663"/>
                  <a:pt x="283" y="1664"/>
                </a:cubicBezTo>
                <a:cubicBezTo>
                  <a:pt x="266" y="1645"/>
                  <a:pt x="264" y="1642"/>
                  <a:pt x="262" y="1639"/>
                </a:cubicBezTo>
                <a:cubicBezTo>
                  <a:pt x="243" y="1618"/>
                  <a:pt x="229" y="1611"/>
                  <a:pt x="221" y="1596"/>
                </a:cubicBezTo>
                <a:cubicBezTo>
                  <a:pt x="199" y="1583"/>
                  <a:pt x="200" y="1572"/>
                  <a:pt x="191" y="1572"/>
                </a:cubicBezTo>
                <a:cubicBezTo>
                  <a:pt x="170" y="1549"/>
                  <a:pt x="170" y="1543"/>
                  <a:pt x="165" y="1543"/>
                </a:cubicBezTo>
                <a:cubicBezTo>
                  <a:pt x="111" y="1476"/>
                  <a:pt x="109" y="1469"/>
                  <a:pt x="103" y="1467"/>
                </a:cubicBezTo>
                <a:cubicBezTo>
                  <a:pt x="65" y="1409"/>
                  <a:pt x="64" y="1401"/>
                  <a:pt x="61" y="1395"/>
                </a:cubicBezTo>
                <a:cubicBezTo>
                  <a:pt x="44" y="1364"/>
                  <a:pt x="47" y="1355"/>
                  <a:pt x="43" y="1355"/>
                </a:cubicBezTo>
                <a:cubicBezTo>
                  <a:pt x="34" y="1346"/>
                  <a:pt x="41" y="1361"/>
                  <a:pt x="42" y="1375"/>
                </a:cubicBezTo>
                <a:cubicBezTo>
                  <a:pt x="70" y="1427"/>
                  <a:pt x="76" y="1441"/>
                  <a:pt x="84" y="1453"/>
                </a:cubicBezTo>
                <a:cubicBezTo>
                  <a:pt x="119" y="1498"/>
                  <a:pt x="126" y="1512"/>
                  <a:pt x="137" y="1521"/>
                </a:cubicBezTo>
                <a:cubicBezTo>
                  <a:pt x="155" y="1543"/>
                  <a:pt x="158" y="1549"/>
                  <a:pt x="164" y="1554"/>
                </a:cubicBezTo>
                <a:cubicBezTo>
                  <a:pt x="202" y="1593"/>
                  <a:pt x="206" y="1594"/>
                  <a:pt x="206" y="1599"/>
                </a:cubicBezTo>
                <a:cubicBezTo>
                  <a:pt x="242" y="1635"/>
                  <a:pt x="249" y="1638"/>
                  <a:pt x="253" y="1644"/>
                </a:cubicBezTo>
                <a:cubicBezTo>
                  <a:pt x="322" y="1730"/>
                  <a:pt x="324" y="1732"/>
                  <a:pt x="327" y="1733"/>
                </a:cubicBezTo>
                <a:cubicBezTo>
                  <a:pt x="330" y="1757"/>
                  <a:pt x="328" y="1750"/>
                  <a:pt x="324" y="1746"/>
                </a:cubicBezTo>
                <a:cubicBezTo>
                  <a:pt x="297" y="1716"/>
                  <a:pt x="292" y="1714"/>
                  <a:pt x="290" y="1707"/>
                </a:cubicBezTo>
                <a:cubicBezTo>
                  <a:pt x="252" y="1673"/>
                  <a:pt x="244" y="1674"/>
                  <a:pt x="244" y="1667"/>
                </a:cubicBezTo>
                <a:cubicBezTo>
                  <a:pt x="222" y="1653"/>
                  <a:pt x="223" y="1647"/>
                  <a:pt x="218" y="1649"/>
                </a:cubicBezTo>
                <a:cubicBezTo>
                  <a:pt x="180" y="1612"/>
                  <a:pt x="177" y="1606"/>
                  <a:pt x="172" y="1604"/>
                </a:cubicBezTo>
                <a:cubicBezTo>
                  <a:pt x="145" y="1572"/>
                  <a:pt x="138" y="1572"/>
                  <a:pt x="136" y="1565"/>
                </a:cubicBezTo>
                <a:cubicBezTo>
                  <a:pt x="94" y="1522"/>
                  <a:pt x="94" y="1514"/>
                  <a:pt x="89" y="1511"/>
                </a:cubicBezTo>
                <a:cubicBezTo>
                  <a:pt x="53" y="1462"/>
                  <a:pt x="51" y="1455"/>
                  <a:pt x="47" y="1451"/>
                </a:cubicBezTo>
                <a:cubicBezTo>
                  <a:pt x="19" y="1397"/>
                  <a:pt x="20" y="1392"/>
                  <a:pt x="17" y="1392"/>
                </a:cubicBezTo>
                <a:cubicBezTo>
                  <a:pt x="29" y="1432"/>
                  <a:pt x="32" y="1437"/>
                  <a:pt x="36" y="1441"/>
                </a:cubicBezTo>
                <a:cubicBezTo>
                  <a:pt x="55" y="1476"/>
                  <a:pt x="57" y="1482"/>
                  <a:pt x="63" y="1485"/>
                </a:cubicBezTo>
                <a:cubicBezTo>
                  <a:pt x="82" y="1520"/>
                  <a:pt x="91" y="1517"/>
                  <a:pt x="90" y="1527"/>
                </a:cubicBezTo>
                <a:cubicBezTo>
                  <a:pt x="130" y="1572"/>
                  <a:pt x="136" y="1582"/>
                  <a:pt x="144" y="1588"/>
                </a:cubicBezTo>
                <a:cubicBezTo>
                  <a:pt x="165" y="1605"/>
                  <a:pt x="163" y="1612"/>
                  <a:pt x="168" y="1611"/>
                </a:cubicBezTo>
                <a:cubicBezTo>
                  <a:pt x="192" y="1640"/>
                  <a:pt x="200" y="1639"/>
                  <a:pt x="201" y="1645"/>
                </a:cubicBezTo>
                <a:cubicBezTo>
                  <a:pt x="223" y="1662"/>
                  <a:pt x="231" y="1669"/>
                  <a:pt x="240" y="1676"/>
                </a:cubicBezTo>
                <a:cubicBezTo>
                  <a:pt x="282" y="1709"/>
                  <a:pt x="293" y="1729"/>
                  <a:pt x="308" y="1745"/>
                </a:cubicBezTo>
                <a:cubicBezTo>
                  <a:pt x="341" y="1789"/>
                  <a:pt x="348" y="1789"/>
                  <a:pt x="347" y="1799"/>
                </a:cubicBezTo>
                <a:cubicBezTo>
                  <a:pt x="249" y="1714"/>
                  <a:pt x="242" y="1702"/>
                  <a:pt x="229" y="1698"/>
                </a:cubicBezTo>
                <a:cubicBezTo>
                  <a:pt x="213" y="1681"/>
                  <a:pt x="209" y="1680"/>
                  <a:pt x="205" y="1680"/>
                </a:cubicBezTo>
                <a:cubicBezTo>
                  <a:pt x="183" y="1658"/>
                  <a:pt x="175" y="1658"/>
                  <a:pt x="175" y="1649"/>
                </a:cubicBezTo>
                <a:cubicBezTo>
                  <a:pt x="144" y="1629"/>
                  <a:pt x="144" y="1625"/>
                  <a:pt x="142" y="1623"/>
                </a:cubicBezTo>
                <a:cubicBezTo>
                  <a:pt x="119" y="1604"/>
                  <a:pt x="115" y="1600"/>
                  <a:pt x="112" y="1595"/>
                </a:cubicBezTo>
                <a:cubicBezTo>
                  <a:pt x="70" y="1551"/>
                  <a:pt x="64" y="1541"/>
                  <a:pt x="55" y="1533"/>
                </a:cubicBezTo>
                <a:cubicBezTo>
                  <a:pt x="43" y="1512"/>
                  <a:pt x="39" y="1508"/>
                  <a:pt x="36" y="1504"/>
                </a:cubicBezTo>
                <a:cubicBezTo>
                  <a:pt x="13" y="1470"/>
                  <a:pt x="12" y="1464"/>
                  <a:pt x="9" y="1460"/>
                </a:cubicBezTo>
                <a:cubicBezTo>
                  <a:pt x="0" y="1445"/>
                  <a:pt x="0" y="1449"/>
                  <a:pt x="0" y="1452"/>
                </a:cubicBezTo>
                <a:cubicBezTo>
                  <a:pt x="16" y="1485"/>
                  <a:pt x="21" y="1494"/>
                  <a:pt x="29" y="1500"/>
                </a:cubicBezTo>
                <a:cubicBezTo>
                  <a:pt x="68" y="1562"/>
                  <a:pt x="77" y="1567"/>
                  <a:pt x="80" y="1577"/>
                </a:cubicBezTo>
                <a:cubicBezTo>
                  <a:pt x="100" y="1594"/>
                  <a:pt x="101" y="1597"/>
                  <a:pt x="103" y="1598"/>
                </a:cubicBezTo>
                <a:cubicBezTo>
                  <a:pt x="135" y="1634"/>
                  <a:pt x="140" y="1632"/>
                  <a:pt x="139" y="1637"/>
                </a:cubicBezTo>
                <a:cubicBezTo>
                  <a:pt x="163" y="1650"/>
                  <a:pt x="163" y="1658"/>
                  <a:pt x="167" y="1661"/>
                </a:cubicBezTo>
                <a:cubicBezTo>
                  <a:pt x="193" y="1681"/>
                  <a:pt x="195" y="1682"/>
                  <a:pt x="197" y="1683"/>
                </a:cubicBezTo>
                <a:cubicBezTo>
                  <a:pt x="215" y="1700"/>
                  <a:pt x="218" y="1698"/>
                  <a:pt x="220" y="1699"/>
                </a:cubicBezTo>
                <a:cubicBezTo>
                  <a:pt x="230" y="1711"/>
                  <a:pt x="236" y="1712"/>
                  <a:pt x="239" y="1717"/>
                </a:cubicBezTo>
                <a:cubicBezTo>
                  <a:pt x="267" y="1736"/>
                  <a:pt x="274" y="1737"/>
                  <a:pt x="275" y="1743"/>
                </a:cubicBezTo>
                <a:cubicBezTo>
                  <a:pt x="302" y="1765"/>
                  <a:pt x="308" y="1766"/>
                  <a:pt x="310" y="1771"/>
                </a:cubicBezTo>
                <a:cubicBezTo>
                  <a:pt x="349" y="1821"/>
                  <a:pt x="357" y="1823"/>
                  <a:pt x="356" y="1836"/>
                </a:cubicBezTo>
                <a:cubicBezTo>
                  <a:pt x="331" y="1813"/>
                  <a:pt x="332" y="1805"/>
                  <a:pt x="326" y="1805"/>
                </a:cubicBezTo>
                <a:cubicBezTo>
                  <a:pt x="304" y="1782"/>
                  <a:pt x="298" y="1782"/>
                  <a:pt x="295" y="1779"/>
                </a:cubicBezTo>
                <a:cubicBezTo>
                  <a:pt x="282" y="1769"/>
                  <a:pt x="279" y="1766"/>
                  <a:pt x="277" y="1763"/>
                </a:cubicBezTo>
                <a:cubicBezTo>
                  <a:pt x="241" y="1743"/>
                  <a:pt x="238" y="1740"/>
                  <a:pt x="234" y="1739"/>
                </a:cubicBezTo>
                <a:cubicBezTo>
                  <a:pt x="227" y="1734"/>
                  <a:pt x="224" y="1735"/>
                  <a:pt x="222" y="1734"/>
                </a:cubicBezTo>
                <a:cubicBezTo>
                  <a:pt x="198" y="1718"/>
                  <a:pt x="195" y="1713"/>
                  <a:pt x="190" y="1714"/>
                </a:cubicBezTo>
                <a:cubicBezTo>
                  <a:pt x="156" y="1694"/>
                  <a:pt x="153" y="1694"/>
                  <a:pt x="154" y="1690"/>
                </a:cubicBezTo>
                <a:cubicBezTo>
                  <a:pt x="95" y="1661"/>
                  <a:pt x="89" y="1655"/>
                  <a:pt x="79" y="1654"/>
                </a:cubicBezTo>
                <a:cubicBezTo>
                  <a:pt x="34" y="1618"/>
                  <a:pt x="28" y="1612"/>
                  <a:pt x="21" y="1608"/>
                </a:cubicBezTo>
                <a:cubicBezTo>
                  <a:pt x="0" y="1597"/>
                  <a:pt x="0" y="1597"/>
                  <a:pt x="0" y="1597"/>
                </a:cubicBezTo>
                <a:cubicBezTo>
                  <a:pt x="18" y="1610"/>
                  <a:pt x="17" y="1616"/>
                  <a:pt x="22" y="1614"/>
                </a:cubicBezTo>
                <a:cubicBezTo>
                  <a:pt x="41" y="1634"/>
                  <a:pt x="43" y="1635"/>
                  <a:pt x="43" y="1639"/>
                </a:cubicBezTo>
                <a:cubicBezTo>
                  <a:pt x="69" y="1655"/>
                  <a:pt x="73" y="1658"/>
                  <a:pt x="77" y="1661"/>
                </a:cubicBezTo>
                <a:cubicBezTo>
                  <a:pt x="131" y="1690"/>
                  <a:pt x="139" y="1698"/>
                  <a:pt x="152" y="1699"/>
                </a:cubicBezTo>
                <a:cubicBezTo>
                  <a:pt x="190" y="1724"/>
                  <a:pt x="194" y="1728"/>
                  <a:pt x="200" y="1731"/>
                </a:cubicBezTo>
                <a:cubicBezTo>
                  <a:pt x="224" y="1743"/>
                  <a:pt x="229" y="1747"/>
                  <a:pt x="234" y="1750"/>
                </a:cubicBezTo>
                <a:cubicBezTo>
                  <a:pt x="259" y="1762"/>
                  <a:pt x="260" y="1770"/>
                  <a:pt x="266" y="1772"/>
                </a:cubicBezTo>
                <a:cubicBezTo>
                  <a:pt x="291" y="1792"/>
                  <a:pt x="302" y="1798"/>
                  <a:pt x="312" y="1804"/>
                </a:cubicBezTo>
                <a:cubicBezTo>
                  <a:pt x="330" y="1828"/>
                  <a:pt x="336" y="1826"/>
                  <a:pt x="338" y="1828"/>
                </a:cubicBezTo>
                <a:cubicBezTo>
                  <a:pt x="352" y="1850"/>
                  <a:pt x="358" y="1852"/>
                  <a:pt x="360" y="1859"/>
                </a:cubicBezTo>
                <a:cubicBezTo>
                  <a:pt x="343" y="1847"/>
                  <a:pt x="340" y="1848"/>
                  <a:pt x="340" y="1848"/>
                </a:cubicBezTo>
                <a:cubicBezTo>
                  <a:pt x="301" y="1820"/>
                  <a:pt x="296" y="1817"/>
                  <a:pt x="291" y="1812"/>
                </a:cubicBezTo>
                <a:cubicBezTo>
                  <a:pt x="261" y="1797"/>
                  <a:pt x="258" y="1795"/>
                  <a:pt x="255" y="1792"/>
                </a:cubicBezTo>
                <a:cubicBezTo>
                  <a:pt x="212" y="1770"/>
                  <a:pt x="205" y="1767"/>
                  <a:pt x="200" y="1761"/>
                </a:cubicBezTo>
                <a:cubicBezTo>
                  <a:pt x="134" y="1729"/>
                  <a:pt x="125" y="1733"/>
                  <a:pt x="126" y="1727"/>
                </a:cubicBezTo>
                <a:cubicBezTo>
                  <a:pt x="85" y="1708"/>
                  <a:pt x="80" y="1702"/>
                  <a:pt x="73" y="1698"/>
                </a:cubicBezTo>
                <a:cubicBezTo>
                  <a:pt x="42" y="1677"/>
                  <a:pt x="39" y="1673"/>
                  <a:pt x="34" y="1672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11" y="1654"/>
                  <a:pt x="11" y="1662"/>
                  <a:pt x="18" y="1661"/>
                </a:cubicBezTo>
                <a:cubicBezTo>
                  <a:pt x="41" y="1686"/>
                  <a:pt x="48" y="1685"/>
                  <a:pt x="49" y="1691"/>
                </a:cubicBezTo>
                <a:cubicBezTo>
                  <a:pt x="65" y="1701"/>
                  <a:pt x="69" y="1705"/>
                  <a:pt x="72" y="1709"/>
                </a:cubicBezTo>
                <a:cubicBezTo>
                  <a:pt x="121" y="1739"/>
                  <a:pt x="131" y="1736"/>
                  <a:pt x="133" y="1742"/>
                </a:cubicBezTo>
                <a:cubicBezTo>
                  <a:pt x="161" y="1752"/>
                  <a:pt x="160" y="1758"/>
                  <a:pt x="167" y="1755"/>
                </a:cubicBezTo>
                <a:cubicBezTo>
                  <a:pt x="252" y="1806"/>
                  <a:pt x="263" y="1804"/>
                  <a:pt x="265" y="1814"/>
                </a:cubicBezTo>
                <a:cubicBezTo>
                  <a:pt x="307" y="1836"/>
                  <a:pt x="311" y="1835"/>
                  <a:pt x="313" y="1837"/>
                </a:cubicBezTo>
                <a:cubicBezTo>
                  <a:pt x="351" y="1865"/>
                  <a:pt x="359" y="1870"/>
                  <a:pt x="366" y="1879"/>
                </a:cubicBezTo>
                <a:cubicBezTo>
                  <a:pt x="354" y="1877"/>
                  <a:pt x="351" y="1874"/>
                  <a:pt x="348" y="1871"/>
                </a:cubicBezTo>
                <a:cubicBezTo>
                  <a:pt x="323" y="1853"/>
                  <a:pt x="319" y="1850"/>
                  <a:pt x="316" y="1847"/>
                </a:cubicBezTo>
                <a:cubicBezTo>
                  <a:pt x="264" y="1815"/>
                  <a:pt x="254" y="1813"/>
                  <a:pt x="249" y="1806"/>
                </a:cubicBezTo>
                <a:cubicBezTo>
                  <a:pt x="193" y="1785"/>
                  <a:pt x="191" y="1782"/>
                  <a:pt x="186" y="1782"/>
                </a:cubicBezTo>
                <a:cubicBezTo>
                  <a:pt x="162" y="1768"/>
                  <a:pt x="155" y="1771"/>
                  <a:pt x="155" y="1767"/>
                </a:cubicBezTo>
                <a:cubicBezTo>
                  <a:pt x="94" y="1748"/>
                  <a:pt x="90" y="1744"/>
                  <a:pt x="85" y="1741"/>
                </a:cubicBezTo>
                <a:cubicBezTo>
                  <a:pt x="19" y="1708"/>
                  <a:pt x="17" y="1706"/>
                  <a:pt x="13" y="1707"/>
                </a:cubicBezTo>
                <a:cubicBezTo>
                  <a:pt x="0" y="1704"/>
                  <a:pt x="0" y="1704"/>
                  <a:pt x="0" y="1704"/>
                </a:cubicBezTo>
                <a:cubicBezTo>
                  <a:pt x="20" y="1720"/>
                  <a:pt x="26" y="1717"/>
                  <a:pt x="25" y="1723"/>
                </a:cubicBezTo>
                <a:cubicBezTo>
                  <a:pt x="51" y="1734"/>
                  <a:pt x="56" y="1741"/>
                  <a:pt x="66" y="1742"/>
                </a:cubicBezTo>
                <a:cubicBezTo>
                  <a:pt x="119" y="1769"/>
                  <a:pt x="131" y="1768"/>
                  <a:pt x="138" y="1775"/>
                </a:cubicBezTo>
                <a:cubicBezTo>
                  <a:pt x="210" y="1795"/>
                  <a:pt x="221" y="1808"/>
                  <a:pt x="241" y="1811"/>
                </a:cubicBezTo>
                <a:cubicBezTo>
                  <a:pt x="271" y="1833"/>
                  <a:pt x="277" y="1831"/>
                  <a:pt x="275" y="1837"/>
                </a:cubicBezTo>
                <a:cubicBezTo>
                  <a:pt x="318" y="1854"/>
                  <a:pt x="315" y="1864"/>
                  <a:pt x="321" y="1864"/>
                </a:cubicBezTo>
                <a:cubicBezTo>
                  <a:pt x="354" y="1897"/>
                  <a:pt x="363" y="1894"/>
                  <a:pt x="363" y="1901"/>
                </a:cubicBezTo>
                <a:cubicBezTo>
                  <a:pt x="385" y="1922"/>
                  <a:pt x="387" y="1924"/>
                  <a:pt x="387" y="1927"/>
                </a:cubicBezTo>
                <a:cubicBezTo>
                  <a:pt x="376" y="1919"/>
                  <a:pt x="373" y="1920"/>
                  <a:pt x="373" y="1918"/>
                </a:cubicBezTo>
                <a:cubicBezTo>
                  <a:pt x="349" y="1899"/>
                  <a:pt x="336" y="1892"/>
                  <a:pt x="327" y="1881"/>
                </a:cubicBezTo>
                <a:cubicBezTo>
                  <a:pt x="296" y="1872"/>
                  <a:pt x="295" y="1861"/>
                  <a:pt x="284" y="1863"/>
                </a:cubicBezTo>
                <a:cubicBezTo>
                  <a:pt x="256" y="1850"/>
                  <a:pt x="249" y="1846"/>
                  <a:pt x="243" y="1841"/>
                </a:cubicBezTo>
                <a:cubicBezTo>
                  <a:pt x="183" y="1819"/>
                  <a:pt x="172" y="1810"/>
                  <a:pt x="153" y="1808"/>
                </a:cubicBezTo>
                <a:cubicBezTo>
                  <a:pt x="118" y="1791"/>
                  <a:pt x="112" y="1783"/>
                  <a:pt x="101" y="1781"/>
                </a:cubicBezTo>
                <a:cubicBezTo>
                  <a:pt x="59" y="1758"/>
                  <a:pt x="55" y="1755"/>
                  <a:pt x="49" y="1755"/>
                </a:cubicBezTo>
                <a:cubicBezTo>
                  <a:pt x="18" y="1735"/>
                  <a:pt x="16" y="1733"/>
                  <a:pt x="14" y="1731"/>
                </a:cubicBezTo>
                <a:cubicBezTo>
                  <a:pt x="1" y="1723"/>
                  <a:pt x="0" y="1723"/>
                  <a:pt x="0" y="1722"/>
                </a:cubicBezTo>
                <a:cubicBezTo>
                  <a:pt x="20" y="1746"/>
                  <a:pt x="39" y="1755"/>
                  <a:pt x="56" y="1767"/>
                </a:cubicBezTo>
                <a:cubicBezTo>
                  <a:pt x="94" y="1787"/>
                  <a:pt x="104" y="1790"/>
                  <a:pt x="113" y="1796"/>
                </a:cubicBezTo>
                <a:cubicBezTo>
                  <a:pt x="181" y="1829"/>
                  <a:pt x="191" y="1832"/>
                  <a:pt x="201" y="1836"/>
                </a:cubicBezTo>
                <a:cubicBezTo>
                  <a:pt x="242" y="1852"/>
                  <a:pt x="249" y="1859"/>
                  <a:pt x="260" y="1862"/>
                </a:cubicBezTo>
                <a:cubicBezTo>
                  <a:pt x="306" y="1885"/>
                  <a:pt x="310" y="1888"/>
                  <a:pt x="316" y="1889"/>
                </a:cubicBezTo>
                <a:cubicBezTo>
                  <a:pt x="357" y="1916"/>
                  <a:pt x="358" y="1919"/>
                  <a:pt x="360" y="1921"/>
                </a:cubicBezTo>
                <a:cubicBezTo>
                  <a:pt x="377" y="1940"/>
                  <a:pt x="380" y="1940"/>
                  <a:pt x="381" y="1943"/>
                </a:cubicBezTo>
                <a:cubicBezTo>
                  <a:pt x="372" y="1941"/>
                  <a:pt x="372" y="1936"/>
                  <a:pt x="368" y="1935"/>
                </a:cubicBezTo>
                <a:cubicBezTo>
                  <a:pt x="327" y="1914"/>
                  <a:pt x="329" y="1906"/>
                  <a:pt x="322" y="1908"/>
                </a:cubicBezTo>
                <a:cubicBezTo>
                  <a:pt x="289" y="1888"/>
                  <a:pt x="279" y="1888"/>
                  <a:pt x="274" y="1883"/>
                </a:cubicBezTo>
                <a:cubicBezTo>
                  <a:pt x="223" y="1860"/>
                  <a:pt x="205" y="1861"/>
                  <a:pt x="198" y="1851"/>
                </a:cubicBezTo>
                <a:cubicBezTo>
                  <a:pt x="141" y="1840"/>
                  <a:pt x="132" y="1832"/>
                  <a:pt x="120" y="1828"/>
                </a:cubicBezTo>
                <a:cubicBezTo>
                  <a:pt x="62" y="1807"/>
                  <a:pt x="59" y="1807"/>
                  <a:pt x="55" y="1807"/>
                </a:cubicBezTo>
                <a:cubicBezTo>
                  <a:pt x="7" y="1785"/>
                  <a:pt x="5" y="1780"/>
                  <a:pt x="0" y="1778"/>
                </a:cubicBezTo>
                <a:cubicBezTo>
                  <a:pt x="11" y="1790"/>
                  <a:pt x="14" y="1795"/>
                  <a:pt x="21" y="1796"/>
                </a:cubicBezTo>
                <a:cubicBezTo>
                  <a:pt x="69" y="1822"/>
                  <a:pt x="73" y="1822"/>
                  <a:pt x="73" y="1825"/>
                </a:cubicBezTo>
                <a:cubicBezTo>
                  <a:pt x="107" y="1837"/>
                  <a:pt x="117" y="1835"/>
                  <a:pt x="121" y="1841"/>
                </a:cubicBezTo>
                <a:cubicBezTo>
                  <a:pt x="173" y="1856"/>
                  <a:pt x="180" y="1858"/>
                  <a:pt x="185" y="1863"/>
                </a:cubicBezTo>
                <a:cubicBezTo>
                  <a:pt x="244" y="1877"/>
                  <a:pt x="247" y="1885"/>
                  <a:pt x="257" y="1886"/>
                </a:cubicBezTo>
                <a:cubicBezTo>
                  <a:pt x="328" y="1923"/>
                  <a:pt x="333" y="1922"/>
                  <a:pt x="334" y="1927"/>
                </a:cubicBezTo>
                <a:cubicBezTo>
                  <a:pt x="357" y="1939"/>
                  <a:pt x="358" y="1941"/>
                  <a:pt x="359" y="1943"/>
                </a:cubicBezTo>
                <a:cubicBezTo>
                  <a:pt x="389" y="1965"/>
                  <a:pt x="397" y="1968"/>
                  <a:pt x="399" y="1977"/>
                </a:cubicBezTo>
                <a:cubicBezTo>
                  <a:pt x="374" y="1960"/>
                  <a:pt x="371" y="1957"/>
                  <a:pt x="367" y="1955"/>
                </a:cubicBezTo>
                <a:cubicBezTo>
                  <a:pt x="354" y="1942"/>
                  <a:pt x="348" y="1943"/>
                  <a:pt x="346" y="1939"/>
                </a:cubicBezTo>
                <a:cubicBezTo>
                  <a:pt x="304" y="1918"/>
                  <a:pt x="302" y="1914"/>
                  <a:pt x="296" y="1914"/>
                </a:cubicBezTo>
                <a:cubicBezTo>
                  <a:pt x="255" y="1891"/>
                  <a:pt x="250" y="1892"/>
                  <a:pt x="246" y="1889"/>
                </a:cubicBezTo>
                <a:cubicBezTo>
                  <a:pt x="214" y="1878"/>
                  <a:pt x="207" y="1878"/>
                  <a:pt x="204" y="1875"/>
                </a:cubicBezTo>
                <a:cubicBezTo>
                  <a:pt x="145" y="1856"/>
                  <a:pt x="139" y="1862"/>
                  <a:pt x="137" y="1855"/>
                </a:cubicBezTo>
                <a:cubicBezTo>
                  <a:pt x="80" y="1844"/>
                  <a:pt x="74" y="1838"/>
                  <a:pt x="63" y="1837"/>
                </a:cubicBezTo>
                <a:cubicBezTo>
                  <a:pt x="29" y="1820"/>
                  <a:pt x="21" y="1817"/>
                  <a:pt x="14" y="1812"/>
                </a:cubicBezTo>
                <a:cubicBezTo>
                  <a:pt x="3" y="1812"/>
                  <a:pt x="5" y="1813"/>
                  <a:pt x="7" y="1814"/>
                </a:cubicBezTo>
                <a:cubicBezTo>
                  <a:pt x="48" y="1839"/>
                  <a:pt x="54" y="1842"/>
                  <a:pt x="62" y="1843"/>
                </a:cubicBezTo>
                <a:cubicBezTo>
                  <a:pt x="83" y="1858"/>
                  <a:pt x="95" y="1854"/>
                  <a:pt x="100" y="1858"/>
                </a:cubicBezTo>
                <a:cubicBezTo>
                  <a:pt x="168" y="1879"/>
                  <a:pt x="177" y="1875"/>
                  <a:pt x="180" y="1879"/>
                </a:cubicBezTo>
                <a:cubicBezTo>
                  <a:pt x="238" y="1897"/>
                  <a:pt x="250" y="1901"/>
                  <a:pt x="261" y="1906"/>
                </a:cubicBezTo>
                <a:cubicBezTo>
                  <a:pt x="333" y="1945"/>
                  <a:pt x="345" y="1948"/>
                  <a:pt x="354" y="1956"/>
                </a:cubicBezTo>
                <a:cubicBezTo>
                  <a:pt x="371" y="1971"/>
                  <a:pt x="377" y="1972"/>
                  <a:pt x="381" y="1976"/>
                </a:cubicBezTo>
                <a:cubicBezTo>
                  <a:pt x="410" y="2003"/>
                  <a:pt x="416" y="2005"/>
                  <a:pt x="421" y="2008"/>
                </a:cubicBezTo>
                <a:cubicBezTo>
                  <a:pt x="419" y="2023"/>
                  <a:pt x="415" y="2019"/>
                  <a:pt x="412" y="2013"/>
                </a:cubicBezTo>
                <a:cubicBezTo>
                  <a:pt x="396" y="2002"/>
                  <a:pt x="394" y="2001"/>
                  <a:pt x="394" y="1997"/>
                </a:cubicBezTo>
                <a:cubicBezTo>
                  <a:pt x="369" y="1981"/>
                  <a:pt x="367" y="1980"/>
                  <a:pt x="366" y="1977"/>
                </a:cubicBezTo>
                <a:cubicBezTo>
                  <a:pt x="342" y="1959"/>
                  <a:pt x="331" y="1963"/>
                  <a:pt x="330" y="1956"/>
                </a:cubicBezTo>
                <a:cubicBezTo>
                  <a:pt x="293" y="1936"/>
                  <a:pt x="287" y="1934"/>
                  <a:pt x="282" y="1930"/>
                </a:cubicBezTo>
                <a:cubicBezTo>
                  <a:pt x="221" y="1911"/>
                  <a:pt x="220" y="1904"/>
                  <a:pt x="208" y="1907"/>
                </a:cubicBezTo>
                <a:cubicBezTo>
                  <a:pt x="75" y="1890"/>
                  <a:pt x="83" y="1888"/>
                  <a:pt x="87" y="1890"/>
                </a:cubicBezTo>
                <a:cubicBezTo>
                  <a:pt x="138" y="1913"/>
                  <a:pt x="148" y="1916"/>
                  <a:pt x="157" y="1922"/>
                </a:cubicBezTo>
                <a:cubicBezTo>
                  <a:pt x="263" y="1960"/>
                  <a:pt x="273" y="1964"/>
                  <a:pt x="285" y="1967"/>
                </a:cubicBezTo>
                <a:cubicBezTo>
                  <a:pt x="325" y="1987"/>
                  <a:pt x="336" y="1992"/>
                  <a:pt x="346" y="1998"/>
                </a:cubicBezTo>
                <a:cubicBezTo>
                  <a:pt x="383" y="2021"/>
                  <a:pt x="386" y="2023"/>
                  <a:pt x="387" y="2026"/>
                </a:cubicBezTo>
                <a:cubicBezTo>
                  <a:pt x="406" y="2038"/>
                  <a:pt x="410" y="2041"/>
                  <a:pt x="415" y="2044"/>
                </a:cubicBezTo>
                <a:cubicBezTo>
                  <a:pt x="427" y="2059"/>
                  <a:pt x="430" y="2059"/>
                  <a:pt x="431" y="2062"/>
                </a:cubicBezTo>
                <a:cubicBezTo>
                  <a:pt x="435" y="2076"/>
                  <a:pt x="425" y="2066"/>
                  <a:pt x="415" y="2057"/>
                </a:cubicBezTo>
                <a:cubicBezTo>
                  <a:pt x="366" y="2016"/>
                  <a:pt x="358" y="2016"/>
                  <a:pt x="355" y="2011"/>
                </a:cubicBezTo>
                <a:cubicBezTo>
                  <a:pt x="315" y="1992"/>
                  <a:pt x="305" y="1986"/>
                  <a:pt x="292" y="1984"/>
                </a:cubicBezTo>
                <a:cubicBezTo>
                  <a:pt x="225" y="1957"/>
                  <a:pt x="220" y="1954"/>
                  <a:pt x="214" y="1953"/>
                </a:cubicBezTo>
                <a:cubicBezTo>
                  <a:pt x="186" y="1938"/>
                  <a:pt x="170" y="1937"/>
                  <a:pt x="160" y="1930"/>
                </a:cubicBezTo>
                <a:cubicBezTo>
                  <a:pt x="116" y="1915"/>
                  <a:pt x="111" y="1911"/>
                  <a:pt x="104" y="1910"/>
                </a:cubicBezTo>
                <a:cubicBezTo>
                  <a:pt x="63" y="1893"/>
                  <a:pt x="62" y="1885"/>
                  <a:pt x="54" y="1885"/>
                </a:cubicBezTo>
                <a:cubicBezTo>
                  <a:pt x="34" y="1870"/>
                  <a:pt x="30" y="1866"/>
                  <a:pt x="26" y="1861"/>
                </a:cubicBezTo>
                <a:cubicBezTo>
                  <a:pt x="0" y="1847"/>
                  <a:pt x="1" y="1847"/>
                  <a:pt x="1" y="1848"/>
                </a:cubicBezTo>
                <a:cubicBezTo>
                  <a:pt x="22" y="1863"/>
                  <a:pt x="21" y="1872"/>
                  <a:pt x="29" y="1872"/>
                </a:cubicBezTo>
                <a:cubicBezTo>
                  <a:pt x="60" y="1894"/>
                  <a:pt x="65" y="1903"/>
                  <a:pt x="75" y="1906"/>
                </a:cubicBezTo>
                <a:cubicBezTo>
                  <a:pt x="112" y="1923"/>
                  <a:pt x="122" y="1926"/>
                  <a:pt x="131" y="1930"/>
                </a:cubicBezTo>
                <a:cubicBezTo>
                  <a:pt x="168" y="1943"/>
                  <a:pt x="174" y="1948"/>
                  <a:pt x="183" y="1948"/>
                </a:cubicBezTo>
                <a:cubicBezTo>
                  <a:pt x="235" y="1971"/>
                  <a:pt x="241" y="1975"/>
                  <a:pt x="252" y="1974"/>
                </a:cubicBezTo>
                <a:cubicBezTo>
                  <a:pt x="295" y="1992"/>
                  <a:pt x="297" y="1997"/>
                  <a:pt x="304" y="1995"/>
                </a:cubicBezTo>
                <a:cubicBezTo>
                  <a:pt x="355" y="2024"/>
                  <a:pt x="357" y="2025"/>
                  <a:pt x="359" y="2026"/>
                </a:cubicBezTo>
                <a:cubicBezTo>
                  <a:pt x="381" y="2040"/>
                  <a:pt x="384" y="2043"/>
                  <a:pt x="388" y="2045"/>
                </a:cubicBezTo>
                <a:cubicBezTo>
                  <a:pt x="384" y="2048"/>
                  <a:pt x="369" y="2044"/>
                  <a:pt x="359" y="2034"/>
                </a:cubicBezTo>
                <a:cubicBezTo>
                  <a:pt x="320" y="2025"/>
                  <a:pt x="323" y="2016"/>
                  <a:pt x="317" y="2018"/>
                </a:cubicBezTo>
                <a:cubicBezTo>
                  <a:pt x="276" y="2006"/>
                  <a:pt x="276" y="2002"/>
                  <a:pt x="274" y="2001"/>
                </a:cubicBezTo>
                <a:cubicBezTo>
                  <a:pt x="241" y="1995"/>
                  <a:pt x="240" y="1992"/>
                  <a:pt x="236" y="1993"/>
                </a:cubicBezTo>
                <a:cubicBezTo>
                  <a:pt x="210" y="1981"/>
                  <a:pt x="201" y="1985"/>
                  <a:pt x="200" y="1978"/>
                </a:cubicBezTo>
                <a:cubicBezTo>
                  <a:pt x="133" y="1960"/>
                  <a:pt x="123" y="1961"/>
                  <a:pt x="118" y="1957"/>
                </a:cubicBezTo>
                <a:cubicBezTo>
                  <a:pt x="100" y="1945"/>
                  <a:pt x="90" y="1952"/>
                  <a:pt x="93" y="1944"/>
                </a:cubicBezTo>
                <a:cubicBezTo>
                  <a:pt x="49" y="1931"/>
                  <a:pt x="58" y="1932"/>
                  <a:pt x="64" y="1937"/>
                </a:cubicBezTo>
                <a:cubicBezTo>
                  <a:pt x="80" y="1947"/>
                  <a:pt x="81" y="1949"/>
                  <a:pt x="82" y="1951"/>
                </a:cubicBezTo>
                <a:cubicBezTo>
                  <a:pt x="127" y="1968"/>
                  <a:pt x="132" y="1972"/>
                  <a:pt x="139" y="1973"/>
                </a:cubicBezTo>
                <a:cubicBezTo>
                  <a:pt x="182" y="1987"/>
                  <a:pt x="190" y="1982"/>
                  <a:pt x="190" y="1987"/>
                </a:cubicBezTo>
                <a:cubicBezTo>
                  <a:pt x="248" y="2008"/>
                  <a:pt x="257" y="2006"/>
                  <a:pt x="263" y="2008"/>
                </a:cubicBezTo>
                <a:cubicBezTo>
                  <a:pt x="311" y="2025"/>
                  <a:pt x="318" y="2027"/>
                  <a:pt x="322" y="2033"/>
                </a:cubicBezTo>
                <a:cubicBezTo>
                  <a:pt x="370" y="2056"/>
                  <a:pt x="375" y="2055"/>
                  <a:pt x="378" y="2057"/>
                </a:cubicBezTo>
                <a:cubicBezTo>
                  <a:pt x="437" y="2104"/>
                  <a:pt x="444" y="2102"/>
                  <a:pt x="443" y="2109"/>
                </a:cubicBezTo>
                <a:cubicBezTo>
                  <a:pt x="462" y="2130"/>
                  <a:pt x="464" y="2132"/>
                  <a:pt x="465" y="2134"/>
                </a:cubicBezTo>
                <a:cubicBezTo>
                  <a:pt x="457" y="2127"/>
                  <a:pt x="451" y="2128"/>
                  <a:pt x="451" y="2122"/>
                </a:cubicBezTo>
                <a:cubicBezTo>
                  <a:pt x="423" y="2104"/>
                  <a:pt x="417" y="2098"/>
                  <a:pt x="411" y="2092"/>
                </a:cubicBezTo>
                <a:cubicBezTo>
                  <a:pt x="362" y="2061"/>
                  <a:pt x="351" y="2061"/>
                  <a:pt x="345" y="2055"/>
                </a:cubicBezTo>
                <a:cubicBezTo>
                  <a:pt x="286" y="2031"/>
                  <a:pt x="275" y="2027"/>
                  <a:pt x="264" y="2021"/>
                </a:cubicBezTo>
                <a:cubicBezTo>
                  <a:pt x="230" y="2007"/>
                  <a:pt x="228" y="2010"/>
                  <a:pt x="226" y="2007"/>
                </a:cubicBezTo>
                <a:cubicBezTo>
                  <a:pt x="192" y="1997"/>
                  <a:pt x="187" y="1995"/>
                  <a:pt x="181" y="1992"/>
                </a:cubicBezTo>
                <a:cubicBezTo>
                  <a:pt x="108" y="1970"/>
                  <a:pt x="98" y="1960"/>
                  <a:pt x="83" y="1958"/>
                </a:cubicBezTo>
                <a:cubicBezTo>
                  <a:pt x="25" y="1928"/>
                  <a:pt x="23" y="1926"/>
                  <a:pt x="19" y="1925"/>
                </a:cubicBezTo>
                <a:cubicBezTo>
                  <a:pt x="40" y="1946"/>
                  <a:pt x="48" y="1943"/>
                  <a:pt x="49" y="1949"/>
                </a:cubicBezTo>
                <a:cubicBezTo>
                  <a:pt x="103" y="1971"/>
                  <a:pt x="111" y="1978"/>
                  <a:pt x="122" y="1981"/>
                </a:cubicBezTo>
                <a:cubicBezTo>
                  <a:pt x="192" y="2004"/>
                  <a:pt x="200" y="2010"/>
                  <a:pt x="211" y="2012"/>
                </a:cubicBezTo>
                <a:cubicBezTo>
                  <a:pt x="263" y="2031"/>
                  <a:pt x="270" y="2031"/>
                  <a:pt x="272" y="2036"/>
                </a:cubicBezTo>
                <a:cubicBezTo>
                  <a:pt x="314" y="2054"/>
                  <a:pt x="326" y="2056"/>
                  <a:pt x="335" y="2062"/>
                </a:cubicBezTo>
                <a:cubicBezTo>
                  <a:pt x="402" y="2103"/>
                  <a:pt x="410" y="2103"/>
                  <a:pt x="413" y="2109"/>
                </a:cubicBezTo>
                <a:cubicBezTo>
                  <a:pt x="439" y="2128"/>
                  <a:pt x="442" y="2130"/>
                  <a:pt x="445" y="2131"/>
                </a:cubicBezTo>
                <a:cubicBezTo>
                  <a:pt x="473" y="2160"/>
                  <a:pt x="473" y="2160"/>
                  <a:pt x="473" y="2160"/>
                </a:cubicBezTo>
                <a:cubicBezTo>
                  <a:pt x="521" y="2147"/>
                  <a:pt x="516" y="2139"/>
                  <a:pt x="524" y="2139"/>
                </a:cubicBezTo>
                <a:close/>
                <a:moveTo>
                  <a:pt x="452" y="1733"/>
                </a:moveTo>
                <a:cubicBezTo>
                  <a:pt x="454" y="1730"/>
                  <a:pt x="456" y="1727"/>
                  <a:pt x="458" y="1724"/>
                </a:cubicBezTo>
                <a:cubicBezTo>
                  <a:pt x="465" y="1726"/>
                  <a:pt x="453" y="1729"/>
                  <a:pt x="456" y="1735"/>
                </a:cubicBezTo>
                <a:cubicBezTo>
                  <a:pt x="453" y="1737"/>
                  <a:pt x="452" y="1741"/>
                  <a:pt x="450" y="1744"/>
                </a:cubicBezTo>
                <a:cubicBezTo>
                  <a:pt x="443" y="1741"/>
                  <a:pt x="454" y="1738"/>
                  <a:pt x="452" y="1733"/>
                </a:cubicBezTo>
                <a:close/>
                <a:moveTo>
                  <a:pt x="440" y="1760"/>
                </a:moveTo>
                <a:cubicBezTo>
                  <a:pt x="442" y="1755"/>
                  <a:pt x="444" y="1751"/>
                  <a:pt x="446" y="1746"/>
                </a:cubicBezTo>
                <a:cubicBezTo>
                  <a:pt x="452" y="1748"/>
                  <a:pt x="442" y="1753"/>
                  <a:pt x="445" y="1759"/>
                </a:cubicBezTo>
                <a:cubicBezTo>
                  <a:pt x="441" y="1763"/>
                  <a:pt x="438" y="1767"/>
                  <a:pt x="437" y="1773"/>
                </a:cubicBezTo>
                <a:cubicBezTo>
                  <a:pt x="432" y="1771"/>
                  <a:pt x="438" y="1762"/>
                  <a:pt x="440" y="1760"/>
                </a:cubicBezTo>
                <a:close/>
                <a:moveTo>
                  <a:pt x="424" y="1798"/>
                </a:moveTo>
                <a:cubicBezTo>
                  <a:pt x="427" y="1792"/>
                  <a:pt x="424" y="1802"/>
                  <a:pt x="424" y="1805"/>
                </a:cubicBezTo>
                <a:cubicBezTo>
                  <a:pt x="420" y="1803"/>
                  <a:pt x="423" y="1801"/>
                  <a:pt x="424" y="1798"/>
                </a:cubicBezTo>
                <a:close/>
                <a:moveTo>
                  <a:pt x="399" y="1754"/>
                </a:moveTo>
                <a:cubicBezTo>
                  <a:pt x="404" y="1754"/>
                  <a:pt x="400" y="1761"/>
                  <a:pt x="399" y="1763"/>
                </a:cubicBezTo>
                <a:cubicBezTo>
                  <a:pt x="393" y="1762"/>
                  <a:pt x="401" y="1758"/>
                  <a:pt x="399" y="1754"/>
                </a:cubicBezTo>
                <a:close/>
                <a:moveTo>
                  <a:pt x="390" y="1787"/>
                </a:moveTo>
                <a:cubicBezTo>
                  <a:pt x="394" y="1782"/>
                  <a:pt x="390" y="1791"/>
                  <a:pt x="390" y="1794"/>
                </a:cubicBezTo>
                <a:cubicBezTo>
                  <a:pt x="386" y="1793"/>
                  <a:pt x="390" y="1790"/>
                  <a:pt x="390" y="1787"/>
                </a:cubicBezTo>
                <a:close/>
                <a:moveTo>
                  <a:pt x="217" y="1469"/>
                </a:moveTo>
                <a:cubicBezTo>
                  <a:pt x="217" y="1468"/>
                  <a:pt x="217" y="1467"/>
                  <a:pt x="216" y="1465"/>
                </a:cubicBezTo>
                <a:cubicBezTo>
                  <a:pt x="221" y="1464"/>
                  <a:pt x="221" y="1468"/>
                  <a:pt x="221" y="1471"/>
                </a:cubicBezTo>
                <a:cubicBezTo>
                  <a:pt x="220" y="1471"/>
                  <a:pt x="219" y="1469"/>
                  <a:pt x="217" y="1469"/>
                </a:cubicBezTo>
                <a:close/>
                <a:moveTo>
                  <a:pt x="234" y="1492"/>
                </a:moveTo>
                <a:cubicBezTo>
                  <a:pt x="235" y="1486"/>
                  <a:pt x="239" y="1497"/>
                  <a:pt x="243" y="1496"/>
                </a:cubicBezTo>
                <a:cubicBezTo>
                  <a:pt x="243" y="1499"/>
                  <a:pt x="243" y="1502"/>
                  <a:pt x="245" y="1502"/>
                </a:cubicBezTo>
                <a:cubicBezTo>
                  <a:pt x="241" y="1509"/>
                  <a:pt x="239" y="1493"/>
                  <a:pt x="234" y="1492"/>
                </a:cubicBezTo>
                <a:close/>
                <a:moveTo>
                  <a:pt x="288" y="1609"/>
                </a:moveTo>
                <a:cubicBezTo>
                  <a:pt x="292" y="1610"/>
                  <a:pt x="294" y="1614"/>
                  <a:pt x="295" y="1619"/>
                </a:cubicBezTo>
                <a:cubicBezTo>
                  <a:pt x="291" y="1618"/>
                  <a:pt x="289" y="1614"/>
                  <a:pt x="288" y="1609"/>
                </a:cubicBezTo>
                <a:close/>
                <a:moveTo>
                  <a:pt x="307" y="1605"/>
                </a:moveTo>
                <a:cubicBezTo>
                  <a:pt x="302" y="1602"/>
                  <a:pt x="305" y="1590"/>
                  <a:pt x="301" y="1586"/>
                </a:cubicBezTo>
                <a:cubicBezTo>
                  <a:pt x="305" y="1588"/>
                  <a:pt x="307" y="1588"/>
                  <a:pt x="310" y="1585"/>
                </a:cubicBezTo>
                <a:cubicBezTo>
                  <a:pt x="308" y="1574"/>
                  <a:pt x="312" y="1569"/>
                  <a:pt x="313" y="1561"/>
                </a:cubicBezTo>
                <a:cubicBezTo>
                  <a:pt x="313" y="1553"/>
                  <a:pt x="319" y="1567"/>
                  <a:pt x="313" y="1565"/>
                </a:cubicBezTo>
                <a:cubicBezTo>
                  <a:pt x="315" y="1582"/>
                  <a:pt x="308" y="1591"/>
                  <a:pt x="307" y="1605"/>
                </a:cubicBezTo>
                <a:close/>
                <a:moveTo>
                  <a:pt x="359" y="1783"/>
                </a:moveTo>
                <a:cubicBezTo>
                  <a:pt x="351" y="1782"/>
                  <a:pt x="356" y="1772"/>
                  <a:pt x="358" y="1768"/>
                </a:cubicBezTo>
                <a:cubicBezTo>
                  <a:pt x="365" y="1770"/>
                  <a:pt x="356" y="1776"/>
                  <a:pt x="359" y="1783"/>
                </a:cubicBezTo>
                <a:close/>
                <a:moveTo>
                  <a:pt x="388" y="2010"/>
                </a:moveTo>
                <a:cubicBezTo>
                  <a:pt x="384" y="2012"/>
                  <a:pt x="382" y="2009"/>
                  <a:pt x="379" y="2009"/>
                </a:cubicBezTo>
                <a:cubicBezTo>
                  <a:pt x="376" y="2005"/>
                  <a:pt x="372" y="2001"/>
                  <a:pt x="368" y="1999"/>
                </a:cubicBezTo>
                <a:cubicBezTo>
                  <a:pt x="362" y="1998"/>
                  <a:pt x="359" y="1993"/>
                  <a:pt x="354" y="1991"/>
                </a:cubicBezTo>
                <a:cubicBezTo>
                  <a:pt x="350" y="1988"/>
                  <a:pt x="344" y="1987"/>
                  <a:pt x="340" y="1983"/>
                </a:cubicBezTo>
                <a:cubicBezTo>
                  <a:pt x="330" y="1979"/>
                  <a:pt x="323" y="1971"/>
                  <a:pt x="311" y="1970"/>
                </a:cubicBezTo>
                <a:cubicBezTo>
                  <a:pt x="304" y="1963"/>
                  <a:pt x="290" y="1963"/>
                  <a:pt x="284" y="1954"/>
                </a:cubicBezTo>
                <a:cubicBezTo>
                  <a:pt x="260" y="1951"/>
                  <a:pt x="240" y="1944"/>
                  <a:pt x="223" y="1932"/>
                </a:cubicBezTo>
                <a:cubicBezTo>
                  <a:pt x="211" y="1932"/>
                  <a:pt x="203" y="1927"/>
                  <a:pt x="192" y="1926"/>
                </a:cubicBezTo>
                <a:cubicBezTo>
                  <a:pt x="186" y="1920"/>
                  <a:pt x="173" y="1921"/>
                  <a:pt x="167" y="1915"/>
                </a:cubicBezTo>
                <a:cubicBezTo>
                  <a:pt x="156" y="1913"/>
                  <a:pt x="149" y="1908"/>
                  <a:pt x="138" y="1906"/>
                </a:cubicBezTo>
                <a:cubicBezTo>
                  <a:pt x="129" y="1903"/>
                  <a:pt x="123" y="1897"/>
                  <a:pt x="111" y="1897"/>
                </a:cubicBezTo>
                <a:cubicBezTo>
                  <a:pt x="119" y="1888"/>
                  <a:pt x="125" y="1901"/>
                  <a:pt x="135" y="1897"/>
                </a:cubicBezTo>
                <a:cubicBezTo>
                  <a:pt x="143" y="1899"/>
                  <a:pt x="151" y="1901"/>
                  <a:pt x="162" y="1900"/>
                </a:cubicBezTo>
                <a:cubicBezTo>
                  <a:pt x="165" y="1904"/>
                  <a:pt x="173" y="1902"/>
                  <a:pt x="177" y="1905"/>
                </a:cubicBezTo>
                <a:cubicBezTo>
                  <a:pt x="183" y="1906"/>
                  <a:pt x="188" y="1907"/>
                  <a:pt x="191" y="1911"/>
                </a:cubicBezTo>
                <a:cubicBezTo>
                  <a:pt x="203" y="1911"/>
                  <a:pt x="209" y="1918"/>
                  <a:pt x="222" y="1917"/>
                </a:cubicBezTo>
                <a:cubicBezTo>
                  <a:pt x="230" y="1923"/>
                  <a:pt x="243" y="1923"/>
                  <a:pt x="251" y="1928"/>
                </a:cubicBezTo>
                <a:cubicBezTo>
                  <a:pt x="260" y="1933"/>
                  <a:pt x="268" y="1937"/>
                  <a:pt x="278" y="1939"/>
                </a:cubicBezTo>
                <a:cubicBezTo>
                  <a:pt x="282" y="1943"/>
                  <a:pt x="288" y="1944"/>
                  <a:pt x="292" y="1947"/>
                </a:cubicBezTo>
                <a:cubicBezTo>
                  <a:pt x="294" y="1949"/>
                  <a:pt x="297" y="1949"/>
                  <a:pt x="301" y="1949"/>
                </a:cubicBezTo>
                <a:cubicBezTo>
                  <a:pt x="300" y="1953"/>
                  <a:pt x="303" y="1953"/>
                  <a:pt x="305" y="1953"/>
                </a:cubicBezTo>
                <a:cubicBezTo>
                  <a:pt x="313" y="1958"/>
                  <a:pt x="323" y="1961"/>
                  <a:pt x="328" y="1969"/>
                </a:cubicBezTo>
                <a:cubicBezTo>
                  <a:pt x="335" y="1968"/>
                  <a:pt x="337" y="1973"/>
                  <a:pt x="340" y="1977"/>
                </a:cubicBezTo>
                <a:cubicBezTo>
                  <a:pt x="344" y="1976"/>
                  <a:pt x="345" y="1979"/>
                  <a:pt x="349" y="1978"/>
                </a:cubicBezTo>
                <a:cubicBezTo>
                  <a:pt x="348" y="1982"/>
                  <a:pt x="351" y="1982"/>
                  <a:pt x="353" y="1982"/>
                </a:cubicBezTo>
                <a:cubicBezTo>
                  <a:pt x="354" y="1988"/>
                  <a:pt x="363" y="1986"/>
                  <a:pt x="365" y="1990"/>
                </a:cubicBezTo>
                <a:cubicBezTo>
                  <a:pt x="371" y="1991"/>
                  <a:pt x="372" y="1996"/>
                  <a:pt x="378" y="1996"/>
                </a:cubicBezTo>
                <a:cubicBezTo>
                  <a:pt x="382" y="2003"/>
                  <a:pt x="388" y="2008"/>
                  <a:pt x="395" y="2012"/>
                </a:cubicBezTo>
                <a:cubicBezTo>
                  <a:pt x="395" y="2018"/>
                  <a:pt x="388" y="2013"/>
                  <a:pt x="388" y="2010"/>
                </a:cubicBezTo>
                <a:close/>
                <a:moveTo>
                  <a:pt x="596" y="2107"/>
                </a:moveTo>
                <a:cubicBezTo>
                  <a:pt x="598" y="2103"/>
                  <a:pt x="602" y="2098"/>
                  <a:pt x="604" y="2094"/>
                </a:cubicBezTo>
                <a:cubicBezTo>
                  <a:pt x="619" y="2080"/>
                  <a:pt x="618" y="2072"/>
                  <a:pt x="622" y="2068"/>
                </a:cubicBezTo>
                <a:cubicBezTo>
                  <a:pt x="660" y="2019"/>
                  <a:pt x="661" y="2017"/>
                  <a:pt x="662" y="2015"/>
                </a:cubicBezTo>
                <a:cubicBezTo>
                  <a:pt x="680" y="1994"/>
                  <a:pt x="677" y="1985"/>
                  <a:pt x="684" y="1985"/>
                </a:cubicBezTo>
                <a:cubicBezTo>
                  <a:pt x="699" y="1956"/>
                  <a:pt x="701" y="1954"/>
                  <a:pt x="703" y="1953"/>
                </a:cubicBezTo>
                <a:cubicBezTo>
                  <a:pt x="735" y="1903"/>
                  <a:pt x="744" y="1884"/>
                  <a:pt x="752" y="1865"/>
                </a:cubicBezTo>
                <a:cubicBezTo>
                  <a:pt x="765" y="1831"/>
                  <a:pt x="766" y="1825"/>
                  <a:pt x="768" y="1820"/>
                </a:cubicBezTo>
                <a:cubicBezTo>
                  <a:pt x="769" y="1817"/>
                  <a:pt x="760" y="1822"/>
                  <a:pt x="761" y="1836"/>
                </a:cubicBezTo>
                <a:cubicBezTo>
                  <a:pt x="728" y="1898"/>
                  <a:pt x="723" y="1908"/>
                  <a:pt x="718" y="1917"/>
                </a:cubicBezTo>
                <a:cubicBezTo>
                  <a:pt x="702" y="1935"/>
                  <a:pt x="702" y="1939"/>
                  <a:pt x="700" y="1940"/>
                </a:cubicBezTo>
                <a:cubicBezTo>
                  <a:pt x="676" y="1974"/>
                  <a:pt x="673" y="1984"/>
                  <a:pt x="667" y="1991"/>
                </a:cubicBezTo>
                <a:cubicBezTo>
                  <a:pt x="648" y="2019"/>
                  <a:pt x="646" y="2019"/>
                  <a:pt x="647" y="2023"/>
                </a:cubicBezTo>
                <a:cubicBezTo>
                  <a:pt x="633" y="2043"/>
                  <a:pt x="628" y="2045"/>
                  <a:pt x="625" y="2048"/>
                </a:cubicBezTo>
                <a:cubicBezTo>
                  <a:pt x="609" y="2076"/>
                  <a:pt x="604" y="2078"/>
                  <a:pt x="601" y="2081"/>
                </a:cubicBezTo>
                <a:cubicBezTo>
                  <a:pt x="576" y="2118"/>
                  <a:pt x="578" y="2126"/>
                  <a:pt x="571" y="2127"/>
                </a:cubicBezTo>
                <a:cubicBezTo>
                  <a:pt x="556" y="2155"/>
                  <a:pt x="554" y="2157"/>
                  <a:pt x="553" y="2160"/>
                </a:cubicBezTo>
                <a:cubicBezTo>
                  <a:pt x="565" y="2157"/>
                  <a:pt x="568" y="2155"/>
                  <a:pt x="566" y="2151"/>
                </a:cubicBezTo>
                <a:cubicBezTo>
                  <a:pt x="593" y="2117"/>
                  <a:pt x="590" y="2108"/>
                  <a:pt x="596" y="2107"/>
                </a:cubicBezTo>
                <a:close/>
                <a:moveTo>
                  <a:pt x="556" y="2121"/>
                </a:moveTo>
                <a:cubicBezTo>
                  <a:pt x="555" y="2115"/>
                  <a:pt x="559" y="2113"/>
                  <a:pt x="561" y="2110"/>
                </a:cubicBezTo>
                <a:cubicBezTo>
                  <a:pt x="585" y="2064"/>
                  <a:pt x="590" y="2064"/>
                  <a:pt x="591" y="2060"/>
                </a:cubicBezTo>
                <a:cubicBezTo>
                  <a:pt x="608" y="2038"/>
                  <a:pt x="607" y="2033"/>
                  <a:pt x="610" y="2030"/>
                </a:cubicBezTo>
                <a:cubicBezTo>
                  <a:pt x="638" y="2004"/>
                  <a:pt x="636" y="1993"/>
                  <a:pt x="645" y="1992"/>
                </a:cubicBezTo>
                <a:cubicBezTo>
                  <a:pt x="664" y="1965"/>
                  <a:pt x="667" y="1963"/>
                  <a:pt x="666" y="1958"/>
                </a:cubicBezTo>
                <a:cubicBezTo>
                  <a:pt x="682" y="1941"/>
                  <a:pt x="684" y="1938"/>
                  <a:pt x="687" y="1937"/>
                </a:cubicBezTo>
                <a:cubicBezTo>
                  <a:pt x="710" y="1898"/>
                  <a:pt x="721" y="1889"/>
                  <a:pt x="726" y="1875"/>
                </a:cubicBezTo>
                <a:cubicBezTo>
                  <a:pt x="749" y="1838"/>
                  <a:pt x="750" y="1835"/>
                  <a:pt x="749" y="1830"/>
                </a:cubicBezTo>
                <a:cubicBezTo>
                  <a:pt x="766" y="1792"/>
                  <a:pt x="762" y="1780"/>
                  <a:pt x="770" y="1778"/>
                </a:cubicBezTo>
                <a:cubicBezTo>
                  <a:pt x="774" y="1706"/>
                  <a:pt x="781" y="1717"/>
                  <a:pt x="776" y="1719"/>
                </a:cubicBezTo>
                <a:cubicBezTo>
                  <a:pt x="771" y="1756"/>
                  <a:pt x="768" y="1760"/>
                  <a:pt x="767" y="1765"/>
                </a:cubicBezTo>
                <a:cubicBezTo>
                  <a:pt x="751" y="1811"/>
                  <a:pt x="751" y="1818"/>
                  <a:pt x="746" y="1819"/>
                </a:cubicBezTo>
                <a:cubicBezTo>
                  <a:pt x="726" y="1861"/>
                  <a:pt x="723" y="1864"/>
                  <a:pt x="721" y="1869"/>
                </a:cubicBezTo>
                <a:cubicBezTo>
                  <a:pt x="686" y="1918"/>
                  <a:pt x="687" y="1914"/>
                  <a:pt x="683" y="1918"/>
                </a:cubicBezTo>
                <a:cubicBezTo>
                  <a:pt x="665" y="1944"/>
                  <a:pt x="666" y="1949"/>
                  <a:pt x="661" y="1950"/>
                </a:cubicBezTo>
                <a:cubicBezTo>
                  <a:pt x="649" y="1969"/>
                  <a:pt x="647" y="1972"/>
                  <a:pt x="646" y="1975"/>
                </a:cubicBezTo>
                <a:cubicBezTo>
                  <a:pt x="622" y="2004"/>
                  <a:pt x="620" y="2011"/>
                  <a:pt x="614" y="2014"/>
                </a:cubicBezTo>
                <a:cubicBezTo>
                  <a:pt x="595" y="2042"/>
                  <a:pt x="587" y="2040"/>
                  <a:pt x="590" y="2047"/>
                </a:cubicBezTo>
                <a:cubicBezTo>
                  <a:pt x="566" y="2088"/>
                  <a:pt x="559" y="2090"/>
                  <a:pt x="556" y="2097"/>
                </a:cubicBezTo>
                <a:cubicBezTo>
                  <a:pt x="535" y="2141"/>
                  <a:pt x="528" y="2144"/>
                  <a:pt x="527" y="2151"/>
                </a:cubicBezTo>
                <a:cubicBezTo>
                  <a:pt x="533" y="2157"/>
                  <a:pt x="535" y="2153"/>
                  <a:pt x="538" y="2151"/>
                </a:cubicBezTo>
                <a:cubicBezTo>
                  <a:pt x="549" y="2125"/>
                  <a:pt x="552" y="2123"/>
                  <a:pt x="556" y="212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4BDC-A3E7-4317-A652-4C711537E6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419" y="0"/>
            <a:ext cx="753770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BAABD3-7850-4600-BF15-44633214A8E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98564" y="0"/>
            <a:ext cx="0" cy="685800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5FFF46-7665-4A66-A43B-FEE4EA3347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18324" y="4228554"/>
            <a:ext cx="13716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DFBF08-F951-4A77-87BB-C7732115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487" y="643467"/>
            <a:ext cx="6253571" cy="33798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930"/>
              </a:spcBef>
            </a:pPr>
            <a:r>
              <a:rPr lang="en-US" sz="5400" dirty="0"/>
              <a:t>Bitcoin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5BA57-A16F-4E68-869C-0CA9C76D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3709" y="4470840"/>
            <a:ext cx="6244349" cy="17436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ts val="93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294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804CB-2206-444D-B0A8-3FB39EE8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as a Digital Cash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AC5A36-53E9-4E63-B533-D329FCA96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26068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842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04CB-2206-444D-B0A8-3FB39EE8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Possession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2A2B956-DF40-47BA-8286-D6553D2BB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124372"/>
              </p:ext>
            </p:extLst>
          </p:nvPr>
        </p:nvGraphicFramePr>
        <p:xfrm>
          <a:off x="2179721" y="2289482"/>
          <a:ext cx="8770938" cy="4400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405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59E83-A5AA-4BEA-BDAD-9B6563AC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Distinguishin Capabilities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34D2D5-093F-4AEF-B088-2E802F5347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50320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214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881CB0-1221-43BE-BE77-866AB4D5547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BD77A15-12B8-4FAB-A167-E0D60E5C92E2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D0DD1E-3DFD-459C-AF93-74007A3D127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1E32EF0-93A9-42DF-953A-1574E58C5864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73F2476-AF66-478D-98AC-4E572A85CCC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C1FF5215-F946-48D6-BA7C-5BCEBE2D166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E9B1CB7D-F5B1-40C6-9E55-F1314B9B581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0F5362-ECD6-4C1D-9DFE-15BF7094511A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64A62ED5-69F8-4A9A-959F-BDFA4CB006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50" y="26"/>
                </a:moveTo>
                <a:cubicBezTo>
                  <a:pt x="3150" y="29"/>
                  <a:pt x="3149" y="31"/>
                  <a:pt x="3148" y="33"/>
                </a:cubicBezTo>
                <a:cubicBezTo>
                  <a:pt x="3130" y="54"/>
                  <a:pt x="3133" y="63"/>
                  <a:pt x="3126" y="63"/>
                </a:cubicBezTo>
                <a:cubicBezTo>
                  <a:pt x="3111" y="92"/>
                  <a:pt x="3109" y="94"/>
                  <a:pt x="3107" y="95"/>
                </a:cubicBezTo>
                <a:cubicBezTo>
                  <a:pt x="3075" y="145"/>
                  <a:pt x="3066" y="164"/>
                  <a:pt x="3058" y="184"/>
                </a:cubicBezTo>
                <a:cubicBezTo>
                  <a:pt x="3045" y="217"/>
                  <a:pt x="3044" y="224"/>
                  <a:pt x="3042" y="229"/>
                </a:cubicBezTo>
                <a:cubicBezTo>
                  <a:pt x="3041" y="231"/>
                  <a:pt x="3050" y="226"/>
                  <a:pt x="3049" y="213"/>
                </a:cubicBezTo>
                <a:cubicBezTo>
                  <a:pt x="3082" y="150"/>
                  <a:pt x="3087" y="141"/>
                  <a:pt x="3092" y="131"/>
                </a:cubicBezTo>
                <a:cubicBezTo>
                  <a:pt x="3108" y="113"/>
                  <a:pt x="3108" y="109"/>
                  <a:pt x="3110" y="108"/>
                </a:cubicBezTo>
                <a:cubicBezTo>
                  <a:pt x="3133" y="75"/>
                  <a:pt x="3137" y="65"/>
                  <a:pt x="3143" y="57"/>
                </a:cubicBezTo>
                <a:cubicBezTo>
                  <a:pt x="3162" y="30"/>
                  <a:pt x="3164" y="29"/>
                  <a:pt x="3163" y="26"/>
                </a:cubicBezTo>
                <a:cubicBezTo>
                  <a:pt x="3177" y="5"/>
                  <a:pt x="3181" y="3"/>
                  <a:pt x="3185" y="0"/>
                </a:cubicBezTo>
                <a:cubicBezTo>
                  <a:pt x="3164" y="11"/>
                  <a:pt x="3161" y="22"/>
                  <a:pt x="3150" y="26"/>
                </a:cubicBezTo>
                <a:close/>
                <a:moveTo>
                  <a:pt x="3022" y="73"/>
                </a:moveTo>
                <a:cubicBezTo>
                  <a:pt x="3020" y="92"/>
                  <a:pt x="3018" y="104"/>
                  <a:pt x="3017" y="128"/>
                </a:cubicBezTo>
                <a:cubicBezTo>
                  <a:pt x="3014" y="201"/>
                  <a:pt x="3015" y="208"/>
                  <a:pt x="3012" y="211"/>
                </a:cubicBezTo>
                <a:cubicBezTo>
                  <a:pt x="3017" y="255"/>
                  <a:pt x="3014" y="257"/>
                  <a:pt x="3016" y="263"/>
                </a:cubicBezTo>
                <a:cubicBezTo>
                  <a:pt x="3026" y="204"/>
                  <a:pt x="3025" y="199"/>
                  <a:pt x="3026" y="195"/>
                </a:cubicBezTo>
                <a:cubicBezTo>
                  <a:pt x="3040" y="153"/>
                  <a:pt x="3037" y="139"/>
                  <a:pt x="3044" y="134"/>
                </a:cubicBezTo>
                <a:cubicBezTo>
                  <a:pt x="3062" y="96"/>
                  <a:pt x="3065" y="93"/>
                  <a:pt x="3067" y="89"/>
                </a:cubicBezTo>
                <a:cubicBezTo>
                  <a:pt x="3083" y="65"/>
                  <a:pt x="3079" y="56"/>
                  <a:pt x="3086" y="57"/>
                </a:cubicBezTo>
                <a:cubicBezTo>
                  <a:pt x="3101" y="34"/>
                  <a:pt x="3103" y="33"/>
                  <a:pt x="3102" y="30"/>
                </a:cubicBezTo>
                <a:cubicBezTo>
                  <a:pt x="3111" y="0"/>
                  <a:pt x="3111" y="0"/>
                  <a:pt x="3111" y="0"/>
                </a:cubicBezTo>
                <a:cubicBezTo>
                  <a:pt x="3095" y="21"/>
                  <a:pt x="3096" y="29"/>
                  <a:pt x="3089" y="31"/>
                </a:cubicBezTo>
                <a:cubicBezTo>
                  <a:pt x="3073" y="69"/>
                  <a:pt x="3062" y="72"/>
                  <a:pt x="3060" y="83"/>
                </a:cubicBezTo>
                <a:cubicBezTo>
                  <a:pt x="3064" y="58"/>
                  <a:pt x="3069" y="55"/>
                  <a:pt x="3068" y="47"/>
                </a:cubicBezTo>
                <a:cubicBezTo>
                  <a:pt x="3085" y="0"/>
                  <a:pt x="3085" y="0"/>
                  <a:pt x="3085" y="0"/>
                </a:cubicBezTo>
                <a:cubicBezTo>
                  <a:pt x="3079" y="13"/>
                  <a:pt x="3075" y="16"/>
                  <a:pt x="3075" y="23"/>
                </a:cubicBezTo>
                <a:cubicBezTo>
                  <a:pt x="3058" y="55"/>
                  <a:pt x="3058" y="62"/>
                  <a:pt x="3057" y="68"/>
                </a:cubicBezTo>
                <a:cubicBezTo>
                  <a:pt x="3042" y="112"/>
                  <a:pt x="3040" y="124"/>
                  <a:pt x="3035" y="133"/>
                </a:cubicBezTo>
                <a:cubicBezTo>
                  <a:pt x="3018" y="179"/>
                  <a:pt x="3022" y="177"/>
                  <a:pt x="3020" y="169"/>
                </a:cubicBezTo>
                <a:cubicBezTo>
                  <a:pt x="3028" y="127"/>
                  <a:pt x="3035" y="121"/>
                  <a:pt x="3035" y="109"/>
                </a:cubicBezTo>
                <a:cubicBezTo>
                  <a:pt x="3047" y="70"/>
                  <a:pt x="3049" y="60"/>
                  <a:pt x="3053" y="51"/>
                </a:cubicBezTo>
                <a:cubicBezTo>
                  <a:pt x="3062" y="0"/>
                  <a:pt x="3062" y="0"/>
                  <a:pt x="3062" y="0"/>
                </a:cubicBezTo>
                <a:cubicBezTo>
                  <a:pt x="3048" y="47"/>
                  <a:pt x="3041" y="63"/>
                  <a:pt x="3038" y="82"/>
                </a:cubicBezTo>
                <a:cubicBezTo>
                  <a:pt x="3027" y="111"/>
                  <a:pt x="3030" y="119"/>
                  <a:pt x="3025" y="120"/>
                </a:cubicBezTo>
                <a:cubicBezTo>
                  <a:pt x="3021" y="108"/>
                  <a:pt x="3025" y="106"/>
                  <a:pt x="3024" y="99"/>
                </a:cubicBezTo>
                <a:cubicBezTo>
                  <a:pt x="3037" y="45"/>
                  <a:pt x="3042" y="43"/>
                  <a:pt x="3041" y="36"/>
                </a:cubicBezTo>
                <a:cubicBezTo>
                  <a:pt x="3045" y="0"/>
                  <a:pt x="3045" y="0"/>
                  <a:pt x="3045" y="0"/>
                </a:cubicBezTo>
                <a:cubicBezTo>
                  <a:pt x="3030" y="52"/>
                  <a:pt x="3028" y="56"/>
                  <a:pt x="3028" y="61"/>
                </a:cubicBezTo>
                <a:close/>
                <a:moveTo>
                  <a:pt x="3116" y="46"/>
                </a:moveTo>
                <a:cubicBezTo>
                  <a:pt x="3116" y="49"/>
                  <a:pt x="3113" y="49"/>
                  <a:pt x="3112" y="51"/>
                </a:cubicBezTo>
                <a:cubicBezTo>
                  <a:pt x="3103" y="60"/>
                  <a:pt x="3105" y="64"/>
                  <a:pt x="3102" y="65"/>
                </a:cubicBezTo>
                <a:cubicBezTo>
                  <a:pt x="3077" y="100"/>
                  <a:pt x="3078" y="112"/>
                  <a:pt x="3069" y="115"/>
                </a:cubicBezTo>
                <a:cubicBezTo>
                  <a:pt x="3059" y="148"/>
                  <a:pt x="3051" y="151"/>
                  <a:pt x="3050" y="160"/>
                </a:cubicBezTo>
                <a:cubicBezTo>
                  <a:pt x="3033" y="198"/>
                  <a:pt x="3037" y="206"/>
                  <a:pt x="3031" y="207"/>
                </a:cubicBezTo>
                <a:cubicBezTo>
                  <a:pt x="3028" y="240"/>
                  <a:pt x="3021" y="246"/>
                  <a:pt x="3028" y="247"/>
                </a:cubicBezTo>
                <a:cubicBezTo>
                  <a:pt x="3044" y="193"/>
                  <a:pt x="3046" y="187"/>
                  <a:pt x="3047" y="180"/>
                </a:cubicBezTo>
                <a:cubicBezTo>
                  <a:pt x="3066" y="142"/>
                  <a:pt x="3070" y="131"/>
                  <a:pt x="3078" y="123"/>
                </a:cubicBezTo>
                <a:cubicBezTo>
                  <a:pt x="3099" y="87"/>
                  <a:pt x="3100" y="84"/>
                  <a:pt x="3101" y="82"/>
                </a:cubicBezTo>
                <a:cubicBezTo>
                  <a:pt x="3138" y="36"/>
                  <a:pt x="3139" y="23"/>
                  <a:pt x="3149" y="18"/>
                </a:cubicBezTo>
                <a:cubicBezTo>
                  <a:pt x="3145" y="6"/>
                  <a:pt x="3139" y="11"/>
                  <a:pt x="3136" y="19"/>
                </a:cubicBezTo>
                <a:close/>
                <a:moveTo>
                  <a:pt x="3177" y="40"/>
                </a:moveTo>
                <a:cubicBezTo>
                  <a:pt x="3172" y="44"/>
                  <a:pt x="3174" y="55"/>
                  <a:pt x="3165" y="56"/>
                </a:cubicBezTo>
                <a:cubicBezTo>
                  <a:pt x="3146" y="83"/>
                  <a:pt x="3143" y="85"/>
                  <a:pt x="3143" y="90"/>
                </a:cubicBezTo>
                <a:cubicBezTo>
                  <a:pt x="3128" y="108"/>
                  <a:pt x="3126" y="110"/>
                  <a:pt x="3123" y="111"/>
                </a:cubicBezTo>
                <a:cubicBezTo>
                  <a:pt x="3100" y="150"/>
                  <a:pt x="3089" y="160"/>
                  <a:pt x="3084" y="173"/>
                </a:cubicBezTo>
                <a:cubicBezTo>
                  <a:pt x="3061" y="210"/>
                  <a:pt x="3060" y="214"/>
                  <a:pt x="3061" y="218"/>
                </a:cubicBezTo>
                <a:cubicBezTo>
                  <a:pt x="3044" y="256"/>
                  <a:pt x="3048" y="268"/>
                  <a:pt x="3040" y="270"/>
                </a:cubicBezTo>
                <a:cubicBezTo>
                  <a:pt x="3036" y="343"/>
                  <a:pt x="3029" y="331"/>
                  <a:pt x="3034" y="330"/>
                </a:cubicBezTo>
                <a:cubicBezTo>
                  <a:pt x="3039" y="292"/>
                  <a:pt x="3042" y="288"/>
                  <a:pt x="3043" y="283"/>
                </a:cubicBezTo>
                <a:cubicBezTo>
                  <a:pt x="3059" y="238"/>
                  <a:pt x="3058" y="231"/>
                  <a:pt x="3064" y="229"/>
                </a:cubicBezTo>
                <a:cubicBezTo>
                  <a:pt x="3084" y="187"/>
                  <a:pt x="3087" y="184"/>
                  <a:pt x="3089" y="179"/>
                </a:cubicBezTo>
                <a:cubicBezTo>
                  <a:pt x="3124" y="131"/>
                  <a:pt x="3123" y="135"/>
                  <a:pt x="3127" y="131"/>
                </a:cubicBezTo>
                <a:cubicBezTo>
                  <a:pt x="3145" y="105"/>
                  <a:pt x="3144" y="100"/>
                  <a:pt x="3148" y="99"/>
                </a:cubicBezTo>
                <a:cubicBezTo>
                  <a:pt x="3161" y="79"/>
                  <a:pt x="3163" y="77"/>
                  <a:pt x="3164" y="74"/>
                </a:cubicBezTo>
                <a:cubicBezTo>
                  <a:pt x="3188" y="45"/>
                  <a:pt x="3190" y="38"/>
                  <a:pt x="3196" y="34"/>
                </a:cubicBezTo>
                <a:cubicBezTo>
                  <a:pt x="3215" y="7"/>
                  <a:pt x="3223" y="9"/>
                  <a:pt x="3220" y="2"/>
                </a:cubicBezTo>
                <a:cubicBezTo>
                  <a:pt x="3209" y="3"/>
                  <a:pt x="3209" y="7"/>
                  <a:pt x="3205" y="7"/>
                </a:cubicBezTo>
                <a:cubicBezTo>
                  <a:pt x="3184" y="32"/>
                  <a:pt x="3182" y="37"/>
                  <a:pt x="3177" y="40"/>
                </a:cubicBezTo>
                <a:close/>
                <a:moveTo>
                  <a:pt x="3014" y="80"/>
                </a:moveTo>
                <a:cubicBezTo>
                  <a:pt x="3011" y="54"/>
                  <a:pt x="3017" y="36"/>
                  <a:pt x="3018" y="14"/>
                </a:cubicBezTo>
                <a:cubicBezTo>
                  <a:pt x="3022" y="13"/>
                  <a:pt x="3019" y="6"/>
                  <a:pt x="3022" y="5"/>
                </a:cubicBezTo>
                <a:cubicBezTo>
                  <a:pt x="3023" y="4"/>
                  <a:pt x="3024" y="2"/>
                  <a:pt x="3025" y="0"/>
                </a:cubicBezTo>
                <a:cubicBezTo>
                  <a:pt x="3015" y="0"/>
                  <a:pt x="3015" y="0"/>
                  <a:pt x="3015" y="0"/>
                </a:cubicBezTo>
                <a:cubicBezTo>
                  <a:pt x="3012" y="6"/>
                  <a:pt x="3014" y="15"/>
                  <a:pt x="3009" y="19"/>
                </a:cubicBezTo>
                <a:cubicBezTo>
                  <a:pt x="3009" y="31"/>
                  <a:pt x="3009" y="44"/>
                  <a:pt x="3008" y="56"/>
                </a:cubicBezTo>
                <a:cubicBezTo>
                  <a:pt x="3008" y="60"/>
                  <a:pt x="3008" y="65"/>
                  <a:pt x="3009" y="69"/>
                </a:cubicBezTo>
                <a:cubicBezTo>
                  <a:pt x="3010" y="73"/>
                  <a:pt x="3007" y="82"/>
                  <a:pt x="3014" y="80"/>
                </a:cubicBezTo>
                <a:close/>
                <a:moveTo>
                  <a:pt x="2154" y="176"/>
                </a:moveTo>
                <a:cubicBezTo>
                  <a:pt x="2152" y="182"/>
                  <a:pt x="2146" y="191"/>
                  <a:pt x="2153" y="194"/>
                </a:cubicBezTo>
                <a:cubicBezTo>
                  <a:pt x="2159" y="188"/>
                  <a:pt x="2164" y="180"/>
                  <a:pt x="2169" y="171"/>
                </a:cubicBezTo>
                <a:cubicBezTo>
                  <a:pt x="2175" y="150"/>
                  <a:pt x="2180" y="133"/>
                  <a:pt x="2186" y="119"/>
                </a:cubicBezTo>
                <a:cubicBezTo>
                  <a:pt x="2187" y="111"/>
                  <a:pt x="2188" y="103"/>
                  <a:pt x="2192" y="94"/>
                </a:cubicBezTo>
                <a:cubicBezTo>
                  <a:pt x="2190" y="89"/>
                  <a:pt x="2193" y="91"/>
                  <a:pt x="2194" y="85"/>
                </a:cubicBezTo>
                <a:cubicBezTo>
                  <a:pt x="2196" y="81"/>
                  <a:pt x="2197" y="76"/>
                  <a:pt x="2199" y="71"/>
                </a:cubicBezTo>
                <a:cubicBezTo>
                  <a:pt x="2200" y="47"/>
                  <a:pt x="2202" y="27"/>
                  <a:pt x="2205" y="0"/>
                </a:cubicBezTo>
                <a:cubicBezTo>
                  <a:pt x="2197" y="0"/>
                  <a:pt x="2197" y="0"/>
                  <a:pt x="2197" y="0"/>
                </a:cubicBezTo>
                <a:cubicBezTo>
                  <a:pt x="2196" y="4"/>
                  <a:pt x="2196" y="9"/>
                  <a:pt x="2195" y="13"/>
                </a:cubicBezTo>
                <a:cubicBezTo>
                  <a:pt x="2197" y="21"/>
                  <a:pt x="2191" y="35"/>
                  <a:pt x="2194" y="40"/>
                </a:cubicBezTo>
                <a:cubicBezTo>
                  <a:pt x="2195" y="41"/>
                  <a:pt x="2191" y="42"/>
                  <a:pt x="2191" y="41"/>
                </a:cubicBezTo>
                <a:cubicBezTo>
                  <a:pt x="2191" y="46"/>
                  <a:pt x="2192" y="50"/>
                  <a:pt x="2192" y="55"/>
                </a:cubicBezTo>
                <a:cubicBezTo>
                  <a:pt x="2192" y="55"/>
                  <a:pt x="2189" y="55"/>
                  <a:pt x="2189" y="57"/>
                </a:cubicBezTo>
                <a:cubicBezTo>
                  <a:pt x="2189" y="57"/>
                  <a:pt x="2191" y="58"/>
                  <a:pt x="2191" y="59"/>
                </a:cubicBezTo>
                <a:cubicBezTo>
                  <a:pt x="2191" y="62"/>
                  <a:pt x="2192" y="64"/>
                  <a:pt x="2190" y="68"/>
                </a:cubicBezTo>
                <a:cubicBezTo>
                  <a:pt x="2187" y="76"/>
                  <a:pt x="2186" y="89"/>
                  <a:pt x="2181" y="93"/>
                </a:cubicBezTo>
                <a:cubicBezTo>
                  <a:pt x="2185" y="94"/>
                  <a:pt x="2179" y="102"/>
                  <a:pt x="2179" y="106"/>
                </a:cubicBezTo>
                <a:cubicBezTo>
                  <a:pt x="2181" y="109"/>
                  <a:pt x="2179" y="114"/>
                  <a:pt x="2177" y="119"/>
                </a:cubicBezTo>
                <a:cubicBezTo>
                  <a:pt x="2171" y="131"/>
                  <a:pt x="2167" y="145"/>
                  <a:pt x="2163" y="160"/>
                </a:cubicBezTo>
                <a:cubicBezTo>
                  <a:pt x="2162" y="164"/>
                  <a:pt x="2159" y="164"/>
                  <a:pt x="2158" y="168"/>
                </a:cubicBezTo>
                <a:cubicBezTo>
                  <a:pt x="2157" y="171"/>
                  <a:pt x="2157" y="176"/>
                  <a:pt x="2154" y="176"/>
                </a:cubicBezTo>
                <a:close/>
                <a:moveTo>
                  <a:pt x="2311" y="845"/>
                </a:moveTo>
                <a:cubicBezTo>
                  <a:pt x="2314" y="849"/>
                  <a:pt x="2316" y="854"/>
                  <a:pt x="2323" y="858"/>
                </a:cubicBezTo>
                <a:cubicBezTo>
                  <a:pt x="2344" y="898"/>
                  <a:pt x="2346" y="909"/>
                  <a:pt x="2357" y="917"/>
                </a:cubicBezTo>
                <a:cubicBezTo>
                  <a:pt x="2373" y="962"/>
                  <a:pt x="2374" y="968"/>
                  <a:pt x="2379" y="974"/>
                </a:cubicBezTo>
                <a:cubicBezTo>
                  <a:pt x="2402" y="1039"/>
                  <a:pt x="2405" y="1045"/>
                  <a:pt x="2406" y="1052"/>
                </a:cubicBezTo>
                <a:cubicBezTo>
                  <a:pt x="2428" y="1117"/>
                  <a:pt x="2430" y="1124"/>
                  <a:pt x="2429" y="1131"/>
                </a:cubicBezTo>
                <a:cubicBezTo>
                  <a:pt x="2441" y="1178"/>
                  <a:pt x="2454" y="1182"/>
                  <a:pt x="2448" y="1190"/>
                </a:cubicBezTo>
                <a:cubicBezTo>
                  <a:pt x="2462" y="1236"/>
                  <a:pt x="2466" y="1242"/>
                  <a:pt x="2469" y="1249"/>
                </a:cubicBezTo>
                <a:cubicBezTo>
                  <a:pt x="2482" y="1291"/>
                  <a:pt x="2482" y="1294"/>
                  <a:pt x="2486" y="1297"/>
                </a:cubicBezTo>
                <a:cubicBezTo>
                  <a:pt x="2499" y="1333"/>
                  <a:pt x="2498" y="1340"/>
                  <a:pt x="2504" y="1345"/>
                </a:cubicBezTo>
                <a:cubicBezTo>
                  <a:pt x="2523" y="1391"/>
                  <a:pt x="2526" y="1397"/>
                  <a:pt x="2531" y="1403"/>
                </a:cubicBezTo>
                <a:cubicBezTo>
                  <a:pt x="2541" y="1435"/>
                  <a:pt x="2545" y="1437"/>
                  <a:pt x="2548" y="1440"/>
                </a:cubicBezTo>
                <a:cubicBezTo>
                  <a:pt x="2563" y="1473"/>
                  <a:pt x="2567" y="1475"/>
                  <a:pt x="2567" y="1479"/>
                </a:cubicBezTo>
                <a:cubicBezTo>
                  <a:pt x="2616" y="1536"/>
                  <a:pt x="2619" y="1537"/>
                  <a:pt x="2623" y="1537"/>
                </a:cubicBezTo>
                <a:cubicBezTo>
                  <a:pt x="2627" y="1538"/>
                  <a:pt x="2626" y="1536"/>
                  <a:pt x="2624" y="1535"/>
                </a:cubicBezTo>
                <a:cubicBezTo>
                  <a:pt x="2576" y="1476"/>
                  <a:pt x="2567" y="1471"/>
                  <a:pt x="2569" y="1465"/>
                </a:cubicBezTo>
                <a:cubicBezTo>
                  <a:pt x="2557" y="1435"/>
                  <a:pt x="2550" y="1434"/>
                  <a:pt x="2552" y="1430"/>
                </a:cubicBezTo>
                <a:cubicBezTo>
                  <a:pt x="2534" y="1388"/>
                  <a:pt x="2528" y="1383"/>
                  <a:pt x="2527" y="1377"/>
                </a:cubicBezTo>
                <a:cubicBezTo>
                  <a:pt x="2513" y="1348"/>
                  <a:pt x="2509" y="1345"/>
                  <a:pt x="2506" y="1342"/>
                </a:cubicBezTo>
                <a:cubicBezTo>
                  <a:pt x="2504" y="1319"/>
                  <a:pt x="2497" y="1314"/>
                  <a:pt x="2498" y="1307"/>
                </a:cubicBezTo>
                <a:cubicBezTo>
                  <a:pt x="2481" y="1279"/>
                  <a:pt x="2493" y="1274"/>
                  <a:pt x="2484" y="1272"/>
                </a:cubicBezTo>
                <a:cubicBezTo>
                  <a:pt x="2476" y="1250"/>
                  <a:pt x="2478" y="1244"/>
                  <a:pt x="2473" y="1238"/>
                </a:cubicBezTo>
                <a:cubicBezTo>
                  <a:pt x="2460" y="1192"/>
                  <a:pt x="2460" y="1189"/>
                  <a:pt x="2458" y="1186"/>
                </a:cubicBezTo>
                <a:cubicBezTo>
                  <a:pt x="2450" y="1144"/>
                  <a:pt x="2438" y="1140"/>
                  <a:pt x="2441" y="1133"/>
                </a:cubicBezTo>
                <a:cubicBezTo>
                  <a:pt x="2428" y="1087"/>
                  <a:pt x="2424" y="1075"/>
                  <a:pt x="2416" y="1064"/>
                </a:cubicBezTo>
                <a:cubicBezTo>
                  <a:pt x="2410" y="1041"/>
                  <a:pt x="2411" y="1035"/>
                  <a:pt x="2407" y="1030"/>
                </a:cubicBezTo>
                <a:cubicBezTo>
                  <a:pt x="2387" y="974"/>
                  <a:pt x="2384" y="968"/>
                  <a:pt x="2380" y="962"/>
                </a:cubicBezTo>
                <a:cubicBezTo>
                  <a:pt x="2366" y="915"/>
                  <a:pt x="2355" y="909"/>
                  <a:pt x="2357" y="902"/>
                </a:cubicBezTo>
                <a:cubicBezTo>
                  <a:pt x="2339" y="870"/>
                  <a:pt x="2335" y="867"/>
                  <a:pt x="2335" y="864"/>
                </a:cubicBezTo>
                <a:cubicBezTo>
                  <a:pt x="2329" y="853"/>
                  <a:pt x="2327" y="850"/>
                  <a:pt x="2322" y="847"/>
                </a:cubicBezTo>
                <a:close/>
                <a:moveTo>
                  <a:pt x="2226" y="830"/>
                </a:moveTo>
                <a:cubicBezTo>
                  <a:pt x="2225" y="835"/>
                  <a:pt x="2237" y="841"/>
                  <a:pt x="2240" y="840"/>
                </a:cubicBezTo>
                <a:cubicBezTo>
                  <a:pt x="2280" y="885"/>
                  <a:pt x="2282" y="892"/>
                  <a:pt x="2288" y="898"/>
                </a:cubicBezTo>
                <a:cubicBezTo>
                  <a:pt x="2309" y="930"/>
                  <a:pt x="2309" y="932"/>
                  <a:pt x="2309" y="933"/>
                </a:cubicBezTo>
                <a:cubicBezTo>
                  <a:pt x="2324" y="964"/>
                  <a:pt x="2328" y="967"/>
                  <a:pt x="2329" y="970"/>
                </a:cubicBezTo>
                <a:cubicBezTo>
                  <a:pt x="2351" y="1008"/>
                  <a:pt x="2350" y="1015"/>
                  <a:pt x="2355" y="1021"/>
                </a:cubicBezTo>
                <a:cubicBezTo>
                  <a:pt x="2373" y="1067"/>
                  <a:pt x="2375" y="1070"/>
                  <a:pt x="2375" y="1074"/>
                </a:cubicBezTo>
                <a:cubicBezTo>
                  <a:pt x="2397" y="1132"/>
                  <a:pt x="2396" y="1135"/>
                  <a:pt x="2401" y="1138"/>
                </a:cubicBezTo>
                <a:cubicBezTo>
                  <a:pt x="2407" y="1163"/>
                  <a:pt x="2406" y="1167"/>
                  <a:pt x="2414" y="1170"/>
                </a:cubicBezTo>
                <a:cubicBezTo>
                  <a:pt x="2421" y="1203"/>
                  <a:pt x="2425" y="1211"/>
                  <a:pt x="2422" y="1220"/>
                </a:cubicBezTo>
                <a:cubicBezTo>
                  <a:pt x="2443" y="1271"/>
                  <a:pt x="2443" y="1273"/>
                  <a:pt x="2443" y="1276"/>
                </a:cubicBezTo>
                <a:cubicBezTo>
                  <a:pt x="2453" y="1306"/>
                  <a:pt x="2452" y="1312"/>
                  <a:pt x="2457" y="1317"/>
                </a:cubicBezTo>
                <a:cubicBezTo>
                  <a:pt x="2463" y="1344"/>
                  <a:pt x="2471" y="1346"/>
                  <a:pt x="2470" y="1349"/>
                </a:cubicBezTo>
                <a:cubicBezTo>
                  <a:pt x="2487" y="1386"/>
                  <a:pt x="2484" y="1392"/>
                  <a:pt x="2494" y="1396"/>
                </a:cubicBezTo>
                <a:cubicBezTo>
                  <a:pt x="2510" y="1433"/>
                  <a:pt x="2518" y="1438"/>
                  <a:pt x="2517" y="1443"/>
                </a:cubicBezTo>
                <a:cubicBezTo>
                  <a:pt x="2533" y="1461"/>
                  <a:pt x="2535" y="1463"/>
                  <a:pt x="2536" y="1466"/>
                </a:cubicBezTo>
                <a:cubicBezTo>
                  <a:pt x="2554" y="1485"/>
                  <a:pt x="2560" y="1493"/>
                  <a:pt x="2563" y="1489"/>
                </a:cubicBezTo>
                <a:cubicBezTo>
                  <a:pt x="2530" y="1445"/>
                  <a:pt x="2522" y="1441"/>
                  <a:pt x="2522" y="1436"/>
                </a:cubicBezTo>
                <a:cubicBezTo>
                  <a:pt x="2466" y="1320"/>
                  <a:pt x="2462" y="1316"/>
                  <a:pt x="2464" y="1311"/>
                </a:cubicBezTo>
                <a:cubicBezTo>
                  <a:pt x="2445" y="1263"/>
                  <a:pt x="2447" y="1258"/>
                  <a:pt x="2442" y="1254"/>
                </a:cubicBezTo>
                <a:cubicBezTo>
                  <a:pt x="2435" y="1229"/>
                  <a:pt x="2435" y="1227"/>
                  <a:pt x="2435" y="1224"/>
                </a:cubicBezTo>
                <a:cubicBezTo>
                  <a:pt x="2407" y="1143"/>
                  <a:pt x="2407" y="1133"/>
                  <a:pt x="2403" y="1124"/>
                </a:cubicBezTo>
                <a:cubicBezTo>
                  <a:pt x="2396" y="1104"/>
                  <a:pt x="2396" y="1099"/>
                  <a:pt x="2394" y="1094"/>
                </a:cubicBezTo>
                <a:cubicBezTo>
                  <a:pt x="2379" y="1056"/>
                  <a:pt x="2379" y="1054"/>
                  <a:pt x="2377" y="1052"/>
                </a:cubicBezTo>
                <a:cubicBezTo>
                  <a:pt x="2362" y="1018"/>
                  <a:pt x="2360" y="1013"/>
                  <a:pt x="2359" y="1008"/>
                </a:cubicBezTo>
                <a:cubicBezTo>
                  <a:pt x="2322" y="939"/>
                  <a:pt x="2316" y="929"/>
                  <a:pt x="2311" y="919"/>
                </a:cubicBezTo>
                <a:cubicBezTo>
                  <a:pt x="2268" y="860"/>
                  <a:pt x="2269" y="857"/>
                  <a:pt x="2267" y="855"/>
                </a:cubicBezTo>
                <a:cubicBezTo>
                  <a:pt x="2242" y="833"/>
                  <a:pt x="2236" y="829"/>
                  <a:pt x="2230" y="825"/>
                </a:cubicBezTo>
                <a:cubicBezTo>
                  <a:pt x="2215" y="829"/>
                  <a:pt x="2217" y="829"/>
                  <a:pt x="2219" y="829"/>
                </a:cubicBezTo>
                <a:close/>
                <a:moveTo>
                  <a:pt x="3510" y="16"/>
                </a:moveTo>
                <a:cubicBezTo>
                  <a:pt x="3524" y="18"/>
                  <a:pt x="3535" y="22"/>
                  <a:pt x="3546" y="27"/>
                </a:cubicBezTo>
                <a:cubicBezTo>
                  <a:pt x="3580" y="42"/>
                  <a:pt x="3582" y="38"/>
                  <a:pt x="3584" y="42"/>
                </a:cubicBezTo>
                <a:cubicBezTo>
                  <a:pt x="3618" y="52"/>
                  <a:pt x="3623" y="54"/>
                  <a:pt x="3628" y="56"/>
                </a:cubicBezTo>
                <a:cubicBezTo>
                  <a:pt x="3702" y="78"/>
                  <a:pt x="3712" y="88"/>
                  <a:pt x="3727" y="91"/>
                </a:cubicBezTo>
                <a:cubicBezTo>
                  <a:pt x="3785" y="120"/>
                  <a:pt x="3787" y="122"/>
                  <a:pt x="3791" y="123"/>
                </a:cubicBezTo>
                <a:cubicBezTo>
                  <a:pt x="3770" y="103"/>
                  <a:pt x="3762" y="105"/>
                  <a:pt x="3760" y="99"/>
                </a:cubicBezTo>
                <a:cubicBezTo>
                  <a:pt x="3707" y="77"/>
                  <a:pt x="3699" y="70"/>
                  <a:pt x="3688" y="67"/>
                </a:cubicBezTo>
                <a:cubicBezTo>
                  <a:pt x="3618" y="44"/>
                  <a:pt x="3610" y="38"/>
                  <a:pt x="3599" y="36"/>
                </a:cubicBezTo>
                <a:cubicBezTo>
                  <a:pt x="3547" y="17"/>
                  <a:pt x="3540" y="18"/>
                  <a:pt x="3538" y="12"/>
                </a:cubicBezTo>
                <a:cubicBezTo>
                  <a:pt x="3504" y="1"/>
                  <a:pt x="3503" y="1"/>
                  <a:pt x="3503" y="0"/>
                </a:cubicBezTo>
                <a:cubicBezTo>
                  <a:pt x="3495" y="8"/>
                  <a:pt x="3505" y="9"/>
                  <a:pt x="3510" y="16"/>
                </a:cubicBezTo>
                <a:close/>
                <a:moveTo>
                  <a:pt x="3427" y="20"/>
                </a:moveTo>
                <a:cubicBezTo>
                  <a:pt x="3431" y="23"/>
                  <a:pt x="3439" y="22"/>
                  <a:pt x="3441" y="28"/>
                </a:cubicBezTo>
                <a:cubicBezTo>
                  <a:pt x="3472" y="49"/>
                  <a:pt x="3482" y="47"/>
                  <a:pt x="3484" y="53"/>
                </a:cubicBezTo>
                <a:cubicBezTo>
                  <a:pt x="3561" y="81"/>
                  <a:pt x="3567" y="88"/>
                  <a:pt x="3580" y="88"/>
                </a:cubicBezTo>
                <a:cubicBezTo>
                  <a:pt x="3610" y="99"/>
                  <a:pt x="3608" y="105"/>
                  <a:pt x="3614" y="103"/>
                </a:cubicBezTo>
                <a:cubicBezTo>
                  <a:pt x="3673" y="129"/>
                  <a:pt x="3682" y="128"/>
                  <a:pt x="3686" y="133"/>
                </a:cubicBezTo>
                <a:cubicBezTo>
                  <a:pt x="3728" y="150"/>
                  <a:pt x="3736" y="150"/>
                  <a:pt x="3738" y="156"/>
                </a:cubicBezTo>
                <a:cubicBezTo>
                  <a:pt x="3766" y="171"/>
                  <a:pt x="3768" y="173"/>
                  <a:pt x="3770" y="175"/>
                </a:cubicBezTo>
                <a:cubicBezTo>
                  <a:pt x="3815" y="218"/>
                  <a:pt x="3820" y="221"/>
                  <a:pt x="3824" y="226"/>
                </a:cubicBezTo>
                <a:cubicBezTo>
                  <a:pt x="3840" y="232"/>
                  <a:pt x="3826" y="226"/>
                  <a:pt x="3823" y="217"/>
                </a:cubicBezTo>
                <a:cubicBezTo>
                  <a:pt x="3809" y="197"/>
                  <a:pt x="3803" y="200"/>
                  <a:pt x="3804" y="195"/>
                </a:cubicBezTo>
                <a:cubicBezTo>
                  <a:pt x="3780" y="170"/>
                  <a:pt x="3772" y="173"/>
                  <a:pt x="3772" y="166"/>
                </a:cubicBezTo>
                <a:cubicBezTo>
                  <a:pt x="3732" y="139"/>
                  <a:pt x="3725" y="141"/>
                  <a:pt x="3724" y="135"/>
                </a:cubicBezTo>
                <a:cubicBezTo>
                  <a:pt x="3672" y="119"/>
                  <a:pt x="3670" y="114"/>
                  <a:pt x="3665" y="113"/>
                </a:cubicBezTo>
                <a:cubicBezTo>
                  <a:pt x="3622" y="94"/>
                  <a:pt x="3612" y="93"/>
                  <a:pt x="3607" y="88"/>
                </a:cubicBezTo>
                <a:cubicBezTo>
                  <a:pt x="3553" y="69"/>
                  <a:pt x="3545" y="69"/>
                  <a:pt x="3539" y="65"/>
                </a:cubicBezTo>
                <a:cubicBezTo>
                  <a:pt x="3500" y="46"/>
                  <a:pt x="3489" y="45"/>
                  <a:pt x="3481" y="40"/>
                </a:cubicBezTo>
                <a:cubicBezTo>
                  <a:pt x="3448" y="23"/>
                  <a:pt x="3449" y="17"/>
                  <a:pt x="3444" y="19"/>
                </a:cubicBezTo>
                <a:cubicBezTo>
                  <a:pt x="3422" y="2"/>
                  <a:pt x="3421" y="1"/>
                  <a:pt x="3421" y="0"/>
                </a:cubicBezTo>
                <a:close/>
                <a:moveTo>
                  <a:pt x="2120" y="152"/>
                </a:moveTo>
                <a:cubicBezTo>
                  <a:pt x="2122" y="149"/>
                  <a:pt x="2127" y="152"/>
                  <a:pt x="2126" y="145"/>
                </a:cubicBezTo>
                <a:cubicBezTo>
                  <a:pt x="2128" y="141"/>
                  <a:pt x="2129" y="136"/>
                  <a:pt x="2130" y="132"/>
                </a:cubicBezTo>
                <a:cubicBezTo>
                  <a:pt x="2133" y="135"/>
                  <a:pt x="2137" y="123"/>
                  <a:pt x="2133" y="124"/>
                </a:cubicBezTo>
                <a:cubicBezTo>
                  <a:pt x="2133" y="119"/>
                  <a:pt x="2138" y="121"/>
                  <a:pt x="2138" y="114"/>
                </a:cubicBezTo>
                <a:cubicBezTo>
                  <a:pt x="2137" y="106"/>
                  <a:pt x="2141" y="96"/>
                  <a:pt x="2144" y="86"/>
                </a:cubicBezTo>
                <a:cubicBezTo>
                  <a:pt x="2144" y="69"/>
                  <a:pt x="2149" y="48"/>
                  <a:pt x="2154" y="28"/>
                </a:cubicBezTo>
                <a:cubicBezTo>
                  <a:pt x="2152" y="20"/>
                  <a:pt x="2156" y="9"/>
                  <a:pt x="2156" y="0"/>
                </a:cubicBezTo>
                <a:cubicBezTo>
                  <a:pt x="2146" y="0"/>
                  <a:pt x="2146" y="0"/>
                  <a:pt x="2146" y="0"/>
                </a:cubicBezTo>
                <a:cubicBezTo>
                  <a:pt x="2146" y="12"/>
                  <a:pt x="2145" y="24"/>
                  <a:pt x="2146" y="35"/>
                </a:cubicBezTo>
                <a:cubicBezTo>
                  <a:pt x="2140" y="38"/>
                  <a:pt x="2145" y="45"/>
                  <a:pt x="2140" y="53"/>
                </a:cubicBezTo>
                <a:cubicBezTo>
                  <a:pt x="2143" y="59"/>
                  <a:pt x="2137" y="69"/>
                  <a:pt x="2135" y="77"/>
                </a:cubicBezTo>
                <a:cubicBezTo>
                  <a:pt x="2143" y="79"/>
                  <a:pt x="2129" y="83"/>
                  <a:pt x="2136" y="84"/>
                </a:cubicBezTo>
                <a:cubicBezTo>
                  <a:pt x="2134" y="88"/>
                  <a:pt x="2133" y="92"/>
                  <a:pt x="2132" y="96"/>
                </a:cubicBezTo>
                <a:cubicBezTo>
                  <a:pt x="2127" y="106"/>
                  <a:pt x="2131" y="111"/>
                  <a:pt x="2127" y="120"/>
                </a:cubicBezTo>
                <a:cubicBezTo>
                  <a:pt x="2126" y="127"/>
                  <a:pt x="2123" y="131"/>
                  <a:pt x="2120" y="136"/>
                </a:cubicBezTo>
                <a:cubicBezTo>
                  <a:pt x="2119" y="142"/>
                  <a:pt x="2114" y="150"/>
                  <a:pt x="2120" y="152"/>
                </a:cubicBezTo>
                <a:close/>
                <a:moveTo>
                  <a:pt x="3473" y="21"/>
                </a:moveTo>
                <a:cubicBezTo>
                  <a:pt x="3474" y="26"/>
                  <a:pt x="3481" y="23"/>
                  <a:pt x="3482" y="27"/>
                </a:cubicBezTo>
                <a:cubicBezTo>
                  <a:pt x="3525" y="42"/>
                  <a:pt x="3529" y="41"/>
                  <a:pt x="3529" y="43"/>
                </a:cubicBezTo>
                <a:cubicBezTo>
                  <a:pt x="3556" y="50"/>
                  <a:pt x="3560" y="53"/>
                  <a:pt x="3565" y="54"/>
                </a:cubicBezTo>
                <a:cubicBezTo>
                  <a:pt x="3587" y="59"/>
                  <a:pt x="3590" y="63"/>
                  <a:pt x="3596" y="63"/>
                </a:cubicBezTo>
                <a:cubicBezTo>
                  <a:pt x="3658" y="81"/>
                  <a:pt x="3665" y="83"/>
                  <a:pt x="3672" y="84"/>
                </a:cubicBezTo>
                <a:cubicBezTo>
                  <a:pt x="3705" y="94"/>
                  <a:pt x="3704" y="100"/>
                  <a:pt x="3710" y="98"/>
                </a:cubicBezTo>
                <a:cubicBezTo>
                  <a:pt x="3741" y="113"/>
                  <a:pt x="3750" y="122"/>
                  <a:pt x="3762" y="128"/>
                </a:cubicBezTo>
                <a:cubicBezTo>
                  <a:pt x="3734" y="106"/>
                  <a:pt x="3735" y="102"/>
                  <a:pt x="3732" y="101"/>
                </a:cubicBezTo>
                <a:cubicBezTo>
                  <a:pt x="3703" y="87"/>
                  <a:pt x="3695" y="86"/>
                  <a:pt x="3691" y="80"/>
                </a:cubicBezTo>
                <a:cubicBezTo>
                  <a:pt x="3643" y="67"/>
                  <a:pt x="3634" y="68"/>
                  <a:pt x="3631" y="63"/>
                </a:cubicBezTo>
                <a:cubicBezTo>
                  <a:pt x="3595" y="53"/>
                  <a:pt x="3580" y="51"/>
                  <a:pt x="3566" y="45"/>
                </a:cubicBezTo>
                <a:cubicBezTo>
                  <a:pt x="3521" y="29"/>
                  <a:pt x="3512" y="29"/>
                  <a:pt x="3506" y="25"/>
                </a:cubicBezTo>
                <a:cubicBezTo>
                  <a:pt x="3450" y="1"/>
                  <a:pt x="3450" y="1"/>
                  <a:pt x="3449" y="0"/>
                </a:cubicBezTo>
                <a:cubicBezTo>
                  <a:pt x="3460" y="14"/>
                  <a:pt x="3465" y="20"/>
                  <a:pt x="3473" y="21"/>
                </a:cubicBezTo>
                <a:close/>
                <a:moveTo>
                  <a:pt x="3620" y="24"/>
                </a:moveTo>
                <a:cubicBezTo>
                  <a:pt x="3631" y="33"/>
                  <a:pt x="3648" y="37"/>
                  <a:pt x="3660" y="45"/>
                </a:cubicBezTo>
                <a:cubicBezTo>
                  <a:pt x="3693" y="63"/>
                  <a:pt x="3695" y="64"/>
                  <a:pt x="3697" y="64"/>
                </a:cubicBezTo>
                <a:cubicBezTo>
                  <a:pt x="3679" y="44"/>
                  <a:pt x="3672" y="47"/>
                  <a:pt x="3673" y="40"/>
                </a:cubicBezTo>
                <a:cubicBezTo>
                  <a:pt x="3676" y="28"/>
                  <a:pt x="3672" y="29"/>
                  <a:pt x="3670" y="27"/>
                </a:cubicBezTo>
                <a:cubicBezTo>
                  <a:pt x="3650" y="7"/>
                  <a:pt x="3647" y="4"/>
                  <a:pt x="3644" y="0"/>
                </a:cubicBezTo>
                <a:cubicBezTo>
                  <a:pt x="3635" y="4"/>
                  <a:pt x="3633" y="2"/>
                  <a:pt x="3633" y="1"/>
                </a:cubicBezTo>
                <a:cubicBezTo>
                  <a:pt x="3612" y="3"/>
                  <a:pt x="3615" y="4"/>
                  <a:pt x="3618" y="7"/>
                </a:cubicBezTo>
                <a:cubicBezTo>
                  <a:pt x="3628" y="5"/>
                  <a:pt x="3633" y="12"/>
                  <a:pt x="3636" y="12"/>
                </a:cubicBezTo>
                <a:cubicBezTo>
                  <a:pt x="3662" y="38"/>
                  <a:pt x="3670" y="35"/>
                  <a:pt x="3669" y="42"/>
                </a:cubicBezTo>
                <a:cubicBezTo>
                  <a:pt x="3626" y="22"/>
                  <a:pt x="3626" y="19"/>
                  <a:pt x="3622" y="19"/>
                </a:cubicBezTo>
                <a:cubicBezTo>
                  <a:pt x="3555" y="0"/>
                  <a:pt x="3555" y="0"/>
                  <a:pt x="3555" y="0"/>
                </a:cubicBezTo>
                <a:close/>
                <a:moveTo>
                  <a:pt x="3212" y="33"/>
                </a:moveTo>
                <a:cubicBezTo>
                  <a:pt x="3206" y="33"/>
                  <a:pt x="3205" y="37"/>
                  <a:pt x="3203" y="40"/>
                </a:cubicBezTo>
                <a:cubicBezTo>
                  <a:pt x="3189" y="62"/>
                  <a:pt x="3182" y="63"/>
                  <a:pt x="3181" y="70"/>
                </a:cubicBezTo>
                <a:cubicBezTo>
                  <a:pt x="3156" y="101"/>
                  <a:pt x="3153" y="105"/>
                  <a:pt x="3149" y="110"/>
                </a:cubicBezTo>
                <a:cubicBezTo>
                  <a:pt x="3127" y="142"/>
                  <a:pt x="3121" y="145"/>
                  <a:pt x="3117" y="149"/>
                </a:cubicBezTo>
                <a:cubicBezTo>
                  <a:pt x="3095" y="182"/>
                  <a:pt x="3097" y="191"/>
                  <a:pt x="3089" y="192"/>
                </a:cubicBezTo>
                <a:cubicBezTo>
                  <a:pt x="3072" y="230"/>
                  <a:pt x="3070" y="235"/>
                  <a:pt x="3067" y="240"/>
                </a:cubicBezTo>
                <a:cubicBezTo>
                  <a:pt x="3055" y="279"/>
                  <a:pt x="3050" y="279"/>
                  <a:pt x="3052" y="285"/>
                </a:cubicBezTo>
                <a:cubicBezTo>
                  <a:pt x="3062" y="273"/>
                  <a:pt x="3059" y="266"/>
                  <a:pt x="3062" y="264"/>
                </a:cubicBezTo>
                <a:cubicBezTo>
                  <a:pt x="3091" y="212"/>
                  <a:pt x="3094" y="199"/>
                  <a:pt x="3102" y="189"/>
                </a:cubicBezTo>
                <a:cubicBezTo>
                  <a:pt x="3129" y="153"/>
                  <a:pt x="3131" y="147"/>
                  <a:pt x="3134" y="141"/>
                </a:cubicBezTo>
                <a:cubicBezTo>
                  <a:pt x="3178" y="91"/>
                  <a:pt x="3180" y="84"/>
                  <a:pt x="3184" y="79"/>
                </a:cubicBezTo>
                <a:cubicBezTo>
                  <a:pt x="3206" y="54"/>
                  <a:pt x="3203" y="47"/>
                  <a:pt x="3210" y="48"/>
                </a:cubicBezTo>
                <a:cubicBezTo>
                  <a:pt x="3230" y="23"/>
                  <a:pt x="3232" y="21"/>
                  <a:pt x="3235" y="18"/>
                </a:cubicBezTo>
                <a:cubicBezTo>
                  <a:pt x="3236" y="0"/>
                  <a:pt x="3236" y="0"/>
                  <a:pt x="3236" y="0"/>
                </a:cubicBezTo>
                <a:close/>
                <a:moveTo>
                  <a:pt x="3233" y="56"/>
                </a:moveTo>
                <a:cubicBezTo>
                  <a:pt x="3233" y="58"/>
                  <a:pt x="3230" y="57"/>
                  <a:pt x="3229" y="58"/>
                </a:cubicBezTo>
                <a:cubicBezTo>
                  <a:pt x="3216" y="75"/>
                  <a:pt x="3212" y="85"/>
                  <a:pt x="3202" y="90"/>
                </a:cubicBezTo>
                <a:cubicBezTo>
                  <a:pt x="3171" y="129"/>
                  <a:pt x="3166" y="132"/>
                  <a:pt x="3164" y="137"/>
                </a:cubicBezTo>
                <a:cubicBezTo>
                  <a:pt x="3139" y="170"/>
                  <a:pt x="3133" y="178"/>
                  <a:pt x="3126" y="185"/>
                </a:cubicBezTo>
                <a:cubicBezTo>
                  <a:pt x="3100" y="228"/>
                  <a:pt x="3098" y="230"/>
                  <a:pt x="3099" y="233"/>
                </a:cubicBezTo>
                <a:cubicBezTo>
                  <a:pt x="3089" y="255"/>
                  <a:pt x="3084" y="261"/>
                  <a:pt x="3082" y="269"/>
                </a:cubicBezTo>
                <a:cubicBezTo>
                  <a:pt x="3073" y="289"/>
                  <a:pt x="3070" y="294"/>
                  <a:pt x="3071" y="301"/>
                </a:cubicBezTo>
                <a:cubicBezTo>
                  <a:pt x="3061" y="337"/>
                  <a:pt x="3052" y="344"/>
                  <a:pt x="3059" y="348"/>
                </a:cubicBezTo>
                <a:cubicBezTo>
                  <a:pt x="3069" y="311"/>
                  <a:pt x="3071" y="307"/>
                  <a:pt x="3073" y="305"/>
                </a:cubicBezTo>
                <a:cubicBezTo>
                  <a:pt x="3087" y="271"/>
                  <a:pt x="3088" y="268"/>
                  <a:pt x="3090" y="264"/>
                </a:cubicBezTo>
                <a:cubicBezTo>
                  <a:pt x="3111" y="237"/>
                  <a:pt x="3106" y="228"/>
                  <a:pt x="3109" y="226"/>
                </a:cubicBezTo>
                <a:cubicBezTo>
                  <a:pt x="3127" y="208"/>
                  <a:pt x="3122" y="199"/>
                  <a:pt x="3129" y="201"/>
                </a:cubicBezTo>
                <a:cubicBezTo>
                  <a:pt x="3162" y="155"/>
                  <a:pt x="3164" y="153"/>
                  <a:pt x="3165" y="150"/>
                </a:cubicBezTo>
                <a:cubicBezTo>
                  <a:pt x="3190" y="125"/>
                  <a:pt x="3187" y="118"/>
                  <a:pt x="3191" y="117"/>
                </a:cubicBezTo>
                <a:cubicBezTo>
                  <a:pt x="3208" y="99"/>
                  <a:pt x="3213" y="99"/>
                  <a:pt x="3214" y="94"/>
                </a:cubicBezTo>
                <a:cubicBezTo>
                  <a:pt x="3234" y="64"/>
                  <a:pt x="3239" y="64"/>
                  <a:pt x="3242" y="61"/>
                </a:cubicBezTo>
                <a:cubicBezTo>
                  <a:pt x="3259" y="28"/>
                  <a:pt x="3265" y="28"/>
                  <a:pt x="3268" y="25"/>
                </a:cubicBezTo>
                <a:cubicBezTo>
                  <a:pt x="3279" y="1"/>
                  <a:pt x="3279" y="1"/>
                  <a:pt x="3279" y="0"/>
                </a:cubicBezTo>
                <a:cubicBezTo>
                  <a:pt x="3256" y="19"/>
                  <a:pt x="3257" y="22"/>
                  <a:pt x="3257" y="25"/>
                </a:cubicBezTo>
                <a:cubicBezTo>
                  <a:pt x="3238" y="46"/>
                  <a:pt x="3237" y="52"/>
                  <a:pt x="3233" y="56"/>
                </a:cubicBezTo>
                <a:close/>
                <a:moveTo>
                  <a:pt x="3266" y="58"/>
                </a:moveTo>
                <a:cubicBezTo>
                  <a:pt x="3268" y="64"/>
                  <a:pt x="3258" y="61"/>
                  <a:pt x="3262" y="69"/>
                </a:cubicBezTo>
                <a:cubicBezTo>
                  <a:pt x="3249" y="91"/>
                  <a:pt x="3245" y="92"/>
                  <a:pt x="3242" y="94"/>
                </a:cubicBezTo>
                <a:cubicBezTo>
                  <a:pt x="3222" y="121"/>
                  <a:pt x="3222" y="124"/>
                  <a:pt x="3220" y="124"/>
                </a:cubicBezTo>
                <a:cubicBezTo>
                  <a:pt x="3204" y="138"/>
                  <a:pt x="3209" y="147"/>
                  <a:pt x="3202" y="145"/>
                </a:cubicBezTo>
                <a:cubicBezTo>
                  <a:pt x="3184" y="168"/>
                  <a:pt x="3181" y="176"/>
                  <a:pt x="3176" y="182"/>
                </a:cubicBezTo>
                <a:cubicBezTo>
                  <a:pt x="3160" y="206"/>
                  <a:pt x="3156" y="212"/>
                  <a:pt x="3152" y="219"/>
                </a:cubicBezTo>
                <a:cubicBezTo>
                  <a:pt x="3130" y="247"/>
                  <a:pt x="3133" y="254"/>
                  <a:pt x="3129" y="255"/>
                </a:cubicBezTo>
                <a:cubicBezTo>
                  <a:pt x="3116" y="278"/>
                  <a:pt x="3117" y="283"/>
                  <a:pt x="3116" y="287"/>
                </a:cubicBezTo>
                <a:cubicBezTo>
                  <a:pt x="3103" y="309"/>
                  <a:pt x="3107" y="317"/>
                  <a:pt x="3103" y="318"/>
                </a:cubicBezTo>
                <a:cubicBezTo>
                  <a:pt x="3104" y="323"/>
                  <a:pt x="3113" y="307"/>
                  <a:pt x="3118" y="289"/>
                </a:cubicBezTo>
                <a:cubicBezTo>
                  <a:pt x="3132" y="263"/>
                  <a:pt x="3133" y="261"/>
                  <a:pt x="3133" y="259"/>
                </a:cubicBezTo>
                <a:cubicBezTo>
                  <a:pt x="3152" y="235"/>
                  <a:pt x="3156" y="227"/>
                  <a:pt x="3159" y="218"/>
                </a:cubicBezTo>
                <a:cubicBezTo>
                  <a:pt x="3212" y="152"/>
                  <a:pt x="3211" y="146"/>
                  <a:pt x="3215" y="144"/>
                </a:cubicBezTo>
                <a:cubicBezTo>
                  <a:pt x="3233" y="123"/>
                  <a:pt x="3234" y="121"/>
                  <a:pt x="3235" y="119"/>
                </a:cubicBezTo>
                <a:cubicBezTo>
                  <a:pt x="3276" y="61"/>
                  <a:pt x="3281" y="54"/>
                  <a:pt x="3285" y="45"/>
                </a:cubicBezTo>
                <a:cubicBezTo>
                  <a:pt x="3304" y="7"/>
                  <a:pt x="3306" y="3"/>
                  <a:pt x="3307" y="0"/>
                </a:cubicBezTo>
                <a:cubicBezTo>
                  <a:pt x="3289" y="13"/>
                  <a:pt x="3289" y="20"/>
                  <a:pt x="3288" y="25"/>
                </a:cubicBezTo>
                <a:close/>
                <a:moveTo>
                  <a:pt x="3328" y="44"/>
                </a:moveTo>
                <a:cubicBezTo>
                  <a:pt x="3331" y="57"/>
                  <a:pt x="3320" y="58"/>
                  <a:pt x="3321" y="69"/>
                </a:cubicBezTo>
                <a:cubicBezTo>
                  <a:pt x="3291" y="125"/>
                  <a:pt x="3285" y="140"/>
                  <a:pt x="3274" y="151"/>
                </a:cubicBezTo>
                <a:cubicBezTo>
                  <a:pt x="3246" y="195"/>
                  <a:pt x="3240" y="199"/>
                  <a:pt x="3239" y="206"/>
                </a:cubicBezTo>
                <a:cubicBezTo>
                  <a:pt x="3207" y="239"/>
                  <a:pt x="3211" y="249"/>
                  <a:pt x="3203" y="248"/>
                </a:cubicBezTo>
                <a:cubicBezTo>
                  <a:pt x="3187" y="277"/>
                  <a:pt x="3183" y="280"/>
                  <a:pt x="3181" y="284"/>
                </a:cubicBezTo>
                <a:cubicBezTo>
                  <a:pt x="3135" y="346"/>
                  <a:pt x="3135" y="352"/>
                  <a:pt x="3131" y="356"/>
                </a:cubicBezTo>
                <a:cubicBezTo>
                  <a:pt x="3116" y="393"/>
                  <a:pt x="3117" y="386"/>
                  <a:pt x="3120" y="383"/>
                </a:cubicBezTo>
                <a:cubicBezTo>
                  <a:pt x="3155" y="333"/>
                  <a:pt x="3159" y="323"/>
                  <a:pt x="3168" y="316"/>
                </a:cubicBezTo>
                <a:cubicBezTo>
                  <a:pt x="3194" y="280"/>
                  <a:pt x="3194" y="276"/>
                  <a:pt x="3196" y="275"/>
                </a:cubicBezTo>
                <a:cubicBezTo>
                  <a:pt x="3222" y="247"/>
                  <a:pt x="3220" y="237"/>
                  <a:pt x="3226" y="235"/>
                </a:cubicBezTo>
                <a:cubicBezTo>
                  <a:pt x="3249" y="205"/>
                  <a:pt x="3250" y="199"/>
                  <a:pt x="3256" y="196"/>
                </a:cubicBezTo>
                <a:cubicBezTo>
                  <a:pt x="3279" y="168"/>
                  <a:pt x="3281" y="159"/>
                  <a:pt x="3286" y="152"/>
                </a:cubicBezTo>
                <a:cubicBezTo>
                  <a:pt x="3303" y="114"/>
                  <a:pt x="3312" y="117"/>
                  <a:pt x="3311" y="111"/>
                </a:cubicBezTo>
                <a:cubicBezTo>
                  <a:pt x="3332" y="68"/>
                  <a:pt x="3332" y="66"/>
                  <a:pt x="3332" y="64"/>
                </a:cubicBezTo>
                <a:cubicBezTo>
                  <a:pt x="3341" y="43"/>
                  <a:pt x="3345" y="38"/>
                  <a:pt x="3347" y="30"/>
                </a:cubicBezTo>
                <a:cubicBezTo>
                  <a:pt x="3353" y="4"/>
                  <a:pt x="3354" y="3"/>
                  <a:pt x="3355" y="0"/>
                </a:cubicBezTo>
                <a:cubicBezTo>
                  <a:pt x="3335" y="30"/>
                  <a:pt x="3335" y="40"/>
                  <a:pt x="3328" y="44"/>
                </a:cubicBezTo>
                <a:close/>
                <a:moveTo>
                  <a:pt x="3306" y="46"/>
                </a:moveTo>
                <a:cubicBezTo>
                  <a:pt x="3299" y="56"/>
                  <a:pt x="3294" y="69"/>
                  <a:pt x="3289" y="82"/>
                </a:cubicBezTo>
                <a:cubicBezTo>
                  <a:pt x="3270" y="121"/>
                  <a:pt x="3264" y="120"/>
                  <a:pt x="3266" y="125"/>
                </a:cubicBezTo>
                <a:cubicBezTo>
                  <a:pt x="3247" y="151"/>
                  <a:pt x="3249" y="157"/>
                  <a:pt x="3247" y="159"/>
                </a:cubicBezTo>
                <a:cubicBezTo>
                  <a:pt x="3229" y="187"/>
                  <a:pt x="3227" y="190"/>
                  <a:pt x="3223" y="190"/>
                </a:cubicBezTo>
                <a:cubicBezTo>
                  <a:pt x="3198" y="226"/>
                  <a:pt x="3193" y="239"/>
                  <a:pt x="3183" y="247"/>
                </a:cubicBezTo>
                <a:cubicBezTo>
                  <a:pt x="3145" y="300"/>
                  <a:pt x="3145" y="309"/>
                  <a:pt x="3137" y="311"/>
                </a:cubicBezTo>
                <a:cubicBezTo>
                  <a:pt x="3114" y="353"/>
                  <a:pt x="3112" y="359"/>
                  <a:pt x="3108" y="364"/>
                </a:cubicBezTo>
                <a:cubicBezTo>
                  <a:pt x="3095" y="396"/>
                  <a:pt x="3095" y="401"/>
                  <a:pt x="3093" y="404"/>
                </a:cubicBezTo>
                <a:cubicBezTo>
                  <a:pt x="3091" y="418"/>
                  <a:pt x="3095" y="414"/>
                  <a:pt x="3096" y="408"/>
                </a:cubicBezTo>
                <a:cubicBezTo>
                  <a:pt x="3109" y="368"/>
                  <a:pt x="3117" y="366"/>
                  <a:pt x="3116" y="359"/>
                </a:cubicBezTo>
                <a:cubicBezTo>
                  <a:pt x="3148" y="313"/>
                  <a:pt x="3149" y="307"/>
                  <a:pt x="3154" y="304"/>
                </a:cubicBezTo>
                <a:cubicBezTo>
                  <a:pt x="3186" y="258"/>
                  <a:pt x="3191" y="256"/>
                  <a:pt x="3192" y="249"/>
                </a:cubicBezTo>
                <a:cubicBezTo>
                  <a:pt x="3234" y="190"/>
                  <a:pt x="3236" y="186"/>
                  <a:pt x="3239" y="182"/>
                </a:cubicBezTo>
                <a:cubicBezTo>
                  <a:pt x="3255" y="158"/>
                  <a:pt x="3264" y="150"/>
                  <a:pt x="3267" y="138"/>
                </a:cubicBezTo>
                <a:cubicBezTo>
                  <a:pt x="3306" y="78"/>
                  <a:pt x="3301" y="66"/>
                  <a:pt x="3308" y="66"/>
                </a:cubicBezTo>
                <a:cubicBezTo>
                  <a:pt x="3324" y="32"/>
                  <a:pt x="3322" y="26"/>
                  <a:pt x="3325" y="25"/>
                </a:cubicBezTo>
                <a:cubicBezTo>
                  <a:pt x="3322" y="0"/>
                  <a:pt x="3322" y="0"/>
                  <a:pt x="3322" y="0"/>
                </a:cubicBezTo>
                <a:cubicBezTo>
                  <a:pt x="3310" y="26"/>
                  <a:pt x="3313" y="33"/>
                  <a:pt x="3310" y="35"/>
                </a:cubicBezTo>
                <a:close/>
                <a:moveTo>
                  <a:pt x="1833" y="144"/>
                </a:moveTo>
                <a:cubicBezTo>
                  <a:pt x="1834" y="148"/>
                  <a:pt x="1831" y="154"/>
                  <a:pt x="1834" y="158"/>
                </a:cubicBezTo>
                <a:cubicBezTo>
                  <a:pt x="1833" y="176"/>
                  <a:pt x="1836" y="192"/>
                  <a:pt x="1833" y="212"/>
                </a:cubicBezTo>
                <a:cubicBezTo>
                  <a:pt x="1835" y="220"/>
                  <a:pt x="1835" y="229"/>
                  <a:pt x="1835" y="238"/>
                </a:cubicBezTo>
                <a:cubicBezTo>
                  <a:pt x="1833" y="244"/>
                  <a:pt x="1838" y="245"/>
                  <a:pt x="1835" y="251"/>
                </a:cubicBezTo>
                <a:cubicBezTo>
                  <a:pt x="1841" y="253"/>
                  <a:pt x="1829" y="264"/>
                  <a:pt x="1838" y="264"/>
                </a:cubicBezTo>
                <a:cubicBezTo>
                  <a:pt x="1842" y="241"/>
                  <a:pt x="1841" y="220"/>
                  <a:pt x="1839" y="200"/>
                </a:cubicBezTo>
                <a:cubicBezTo>
                  <a:pt x="1843" y="193"/>
                  <a:pt x="1838" y="190"/>
                  <a:pt x="1842" y="183"/>
                </a:cubicBezTo>
                <a:cubicBezTo>
                  <a:pt x="1838" y="180"/>
                  <a:pt x="1844" y="172"/>
                  <a:pt x="1840" y="168"/>
                </a:cubicBezTo>
                <a:cubicBezTo>
                  <a:pt x="1842" y="156"/>
                  <a:pt x="1839" y="146"/>
                  <a:pt x="1841" y="135"/>
                </a:cubicBezTo>
                <a:cubicBezTo>
                  <a:pt x="1838" y="133"/>
                  <a:pt x="1840" y="132"/>
                  <a:pt x="1842" y="130"/>
                </a:cubicBezTo>
                <a:cubicBezTo>
                  <a:pt x="1842" y="128"/>
                  <a:pt x="1841" y="125"/>
                  <a:pt x="1839" y="123"/>
                </a:cubicBezTo>
                <a:cubicBezTo>
                  <a:pt x="1838" y="118"/>
                  <a:pt x="1843" y="111"/>
                  <a:pt x="1840" y="107"/>
                </a:cubicBezTo>
                <a:cubicBezTo>
                  <a:pt x="1841" y="96"/>
                  <a:pt x="1841" y="85"/>
                  <a:pt x="1840" y="75"/>
                </a:cubicBezTo>
                <a:cubicBezTo>
                  <a:pt x="1842" y="53"/>
                  <a:pt x="1847" y="28"/>
                  <a:pt x="1852" y="4"/>
                </a:cubicBezTo>
                <a:cubicBezTo>
                  <a:pt x="1853" y="3"/>
                  <a:pt x="1853" y="2"/>
                  <a:pt x="1853" y="0"/>
                </a:cubicBezTo>
                <a:cubicBezTo>
                  <a:pt x="1845" y="0"/>
                  <a:pt x="1845" y="0"/>
                  <a:pt x="1845" y="0"/>
                </a:cubicBezTo>
                <a:cubicBezTo>
                  <a:pt x="1842" y="19"/>
                  <a:pt x="1837" y="36"/>
                  <a:pt x="1834" y="51"/>
                </a:cubicBezTo>
                <a:cubicBezTo>
                  <a:pt x="1833" y="68"/>
                  <a:pt x="1832" y="87"/>
                  <a:pt x="1831" y="105"/>
                </a:cubicBezTo>
                <a:cubicBezTo>
                  <a:pt x="1833" y="113"/>
                  <a:pt x="1831" y="122"/>
                  <a:pt x="1833" y="130"/>
                </a:cubicBezTo>
                <a:cubicBezTo>
                  <a:pt x="1832" y="135"/>
                  <a:pt x="1833" y="139"/>
                  <a:pt x="1833" y="144"/>
                </a:cubicBezTo>
                <a:close/>
                <a:moveTo>
                  <a:pt x="0" y="2063"/>
                </a:moveTo>
                <a:cubicBezTo>
                  <a:pt x="0" y="2074"/>
                  <a:pt x="0" y="2074"/>
                  <a:pt x="0" y="2074"/>
                </a:cubicBezTo>
                <a:cubicBezTo>
                  <a:pt x="3" y="2076"/>
                  <a:pt x="5" y="2078"/>
                  <a:pt x="8" y="2080"/>
                </a:cubicBezTo>
                <a:cubicBezTo>
                  <a:pt x="33" y="2102"/>
                  <a:pt x="57" y="2123"/>
                  <a:pt x="79" y="2145"/>
                </a:cubicBezTo>
                <a:cubicBezTo>
                  <a:pt x="83" y="2150"/>
                  <a:pt x="87" y="2155"/>
                  <a:pt x="91" y="2160"/>
                </a:cubicBezTo>
                <a:cubicBezTo>
                  <a:pt x="99" y="2160"/>
                  <a:pt x="99" y="2160"/>
                  <a:pt x="99" y="2160"/>
                </a:cubicBezTo>
                <a:cubicBezTo>
                  <a:pt x="91" y="2149"/>
                  <a:pt x="84" y="2139"/>
                  <a:pt x="73" y="2128"/>
                </a:cubicBezTo>
                <a:cubicBezTo>
                  <a:pt x="49" y="2106"/>
                  <a:pt x="25" y="2082"/>
                  <a:pt x="0" y="2063"/>
                </a:cubicBezTo>
                <a:close/>
                <a:moveTo>
                  <a:pt x="3426" y="101"/>
                </a:moveTo>
                <a:cubicBezTo>
                  <a:pt x="3427" y="105"/>
                  <a:pt x="3433" y="102"/>
                  <a:pt x="3433" y="107"/>
                </a:cubicBezTo>
                <a:cubicBezTo>
                  <a:pt x="3466" y="129"/>
                  <a:pt x="3473" y="131"/>
                  <a:pt x="3477" y="137"/>
                </a:cubicBezTo>
                <a:cubicBezTo>
                  <a:pt x="3507" y="145"/>
                  <a:pt x="3507" y="155"/>
                  <a:pt x="3517" y="154"/>
                </a:cubicBezTo>
                <a:cubicBezTo>
                  <a:pt x="3564" y="174"/>
                  <a:pt x="3568" y="181"/>
                  <a:pt x="3578" y="180"/>
                </a:cubicBezTo>
                <a:cubicBezTo>
                  <a:pt x="3640" y="204"/>
                  <a:pt x="3649" y="204"/>
                  <a:pt x="3652" y="210"/>
                </a:cubicBezTo>
                <a:cubicBezTo>
                  <a:pt x="3735" y="234"/>
                  <a:pt x="3740" y="237"/>
                  <a:pt x="3746" y="238"/>
                </a:cubicBezTo>
                <a:cubicBezTo>
                  <a:pt x="3773" y="254"/>
                  <a:pt x="3787" y="255"/>
                  <a:pt x="3796" y="263"/>
                </a:cubicBezTo>
                <a:cubicBezTo>
                  <a:pt x="3834" y="280"/>
                  <a:pt x="3836" y="285"/>
                  <a:pt x="3840" y="287"/>
                </a:cubicBezTo>
                <a:cubicBezTo>
                  <a:pt x="3828" y="268"/>
                  <a:pt x="3815" y="266"/>
                  <a:pt x="3807" y="258"/>
                </a:cubicBezTo>
                <a:cubicBezTo>
                  <a:pt x="3762" y="240"/>
                  <a:pt x="3755" y="231"/>
                  <a:pt x="3741" y="230"/>
                </a:cubicBezTo>
                <a:cubicBezTo>
                  <a:pt x="3722" y="217"/>
                  <a:pt x="3714" y="217"/>
                  <a:pt x="3708" y="217"/>
                </a:cubicBezTo>
                <a:cubicBezTo>
                  <a:pt x="3661" y="197"/>
                  <a:pt x="3650" y="199"/>
                  <a:pt x="3645" y="195"/>
                </a:cubicBezTo>
                <a:cubicBezTo>
                  <a:pt x="3599" y="178"/>
                  <a:pt x="3586" y="177"/>
                  <a:pt x="3580" y="169"/>
                </a:cubicBezTo>
                <a:cubicBezTo>
                  <a:pt x="3514" y="144"/>
                  <a:pt x="3501" y="134"/>
                  <a:pt x="3483" y="130"/>
                </a:cubicBezTo>
                <a:cubicBezTo>
                  <a:pt x="3463" y="111"/>
                  <a:pt x="3458" y="112"/>
                  <a:pt x="3455" y="110"/>
                </a:cubicBezTo>
                <a:cubicBezTo>
                  <a:pt x="3436" y="101"/>
                  <a:pt x="3434" y="92"/>
                  <a:pt x="3425" y="90"/>
                </a:cubicBezTo>
                <a:cubicBezTo>
                  <a:pt x="3423" y="83"/>
                  <a:pt x="3430" y="83"/>
                  <a:pt x="3432" y="87"/>
                </a:cubicBezTo>
                <a:cubicBezTo>
                  <a:pt x="3449" y="100"/>
                  <a:pt x="3451" y="102"/>
                  <a:pt x="3455" y="101"/>
                </a:cubicBezTo>
                <a:cubicBezTo>
                  <a:pt x="3485" y="120"/>
                  <a:pt x="3492" y="126"/>
                  <a:pt x="3502" y="128"/>
                </a:cubicBezTo>
                <a:cubicBezTo>
                  <a:pt x="3535" y="145"/>
                  <a:pt x="3541" y="152"/>
                  <a:pt x="3552" y="153"/>
                </a:cubicBezTo>
                <a:cubicBezTo>
                  <a:pt x="3582" y="166"/>
                  <a:pt x="3589" y="165"/>
                  <a:pt x="3591" y="170"/>
                </a:cubicBezTo>
                <a:cubicBezTo>
                  <a:pt x="3647" y="181"/>
                  <a:pt x="3653" y="188"/>
                  <a:pt x="3664" y="189"/>
                </a:cubicBezTo>
                <a:cubicBezTo>
                  <a:pt x="3699" y="198"/>
                  <a:pt x="3710" y="200"/>
                  <a:pt x="3720" y="203"/>
                </a:cubicBezTo>
                <a:cubicBezTo>
                  <a:pt x="3763" y="221"/>
                  <a:pt x="3768" y="222"/>
                  <a:pt x="3774" y="223"/>
                </a:cubicBezTo>
                <a:cubicBezTo>
                  <a:pt x="3810" y="245"/>
                  <a:pt x="3813" y="246"/>
                  <a:pt x="3814" y="246"/>
                </a:cubicBezTo>
                <a:cubicBezTo>
                  <a:pt x="3799" y="228"/>
                  <a:pt x="3790" y="229"/>
                  <a:pt x="3787" y="222"/>
                </a:cubicBezTo>
                <a:cubicBezTo>
                  <a:pt x="3747" y="202"/>
                  <a:pt x="3743" y="201"/>
                  <a:pt x="3739" y="201"/>
                </a:cubicBezTo>
                <a:cubicBezTo>
                  <a:pt x="3695" y="187"/>
                  <a:pt x="3682" y="182"/>
                  <a:pt x="3664" y="183"/>
                </a:cubicBezTo>
                <a:cubicBezTo>
                  <a:pt x="3625" y="169"/>
                  <a:pt x="3620" y="165"/>
                  <a:pt x="3617" y="168"/>
                </a:cubicBezTo>
                <a:cubicBezTo>
                  <a:pt x="3539" y="138"/>
                  <a:pt x="3528" y="132"/>
                  <a:pt x="3518" y="127"/>
                </a:cubicBezTo>
                <a:cubicBezTo>
                  <a:pt x="3453" y="92"/>
                  <a:pt x="3452" y="89"/>
                  <a:pt x="3449" y="88"/>
                </a:cubicBezTo>
                <a:cubicBezTo>
                  <a:pt x="3426" y="67"/>
                  <a:pt x="3420" y="64"/>
                  <a:pt x="3415" y="62"/>
                </a:cubicBezTo>
                <a:cubicBezTo>
                  <a:pt x="3388" y="37"/>
                  <a:pt x="3389" y="32"/>
                  <a:pt x="3386" y="32"/>
                </a:cubicBezTo>
                <a:cubicBezTo>
                  <a:pt x="3402" y="34"/>
                  <a:pt x="3402" y="38"/>
                  <a:pt x="3404" y="39"/>
                </a:cubicBezTo>
                <a:cubicBezTo>
                  <a:pt x="3422" y="49"/>
                  <a:pt x="3421" y="55"/>
                  <a:pt x="3425" y="55"/>
                </a:cubicBezTo>
                <a:cubicBezTo>
                  <a:pt x="3447" y="71"/>
                  <a:pt x="3451" y="71"/>
                  <a:pt x="3451" y="75"/>
                </a:cubicBezTo>
                <a:cubicBezTo>
                  <a:pt x="3487" y="93"/>
                  <a:pt x="3490" y="98"/>
                  <a:pt x="3496" y="100"/>
                </a:cubicBezTo>
                <a:cubicBezTo>
                  <a:pt x="3542" y="119"/>
                  <a:pt x="3548" y="130"/>
                  <a:pt x="3564" y="131"/>
                </a:cubicBezTo>
                <a:cubicBezTo>
                  <a:pt x="3608" y="148"/>
                  <a:pt x="3621" y="146"/>
                  <a:pt x="3626" y="152"/>
                </a:cubicBezTo>
                <a:cubicBezTo>
                  <a:pt x="3717" y="160"/>
                  <a:pt x="3716" y="154"/>
                  <a:pt x="3710" y="155"/>
                </a:cubicBezTo>
                <a:cubicBezTo>
                  <a:pt x="3630" y="121"/>
                  <a:pt x="3616" y="106"/>
                  <a:pt x="3588" y="107"/>
                </a:cubicBezTo>
                <a:cubicBezTo>
                  <a:pt x="3522" y="77"/>
                  <a:pt x="3514" y="79"/>
                  <a:pt x="3512" y="73"/>
                </a:cubicBezTo>
                <a:cubicBezTo>
                  <a:pt x="3454" y="45"/>
                  <a:pt x="3444" y="40"/>
                  <a:pt x="3437" y="32"/>
                </a:cubicBezTo>
                <a:cubicBezTo>
                  <a:pt x="3419" y="23"/>
                  <a:pt x="3415" y="23"/>
                  <a:pt x="3416" y="19"/>
                </a:cubicBezTo>
                <a:cubicBezTo>
                  <a:pt x="3395" y="3"/>
                  <a:pt x="3393" y="2"/>
                  <a:pt x="3392" y="0"/>
                </a:cubicBezTo>
                <a:cubicBezTo>
                  <a:pt x="3358" y="12"/>
                  <a:pt x="3359" y="22"/>
                  <a:pt x="3360" y="31"/>
                </a:cubicBezTo>
                <a:cubicBezTo>
                  <a:pt x="3336" y="112"/>
                  <a:pt x="3336" y="117"/>
                  <a:pt x="3336" y="123"/>
                </a:cubicBezTo>
                <a:cubicBezTo>
                  <a:pt x="3321" y="150"/>
                  <a:pt x="3320" y="156"/>
                  <a:pt x="3317" y="159"/>
                </a:cubicBezTo>
                <a:cubicBezTo>
                  <a:pt x="3304" y="194"/>
                  <a:pt x="3296" y="199"/>
                  <a:pt x="3294" y="209"/>
                </a:cubicBezTo>
                <a:cubicBezTo>
                  <a:pt x="3283" y="219"/>
                  <a:pt x="3283" y="221"/>
                  <a:pt x="3282" y="223"/>
                </a:cubicBezTo>
                <a:cubicBezTo>
                  <a:pt x="3266" y="241"/>
                  <a:pt x="3269" y="250"/>
                  <a:pt x="3262" y="250"/>
                </a:cubicBezTo>
                <a:cubicBezTo>
                  <a:pt x="3229" y="295"/>
                  <a:pt x="3223" y="295"/>
                  <a:pt x="3221" y="299"/>
                </a:cubicBezTo>
                <a:cubicBezTo>
                  <a:pt x="3170" y="353"/>
                  <a:pt x="3162" y="358"/>
                  <a:pt x="3156" y="365"/>
                </a:cubicBezTo>
                <a:cubicBezTo>
                  <a:pt x="3137" y="388"/>
                  <a:pt x="3134" y="391"/>
                  <a:pt x="3132" y="395"/>
                </a:cubicBezTo>
                <a:cubicBezTo>
                  <a:pt x="3114" y="416"/>
                  <a:pt x="3113" y="418"/>
                  <a:pt x="3112" y="420"/>
                </a:cubicBezTo>
                <a:cubicBezTo>
                  <a:pt x="3122" y="411"/>
                  <a:pt x="3125" y="411"/>
                  <a:pt x="3126" y="408"/>
                </a:cubicBezTo>
                <a:cubicBezTo>
                  <a:pt x="3143" y="383"/>
                  <a:pt x="3152" y="383"/>
                  <a:pt x="3153" y="376"/>
                </a:cubicBezTo>
                <a:cubicBezTo>
                  <a:pt x="3211" y="324"/>
                  <a:pt x="3215" y="314"/>
                  <a:pt x="3224" y="308"/>
                </a:cubicBezTo>
                <a:cubicBezTo>
                  <a:pt x="3267" y="256"/>
                  <a:pt x="3271" y="256"/>
                  <a:pt x="3273" y="254"/>
                </a:cubicBezTo>
                <a:cubicBezTo>
                  <a:pt x="3290" y="222"/>
                  <a:pt x="3298" y="217"/>
                  <a:pt x="3300" y="208"/>
                </a:cubicBezTo>
                <a:cubicBezTo>
                  <a:pt x="3327" y="156"/>
                  <a:pt x="3333" y="155"/>
                  <a:pt x="3333" y="149"/>
                </a:cubicBezTo>
                <a:cubicBezTo>
                  <a:pt x="3360" y="77"/>
                  <a:pt x="3358" y="69"/>
                  <a:pt x="3360" y="66"/>
                </a:cubicBezTo>
                <a:cubicBezTo>
                  <a:pt x="3370" y="31"/>
                  <a:pt x="3365" y="21"/>
                  <a:pt x="3372" y="22"/>
                </a:cubicBezTo>
                <a:cubicBezTo>
                  <a:pt x="3365" y="85"/>
                  <a:pt x="3358" y="92"/>
                  <a:pt x="3362" y="97"/>
                </a:cubicBezTo>
                <a:cubicBezTo>
                  <a:pt x="3350" y="134"/>
                  <a:pt x="3348" y="136"/>
                  <a:pt x="3346" y="137"/>
                </a:cubicBezTo>
                <a:cubicBezTo>
                  <a:pt x="3335" y="157"/>
                  <a:pt x="3338" y="164"/>
                  <a:pt x="3334" y="164"/>
                </a:cubicBezTo>
                <a:cubicBezTo>
                  <a:pt x="3322" y="190"/>
                  <a:pt x="3320" y="192"/>
                  <a:pt x="3317" y="194"/>
                </a:cubicBezTo>
                <a:cubicBezTo>
                  <a:pt x="3288" y="230"/>
                  <a:pt x="3295" y="240"/>
                  <a:pt x="3289" y="240"/>
                </a:cubicBezTo>
                <a:cubicBezTo>
                  <a:pt x="3257" y="283"/>
                  <a:pt x="3258" y="287"/>
                  <a:pt x="3256" y="288"/>
                </a:cubicBezTo>
                <a:cubicBezTo>
                  <a:pt x="3239" y="311"/>
                  <a:pt x="3231" y="316"/>
                  <a:pt x="3225" y="323"/>
                </a:cubicBezTo>
                <a:cubicBezTo>
                  <a:pt x="3168" y="381"/>
                  <a:pt x="3169" y="385"/>
                  <a:pt x="3166" y="386"/>
                </a:cubicBezTo>
                <a:cubicBezTo>
                  <a:pt x="3148" y="408"/>
                  <a:pt x="3140" y="413"/>
                  <a:pt x="3136" y="421"/>
                </a:cubicBezTo>
                <a:cubicBezTo>
                  <a:pt x="3127" y="443"/>
                  <a:pt x="3128" y="438"/>
                  <a:pt x="3130" y="434"/>
                </a:cubicBezTo>
                <a:cubicBezTo>
                  <a:pt x="3153" y="408"/>
                  <a:pt x="3156" y="404"/>
                  <a:pt x="3159" y="400"/>
                </a:cubicBezTo>
                <a:cubicBezTo>
                  <a:pt x="3173" y="387"/>
                  <a:pt x="3177" y="383"/>
                  <a:pt x="3179" y="378"/>
                </a:cubicBezTo>
                <a:cubicBezTo>
                  <a:pt x="3197" y="369"/>
                  <a:pt x="3196" y="361"/>
                  <a:pt x="3202" y="359"/>
                </a:cubicBezTo>
                <a:cubicBezTo>
                  <a:pt x="3289" y="252"/>
                  <a:pt x="3303" y="239"/>
                  <a:pt x="3312" y="220"/>
                </a:cubicBezTo>
                <a:cubicBezTo>
                  <a:pt x="3339" y="180"/>
                  <a:pt x="3340" y="174"/>
                  <a:pt x="3344" y="170"/>
                </a:cubicBezTo>
                <a:cubicBezTo>
                  <a:pt x="3352" y="146"/>
                  <a:pt x="3355" y="145"/>
                  <a:pt x="3355" y="141"/>
                </a:cubicBezTo>
                <a:cubicBezTo>
                  <a:pt x="3368" y="101"/>
                  <a:pt x="3374" y="93"/>
                  <a:pt x="3374" y="81"/>
                </a:cubicBezTo>
                <a:cubicBezTo>
                  <a:pt x="3386" y="52"/>
                  <a:pt x="3387" y="59"/>
                  <a:pt x="3391" y="64"/>
                </a:cubicBezTo>
                <a:cubicBezTo>
                  <a:pt x="3383" y="109"/>
                  <a:pt x="3368" y="123"/>
                  <a:pt x="3368" y="151"/>
                </a:cubicBezTo>
                <a:cubicBezTo>
                  <a:pt x="3344" y="200"/>
                  <a:pt x="3339" y="213"/>
                  <a:pt x="3332" y="226"/>
                </a:cubicBezTo>
                <a:cubicBezTo>
                  <a:pt x="3301" y="269"/>
                  <a:pt x="3302" y="274"/>
                  <a:pt x="3301" y="278"/>
                </a:cubicBezTo>
                <a:cubicBezTo>
                  <a:pt x="3272" y="313"/>
                  <a:pt x="3268" y="314"/>
                  <a:pt x="3269" y="320"/>
                </a:cubicBezTo>
                <a:cubicBezTo>
                  <a:pt x="3225" y="362"/>
                  <a:pt x="3218" y="366"/>
                  <a:pt x="3213" y="372"/>
                </a:cubicBezTo>
                <a:cubicBezTo>
                  <a:pt x="3179" y="404"/>
                  <a:pt x="3178" y="407"/>
                  <a:pt x="3172" y="407"/>
                </a:cubicBezTo>
                <a:cubicBezTo>
                  <a:pt x="3180" y="408"/>
                  <a:pt x="3182" y="406"/>
                  <a:pt x="3185" y="404"/>
                </a:cubicBezTo>
                <a:cubicBezTo>
                  <a:pt x="3205" y="378"/>
                  <a:pt x="3215" y="382"/>
                  <a:pt x="3214" y="376"/>
                </a:cubicBezTo>
                <a:cubicBezTo>
                  <a:pt x="3265" y="334"/>
                  <a:pt x="3267" y="327"/>
                  <a:pt x="3271" y="322"/>
                </a:cubicBezTo>
                <a:cubicBezTo>
                  <a:pt x="3306" y="287"/>
                  <a:pt x="3304" y="280"/>
                  <a:pt x="3307" y="278"/>
                </a:cubicBezTo>
                <a:cubicBezTo>
                  <a:pt x="3333" y="243"/>
                  <a:pt x="3332" y="237"/>
                  <a:pt x="3337" y="236"/>
                </a:cubicBezTo>
                <a:cubicBezTo>
                  <a:pt x="3353" y="204"/>
                  <a:pt x="3355" y="198"/>
                  <a:pt x="3358" y="193"/>
                </a:cubicBezTo>
                <a:cubicBezTo>
                  <a:pt x="3386" y="121"/>
                  <a:pt x="3383" y="114"/>
                  <a:pt x="3385" y="113"/>
                </a:cubicBezTo>
                <a:cubicBezTo>
                  <a:pt x="3391" y="93"/>
                  <a:pt x="3387" y="87"/>
                  <a:pt x="3395" y="88"/>
                </a:cubicBezTo>
                <a:cubicBezTo>
                  <a:pt x="3390" y="147"/>
                  <a:pt x="3384" y="146"/>
                  <a:pt x="3386" y="152"/>
                </a:cubicBezTo>
                <a:cubicBezTo>
                  <a:pt x="3369" y="209"/>
                  <a:pt x="3374" y="218"/>
                  <a:pt x="3367" y="217"/>
                </a:cubicBezTo>
                <a:cubicBezTo>
                  <a:pt x="3331" y="288"/>
                  <a:pt x="3323" y="301"/>
                  <a:pt x="3317" y="314"/>
                </a:cubicBezTo>
                <a:cubicBezTo>
                  <a:pt x="3296" y="336"/>
                  <a:pt x="3293" y="336"/>
                  <a:pt x="3294" y="340"/>
                </a:cubicBezTo>
                <a:cubicBezTo>
                  <a:pt x="3283" y="348"/>
                  <a:pt x="3285" y="351"/>
                  <a:pt x="3284" y="351"/>
                </a:cubicBezTo>
                <a:cubicBezTo>
                  <a:pt x="3230" y="404"/>
                  <a:pt x="3232" y="418"/>
                  <a:pt x="3221" y="421"/>
                </a:cubicBezTo>
                <a:cubicBezTo>
                  <a:pt x="3201" y="467"/>
                  <a:pt x="3193" y="468"/>
                  <a:pt x="3195" y="476"/>
                </a:cubicBezTo>
                <a:cubicBezTo>
                  <a:pt x="3185" y="499"/>
                  <a:pt x="3182" y="502"/>
                  <a:pt x="3186" y="503"/>
                </a:cubicBezTo>
                <a:cubicBezTo>
                  <a:pt x="3209" y="452"/>
                  <a:pt x="3220" y="442"/>
                  <a:pt x="3224" y="428"/>
                </a:cubicBezTo>
                <a:cubicBezTo>
                  <a:pt x="3273" y="375"/>
                  <a:pt x="3279" y="367"/>
                  <a:pt x="3287" y="360"/>
                </a:cubicBezTo>
                <a:cubicBezTo>
                  <a:pt x="3305" y="342"/>
                  <a:pt x="3305" y="338"/>
                  <a:pt x="3307" y="337"/>
                </a:cubicBezTo>
                <a:cubicBezTo>
                  <a:pt x="3348" y="283"/>
                  <a:pt x="3350" y="279"/>
                  <a:pt x="3351" y="272"/>
                </a:cubicBezTo>
                <a:cubicBezTo>
                  <a:pt x="3379" y="229"/>
                  <a:pt x="3374" y="220"/>
                  <a:pt x="3378" y="218"/>
                </a:cubicBezTo>
                <a:cubicBezTo>
                  <a:pt x="3386" y="191"/>
                  <a:pt x="3387" y="187"/>
                  <a:pt x="3390" y="184"/>
                </a:cubicBezTo>
                <a:cubicBezTo>
                  <a:pt x="3406" y="145"/>
                  <a:pt x="3399" y="145"/>
                  <a:pt x="3404" y="153"/>
                </a:cubicBezTo>
                <a:cubicBezTo>
                  <a:pt x="3399" y="178"/>
                  <a:pt x="3398" y="180"/>
                  <a:pt x="3397" y="182"/>
                </a:cubicBezTo>
                <a:cubicBezTo>
                  <a:pt x="3387" y="219"/>
                  <a:pt x="3380" y="234"/>
                  <a:pt x="3376" y="251"/>
                </a:cubicBezTo>
                <a:cubicBezTo>
                  <a:pt x="3369" y="261"/>
                  <a:pt x="3370" y="263"/>
                  <a:pt x="3370" y="264"/>
                </a:cubicBezTo>
                <a:cubicBezTo>
                  <a:pt x="3349" y="302"/>
                  <a:pt x="3350" y="312"/>
                  <a:pt x="3343" y="317"/>
                </a:cubicBezTo>
                <a:cubicBezTo>
                  <a:pt x="3329" y="342"/>
                  <a:pt x="3327" y="345"/>
                  <a:pt x="3326" y="348"/>
                </a:cubicBezTo>
                <a:cubicBezTo>
                  <a:pt x="3309" y="373"/>
                  <a:pt x="3306" y="375"/>
                  <a:pt x="3306" y="380"/>
                </a:cubicBezTo>
                <a:cubicBezTo>
                  <a:pt x="3279" y="409"/>
                  <a:pt x="3279" y="415"/>
                  <a:pt x="3276" y="418"/>
                </a:cubicBezTo>
                <a:cubicBezTo>
                  <a:pt x="3256" y="453"/>
                  <a:pt x="3249" y="452"/>
                  <a:pt x="3250" y="459"/>
                </a:cubicBezTo>
                <a:cubicBezTo>
                  <a:pt x="3231" y="494"/>
                  <a:pt x="3234" y="503"/>
                  <a:pt x="3229" y="504"/>
                </a:cubicBezTo>
                <a:cubicBezTo>
                  <a:pt x="3228" y="556"/>
                  <a:pt x="3220" y="565"/>
                  <a:pt x="3229" y="567"/>
                </a:cubicBezTo>
                <a:cubicBezTo>
                  <a:pt x="3242" y="488"/>
                  <a:pt x="3247" y="481"/>
                  <a:pt x="3249" y="470"/>
                </a:cubicBezTo>
                <a:cubicBezTo>
                  <a:pt x="3269" y="440"/>
                  <a:pt x="3269" y="435"/>
                  <a:pt x="3275" y="435"/>
                </a:cubicBezTo>
                <a:cubicBezTo>
                  <a:pt x="3307" y="387"/>
                  <a:pt x="3311" y="385"/>
                  <a:pt x="3313" y="382"/>
                </a:cubicBezTo>
                <a:cubicBezTo>
                  <a:pt x="3339" y="343"/>
                  <a:pt x="3340" y="339"/>
                  <a:pt x="3342" y="336"/>
                </a:cubicBezTo>
                <a:cubicBezTo>
                  <a:pt x="3348" y="337"/>
                  <a:pt x="3342" y="339"/>
                  <a:pt x="3343" y="345"/>
                </a:cubicBezTo>
                <a:cubicBezTo>
                  <a:pt x="3330" y="361"/>
                  <a:pt x="3328" y="366"/>
                  <a:pt x="3327" y="372"/>
                </a:cubicBezTo>
                <a:cubicBezTo>
                  <a:pt x="3310" y="403"/>
                  <a:pt x="3307" y="407"/>
                  <a:pt x="3306" y="413"/>
                </a:cubicBezTo>
                <a:cubicBezTo>
                  <a:pt x="3272" y="477"/>
                  <a:pt x="3268" y="487"/>
                  <a:pt x="3266" y="499"/>
                </a:cubicBezTo>
                <a:cubicBezTo>
                  <a:pt x="3257" y="584"/>
                  <a:pt x="3258" y="602"/>
                  <a:pt x="3259" y="613"/>
                </a:cubicBezTo>
                <a:cubicBezTo>
                  <a:pt x="3262" y="591"/>
                  <a:pt x="3261" y="580"/>
                  <a:pt x="3260" y="569"/>
                </a:cubicBezTo>
                <a:cubicBezTo>
                  <a:pt x="3274" y="501"/>
                  <a:pt x="3273" y="491"/>
                  <a:pt x="3276" y="485"/>
                </a:cubicBezTo>
                <a:cubicBezTo>
                  <a:pt x="3286" y="463"/>
                  <a:pt x="3287" y="460"/>
                  <a:pt x="3290" y="458"/>
                </a:cubicBezTo>
                <a:cubicBezTo>
                  <a:pt x="3317" y="406"/>
                  <a:pt x="3319" y="398"/>
                  <a:pt x="3324" y="394"/>
                </a:cubicBezTo>
                <a:cubicBezTo>
                  <a:pt x="3347" y="355"/>
                  <a:pt x="3347" y="346"/>
                  <a:pt x="3354" y="342"/>
                </a:cubicBezTo>
                <a:cubicBezTo>
                  <a:pt x="3379" y="293"/>
                  <a:pt x="3383" y="279"/>
                  <a:pt x="3390" y="267"/>
                </a:cubicBezTo>
                <a:cubicBezTo>
                  <a:pt x="3402" y="242"/>
                  <a:pt x="3400" y="232"/>
                  <a:pt x="3407" y="229"/>
                </a:cubicBezTo>
                <a:cubicBezTo>
                  <a:pt x="3419" y="181"/>
                  <a:pt x="3415" y="173"/>
                  <a:pt x="3416" y="169"/>
                </a:cubicBezTo>
                <a:cubicBezTo>
                  <a:pt x="3428" y="157"/>
                  <a:pt x="3419" y="164"/>
                  <a:pt x="3420" y="174"/>
                </a:cubicBezTo>
                <a:cubicBezTo>
                  <a:pt x="3412" y="238"/>
                  <a:pt x="3415" y="245"/>
                  <a:pt x="3412" y="246"/>
                </a:cubicBezTo>
                <a:cubicBezTo>
                  <a:pt x="3399" y="288"/>
                  <a:pt x="3396" y="301"/>
                  <a:pt x="3388" y="311"/>
                </a:cubicBezTo>
                <a:cubicBezTo>
                  <a:pt x="3370" y="349"/>
                  <a:pt x="3371" y="354"/>
                  <a:pt x="3370" y="358"/>
                </a:cubicBezTo>
                <a:cubicBezTo>
                  <a:pt x="3348" y="399"/>
                  <a:pt x="3344" y="406"/>
                  <a:pt x="3341" y="415"/>
                </a:cubicBezTo>
                <a:cubicBezTo>
                  <a:pt x="3323" y="443"/>
                  <a:pt x="3322" y="453"/>
                  <a:pt x="3318" y="460"/>
                </a:cubicBezTo>
                <a:cubicBezTo>
                  <a:pt x="3302" y="501"/>
                  <a:pt x="3300" y="505"/>
                  <a:pt x="3300" y="510"/>
                </a:cubicBezTo>
                <a:cubicBezTo>
                  <a:pt x="3292" y="547"/>
                  <a:pt x="3289" y="556"/>
                  <a:pt x="3288" y="567"/>
                </a:cubicBezTo>
                <a:cubicBezTo>
                  <a:pt x="3294" y="608"/>
                  <a:pt x="3292" y="615"/>
                  <a:pt x="3298" y="613"/>
                </a:cubicBezTo>
                <a:cubicBezTo>
                  <a:pt x="3303" y="514"/>
                  <a:pt x="3308" y="512"/>
                  <a:pt x="3308" y="505"/>
                </a:cubicBezTo>
                <a:cubicBezTo>
                  <a:pt x="3321" y="471"/>
                  <a:pt x="3323" y="471"/>
                  <a:pt x="3323" y="467"/>
                </a:cubicBezTo>
                <a:cubicBezTo>
                  <a:pt x="3336" y="433"/>
                  <a:pt x="3345" y="427"/>
                  <a:pt x="3348" y="415"/>
                </a:cubicBezTo>
                <a:cubicBezTo>
                  <a:pt x="3384" y="349"/>
                  <a:pt x="3387" y="338"/>
                  <a:pt x="3392" y="329"/>
                </a:cubicBezTo>
                <a:cubicBezTo>
                  <a:pt x="3401" y="322"/>
                  <a:pt x="3392" y="343"/>
                  <a:pt x="3383" y="364"/>
                </a:cubicBezTo>
                <a:cubicBezTo>
                  <a:pt x="3368" y="400"/>
                  <a:pt x="3367" y="406"/>
                  <a:pt x="3365" y="411"/>
                </a:cubicBezTo>
                <a:cubicBezTo>
                  <a:pt x="3348" y="447"/>
                  <a:pt x="3349" y="456"/>
                  <a:pt x="3344" y="459"/>
                </a:cubicBezTo>
                <a:cubicBezTo>
                  <a:pt x="3328" y="515"/>
                  <a:pt x="3325" y="520"/>
                  <a:pt x="3325" y="528"/>
                </a:cubicBezTo>
                <a:cubicBezTo>
                  <a:pt x="3318" y="606"/>
                  <a:pt x="3323" y="617"/>
                  <a:pt x="3318" y="620"/>
                </a:cubicBezTo>
                <a:cubicBezTo>
                  <a:pt x="3332" y="669"/>
                  <a:pt x="3325" y="683"/>
                  <a:pt x="3332" y="682"/>
                </a:cubicBezTo>
                <a:cubicBezTo>
                  <a:pt x="3326" y="633"/>
                  <a:pt x="3325" y="621"/>
                  <a:pt x="3324" y="609"/>
                </a:cubicBezTo>
                <a:cubicBezTo>
                  <a:pt x="3333" y="543"/>
                  <a:pt x="3329" y="535"/>
                  <a:pt x="3330" y="532"/>
                </a:cubicBezTo>
                <a:cubicBezTo>
                  <a:pt x="3338" y="510"/>
                  <a:pt x="3335" y="503"/>
                  <a:pt x="3339" y="503"/>
                </a:cubicBezTo>
                <a:cubicBezTo>
                  <a:pt x="3360" y="438"/>
                  <a:pt x="3365" y="434"/>
                  <a:pt x="3366" y="427"/>
                </a:cubicBezTo>
                <a:cubicBezTo>
                  <a:pt x="3388" y="388"/>
                  <a:pt x="3385" y="376"/>
                  <a:pt x="3391" y="372"/>
                </a:cubicBezTo>
                <a:cubicBezTo>
                  <a:pt x="3405" y="344"/>
                  <a:pt x="3402" y="337"/>
                  <a:pt x="3406" y="336"/>
                </a:cubicBezTo>
                <a:cubicBezTo>
                  <a:pt x="3431" y="261"/>
                  <a:pt x="3430" y="249"/>
                  <a:pt x="3436" y="242"/>
                </a:cubicBezTo>
                <a:cubicBezTo>
                  <a:pt x="3440" y="222"/>
                  <a:pt x="3448" y="227"/>
                  <a:pt x="3442" y="233"/>
                </a:cubicBezTo>
                <a:cubicBezTo>
                  <a:pt x="3435" y="304"/>
                  <a:pt x="3435" y="312"/>
                  <a:pt x="3433" y="317"/>
                </a:cubicBezTo>
                <a:cubicBezTo>
                  <a:pt x="3426" y="349"/>
                  <a:pt x="3415" y="355"/>
                  <a:pt x="3417" y="373"/>
                </a:cubicBezTo>
                <a:cubicBezTo>
                  <a:pt x="3398" y="409"/>
                  <a:pt x="3395" y="419"/>
                  <a:pt x="3390" y="429"/>
                </a:cubicBezTo>
                <a:cubicBezTo>
                  <a:pt x="3374" y="468"/>
                  <a:pt x="3369" y="477"/>
                  <a:pt x="3364" y="486"/>
                </a:cubicBezTo>
                <a:cubicBezTo>
                  <a:pt x="3350" y="555"/>
                  <a:pt x="3342" y="561"/>
                  <a:pt x="3343" y="564"/>
                </a:cubicBezTo>
                <a:cubicBezTo>
                  <a:pt x="3337" y="589"/>
                  <a:pt x="3341" y="597"/>
                  <a:pt x="3336" y="597"/>
                </a:cubicBezTo>
                <a:cubicBezTo>
                  <a:pt x="3336" y="631"/>
                  <a:pt x="3331" y="635"/>
                  <a:pt x="3333" y="645"/>
                </a:cubicBezTo>
                <a:cubicBezTo>
                  <a:pt x="3351" y="557"/>
                  <a:pt x="3354" y="542"/>
                  <a:pt x="3360" y="530"/>
                </a:cubicBezTo>
                <a:cubicBezTo>
                  <a:pt x="3380" y="472"/>
                  <a:pt x="3380" y="468"/>
                  <a:pt x="3384" y="469"/>
                </a:cubicBezTo>
                <a:cubicBezTo>
                  <a:pt x="3401" y="432"/>
                  <a:pt x="3401" y="421"/>
                  <a:pt x="3407" y="415"/>
                </a:cubicBezTo>
                <a:cubicBezTo>
                  <a:pt x="3429" y="360"/>
                  <a:pt x="3431" y="352"/>
                  <a:pt x="3435" y="345"/>
                </a:cubicBezTo>
                <a:cubicBezTo>
                  <a:pt x="3442" y="313"/>
                  <a:pt x="3444" y="307"/>
                  <a:pt x="3447" y="301"/>
                </a:cubicBezTo>
                <a:cubicBezTo>
                  <a:pt x="3455" y="291"/>
                  <a:pt x="3449" y="295"/>
                  <a:pt x="3453" y="298"/>
                </a:cubicBezTo>
                <a:cubicBezTo>
                  <a:pt x="3425" y="410"/>
                  <a:pt x="3420" y="410"/>
                  <a:pt x="3422" y="416"/>
                </a:cubicBezTo>
                <a:cubicBezTo>
                  <a:pt x="3393" y="478"/>
                  <a:pt x="3393" y="496"/>
                  <a:pt x="3385" y="506"/>
                </a:cubicBezTo>
                <a:cubicBezTo>
                  <a:pt x="3370" y="564"/>
                  <a:pt x="3362" y="575"/>
                  <a:pt x="3360" y="591"/>
                </a:cubicBezTo>
                <a:cubicBezTo>
                  <a:pt x="3351" y="652"/>
                  <a:pt x="3352" y="666"/>
                  <a:pt x="3353" y="681"/>
                </a:cubicBezTo>
                <a:cubicBezTo>
                  <a:pt x="3358" y="622"/>
                  <a:pt x="3364" y="612"/>
                  <a:pt x="3363" y="597"/>
                </a:cubicBezTo>
                <a:cubicBezTo>
                  <a:pt x="3380" y="557"/>
                  <a:pt x="3378" y="549"/>
                  <a:pt x="3383" y="546"/>
                </a:cubicBezTo>
                <a:cubicBezTo>
                  <a:pt x="3402" y="483"/>
                  <a:pt x="3407" y="480"/>
                  <a:pt x="3406" y="472"/>
                </a:cubicBezTo>
                <a:cubicBezTo>
                  <a:pt x="3425" y="437"/>
                  <a:pt x="3422" y="430"/>
                  <a:pt x="3425" y="429"/>
                </a:cubicBezTo>
                <a:cubicBezTo>
                  <a:pt x="3438" y="397"/>
                  <a:pt x="3437" y="388"/>
                  <a:pt x="3442" y="384"/>
                </a:cubicBezTo>
                <a:cubicBezTo>
                  <a:pt x="3455" y="332"/>
                  <a:pt x="3460" y="332"/>
                  <a:pt x="3457" y="326"/>
                </a:cubicBezTo>
                <a:cubicBezTo>
                  <a:pt x="3463" y="349"/>
                  <a:pt x="3458" y="358"/>
                  <a:pt x="3458" y="372"/>
                </a:cubicBezTo>
                <a:cubicBezTo>
                  <a:pt x="3450" y="388"/>
                  <a:pt x="3451" y="393"/>
                  <a:pt x="3451" y="396"/>
                </a:cubicBezTo>
                <a:cubicBezTo>
                  <a:pt x="3444" y="416"/>
                  <a:pt x="3442" y="417"/>
                  <a:pt x="3442" y="421"/>
                </a:cubicBezTo>
                <a:cubicBezTo>
                  <a:pt x="3431" y="446"/>
                  <a:pt x="3430" y="460"/>
                  <a:pt x="3424" y="468"/>
                </a:cubicBezTo>
                <a:cubicBezTo>
                  <a:pt x="3407" y="509"/>
                  <a:pt x="3401" y="518"/>
                  <a:pt x="3397" y="529"/>
                </a:cubicBezTo>
                <a:cubicBezTo>
                  <a:pt x="3383" y="583"/>
                  <a:pt x="3376" y="592"/>
                  <a:pt x="3382" y="596"/>
                </a:cubicBezTo>
                <a:cubicBezTo>
                  <a:pt x="3409" y="524"/>
                  <a:pt x="3412" y="513"/>
                  <a:pt x="3417" y="504"/>
                </a:cubicBezTo>
                <a:cubicBezTo>
                  <a:pt x="3441" y="458"/>
                  <a:pt x="3440" y="453"/>
                  <a:pt x="3440" y="450"/>
                </a:cubicBezTo>
                <a:cubicBezTo>
                  <a:pt x="3457" y="405"/>
                  <a:pt x="3457" y="398"/>
                  <a:pt x="3462" y="396"/>
                </a:cubicBezTo>
                <a:cubicBezTo>
                  <a:pt x="3472" y="356"/>
                  <a:pt x="3467" y="344"/>
                  <a:pt x="3476" y="344"/>
                </a:cubicBezTo>
                <a:cubicBezTo>
                  <a:pt x="3464" y="412"/>
                  <a:pt x="3465" y="422"/>
                  <a:pt x="3460" y="426"/>
                </a:cubicBezTo>
                <a:cubicBezTo>
                  <a:pt x="3449" y="464"/>
                  <a:pt x="3445" y="466"/>
                  <a:pt x="3446" y="471"/>
                </a:cubicBezTo>
                <a:cubicBezTo>
                  <a:pt x="3438" y="502"/>
                  <a:pt x="3433" y="506"/>
                  <a:pt x="3433" y="516"/>
                </a:cubicBezTo>
                <a:cubicBezTo>
                  <a:pt x="3417" y="568"/>
                  <a:pt x="3415" y="576"/>
                  <a:pt x="3410" y="581"/>
                </a:cubicBezTo>
                <a:cubicBezTo>
                  <a:pt x="3410" y="660"/>
                  <a:pt x="3412" y="665"/>
                  <a:pt x="3412" y="672"/>
                </a:cubicBezTo>
                <a:cubicBezTo>
                  <a:pt x="3426" y="706"/>
                  <a:pt x="3422" y="719"/>
                  <a:pt x="3430" y="717"/>
                </a:cubicBezTo>
                <a:cubicBezTo>
                  <a:pt x="3420" y="681"/>
                  <a:pt x="3418" y="669"/>
                  <a:pt x="3415" y="659"/>
                </a:cubicBezTo>
                <a:cubicBezTo>
                  <a:pt x="3417" y="602"/>
                  <a:pt x="3414" y="595"/>
                  <a:pt x="3417" y="593"/>
                </a:cubicBezTo>
                <a:cubicBezTo>
                  <a:pt x="3434" y="546"/>
                  <a:pt x="3431" y="525"/>
                  <a:pt x="3442" y="515"/>
                </a:cubicBezTo>
                <a:cubicBezTo>
                  <a:pt x="3458" y="465"/>
                  <a:pt x="3460" y="456"/>
                  <a:pt x="3461" y="448"/>
                </a:cubicBezTo>
                <a:cubicBezTo>
                  <a:pt x="3477" y="411"/>
                  <a:pt x="3477" y="404"/>
                  <a:pt x="3480" y="401"/>
                </a:cubicBezTo>
                <a:cubicBezTo>
                  <a:pt x="3493" y="395"/>
                  <a:pt x="3485" y="406"/>
                  <a:pt x="3486" y="425"/>
                </a:cubicBezTo>
                <a:cubicBezTo>
                  <a:pt x="3466" y="480"/>
                  <a:pt x="3469" y="488"/>
                  <a:pt x="3464" y="490"/>
                </a:cubicBezTo>
                <a:cubicBezTo>
                  <a:pt x="3457" y="522"/>
                  <a:pt x="3453" y="524"/>
                  <a:pt x="3454" y="532"/>
                </a:cubicBezTo>
                <a:cubicBezTo>
                  <a:pt x="3444" y="561"/>
                  <a:pt x="3446" y="568"/>
                  <a:pt x="3444" y="572"/>
                </a:cubicBezTo>
                <a:cubicBezTo>
                  <a:pt x="3437" y="682"/>
                  <a:pt x="3434" y="691"/>
                  <a:pt x="3439" y="719"/>
                </a:cubicBezTo>
                <a:cubicBezTo>
                  <a:pt x="3448" y="743"/>
                  <a:pt x="3450" y="749"/>
                  <a:pt x="3457" y="750"/>
                </a:cubicBezTo>
                <a:cubicBezTo>
                  <a:pt x="3444" y="682"/>
                  <a:pt x="3442" y="668"/>
                  <a:pt x="3441" y="655"/>
                </a:cubicBezTo>
                <a:cubicBezTo>
                  <a:pt x="3449" y="616"/>
                  <a:pt x="3442" y="615"/>
                  <a:pt x="3447" y="611"/>
                </a:cubicBezTo>
                <a:cubicBezTo>
                  <a:pt x="3451" y="571"/>
                  <a:pt x="3456" y="564"/>
                  <a:pt x="3456" y="554"/>
                </a:cubicBezTo>
                <a:cubicBezTo>
                  <a:pt x="3482" y="464"/>
                  <a:pt x="3487" y="456"/>
                  <a:pt x="3488" y="446"/>
                </a:cubicBezTo>
                <a:cubicBezTo>
                  <a:pt x="3494" y="430"/>
                  <a:pt x="3499" y="432"/>
                  <a:pt x="3495" y="433"/>
                </a:cubicBezTo>
                <a:cubicBezTo>
                  <a:pt x="3483" y="507"/>
                  <a:pt x="3473" y="525"/>
                  <a:pt x="3476" y="554"/>
                </a:cubicBezTo>
                <a:cubicBezTo>
                  <a:pt x="3469" y="597"/>
                  <a:pt x="3466" y="612"/>
                  <a:pt x="3465" y="629"/>
                </a:cubicBezTo>
                <a:cubicBezTo>
                  <a:pt x="3479" y="752"/>
                  <a:pt x="3485" y="750"/>
                  <a:pt x="3485" y="755"/>
                </a:cubicBezTo>
                <a:cubicBezTo>
                  <a:pt x="3499" y="791"/>
                  <a:pt x="3500" y="794"/>
                  <a:pt x="3503" y="795"/>
                </a:cubicBezTo>
                <a:cubicBezTo>
                  <a:pt x="3492" y="758"/>
                  <a:pt x="3488" y="746"/>
                  <a:pt x="3484" y="744"/>
                </a:cubicBezTo>
                <a:cubicBezTo>
                  <a:pt x="3481" y="733"/>
                  <a:pt x="3481" y="729"/>
                  <a:pt x="3481" y="729"/>
                </a:cubicBezTo>
                <a:cubicBezTo>
                  <a:pt x="3475" y="679"/>
                  <a:pt x="3475" y="662"/>
                  <a:pt x="3473" y="646"/>
                </a:cubicBezTo>
                <a:cubicBezTo>
                  <a:pt x="3481" y="573"/>
                  <a:pt x="3482" y="570"/>
                  <a:pt x="3481" y="565"/>
                </a:cubicBezTo>
                <a:cubicBezTo>
                  <a:pt x="3488" y="543"/>
                  <a:pt x="3484" y="535"/>
                  <a:pt x="3485" y="532"/>
                </a:cubicBezTo>
                <a:cubicBezTo>
                  <a:pt x="3494" y="519"/>
                  <a:pt x="3487" y="532"/>
                  <a:pt x="3488" y="551"/>
                </a:cubicBezTo>
                <a:cubicBezTo>
                  <a:pt x="3483" y="582"/>
                  <a:pt x="3481" y="591"/>
                  <a:pt x="3481" y="600"/>
                </a:cubicBezTo>
                <a:cubicBezTo>
                  <a:pt x="3506" y="747"/>
                  <a:pt x="3504" y="754"/>
                  <a:pt x="3507" y="755"/>
                </a:cubicBezTo>
                <a:cubicBezTo>
                  <a:pt x="3522" y="799"/>
                  <a:pt x="3528" y="803"/>
                  <a:pt x="3531" y="811"/>
                </a:cubicBezTo>
                <a:cubicBezTo>
                  <a:pt x="3524" y="788"/>
                  <a:pt x="3521" y="783"/>
                  <a:pt x="3520" y="776"/>
                </a:cubicBezTo>
                <a:cubicBezTo>
                  <a:pt x="3511" y="743"/>
                  <a:pt x="3507" y="733"/>
                  <a:pt x="3503" y="723"/>
                </a:cubicBezTo>
                <a:cubicBezTo>
                  <a:pt x="3500" y="696"/>
                  <a:pt x="3497" y="689"/>
                  <a:pt x="3495" y="682"/>
                </a:cubicBezTo>
                <a:cubicBezTo>
                  <a:pt x="3491" y="631"/>
                  <a:pt x="3491" y="616"/>
                  <a:pt x="3490" y="599"/>
                </a:cubicBezTo>
                <a:cubicBezTo>
                  <a:pt x="3495" y="554"/>
                  <a:pt x="3495" y="550"/>
                  <a:pt x="3497" y="548"/>
                </a:cubicBezTo>
                <a:cubicBezTo>
                  <a:pt x="3502" y="498"/>
                  <a:pt x="3505" y="494"/>
                  <a:pt x="3506" y="489"/>
                </a:cubicBezTo>
                <a:cubicBezTo>
                  <a:pt x="3506" y="547"/>
                  <a:pt x="3503" y="566"/>
                  <a:pt x="3502" y="585"/>
                </a:cubicBezTo>
                <a:cubicBezTo>
                  <a:pt x="3515" y="692"/>
                  <a:pt x="3511" y="695"/>
                  <a:pt x="3512" y="698"/>
                </a:cubicBezTo>
                <a:cubicBezTo>
                  <a:pt x="3528" y="752"/>
                  <a:pt x="3532" y="765"/>
                  <a:pt x="3537" y="775"/>
                </a:cubicBezTo>
                <a:cubicBezTo>
                  <a:pt x="3550" y="790"/>
                  <a:pt x="3543" y="782"/>
                  <a:pt x="3539" y="771"/>
                </a:cubicBezTo>
                <a:cubicBezTo>
                  <a:pt x="3522" y="708"/>
                  <a:pt x="3521" y="704"/>
                  <a:pt x="3519" y="702"/>
                </a:cubicBezTo>
                <a:cubicBezTo>
                  <a:pt x="3511" y="634"/>
                  <a:pt x="3511" y="615"/>
                  <a:pt x="3509" y="600"/>
                </a:cubicBezTo>
                <a:cubicBezTo>
                  <a:pt x="3520" y="547"/>
                  <a:pt x="3511" y="533"/>
                  <a:pt x="3520" y="534"/>
                </a:cubicBezTo>
                <a:cubicBezTo>
                  <a:pt x="3524" y="611"/>
                  <a:pt x="3521" y="619"/>
                  <a:pt x="3526" y="619"/>
                </a:cubicBezTo>
                <a:cubicBezTo>
                  <a:pt x="3528" y="645"/>
                  <a:pt x="3532" y="649"/>
                  <a:pt x="3531" y="660"/>
                </a:cubicBezTo>
                <a:cubicBezTo>
                  <a:pt x="3556" y="737"/>
                  <a:pt x="3561" y="744"/>
                  <a:pt x="3562" y="760"/>
                </a:cubicBezTo>
                <a:cubicBezTo>
                  <a:pt x="3585" y="787"/>
                  <a:pt x="3582" y="784"/>
                  <a:pt x="3579" y="783"/>
                </a:cubicBezTo>
                <a:cubicBezTo>
                  <a:pt x="3560" y="729"/>
                  <a:pt x="3552" y="701"/>
                  <a:pt x="3543" y="672"/>
                </a:cubicBezTo>
                <a:cubicBezTo>
                  <a:pt x="3532" y="618"/>
                  <a:pt x="3532" y="614"/>
                  <a:pt x="3532" y="609"/>
                </a:cubicBezTo>
                <a:cubicBezTo>
                  <a:pt x="3535" y="597"/>
                  <a:pt x="3540" y="609"/>
                  <a:pt x="3544" y="622"/>
                </a:cubicBezTo>
                <a:cubicBezTo>
                  <a:pt x="3564" y="685"/>
                  <a:pt x="3567" y="689"/>
                  <a:pt x="3569" y="696"/>
                </a:cubicBezTo>
                <a:cubicBezTo>
                  <a:pt x="3585" y="716"/>
                  <a:pt x="3578" y="710"/>
                  <a:pt x="3575" y="700"/>
                </a:cubicBezTo>
                <a:cubicBezTo>
                  <a:pt x="3544" y="591"/>
                  <a:pt x="3539" y="578"/>
                  <a:pt x="3533" y="566"/>
                </a:cubicBezTo>
                <a:cubicBezTo>
                  <a:pt x="3524" y="501"/>
                  <a:pt x="3524" y="496"/>
                  <a:pt x="3524" y="492"/>
                </a:cubicBezTo>
                <a:cubicBezTo>
                  <a:pt x="3538" y="519"/>
                  <a:pt x="3540" y="534"/>
                  <a:pt x="3545" y="545"/>
                </a:cubicBezTo>
                <a:cubicBezTo>
                  <a:pt x="3565" y="611"/>
                  <a:pt x="3571" y="614"/>
                  <a:pt x="3572" y="622"/>
                </a:cubicBezTo>
                <a:cubicBezTo>
                  <a:pt x="3605" y="698"/>
                  <a:pt x="3603" y="709"/>
                  <a:pt x="3609" y="711"/>
                </a:cubicBezTo>
                <a:cubicBezTo>
                  <a:pt x="3621" y="744"/>
                  <a:pt x="3629" y="753"/>
                  <a:pt x="3632" y="766"/>
                </a:cubicBezTo>
                <a:cubicBezTo>
                  <a:pt x="3648" y="791"/>
                  <a:pt x="3648" y="793"/>
                  <a:pt x="3650" y="793"/>
                </a:cubicBezTo>
                <a:cubicBezTo>
                  <a:pt x="3633" y="742"/>
                  <a:pt x="3627" y="742"/>
                  <a:pt x="3626" y="738"/>
                </a:cubicBezTo>
                <a:cubicBezTo>
                  <a:pt x="3609" y="692"/>
                  <a:pt x="3602" y="684"/>
                  <a:pt x="3600" y="670"/>
                </a:cubicBezTo>
                <a:cubicBezTo>
                  <a:pt x="3573" y="591"/>
                  <a:pt x="3570" y="586"/>
                  <a:pt x="3569" y="578"/>
                </a:cubicBezTo>
                <a:cubicBezTo>
                  <a:pt x="3567" y="568"/>
                  <a:pt x="3571" y="572"/>
                  <a:pt x="3573" y="578"/>
                </a:cubicBezTo>
                <a:cubicBezTo>
                  <a:pt x="3589" y="595"/>
                  <a:pt x="3591" y="601"/>
                  <a:pt x="3593" y="607"/>
                </a:cubicBezTo>
                <a:cubicBezTo>
                  <a:pt x="3615" y="642"/>
                  <a:pt x="3619" y="647"/>
                  <a:pt x="3622" y="651"/>
                </a:cubicBezTo>
                <a:cubicBezTo>
                  <a:pt x="3682" y="757"/>
                  <a:pt x="3686" y="769"/>
                  <a:pt x="3692" y="779"/>
                </a:cubicBezTo>
                <a:cubicBezTo>
                  <a:pt x="3700" y="801"/>
                  <a:pt x="3701" y="805"/>
                  <a:pt x="3701" y="809"/>
                </a:cubicBezTo>
                <a:cubicBezTo>
                  <a:pt x="3698" y="773"/>
                  <a:pt x="3692" y="767"/>
                  <a:pt x="3689" y="758"/>
                </a:cubicBezTo>
                <a:cubicBezTo>
                  <a:pt x="3682" y="741"/>
                  <a:pt x="3677" y="738"/>
                  <a:pt x="3678" y="732"/>
                </a:cubicBezTo>
                <a:cubicBezTo>
                  <a:pt x="3657" y="683"/>
                  <a:pt x="3641" y="668"/>
                  <a:pt x="3631" y="646"/>
                </a:cubicBezTo>
                <a:cubicBezTo>
                  <a:pt x="3609" y="610"/>
                  <a:pt x="3605" y="606"/>
                  <a:pt x="3603" y="600"/>
                </a:cubicBezTo>
                <a:cubicBezTo>
                  <a:pt x="3602" y="588"/>
                  <a:pt x="3604" y="593"/>
                  <a:pt x="3605" y="598"/>
                </a:cubicBezTo>
                <a:cubicBezTo>
                  <a:pt x="3636" y="646"/>
                  <a:pt x="3645" y="650"/>
                  <a:pt x="3649" y="660"/>
                </a:cubicBezTo>
                <a:cubicBezTo>
                  <a:pt x="3683" y="718"/>
                  <a:pt x="3683" y="724"/>
                  <a:pt x="3687" y="727"/>
                </a:cubicBezTo>
                <a:cubicBezTo>
                  <a:pt x="3711" y="775"/>
                  <a:pt x="3709" y="785"/>
                  <a:pt x="3715" y="787"/>
                </a:cubicBezTo>
                <a:cubicBezTo>
                  <a:pt x="3704" y="756"/>
                  <a:pt x="3706" y="749"/>
                  <a:pt x="3703" y="748"/>
                </a:cubicBezTo>
                <a:cubicBezTo>
                  <a:pt x="3683" y="705"/>
                  <a:pt x="3676" y="692"/>
                  <a:pt x="3670" y="678"/>
                </a:cubicBezTo>
                <a:cubicBezTo>
                  <a:pt x="3642" y="629"/>
                  <a:pt x="3632" y="620"/>
                  <a:pt x="3626" y="607"/>
                </a:cubicBezTo>
                <a:cubicBezTo>
                  <a:pt x="3605" y="580"/>
                  <a:pt x="3601" y="579"/>
                  <a:pt x="3601" y="574"/>
                </a:cubicBezTo>
                <a:cubicBezTo>
                  <a:pt x="3573" y="536"/>
                  <a:pt x="3569" y="530"/>
                  <a:pt x="3565" y="524"/>
                </a:cubicBezTo>
                <a:cubicBezTo>
                  <a:pt x="3546" y="487"/>
                  <a:pt x="3541" y="488"/>
                  <a:pt x="3543" y="482"/>
                </a:cubicBezTo>
                <a:cubicBezTo>
                  <a:pt x="3536" y="457"/>
                  <a:pt x="3537" y="465"/>
                  <a:pt x="3542" y="469"/>
                </a:cubicBezTo>
                <a:cubicBezTo>
                  <a:pt x="3566" y="506"/>
                  <a:pt x="3571" y="510"/>
                  <a:pt x="3575" y="514"/>
                </a:cubicBezTo>
                <a:cubicBezTo>
                  <a:pt x="3616" y="563"/>
                  <a:pt x="3621" y="567"/>
                  <a:pt x="3623" y="575"/>
                </a:cubicBezTo>
                <a:cubicBezTo>
                  <a:pt x="3671" y="639"/>
                  <a:pt x="3669" y="646"/>
                  <a:pt x="3672" y="648"/>
                </a:cubicBezTo>
                <a:cubicBezTo>
                  <a:pt x="3691" y="678"/>
                  <a:pt x="3690" y="689"/>
                  <a:pt x="3695" y="692"/>
                </a:cubicBezTo>
                <a:cubicBezTo>
                  <a:pt x="3712" y="731"/>
                  <a:pt x="3709" y="741"/>
                  <a:pt x="3716" y="741"/>
                </a:cubicBezTo>
                <a:cubicBezTo>
                  <a:pt x="3708" y="703"/>
                  <a:pt x="3703" y="704"/>
                  <a:pt x="3704" y="698"/>
                </a:cubicBezTo>
                <a:cubicBezTo>
                  <a:pt x="3691" y="675"/>
                  <a:pt x="3692" y="664"/>
                  <a:pt x="3686" y="662"/>
                </a:cubicBezTo>
                <a:cubicBezTo>
                  <a:pt x="3670" y="620"/>
                  <a:pt x="3664" y="622"/>
                  <a:pt x="3664" y="618"/>
                </a:cubicBezTo>
                <a:cubicBezTo>
                  <a:pt x="3633" y="576"/>
                  <a:pt x="3635" y="569"/>
                  <a:pt x="3632" y="567"/>
                </a:cubicBezTo>
                <a:cubicBezTo>
                  <a:pt x="3612" y="544"/>
                  <a:pt x="3609" y="542"/>
                  <a:pt x="3608" y="538"/>
                </a:cubicBezTo>
                <a:cubicBezTo>
                  <a:pt x="3595" y="520"/>
                  <a:pt x="3590" y="520"/>
                  <a:pt x="3589" y="516"/>
                </a:cubicBezTo>
                <a:cubicBezTo>
                  <a:pt x="3575" y="485"/>
                  <a:pt x="3576" y="492"/>
                  <a:pt x="3583" y="494"/>
                </a:cubicBezTo>
                <a:cubicBezTo>
                  <a:pt x="3605" y="518"/>
                  <a:pt x="3612" y="530"/>
                  <a:pt x="3621" y="540"/>
                </a:cubicBezTo>
                <a:cubicBezTo>
                  <a:pt x="3637" y="562"/>
                  <a:pt x="3646" y="562"/>
                  <a:pt x="3647" y="571"/>
                </a:cubicBezTo>
                <a:cubicBezTo>
                  <a:pt x="3679" y="613"/>
                  <a:pt x="3687" y="624"/>
                  <a:pt x="3693" y="637"/>
                </a:cubicBezTo>
                <a:cubicBezTo>
                  <a:pt x="3722" y="683"/>
                  <a:pt x="3722" y="688"/>
                  <a:pt x="3725" y="690"/>
                </a:cubicBezTo>
                <a:cubicBezTo>
                  <a:pt x="3736" y="699"/>
                  <a:pt x="3730" y="697"/>
                  <a:pt x="3730" y="687"/>
                </a:cubicBezTo>
                <a:cubicBezTo>
                  <a:pt x="3696" y="629"/>
                  <a:pt x="3695" y="622"/>
                  <a:pt x="3690" y="618"/>
                </a:cubicBezTo>
                <a:cubicBezTo>
                  <a:pt x="3664" y="581"/>
                  <a:pt x="3661" y="574"/>
                  <a:pt x="3658" y="568"/>
                </a:cubicBezTo>
                <a:cubicBezTo>
                  <a:pt x="3624" y="530"/>
                  <a:pt x="3617" y="519"/>
                  <a:pt x="3608" y="510"/>
                </a:cubicBezTo>
                <a:cubicBezTo>
                  <a:pt x="3534" y="424"/>
                  <a:pt x="3528" y="418"/>
                  <a:pt x="3524" y="409"/>
                </a:cubicBezTo>
                <a:cubicBezTo>
                  <a:pt x="3505" y="384"/>
                  <a:pt x="3506" y="376"/>
                  <a:pt x="3500" y="376"/>
                </a:cubicBezTo>
                <a:cubicBezTo>
                  <a:pt x="3502" y="363"/>
                  <a:pt x="3500" y="371"/>
                  <a:pt x="3504" y="371"/>
                </a:cubicBezTo>
                <a:cubicBezTo>
                  <a:pt x="3530" y="404"/>
                  <a:pt x="3532" y="412"/>
                  <a:pt x="3538" y="417"/>
                </a:cubicBezTo>
                <a:cubicBezTo>
                  <a:pt x="3562" y="446"/>
                  <a:pt x="3566" y="447"/>
                  <a:pt x="3567" y="452"/>
                </a:cubicBezTo>
                <a:cubicBezTo>
                  <a:pt x="3602" y="487"/>
                  <a:pt x="3602" y="492"/>
                  <a:pt x="3607" y="493"/>
                </a:cubicBezTo>
                <a:cubicBezTo>
                  <a:pt x="3650" y="542"/>
                  <a:pt x="3656" y="546"/>
                  <a:pt x="3659" y="555"/>
                </a:cubicBezTo>
                <a:cubicBezTo>
                  <a:pt x="3706" y="616"/>
                  <a:pt x="3708" y="625"/>
                  <a:pt x="3715" y="629"/>
                </a:cubicBezTo>
                <a:cubicBezTo>
                  <a:pt x="3727" y="644"/>
                  <a:pt x="3724" y="639"/>
                  <a:pt x="3720" y="638"/>
                </a:cubicBezTo>
                <a:cubicBezTo>
                  <a:pt x="3689" y="575"/>
                  <a:pt x="3675" y="561"/>
                  <a:pt x="3663" y="546"/>
                </a:cubicBezTo>
                <a:cubicBezTo>
                  <a:pt x="3641" y="512"/>
                  <a:pt x="3631" y="508"/>
                  <a:pt x="3625" y="500"/>
                </a:cubicBezTo>
                <a:cubicBezTo>
                  <a:pt x="3592" y="468"/>
                  <a:pt x="3591" y="465"/>
                  <a:pt x="3591" y="461"/>
                </a:cubicBezTo>
                <a:cubicBezTo>
                  <a:pt x="3577" y="443"/>
                  <a:pt x="3570" y="445"/>
                  <a:pt x="3570" y="438"/>
                </a:cubicBezTo>
                <a:cubicBezTo>
                  <a:pt x="3535" y="402"/>
                  <a:pt x="3533" y="398"/>
                  <a:pt x="3532" y="393"/>
                </a:cubicBezTo>
                <a:cubicBezTo>
                  <a:pt x="3530" y="387"/>
                  <a:pt x="3532" y="390"/>
                  <a:pt x="3534" y="393"/>
                </a:cubicBezTo>
                <a:cubicBezTo>
                  <a:pt x="3549" y="412"/>
                  <a:pt x="3552" y="411"/>
                  <a:pt x="3553" y="413"/>
                </a:cubicBezTo>
                <a:cubicBezTo>
                  <a:pt x="3592" y="453"/>
                  <a:pt x="3594" y="455"/>
                  <a:pt x="3596" y="458"/>
                </a:cubicBezTo>
                <a:cubicBezTo>
                  <a:pt x="3621" y="483"/>
                  <a:pt x="3627" y="485"/>
                  <a:pt x="3631" y="491"/>
                </a:cubicBezTo>
                <a:cubicBezTo>
                  <a:pt x="3653" y="516"/>
                  <a:pt x="3661" y="526"/>
                  <a:pt x="3669" y="536"/>
                </a:cubicBezTo>
                <a:cubicBezTo>
                  <a:pt x="3710" y="588"/>
                  <a:pt x="3713" y="595"/>
                  <a:pt x="3719" y="598"/>
                </a:cubicBezTo>
                <a:cubicBezTo>
                  <a:pt x="3754" y="657"/>
                  <a:pt x="3756" y="665"/>
                  <a:pt x="3759" y="672"/>
                </a:cubicBezTo>
                <a:cubicBezTo>
                  <a:pt x="3769" y="696"/>
                  <a:pt x="3765" y="705"/>
                  <a:pt x="3770" y="704"/>
                </a:cubicBezTo>
                <a:cubicBezTo>
                  <a:pt x="3763" y="670"/>
                  <a:pt x="3763" y="659"/>
                  <a:pt x="3758" y="655"/>
                </a:cubicBezTo>
                <a:cubicBezTo>
                  <a:pt x="3722" y="590"/>
                  <a:pt x="3717" y="586"/>
                  <a:pt x="3713" y="579"/>
                </a:cubicBezTo>
                <a:cubicBezTo>
                  <a:pt x="3668" y="527"/>
                  <a:pt x="3671" y="520"/>
                  <a:pt x="3668" y="519"/>
                </a:cubicBezTo>
                <a:cubicBezTo>
                  <a:pt x="3638" y="483"/>
                  <a:pt x="3626" y="475"/>
                  <a:pt x="3618" y="463"/>
                </a:cubicBezTo>
                <a:cubicBezTo>
                  <a:pt x="3597" y="446"/>
                  <a:pt x="3593" y="439"/>
                  <a:pt x="3587" y="435"/>
                </a:cubicBezTo>
                <a:cubicBezTo>
                  <a:pt x="3544" y="388"/>
                  <a:pt x="3531" y="373"/>
                  <a:pt x="3516" y="359"/>
                </a:cubicBezTo>
                <a:cubicBezTo>
                  <a:pt x="3482" y="312"/>
                  <a:pt x="3483" y="307"/>
                  <a:pt x="3480" y="307"/>
                </a:cubicBezTo>
                <a:cubicBezTo>
                  <a:pt x="3491" y="306"/>
                  <a:pt x="3495" y="310"/>
                  <a:pt x="3498" y="315"/>
                </a:cubicBezTo>
                <a:cubicBezTo>
                  <a:pt x="3528" y="347"/>
                  <a:pt x="3536" y="354"/>
                  <a:pt x="3543" y="362"/>
                </a:cubicBezTo>
                <a:cubicBezTo>
                  <a:pt x="3574" y="381"/>
                  <a:pt x="3571" y="392"/>
                  <a:pt x="3580" y="390"/>
                </a:cubicBezTo>
                <a:cubicBezTo>
                  <a:pt x="3598" y="407"/>
                  <a:pt x="3606" y="414"/>
                  <a:pt x="3615" y="420"/>
                </a:cubicBezTo>
                <a:cubicBezTo>
                  <a:pt x="3642" y="449"/>
                  <a:pt x="3647" y="454"/>
                  <a:pt x="3650" y="457"/>
                </a:cubicBezTo>
                <a:cubicBezTo>
                  <a:pt x="3680" y="486"/>
                  <a:pt x="3682" y="493"/>
                  <a:pt x="3686" y="498"/>
                </a:cubicBezTo>
                <a:cubicBezTo>
                  <a:pt x="3724" y="544"/>
                  <a:pt x="3729" y="547"/>
                  <a:pt x="3731" y="554"/>
                </a:cubicBezTo>
                <a:cubicBezTo>
                  <a:pt x="3765" y="605"/>
                  <a:pt x="3771" y="607"/>
                  <a:pt x="3773" y="614"/>
                </a:cubicBezTo>
                <a:cubicBezTo>
                  <a:pt x="3793" y="649"/>
                  <a:pt x="3792" y="642"/>
                  <a:pt x="3790" y="637"/>
                </a:cubicBezTo>
                <a:cubicBezTo>
                  <a:pt x="3772" y="601"/>
                  <a:pt x="3770" y="595"/>
                  <a:pt x="3765" y="593"/>
                </a:cubicBezTo>
                <a:cubicBezTo>
                  <a:pt x="3747" y="556"/>
                  <a:pt x="3740" y="557"/>
                  <a:pt x="3740" y="549"/>
                </a:cubicBezTo>
                <a:cubicBezTo>
                  <a:pt x="3716" y="518"/>
                  <a:pt x="3713" y="513"/>
                  <a:pt x="3708" y="510"/>
                </a:cubicBezTo>
                <a:cubicBezTo>
                  <a:pt x="3663" y="455"/>
                  <a:pt x="3658" y="453"/>
                  <a:pt x="3656" y="448"/>
                </a:cubicBezTo>
                <a:cubicBezTo>
                  <a:pt x="3639" y="433"/>
                  <a:pt x="3635" y="430"/>
                  <a:pt x="3631" y="428"/>
                </a:cubicBezTo>
                <a:cubicBezTo>
                  <a:pt x="3606" y="403"/>
                  <a:pt x="3605" y="400"/>
                  <a:pt x="3602" y="399"/>
                </a:cubicBezTo>
                <a:cubicBezTo>
                  <a:pt x="3568" y="367"/>
                  <a:pt x="3560" y="369"/>
                  <a:pt x="3558" y="363"/>
                </a:cubicBezTo>
                <a:cubicBezTo>
                  <a:pt x="3494" y="295"/>
                  <a:pt x="3486" y="288"/>
                  <a:pt x="3480" y="279"/>
                </a:cubicBezTo>
                <a:cubicBezTo>
                  <a:pt x="3472" y="259"/>
                  <a:pt x="3480" y="269"/>
                  <a:pt x="3487" y="280"/>
                </a:cubicBezTo>
                <a:cubicBezTo>
                  <a:pt x="3581" y="355"/>
                  <a:pt x="3584" y="357"/>
                  <a:pt x="3588" y="356"/>
                </a:cubicBezTo>
                <a:cubicBezTo>
                  <a:pt x="3607" y="371"/>
                  <a:pt x="3608" y="375"/>
                  <a:pt x="3614" y="374"/>
                </a:cubicBezTo>
                <a:cubicBezTo>
                  <a:pt x="3644" y="397"/>
                  <a:pt x="3643" y="407"/>
                  <a:pt x="3651" y="406"/>
                </a:cubicBezTo>
                <a:cubicBezTo>
                  <a:pt x="3671" y="425"/>
                  <a:pt x="3673" y="426"/>
                  <a:pt x="3674" y="429"/>
                </a:cubicBezTo>
                <a:cubicBezTo>
                  <a:pt x="3702" y="457"/>
                  <a:pt x="3707" y="461"/>
                  <a:pt x="3710" y="466"/>
                </a:cubicBezTo>
                <a:cubicBezTo>
                  <a:pt x="3755" y="519"/>
                  <a:pt x="3757" y="520"/>
                  <a:pt x="3760" y="521"/>
                </a:cubicBezTo>
                <a:cubicBezTo>
                  <a:pt x="3775" y="552"/>
                  <a:pt x="3783" y="552"/>
                  <a:pt x="3784" y="559"/>
                </a:cubicBezTo>
                <a:cubicBezTo>
                  <a:pt x="3802" y="592"/>
                  <a:pt x="3803" y="594"/>
                  <a:pt x="3806" y="594"/>
                </a:cubicBezTo>
                <a:cubicBezTo>
                  <a:pt x="3803" y="583"/>
                  <a:pt x="3803" y="576"/>
                  <a:pt x="3798" y="573"/>
                </a:cubicBezTo>
                <a:cubicBezTo>
                  <a:pt x="3759" y="513"/>
                  <a:pt x="3754" y="504"/>
                  <a:pt x="3747" y="496"/>
                </a:cubicBezTo>
                <a:cubicBezTo>
                  <a:pt x="3718" y="457"/>
                  <a:pt x="3712" y="459"/>
                  <a:pt x="3713" y="455"/>
                </a:cubicBezTo>
                <a:cubicBezTo>
                  <a:pt x="3682" y="427"/>
                  <a:pt x="3680" y="421"/>
                  <a:pt x="3676" y="418"/>
                </a:cubicBezTo>
                <a:cubicBezTo>
                  <a:pt x="3660" y="405"/>
                  <a:pt x="3655" y="404"/>
                  <a:pt x="3655" y="397"/>
                </a:cubicBezTo>
                <a:cubicBezTo>
                  <a:pt x="3624" y="378"/>
                  <a:pt x="3624" y="370"/>
                  <a:pt x="3618" y="369"/>
                </a:cubicBezTo>
                <a:cubicBezTo>
                  <a:pt x="3604" y="356"/>
                  <a:pt x="3600" y="353"/>
                  <a:pt x="3595" y="351"/>
                </a:cubicBezTo>
                <a:cubicBezTo>
                  <a:pt x="3588" y="343"/>
                  <a:pt x="3585" y="343"/>
                  <a:pt x="3583" y="341"/>
                </a:cubicBezTo>
                <a:cubicBezTo>
                  <a:pt x="3552" y="324"/>
                  <a:pt x="3552" y="316"/>
                  <a:pt x="3546" y="315"/>
                </a:cubicBezTo>
                <a:cubicBezTo>
                  <a:pt x="3518" y="293"/>
                  <a:pt x="3513" y="292"/>
                  <a:pt x="3511" y="287"/>
                </a:cubicBezTo>
                <a:cubicBezTo>
                  <a:pt x="3473" y="249"/>
                  <a:pt x="3471" y="239"/>
                  <a:pt x="3464" y="236"/>
                </a:cubicBezTo>
                <a:cubicBezTo>
                  <a:pt x="3464" y="229"/>
                  <a:pt x="3471" y="229"/>
                  <a:pt x="3475" y="233"/>
                </a:cubicBezTo>
                <a:cubicBezTo>
                  <a:pt x="3498" y="257"/>
                  <a:pt x="3501" y="260"/>
                  <a:pt x="3505" y="262"/>
                </a:cubicBezTo>
                <a:cubicBezTo>
                  <a:pt x="3519" y="277"/>
                  <a:pt x="3523" y="275"/>
                  <a:pt x="3524" y="278"/>
                </a:cubicBezTo>
                <a:cubicBezTo>
                  <a:pt x="3556" y="301"/>
                  <a:pt x="3562" y="300"/>
                  <a:pt x="3565" y="303"/>
                </a:cubicBezTo>
                <a:cubicBezTo>
                  <a:pt x="3580" y="312"/>
                  <a:pt x="3580" y="313"/>
                  <a:pt x="3581" y="313"/>
                </a:cubicBezTo>
                <a:cubicBezTo>
                  <a:pt x="3601" y="325"/>
                  <a:pt x="3604" y="326"/>
                  <a:pt x="3608" y="329"/>
                </a:cubicBezTo>
                <a:cubicBezTo>
                  <a:pt x="3643" y="351"/>
                  <a:pt x="3649" y="350"/>
                  <a:pt x="3652" y="354"/>
                </a:cubicBezTo>
                <a:cubicBezTo>
                  <a:pt x="3678" y="367"/>
                  <a:pt x="3693" y="375"/>
                  <a:pt x="3708" y="383"/>
                </a:cubicBezTo>
                <a:cubicBezTo>
                  <a:pt x="3760" y="411"/>
                  <a:pt x="3762" y="421"/>
                  <a:pt x="3770" y="424"/>
                </a:cubicBezTo>
                <a:cubicBezTo>
                  <a:pt x="3809" y="461"/>
                  <a:pt x="3812" y="463"/>
                  <a:pt x="3815" y="467"/>
                </a:cubicBezTo>
                <a:cubicBezTo>
                  <a:pt x="3834" y="487"/>
                  <a:pt x="3838" y="487"/>
                  <a:pt x="3840" y="490"/>
                </a:cubicBezTo>
                <a:cubicBezTo>
                  <a:pt x="3834" y="475"/>
                  <a:pt x="3825" y="469"/>
                  <a:pt x="3819" y="460"/>
                </a:cubicBezTo>
                <a:cubicBezTo>
                  <a:pt x="3792" y="438"/>
                  <a:pt x="3793" y="432"/>
                  <a:pt x="3788" y="434"/>
                </a:cubicBezTo>
                <a:cubicBezTo>
                  <a:pt x="3769" y="415"/>
                  <a:pt x="3767" y="413"/>
                  <a:pt x="3767" y="409"/>
                </a:cubicBezTo>
                <a:cubicBezTo>
                  <a:pt x="3741" y="393"/>
                  <a:pt x="3737" y="390"/>
                  <a:pt x="3733" y="388"/>
                </a:cubicBezTo>
                <a:cubicBezTo>
                  <a:pt x="3678" y="358"/>
                  <a:pt x="3671" y="350"/>
                  <a:pt x="3658" y="349"/>
                </a:cubicBezTo>
                <a:cubicBezTo>
                  <a:pt x="3620" y="324"/>
                  <a:pt x="3616" y="320"/>
                  <a:pt x="3610" y="318"/>
                </a:cubicBezTo>
                <a:cubicBezTo>
                  <a:pt x="3586" y="305"/>
                  <a:pt x="3581" y="301"/>
                  <a:pt x="3576" y="298"/>
                </a:cubicBezTo>
                <a:cubicBezTo>
                  <a:pt x="3551" y="286"/>
                  <a:pt x="3550" y="278"/>
                  <a:pt x="3543" y="276"/>
                </a:cubicBezTo>
                <a:cubicBezTo>
                  <a:pt x="3518" y="256"/>
                  <a:pt x="3508" y="251"/>
                  <a:pt x="3497" y="245"/>
                </a:cubicBezTo>
                <a:cubicBezTo>
                  <a:pt x="3480" y="220"/>
                  <a:pt x="3474" y="222"/>
                  <a:pt x="3472" y="220"/>
                </a:cubicBezTo>
                <a:cubicBezTo>
                  <a:pt x="3458" y="198"/>
                  <a:pt x="3452" y="196"/>
                  <a:pt x="3450" y="189"/>
                </a:cubicBezTo>
                <a:cubicBezTo>
                  <a:pt x="3467" y="202"/>
                  <a:pt x="3470" y="200"/>
                  <a:pt x="3470" y="201"/>
                </a:cubicBezTo>
                <a:cubicBezTo>
                  <a:pt x="3508" y="228"/>
                  <a:pt x="3514" y="232"/>
                  <a:pt x="3519" y="237"/>
                </a:cubicBezTo>
                <a:cubicBezTo>
                  <a:pt x="3549" y="252"/>
                  <a:pt x="3552" y="253"/>
                  <a:pt x="3555" y="256"/>
                </a:cubicBezTo>
                <a:cubicBezTo>
                  <a:pt x="3598" y="278"/>
                  <a:pt x="3605" y="282"/>
                  <a:pt x="3610" y="287"/>
                </a:cubicBezTo>
                <a:cubicBezTo>
                  <a:pt x="3676" y="320"/>
                  <a:pt x="3685" y="315"/>
                  <a:pt x="3684" y="321"/>
                </a:cubicBezTo>
                <a:cubicBezTo>
                  <a:pt x="3725" y="340"/>
                  <a:pt x="3730" y="346"/>
                  <a:pt x="3737" y="350"/>
                </a:cubicBezTo>
                <a:cubicBezTo>
                  <a:pt x="3768" y="372"/>
                  <a:pt x="3771" y="375"/>
                  <a:pt x="3776" y="376"/>
                </a:cubicBezTo>
                <a:cubicBezTo>
                  <a:pt x="3822" y="416"/>
                  <a:pt x="3821" y="423"/>
                  <a:pt x="3825" y="425"/>
                </a:cubicBezTo>
                <a:cubicBezTo>
                  <a:pt x="3836" y="427"/>
                  <a:pt x="3826" y="425"/>
                  <a:pt x="3824" y="414"/>
                </a:cubicBezTo>
                <a:cubicBezTo>
                  <a:pt x="3808" y="399"/>
                  <a:pt x="3802" y="401"/>
                  <a:pt x="3803" y="396"/>
                </a:cubicBezTo>
                <a:cubicBezTo>
                  <a:pt x="3777" y="374"/>
                  <a:pt x="3776" y="369"/>
                  <a:pt x="3771" y="367"/>
                </a:cubicBezTo>
                <a:cubicBezTo>
                  <a:pt x="3753" y="354"/>
                  <a:pt x="3751" y="352"/>
                  <a:pt x="3750" y="349"/>
                </a:cubicBezTo>
                <a:cubicBezTo>
                  <a:pt x="3700" y="322"/>
                  <a:pt x="3698" y="317"/>
                  <a:pt x="3690" y="316"/>
                </a:cubicBezTo>
                <a:cubicBezTo>
                  <a:pt x="3657" y="299"/>
                  <a:pt x="3656" y="297"/>
                  <a:pt x="3652" y="297"/>
                </a:cubicBezTo>
                <a:cubicBezTo>
                  <a:pt x="3597" y="265"/>
                  <a:pt x="3579" y="257"/>
                  <a:pt x="3561" y="251"/>
                </a:cubicBezTo>
                <a:cubicBezTo>
                  <a:pt x="3513" y="220"/>
                  <a:pt x="3507" y="220"/>
                  <a:pt x="3504" y="216"/>
                </a:cubicBezTo>
                <a:cubicBezTo>
                  <a:pt x="3485" y="199"/>
                  <a:pt x="3474" y="197"/>
                  <a:pt x="3469" y="188"/>
                </a:cubicBezTo>
                <a:cubicBezTo>
                  <a:pt x="3442" y="157"/>
                  <a:pt x="3447" y="163"/>
                  <a:pt x="3453" y="169"/>
                </a:cubicBezTo>
                <a:cubicBezTo>
                  <a:pt x="3478" y="187"/>
                  <a:pt x="3481" y="189"/>
                  <a:pt x="3483" y="193"/>
                </a:cubicBezTo>
                <a:cubicBezTo>
                  <a:pt x="3525" y="218"/>
                  <a:pt x="3531" y="224"/>
                  <a:pt x="3538" y="229"/>
                </a:cubicBezTo>
                <a:cubicBezTo>
                  <a:pt x="3595" y="256"/>
                  <a:pt x="3603" y="260"/>
                  <a:pt x="3610" y="265"/>
                </a:cubicBezTo>
                <a:cubicBezTo>
                  <a:pt x="3642" y="275"/>
                  <a:pt x="3644" y="276"/>
                  <a:pt x="3646" y="278"/>
                </a:cubicBezTo>
                <a:cubicBezTo>
                  <a:pt x="3697" y="296"/>
                  <a:pt x="3705" y="296"/>
                  <a:pt x="3709" y="300"/>
                </a:cubicBezTo>
                <a:cubicBezTo>
                  <a:pt x="3768" y="328"/>
                  <a:pt x="3781" y="331"/>
                  <a:pt x="3788" y="340"/>
                </a:cubicBezTo>
                <a:cubicBezTo>
                  <a:pt x="3806" y="351"/>
                  <a:pt x="3808" y="353"/>
                  <a:pt x="3811" y="354"/>
                </a:cubicBezTo>
                <a:cubicBezTo>
                  <a:pt x="3833" y="374"/>
                  <a:pt x="3837" y="374"/>
                  <a:pt x="3840" y="376"/>
                </a:cubicBezTo>
                <a:cubicBezTo>
                  <a:pt x="3829" y="365"/>
                  <a:pt x="3828" y="354"/>
                  <a:pt x="3818" y="353"/>
                </a:cubicBezTo>
                <a:cubicBezTo>
                  <a:pt x="3790" y="329"/>
                  <a:pt x="3784" y="331"/>
                  <a:pt x="3785" y="325"/>
                </a:cubicBezTo>
                <a:cubicBezTo>
                  <a:pt x="3759" y="314"/>
                  <a:pt x="3754" y="308"/>
                  <a:pt x="3744" y="306"/>
                </a:cubicBezTo>
                <a:cubicBezTo>
                  <a:pt x="3691" y="279"/>
                  <a:pt x="3678" y="280"/>
                  <a:pt x="3672" y="274"/>
                </a:cubicBezTo>
                <a:cubicBezTo>
                  <a:pt x="3600" y="254"/>
                  <a:pt x="3589" y="241"/>
                  <a:pt x="3569" y="237"/>
                </a:cubicBezTo>
                <a:cubicBezTo>
                  <a:pt x="3539" y="215"/>
                  <a:pt x="3533" y="217"/>
                  <a:pt x="3534" y="211"/>
                </a:cubicBezTo>
                <a:cubicBezTo>
                  <a:pt x="3492" y="194"/>
                  <a:pt x="3495" y="184"/>
                  <a:pt x="3489" y="184"/>
                </a:cubicBezTo>
                <a:cubicBezTo>
                  <a:pt x="3456" y="152"/>
                  <a:pt x="3447" y="155"/>
                  <a:pt x="3447" y="148"/>
                </a:cubicBezTo>
                <a:cubicBezTo>
                  <a:pt x="3425" y="126"/>
                  <a:pt x="3423" y="125"/>
                  <a:pt x="3423" y="121"/>
                </a:cubicBezTo>
                <a:cubicBezTo>
                  <a:pt x="3434" y="129"/>
                  <a:pt x="3437" y="129"/>
                  <a:pt x="3437" y="131"/>
                </a:cubicBezTo>
                <a:cubicBezTo>
                  <a:pt x="3461" y="150"/>
                  <a:pt x="3474" y="156"/>
                  <a:pt x="3483" y="167"/>
                </a:cubicBezTo>
                <a:cubicBezTo>
                  <a:pt x="3514" y="176"/>
                  <a:pt x="3515" y="187"/>
                  <a:pt x="3526" y="186"/>
                </a:cubicBezTo>
                <a:cubicBezTo>
                  <a:pt x="3554" y="198"/>
                  <a:pt x="3561" y="202"/>
                  <a:pt x="3567" y="207"/>
                </a:cubicBezTo>
                <a:cubicBezTo>
                  <a:pt x="3627" y="229"/>
                  <a:pt x="3638" y="238"/>
                  <a:pt x="3657" y="240"/>
                </a:cubicBezTo>
                <a:cubicBezTo>
                  <a:pt x="3691" y="257"/>
                  <a:pt x="3698" y="265"/>
                  <a:pt x="3709" y="267"/>
                </a:cubicBezTo>
                <a:cubicBezTo>
                  <a:pt x="3751" y="290"/>
                  <a:pt x="3755" y="293"/>
                  <a:pt x="3761" y="294"/>
                </a:cubicBezTo>
                <a:cubicBezTo>
                  <a:pt x="3792" y="313"/>
                  <a:pt x="3794" y="315"/>
                  <a:pt x="3795" y="318"/>
                </a:cubicBezTo>
                <a:cubicBezTo>
                  <a:pt x="3817" y="331"/>
                  <a:pt x="3824" y="336"/>
                  <a:pt x="3830" y="344"/>
                </a:cubicBezTo>
                <a:cubicBezTo>
                  <a:pt x="3837" y="339"/>
                  <a:pt x="3833" y="338"/>
                  <a:pt x="3829" y="335"/>
                </a:cubicBezTo>
                <a:cubicBezTo>
                  <a:pt x="3748" y="279"/>
                  <a:pt x="3746" y="274"/>
                  <a:pt x="3738" y="276"/>
                </a:cubicBezTo>
                <a:cubicBezTo>
                  <a:pt x="3689" y="246"/>
                  <a:pt x="3677" y="244"/>
                  <a:pt x="3670" y="237"/>
                </a:cubicBezTo>
                <a:cubicBezTo>
                  <a:pt x="3605" y="209"/>
                  <a:pt x="3600" y="207"/>
                  <a:pt x="3593" y="207"/>
                </a:cubicBezTo>
                <a:cubicBezTo>
                  <a:pt x="3541" y="181"/>
                  <a:pt x="3531" y="177"/>
                  <a:pt x="3521" y="173"/>
                </a:cubicBezTo>
                <a:cubicBezTo>
                  <a:pt x="3487" y="152"/>
                  <a:pt x="3476" y="148"/>
                  <a:pt x="3468" y="142"/>
                </a:cubicBezTo>
                <a:cubicBezTo>
                  <a:pt x="3450" y="123"/>
                  <a:pt x="3447" y="124"/>
                  <a:pt x="3445" y="122"/>
                </a:cubicBezTo>
                <a:cubicBezTo>
                  <a:pt x="3426" y="105"/>
                  <a:pt x="3423" y="102"/>
                  <a:pt x="3426" y="101"/>
                </a:cubicBezTo>
                <a:close/>
                <a:moveTo>
                  <a:pt x="3422" y="38"/>
                </a:moveTo>
                <a:cubicBezTo>
                  <a:pt x="3426" y="37"/>
                  <a:pt x="3428" y="39"/>
                  <a:pt x="3431" y="39"/>
                </a:cubicBezTo>
                <a:cubicBezTo>
                  <a:pt x="3434" y="44"/>
                  <a:pt x="3437" y="47"/>
                  <a:pt x="3442" y="50"/>
                </a:cubicBezTo>
                <a:cubicBezTo>
                  <a:pt x="3448" y="51"/>
                  <a:pt x="3451" y="55"/>
                  <a:pt x="3456" y="57"/>
                </a:cubicBezTo>
                <a:cubicBezTo>
                  <a:pt x="3460" y="61"/>
                  <a:pt x="3466" y="61"/>
                  <a:pt x="3470" y="65"/>
                </a:cubicBezTo>
                <a:cubicBezTo>
                  <a:pt x="3480" y="69"/>
                  <a:pt x="3486" y="77"/>
                  <a:pt x="3499" y="78"/>
                </a:cubicBezTo>
                <a:cubicBezTo>
                  <a:pt x="3506" y="86"/>
                  <a:pt x="3520" y="86"/>
                  <a:pt x="3526" y="94"/>
                </a:cubicBezTo>
                <a:cubicBezTo>
                  <a:pt x="3550" y="97"/>
                  <a:pt x="3570" y="105"/>
                  <a:pt x="3587" y="116"/>
                </a:cubicBezTo>
                <a:cubicBezTo>
                  <a:pt x="3599" y="116"/>
                  <a:pt x="3607" y="121"/>
                  <a:pt x="3618" y="122"/>
                </a:cubicBezTo>
                <a:cubicBezTo>
                  <a:pt x="3624" y="128"/>
                  <a:pt x="3636" y="128"/>
                  <a:pt x="3643" y="134"/>
                </a:cubicBezTo>
                <a:cubicBezTo>
                  <a:pt x="3653" y="135"/>
                  <a:pt x="3661" y="141"/>
                  <a:pt x="3672" y="143"/>
                </a:cubicBezTo>
                <a:cubicBezTo>
                  <a:pt x="3681" y="145"/>
                  <a:pt x="3687" y="152"/>
                  <a:pt x="3699" y="152"/>
                </a:cubicBezTo>
                <a:cubicBezTo>
                  <a:pt x="3691" y="160"/>
                  <a:pt x="3685" y="147"/>
                  <a:pt x="3674" y="151"/>
                </a:cubicBezTo>
                <a:cubicBezTo>
                  <a:pt x="3667" y="149"/>
                  <a:pt x="3659" y="148"/>
                  <a:pt x="3648" y="149"/>
                </a:cubicBezTo>
                <a:cubicBezTo>
                  <a:pt x="3645" y="145"/>
                  <a:pt x="3637" y="146"/>
                  <a:pt x="3632" y="143"/>
                </a:cubicBezTo>
                <a:cubicBezTo>
                  <a:pt x="3627" y="143"/>
                  <a:pt x="3622" y="141"/>
                  <a:pt x="3619" y="138"/>
                </a:cubicBezTo>
                <a:cubicBezTo>
                  <a:pt x="3607" y="137"/>
                  <a:pt x="3600" y="131"/>
                  <a:pt x="3588" y="131"/>
                </a:cubicBezTo>
                <a:cubicBezTo>
                  <a:pt x="3580" y="125"/>
                  <a:pt x="3567" y="125"/>
                  <a:pt x="3559" y="120"/>
                </a:cubicBezTo>
                <a:cubicBezTo>
                  <a:pt x="3550" y="116"/>
                  <a:pt x="3542" y="111"/>
                  <a:pt x="3532" y="109"/>
                </a:cubicBezTo>
                <a:cubicBezTo>
                  <a:pt x="3528" y="105"/>
                  <a:pt x="3522" y="104"/>
                  <a:pt x="3518" y="101"/>
                </a:cubicBezTo>
                <a:cubicBezTo>
                  <a:pt x="3516" y="100"/>
                  <a:pt x="3513" y="99"/>
                  <a:pt x="3509" y="100"/>
                </a:cubicBezTo>
                <a:cubicBezTo>
                  <a:pt x="3510" y="96"/>
                  <a:pt x="3507" y="96"/>
                  <a:pt x="3504" y="95"/>
                </a:cubicBezTo>
                <a:cubicBezTo>
                  <a:pt x="3497" y="90"/>
                  <a:pt x="3487" y="87"/>
                  <a:pt x="3481" y="80"/>
                </a:cubicBezTo>
                <a:cubicBezTo>
                  <a:pt x="3475" y="80"/>
                  <a:pt x="3473" y="75"/>
                  <a:pt x="3470" y="72"/>
                </a:cubicBezTo>
                <a:cubicBezTo>
                  <a:pt x="3466" y="72"/>
                  <a:pt x="3465" y="69"/>
                  <a:pt x="3461" y="70"/>
                </a:cubicBezTo>
                <a:cubicBezTo>
                  <a:pt x="3462" y="66"/>
                  <a:pt x="3459" y="66"/>
                  <a:pt x="3456" y="66"/>
                </a:cubicBezTo>
                <a:cubicBezTo>
                  <a:pt x="3455" y="60"/>
                  <a:pt x="3447" y="63"/>
                  <a:pt x="3445" y="58"/>
                </a:cubicBezTo>
                <a:cubicBezTo>
                  <a:pt x="3439" y="58"/>
                  <a:pt x="3438" y="52"/>
                  <a:pt x="3431" y="53"/>
                </a:cubicBezTo>
                <a:cubicBezTo>
                  <a:pt x="3428" y="45"/>
                  <a:pt x="3422" y="40"/>
                  <a:pt x="3415" y="36"/>
                </a:cubicBezTo>
                <a:cubicBezTo>
                  <a:pt x="3415" y="31"/>
                  <a:pt x="3422" y="35"/>
                  <a:pt x="3422" y="38"/>
                </a:cubicBezTo>
                <a:close/>
                <a:moveTo>
                  <a:pt x="3358" y="316"/>
                </a:moveTo>
                <a:cubicBezTo>
                  <a:pt x="3355" y="318"/>
                  <a:pt x="3354" y="322"/>
                  <a:pt x="3352" y="325"/>
                </a:cubicBezTo>
                <a:cubicBezTo>
                  <a:pt x="3345" y="322"/>
                  <a:pt x="3356" y="319"/>
                  <a:pt x="3354" y="314"/>
                </a:cubicBezTo>
                <a:cubicBezTo>
                  <a:pt x="3356" y="311"/>
                  <a:pt x="3358" y="308"/>
                  <a:pt x="3360" y="305"/>
                </a:cubicBezTo>
                <a:cubicBezTo>
                  <a:pt x="3367" y="307"/>
                  <a:pt x="3355" y="310"/>
                  <a:pt x="3358" y="316"/>
                </a:cubicBezTo>
                <a:close/>
                <a:moveTo>
                  <a:pt x="3369" y="289"/>
                </a:moveTo>
                <a:cubicBezTo>
                  <a:pt x="3368" y="293"/>
                  <a:pt x="3366" y="297"/>
                  <a:pt x="3364" y="302"/>
                </a:cubicBezTo>
                <a:cubicBezTo>
                  <a:pt x="3358" y="300"/>
                  <a:pt x="3368" y="295"/>
                  <a:pt x="3365" y="289"/>
                </a:cubicBezTo>
                <a:cubicBezTo>
                  <a:pt x="3369" y="286"/>
                  <a:pt x="3372" y="281"/>
                  <a:pt x="3373" y="275"/>
                </a:cubicBezTo>
                <a:cubicBezTo>
                  <a:pt x="3378" y="277"/>
                  <a:pt x="3371" y="286"/>
                  <a:pt x="3369" y="289"/>
                </a:cubicBezTo>
                <a:close/>
                <a:moveTo>
                  <a:pt x="3386" y="250"/>
                </a:moveTo>
                <a:cubicBezTo>
                  <a:pt x="3383" y="256"/>
                  <a:pt x="3386" y="247"/>
                  <a:pt x="3386" y="244"/>
                </a:cubicBezTo>
                <a:cubicBezTo>
                  <a:pt x="3390" y="245"/>
                  <a:pt x="3387" y="248"/>
                  <a:pt x="3386" y="250"/>
                </a:cubicBezTo>
                <a:close/>
                <a:moveTo>
                  <a:pt x="3411" y="294"/>
                </a:moveTo>
                <a:cubicBezTo>
                  <a:pt x="3406" y="294"/>
                  <a:pt x="3410" y="287"/>
                  <a:pt x="3411" y="286"/>
                </a:cubicBezTo>
                <a:cubicBezTo>
                  <a:pt x="3417" y="287"/>
                  <a:pt x="3409" y="290"/>
                  <a:pt x="3411" y="294"/>
                </a:cubicBezTo>
                <a:close/>
                <a:moveTo>
                  <a:pt x="3420" y="261"/>
                </a:moveTo>
                <a:cubicBezTo>
                  <a:pt x="3416" y="267"/>
                  <a:pt x="3419" y="257"/>
                  <a:pt x="3419" y="254"/>
                </a:cubicBezTo>
                <a:cubicBezTo>
                  <a:pt x="3423" y="256"/>
                  <a:pt x="3420" y="258"/>
                  <a:pt x="3420" y="261"/>
                </a:cubicBezTo>
                <a:close/>
                <a:moveTo>
                  <a:pt x="3593" y="579"/>
                </a:moveTo>
                <a:cubicBezTo>
                  <a:pt x="3593" y="580"/>
                  <a:pt x="3593" y="582"/>
                  <a:pt x="3593" y="583"/>
                </a:cubicBezTo>
                <a:cubicBezTo>
                  <a:pt x="3589" y="585"/>
                  <a:pt x="3589" y="580"/>
                  <a:pt x="3589" y="577"/>
                </a:cubicBezTo>
                <a:cubicBezTo>
                  <a:pt x="3590" y="577"/>
                  <a:pt x="3591" y="579"/>
                  <a:pt x="3593" y="579"/>
                </a:cubicBezTo>
                <a:close/>
                <a:moveTo>
                  <a:pt x="3576" y="556"/>
                </a:moveTo>
                <a:cubicBezTo>
                  <a:pt x="3575" y="562"/>
                  <a:pt x="3571" y="551"/>
                  <a:pt x="3567" y="552"/>
                </a:cubicBezTo>
                <a:cubicBezTo>
                  <a:pt x="3567" y="549"/>
                  <a:pt x="3567" y="546"/>
                  <a:pt x="3565" y="546"/>
                </a:cubicBezTo>
                <a:cubicBezTo>
                  <a:pt x="3569" y="539"/>
                  <a:pt x="3571" y="556"/>
                  <a:pt x="3576" y="556"/>
                </a:cubicBezTo>
                <a:close/>
                <a:moveTo>
                  <a:pt x="3522" y="440"/>
                </a:moveTo>
                <a:cubicBezTo>
                  <a:pt x="3518" y="438"/>
                  <a:pt x="3516" y="434"/>
                  <a:pt x="3515" y="429"/>
                </a:cubicBezTo>
                <a:cubicBezTo>
                  <a:pt x="3519" y="430"/>
                  <a:pt x="3521" y="435"/>
                  <a:pt x="3522" y="440"/>
                </a:cubicBezTo>
                <a:close/>
                <a:moveTo>
                  <a:pt x="3503" y="443"/>
                </a:moveTo>
                <a:cubicBezTo>
                  <a:pt x="3507" y="446"/>
                  <a:pt x="3504" y="458"/>
                  <a:pt x="3508" y="462"/>
                </a:cubicBezTo>
                <a:cubicBezTo>
                  <a:pt x="3505" y="460"/>
                  <a:pt x="3503" y="460"/>
                  <a:pt x="3500" y="463"/>
                </a:cubicBezTo>
                <a:cubicBezTo>
                  <a:pt x="3502" y="474"/>
                  <a:pt x="3498" y="479"/>
                  <a:pt x="3497" y="487"/>
                </a:cubicBezTo>
                <a:cubicBezTo>
                  <a:pt x="3497" y="495"/>
                  <a:pt x="3491" y="481"/>
                  <a:pt x="3497" y="483"/>
                </a:cubicBezTo>
                <a:cubicBezTo>
                  <a:pt x="3495" y="466"/>
                  <a:pt x="3502" y="458"/>
                  <a:pt x="3503" y="443"/>
                </a:cubicBezTo>
                <a:close/>
                <a:moveTo>
                  <a:pt x="3451" y="265"/>
                </a:moveTo>
                <a:cubicBezTo>
                  <a:pt x="3459" y="267"/>
                  <a:pt x="3454" y="277"/>
                  <a:pt x="3452" y="281"/>
                </a:cubicBezTo>
                <a:cubicBezTo>
                  <a:pt x="3445" y="278"/>
                  <a:pt x="3454" y="272"/>
                  <a:pt x="3451" y="265"/>
                </a:cubicBezTo>
                <a:close/>
                <a:moveTo>
                  <a:pt x="57" y="2139"/>
                </a:moveTo>
                <a:cubicBezTo>
                  <a:pt x="52" y="2141"/>
                  <a:pt x="48" y="2128"/>
                  <a:pt x="43" y="2130"/>
                </a:cubicBezTo>
                <a:cubicBezTo>
                  <a:pt x="38" y="2120"/>
                  <a:pt x="28" y="2117"/>
                  <a:pt x="18" y="2109"/>
                </a:cubicBezTo>
                <a:cubicBezTo>
                  <a:pt x="12" y="2104"/>
                  <a:pt x="6" y="2099"/>
                  <a:pt x="0" y="2093"/>
                </a:cubicBezTo>
                <a:cubicBezTo>
                  <a:pt x="0" y="2105"/>
                  <a:pt x="0" y="2105"/>
                  <a:pt x="0" y="2105"/>
                </a:cubicBezTo>
                <a:cubicBezTo>
                  <a:pt x="5" y="2108"/>
                  <a:pt x="10" y="2111"/>
                  <a:pt x="15" y="2115"/>
                </a:cubicBezTo>
                <a:cubicBezTo>
                  <a:pt x="29" y="2128"/>
                  <a:pt x="43" y="2139"/>
                  <a:pt x="58" y="2150"/>
                </a:cubicBezTo>
                <a:cubicBezTo>
                  <a:pt x="60" y="2153"/>
                  <a:pt x="64" y="2157"/>
                  <a:pt x="67" y="2160"/>
                </a:cubicBezTo>
                <a:cubicBezTo>
                  <a:pt x="74" y="2160"/>
                  <a:pt x="74" y="2160"/>
                  <a:pt x="74" y="2160"/>
                </a:cubicBezTo>
                <a:cubicBezTo>
                  <a:pt x="72" y="2157"/>
                  <a:pt x="69" y="2154"/>
                  <a:pt x="67" y="2150"/>
                </a:cubicBezTo>
                <a:cubicBezTo>
                  <a:pt x="61" y="2143"/>
                  <a:pt x="59" y="2146"/>
                  <a:pt x="57" y="2139"/>
                </a:cubicBezTo>
                <a:close/>
                <a:moveTo>
                  <a:pt x="0" y="2131"/>
                </a:moveTo>
                <a:cubicBezTo>
                  <a:pt x="0" y="2152"/>
                  <a:pt x="0" y="2152"/>
                  <a:pt x="0" y="2152"/>
                </a:cubicBezTo>
                <a:cubicBezTo>
                  <a:pt x="2" y="2155"/>
                  <a:pt x="4" y="2158"/>
                  <a:pt x="6" y="2160"/>
                </a:cubicBezTo>
                <a:cubicBezTo>
                  <a:pt x="18" y="2160"/>
                  <a:pt x="18" y="2160"/>
                  <a:pt x="18" y="2160"/>
                </a:cubicBezTo>
                <a:cubicBezTo>
                  <a:pt x="15" y="2155"/>
                  <a:pt x="11" y="2149"/>
                  <a:pt x="5" y="2144"/>
                </a:cubicBezTo>
                <a:cubicBezTo>
                  <a:pt x="4" y="2139"/>
                  <a:pt x="2" y="2135"/>
                  <a:pt x="0" y="2131"/>
                </a:cubicBezTo>
                <a:close/>
                <a:moveTo>
                  <a:pt x="1714" y="33"/>
                </a:moveTo>
                <a:cubicBezTo>
                  <a:pt x="1718" y="31"/>
                  <a:pt x="1719" y="23"/>
                  <a:pt x="1721" y="17"/>
                </a:cubicBezTo>
                <a:cubicBezTo>
                  <a:pt x="1726" y="16"/>
                  <a:pt x="1724" y="2"/>
                  <a:pt x="1730" y="2"/>
                </a:cubicBezTo>
                <a:cubicBezTo>
                  <a:pt x="1730" y="1"/>
                  <a:pt x="1730" y="1"/>
                  <a:pt x="1730" y="0"/>
                </a:cubicBezTo>
                <a:cubicBezTo>
                  <a:pt x="1723" y="0"/>
                  <a:pt x="1723" y="0"/>
                  <a:pt x="1723" y="0"/>
                </a:cubicBezTo>
                <a:cubicBezTo>
                  <a:pt x="1720" y="5"/>
                  <a:pt x="1718" y="9"/>
                  <a:pt x="1715" y="13"/>
                </a:cubicBezTo>
                <a:cubicBezTo>
                  <a:pt x="1710" y="27"/>
                  <a:pt x="1705" y="42"/>
                  <a:pt x="1699" y="54"/>
                </a:cubicBezTo>
                <a:cubicBezTo>
                  <a:pt x="1702" y="61"/>
                  <a:pt x="1694" y="63"/>
                  <a:pt x="1693" y="72"/>
                </a:cubicBezTo>
                <a:cubicBezTo>
                  <a:pt x="1691" y="82"/>
                  <a:pt x="1692" y="83"/>
                  <a:pt x="1687" y="91"/>
                </a:cubicBezTo>
                <a:cubicBezTo>
                  <a:pt x="1685" y="88"/>
                  <a:pt x="1688" y="82"/>
                  <a:pt x="1687" y="77"/>
                </a:cubicBezTo>
                <a:cubicBezTo>
                  <a:pt x="1688" y="73"/>
                  <a:pt x="1690" y="68"/>
                  <a:pt x="1691" y="63"/>
                </a:cubicBezTo>
                <a:cubicBezTo>
                  <a:pt x="1692" y="53"/>
                  <a:pt x="1693" y="52"/>
                  <a:pt x="1696" y="39"/>
                </a:cubicBezTo>
                <a:cubicBezTo>
                  <a:pt x="1699" y="24"/>
                  <a:pt x="1705" y="13"/>
                  <a:pt x="1710" y="0"/>
                </a:cubicBezTo>
                <a:cubicBezTo>
                  <a:pt x="1703" y="0"/>
                  <a:pt x="1703" y="0"/>
                  <a:pt x="1703" y="0"/>
                </a:cubicBezTo>
                <a:cubicBezTo>
                  <a:pt x="1695" y="24"/>
                  <a:pt x="1693" y="32"/>
                  <a:pt x="1684" y="65"/>
                </a:cubicBezTo>
                <a:cubicBezTo>
                  <a:pt x="1684" y="77"/>
                  <a:pt x="1684" y="89"/>
                  <a:pt x="1679" y="103"/>
                </a:cubicBezTo>
                <a:cubicBezTo>
                  <a:pt x="1682" y="103"/>
                  <a:pt x="1685" y="103"/>
                  <a:pt x="1682" y="101"/>
                </a:cubicBezTo>
                <a:cubicBezTo>
                  <a:pt x="1684" y="98"/>
                  <a:pt x="1686" y="102"/>
                  <a:pt x="1686" y="104"/>
                </a:cubicBezTo>
                <a:cubicBezTo>
                  <a:pt x="1686" y="109"/>
                  <a:pt x="1678" y="118"/>
                  <a:pt x="1686" y="118"/>
                </a:cubicBezTo>
                <a:cubicBezTo>
                  <a:pt x="1691" y="95"/>
                  <a:pt x="1698" y="83"/>
                  <a:pt x="1700" y="65"/>
                </a:cubicBezTo>
                <a:cubicBezTo>
                  <a:pt x="1705" y="57"/>
                  <a:pt x="1709" y="44"/>
                  <a:pt x="1714" y="33"/>
                </a:cubicBezTo>
                <a:close/>
                <a:moveTo>
                  <a:pt x="3158" y="1807"/>
                </a:moveTo>
                <a:cubicBezTo>
                  <a:pt x="3155" y="1805"/>
                  <a:pt x="3153" y="1805"/>
                  <a:pt x="3151" y="1805"/>
                </a:cubicBezTo>
                <a:cubicBezTo>
                  <a:pt x="3135" y="1790"/>
                  <a:pt x="3132" y="1787"/>
                  <a:pt x="3131" y="1789"/>
                </a:cubicBezTo>
                <a:cubicBezTo>
                  <a:pt x="3095" y="1762"/>
                  <a:pt x="3093" y="1759"/>
                  <a:pt x="3083" y="1754"/>
                </a:cubicBezTo>
                <a:cubicBezTo>
                  <a:pt x="3060" y="1715"/>
                  <a:pt x="3059" y="1709"/>
                  <a:pt x="3057" y="1703"/>
                </a:cubicBezTo>
                <a:cubicBezTo>
                  <a:pt x="3049" y="1705"/>
                  <a:pt x="3054" y="1709"/>
                  <a:pt x="3051" y="1715"/>
                </a:cubicBezTo>
                <a:cubicBezTo>
                  <a:pt x="3069" y="1745"/>
                  <a:pt x="3066" y="1750"/>
                  <a:pt x="3073" y="1753"/>
                </a:cubicBezTo>
                <a:cubicBezTo>
                  <a:pt x="3064" y="1757"/>
                  <a:pt x="3058" y="1755"/>
                  <a:pt x="3052" y="1750"/>
                </a:cubicBezTo>
                <a:cubicBezTo>
                  <a:pt x="3027" y="1719"/>
                  <a:pt x="3031" y="1715"/>
                  <a:pt x="3024" y="1713"/>
                </a:cubicBezTo>
                <a:cubicBezTo>
                  <a:pt x="3006" y="1687"/>
                  <a:pt x="3005" y="1680"/>
                  <a:pt x="2998" y="1674"/>
                </a:cubicBezTo>
                <a:cubicBezTo>
                  <a:pt x="2974" y="1614"/>
                  <a:pt x="2974" y="1605"/>
                  <a:pt x="2968" y="1597"/>
                </a:cubicBezTo>
                <a:cubicBezTo>
                  <a:pt x="2960" y="1561"/>
                  <a:pt x="2955" y="1552"/>
                  <a:pt x="2954" y="1543"/>
                </a:cubicBezTo>
                <a:cubicBezTo>
                  <a:pt x="2942" y="1487"/>
                  <a:pt x="2938" y="1485"/>
                  <a:pt x="2939" y="1483"/>
                </a:cubicBezTo>
                <a:cubicBezTo>
                  <a:pt x="2932" y="1458"/>
                  <a:pt x="2930" y="1454"/>
                  <a:pt x="2926" y="1451"/>
                </a:cubicBezTo>
                <a:cubicBezTo>
                  <a:pt x="2918" y="1423"/>
                  <a:pt x="2918" y="1412"/>
                  <a:pt x="2913" y="1416"/>
                </a:cubicBezTo>
                <a:cubicBezTo>
                  <a:pt x="2922" y="1441"/>
                  <a:pt x="2923" y="1444"/>
                  <a:pt x="2924" y="1447"/>
                </a:cubicBezTo>
                <a:cubicBezTo>
                  <a:pt x="2933" y="1489"/>
                  <a:pt x="2937" y="1499"/>
                  <a:pt x="2939" y="1510"/>
                </a:cubicBezTo>
                <a:cubicBezTo>
                  <a:pt x="2947" y="1546"/>
                  <a:pt x="2946" y="1552"/>
                  <a:pt x="2950" y="1556"/>
                </a:cubicBezTo>
                <a:cubicBezTo>
                  <a:pt x="2955" y="1583"/>
                  <a:pt x="2959" y="1585"/>
                  <a:pt x="2955" y="1588"/>
                </a:cubicBezTo>
                <a:cubicBezTo>
                  <a:pt x="2965" y="1615"/>
                  <a:pt x="2972" y="1624"/>
                  <a:pt x="2974" y="1635"/>
                </a:cubicBezTo>
                <a:cubicBezTo>
                  <a:pt x="3005" y="1703"/>
                  <a:pt x="3014" y="1707"/>
                  <a:pt x="3013" y="1713"/>
                </a:cubicBezTo>
                <a:cubicBezTo>
                  <a:pt x="3012" y="1729"/>
                  <a:pt x="3007" y="1712"/>
                  <a:pt x="2996" y="1704"/>
                </a:cubicBezTo>
                <a:cubicBezTo>
                  <a:pt x="2983" y="1672"/>
                  <a:pt x="2975" y="1670"/>
                  <a:pt x="2977" y="1666"/>
                </a:cubicBezTo>
                <a:cubicBezTo>
                  <a:pt x="2961" y="1640"/>
                  <a:pt x="2961" y="1632"/>
                  <a:pt x="2956" y="1626"/>
                </a:cubicBezTo>
                <a:cubicBezTo>
                  <a:pt x="2948" y="1598"/>
                  <a:pt x="2946" y="1591"/>
                  <a:pt x="2945" y="1584"/>
                </a:cubicBezTo>
                <a:cubicBezTo>
                  <a:pt x="2934" y="1529"/>
                  <a:pt x="2935" y="1525"/>
                  <a:pt x="2934" y="1522"/>
                </a:cubicBezTo>
                <a:cubicBezTo>
                  <a:pt x="2931" y="1493"/>
                  <a:pt x="2927" y="1487"/>
                  <a:pt x="2928" y="1479"/>
                </a:cubicBezTo>
                <a:cubicBezTo>
                  <a:pt x="2906" y="1410"/>
                  <a:pt x="2905" y="1403"/>
                  <a:pt x="2902" y="1396"/>
                </a:cubicBezTo>
                <a:cubicBezTo>
                  <a:pt x="2891" y="1385"/>
                  <a:pt x="2900" y="1391"/>
                  <a:pt x="2900" y="1400"/>
                </a:cubicBezTo>
                <a:cubicBezTo>
                  <a:pt x="2911" y="1442"/>
                  <a:pt x="2915" y="1445"/>
                  <a:pt x="2913" y="1450"/>
                </a:cubicBezTo>
                <a:cubicBezTo>
                  <a:pt x="2922" y="1477"/>
                  <a:pt x="2920" y="1480"/>
                  <a:pt x="2921" y="1482"/>
                </a:cubicBezTo>
                <a:cubicBezTo>
                  <a:pt x="2923" y="1506"/>
                  <a:pt x="2930" y="1509"/>
                  <a:pt x="2926" y="1514"/>
                </a:cubicBezTo>
                <a:cubicBezTo>
                  <a:pt x="2937" y="1582"/>
                  <a:pt x="2936" y="1585"/>
                  <a:pt x="2938" y="1587"/>
                </a:cubicBezTo>
                <a:cubicBezTo>
                  <a:pt x="2946" y="1620"/>
                  <a:pt x="2947" y="1623"/>
                  <a:pt x="2947" y="1628"/>
                </a:cubicBezTo>
                <a:cubicBezTo>
                  <a:pt x="2952" y="1638"/>
                  <a:pt x="2959" y="1643"/>
                  <a:pt x="2958" y="1648"/>
                </a:cubicBezTo>
                <a:cubicBezTo>
                  <a:pt x="2970" y="1669"/>
                  <a:pt x="2970" y="1675"/>
                  <a:pt x="2975" y="1680"/>
                </a:cubicBezTo>
                <a:cubicBezTo>
                  <a:pt x="2985" y="1703"/>
                  <a:pt x="2991" y="1708"/>
                  <a:pt x="2992" y="1715"/>
                </a:cubicBezTo>
                <a:cubicBezTo>
                  <a:pt x="2960" y="1672"/>
                  <a:pt x="2952" y="1665"/>
                  <a:pt x="2949" y="1657"/>
                </a:cubicBezTo>
                <a:cubicBezTo>
                  <a:pt x="2930" y="1604"/>
                  <a:pt x="2923" y="1599"/>
                  <a:pt x="2923" y="1593"/>
                </a:cubicBezTo>
                <a:cubicBezTo>
                  <a:pt x="2916" y="1554"/>
                  <a:pt x="2909" y="1552"/>
                  <a:pt x="2911" y="1548"/>
                </a:cubicBezTo>
                <a:cubicBezTo>
                  <a:pt x="2903" y="1513"/>
                  <a:pt x="2903" y="1506"/>
                  <a:pt x="2901" y="1500"/>
                </a:cubicBezTo>
                <a:cubicBezTo>
                  <a:pt x="2897" y="1475"/>
                  <a:pt x="2894" y="1469"/>
                  <a:pt x="2895" y="1462"/>
                </a:cubicBezTo>
                <a:cubicBezTo>
                  <a:pt x="2886" y="1404"/>
                  <a:pt x="2880" y="1402"/>
                  <a:pt x="2879" y="1399"/>
                </a:cubicBezTo>
                <a:cubicBezTo>
                  <a:pt x="2849" y="1306"/>
                  <a:pt x="2845" y="1298"/>
                  <a:pt x="2848" y="1289"/>
                </a:cubicBezTo>
                <a:cubicBezTo>
                  <a:pt x="2840" y="1270"/>
                  <a:pt x="2841" y="1277"/>
                  <a:pt x="2844" y="1284"/>
                </a:cubicBezTo>
                <a:cubicBezTo>
                  <a:pt x="2845" y="1328"/>
                  <a:pt x="2844" y="1332"/>
                  <a:pt x="2849" y="1334"/>
                </a:cubicBezTo>
                <a:cubicBezTo>
                  <a:pt x="2853" y="1401"/>
                  <a:pt x="2850" y="1416"/>
                  <a:pt x="2854" y="1429"/>
                </a:cubicBezTo>
                <a:cubicBezTo>
                  <a:pt x="2854" y="1447"/>
                  <a:pt x="2859" y="1448"/>
                  <a:pt x="2855" y="1451"/>
                </a:cubicBezTo>
                <a:cubicBezTo>
                  <a:pt x="2860" y="1486"/>
                  <a:pt x="2863" y="1500"/>
                  <a:pt x="2863" y="1514"/>
                </a:cubicBezTo>
                <a:cubicBezTo>
                  <a:pt x="2878" y="1567"/>
                  <a:pt x="2875" y="1571"/>
                  <a:pt x="2878" y="1574"/>
                </a:cubicBezTo>
                <a:cubicBezTo>
                  <a:pt x="2882" y="1588"/>
                  <a:pt x="2881" y="1592"/>
                  <a:pt x="2886" y="1594"/>
                </a:cubicBezTo>
                <a:cubicBezTo>
                  <a:pt x="2895" y="1630"/>
                  <a:pt x="2905" y="1631"/>
                  <a:pt x="2897" y="1633"/>
                </a:cubicBezTo>
                <a:cubicBezTo>
                  <a:pt x="2887" y="1603"/>
                  <a:pt x="2880" y="1602"/>
                  <a:pt x="2877" y="1599"/>
                </a:cubicBezTo>
                <a:cubicBezTo>
                  <a:pt x="2871" y="1576"/>
                  <a:pt x="2870" y="1573"/>
                  <a:pt x="2870" y="1571"/>
                </a:cubicBezTo>
                <a:cubicBezTo>
                  <a:pt x="2856" y="1524"/>
                  <a:pt x="2855" y="1519"/>
                  <a:pt x="2855" y="1514"/>
                </a:cubicBezTo>
                <a:cubicBezTo>
                  <a:pt x="2847" y="1481"/>
                  <a:pt x="2848" y="1476"/>
                  <a:pt x="2844" y="1472"/>
                </a:cubicBezTo>
                <a:cubicBezTo>
                  <a:pt x="2834" y="1424"/>
                  <a:pt x="2823" y="1421"/>
                  <a:pt x="2829" y="1415"/>
                </a:cubicBezTo>
                <a:cubicBezTo>
                  <a:pt x="2807" y="1354"/>
                  <a:pt x="2797" y="1336"/>
                  <a:pt x="2792" y="1317"/>
                </a:cubicBezTo>
                <a:cubicBezTo>
                  <a:pt x="2772" y="1287"/>
                  <a:pt x="2779" y="1281"/>
                  <a:pt x="2772" y="1278"/>
                </a:cubicBezTo>
                <a:cubicBezTo>
                  <a:pt x="2760" y="1259"/>
                  <a:pt x="2763" y="1254"/>
                  <a:pt x="2758" y="1250"/>
                </a:cubicBezTo>
                <a:cubicBezTo>
                  <a:pt x="2739" y="1219"/>
                  <a:pt x="2740" y="1214"/>
                  <a:pt x="2733" y="1210"/>
                </a:cubicBezTo>
                <a:cubicBezTo>
                  <a:pt x="2704" y="1176"/>
                  <a:pt x="2698" y="1167"/>
                  <a:pt x="2691" y="1158"/>
                </a:cubicBezTo>
                <a:cubicBezTo>
                  <a:pt x="2677" y="1152"/>
                  <a:pt x="2667" y="1150"/>
                  <a:pt x="2672" y="1156"/>
                </a:cubicBezTo>
                <a:cubicBezTo>
                  <a:pt x="2687" y="1171"/>
                  <a:pt x="2696" y="1174"/>
                  <a:pt x="2701" y="1178"/>
                </a:cubicBezTo>
                <a:cubicBezTo>
                  <a:pt x="2719" y="1217"/>
                  <a:pt x="2727" y="1221"/>
                  <a:pt x="2727" y="1227"/>
                </a:cubicBezTo>
                <a:cubicBezTo>
                  <a:pt x="2742" y="1266"/>
                  <a:pt x="2752" y="1271"/>
                  <a:pt x="2751" y="1277"/>
                </a:cubicBezTo>
                <a:cubicBezTo>
                  <a:pt x="2767" y="1314"/>
                  <a:pt x="2767" y="1317"/>
                  <a:pt x="2771" y="1319"/>
                </a:cubicBezTo>
                <a:cubicBezTo>
                  <a:pt x="2780" y="1351"/>
                  <a:pt x="2787" y="1356"/>
                  <a:pt x="2786" y="1363"/>
                </a:cubicBezTo>
                <a:cubicBezTo>
                  <a:pt x="2796" y="1382"/>
                  <a:pt x="2794" y="1385"/>
                  <a:pt x="2795" y="1388"/>
                </a:cubicBezTo>
                <a:cubicBezTo>
                  <a:pt x="2803" y="1417"/>
                  <a:pt x="2805" y="1420"/>
                  <a:pt x="2809" y="1423"/>
                </a:cubicBezTo>
                <a:cubicBezTo>
                  <a:pt x="2813" y="1444"/>
                  <a:pt x="2814" y="1447"/>
                  <a:pt x="2811" y="1450"/>
                </a:cubicBezTo>
                <a:cubicBezTo>
                  <a:pt x="2825" y="1491"/>
                  <a:pt x="2828" y="1493"/>
                  <a:pt x="2828" y="1496"/>
                </a:cubicBezTo>
                <a:cubicBezTo>
                  <a:pt x="2835" y="1522"/>
                  <a:pt x="2836" y="1525"/>
                  <a:pt x="2839" y="1527"/>
                </a:cubicBezTo>
                <a:cubicBezTo>
                  <a:pt x="2851" y="1580"/>
                  <a:pt x="2853" y="1585"/>
                  <a:pt x="2858" y="1589"/>
                </a:cubicBezTo>
                <a:cubicBezTo>
                  <a:pt x="2886" y="1644"/>
                  <a:pt x="2890" y="1655"/>
                  <a:pt x="2897" y="1665"/>
                </a:cubicBezTo>
                <a:cubicBezTo>
                  <a:pt x="2908" y="1689"/>
                  <a:pt x="2910" y="1697"/>
                  <a:pt x="2906" y="1694"/>
                </a:cubicBezTo>
                <a:cubicBezTo>
                  <a:pt x="2862" y="1637"/>
                  <a:pt x="2851" y="1606"/>
                  <a:pt x="2832" y="1577"/>
                </a:cubicBezTo>
                <a:cubicBezTo>
                  <a:pt x="2811" y="1528"/>
                  <a:pt x="2810" y="1524"/>
                  <a:pt x="2809" y="1520"/>
                </a:cubicBezTo>
                <a:cubicBezTo>
                  <a:pt x="2791" y="1470"/>
                  <a:pt x="2788" y="1454"/>
                  <a:pt x="2785" y="1438"/>
                </a:cubicBezTo>
                <a:cubicBezTo>
                  <a:pt x="2763" y="1361"/>
                  <a:pt x="2758" y="1353"/>
                  <a:pt x="2755" y="1345"/>
                </a:cubicBezTo>
                <a:cubicBezTo>
                  <a:pt x="2747" y="1318"/>
                  <a:pt x="2739" y="1315"/>
                  <a:pt x="2742" y="1310"/>
                </a:cubicBezTo>
                <a:cubicBezTo>
                  <a:pt x="2741" y="1318"/>
                  <a:pt x="2741" y="1322"/>
                  <a:pt x="2742" y="1326"/>
                </a:cubicBezTo>
                <a:cubicBezTo>
                  <a:pt x="2761" y="1380"/>
                  <a:pt x="2766" y="1383"/>
                  <a:pt x="2764" y="1388"/>
                </a:cubicBezTo>
                <a:cubicBezTo>
                  <a:pt x="2781" y="1433"/>
                  <a:pt x="2773" y="1439"/>
                  <a:pt x="2780" y="1443"/>
                </a:cubicBezTo>
                <a:cubicBezTo>
                  <a:pt x="2790" y="1491"/>
                  <a:pt x="2792" y="1496"/>
                  <a:pt x="2793" y="1501"/>
                </a:cubicBezTo>
                <a:cubicBezTo>
                  <a:pt x="2787" y="1502"/>
                  <a:pt x="2789" y="1498"/>
                  <a:pt x="2789" y="1496"/>
                </a:cubicBezTo>
                <a:cubicBezTo>
                  <a:pt x="2774" y="1451"/>
                  <a:pt x="2763" y="1443"/>
                  <a:pt x="2765" y="1433"/>
                </a:cubicBezTo>
                <a:cubicBezTo>
                  <a:pt x="2755" y="1409"/>
                  <a:pt x="2757" y="1406"/>
                  <a:pt x="2756" y="1403"/>
                </a:cubicBezTo>
                <a:cubicBezTo>
                  <a:pt x="2750" y="1380"/>
                  <a:pt x="2748" y="1378"/>
                  <a:pt x="2749" y="1375"/>
                </a:cubicBezTo>
                <a:cubicBezTo>
                  <a:pt x="2738" y="1336"/>
                  <a:pt x="2739" y="1326"/>
                  <a:pt x="2732" y="1317"/>
                </a:cubicBezTo>
                <a:cubicBezTo>
                  <a:pt x="2728" y="1292"/>
                  <a:pt x="2727" y="1288"/>
                  <a:pt x="2730" y="1289"/>
                </a:cubicBezTo>
                <a:cubicBezTo>
                  <a:pt x="2732" y="1282"/>
                  <a:pt x="2729" y="1282"/>
                  <a:pt x="2727" y="1282"/>
                </a:cubicBezTo>
                <a:cubicBezTo>
                  <a:pt x="2709" y="1224"/>
                  <a:pt x="2705" y="1217"/>
                  <a:pt x="2701" y="1210"/>
                </a:cubicBezTo>
                <a:cubicBezTo>
                  <a:pt x="2696" y="1199"/>
                  <a:pt x="2693" y="1203"/>
                  <a:pt x="2696" y="1206"/>
                </a:cubicBezTo>
                <a:cubicBezTo>
                  <a:pt x="2702" y="1235"/>
                  <a:pt x="2712" y="1241"/>
                  <a:pt x="2709" y="1249"/>
                </a:cubicBezTo>
                <a:cubicBezTo>
                  <a:pt x="2725" y="1297"/>
                  <a:pt x="2724" y="1301"/>
                  <a:pt x="2725" y="1304"/>
                </a:cubicBezTo>
                <a:cubicBezTo>
                  <a:pt x="2726" y="1320"/>
                  <a:pt x="2730" y="1323"/>
                  <a:pt x="2728" y="1327"/>
                </a:cubicBezTo>
                <a:cubicBezTo>
                  <a:pt x="2735" y="1366"/>
                  <a:pt x="2739" y="1368"/>
                  <a:pt x="2740" y="1372"/>
                </a:cubicBezTo>
                <a:cubicBezTo>
                  <a:pt x="2745" y="1391"/>
                  <a:pt x="2748" y="1399"/>
                  <a:pt x="2746" y="1407"/>
                </a:cubicBezTo>
                <a:cubicBezTo>
                  <a:pt x="2757" y="1429"/>
                  <a:pt x="2755" y="1432"/>
                  <a:pt x="2756" y="1435"/>
                </a:cubicBezTo>
                <a:cubicBezTo>
                  <a:pt x="2761" y="1455"/>
                  <a:pt x="2766" y="1459"/>
                  <a:pt x="2762" y="1465"/>
                </a:cubicBezTo>
                <a:cubicBezTo>
                  <a:pt x="2789" y="1521"/>
                  <a:pt x="2792" y="1525"/>
                  <a:pt x="2789" y="1530"/>
                </a:cubicBezTo>
                <a:cubicBezTo>
                  <a:pt x="2809" y="1580"/>
                  <a:pt x="2816" y="1588"/>
                  <a:pt x="2818" y="1597"/>
                </a:cubicBezTo>
                <a:cubicBezTo>
                  <a:pt x="2846" y="1638"/>
                  <a:pt x="2843" y="1644"/>
                  <a:pt x="2851" y="1647"/>
                </a:cubicBezTo>
                <a:cubicBezTo>
                  <a:pt x="2857" y="1651"/>
                  <a:pt x="2858" y="1648"/>
                  <a:pt x="2855" y="1645"/>
                </a:cubicBezTo>
                <a:cubicBezTo>
                  <a:pt x="2847" y="1622"/>
                  <a:pt x="2838" y="1620"/>
                  <a:pt x="2840" y="1616"/>
                </a:cubicBezTo>
                <a:cubicBezTo>
                  <a:pt x="2807" y="1551"/>
                  <a:pt x="2804" y="1544"/>
                  <a:pt x="2803" y="1537"/>
                </a:cubicBezTo>
                <a:cubicBezTo>
                  <a:pt x="2799" y="1521"/>
                  <a:pt x="2796" y="1518"/>
                  <a:pt x="2800" y="1519"/>
                </a:cubicBezTo>
                <a:cubicBezTo>
                  <a:pt x="2808" y="1542"/>
                  <a:pt x="2809" y="1548"/>
                  <a:pt x="2813" y="1554"/>
                </a:cubicBezTo>
                <a:cubicBezTo>
                  <a:pt x="2824" y="1583"/>
                  <a:pt x="2831" y="1585"/>
                  <a:pt x="2829" y="1588"/>
                </a:cubicBezTo>
                <a:cubicBezTo>
                  <a:pt x="2842" y="1611"/>
                  <a:pt x="2844" y="1617"/>
                  <a:pt x="2849" y="1622"/>
                </a:cubicBezTo>
                <a:cubicBezTo>
                  <a:pt x="2854" y="1643"/>
                  <a:pt x="2867" y="1644"/>
                  <a:pt x="2863" y="1648"/>
                </a:cubicBezTo>
                <a:cubicBezTo>
                  <a:pt x="2874" y="1665"/>
                  <a:pt x="2880" y="1668"/>
                  <a:pt x="2881" y="1672"/>
                </a:cubicBezTo>
                <a:cubicBezTo>
                  <a:pt x="2867" y="1679"/>
                  <a:pt x="2862" y="1674"/>
                  <a:pt x="2858" y="1675"/>
                </a:cubicBezTo>
                <a:cubicBezTo>
                  <a:pt x="2840" y="1657"/>
                  <a:pt x="2839" y="1651"/>
                  <a:pt x="2833" y="1646"/>
                </a:cubicBezTo>
                <a:cubicBezTo>
                  <a:pt x="2813" y="1626"/>
                  <a:pt x="2811" y="1624"/>
                  <a:pt x="2808" y="1621"/>
                </a:cubicBezTo>
                <a:cubicBezTo>
                  <a:pt x="2784" y="1586"/>
                  <a:pt x="2782" y="1584"/>
                  <a:pt x="2782" y="1581"/>
                </a:cubicBezTo>
                <a:cubicBezTo>
                  <a:pt x="2753" y="1534"/>
                  <a:pt x="2757" y="1527"/>
                  <a:pt x="2750" y="1522"/>
                </a:cubicBezTo>
                <a:cubicBezTo>
                  <a:pt x="2742" y="1503"/>
                  <a:pt x="2741" y="1500"/>
                  <a:pt x="2740" y="1498"/>
                </a:cubicBezTo>
                <a:cubicBezTo>
                  <a:pt x="2735" y="1477"/>
                  <a:pt x="2729" y="1475"/>
                  <a:pt x="2729" y="1472"/>
                </a:cubicBezTo>
                <a:cubicBezTo>
                  <a:pt x="2717" y="1432"/>
                  <a:pt x="2715" y="1427"/>
                  <a:pt x="2713" y="1422"/>
                </a:cubicBezTo>
                <a:cubicBezTo>
                  <a:pt x="2707" y="1382"/>
                  <a:pt x="2701" y="1380"/>
                  <a:pt x="2700" y="1377"/>
                </a:cubicBezTo>
                <a:cubicBezTo>
                  <a:pt x="2694" y="1327"/>
                  <a:pt x="2686" y="1323"/>
                  <a:pt x="2688" y="1316"/>
                </a:cubicBezTo>
                <a:cubicBezTo>
                  <a:pt x="2675" y="1280"/>
                  <a:pt x="2685" y="1274"/>
                  <a:pt x="2678" y="1273"/>
                </a:cubicBezTo>
                <a:cubicBezTo>
                  <a:pt x="2664" y="1216"/>
                  <a:pt x="2663" y="1205"/>
                  <a:pt x="2657" y="1194"/>
                </a:cubicBezTo>
                <a:cubicBezTo>
                  <a:pt x="2642" y="1140"/>
                  <a:pt x="2641" y="1137"/>
                  <a:pt x="2642" y="1134"/>
                </a:cubicBezTo>
                <a:cubicBezTo>
                  <a:pt x="2635" y="1113"/>
                  <a:pt x="2634" y="1110"/>
                  <a:pt x="2634" y="1107"/>
                </a:cubicBezTo>
                <a:cubicBezTo>
                  <a:pt x="2615" y="1061"/>
                  <a:pt x="2615" y="1053"/>
                  <a:pt x="2612" y="1045"/>
                </a:cubicBezTo>
                <a:cubicBezTo>
                  <a:pt x="2569" y="975"/>
                  <a:pt x="2573" y="967"/>
                  <a:pt x="2565" y="962"/>
                </a:cubicBezTo>
                <a:cubicBezTo>
                  <a:pt x="2564" y="964"/>
                  <a:pt x="2567" y="984"/>
                  <a:pt x="2581" y="1001"/>
                </a:cubicBezTo>
                <a:cubicBezTo>
                  <a:pt x="2593" y="1031"/>
                  <a:pt x="2587" y="1036"/>
                  <a:pt x="2590" y="1039"/>
                </a:cubicBezTo>
                <a:cubicBezTo>
                  <a:pt x="2593" y="1066"/>
                  <a:pt x="2592" y="1072"/>
                  <a:pt x="2598" y="1078"/>
                </a:cubicBezTo>
                <a:cubicBezTo>
                  <a:pt x="2600" y="1131"/>
                  <a:pt x="2604" y="1143"/>
                  <a:pt x="2603" y="1157"/>
                </a:cubicBezTo>
                <a:cubicBezTo>
                  <a:pt x="2611" y="1222"/>
                  <a:pt x="2612" y="1229"/>
                  <a:pt x="2611" y="1236"/>
                </a:cubicBezTo>
                <a:cubicBezTo>
                  <a:pt x="2616" y="1268"/>
                  <a:pt x="2615" y="1272"/>
                  <a:pt x="2616" y="1276"/>
                </a:cubicBezTo>
                <a:cubicBezTo>
                  <a:pt x="2627" y="1307"/>
                  <a:pt x="2618" y="1313"/>
                  <a:pt x="2624" y="1315"/>
                </a:cubicBezTo>
                <a:cubicBezTo>
                  <a:pt x="2624" y="1341"/>
                  <a:pt x="2628" y="1347"/>
                  <a:pt x="2630" y="1353"/>
                </a:cubicBezTo>
                <a:cubicBezTo>
                  <a:pt x="2640" y="1406"/>
                  <a:pt x="2644" y="1418"/>
                  <a:pt x="2648" y="1431"/>
                </a:cubicBezTo>
                <a:cubicBezTo>
                  <a:pt x="2672" y="1494"/>
                  <a:pt x="2679" y="1519"/>
                  <a:pt x="2697" y="1542"/>
                </a:cubicBezTo>
                <a:cubicBezTo>
                  <a:pt x="2719" y="1582"/>
                  <a:pt x="2726" y="1584"/>
                  <a:pt x="2725" y="1587"/>
                </a:cubicBezTo>
                <a:cubicBezTo>
                  <a:pt x="2737" y="1611"/>
                  <a:pt x="2733" y="1608"/>
                  <a:pt x="2729" y="1605"/>
                </a:cubicBezTo>
                <a:cubicBezTo>
                  <a:pt x="2723" y="1602"/>
                  <a:pt x="2721" y="1601"/>
                  <a:pt x="2719" y="1601"/>
                </a:cubicBezTo>
                <a:cubicBezTo>
                  <a:pt x="2684" y="1558"/>
                  <a:pt x="2688" y="1550"/>
                  <a:pt x="2678" y="1545"/>
                </a:cubicBezTo>
                <a:cubicBezTo>
                  <a:pt x="2663" y="1519"/>
                  <a:pt x="2656" y="1513"/>
                  <a:pt x="2657" y="1505"/>
                </a:cubicBezTo>
                <a:cubicBezTo>
                  <a:pt x="2638" y="1461"/>
                  <a:pt x="2631" y="1459"/>
                  <a:pt x="2633" y="1455"/>
                </a:cubicBezTo>
                <a:cubicBezTo>
                  <a:pt x="2618" y="1407"/>
                  <a:pt x="2611" y="1398"/>
                  <a:pt x="2615" y="1388"/>
                </a:cubicBezTo>
                <a:cubicBezTo>
                  <a:pt x="2603" y="1339"/>
                  <a:pt x="2605" y="1334"/>
                  <a:pt x="2601" y="1329"/>
                </a:cubicBezTo>
                <a:cubicBezTo>
                  <a:pt x="2603" y="1313"/>
                  <a:pt x="2596" y="1309"/>
                  <a:pt x="2601" y="1302"/>
                </a:cubicBezTo>
                <a:cubicBezTo>
                  <a:pt x="2595" y="1232"/>
                  <a:pt x="2596" y="1221"/>
                  <a:pt x="2593" y="1211"/>
                </a:cubicBezTo>
                <a:cubicBezTo>
                  <a:pt x="2593" y="1171"/>
                  <a:pt x="2592" y="1168"/>
                  <a:pt x="2592" y="1166"/>
                </a:cubicBezTo>
                <a:cubicBezTo>
                  <a:pt x="2585" y="1131"/>
                  <a:pt x="2588" y="1110"/>
                  <a:pt x="2585" y="1090"/>
                </a:cubicBezTo>
                <a:cubicBezTo>
                  <a:pt x="2577" y="1051"/>
                  <a:pt x="2577" y="1041"/>
                  <a:pt x="2571" y="1032"/>
                </a:cubicBezTo>
                <a:cubicBezTo>
                  <a:pt x="2548" y="965"/>
                  <a:pt x="2541" y="957"/>
                  <a:pt x="2540" y="948"/>
                </a:cubicBezTo>
                <a:cubicBezTo>
                  <a:pt x="2522" y="912"/>
                  <a:pt x="2517" y="903"/>
                  <a:pt x="2511" y="894"/>
                </a:cubicBezTo>
                <a:cubicBezTo>
                  <a:pt x="2495" y="873"/>
                  <a:pt x="2491" y="870"/>
                  <a:pt x="2489" y="872"/>
                </a:cubicBezTo>
                <a:cubicBezTo>
                  <a:pt x="2516" y="912"/>
                  <a:pt x="2519" y="916"/>
                  <a:pt x="2519" y="921"/>
                </a:cubicBezTo>
                <a:cubicBezTo>
                  <a:pt x="2535" y="961"/>
                  <a:pt x="2536" y="963"/>
                  <a:pt x="2537" y="964"/>
                </a:cubicBezTo>
                <a:cubicBezTo>
                  <a:pt x="2545" y="985"/>
                  <a:pt x="2546" y="987"/>
                  <a:pt x="2547" y="989"/>
                </a:cubicBezTo>
                <a:cubicBezTo>
                  <a:pt x="2553" y="1015"/>
                  <a:pt x="2554" y="1019"/>
                  <a:pt x="2556" y="1024"/>
                </a:cubicBezTo>
                <a:cubicBezTo>
                  <a:pt x="2563" y="1103"/>
                  <a:pt x="2562" y="1107"/>
                  <a:pt x="2564" y="1110"/>
                </a:cubicBezTo>
                <a:cubicBezTo>
                  <a:pt x="2564" y="1125"/>
                  <a:pt x="2564" y="1132"/>
                  <a:pt x="2566" y="1138"/>
                </a:cubicBezTo>
                <a:cubicBezTo>
                  <a:pt x="2561" y="1174"/>
                  <a:pt x="2570" y="1176"/>
                  <a:pt x="2567" y="1180"/>
                </a:cubicBezTo>
                <a:cubicBezTo>
                  <a:pt x="2571" y="1227"/>
                  <a:pt x="2573" y="1230"/>
                  <a:pt x="2570" y="1235"/>
                </a:cubicBezTo>
                <a:cubicBezTo>
                  <a:pt x="2573" y="1249"/>
                  <a:pt x="2574" y="1253"/>
                  <a:pt x="2573" y="1258"/>
                </a:cubicBezTo>
                <a:cubicBezTo>
                  <a:pt x="2576" y="1305"/>
                  <a:pt x="2575" y="1313"/>
                  <a:pt x="2575" y="1322"/>
                </a:cubicBezTo>
                <a:cubicBezTo>
                  <a:pt x="2578" y="1352"/>
                  <a:pt x="2579" y="1356"/>
                  <a:pt x="2584" y="1359"/>
                </a:cubicBezTo>
                <a:cubicBezTo>
                  <a:pt x="2589" y="1406"/>
                  <a:pt x="2594" y="1414"/>
                  <a:pt x="2593" y="1423"/>
                </a:cubicBezTo>
                <a:cubicBezTo>
                  <a:pt x="2604" y="1454"/>
                  <a:pt x="2606" y="1459"/>
                  <a:pt x="2608" y="1465"/>
                </a:cubicBezTo>
                <a:cubicBezTo>
                  <a:pt x="2608" y="1472"/>
                  <a:pt x="2606" y="1464"/>
                  <a:pt x="2600" y="1457"/>
                </a:cubicBezTo>
                <a:cubicBezTo>
                  <a:pt x="2589" y="1423"/>
                  <a:pt x="2580" y="1416"/>
                  <a:pt x="2578" y="1408"/>
                </a:cubicBezTo>
                <a:cubicBezTo>
                  <a:pt x="2568" y="1371"/>
                  <a:pt x="2571" y="1367"/>
                  <a:pt x="2570" y="1364"/>
                </a:cubicBezTo>
                <a:cubicBezTo>
                  <a:pt x="2564" y="1333"/>
                  <a:pt x="2563" y="1329"/>
                  <a:pt x="2562" y="1324"/>
                </a:cubicBezTo>
                <a:cubicBezTo>
                  <a:pt x="2557" y="1275"/>
                  <a:pt x="2551" y="1267"/>
                  <a:pt x="2555" y="1257"/>
                </a:cubicBezTo>
                <a:cubicBezTo>
                  <a:pt x="2545" y="1222"/>
                  <a:pt x="2544" y="1213"/>
                  <a:pt x="2543" y="1204"/>
                </a:cubicBezTo>
                <a:cubicBezTo>
                  <a:pt x="2538" y="1174"/>
                  <a:pt x="2541" y="1168"/>
                  <a:pt x="2538" y="1164"/>
                </a:cubicBezTo>
                <a:cubicBezTo>
                  <a:pt x="2538" y="1118"/>
                  <a:pt x="2536" y="1114"/>
                  <a:pt x="2535" y="1110"/>
                </a:cubicBezTo>
                <a:cubicBezTo>
                  <a:pt x="2523" y="1023"/>
                  <a:pt x="2516" y="1004"/>
                  <a:pt x="2513" y="985"/>
                </a:cubicBezTo>
                <a:cubicBezTo>
                  <a:pt x="2497" y="937"/>
                  <a:pt x="2492" y="933"/>
                  <a:pt x="2491" y="928"/>
                </a:cubicBezTo>
                <a:cubicBezTo>
                  <a:pt x="2456" y="864"/>
                  <a:pt x="2445" y="856"/>
                  <a:pt x="2440" y="847"/>
                </a:cubicBezTo>
                <a:cubicBezTo>
                  <a:pt x="2423" y="825"/>
                  <a:pt x="2418" y="822"/>
                  <a:pt x="2416" y="824"/>
                </a:cubicBezTo>
                <a:cubicBezTo>
                  <a:pt x="2466" y="889"/>
                  <a:pt x="2465" y="895"/>
                  <a:pt x="2471" y="899"/>
                </a:cubicBezTo>
                <a:cubicBezTo>
                  <a:pt x="2480" y="926"/>
                  <a:pt x="2487" y="927"/>
                  <a:pt x="2484" y="931"/>
                </a:cubicBezTo>
                <a:cubicBezTo>
                  <a:pt x="2502" y="971"/>
                  <a:pt x="2500" y="978"/>
                  <a:pt x="2504" y="984"/>
                </a:cubicBezTo>
                <a:cubicBezTo>
                  <a:pt x="2519" y="1035"/>
                  <a:pt x="2519" y="1048"/>
                  <a:pt x="2521" y="1061"/>
                </a:cubicBezTo>
                <a:cubicBezTo>
                  <a:pt x="2523" y="1094"/>
                  <a:pt x="2525" y="1097"/>
                  <a:pt x="2525" y="1101"/>
                </a:cubicBezTo>
                <a:cubicBezTo>
                  <a:pt x="2530" y="1187"/>
                  <a:pt x="2534" y="1193"/>
                  <a:pt x="2533" y="1200"/>
                </a:cubicBezTo>
                <a:cubicBezTo>
                  <a:pt x="2541" y="1242"/>
                  <a:pt x="2547" y="1244"/>
                  <a:pt x="2542" y="1248"/>
                </a:cubicBezTo>
                <a:cubicBezTo>
                  <a:pt x="2540" y="1238"/>
                  <a:pt x="2532" y="1221"/>
                  <a:pt x="2533" y="1203"/>
                </a:cubicBezTo>
                <a:cubicBezTo>
                  <a:pt x="2506" y="1094"/>
                  <a:pt x="2505" y="1090"/>
                  <a:pt x="2507" y="1085"/>
                </a:cubicBezTo>
                <a:cubicBezTo>
                  <a:pt x="2491" y="1037"/>
                  <a:pt x="2485" y="1030"/>
                  <a:pt x="2484" y="1021"/>
                </a:cubicBezTo>
                <a:cubicBezTo>
                  <a:pt x="2470" y="978"/>
                  <a:pt x="2464" y="974"/>
                  <a:pt x="2463" y="970"/>
                </a:cubicBezTo>
                <a:cubicBezTo>
                  <a:pt x="2425" y="913"/>
                  <a:pt x="2420" y="905"/>
                  <a:pt x="2415" y="896"/>
                </a:cubicBezTo>
                <a:cubicBezTo>
                  <a:pt x="2347" y="844"/>
                  <a:pt x="2367" y="846"/>
                  <a:pt x="2364" y="851"/>
                </a:cubicBezTo>
                <a:cubicBezTo>
                  <a:pt x="2398" y="881"/>
                  <a:pt x="2395" y="885"/>
                  <a:pt x="2401" y="887"/>
                </a:cubicBezTo>
                <a:cubicBezTo>
                  <a:pt x="2420" y="914"/>
                  <a:pt x="2421" y="917"/>
                  <a:pt x="2423" y="920"/>
                </a:cubicBezTo>
                <a:cubicBezTo>
                  <a:pt x="2470" y="1009"/>
                  <a:pt x="2477" y="1021"/>
                  <a:pt x="2479" y="1033"/>
                </a:cubicBezTo>
                <a:cubicBezTo>
                  <a:pt x="2487" y="1057"/>
                  <a:pt x="2492" y="1063"/>
                  <a:pt x="2491" y="1070"/>
                </a:cubicBezTo>
                <a:cubicBezTo>
                  <a:pt x="2500" y="1118"/>
                  <a:pt x="2507" y="1120"/>
                  <a:pt x="2505" y="1124"/>
                </a:cubicBezTo>
                <a:cubicBezTo>
                  <a:pt x="2516" y="1167"/>
                  <a:pt x="2521" y="1173"/>
                  <a:pt x="2519" y="1180"/>
                </a:cubicBezTo>
                <a:cubicBezTo>
                  <a:pt x="2529" y="1223"/>
                  <a:pt x="2528" y="1227"/>
                  <a:pt x="2528" y="1231"/>
                </a:cubicBezTo>
                <a:cubicBezTo>
                  <a:pt x="2535" y="1259"/>
                  <a:pt x="2536" y="1263"/>
                  <a:pt x="2535" y="1267"/>
                </a:cubicBezTo>
                <a:cubicBezTo>
                  <a:pt x="2543" y="1307"/>
                  <a:pt x="2545" y="1311"/>
                  <a:pt x="2545" y="1315"/>
                </a:cubicBezTo>
                <a:cubicBezTo>
                  <a:pt x="2549" y="1346"/>
                  <a:pt x="2551" y="1354"/>
                  <a:pt x="2556" y="1362"/>
                </a:cubicBezTo>
                <a:cubicBezTo>
                  <a:pt x="2566" y="1400"/>
                  <a:pt x="2567" y="1402"/>
                  <a:pt x="2567" y="1403"/>
                </a:cubicBezTo>
                <a:cubicBezTo>
                  <a:pt x="2547" y="1372"/>
                  <a:pt x="2545" y="1368"/>
                  <a:pt x="2541" y="1365"/>
                </a:cubicBezTo>
                <a:cubicBezTo>
                  <a:pt x="2530" y="1327"/>
                  <a:pt x="2528" y="1322"/>
                  <a:pt x="2528" y="1317"/>
                </a:cubicBezTo>
                <a:cubicBezTo>
                  <a:pt x="2519" y="1281"/>
                  <a:pt x="2515" y="1276"/>
                  <a:pt x="2514" y="1271"/>
                </a:cubicBezTo>
                <a:cubicBezTo>
                  <a:pt x="2501" y="1222"/>
                  <a:pt x="2501" y="1220"/>
                  <a:pt x="2503" y="1217"/>
                </a:cubicBezTo>
                <a:cubicBezTo>
                  <a:pt x="2493" y="1184"/>
                  <a:pt x="2494" y="1173"/>
                  <a:pt x="2489" y="1163"/>
                </a:cubicBezTo>
                <a:cubicBezTo>
                  <a:pt x="2478" y="1123"/>
                  <a:pt x="2479" y="1120"/>
                  <a:pt x="2477" y="1118"/>
                </a:cubicBezTo>
                <a:cubicBezTo>
                  <a:pt x="2465" y="1061"/>
                  <a:pt x="2464" y="1050"/>
                  <a:pt x="2458" y="1040"/>
                </a:cubicBezTo>
                <a:cubicBezTo>
                  <a:pt x="2438" y="969"/>
                  <a:pt x="2428" y="961"/>
                  <a:pt x="2429" y="950"/>
                </a:cubicBezTo>
                <a:cubicBezTo>
                  <a:pt x="2404" y="901"/>
                  <a:pt x="2405" y="895"/>
                  <a:pt x="2398" y="890"/>
                </a:cubicBezTo>
                <a:cubicBezTo>
                  <a:pt x="2373" y="865"/>
                  <a:pt x="2373" y="859"/>
                  <a:pt x="2370" y="861"/>
                </a:cubicBezTo>
                <a:cubicBezTo>
                  <a:pt x="2414" y="928"/>
                  <a:pt x="2413" y="940"/>
                  <a:pt x="2421" y="950"/>
                </a:cubicBezTo>
                <a:cubicBezTo>
                  <a:pt x="2424" y="979"/>
                  <a:pt x="2436" y="980"/>
                  <a:pt x="2433" y="984"/>
                </a:cubicBezTo>
                <a:cubicBezTo>
                  <a:pt x="2445" y="1019"/>
                  <a:pt x="2445" y="1021"/>
                  <a:pt x="2449" y="1023"/>
                </a:cubicBezTo>
                <a:cubicBezTo>
                  <a:pt x="2456" y="1056"/>
                  <a:pt x="2458" y="1061"/>
                  <a:pt x="2459" y="1067"/>
                </a:cubicBezTo>
                <a:cubicBezTo>
                  <a:pt x="2468" y="1089"/>
                  <a:pt x="2462" y="1096"/>
                  <a:pt x="2467" y="1101"/>
                </a:cubicBezTo>
                <a:cubicBezTo>
                  <a:pt x="2478" y="1155"/>
                  <a:pt x="2481" y="1157"/>
                  <a:pt x="2481" y="1160"/>
                </a:cubicBezTo>
                <a:cubicBezTo>
                  <a:pt x="2486" y="1197"/>
                  <a:pt x="2492" y="1207"/>
                  <a:pt x="2494" y="1218"/>
                </a:cubicBezTo>
                <a:cubicBezTo>
                  <a:pt x="2496" y="1246"/>
                  <a:pt x="2503" y="1248"/>
                  <a:pt x="2501" y="1252"/>
                </a:cubicBezTo>
                <a:cubicBezTo>
                  <a:pt x="2511" y="1278"/>
                  <a:pt x="2507" y="1282"/>
                  <a:pt x="2510" y="1284"/>
                </a:cubicBezTo>
                <a:cubicBezTo>
                  <a:pt x="2521" y="1328"/>
                  <a:pt x="2527" y="1339"/>
                  <a:pt x="2530" y="1350"/>
                </a:cubicBezTo>
                <a:cubicBezTo>
                  <a:pt x="2536" y="1372"/>
                  <a:pt x="2540" y="1377"/>
                  <a:pt x="2540" y="1382"/>
                </a:cubicBezTo>
                <a:cubicBezTo>
                  <a:pt x="2558" y="1416"/>
                  <a:pt x="2567" y="1421"/>
                  <a:pt x="2564" y="1428"/>
                </a:cubicBezTo>
                <a:cubicBezTo>
                  <a:pt x="2586" y="1475"/>
                  <a:pt x="2600" y="1476"/>
                  <a:pt x="2595" y="1480"/>
                </a:cubicBezTo>
                <a:cubicBezTo>
                  <a:pt x="2603" y="1500"/>
                  <a:pt x="2610" y="1502"/>
                  <a:pt x="2610" y="1505"/>
                </a:cubicBezTo>
                <a:cubicBezTo>
                  <a:pt x="2629" y="1535"/>
                  <a:pt x="2628" y="1540"/>
                  <a:pt x="2635" y="1543"/>
                </a:cubicBezTo>
                <a:cubicBezTo>
                  <a:pt x="2632" y="1550"/>
                  <a:pt x="2641" y="1552"/>
                  <a:pt x="2639" y="1556"/>
                </a:cubicBezTo>
                <a:cubicBezTo>
                  <a:pt x="2553" y="1493"/>
                  <a:pt x="2545" y="1489"/>
                  <a:pt x="2546" y="1483"/>
                </a:cubicBezTo>
                <a:cubicBezTo>
                  <a:pt x="2498" y="1431"/>
                  <a:pt x="2494" y="1426"/>
                  <a:pt x="2491" y="1420"/>
                </a:cubicBezTo>
                <a:cubicBezTo>
                  <a:pt x="2460" y="1376"/>
                  <a:pt x="2458" y="1364"/>
                  <a:pt x="2452" y="1353"/>
                </a:cubicBezTo>
                <a:cubicBezTo>
                  <a:pt x="2433" y="1313"/>
                  <a:pt x="2438" y="1305"/>
                  <a:pt x="2429" y="1301"/>
                </a:cubicBezTo>
                <a:cubicBezTo>
                  <a:pt x="2410" y="1264"/>
                  <a:pt x="2414" y="1260"/>
                  <a:pt x="2414" y="1257"/>
                </a:cubicBezTo>
                <a:cubicBezTo>
                  <a:pt x="2405" y="1236"/>
                  <a:pt x="2404" y="1233"/>
                  <a:pt x="2402" y="1231"/>
                </a:cubicBezTo>
                <a:cubicBezTo>
                  <a:pt x="2389" y="1192"/>
                  <a:pt x="2377" y="1192"/>
                  <a:pt x="2384" y="1187"/>
                </a:cubicBezTo>
                <a:cubicBezTo>
                  <a:pt x="2354" y="1133"/>
                  <a:pt x="2351" y="1121"/>
                  <a:pt x="2343" y="1110"/>
                </a:cubicBezTo>
                <a:cubicBezTo>
                  <a:pt x="2320" y="1065"/>
                  <a:pt x="2318" y="1062"/>
                  <a:pt x="2314" y="1060"/>
                </a:cubicBezTo>
                <a:cubicBezTo>
                  <a:pt x="2282" y="1003"/>
                  <a:pt x="2272" y="999"/>
                  <a:pt x="2273" y="992"/>
                </a:cubicBezTo>
                <a:cubicBezTo>
                  <a:pt x="2249" y="966"/>
                  <a:pt x="2245" y="954"/>
                  <a:pt x="2228" y="945"/>
                </a:cubicBezTo>
                <a:cubicBezTo>
                  <a:pt x="2207" y="915"/>
                  <a:pt x="2197" y="908"/>
                  <a:pt x="2190" y="901"/>
                </a:cubicBezTo>
                <a:cubicBezTo>
                  <a:pt x="2128" y="855"/>
                  <a:pt x="2122" y="846"/>
                  <a:pt x="2119" y="853"/>
                </a:cubicBezTo>
                <a:cubicBezTo>
                  <a:pt x="2131" y="868"/>
                  <a:pt x="2135" y="869"/>
                  <a:pt x="2138" y="869"/>
                </a:cubicBezTo>
                <a:cubicBezTo>
                  <a:pt x="2175" y="901"/>
                  <a:pt x="2188" y="909"/>
                  <a:pt x="2196" y="918"/>
                </a:cubicBezTo>
                <a:cubicBezTo>
                  <a:pt x="2232" y="953"/>
                  <a:pt x="2235" y="963"/>
                  <a:pt x="2245" y="971"/>
                </a:cubicBezTo>
                <a:cubicBezTo>
                  <a:pt x="2282" y="1016"/>
                  <a:pt x="2282" y="1022"/>
                  <a:pt x="2287" y="1026"/>
                </a:cubicBezTo>
                <a:cubicBezTo>
                  <a:pt x="2295" y="1045"/>
                  <a:pt x="2301" y="1049"/>
                  <a:pt x="2302" y="1054"/>
                </a:cubicBezTo>
                <a:cubicBezTo>
                  <a:pt x="2320" y="1087"/>
                  <a:pt x="2327" y="1091"/>
                  <a:pt x="2327" y="1096"/>
                </a:cubicBezTo>
                <a:cubicBezTo>
                  <a:pt x="2346" y="1129"/>
                  <a:pt x="2346" y="1134"/>
                  <a:pt x="2351" y="1139"/>
                </a:cubicBezTo>
                <a:cubicBezTo>
                  <a:pt x="2361" y="1163"/>
                  <a:pt x="2363" y="1166"/>
                  <a:pt x="2368" y="1168"/>
                </a:cubicBezTo>
                <a:cubicBezTo>
                  <a:pt x="2377" y="1209"/>
                  <a:pt x="2389" y="1211"/>
                  <a:pt x="2385" y="1217"/>
                </a:cubicBezTo>
                <a:cubicBezTo>
                  <a:pt x="2399" y="1258"/>
                  <a:pt x="2404" y="1262"/>
                  <a:pt x="2408" y="1266"/>
                </a:cubicBezTo>
                <a:cubicBezTo>
                  <a:pt x="2419" y="1293"/>
                  <a:pt x="2415" y="1298"/>
                  <a:pt x="2421" y="1301"/>
                </a:cubicBezTo>
                <a:cubicBezTo>
                  <a:pt x="2438" y="1342"/>
                  <a:pt x="2443" y="1346"/>
                  <a:pt x="2443" y="1350"/>
                </a:cubicBezTo>
                <a:cubicBezTo>
                  <a:pt x="2439" y="1341"/>
                  <a:pt x="2422" y="1324"/>
                  <a:pt x="2416" y="1305"/>
                </a:cubicBezTo>
                <a:cubicBezTo>
                  <a:pt x="2393" y="1273"/>
                  <a:pt x="2396" y="1267"/>
                  <a:pt x="2391" y="1263"/>
                </a:cubicBezTo>
                <a:cubicBezTo>
                  <a:pt x="2377" y="1239"/>
                  <a:pt x="2377" y="1237"/>
                  <a:pt x="2373" y="1235"/>
                </a:cubicBezTo>
                <a:cubicBezTo>
                  <a:pt x="2347" y="1182"/>
                  <a:pt x="2340" y="1173"/>
                  <a:pt x="2337" y="1164"/>
                </a:cubicBezTo>
                <a:cubicBezTo>
                  <a:pt x="2315" y="1131"/>
                  <a:pt x="2310" y="1126"/>
                  <a:pt x="2311" y="1120"/>
                </a:cubicBezTo>
                <a:cubicBezTo>
                  <a:pt x="2293" y="1094"/>
                  <a:pt x="2286" y="1084"/>
                  <a:pt x="2279" y="1073"/>
                </a:cubicBezTo>
                <a:cubicBezTo>
                  <a:pt x="2235" y="1000"/>
                  <a:pt x="2221" y="991"/>
                  <a:pt x="2215" y="980"/>
                </a:cubicBezTo>
                <a:cubicBezTo>
                  <a:pt x="2173" y="942"/>
                  <a:pt x="2176" y="938"/>
                  <a:pt x="2172" y="936"/>
                </a:cubicBezTo>
                <a:cubicBezTo>
                  <a:pt x="2117" y="899"/>
                  <a:pt x="2124" y="901"/>
                  <a:pt x="2127" y="904"/>
                </a:cubicBezTo>
                <a:cubicBezTo>
                  <a:pt x="2164" y="935"/>
                  <a:pt x="2173" y="946"/>
                  <a:pt x="2184" y="957"/>
                </a:cubicBezTo>
                <a:cubicBezTo>
                  <a:pt x="2206" y="984"/>
                  <a:pt x="2215" y="985"/>
                  <a:pt x="2212" y="989"/>
                </a:cubicBezTo>
                <a:cubicBezTo>
                  <a:pt x="2239" y="1031"/>
                  <a:pt x="2242" y="1033"/>
                  <a:pt x="2245" y="1034"/>
                </a:cubicBezTo>
                <a:cubicBezTo>
                  <a:pt x="2277" y="1078"/>
                  <a:pt x="2278" y="1086"/>
                  <a:pt x="2284" y="1094"/>
                </a:cubicBezTo>
                <a:cubicBezTo>
                  <a:pt x="2318" y="1152"/>
                  <a:pt x="2325" y="1160"/>
                  <a:pt x="2328" y="1168"/>
                </a:cubicBezTo>
                <a:cubicBezTo>
                  <a:pt x="2348" y="1210"/>
                  <a:pt x="2359" y="1213"/>
                  <a:pt x="2356" y="1218"/>
                </a:cubicBezTo>
                <a:cubicBezTo>
                  <a:pt x="2389" y="1274"/>
                  <a:pt x="2392" y="1282"/>
                  <a:pt x="2397" y="1290"/>
                </a:cubicBezTo>
                <a:cubicBezTo>
                  <a:pt x="2426" y="1344"/>
                  <a:pt x="2425" y="1350"/>
                  <a:pt x="2431" y="1349"/>
                </a:cubicBezTo>
                <a:cubicBezTo>
                  <a:pt x="2442" y="1375"/>
                  <a:pt x="2449" y="1379"/>
                  <a:pt x="2450" y="1383"/>
                </a:cubicBezTo>
                <a:cubicBezTo>
                  <a:pt x="2459" y="1401"/>
                  <a:pt x="2449" y="1394"/>
                  <a:pt x="2448" y="1390"/>
                </a:cubicBezTo>
                <a:cubicBezTo>
                  <a:pt x="2435" y="1366"/>
                  <a:pt x="2428" y="1370"/>
                  <a:pt x="2426" y="1364"/>
                </a:cubicBezTo>
                <a:cubicBezTo>
                  <a:pt x="2402" y="1323"/>
                  <a:pt x="2393" y="1316"/>
                  <a:pt x="2393" y="1308"/>
                </a:cubicBezTo>
                <a:cubicBezTo>
                  <a:pt x="2365" y="1270"/>
                  <a:pt x="2358" y="1255"/>
                  <a:pt x="2349" y="1240"/>
                </a:cubicBezTo>
                <a:cubicBezTo>
                  <a:pt x="2330" y="1210"/>
                  <a:pt x="2321" y="1202"/>
                  <a:pt x="2319" y="1194"/>
                </a:cubicBezTo>
                <a:cubicBezTo>
                  <a:pt x="2298" y="1164"/>
                  <a:pt x="2300" y="1156"/>
                  <a:pt x="2291" y="1149"/>
                </a:cubicBezTo>
                <a:cubicBezTo>
                  <a:pt x="2275" y="1118"/>
                  <a:pt x="2269" y="1111"/>
                  <a:pt x="2265" y="1103"/>
                </a:cubicBezTo>
                <a:cubicBezTo>
                  <a:pt x="2231" y="1042"/>
                  <a:pt x="2222" y="1040"/>
                  <a:pt x="2223" y="1035"/>
                </a:cubicBezTo>
                <a:cubicBezTo>
                  <a:pt x="2208" y="1017"/>
                  <a:pt x="2212" y="1014"/>
                  <a:pt x="2207" y="1012"/>
                </a:cubicBezTo>
                <a:cubicBezTo>
                  <a:pt x="2177" y="975"/>
                  <a:pt x="2180" y="972"/>
                  <a:pt x="2175" y="970"/>
                </a:cubicBezTo>
                <a:cubicBezTo>
                  <a:pt x="2160" y="950"/>
                  <a:pt x="2156" y="947"/>
                  <a:pt x="2156" y="944"/>
                </a:cubicBezTo>
                <a:cubicBezTo>
                  <a:pt x="2135" y="924"/>
                  <a:pt x="2131" y="922"/>
                  <a:pt x="2127" y="919"/>
                </a:cubicBezTo>
                <a:cubicBezTo>
                  <a:pt x="2066" y="879"/>
                  <a:pt x="2060" y="875"/>
                  <a:pt x="2053" y="870"/>
                </a:cubicBezTo>
                <a:cubicBezTo>
                  <a:pt x="2041" y="864"/>
                  <a:pt x="2045" y="872"/>
                  <a:pt x="2049" y="872"/>
                </a:cubicBezTo>
                <a:cubicBezTo>
                  <a:pt x="2083" y="887"/>
                  <a:pt x="2082" y="901"/>
                  <a:pt x="2086" y="895"/>
                </a:cubicBezTo>
                <a:cubicBezTo>
                  <a:pt x="2136" y="937"/>
                  <a:pt x="2158" y="956"/>
                  <a:pt x="2170" y="977"/>
                </a:cubicBezTo>
                <a:cubicBezTo>
                  <a:pt x="2201" y="1019"/>
                  <a:pt x="2207" y="1030"/>
                  <a:pt x="2215" y="1040"/>
                </a:cubicBezTo>
                <a:cubicBezTo>
                  <a:pt x="2242" y="1090"/>
                  <a:pt x="2250" y="1091"/>
                  <a:pt x="2249" y="1095"/>
                </a:cubicBezTo>
                <a:cubicBezTo>
                  <a:pt x="2279" y="1146"/>
                  <a:pt x="2287" y="1157"/>
                  <a:pt x="2295" y="1167"/>
                </a:cubicBezTo>
                <a:cubicBezTo>
                  <a:pt x="2319" y="1209"/>
                  <a:pt x="2324" y="1220"/>
                  <a:pt x="2334" y="1230"/>
                </a:cubicBezTo>
                <a:cubicBezTo>
                  <a:pt x="2378" y="1305"/>
                  <a:pt x="2386" y="1315"/>
                  <a:pt x="2391" y="1326"/>
                </a:cubicBezTo>
                <a:cubicBezTo>
                  <a:pt x="2425" y="1379"/>
                  <a:pt x="2446" y="1399"/>
                  <a:pt x="2462" y="1420"/>
                </a:cubicBezTo>
                <a:cubicBezTo>
                  <a:pt x="2493" y="1454"/>
                  <a:pt x="2509" y="1456"/>
                  <a:pt x="2502" y="1462"/>
                </a:cubicBezTo>
                <a:cubicBezTo>
                  <a:pt x="2420" y="1396"/>
                  <a:pt x="2419" y="1392"/>
                  <a:pt x="2415" y="1388"/>
                </a:cubicBezTo>
                <a:cubicBezTo>
                  <a:pt x="2373" y="1338"/>
                  <a:pt x="2363" y="1331"/>
                  <a:pt x="2362" y="1322"/>
                </a:cubicBezTo>
                <a:cubicBezTo>
                  <a:pt x="2329" y="1277"/>
                  <a:pt x="2324" y="1268"/>
                  <a:pt x="2317" y="1260"/>
                </a:cubicBezTo>
                <a:cubicBezTo>
                  <a:pt x="2273" y="1202"/>
                  <a:pt x="2274" y="1192"/>
                  <a:pt x="2265" y="1184"/>
                </a:cubicBezTo>
                <a:cubicBezTo>
                  <a:pt x="2231" y="1128"/>
                  <a:pt x="2228" y="1124"/>
                  <a:pt x="2224" y="1120"/>
                </a:cubicBezTo>
                <a:cubicBezTo>
                  <a:pt x="2206" y="1089"/>
                  <a:pt x="2206" y="1085"/>
                  <a:pt x="2201" y="1081"/>
                </a:cubicBezTo>
                <a:cubicBezTo>
                  <a:pt x="2145" y="996"/>
                  <a:pt x="2139" y="988"/>
                  <a:pt x="2132" y="980"/>
                </a:cubicBezTo>
                <a:cubicBezTo>
                  <a:pt x="2095" y="938"/>
                  <a:pt x="2082" y="921"/>
                  <a:pt x="2063" y="906"/>
                </a:cubicBezTo>
                <a:cubicBezTo>
                  <a:pt x="1958" y="846"/>
                  <a:pt x="1958" y="850"/>
                  <a:pt x="1960" y="848"/>
                </a:cubicBezTo>
                <a:cubicBezTo>
                  <a:pt x="1964" y="857"/>
                  <a:pt x="1973" y="868"/>
                  <a:pt x="1990" y="875"/>
                </a:cubicBezTo>
                <a:cubicBezTo>
                  <a:pt x="2029" y="915"/>
                  <a:pt x="2043" y="917"/>
                  <a:pt x="2042" y="922"/>
                </a:cubicBezTo>
                <a:cubicBezTo>
                  <a:pt x="2071" y="951"/>
                  <a:pt x="2074" y="955"/>
                  <a:pt x="2077" y="959"/>
                </a:cubicBezTo>
                <a:cubicBezTo>
                  <a:pt x="2113" y="1006"/>
                  <a:pt x="2117" y="1015"/>
                  <a:pt x="2123" y="1024"/>
                </a:cubicBezTo>
                <a:cubicBezTo>
                  <a:pt x="2145" y="1069"/>
                  <a:pt x="2158" y="1071"/>
                  <a:pt x="2153" y="1078"/>
                </a:cubicBezTo>
                <a:cubicBezTo>
                  <a:pt x="2060" y="980"/>
                  <a:pt x="2026" y="953"/>
                  <a:pt x="2003" y="933"/>
                </a:cubicBezTo>
                <a:cubicBezTo>
                  <a:pt x="1997" y="934"/>
                  <a:pt x="2030" y="962"/>
                  <a:pt x="2059" y="987"/>
                </a:cubicBezTo>
                <a:cubicBezTo>
                  <a:pt x="2135" y="1070"/>
                  <a:pt x="2141" y="1071"/>
                  <a:pt x="2140" y="1074"/>
                </a:cubicBezTo>
                <a:cubicBezTo>
                  <a:pt x="2158" y="1100"/>
                  <a:pt x="2165" y="1104"/>
                  <a:pt x="2166" y="1110"/>
                </a:cubicBezTo>
                <a:cubicBezTo>
                  <a:pt x="2185" y="1150"/>
                  <a:pt x="2199" y="1154"/>
                  <a:pt x="2198" y="1160"/>
                </a:cubicBezTo>
                <a:cubicBezTo>
                  <a:pt x="2229" y="1202"/>
                  <a:pt x="2233" y="1214"/>
                  <a:pt x="2241" y="1225"/>
                </a:cubicBezTo>
                <a:cubicBezTo>
                  <a:pt x="2280" y="1279"/>
                  <a:pt x="2285" y="1284"/>
                  <a:pt x="2287" y="1290"/>
                </a:cubicBezTo>
                <a:cubicBezTo>
                  <a:pt x="2310" y="1315"/>
                  <a:pt x="2308" y="1324"/>
                  <a:pt x="2312" y="1320"/>
                </a:cubicBezTo>
                <a:cubicBezTo>
                  <a:pt x="2334" y="1347"/>
                  <a:pt x="2343" y="1348"/>
                  <a:pt x="2340" y="1352"/>
                </a:cubicBezTo>
                <a:cubicBezTo>
                  <a:pt x="2304" y="1320"/>
                  <a:pt x="2297" y="1317"/>
                  <a:pt x="2298" y="1313"/>
                </a:cubicBezTo>
                <a:cubicBezTo>
                  <a:pt x="2267" y="1279"/>
                  <a:pt x="2258" y="1276"/>
                  <a:pt x="2259" y="1272"/>
                </a:cubicBezTo>
                <a:cubicBezTo>
                  <a:pt x="2207" y="1202"/>
                  <a:pt x="2201" y="1196"/>
                  <a:pt x="2194" y="1189"/>
                </a:cubicBezTo>
                <a:cubicBezTo>
                  <a:pt x="2163" y="1144"/>
                  <a:pt x="2160" y="1140"/>
                  <a:pt x="2155" y="1137"/>
                </a:cubicBezTo>
                <a:cubicBezTo>
                  <a:pt x="2105" y="1071"/>
                  <a:pt x="2089" y="1058"/>
                  <a:pt x="2076" y="1045"/>
                </a:cubicBezTo>
                <a:cubicBezTo>
                  <a:pt x="1943" y="937"/>
                  <a:pt x="1938" y="939"/>
                  <a:pt x="1930" y="932"/>
                </a:cubicBezTo>
                <a:cubicBezTo>
                  <a:pt x="1910" y="924"/>
                  <a:pt x="1912" y="926"/>
                  <a:pt x="1917" y="929"/>
                </a:cubicBezTo>
                <a:cubicBezTo>
                  <a:pt x="1950" y="953"/>
                  <a:pt x="1966" y="960"/>
                  <a:pt x="1975" y="967"/>
                </a:cubicBezTo>
                <a:cubicBezTo>
                  <a:pt x="2003" y="992"/>
                  <a:pt x="2017" y="997"/>
                  <a:pt x="2022" y="1007"/>
                </a:cubicBezTo>
                <a:cubicBezTo>
                  <a:pt x="2034" y="1020"/>
                  <a:pt x="2049" y="1023"/>
                  <a:pt x="2047" y="1028"/>
                </a:cubicBezTo>
                <a:cubicBezTo>
                  <a:pt x="2123" y="1110"/>
                  <a:pt x="2134" y="1117"/>
                  <a:pt x="2136" y="1127"/>
                </a:cubicBezTo>
                <a:cubicBezTo>
                  <a:pt x="2105" y="1093"/>
                  <a:pt x="2090" y="1093"/>
                  <a:pt x="2094" y="1088"/>
                </a:cubicBezTo>
                <a:cubicBezTo>
                  <a:pt x="1994" y="1026"/>
                  <a:pt x="1979" y="1015"/>
                  <a:pt x="1964" y="1007"/>
                </a:cubicBezTo>
                <a:cubicBezTo>
                  <a:pt x="1884" y="981"/>
                  <a:pt x="1880" y="980"/>
                  <a:pt x="1875" y="979"/>
                </a:cubicBezTo>
                <a:cubicBezTo>
                  <a:pt x="1802" y="959"/>
                  <a:pt x="1794" y="957"/>
                  <a:pt x="1785" y="954"/>
                </a:cubicBezTo>
                <a:cubicBezTo>
                  <a:pt x="1780" y="960"/>
                  <a:pt x="1800" y="964"/>
                  <a:pt x="1820" y="969"/>
                </a:cubicBezTo>
                <a:cubicBezTo>
                  <a:pt x="1861" y="984"/>
                  <a:pt x="1871" y="985"/>
                  <a:pt x="1882" y="989"/>
                </a:cubicBezTo>
                <a:cubicBezTo>
                  <a:pt x="1898" y="991"/>
                  <a:pt x="1904" y="998"/>
                  <a:pt x="1909" y="996"/>
                </a:cubicBezTo>
                <a:cubicBezTo>
                  <a:pt x="2016" y="1047"/>
                  <a:pt x="2029" y="1056"/>
                  <a:pt x="2042" y="1064"/>
                </a:cubicBezTo>
                <a:cubicBezTo>
                  <a:pt x="2139" y="1152"/>
                  <a:pt x="2153" y="1157"/>
                  <a:pt x="2152" y="1166"/>
                </a:cubicBezTo>
                <a:cubicBezTo>
                  <a:pt x="2037" y="1063"/>
                  <a:pt x="2028" y="1057"/>
                  <a:pt x="2019" y="1051"/>
                </a:cubicBezTo>
                <a:cubicBezTo>
                  <a:pt x="1918" y="1008"/>
                  <a:pt x="1913" y="1000"/>
                  <a:pt x="1910" y="1002"/>
                </a:cubicBezTo>
                <a:cubicBezTo>
                  <a:pt x="1880" y="995"/>
                  <a:pt x="1876" y="992"/>
                  <a:pt x="1872" y="993"/>
                </a:cubicBezTo>
                <a:cubicBezTo>
                  <a:pt x="1988" y="1044"/>
                  <a:pt x="1992" y="1046"/>
                  <a:pt x="2005" y="1053"/>
                </a:cubicBezTo>
                <a:cubicBezTo>
                  <a:pt x="2110" y="1134"/>
                  <a:pt x="2114" y="1139"/>
                  <a:pt x="2122" y="1144"/>
                </a:cubicBezTo>
                <a:cubicBezTo>
                  <a:pt x="2182" y="1205"/>
                  <a:pt x="2180" y="1210"/>
                  <a:pt x="2186" y="1213"/>
                </a:cubicBezTo>
                <a:cubicBezTo>
                  <a:pt x="2204" y="1238"/>
                  <a:pt x="2216" y="1240"/>
                  <a:pt x="2212" y="1245"/>
                </a:cubicBezTo>
                <a:cubicBezTo>
                  <a:pt x="2180" y="1218"/>
                  <a:pt x="2174" y="1210"/>
                  <a:pt x="2167" y="1202"/>
                </a:cubicBezTo>
                <a:cubicBezTo>
                  <a:pt x="2144" y="1177"/>
                  <a:pt x="2130" y="1177"/>
                  <a:pt x="2134" y="1173"/>
                </a:cubicBezTo>
                <a:cubicBezTo>
                  <a:pt x="2017" y="1102"/>
                  <a:pt x="2002" y="1093"/>
                  <a:pt x="1988" y="1086"/>
                </a:cubicBezTo>
                <a:cubicBezTo>
                  <a:pt x="1953" y="1072"/>
                  <a:pt x="1948" y="1063"/>
                  <a:pt x="1945" y="1071"/>
                </a:cubicBezTo>
                <a:cubicBezTo>
                  <a:pt x="2015" y="1108"/>
                  <a:pt x="2016" y="1110"/>
                  <a:pt x="2017" y="1108"/>
                </a:cubicBezTo>
                <a:cubicBezTo>
                  <a:pt x="2048" y="1127"/>
                  <a:pt x="2059" y="1131"/>
                  <a:pt x="2070" y="1140"/>
                </a:cubicBezTo>
                <a:cubicBezTo>
                  <a:pt x="2124" y="1179"/>
                  <a:pt x="2128" y="1181"/>
                  <a:pt x="2126" y="1185"/>
                </a:cubicBezTo>
                <a:cubicBezTo>
                  <a:pt x="1894" y="1067"/>
                  <a:pt x="1862" y="1046"/>
                  <a:pt x="1831" y="1031"/>
                </a:cubicBezTo>
                <a:cubicBezTo>
                  <a:pt x="1819" y="1028"/>
                  <a:pt x="1825" y="1032"/>
                  <a:pt x="1830" y="1036"/>
                </a:cubicBezTo>
                <a:cubicBezTo>
                  <a:pt x="1878" y="1062"/>
                  <a:pt x="1891" y="1074"/>
                  <a:pt x="1911" y="1079"/>
                </a:cubicBezTo>
                <a:cubicBezTo>
                  <a:pt x="2085" y="1172"/>
                  <a:pt x="2097" y="1179"/>
                  <a:pt x="2108" y="1184"/>
                </a:cubicBezTo>
                <a:cubicBezTo>
                  <a:pt x="2173" y="1234"/>
                  <a:pt x="2187" y="1235"/>
                  <a:pt x="2182" y="1239"/>
                </a:cubicBezTo>
                <a:cubicBezTo>
                  <a:pt x="2062" y="1185"/>
                  <a:pt x="2032" y="1171"/>
                  <a:pt x="2001" y="1152"/>
                </a:cubicBezTo>
                <a:cubicBezTo>
                  <a:pt x="1899" y="1094"/>
                  <a:pt x="1870" y="1065"/>
                  <a:pt x="1827" y="1044"/>
                </a:cubicBezTo>
                <a:cubicBezTo>
                  <a:pt x="1802" y="1021"/>
                  <a:pt x="1793" y="1020"/>
                  <a:pt x="1796" y="1016"/>
                </a:cubicBezTo>
                <a:cubicBezTo>
                  <a:pt x="1765" y="983"/>
                  <a:pt x="1759" y="982"/>
                  <a:pt x="1760" y="979"/>
                </a:cubicBezTo>
                <a:cubicBezTo>
                  <a:pt x="1750" y="965"/>
                  <a:pt x="1742" y="962"/>
                  <a:pt x="1742" y="964"/>
                </a:cubicBezTo>
                <a:cubicBezTo>
                  <a:pt x="1859" y="1073"/>
                  <a:pt x="1897" y="1098"/>
                  <a:pt x="1927" y="1122"/>
                </a:cubicBezTo>
                <a:cubicBezTo>
                  <a:pt x="1984" y="1157"/>
                  <a:pt x="1995" y="1155"/>
                  <a:pt x="1997" y="1163"/>
                </a:cubicBezTo>
                <a:cubicBezTo>
                  <a:pt x="2066" y="1192"/>
                  <a:pt x="2073" y="1204"/>
                  <a:pt x="2077" y="1200"/>
                </a:cubicBezTo>
                <a:cubicBezTo>
                  <a:pt x="1999" y="1181"/>
                  <a:pt x="1975" y="1172"/>
                  <a:pt x="1952" y="1164"/>
                </a:cubicBezTo>
                <a:cubicBezTo>
                  <a:pt x="1812" y="1102"/>
                  <a:pt x="1800" y="1107"/>
                  <a:pt x="1802" y="1101"/>
                </a:cubicBezTo>
                <a:cubicBezTo>
                  <a:pt x="1863" y="1135"/>
                  <a:pt x="1871" y="1147"/>
                  <a:pt x="1875" y="1145"/>
                </a:cubicBezTo>
                <a:cubicBezTo>
                  <a:pt x="1932" y="1163"/>
                  <a:pt x="1935" y="1166"/>
                  <a:pt x="1938" y="1168"/>
                </a:cubicBezTo>
                <a:cubicBezTo>
                  <a:pt x="1958" y="1170"/>
                  <a:pt x="1962" y="1178"/>
                  <a:pt x="1966" y="1178"/>
                </a:cubicBezTo>
                <a:cubicBezTo>
                  <a:pt x="1988" y="1181"/>
                  <a:pt x="1995" y="1191"/>
                  <a:pt x="2001" y="1189"/>
                </a:cubicBezTo>
                <a:cubicBezTo>
                  <a:pt x="2074" y="1212"/>
                  <a:pt x="2078" y="1217"/>
                  <a:pt x="2080" y="1215"/>
                </a:cubicBezTo>
                <a:cubicBezTo>
                  <a:pt x="2117" y="1228"/>
                  <a:pt x="2124" y="1232"/>
                  <a:pt x="2137" y="1235"/>
                </a:cubicBezTo>
                <a:cubicBezTo>
                  <a:pt x="2234" y="1279"/>
                  <a:pt x="2245" y="1287"/>
                  <a:pt x="2243" y="1292"/>
                </a:cubicBezTo>
                <a:cubicBezTo>
                  <a:pt x="2131" y="1245"/>
                  <a:pt x="2120" y="1242"/>
                  <a:pt x="2108" y="1239"/>
                </a:cubicBezTo>
                <a:cubicBezTo>
                  <a:pt x="2028" y="1217"/>
                  <a:pt x="2017" y="1216"/>
                  <a:pt x="2005" y="1213"/>
                </a:cubicBezTo>
                <a:cubicBezTo>
                  <a:pt x="1958" y="1197"/>
                  <a:pt x="1947" y="1195"/>
                  <a:pt x="1935" y="1192"/>
                </a:cubicBezTo>
                <a:cubicBezTo>
                  <a:pt x="1799" y="1116"/>
                  <a:pt x="1795" y="1118"/>
                  <a:pt x="1793" y="1116"/>
                </a:cubicBezTo>
                <a:cubicBezTo>
                  <a:pt x="1777" y="1110"/>
                  <a:pt x="1780" y="1101"/>
                  <a:pt x="1777" y="1100"/>
                </a:cubicBezTo>
                <a:cubicBezTo>
                  <a:pt x="1768" y="1091"/>
                  <a:pt x="1766" y="1092"/>
                  <a:pt x="1768" y="1094"/>
                </a:cubicBezTo>
                <a:cubicBezTo>
                  <a:pt x="1775" y="1110"/>
                  <a:pt x="1784" y="1111"/>
                  <a:pt x="1786" y="1114"/>
                </a:cubicBezTo>
                <a:cubicBezTo>
                  <a:pt x="1836" y="1150"/>
                  <a:pt x="1847" y="1161"/>
                  <a:pt x="1855" y="1163"/>
                </a:cubicBezTo>
                <a:cubicBezTo>
                  <a:pt x="1888" y="1188"/>
                  <a:pt x="1893" y="1191"/>
                  <a:pt x="1895" y="1189"/>
                </a:cubicBezTo>
                <a:cubicBezTo>
                  <a:pt x="1958" y="1223"/>
                  <a:pt x="1978" y="1230"/>
                  <a:pt x="2003" y="1240"/>
                </a:cubicBezTo>
                <a:cubicBezTo>
                  <a:pt x="2041" y="1245"/>
                  <a:pt x="2048" y="1253"/>
                  <a:pt x="2053" y="1252"/>
                </a:cubicBezTo>
                <a:cubicBezTo>
                  <a:pt x="2147" y="1279"/>
                  <a:pt x="2157" y="1282"/>
                  <a:pt x="2166" y="1286"/>
                </a:cubicBezTo>
                <a:cubicBezTo>
                  <a:pt x="2217" y="1301"/>
                  <a:pt x="2237" y="1308"/>
                  <a:pt x="2257" y="1315"/>
                </a:cubicBezTo>
                <a:cubicBezTo>
                  <a:pt x="2324" y="1358"/>
                  <a:pt x="2331" y="1352"/>
                  <a:pt x="2328" y="1357"/>
                </a:cubicBezTo>
                <a:cubicBezTo>
                  <a:pt x="2331" y="1361"/>
                  <a:pt x="2323" y="1361"/>
                  <a:pt x="2312" y="1354"/>
                </a:cubicBezTo>
                <a:cubicBezTo>
                  <a:pt x="2262" y="1327"/>
                  <a:pt x="2258" y="1327"/>
                  <a:pt x="2253" y="1325"/>
                </a:cubicBezTo>
                <a:cubicBezTo>
                  <a:pt x="2222" y="1313"/>
                  <a:pt x="2216" y="1307"/>
                  <a:pt x="2212" y="1308"/>
                </a:cubicBezTo>
                <a:cubicBezTo>
                  <a:pt x="2192" y="1303"/>
                  <a:pt x="2187" y="1302"/>
                  <a:pt x="2182" y="1302"/>
                </a:cubicBezTo>
                <a:cubicBezTo>
                  <a:pt x="2120" y="1285"/>
                  <a:pt x="2116" y="1290"/>
                  <a:pt x="2111" y="1286"/>
                </a:cubicBezTo>
                <a:cubicBezTo>
                  <a:pt x="2062" y="1273"/>
                  <a:pt x="2058" y="1275"/>
                  <a:pt x="2054" y="1274"/>
                </a:cubicBezTo>
                <a:cubicBezTo>
                  <a:pt x="2005" y="1263"/>
                  <a:pt x="2001" y="1263"/>
                  <a:pt x="1996" y="1262"/>
                </a:cubicBezTo>
                <a:cubicBezTo>
                  <a:pt x="1943" y="1252"/>
                  <a:pt x="1934" y="1249"/>
                  <a:pt x="1924" y="1245"/>
                </a:cubicBezTo>
                <a:cubicBezTo>
                  <a:pt x="1874" y="1231"/>
                  <a:pt x="1855" y="1225"/>
                  <a:pt x="1835" y="1217"/>
                </a:cubicBezTo>
                <a:cubicBezTo>
                  <a:pt x="1789" y="1181"/>
                  <a:pt x="1784" y="1176"/>
                  <a:pt x="1780" y="1181"/>
                </a:cubicBezTo>
                <a:cubicBezTo>
                  <a:pt x="1792" y="1194"/>
                  <a:pt x="1801" y="1197"/>
                  <a:pt x="1800" y="1202"/>
                </a:cubicBezTo>
                <a:cubicBezTo>
                  <a:pt x="1724" y="1168"/>
                  <a:pt x="1766" y="1186"/>
                  <a:pt x="1797" y="1207"/>
                </a:cubicBezTo>
                <a:cubicBezTo>
                  <a:pt x="1849" y="1237"/>
                  <a:pt x="1860" y="1244"/>
                  <a:pt x="1870" y="1251"/>
                </a:cubicBezTo>
                <a:cubicBezTo>
                  <a:pt x="2017" y="1319"/>
                  <a:pt x="2027" y="1321"/>
                  <a:pt x="2038" y="1326"/>
                </a:cubicBezTo>
                <a:cubicBezTo>
                  <a:pt x="2062" y="1334"/>
                  <a:pt x="2064" y="1329"/>
                  <a:pt x="2067" y="1332"/>
                </a:cubicBezTo>
                <a:cubicBezTo>
                  <a:pt x="2101" y="1345"/>
                  <a:pt x="2109" y="1344"/>
                  <a:pt x="2117" y="1348"/>
                </a:cubicBezTo>
                <a:cubicBezTo>
                  <a:pt x="2179" y="1365"/>
                  <a:pt x="2190" y="1363"/>
                  <a:pt x="2202" y="1370"/>
                </a:cubicBezTo>
                <a:cubicBezTo>
                  <a:pt x="2239" y="1378"/>
                  <a:pt x="2242" y="1381"/>
                  <a:pt x="2243" y="1379"/>
                </a:cubicBezTo>
                <a:cubicBezTo>
                  <a:pt x="2271" y="1395"/>
                  <a:pt x="2279" y="1390"/>
                  <a:pt x="2289" y="1396"/>
                </a:cubicBezTo>
                <a:cubicBezTo>
                  <a:pt x="2335" y="1407"/>
                  <a:pt x="2342" y="1415"/>
                  <a:pt x="2346" y="1413"/>
                </a:cubicBezTo>
                <a:cubicBezTo>
                  <a:pt x="2436" y="1455"/>
                  <a:pt x="2440" y="1458"/>
                  <a:pt x="2445" y="1461"/>
                </a:cubicBezTo>
                <a:cubicBezTo>
                  <a:pt x="2441" y="1460"/>
                  <a:pt x="2440" y="1470"/>
                  <a:pt x="2435" y="1465"/>
                </a:cubicBezTo>
                <a:cubicBezTo>
                  <a:pt x="2403" y="1446"/>
                  <a:pt x="2399" y="1444"/>
                  <a:pt x="2396" y="1441"/>
                </a:cubicBezTo>
                <a:cubicBezTo>
                  <a:pt x="2345" y="1421"/>
                  <a:pt x="2342" y="1417"/>
                  <a:pt x="2339" y="1419"/>
                </a:cubicBezTo>
                <a:cubicBezTo>
                  <a:pt x="2288" y="1400"/>
                  <a:pt x="2278" y="1399"/>
                  <a:pt x="2267" y="1395"/>
                </a:cubicBezTo>
                <a:cubicBezTo>
                  <a:pt x="2242" y="1393"/>
                  <a:pt x="2238" y="1387"/>
                  <a:pt x="2236" y="1390"/>
                </a:cubicBezTo>
                <a:cubicBezTo>
                  <a:pt x="2185" y="1383"/>
                  <a:pt x="2180" y="1381"/>
                  <a:pt x="2174" y="1380"/>
                </a:cubicBezTo>
                <a:cubicBezTo>
                  <a:pt x="2108" y="1367"/>
                  <a:pt x="2100" y="1369"/>
                  <a:pt x="2091" y="1364"/>
                </a:cubicBezTo>
                <a:cubicBezTo>
                  <a:pt x="2030" y="1352"/>
                  <a:pt x="2020" y="1345"/>
                  <a:pt x="2012" y="1348"/>
                </a:cubicBezTo>
                <a:cubicBezTo>
                  <a:pt x="1921" y="1321"/>
                  <a:pt x="1904" y="1314"/>
                  <a:pt x="1888" y="1310"/>
                </a:cubicBezTo>
                <a:cubicBezTo>
                  <a:pt x="1846" y="1294"/>
                  <a:pt x="1847" y="1280"/>
                  <a:pt x="1844" y="1286"/>
                </a:cubicBezTo>
                <a:cubicBezTo>
                  <a:pt x="1805" y="1264"/>
                  <a:pt x="1802" y="1260"/>
                  <a:pt x="1799" y="1256"/>
                </a:cubicBezTo>
                <a:cubicBezTo>
                  <a:pt x="1792" y="1262"/>
                  <a:pt x="1796" y="1264"/>
                  <a:pt x="1799" y="1267"/>
                </a:cubicBezTo>
                <a:cubicBezTo>
                  <a:pt x="1822" y="1281"/>
                  <a:pt x="1831" y="1288"/>
                  <a:pt x="1839" y="1293"/>
                </a:cubicBezTo>
                <a:cubicBezTo>
                  <a:pt x="1935" y="1335"/>
                  <a:pt x="1945" y="1339"/>
                  <a:pt x="1956" y="1342"/>
                </a:cubicBezTo>
                <a:cubicBezTo>
                  <a:pt x="1993" y="1352"/>
                  <a:pt x="1997" y="1353"/>
                  <a:pt x="2002" y="1352"/>
                </a:cubicBezTo>
                <a:cubicBezTo>
                  <a:pt x="2082" y="1371"/>
                  <a:pt x="2083" y="1372"/>
                  <a:pt x="2085" y="1373"/>
                </a:cubicBezTo>
                <a:cubicBezTo>
                  <a:pt x="2115" y="1375"/>
                  <a:pt x="2118" y="1381"/>
                  <a:pt x="2120" y="1378"/>
                </a:cubicBezTo>
                <a:cubicBezTo>
                  <a:pt x="2155" y="1386"/>
                  <a:pt x="2165" y="1383"/>
                  <a:pt x="2176" y="1389"/>
                </a:cubicBezTo>
                <a:cubicBezTo>
                  <a:pt x="2196" y="1393"/>
                  <a:pt x="2201" y="1391"/>
                  <a:pt x="2207" y="1394"/>
                </a:cubicBezTo>
                <a:cubicBezTo>
                  <a:pt x="2226" y="1393"/>
                  <a:pt x="2232" y="1397"/>
                  <a:pt x="2237" y="1396"/>
                </a:cubicBezTo>
                <a:cubicBezTo>
                  <a:pt x="2289" y="1410"/>
                  <a:pt x="2294" y="1408"/>
                  <a:pt x="2300" y="1412"/>
                </a:cubicBezTo>
                <a:cubicBezTo>
                  <a:pt x="2403" y="1451"/>
                  <a:pt x="2407" y="1454"/>
                  <a:pt x="2411" y="1457"/>
                </a:cubicBezTo>
                <a:cubicBezTo>
                  <a:pt x="2382" y="1460"/>
                  <a:pt x="2378" y="1455"/>
                  <a:pt x="2375" y="1456"/>
                </a:cubicBezTo>
                <a:cubicBezTo>
                  <a:pt x="2349" y="1454"/>
                  <a:pt x="2346" y="1457"/>
                  <a:pt x="2342" y="1455"/>
                </a:cubicBezTo>
                <a:cubicBezTo>
                  <a:pt x="2278" y="1447"/>
                  <a:pt x="2273" y="1444"/>
                  <a:pt x="2267" y="1445"/>
                </a:cubicBezTo>
                <a:cubicBezTo>
                  <a:pt x="2223" y="1440"/>
                  <a:pt x="2219" y="1437"/>
                  <a:pt x="2215" y="1433"/>
                </a:cubicBezTo>
                <a:cubicBezTo>
                  <a:pt x="2193" y="1431"/>
                  <a:pt x="2191" y="1434"/>
                  <a:pt x="2188" y="1434"/>
                </a:cubicBezTo>
                <a:cubicBezTo>
                  <a:pt x="2155" y="1427"/>
                  <a:pt x="2148" y="1421"/>
                  <a:pt x="2143" y="1423"/>
                </a:cubicBezTo>
                <a:cubicBezTo>
                  <a:pt x="2090" y="1417"/>
                  <a:pt x="2083" y="1408"/>
                  <a:pt x="2079" y="1413"/>
                </a:cubicBezTo>
                <a:cubicBezTo>
                  <a:pt x="1999" y="1398"/>
                  <a:pt x="1989" y="1393"/>
                  <a:pt x="1980" y="1392"/>
                </a:cubicBezTo>
                <a:cubicBezTo>
                  <a:pt x="1957" y="1385"/>
                  <a:pt x="1954" y="1382"/>
                  <a:pt x="1952" y="1384"/>
                </a:cubicBezTo>
                <a:cubicBezTo>
                  <a:pt x="1867" y="1355"/>
                  <a:pt x="1868" y="1352"/>
                  <a:pt x="1868" y="1352"/>
                </a:cubicBezTo>
                <a:cubicBezTo>
                  <a:pt x="1854" y="1345"/>
                  <a:pt x="1853" y="1346"/>
                  <a:pt x="1851" y="1346"/>
                </a:cubicBezTo>
                <a:cubicBezTo>
                  <a:pt x="1819" y="1330"/>
                  <a:pt x="1814" y="1322"/>
                  <a:pt x="1810" y="1321"/>
                </a:cubicBezTo>
                <a:cubicBezTo>
                  <a:pt x="1759" y="1288"/>
                  <a:pt x="1760" y="1285"/>
                  <a:pt x="1757" y="1283"/>
                </a:cubicBezTo>
                <a:cubicBezTo>
                  <a:pt x="1737" y="1278"/>
                  <a:pt x="1744" y="1285"/>
                  <a:pt x="1751" y="1292"/>
                </a:cubicBezTo>
                <a:cubicBezTo>
                  <a:pt x="1824" y="1336"/>
                  <a:pt x="1820" y="1339"/>
                  <a:pt x="1825" y="1342"/>
                </a:cubicBezTo>
                <a:cubicBezTo>
                  <a:pt x="1914" y="1376"/>
                  <a:pt x="1921" y="1385"/>
                  <a:pt x="1926" y="1383"/>
                </a:cubicBezTo>
                <a:cubicBezTo>
                  <a:pt x="1966" y="1396"/>
                  <a:pt x="1970" y="1399"/>
                  <a:pt x="1972" y="1397"/>
                </a:cubicBezTo>
                <a:cubicBezTo>
                  <a:pt x="2078" y="1420"/>
                  <a:pt x="2102" y="1426"/>
                  <a:pt x="2125" y="1426"/>
                </a:cubicBezTo>
                <a:cubicBezTo>
                  <a:pt x="2205" y="1443"/>
                  <a:pt x="2211" y="1443"/>
                  <a:pt x="2217" y="1442"/>
                </a:cubicBezTo>
                <a:cubicBezTo>
                  <a:pt x="2256" y="1449"/>
                  <a:pt x="2259" y="1450"/>
                  <a:pt x="2263" y="1452"/>
                </a:cubicBezTo>
                <a:cubicBezTo>
                  <a:pt x="2241" y="1449"/>
                  <a:pt x="2235" y="1450"/>
                  <a:pt x="2228" y="1453"/>
                </a:cubicBezTo>
                <a:cubicBezTo>
                  <a:pt x="2161" y="1450"/>
                  <a:pt x="2138" y="1452"/>
                  <a:pt x="2115" y="1453"/>
                </a:cubicBezTo>
                <a:cubicBezTo>
                  <a:pt x="2033" y="1453"/>
                  <a:pt x="2030" y="1453"/>
                  <a:pt x="2027" y="1452"/>
                </a:cubicBezTo>
                <a:cubicBezTo>
                  <a:pt x="1998" y="1450"/>
                  <a:pt x="1996" y="1456"/>
                  <a:pt x="1992" y="1450"/>
                </a:cubicBezTo>
                <a:cubicBezTo>
                  <a:pt x="1962" y="1449"/>
                  <a:pt x="1960" y="1455"/>
                  <a:pt x="1955" y="1449"/>
                </a:cubicBezTo>
                <a:cubicBezTo>
                  <a:pt x="1918" y="1451"/>
                  <a:pt x="1915" y="1451"/>
                  <a:pt x="1912" y="1452"/>
                </a:cubicBezTo>
                <a:cubicBezTo>
                  <a:pt x="1934" y="1456"/>
                  <a:pt x="1942" y="1456"/>
                  <a:pt x="1951" y="1457"/>
                </a:cubicBezTo>
                <a:cubicBezTo>
                  <a:pt x="1993" y="1458"/>
                  <a:pt x="1997" y="1456"/>
                  <a:pt x="2001" y="1459"/>
                </a:cubicBezTo>
                <a:cubicBezTo>
                  <a:pt x="2056" y="1461"/>
                  <a:pt x="2060" y="1459"/>
                  <a:pt x="2065" y="1462"/>
                </a:cubicBezTo>
                <a:cubicBezTo>
                  <a:pt x="2095" y="1465"/>
                  <a:pt x="2098" y="1457"/>
                  <a:pt x="2104" y="1462"/>
                </a:cubicBezTo>
                <a:cubicBezTo>
                  <a:pt x="2171" y="1462"/>
                  <a:pt x="2187" y="1459"/>
                  <a:pt x="2205" y="1461"/>
                </a:cubicBezTo>
                <a:cubicBezTo>
                  <a:pt x="2239" y="1464"/>
                  <a:pt x="2246" y="1458"/>
                  <a:pt x="2255" y="1463"/>
                </a:cubicBezTo>
                <a:cubicBezTo>
                  <a:pt x="2379" y="1467"/>
                  <a:pt x="2385" y="1469"/>
                  <a:pt x="2390" y="1469"/>
                </a:cubicBezTo>
                <a:cubicBezTo>
                  <a:pt x="2447" y="1477"/>
                  <a:pt x="2453" y="1485"/>
                  <a:pt x="2456" y="1481"/>
                </a:cubicBezTo>
                <a:cubicBezTo>
                  <a:pt x="2471" y="1483"/>
                  <a:pt x="2476" y="1485"/>
                  <a:pt x="2480" y="1484"/>
                </a:cubicBezTo>
                <a:cubicBezTo>
                  <a:pt x="2496" y="1492"/>
                  <a:pt x="2489" y="1491"/>
                  <a:pt x="2481" y="1490"/>
                </a:cubicBezTo>
                <a:cubicBezTo>
                  <a:pt x="2459" y="1486"/>
                  <a:pt x="2459" y="1488"/>
                  <a:pt x="2457" y="1487"/>
                </a:cubicBezTo>
                <a:cubicBezTo>
                  <a:pt x="2436" y="1484"/>
                  <a:pt x="2430" y="1485"/>
                  <a:pt x="2423" y="1483"/>
                </a:cubicBezTo>
                <a:cubicBezTo>
                  <a:pt x="2367" y="1482"/>
                  <a:pt x="2348" y="1479"/>
                  <a:pt x="2330" y="1481"/>
                </a:cubicBezTo>
                <a:cubicBezTo>
                  <a:pt x="2283" y="1485"/>
                  <a:pt x="2277" y="1479"/>
                  <a:pt x="2273" y="1480"/>
                </a:cubicBezTo>
                <a:cubicBezTo>
                  <a:pt x="2200" y="1484"/>
                  <a:pt x="2196" y="1487"/>
                  <a:pt x="2191" y="1488"/>
                </a:cubicBezTo>
                <a:cubicBezTo>
                  <a:pt x="2155" y="1488"/>
                  <a:pt x="2153" y="1490"/>
                  <a:pt x="2150" y="1487"/>
                </a:cubicBezTo>
                <a:cubicBezTo>
                  <a:pt x="2117" y="1486"/>
                  <a:pt x="2113" y="1490"/>
                  <a:pt x="2108" y="1488"/>
                </a:cubicBezTo>
                <a:cubicBezTo>
                  <a:pt x="2069" y="1483"/>
                  <a:pt x="2060" y="1487"/>
                  <a:pt x="2050" y="1484"/>
                </a:cubicBezTo>
                <a:cubicBezTo>
                  <a:pt x="1988" y="1472"/>
                  <a:pt x="1985" y="1477"/>
                  <a:pt x="1979" y="1473"/>
                </a:cubicBezTo>
                <a:cubicBezTo>
                  <a:pt x="1945" y="1469"/>
                  <a:pt x="1938" y="1456"/>
                  <a:pt x="1935" y="1464"/>
                </a:cubicBezTo>
                <a:cubicBezTo>
                  <a:pt x="2001" y="1482"/>
                  <a:pt x="2009" y="1487"/>
                  <a:pt x="2015" y="1486"/>
                </a:cubicBezTo>
                <a:cubicBezTo>
                  <a:pt x="2080" y="1493"/>
                  <a:pt x="2086" y="1494"/>
                  <a:pt x="2094" y="1497"/>
                </a:cubicBezTo>
                <a:cubicBezTo>
                  <a:pt x="2167" y="1495"/>
                  <a:pt x="2186" y="1498"/>
                  <a:pt x="2203" y="1494"/>
                </a:cubicBezTo>
                <a:cubicBezTo>
                  <a:pt x="2239" y="1495"/>
                  <a:pt x="2241" y="1492"/>
                  <a:pt x="2244" y="1492"/>
                </a:cubicBezTo>
                <a:cubicBezTo>
                  <a:pt x="2289" y="1487"/>
                  <a:pt x="2294" y="1490"/>
                  <a:pt x="2298" y="1489"/>
                </a:cubicBezTo>
                <a:cubicBezTo>
                  <a:pt x="2349" y="1491"/>
                  <a:pt x="2358" y="1488"/>
                  <a:pt x="2368" y="1491"/>
                </a:cubicBezTo>
                <a:cubicBezTo>
                  <a:pt x="2408" y="1491"/>
                  <a:pt x="2409" y="1489"/>
                  <a:pt x="2412" y="1491"/>
                </a:cubicBezTo>
                <a:cubicBezTo>
                  <a:pt x="2452" y="1494"/>
                  <a:pt x="2456" y="1493"/>
                  <a:pt x="2462" y="1498"/>
                </a:cubicBezTo>
                <a:cubicBezTo>
                  <a:pt x="2494" y="1499"/>
                  <a:pt x="2499" y="1504"/>
                  <a:pt x="2504" y="1503"/>
                </a:cubicBezTo>
                <a:cubicBezTo>
                  <a:pt x="2539" y="1513"/>
                  <a:pt x="2541" y="1511"/>
                  <a:pt x="2544" y="1514"/>
                </a:cubicBezTo>
                <a:cubicBezTo>
                  <a:pt x="2540" y="1522"/>
                  <a:pt x="2534" y="1517"/>
                  <a:pt x="2528" y="1514"/>
                </a:cubicBezTo>
                <a:cubicBezTo>
                  <a:pt x="2499" y="1515"/>
                  <a:pt x="2495" y="1516"/>
                  <a:pt x="2491" y="1515"/>
                </a:cubicBezTo>
                <a:cubicBezTo>
                  <a:pt x="2470" y="1517"/>
                  <a:pt x="2461" y="1511"/>
                  <a:pt x="2453" y="1516"/>
                </a:cubicBezTo>
                <a:cubicBezTo>
                  <a:pt x="2361" y="1511"/>
                  <a:pt x="2358" y="1522"/>
                  <a:pt x="2352" y="1514"/>
                </a:cubicBezTo>
                <a:cubicBezTo>
                  <a:pt x="2303" y="1521"/>
                  <a:pt x="2299" y="1520"/>
                  <a:pt x="2295" y="1521"/>
                </a:cubicBezTo>
                <a:cubicBezTo>
                  <a:pt x="2268" y="1522"/>
                  <a:pt x="2265" y="1529"/>
                  <a:pt x="2260" y="1526"/>
                </a:cubicBezTo>
                <a:cubicBezTo>
                  <a:pt x="2207" y="1533"/>
                  <a:pt x="2198" y="1529"/>
                  <a:pt x="2191" y="1533"/>
                </a:cubicBezTo>
                <a:cubicBezTo>
                  <a:pt x="2159" y="1533"/>
                  <a:pt x="2151" y="1531"/>
                  <a:pt x="2144" y="1533"/>
                </a:cubicBezTo>
                <a:cubicBezTo>
                  <a:pt x="2122" y="1534"/>
                  <a:pt x="2121" y="1537"/>
                  <a:pt x="2124" y="1535"/>
                </a:cubicBezTo>
                <a:cubicBezTo>
                  <a:pt x="2146" y="1533"/>
                  <a:pt x="2152" y="1539"/>
                  <a:pt x="2156" y="1538"/>
                </a:cubicBezTo>
                <a:cubicBezTo>
                  <a:pt x="2199" y="1537"/>
                  <a:pt x="2208" y="1537"/>
                  <a:pt x="2217" y="1537"/>
                </a:cubicBezTo>
                <a:cubicBezTo>
                  <a:pt x="2258" y="1531"/>
                  <a:pt x="2264" y="1537"/>
                  <a:pt x="2268" y="1534"/>
                </a:cubicBezTo>
                <a:cubicBezTo>
                  <a:pt x="2296" y="1526"/>
                  <a:pt x="2301" y="1531"/>
                  <a:pt x="2304" y="1527"/>
                </a:cubicBezTo>
                <a:cubicBezTo>
                  <a:pt x="2335" y="1525"/>
                  <a:pt x="2338" y="1528"/>
                  <a:pt x="2341" y="1528"/>
                </a:cubicBezTo>
                <a:cubicBezTo>
                  <a:pt x="2369" y="1527"/>
                  <a:pt x="2374" y="1522"/>
                  <a:pt x="2379" y="1525"/>
                </a:cubicBezTo>
                <a:cubicBezTo>
                  <a:pt x="2415" y="1519"/>
                  <a:pt x="2422" y="1529"/>
                  <a:pt x="2426" y="1521"/>
                </a:cubicBezTo>
                <a:cubicBezTo>
                  <a:pt x="2479" y="1523"/>
                  <a:pt x="2484" y="1524"/>
                  <a:pt x="2489" y="1524"/>
                </a:cubicBezTo>
                <a:cubicBezTo>
                  <a:pt x="2510" y="1525"/>
                  <a:pt x="2516" y="1524"/>
                  <a:pt x="2521" y="1524"/>
                </a:cubicBezTo>
                <a:cubicBezTo>
                  <a:pt x="2547" y="1526"/>
                  <a:pt x="2559" y="1534"/>
                  <a:pt x="2570" y="1533"/>
                </a:cubicBezTo>
                <a:cubicBezTo>
                  <a:pt x="2608" y="1551"/>
                  <a:pt x="2617" y="1556"/>
                  <a:pt x="2627" y="1558"/>
                </a:cubicBezTo>
                <a:cubicBezTo>
                  <a:pt x="2654" y="1575"/>
                  <a:pt x="2658" y="1582"/>
                  <a:pt x="2661" y="1578"/>
                </a:cubicBezTo>
                <a:cubicBezTo>
                  <a:pt x="2679" y="1592"/>
                  <a:pt x="2668" y="1591"/>
                  <a:pt x="2658" y="1587"/>
                </a:cubicBezTo>
                <a:cubicBezTo>
                  <a:pt x="2602" y="1571"/>
                  <a:pt x="2598" y="1576"/>
                  <a:pt x="2592" y="1572"/>
                </a:cubicBezTo>
                <a:cubicBezTo>
                  <a:pt x="2493" y="1566"/>
                  <a:pt x="2486" y="1559"/>
                  <a:pt x="2482" y="1564"/>
                </a:cubicBezTo>
                <a:cubicBezTo>
                  <a:pt x="2454" y="1559"/>
                  <a:pt x="2452" y="1559"/>
                  <a:pt x="2450" y="1561"/>
                </a:cubicBezTo>
                <a:cubicBezTo>
                  <a:pt x="2407" y="1554"/>
                  <a:pt x="2405" y="1561"/>
                  <a:pt x="2401" y="1560"/>
                </a:cubicBezTo>
                <a:cubicBezTo>
                  <a:pt x="2363" y="1561"/>
                  <a:pt x="2358" y="1554"/>
                  <a:pt x="2355" y="1558"/>
                </a:cubicBezTo>
                <a:cubicBezTo>
                  <a:pt x="2328" y="1563"/>
                  <a:pt x="2323" y="1555"/>
                  <a:pt x="2321" y="1561"/>
                </a:cubicBezTo>
                <a:cubicBezTo>
                  <a:pt x="2293" y="1560"/>
                  <a:pt x="2290" y="1562"/>
                  <a:pt x="2286" y="1562"/>
                </a:cubicBezTo>
                <a:cubicBezTo>
                  <a:pt x="2243" y="1564"/>
                  <a:pt x="2236" y="1566"/>
                  <a:pt x="2229" y="1566"/>
                </a:cubicBezTo>
                <a:cubicBezTo>
                  <a:pt x="2173" y="1564"/>
                  <a:pt x="2167" y="1569"/>
                  <a:pt x="2158" y="1566"/>
                </a:cubicBezTo>
                <a:cubicBezTo>
                  <a:pt x="2121" y="1565"/>
                  <a:pt x="2118" y="1572"/>
                  <a:pt x="2113" y="1567"/>
                </a:cubicBezTo>
                <a:cubicBezTo>
                  <a:pt x="2076" y="1567"/>
                  <a:pt x="2075" y="1564"/>
                  <a:pt x="2074" y="1562"/>
                </a:cubicBezTo>
                <a:cubicBezTo>
                  <a:pt x="2035" y="1553"/>
                  <a:pt x="2033" y="1551"/>
                  <a:pt x="2031" y="1549"/>
                </a:cubicBezTo>
                <a:cubicBezTo>
                  <a:pt x="2019" y="1549"/>
                  <a:pt x="2032" y="1553"/>
                  <a:pt x="2045" y="1559"/>
                </a:cubicBezTo>
                <a:cubicBezTo>
                  <a:pt x="2068" y="1563"/>
                  <a:pt x="2066" y="1572"/>
                  <a:pt x="2070" y="1568"/>
                </a:cubicBezTo>
                <a:cubicBezTo>
                  <a:pt x="2092" y="1572"/>
                  <a:pt x="2098" y="1570"/>
                  <a:pt x="2102" y="1576"/>
                </a:cubicBezTo>
                <a:cubicBezTo>
                  <a:pt x="2162" y="1582"/>
                  <a:pt x="2171" y="1587"/>
                  <a:pt x="2179" y="1585"/>
                </a:cubicBezTo>
                <a:cubicBezTo>
                  <a:pt x="2207" y="1588"/>
                  <a:pt x="2208" y="1584"/>
                  <a:pt x="2211" y="1585"/>
                </a:cubicBezTo>
                <a:cubicBezTo>
                  <a:pt x="2233" y="1583"/>
                  <a:pt x="2239" y="1590"/>
                  <a:pt x="2242" y="1585"/>
                </a:cubicBezTo>
                <a:cubicBezTo>
                  <a:pt x="2263" y="1586"/>
                  <a:pt x="2272" y="1586"/>
                  <a:pt x="2280" y="1587"/>
                </a:cubicBezTo>
                <a:cubicBezTo>
                  <a:pt x="2313" y="1585"/>
                  <a:pt x="2323" y="1589"/>
                  <a:pt x="2331" y="1589"/>
                </a:cubicBezTo>
                <a:cubicBezTo>
                  <a:pt x="2365" y="1592"/>
                  <a:pt x="2367" y="1591"/>
                  <a:pt x="2369" y="1591"/>
                </a:cubicBezTo>
                <a:cubicBezTo>
                  <a:pt x="2399" y="1594"/>
                  <a:pt x="2405" y="1600"/>
                  <a:pt x="2408" y="1596"/>
                </a:cubicBezTo>
                <a:cubicBezTo>
                  <a:pt x="2442" y="1597"/>
                  <a:pt x="2451" y="1602"/>
                  <a:pt x="2459" y="1598"/>
                </a:cubicBezTo>
                <a:cubicBezTo>
                  <a:pt x="2471" y="1601"/>
                  <a:pt x="2473" y="1601"/>
                  <a:pt x="2475" y="1601"/>
                </a:cubicBezTo>
                <a:cubicBezTo>
                  <a:pt x="2445" y="1606"/>
                  <a:pt x="2443" y="1607"/>
                  <a:pt x="2439" y="1604"/>
                </a:cubicBezTo>
                <a:cubicBezTo>
                  <a:pt x="2395" y="1607"/>
                  <a:pt x="2374" y="1608"/>
                  <a:pt x="2352" y="1609"/>
                </a:cubicBezTo>
                <a:cubicBezTo>
                  <a:pt x="2254" y="1621"/>
                  <a:pt x="2247" y="1616"/>
                  <a:pt x="2243" y="1620"/>
                </a:cubicBezTo>
                <a:cubicBezTo>
                  <a:pt x="2203" y="1616"/>
                  <a:pt x="2183" y="1620"/>
                  <a:pt x="2161" y="1620"/>
                </a:cubicBezTo>
                <a:cubicBezTo>
                  <a:pt x="2112" y="1621"/>
                  <a:pt x="2109" y="1622"/>
                  <a:pt x="2107" y="1623"/>
                </a:cubicBezTo>
                <a:cubicBezTo>
                  <a:pt x="2030" y="1621"/>
                  <a:pt x="2026" y="1616"/>
                  <a:pt x="2024" y="1618"/>
                </a:cubicBezTo>
                <a:cubicBezTo>
                  <a:pt x="1994" y="1611"/>
                  <a:pt x="1990" y="1617"/>
                  <a:pt x="1983" y="1612"/>
                </a:cubicBezTo>
                <a:cubicBezTo>
                  <a:pt x="1985" y="1614"/>
                  <a:pt x="1988" y="1619"/>
                  <a:pt x="1991" y="1617"/>
                </a:cubicBezTo>
                <a:cubicBezTo>
                  <a:pt x="2042" y="1624"/>
                  <a:pt x="2053" y="1625"/>
                  <a:pt x="2063" y="1626"/>
                </a:cubicBezTo>
                <a:cubicBezTo>
                  <a:pt x="2134" y="1631"/>
                  <a:pt x="2138" y="1625"/>
                  <a:pt x="2144" y="1627"/>
                </a:cubicBezTo>
                <a:cubicBezTo>
                  <a:pt x="2193" y="1623"/>
                  <a:pt x="2196" y="1627"/>
                  <a:pt x="2199" y="1627"/>
                </a:cubicBezTo>
                <a:cubicBezTo>
                  <a:pt x="2212" y="1625"/>
                  <a:pt x="2218" y="1627"/>
                  <a:pt x="2223" y="1625"/>
                </a:cubicBezTo>
                <a:cubicBezTo>
                  <a:pt x="2307" y="1624"/>
                  <a:pt x="2311" y="1617"/>
                  <a:pt x="2317" y="1622"/>
                </a:cubicBezTo>
                <a:cubicBezTo>
                  <a:pt x="2338" y="1618"/>
                  <a:pt x="2344" y="1620"/>
                  <a:pt x="2349" y="1617"/>
                </a:cubicBezTo>
                <a:cubicBezTo>
                  <a:pt x="2418" y="1614"/>
                  <a:pt x="2424" y="1617"/>
                  <a:pt x="2428" y="1612"/>
                </a:cubicBezTo>
                <a:cubicBezTo>
                  <a:pt x="2486" y="1613"/>
                  <a:pt x="2495" y="1611"/>
                  <a:pt x="2504" y="1613"/>
                </a:cubicBezTo>
                <a:cubicBezTo>
                  <a:pt x="2538" y="1616"/>
                  <a:pt x="2544" y="1614"/>
                  <a:pt x="2551" y="1618"/>
                </a:cubicBezTo>
                <a:cubicBezTo>
                  <a:pt x="2576" y="1617"/>
                  <a:pt x="2582" y="1619"/>
                  <a:pt x="2589" y="1619"/>
                </a:cubicBezTo>
                <a:cubicBezTo>
                  <a:pt x="2605" y="1620"/>
                  <a:pt x="2607" y="1617"/>
                  <a:pt x="2606" y="1621"/>
                </a:cubicBezTo>
                <a:cubicBezTo>
                  <a:pt x="2570" y="1626"/>
                  <a:pt x="2567" y="1624"/>
                  <a:pt x="2565" y="1624"/>
                </a:cubicBezTo>
                <a:cubicBezTo>
                  <a:pt x="2544" y="1626"/>
                  <a:pt x="2543" y="1633"/>
                  <a:pt x="2539" y="1631"/>
                </a:cubicBezTo>
                <a:cubicBezTo>
                  <a:pt x="2525" y="1626"/>
                  <a:pt x="2522" y="1626"/>
                  <a:pt x="2519" y="1625"/>
                </a:cubicBezTo>
                <a:cubicBezTo>
                  <a:pt x="2488" y="1626"/>
                  <a:pt x="2486" y="1632"/>
                  <a:pt x="2482" y="1630"/>
                </a:cubicBezTo>
                <a:cubicBezTo>
                  <a:pt x="2437" y="1636"/>
                  <a:pt x="2418" y="1631"/>
                  <a:pt x="2401" y="1638"/>
                </a:cubicBezTo>
                <a:cubicBezTo>
                  <a:pt x="2369" y="1638"/>
                  <a:pt x="2365" y="1641"/>
                  <a:pt x="2360" y="1640"/>
                </a:cubicBezTo>
                <a:cubicBezTo>
                  <a:pt x="2288" y="1646"/>
                  <a:pt x="2283" y="1643"/>
                  <a:pt x="2279" y="1644"/>
                </a:cubicBezTo>
                <a:cubicBezTo>
                  <a:pt x="2247" y="1646"/>
                  <a:pt x="2241" y="1643"/>
                  <a:pt x="2237" y="1644"/>
                </a:cubicBezTo>
                <a:cubicBezTo>
                  <a:pt x="2191" y="1641"/>
                  <a:pt x="2187" y="1648"/>
                  <a:pt x="2181" y="1641"/>
                </a:cubicBezTo>
                <a:cubicBezTo>
                  <a:pt x="2122" y="1643"/>
                  <a:pt x="2117" y="1637"/>
                  <a:pt x="2113" y="1638"/>
                </a:cubicBezTo>
                <a:cubicBezTo>
                  <a:pt x="2065" y="1636"/>
                  <a:pt x="2061" y="1637"/>
                  <a:pt x="2056" y="1637"/>
                </a:cubicBezTo>
                <a:cubicBezTo>
                  <a:pt x="2022" y="1634"/>
                  <a:pt x="2017" y="1630"/>
                  <a:pt x="2012" y="1631"/>
                </a:cubicBezTo>
                <a:cubicBezTo>
                  <a:pt x="2047" y="1640"/>
                  <a:pt x="2052" y="1641"/>
                  <a:pt x="2057" y="1640"/>
                </a:cubicBezTo>
                <a:cubicBezTo>
                  <a:pt x="2091" y="1647"/>
                  <a:pt x="2095" y="1643"/>
                  <a:pt x="2100" y="1645"/>
                </a:cubicBezTo>
                <a:cubicBezTo>
                  <a:pt x="2132" y="1645"/>
                  <a:pt x="2135" y="1647"/>
                  <a:pt x="2137" y="1649"/>
                </a:cubicBezTo>
                <a:cubicBezTo>
                  <a:pt x="2164" y="1651"/>
                  <a:pt x="2167" y="1648"/>
                  <a:pt x="2170" y="1650"/>
                </a:cubicBezTo>
                <a:cubicBezTo>
                  <a:pt x="2195" y="1655"/>
                  <a:pt x="2198" y="1646"/>
                  <a:pt x="2204" y="1651"/>
                </a:cubicBezTo>
                <a:cubicBezTo>
                  <a:pt x="2257" y="1652"/>
                  <a:pt x="2266" y="1651"/>
                  <a:pt x="2276" y="1652"/>
                </a:cubicBezTo>
                <a:cubicBezTo>
                  <a:pt x="2344" y="1649"/>
                  <a:pt x="2354" y="1649"/>
                  <a:pt x="2363" y="1647"/>
                </a:cubicBezTo>
                <a:cubicBezTo>
                  <a:pt x="2397" y="1650"/>
                  <a:pt x="2400" y="1643"/>
                  <a:pt x="2405" y="1644"/>
                </a:cubicBezTo>
                <a:cubicBezTo>
                  <a:pt x="2459" y="1643"/>
                  <a:pt x="2467" y="1634"/>
                  <a:pt x="2478" y="1640"/>
                </a:cubicBezTo>
                <a:cubicBezTo>
                  <a:pt x="2425" y="1649"/>
                  <a:pt x="2417" y="1651"/>
                  <a:pt x="2410" y="1652"/>
                </a:cubicBezTo>
                <a:cubicBezTo>
                  <a:pt x="2383" y="1656"/>
                  <a:pt x="2381" y="1661"/>
                  <a:pt x="2376" y="1659"/>
                </a:cubicBezTo>
                <a:cubicBezTo>
                  <a:pt x="2349" y="1660"/>
                  <a:pt x="2346" y="1666"/>
                  <a:pt x="2341" y="1661"/>
                </a:cubicBezTo>
                <a:cubicBezTo>
                  <a:pt x="2303" y="1667"/>
                  <a:pt x="2299" y="1668"/>
                  <a:pt x="2295" y="1667"/>
                </a:cubicBezTo>
                <a:cubicBezTo>
                  <a:pt x="2267" y="1667"/>
                  <a:pt x="2260" y="1667"/>
                  <a:pt x="2253" y="1668"/>
                </a:cubicBezTo>
                <a:cubicBezTo>
                  <a:pt x="2216" y="1663"/>
                  <a:pt x="2215" y="1672"/>
                  <a:pt x="2210" y="1669"/>
                </a:cubicBezTo>
                <a:cubicBezTo>
                  <a:pt x="2143" y="1667"/>
                  <a:pt x="2139" y="1664"/>
                  <a:pt x="2136" y="1669"/>
                </a:cubicBezTo>
                <a:cubicBezTo>
                  <a:pt x="2175" y="1676"/>
                  <a:pt x="2181" y="1672"/>
                  <a:pt x="2188" y="1675"/>
                </a:cubicBezTo>
                <a:cubicBezTo>
                  <a:pt x="2221" y="1675"/>
                  <a:pt x="2222" y="1675"/>
                  <a:pt x="2223" y="1672"/>
                </a:cubicBezTo>
                <a:cubicBezTo>
                  <a:pt x="2253" y="1672"/>
                  <a:pt x="2257" y="1673"/>
                  <a:pt x="2260" y="1676"/>
                </a:cubicBezTo>
                <a:cubicBezTo>
                  <a:pt x="2296" y="1677"/>
                  <a:pt x="2293" y="1681"/>
                  <a:pt x="2300" y="1684"/>
                </a:cubicBezTo>
                <a:cubicBezTo>
                  <a:pt x="2357" y="1678"/>
                  <a:pt x="2366" y="1682"/>
                  <a:pt x="2374" y="1678"/>
                </a:cubicBezTo>
                <a:cubicBezTo>
                  <a:pt x="2435" y="1674"/>
                  <a:pt x="2440" y="1673"/>
                  <a:pt x="2445" y="1673"/>
                </a:cubicBezTo>
                <a:cubicBezTo>
                  <a:pt x="2465" y="1667"/>
                  <a:pt x="2471" y="1669"/>
                  <a:pt x="2476" y="1667"/>
                </a:cubicBezTo>
                <a:cubicBezTo>
                  <a:pt x="2508" y="1661"/>
                  <a:pt x="2512" y="1666"/>
                  <a:pt x="2514" y="1664"/>
                </a:cubicBezTo>
                <a:cubicBezTo>
                  <a:pt x="2547" y="1662"/>
                  <a:pt x="2554" y="1661"/>
                  <a:pt x="2560" y="1658"/>
                </a:cubicBezTo>
                <a:cubicBezTo>
                  <a:pt x="2620" y="1652"/>
                  <a:pt x="2623" y="1651"/>
                  <a:pt x="2626" y="1650"/>
                </a:cubicBezTo>
                <a:cubicBezTo>
                  <a:pt x="2662" y="1652"/>
                  <a:pt x="2669" y="1652"/>
                  <a:pt x="2675" y="1651"/>
                </a:cubicBezTo>
                <a:cubicBezTo>
                  <a:pt x="2724" y="1652"/>
                  <a:pt x="2732" y="1655"/>
                  <a:pt x="2739" y="1654"/>
                </a:cubicBezTo>
                <a:cubicBezTo>
                  <a:pt x="2796" y="1661"/>
                  <a:pt x="2800" y="1664"/>
                  <a:pt x="2803" y="1663"/>
                </a:cubicBezTo>
                <a:cubicBezTo>
                  <a:pt x="2817" y="1678"/>
                  <a:pt x="2813" y="1673"/>
                  <a:pt x="2811" y="1675"/>
                </a:cubicBezTo>
                <a:cubicBezTo>
                  <a:pt x="2770" y="1672"/>
                  <a:pt x="2758" y="1673"/>
                  <a:pt x="2745" y="1671"/>
                </a:cubicBezTo>
                <a:cubicBezTo>
                  <a:pt x="2650" y="1676"/>
                  <a:pt x="2646" y="1683"/>
                  <a:pt x="2638" y="1679"/>
                </a:cubicBezTo>
                <a:cubicBezTo>
                  <a:pt x="2619" y="1686"/>
                  <a:pt x="2615" y="1682"/>
                  <a:pt x="2613" y="1685"/>
                </a:cubicBezTo>
                <a:cubicBezTo>
                  <a:pt x="2593" y="1688"/>
                  <a:pt x="2590" y="1688"/>
                  <a:pt x="2587" y="1689"/>
                </a:cubicBezTo>
                <a:cubicBezTo>
                  <a:pt x="2558" y="1695"/>
                  <a:pt x="2555" y="1695"/>
                  <a:pt x="2552" y="1697"/>
                </a:cubicBezTo>
                <a:cubicBezTo>
                  <a:pt x="2509" y="1701"/>
                  <a:pt x="2506" y="1705"/>
                  <a:pt x="2501" y="1700"/>
                </a:cubicBezTo>
                <a:cubicBezTo>
                  <a:pt x="2459" y="1707"/>
                  <a:pt x="2451" y="1707"/>
                  <a:pt x="2443" y="1708"/>
                </a:cubicBezTo>
                <a:cubicBezTo>
                  <a:pt x="2414" y="1713"/>
                  <a:pt x="2406" y="1710"/>
                  <a:pt x="2398" y="1713"/>
                </a:cubicBezTo>
                <a:cubicBezTo>
                  <a:pt x="2321" y="1710"/>
                  <a:pt x="2314" y="1713"/>
                  <a:pt x="2305" y="1711"/>
                </a:cubicBezTo>
                <a:cubicBezTo>
                  <a:pt x="2241" y="1703"/>
                  <a:pt x="2226" y="1705"/>
                  <a:pt x="2210" y="1700"/>
                </a:cubicBezTo>
                <a:cubicBezTo>
                  <a:pt x="2178" y="1697"/>
                  <a:pt x="2168" y="1688"/>
                  <a:pt x="2161" y="1691"/>
                </a:cubicBezTo>
                <a:cubicBezTo>
                  <a:pt x="2204" y="1705"/>
                  <a:pt x="2210" y="1706"/>
                  <a:pt x="2216" y="1707"/>
                </a:cubicBezTo>
                <a:cubicBezTo>
                  <a:pt x="2314" y="1720"/>
                  <a:pt x="2320" y="1719"/>
                  <a:pt x="2326" y="1719"/>
                </a:cubicBezTo>
                <a:cubicBezTo>
                  <a:pt x="2366" y="1716"/>
                  <a:pt x="2374" y="1724"/>
                  <a:pt x="2380" y="1721"/>
                </a:cubicBezTo>
                <a:cubicBezTo>
                  <a:pt x="2490" y="1712"/>
                  <a:pt x="2502" y="1711"/>
                  <a:pt x="2514" y="1711"/>
                </a:cubicBezTo>
                <a:cubicBezTo>
                  <a:pt x="2560" y="1701"/>
                  <a:pt x="2570" y="1701"/>
                  <a:pt x="2580" y="1700"/>
                </a:cubicBezTo>
                <a:cubicBezTo>
                  <a:pt x="2624" y="1689"/>
                  <a:pt x="2627" y="1689"/>
                  <a:pt x="2630" y="1691"/>
                </a:cubicBezTo>
                <a:cubicBezTo>
                  <a:pt x="2674" y="1686"/>
                  <a:pt x="2680" y="1685"/>
                  <a:pt x="2687" y="1685"/>
                </a:cubicBezTo>
                <a:cubicBezTo>
                  <a:pt x="2721" y="1678"/>
                  <a:pt x="2725" y="1684"/>
                  <a:pt x="2728" y="1681"/>
                </a:cubicBezTo>
                <a:cubicBezTo>
                  <a:pt x="2748" y="1684"/>
                  <a:pt x="2750" y="1680"/>
                  <a:pt x="2752" y="1681"/>
                </a:cubicBezTo>
                <a:cubicBezTo>
                  <a:pt x="2779" y="1689"/>
                  <a:pt x="2773" y="1678"/>
                  <a:pt x="2772" y="1686"/>
                </a:cubicBezTo>
                <a:cubicBezTo>
                  <a:pt x="2733" y="1690"/>
                  <a:pt x="2731" y="1691"/>
                  <a:pt x="2729" y="1692"/>
                </a:cubicBezTo>
                <a:cubicBezTo>
                  <a:pt x="2699" y="1696"/>
                  <a:pt x="2691" y="1701"/>
                  <a:pt x="2682" y="1703"/>
                </a:cubicBezTo>
                <a:cubicBezTo>
                  <a:pt x="2646" y="1707"/>
                  <a:pt x="2638" y="1713"/>
                  <a:pt x="2630" y="1715"/>
                </a:cubicBezTo>
                <a:cubicBezTo>
                  <a:pt x="2586" y="1730"/>
                  <a:pt x="2581" y="1731"/>
                  <a:pt x="2577" y="1732"/>
                </a:cubicBezTo>
                <a:cubicBezTo>
                  <a:pt x="2534" y="1747"/>
                  <a:pt x="2530" y="1748"/>
                  <a:pt x="2525" y="1750"/>
                </a:cubicBezTo>
                <a:cubicBezTo>
                  <a:pt x="2489" y="1754"/>
                  <a:pt x="2482" y="1764"/>
                  <a:pt x="2472" y="1759"/>
                </a:cubicBezTo>
                <a:cubicBezTo>
                  <a:pt x="2413" y="1764"/>
                  <a:pt x="2409" y="1766"/>
                  <a:pt x="2404" y="1766"/>
                </a:cubicBezTo>
                <a:cubicBezTo>
                  <a:pt x="2352" y="1766"/>
                  <a:pt x="2342" y="1760"/>
                  <a:pt x="2333" y="1763"/>
                </a:cubicBezTo>
                <a:cubicBezTo>
                  <a:pt x="2404" y="1770"/>
                  <a:pt x="2412" y="1772"/>
                  <a:pt x="2419" y="1771"/>
                </a:cubicBezTo>
                <a:cubicBezTo>
                  <a:pt x="2475" y="1765"/>
                  <a:pt x="2491" y="1769"/>
                  <a:pt x="2504" y="1762"/>
                </a:cubicBezTo>
                <a:cubicBezTo>
                  <a:pt x="2567" y="1744"/>
                  <a:pt x="2571" y="1747"/>
                  <a:pt x="2574" y="1740"/>
                </a:cubicBezTo>
                <a:cubicBezTo>
                  <a:pt x="2596" y="1732"/>
                  <a:pt x="2601" y="1738"/>
                  <a:pt x="2603" y="1731"/>
                </a:cubicBezTo>
                <a:cubicBezTo>
                  <a:pt x="2653" y="1722"/>
                  <a:pt x="2659" y="1714"/>
                  <a:pt x="2666" y="1712"/>
                </a:cubicBezTo>
                <a:cubicBezTo>
                  <a:pt x="2710" y="1703"/>
                  <a:pt x="2727" y="1700"/>
                  <a:pt x="2744" y="1697"/>
                </a:cubicBezTo>
                <a:cubicBezTo>
                  <a:pt x="2780" y="1698"/>
                  <a:pt x="2788" y="1692"/>
                  <a:pt x="2797" y="1695"/>
                </a:cubicBezTo>
                <a:cubicBezTo>
                  <a:pt x="2832" y="1693"/>
                  <a:pt x="2841" y="1692"/>
                  <a:pt x="2851" y="1697"/>
                </a:cubicBezTo>
                <a:cubicBezTo>
                  <a:pt x="2883" y="1700"/>
                  <a:pt x="2887" y="1701"/>
                  <a:pt x="2892" y="1703"/>
                </a:cubicBezTo>
                <a:cubicBezTo>
                  <a:pt x="2862" y="1708"/>
                  <a:pt x="2854" y="1704"/>
                  <a:pt x="2847" y="1707"/>
                </a:cubicBezTo>
                <a:cubicBezTo>
                  <a:pt x="2795" y="1706"/>
                  <a:pt x="2789" y="1714"/>
                  <a:pt x="2780" y="1710"/>
                </a:cubicBezTo>
                <a:cubicBezTo>
                  <a:pt x="2763" y="1715"/>
                  <a:pt x="2760" y="1712"/>
                  <a:pt x="2759" y="1714"/>
                </a:cubicBezTo>
                <a:cubicBezTo>
                  <a:pt x="2721" y="1718"/>
                  <a:pt x="2707" y="1724"/>
                  <a:pt x="2692" y="1724"/>
                </a:cubicBezTo>
                <a:cubicBezTo>
                  <a:pt x="2667" y="1732"/>
                  <a:pt x="2663" y="1731"/>
                  <a:pt x="2661" y="1735"/>
                </a:cubicBezTo>
                <a:cubicBezTo>
                  <a:pt x="2626" y="1745"/>
                  <a:pt x="2625" y="1745"/>
                  <a:pt x="2624" y="1748"/>
                </a:cubicBezTo>
                <a:cubicBezTo>
                  <a:pt x="2592" y="1757"/>
                  <a:pt x="2578" y="1764"/>
                  <a:pt x="2563" y="1768"/>
                </a:cubicBezTo>
                <a:cubicBezTo>
                  <a:pt x="2535" y="1773"/>
                  <a:pt x="2528" y="1777"/>
                  <a:pt x="2520" y="1781"/>
                </a:cubicBezTo>
                <a:cubicBezTo>
                  <a:pt x="2487" y="1781"/>
                  <a:pt x="2479" y="1784"/>
                  <a:pt x="2471" y="1785"/>
                </a:cubicBezTo>
                <a:cubicBezTo>
                  <a:pt x="2370" y="1780"/>
                  <a:pt x="2359" y="1771"/>
                  <a:pt x="2349" y="1774"/>
                </a:cubicBezTo>
                <a:cubicBezTo>
                  <a:pt x="2390" y="1781"/>
                  <a:pt x="2394" y="1787"/>
                  <a:pt x="2397" y="1785"/>
                </a:cubicBezTo>
                <a:cubicBezTo>
                  <a:pt x="2438" y="1786"/>
                  <a:pt x="2451" y="1790"/>
                  <a:pt x="2462" y="1789"/>
                </a:cubicBezTo>
                <a:cubicBezTo>
                  <a:pt x="2521" y="1786"/>
                  <a:pt x="2524" y="1785"/>
                  <a:pt x="2528" y="1786"/>
                </a:cubicBezTo>
                <a:cubicBezTo>
                  <a:pt x="2579" y="1770"/>
                  <a:pt x="2588" y="1769"/>
                  <a:pt x="2592" y="1768"/>
                </a:cubicBezTo>
                <a:cubicBezTo>
                  <a:pt x="2650" y="1747"/>
                  <a:pt x="2654" y="1746"/>
                  <a:pt x="2657" y="1746"/>
                </a:cubicBezTo>
                <a:cubicBezTo>
                  <a:pt x="2687" y="1734"/>
                  <a:pt x="2690" y="1734"/>
                  <a:pt x="2694" y="1737"/>
                </a:cubicBezTo>
                <a:cubicBezTo>
                  <a:pt x="2724" y="1724"/>
                  <a:pt x="2729" y="1728"/>
                  <a:pt x="2731" y="1727"/>
                </a:cubicBezTo>
                <a:cubicBezTo>
                  <a:pt x="2767" y="1722"/>
                  <a:pt x="2772" y="1720"/>
                  <a:pt x="2779" y="1723"/>
                </a:cubicBezTo>
                <a:cubicBezTo>
                  <a:pt x="2794" y="1720"/>
                  <a:pt x="2797" y="1718"/>
                  <a:pt x="2796" y="1721"/>
                </a:cubicBezTo>
                <a:cubicBezTo>
                  <a:pt x="2776" y="1728"/>
                  <a:pt x="2771" y="1730"/>
                  <a:pt x="2765" y="1732"/>
                </a:cubicBezTo>
                <a:cubicBezTo>
                  <a:pt x="2712" y="1755"/>
                  <a:pt x="2708" y="1762"/>
                  <a:pt x="2702" y="1760"/>
                </a:cubicBezTo>
                <a:cubicBezTo>
                  <a:pt x="2646" y="1781"/>
                  <a:pt x="2641" y="1788"/>
                  <a:pt x="2635" y="1789"/>
                </a:cubicBezTo>
                <a:cubicBezTo>
                  <a:pt x="2575" y="1810"/>
                  <a:pt x="2566" y="1802"/>
                  <a:pt x="2560" y="1807"/>
                </a:cubicBezTo>
                <a:cubicBezTo>
                  <a:pt x="2499" y="1820"/>
                  <a:pt x="2504" y="1816"/>
                  <a:pt x="2511" y="1819"/>
                </a:cubicBezTo>
                <a:cubicBezTo>
                  <a:pt x="2569" y="1813"/>
                  <a:pt x="2574" y="1809"/>
                  <a:pt x="2580" y="1813"/>
                </a:cubicBezTo>
                <a:cubicBezTo>
                  <a:pt x="2618" y="1802"/>
                  <a:pt x="2621" y="1802"/>
                  <a:pt x="2624" y="1803"/>
                </a:cubicBezTo>
                <a:cubicBezTo>
                  <a:pt x="2645" y="1797"/>
                  <a:pt x="2648" y="1796"/>
                  <a:pt x="2651" y="1794"/>
                </a:cubicBezTo>
                <a:cubicBezTo>
                  <a:pt x="2689" y="1774"/>
                  <a:pt x="2696" y="1779"/>
                  <a:pt x="2701" y="1773"/>
                </a:cubicBezTo>
                <a:cubicBezTo>
                  <a:pt x="2741" y="1756"/>
                  <a:pt x="2745" y="1746"/>
                  <a:pt x="2751" y="1749"/>
                </a:cubicBezTo>
                <a:cubicBezTo>
                  <a:pt x="2789" y="1733"/>
                  <a:pt x="2792" y="1733"/>
                  <a:pt x="2795" y="1730"/>
                </a:cubicBezTo>
                <a:cubicBezTo>
                  <a:pt x="2788" y="1740"/>
                  <a:pt x="2783" y="1735"/>
                  <a:pt x="2780" y="1741"/>
                </a:cubicBezTo>
                <a:cubicBezTo>
                  <a:pt x="2731" y="1774"/>
                  <a:pt x="2723" y="1772"/>
                  <a:pt x="2717" y="1781"/>
                </a:cubicBezTo>
                <a:cubicBezTo>
                  <a:pt x="2647" y="1806"/>
                  <a:pt x="2644" y="1811"/>
                  <a:pt x="2640" y="1810"/>
                </a:cubicBezTo>
                <a:cubicBezTo>
                  <a:pt x="2650" y="1810"/>
                  <a:pt x="2656" y="1813"/>
                  <a:pt x="2661" y="1809"/>
                </a:cubicBezTo>
                <a:cubicBezTo>
                  <a:pt x="2708" y="1802"/>
                  <a:pt x="2718" y="1795"/>
                  <a:pt x="2730" y="1797"/>
                </a:cubicBezTo>
                <a:cubicBezTo>
                  <a:pt x="2808" y="1776"/>
                  <a:pt x="2811" y="1768"/>
                  <a:pt x="2815" y="1767"/>
                </a:cubicBezTo>
                <a:cubicBezTo>
                  <a:pt x="2831" y="1757"/>
                  <a:pt x="2836" y="1762"/>
                  <a:pt x="2840" y="1758"/>
                </a:cubicBezTo>
                <a:cubicBezTo>
                  <a:pt x="2870" y="1752"/>
                  <a:pt x="2873" y="1743"/>
                  <a:pt x="2878" y="1747"/>
                </a:cubicBezTo>
                <a:cubicBezTo>
                  <a:pt x="2933" y="1737"/>
                  <a:pt x="2936" y="1737"/>
                  <a:pt x="2940" y="1738"/>
                </a:cubicBezTo>
                <a:cubicBezTo>
                  <a:pt x="2979" y="1744"/>
                  <a:pt x="2985" y="1741"/>
                  <a:pt x="2993" y="1744"/>
                </a:cubicBezTo>
                <a:cubicBezTo>
                  <a:pt x="3006" y="1750"/>
                  <a:pt x="3002" y="1756"/>
                  <a:pt x="2996" y="1751"/>
                </a:cubicBezTo>
                <a:cubicBezTo>
                  <a:pt x="2968" y="1752"/>
                  <a:pt x="2964" y="1751"/>
                  <a:pt x="2961" y="1749"/>
                </a:cubicBezTo>
                <a:cubicBezTo>
                  <a:pt x="2898" y="1754"/>
                  <a:pt x="2888" y="1762"/>
                  <a:pt x="2876" y="1758"/>
                </a:cubicBezTo>
                <a:cubicBezTo>
                  <a:pt x="2827" y="1782"/>
                  <a:pt x="2820" y="1785"/>
                  <a:pt x="2813" y="1787"/>
                </a:cubicBezTo>
                <a:cubicBezTo>
                  <a:pt x="2798" y="1797"/>
                  <a:pt x="2801" y="1795"/>
                  <a:pt x="2805" y="1795"/>
                </a:cubicBezTo>
                <a:cubicBezTo>
                  <a:pt x="2842" y="1780"/>
                  <a:pt x="2850" y="1784"/>
                  <a:pt x="2856" y="1776"/>
                </a:cubicBezTo>
                <a:cubicBezTo>
                  <a:pt x="2907" y="1764"/>
                  <a:pt x="2915" y="1765"/>
                  <a:pt x="2922" y="1760"/>
                </a:cubicBezTo>
                <a:cubicBezTo>
                  <a:pt x="2969" y="1757"/>
                  <a:pt x="2974" y="1763"/>
                  <a:pt x="2977" y="1760"/>
                </a:cubicBezTo>
                <a:cubicBezTo>
                  <a:pt x="3025" y="1770"/>
                  <a:pt x="3035" y="1767"/>
                  <a:pt x="3047" y="1773"/>
                </a:cubicBezTo>
                <a:cubicBezTo>
                  <a:pt x="3015" y="1779"/>
                  <a:pt x="3010" y="1773"/>
                  <a:pt x="3005" y="1776"/>
                </a:cubicBezTo>
                <a:cubicBezTo>
                  <a:pt x="3006" y="1780"/>
                  <a:pt x="3009" y="1784"/>
                  <a:pt x="3012" y="1786"/>
                </a:cubicBezTo>
                <a:cubicBezTo>
                  <a:pt x="2990" y="1813"/>
                  <a:pt x="2982" y="1817"/>
                  <a:pt x="2975" y="1826"/>
                </a:cubicBezTo>
                <a:cubicBezTo>
                  <a:pt x="3010" y="1818"/>
                  <a:pt x="3011" y="1815"/>
                  <a:pt x="3013" y="1816"/>
                </a:cubicBezTo>
                <a:cubicBezTo>
                  <a:pt x="3037" y="1804"/>
                  <a:pt x="3040" y="1802"/>
                  <a:pt x="3044" y="1802"/>
                </a:cubicBezTo>
                <a:cubicBezTo>
                  <a:pt x="3141" y="1829"/>
                  <a:pt x="3145" y="1819"/>
                  <a:pt x="3151" y="1821"/>
                </a:cubicBezTo>
                <a:close/>
                <a:moveTo>
                  <a:pt x="2862" y="1579"/>
                </a:moveTo>
                <a:cubicBezTo>
                  <a:pt x="2853" y="1564"/>
                  <a:pt x="2854" y="1547"/>
                  <a:pt x="2846" y="1531"/>
                </a:cubicBezTo>
                <a:cubicBezTo>
                  <a:pt x="2843" y="1511"/>
                  <a:pt x="2840" y="1510"/>
                  <a:pt x="2841" y="1507"/>
                </a:cubicBezTo>
                <a:cubicBezTo>
                  <a:pt x="2815" y="1429"/>
                  <a:pt x="2813" y="1421"/>
                  <a:pt x="2813" y="1412"/>
                </a:cubicBezTo>
                <a:cubicBezTo>
                  <a:pt x="2793" y="1358"/>
                  <a:pt x="2786" y="1351"/>
                  <a:pt x="2786" y="1342"/>
                </a:cubicBezTo>
                <a:cubicBezTo>
                  <a:pt x="2769" y="1304"/>
                  <a:pt x="2769" y="1300"/>
                  <a:pt x="2764" y="1296"/>
                </a:cubicBezTo>
                <a:cubicBezTo>
                  <a:pt x="2737" y="1243"/>
                  <a:pt x="2739" y="1234"/>
                  <a:pt x="2732" y="1227"/>
                </a:cubicBezTo>
                <a:cubicBezTo>
                  <a:pt x="2719" y="1202"/>
                  <a:pt x="2722" y="1202"/>
                  <a:pt x="2724" y="1204"/>
                </a:cubicBezTo>
                <a:cubicBezTo>
                  <a:pt x="2736" y="1222"/>
                  <a:pt x="2739" y="1227"/>
                  <a:pt x="2741" y="1233"/>
                </a:cubicBezTo>
                <a:cubicBezTo>
                  <a:pt x="2767" y="1280"/>
                  <a:pt x="2769" y="1283"/>
                  <a:pt x="2769" y="1286"/>
                </a:cubicBezTo>
                <a:cubicBezTo>
                  <a:pt x="2790" y="1326"/>
                  <a:pt x="2788" y="1332"/>
                  <a:pt x="2795" y="1337"/>
                </a:cubicBezTo>
                <a:cubicBezTo>
                  <a:pt x="2816" y="1408"/>
                  <a:pt x="2821" y="1417"/>
                  <a:pt x="2821" y="1428"/>
                </a:cubicBezTo>
                <a:cubicBezTo>
                  <a:pt x="2828" y="1445"/>
                  <a:pt x="2827" y="1448"/>
                  <a:pt x="2827" y="1450"/>
                </a:cubicBezTo>
                <a:cubicBezTo>
                  <a:pt x="2840" y="1494"/>
                  <a:pt x="2842" y="1499"/>
                  <a:pt x="2844" y="1504"/>
                </a:cubicBezTo>
                <a:cubicBezTo>
                  <a:pt x="2856" y="1554"/>
                  <a:pt x="2859" y="1558"/>
                  <a:pt x="2859" y="1564"/>
                </a:cubicBezTo>
                <a:close/>
                <a:moveTo>
                  <a:pt x="2583" y="1443"/>
                </a:moveTo>
                <a:cubicBezTo>
                  <a:pt x="2577" y="1441"/>
                  <a:pt x="2582" y="1437"/>
                  <a:pt x="2578" y="1434"/>
                </a:cubicBezTo>
                <a:cubicBezTo>
                  <a:pt x="2574" y="1428"/>
                  <a:pt x="2573" y="1422"/>
                  <a:pt x="2570" y="1416"/>
                </a:cubicBezTo>
                <a:cubicBezTo>
                  <a:pt x="2572" y="1413"/>
                  <a:pt x="2573" y="1418"/>
                  <a:pt x="2572" y="1420"/>
                </a:cubicBezTo>
                <a:cubicBezTo>
                  <a:pt x="2582" y="1429"/>
                  <a:pt x="2582" y="1440"/>
                  <a:pt x="2589" y="1449"/>
                </a:cubicBezTo>
                <a:cubicBezTo>
                  <a:pt x="2586" y="1453"/>
                  <a:pt x="2583" y="1445"/>
                  <a:pt x="2583" y="1443"/>
                </a:cubicBezTo>
                <a:close/>
                <a:moveTo>
                  <a:pt x="2161" y="1164"/>
                </a:moveTo>
                <a:cubicBezTo>
                  <a:pt x="2159" y="1156"/>
                  <a:pt x="2149" y="1149"/>
                  <a:pt x="2145" y="1141"/>
                </a:cubicBezTo>
                <a:cubicBezTo>
                  <a:pt x="2150" y="1136"/>
                  <a:pt x="2148" y="1145"/>
                  <a:pt x="2152" y="1146"/>
                </a:cubicBezTo>
                <a:cubicBezTo>
                  <a:pt x="2153" y="1148"/>
                  <a:pt x="2156" y="1151"/>
                  <a:pt x="2160" y="1153"/>
                </a:cubicBezTo>
                <a:cubicBezTo>
                  <a:pt x="2160" y="1160"/>
                  <a:pt x="2166" y="1166"/>
                  <a:pt x="2172" y="1172"/>
                </a:cubicBezTo>
                <a:cubicBezTo>
                  <a:pt x="2166" y="1176"/>
                  <a:pt x="2167" y="1165"/>
                  <a:pt x="2161" y="1164"/>
                </a:cubicBezTo>
                <a:close/>
                <a:moveTo>
                  <a:pt x="2176" y="1185"/>
                </a:moveTo>
                <a:cubicBezTo>
                  <a:pt x="2179" y="1177"/>
                  <a:pt x="2182" y="1189"/>
                  <a:pt x="2185" y="1191"/>
                </a:cubicBezTo>
                <a:cubicBezTo>
                  <a:pt x="2180" y="1195"/>
                  <a:pt x="2182" y="1185"/>
                  <a:pt x="2176" y="1185"/>
                </a:cubicBezTo>
                <a:close/>
                <a:moveTo>
                  <a:pt x="2197" y="1209"/>
                </a:moveTo>
                <a:cubicBezTo>
                  <a:pt x="2194" y="1203"/>
                  <a:pt x="2200" y="1211"/>
                  <a:pt x="2202" y="1213"/>
                </a:cubicBezTo>
                <a:cubicBezTo>
                  <a:pt x="2199" y="1215"/>
                  <a:pt x="2199" y="1211"/>
                  <a:pt x="2197" y="1209"/>
                </a:cubicBezTo>
                <a:close/>
                <a:moveTo>
                  <a:pt x="2096" y="1210"/>
                </a:moveTo>
                <a:cubicBezTo>
                  <a:pt x="2094" y="1207"/>
                  <a:pt x="2099" y="1209"/>
                  <a:pt x="2101" y="1211"/>
                </a:cubicBezTo>
                <a:cubicBezTo>
                  <a:pt x="2103" y="1214"/>
                  <a:pt x="2099" y="1212"/>
                  <a:pt x="2096" y="1210"/>
                </a:cubicBezTo>
                <a:close/>
                <a:moveTo>
                  <a:pt x="2214" y="1294"/>
                </a:moveTo>
                <a:cubicBezTo>
                  <a:pt x="2209" y="1289"/>
                  <a:pt x="2207" y="1293"/>
                  <a:pt x="2203" y="1289"/>
                </a:cubicBezTo>
                <a:cubicBezTo>
                  <a:pt x="2145" y="1278"/>
                  <a:pt x="2137" y="1269"/>
                  <a:pt x="2130" y="1270"/>
                </a:cubicBezTo>
                <a:cubicBezTo>
                  <a:pt x="2065" y="1252"/>
                  <a:pt x="2059" y="1244"/>
                  <a:pt x="2056" y="1247"/>
                </a:cubicBezTo>
                <a:cubicBezTo>
                  <a:pt x="2032" y="1238"/>
                  <a:pt x="2030" y="1242"/>
                  <a:pt x="2026" y="1237"/>
                </a:cubicBezTo>
                <a:cubicBezTo>
                  <a:pt x="1992" y="1231"/>
                  <a:pt x="1987" y="1224"/>
                  <a:pt x="1985" y="1228"/>
                </a:cubicBezTo>
                <a:cubicBezTo>
                  <a:pt x="1894" y="1185"/>
                  <a:pt x="1889" y="1182"/>
                  <a:pt x="1884" y="1179"/>
                </a:cubicBezTo>
                <a:cubicBezTo>
                  <a:pt x="1936" y="1199"/>
                  <a:pt x="1940" y="1202"/>
                  <a:pt x="1943" y="1200"/>
                </a:cubicBezTo>
                <a:cubicBezTo>
                  <a:pt x="1968" y="1208"/>
                  <a:pt x="1973" y="1214"/>
                  <a:pt x="1975" y="1211"/>
                </a:cubicBezTo>
                <a:cubicBezTo>
                  <a:pt x="2048" y="1233"/>
                  <a:pt x="2055" y="1236"/>
                  <a:pt x="2062" y="1235"/>
                </a:cubicBezTo>
                <a:cubicBezTo>
                  <a:pt x="2108" y="1244"/>
                  <a:pt x="2114" y="1253"/>
                  <a:pt x="2117" y="1250"/>
                </a:cubicBezTo>
                <a:cubicBezTo>
                  <a:pt x="2143" y="1262"/>
                  <a:pt x="2145" y="1257"/>
                  <a:pt x="2149" y="1261"/>
                </a:cubicBezTo>
                <a:cubicBezTo>
                  <a:pt x="2224" y="1291"/>
                  <a:pt x="2230" y="1292"/>
                  <a:pt x="2235" y="1297"/>
                </a:cubicBezTo>
                <a:close/>
                <a:moveTo>
                  <a:pt x="2235" y="1269"/>
                </a:moveTo>
                <a:cubicBezTo>
                  <a:pt x="2230" y="1265"/>
                  <a:pt x="2223" y="1262"/>
                  <a:pt x="2222" y="1257"/>
                </a:cubicBezTo>
                <a:cubicBezTo>
                  <a:pt x="2227" y="1254"/>
                  <a:pt x="2226" y="1264"/>
                  <a:pt x="2233" y="1265"/>
                </a:cubicBezTo>
                <a:cubicBezTo>
                  <a:pt x="2236" y="1266"/>
                  <a:pt x="2235" y="1268"/>
                  <a:pt x="2237" y="1270"/>
                </a:cubicBezTo>
                <a:cubicBezTo>
                  <a:pt x="2240" y="1272"/>
                  <a:pt x="2242" y="1273"/>
                  <a:pt x="2244" y="1275"/>
                </a:cubicBezTo>
                <a:cubicBezTo>
                  <a:pt x="2250" y="1281"/>
                  <a:pt x="2232" y="1272"/>
                  <a:pt x="2235" y="1269"/>
                </a:cubicBezTo>
                <a:close/>
                <a:moveTo>
                  <a:pt x="2448" y="1429"/>
                </a:moveTo>
                <a:cubicBezTo>
                  <a:pt x="2451" y="1431"/>
                  <a:pt x="2453" y="1432"/>
                  <a:pt x="2456" y="1434"/>
                </a:cubicBezTo>
                <a:cubicBezTo>
                  <a:pt x="2458" y="1437"/>
                  <a:pt x="2454" y="1436"/>
                  <a:pt x="2453" y="1434"/>
                </a:cubicBezTo>
                <a:cubicBezTo>
                  <a:pt x="2450" y="1433"/>
                  <a:pt x="2448" y="1431"/>
                  <a:pt x="2445" y="1430"/>
                </a:cubicBezTo>
                <a:cubicBezTo>
                  <a:pt x="2443" y="1427"/>
                  <a:pt x="2446" y="1428"/>
                  <a:pt x="2448" y="1429"/>
                </a:cubicBezTo>
                <a:close/>
                <a:moveTo>
                  <a:pt x="2359" y="1335"/>
                </a:moveTo>
                <a:cubicBezTo>
                  <a:pt x="2355" y="1338"/>
                  <a:pt x="2355" y="1333"/>
                  <a:pt x="2353" y="1332"/>
                </a:cubicBezTo>
                <a:cubicBezTo>
                  <a:pt x="2351" y="1325"/>
                  <a:pt x="2356" y="1333"/>
                  <a:pt x="2359" y="1335"/>
                </a:cubicBezTo>
                <a:close/>
                <a:moveTo>
                  <a:pt x="2273" y="1239"/>
                </a:moveTo>
                <a:cubicBezTo>
                  <a:pt x="2265" y="1229"/>
                  <a:pt x="2258" y="1219"/>
                  <a:pt x="2252" y="1209"/>
                </a:cubicBezTo>
                <a:cubicBezTo>
                  <a:pt x="2209" y="1141"/>
                  <a:pt x="2202" y="1137"/>
                  <a:pt x="2201" y="1131"/>
                </a:cubicBezTo>
                <a:cubicBezTo>
                  <a:pt x="2182" y="1105"/>
                  <a:pt x="2183" y="1103"/>
                  <a:pt x="2180" y="1101"/>
                </a:cubicBezTo>
                <a:cubicBezTo>
                  <a:pt x="2155" y="1064"/>
                  <a:pt x="2155" y="1058"/>
                  <a:pt x="2148" y="1054"/>
                </a:cubicBezTo>
                <a:cubicBezTo>
                  <a:pt x="2108" y="987"/>
                  <a:pt x="2105" y="982"/>
                  <a:pt x="2100" y="977"/>
                </a:cubicBezTo>
                <a:cubicBezTo>
                  <a:pt x="2088" y="959"/>
                  <a:pt x="2079" y="954"/>
                  <a:pt x="2077" y="948"/>
                </a:cubicBezTo>
                <a:cubicBezTo>
                  <a:pt x="2024" y="896"/>
                  <a:pt x="2010" y="887"/>
                  <a:pt x="2001" y="877"/>
                </a:cubicBezTo>
                <a:cubicBezTo>
                  <a:pt x="1972" y="854"/>
                  <a:pt x="1977" y="859"/>
                  <a:pt x="1982" y="859"/>
                </a:cubicBezTo>
                <a:cubicBezTo>
                  <a:pt x="2035" y="890"/>
                  <a:pt x="2044" y="903"/>
                  <a:pt x="2063" y="913"/>
                </a:cubicBezTo>
                <a:cubicBezTo>
                  <a:pt x="2104" y="956"/>
                  <a:pt x="2107" y="960"/>
                  <a:pt x="2108" y="964"/>
                </a:cubicBezTo>
                <a:cubicBezTo>
                  <a:pt x="2144" y="1006"/>
                  <a:pt x="2147" y="1010"/>
                  <a:pt x="2148" y="1014"/>
                </a:cubicBezTo>
                <a:cubicBezTo>
                  <a:pt x="2196" y="1085"/>
                  <a:pt x="2195" y="1090"/>
                  <a:pt x="2200" y="1094"/>
                </a:cubicBezTo>
                <a:cubicBezTo>
                  <a:pt x="2235" y="1150"/>
                  <a:pt x="2235" y="1155"/>
                  <a:pt x="2240" y="1159"/>
                </a:cubicBezTo>
                <a:cubicBezTo>
                  <a:pt x="2266" y="1203"/>
                  <a:pt x="2273" y="1206"/>
                  <a:pt x="2274" y="1211"/>
                </a:cubicBezTo>
                <a:cubicBezTo>
                  <a:pt x="2296" y="1240"/>
                  <a:pt x="2302" y="1258"/>
                  <a:pt x="2318" y="1274"/>
                </a:cubicBezTo>
                <a:cubicBezTo>
                  <a:pt x="2328" y="1293"/>
                  <a:pt x="2330" y="1297"/>
                  <a:pt x="2334" y="1301"/>
                </a:cubicBezTo>
                <a:cubicBezTo>
                  <a:pt x="2328" y="1309"/>
                  <a:pt x="2328" y="1303"/>
                  <a:pt x="2320" y="1299"/>
                </a:cubicBezTo>
                <a:cubicBezTo>
                  <a:pt x="2303" y="1273"/>
                  <a:pt x="2296" y="1272"/>
                  <a:pt x="2298" y="1269"/>
                </a:cubicBezTo>
                <a:cubicBezTo>
                  <a:pt x="2277" y="1244"/>
                  <a:pt x="2272" y="1242"/>
                  <a:pt x="2273" y="1239"/>
                </a:cubicBezTo>
                <a:close/>
                <a:moveTo>
                  <a:pt x="2317" y="1315"/>
                </a:moveTo>
                <a:cubicBezTo>
                  <a:pt x="2316" y="1310"/>
                  <a:pt x="2308" y="1306"/>
                  <a:pt x="2306" y="1300"/>
                </a:cubicBezTo>
                <a:cubicBezTo>
                  <a:pt x="2304" y="1295"/>
                  <a:pt x="2300" y="1291"/>
                  <a:pt x="2297" y="1286"/>
                </a:cubicBezTo>
                <a:cubicBezTo>
                  <a:pt x="2289" y="1277"/>
                  <a:pt x="2282" y="1267"/>
                  <a:pt x="2274" y="1258"/>
                </a:cubicBezTo>
                <a:cubicBezTo>
                  <a:pt x="2277" y="1256"/>
                  <a:pt x="2276" y="1260"/>
                  <a:pt x="2279" y="1262"/>
                </a:cubicBezTo>
                <a:cubicBezTo>
                  <a:pt x="2282" y="1263"/>
                  <a:pt x="2284" y="1265"/>
                  <a:pt x="2287" y="1266"/>
                </a:cubicBezTo>
                <a:cubicBezTo>
                  <a:pt x="2287" y="1272"/>
                  <a:pt x="2292" y="1277"/>
                  <a:pt x="2298" y="1282"/>
                </a:cubicBezTo>
                <a:cubicBezTo>
                  <a:pt x="2299" y="1287"/>
                  <a:pt x="2306" y="1291"/>
                  <a:pt x="2308" y="1297"/>
                </a:cubicBezTo>
                <a:cubicBezTo>
                  <a:pt x="2320" y="1305"/>
                  <a:pt x="2321" y="1316"/>
                  <a:pt x="2335" y="1324"/>
                </a:cubicBezTo>
                <a:cubicBezTo>
                  <a:pt x="2329" y="1330"/>
                  <a:pt x="2326" y="1318"/>
                  <a:pt x="2317" y="1315"/>
                </a:cubicBezTo>
                <a:close/>
                <a:moveTo>
                  <a:pt x="2334" y="1329"/>
                </a:moveTo>
                <a:cubicBezTo>
                  <a:pt x="2335" y="1328"/>
                  <a:pt x="2337" y="1329"/>
                  <a:pt x="2339" y="1330"/>
                </a:cubicBezTo>
                <a:cubicBezTo>
                  <a:pt x="2353" y="1342"/>
                  <a:pt x="2363" y="1355"/>
                  <a:pt x="2382" y="1367"/>
                </a:cubicBezTo>
                <a:cubicBezTo>
                  <a:pt x="2388" y="1372"/>
                  <a:pt x="2390" y="1378"/>
                  <a:pt x="2398" y="1382"/>
                </a:cubicBezTo>
                <a:cubicBezTo>
                  <a:pt x="2404" y="1383"/>
                  <a:pt x="2397" y="1394"/>
                  <a:pt x="2404" y="1389"/>
                </a:cubicBezTo>
                <a:cubicBezTo>
                  <a:pt x="2405" y="1393"/>
                  <a:pt x="2410" y="1395"/>
                  <a:pt x="2411" y="1399"/>
                </a:cubicBezTo>
                <a:cubicBezTo>
                  <a:pt x="2413" y="1402"/>
                  <a:pt x="2423" y="1404"/>
                  <a:pt x="2420" y="1408"/>
                </a:cubicBezTo>
                <a:cubicBezTo>
                  <a:pt x="2423" y="1410"/>
                  <a:pt x="2431" y="1412"/>
                  <a:pt x="2425" y="1416"/>
                </a:cubicBezTo>
                <a:cubicBezTo>
                  <a:pt x="2424" y="1411"/>
                  <a:pt x="2420" y="1415"/>
                  <a:pt x="2414" y="1409"/>
                </a:cubicBezTo>
                <a:cubicBezTo>
                  <a:pt x="2408" y="1407"/>
                  <a:pt x="2411" y="1402"/>
                  <a:pt x="2405" y="1400"/>
                </a:cubicBezTo>
                <a:cubicBezTo>
                  <a:pt x="2398" y="1396"/>
                  <a:pt x="2391" y="1391"/>
                  <a:pt x="2385" y="1387"/>
                </a:cubicBezTo>
                <a:cubicBezTo>
                  <a:pt x="2366" y="1368"/>
                  <a:pt x="2351" y="1348"/>
                  <a:pt x="2334" y="1329"/>
                </a:cubicBezTo>
                <a:close/>
                <a:moveTo>
                  <a:pt x="2489" y="1477"/>
                </a:moveTo>
                <a:cubicBezTo>
                  <a:pt x="2484" y="1476"/>
                  <a:pt x="2475" y="1475"/>
                  <a:pt x="2474" y="1469"/>
                </a:cubicBezTo>
                <a:cubicBezTo>
                  <a:pt x="2394" y="1424"/>
                  <a:pt x="2383" y="1424"/>
                  <a:pt x="2370" y="1413"/>
                </a:cubicBezTo>
                <a:cubicBezTo>
                  <a:pt x="2334" y="1402"/>
                  <a:pt x="2329" y="1399"/>
                  <a:pt x="2324" y="1399"/>
                </a:cubicBezTo>
                <a:cubicBezTo>
                  <a:pt x="2273" y="1380"/>
                  <a:pt x="2269" y="1381"/>
                  <a:pt x="2264" y="1379"/>
                </a:cubicBezTo>
                <a:cubicBezTo>
                  <a:pt x="2221" y="1363"/>
                  <a:pt x="2217" y="1365"/>
                  <a:pt x="2215" y="1363"/>
                </a:cubicBezTo>
                <a:cubicBezTo>
                  <a:pt x="2193" y="1359"/>
                  <a:pt x="2189" y="1356"/>
                  <a:pt x="2186" y="1354"/>
                </a:cubicBezTo>
                <a:cubicBezTo>
                  <a:pt x="2160" y="1349"/>
                  <a:pt x="2155" y="1345"/>
                  <a:pt x="2150" y="1346"/>
                </a:cubicBezTo>
                <a:cubicBezTo>
                  <a:pt x="2069" y="1323"/>
                  <a:pt x="2059" y="1322"/>
                  <a:pt x="2049" y="1320"/>
                </a:cubicBezTo>
                <a:cubicBezTo>
                  <a:pt x="2000" y="1301"/>
                  <a:pt x="1995" y="1302"/>
                  <a:pt x="1990" y="1299"/>
                </a:cubicBezTo>
                <a:cubicBezTo>
                  <a:pt x="1896" y="1255"/>
                  <a:pt x="1890" y="1251"/>
                  <a:pt x="1885" y="1248"/>
                </a:cubicBezTo>
                <a:cubicBezTo>
                  <a:pt x="1873" y="1238"/>
                  <a:pt x="1875" y="1238"/>
                  <a:pt x="1877" y="1240"/>
                </a:cubicBezTo>
                <a:cubicBezTo>
                  <a:pt x="1922" y="1254"/>
                  <a:pt x="1926" y="1252"/>
                  <a:pt x="1931" y="1258"/>
                </a:cubicBezTo>
                <a:cubicBezTo>
                  <a:pt x="1967" y="1262"/>
                  <a:pt x="1971" y="1268"/>
                  <a:pt x="1973" y="1265"/>
                </a:cubicBezTo>
                <a:cubicBezTo>
                  <a:pt x="2029" y="1276"/>
                  <a:pt x="2037" y="1284"/>
                  <a:pt x="2042" y="1279"/>
                </a:cubicBezTo>
                <a:cubicBezTo>
                  <a:pt x="2089" y="1292"/>
                  <a:pt x="2094" y="1289"/>
                  <a:pt x="2100" y="1294"/>
                </a:cubicBezTo>
                <a:cubicBezTo>
                  <a:pt x="2177" y="1307"/>
                  <a:pt x="2183" y="1311"/>
                  <a:pt x="2187" y="1310"/>
                </a:cubicBezTo>
                <a:cubicBezTo>
                  <a:pt x="2256" y="1336"/>
                  <a:pt x="2257" y="1330"/>
                  <a:pt x="2258" y="1337"/>
                </a:cubicBezTo>
                <a:cubicBezTo>
                  <a:pt x="2304" y="1360"/>
                  <a:pt x="2324" y="1367"/>
                  <a:pt x="2345" y="1379"/>
                </a:cubicBezTo>
                <a:cubicBezTo>
                  <a:pt x="2411" y="1419"/>
                  <a:pt x="2413" y="1422"/>
                  <a:pt x="2414" y="1425"/>
                </a:cubicBezTo>
                <a:cubicBezTo>
                  <a:pt x="2449" y="1443"/>
                  <a:pt x="2462" y="1451"/>
                  <a:pt x="2475" y="1460"/>
                </a:cubicBezTo>
                <a:close/>
                <a:moveTo>
                  <a:pt x="2508" y="1489"/>
                </a:moveTo>
                <a:cubicBezTo>
                  <a:pt x="2505" y="1480"/>
                  <a:pt x="2519" y="1488"/>
                  <a:pt x="2524" y="1492"/>
                </a:cubicBezTo>
                <a:cubicBezTo>
                  <a:pt x="2519" y="1495"/>
                  <a:pt x="2512" y="1487"/>
                  <a:pt x="2508" y="1489"/>
                </a:cubicBezTo>
                <a:close/>
                <a:moveTo>
                  <a:pt x="2534" y="1501"/>
                </a:moveTo>
                <a:cubicBezTo>
                  <a:pt x="2531" y="1500"/>
                  <a:pt x="2529" y="1498"/>
                  <a:pt x="2526" y="1497"/>
                </a:cubicBezTo>
                <a:cubicBezTo>
                  <a:pt x="2524" y="1494"/>
                  <a:pt x="2527" y="1495"/>
                  <a:pt x="2529" y="1496"/>
                </a:cubicBezTo>
                <a:cubicBezTo>
                  <a:pt x="2532" y="1498"/>
                  <a:pt x="2534" y="1499"/>
                  <a:pt x="2537" y="1501"/>
                </a:cubicBezTo>
                <a:cubicBezTo>
                  <a:pt x="2539" y="1504"/>
                  <a:pt x="2535" y="1503"/>
                  <a:pt x="2534" y="1501"/>
                </a:cubicBezTo>
                <a:close/>
                <a:moveTo>
                  <a:pt x="2300" y="1676"/>
                </a:moveTo>
                <a:cubicBezTo>
                  <a:pt x="2304" y="1674"/>
                  <a:pt x="2308" y="1671"/>
                  <a:pt x="2314" y="1675"/>
                </a:cubicBezTo>
                <a:cubicBezTo>
                  <a:pt x="2309" y="1676"/>
                  <a:pt x="2305" y="1679"/>
                  <a:pt x="2300" y="1676"/>
                </a:cubicBezTo>
                <a:close/>
                <a:moveTo>
                  <a:pt x="2329" y="1675"/>
                </a:moveTo>
                <a:cubicBezTo>
                  <a:pt x="2326" y="1677"/>
                  <a:pt x="2321" y="1673"/>
                  <a:pt x="2317" y="1677"/>
                </a:cubicBezTo>
                <a:cubicBezTo>
                  <a:pt x="2313" y="1672"/>
                  <a:pt x="2324" y="1676"/>
                  <a:pt x="2326" y="1672"/>
                </a:cubicBezTo>
                <a:cubicBezTo>
                  <a:pt x="2330" y="1673"/>
                  <a:pt x="2334" y="1672"/>
                  <a:pt x="2338" y="1670"/>
                </a:cubicBezTo>
                <a:cubicBezTo>
                  <a:pt x="2342" y="1675"/>
                  <a:pt x="2332" y="1675"/>
                  <a:pt x="2329" y="1675"/>
                </a:cubicBezTo>
                <a:close/>
                <a:moveTo>
                  <a:pt x="2742" y="1593"/>
                </a:moveTo>
                <a:cubicBezTo>
                  <a:pt x="2729" y="1584"/>
                  <a:pt x="2729" y="1573"/>
                  <a:pt x="2717" y="1564"/>
                </a:cubicBezTo>
                <a:cubicBezTo>
                  <a:pt x="2704" y="1537"/>
                  <a:pt x="2702" y="1535"/>
                  <a:pt x="2699" y="1533"/>
                </a:cubicBezTo>
                <a:cubicBezTo>
                  <a:pt x="2684" y="1506"/>
                  <a:pt x="2685" y="1504"/>
                  <a:pt x="2683" y="1501"/>
                </a:cubicBezTo>
                <a:cubicBezTo>
                  <a:pt x="2650" y="1418"/>
                  <a:pt x="2654" y="1414"/>
                  <a:pt x="2651" y="1412"/>
                </a:cubicBezTo>
                <a:cubicBezTo>
                  <a:pt x="2638" y="1362"/>
                  <a:pt x="2638" y="1351"/>
                  <a:pt x="2636" y="1339"/>
                </a:cubicBezTo>
                <a:cubicBezTo>
                  <a:pt x="2625" y="1301"/>
                  <a:pt x="2630" y="1294"/>
                  <a:pt x="2625" y="1290"/>
                </a:cubicBezTo>
                <a:cubicBezTo>
                  <a:pt x="2622" y="1250"/>
                  <a:pt x="2621" y="1245"/>
                  <a:pt x="2621" y="1240"/>
                </a:cubicBezTo>
                <a:cubicBezTo>
                  <a:pt x="2612" y="1150"/>
                  <a:pt x="2607" y="1129"/>
                  <a:pt x="2608" y="1106"/>
                </a:cubicBezTo>
                <a:cubicBezTo>
                  <a:pt x="2616" y="1110"/>
                  <a:pt x="2612" y="1115"/>
                  <a:pt x="2616" y="1119"/>
                </a:cubicBezTo>
                <a:cubicBezTo>
                  <a:pt x="2620" y="1134"/>
                  <a:pt x="2621" y="1138"/>
                  <a:pt x="2620" y="1143"/>
                </a:cubicBezTo>
                <a:cubicBezTo>
                  <a:pt x="2635" y="1209"/>
                  <a:pt x="2637" y="1213"/>
                  <a:pt x="2636" y="1218"/>
                </a:cubicBezTo>
                <a:cubicBezTo>
                  <a:pt x="2642" y="1252"/>
                  <a:pt x="2643" y="1257"/>
                  <a:pt x="2643" y="1263"/>
                </a:cubicBezTo>
                <a:cubicBezTo>
                  <a:pt x="2658" y="1309"/>
                  <a:pt x="2657" y="1314"/>
                  <a:pt x="2657" y="1319"/>
                </a:cubicBezTo>
                <a:cubicBezTo>
                  <a:pt x="2668" y="1364"/>
                  <a:pt x="2668" y="1366"/>
                  <a:pt x="2666" y="1370"/>
                </a:cubicBezTo>
                <a:cubicBezTo>
                  <a:pt x="2671" y="1392"/>
                  <a:pt x="2676" y="1393"/>
                  <a:pt x="2676" y="1394"/>
                </a:cubicBezTo>
                <a:cubicBezTo>
                  <a:pt x="2681" y="1409"/>
                  <a:pt x="2673" y="1415"/>
                  <a:pt x="2680" y="1419"/>
                </a:cubicBezTo>
                <a:cubicBezTo>
                  <a:pt x="2689" y="1457"/>
                  <a:pt x="2692" y="1466"/>
                  <a:pt x="2698" y="1475"/>
                </a:cubicBezTo>
                <a:cubicBezTo>
                  <a:pt x="2724" y="1549"/>
                  <a:pt x="2735" y="1567"/>
                  <a:pt x="2748" y="1584"/>
                </a:cubicBezTo>
                <a:cubicBezTo>
                  <a:pt x="2774" y="1618"/>
                  <a:pt x="2781" y="1626"/>
                  <a:pt x="2788" y="1634"/>
                </a:cubicBezTo>
                <a:cubicBezTo>
                  <a:pt x="2756" y="1619"/>
                  <a:pt x="2754" y="1614"/>
                  <a:pt x="2750" y="1609"/>
                </a:cubicBezTo>
                <a:close/>
                <a:moveTo>
                  <a:pt x="2716" y="1610"/>
                </a:moveTo>
                <a:cubicBezTo>
                  <a:pt x="2718" y="1613"/>
                  <a:pt x="2713" y="1611"/>
                  <a:pt x="2711" y="1609"/>
                </a:cubicBezTo>
                <a:cubicBezTo>
                  <a:pt x="2708" y="1605"/>
                  <a:pt x="2713" y="1608"/>
                  <a:pt x="2716" y="1610"/>
                </a:cubicBezTo>
                <a:close/>
                <a:moveTo>
                  <a:pt x="2687" y="1582"/>
                </a:moveTo>
                <a:cubicBezTo>
                  <a:pt x="2683" y="1586"/>
                  <a:pt x="2677" y="1577"/>
                  <a:pt x="2673" y="1576"/>
                </a:cubicBezTo>
                <a:cubicBezTo>
                  <a:pt x="2647" y="1538"/>
                  <a:pt x="2652" y="1531"/>
                  <a:pt x="2645" y="1526"/>
                </a:cubicBezTo>
                <a:cubicBezTo>
                  <a:pt x="2627" y="1486"/>
                  <a:pt x="2621" y="1477"/>
                  <a:pt x="2619" y="1467"/>
                </a:cubicBezTo>
                <a:cubicBezTo>
                  <a:pt x="2594" y="1380"/>
                  <a:pt x="2592" y="1371"/>
                  <a:pt x="2592" y="1362"/>
                </a:cubicBezTo>
                <a:cubicBezTo>
                  <a:pt x="2580" y="1281"/>
                  <a:pt x="2583" y="1276"/>
                  <a:pt x="2582" y="1272"/>
                </a:cubicBezTo>
                <a:cubicBezTo>
                  <a:pt x="2585" y="1242"/>
                  <a:pt x="2578" y="1239"/>
                  <a:pt x="2581" y="1234"/>
                </a:cubicBezTo>
                <a:cubicBezTo>
                  <a:pt x="2578" y="1214"/>
                  <a:pt x="2576" y="1213"/>
                  <a:pt x="2575" y="1212"/>
                </a:cubicBezTo>
                <a:cubicBezTo>
                  <a:pt x="2574" y="1144"/>
                  <a:pt x="2577" y="1139"/>
                  <a:pt x="2572" y="1137"/>
                </a:cubicBezTo>
                <a:cubicBezTo>
                  <a:pt x="2574" y="1098"/>
                  <a:pt x="2569" y="1092"/>
                  <a:pt x="2573" y="1085"/>
                </a:cubicBezTo>
                <a:cubicBezTo>
                  <a:pt x="2570" y="1056"/>
                  <a:pt x="2569" y="1050"/>
                  <a:pt x="2566" y="1044"/>
                </a:cubicBezTo>
                <a:cubicBezTo>
                  <a:pt x="2572" y="1064"/>
                  <a:pt x="2576" y="1069"/>
                  <a:pt x="2574" y="1075"/>
                </a:cubicBezTo>
                <a:cubicBezTo>
                  <a:pt x="2582" y="1149"/>
                  <a:pt x="2583" y="1152"/>
                  <a:pt x="2584" y="1155"/>
                </a:cubicBezTo>
                <a:cubicBezTo>
                  <a:pt x="2588" y="1193"/>
                  <a:pt x="2583" y="1206"/>
                  <a:pt x="2587" y="1217"/>
                </a:cubicBezTo>
                <a:cubicBezTo>
                  <a:pt x="2589" y="1273"/>
                  <a:pt x="2591" y="1275"/>
                  <a:pt x="2592" y="1276"/>
                </a:cubicBezTo>
                <a:cubicBezTo>
                  <a:pt x="2589" y="1301"/>
                  <a:pt x="2594" y="1311"/>
                  <a:pt x="2592" y="1323"/>
                </a:cubicBezTo>
                <a:cubicBezTo>
                  <a:pt x="2594" y="1347"/>
                  <a:pt x="2599" y="1352"/>
                  <a:pt x="2598" y="1358"/>
                </a:cubicBezTo>
                <a:cubicBezTo>
                  <a:pt x="2604" y="1388"/>
                  <a:pt x="2602" y="1391"/>
                  <a:pt x="2606" y="1393"/>
                </a:cubicBezTo>
                <a:cubicBezTo>
                  <a:pt x="2611" y="1423"/>
                  <a:pt x="2611" y="1425"/>
                  <a:pt x="2615" y="1427"/>
                </a:cubicBezTo>
                <a:cubicBezTo>
                  <a:pt x="2628" y="1467"/>
                  <a:pt x="2631" y="1472"/>
                  <a:pt x="2633" y="1478"/>
                </a:cubicBezTo>
                <a:cubicBezTo>
                  <a:pt x="2651" y="1517"/>
                  <a:pt x="2656" y="1521"/>
                  <a:pt x="2658" y="1527"/>
                </a:cubicBezTo>
                <a:cubicBezTo>
                  <a:pt x="2697" y="1593"/>
                  <a:pt x="2691" y="1584"/>
                  <a:pt x="2687" y="1582"/>
                </a:cubicBezTo>
                <a:close/>
                <a:moveTo>
                  <a:pt x="2144" y="1575"/>
                </a:moveTo>
                <a:cubicBezTo>
                  <a:pt x="2148" y="1570"/>
                  <a:pt x="2154" y="1577"/>
                  <a:pt x="2158" y="1574"/>
                </a:cubicBezTo>
                <a:cubicBezTo>
                  <a:pt x="2160" y="1578"/>
                  <a:pt x="2149" y="1578"/>
                  <a:pt x="2144" y="1575"/>
                </a:cubicBezTo>
                <a:close/>
                <a:moveTo>
                  <a:pt x="2526" y="1607"/>
                </a:moveTo>
                <a:cubicBezTo>
                  <a:pt x="2524" y="1607"/>
                  <a:pt x="2522" y="1607"/>
                  <a:pt x="2520" y="1605"/>
                </a:cubicBezTo>
                <a:cubicBezTo>
                  <a:pt x="2516" y="1609"/>
                  <a:pt x="2511" y="1603"/>
                  <a:pt x="2508" y="1607"/>
                </a:cubicBezTo>
                <a:cubicBezTo>
                  <a:pt x="2499" y="1605"/>
                  <a:pt x="2490" y="1605"/>
                  <a:pt x="2482" y="1606"/>
                </a:cubicBezTo>
                <a:cubicBezTo>
                  <a:pt x="2480" y="1603"/>
                  <a:pt x="2484" y="1601"/>
                  <a:pt x="2486" y="1604"/>
                </a:cubicBezTo>
                <a:cubicBezTo>
                  <a:pt x="2489" y="1602"/>
                  <a:pt x="2492" y="1603"/>
                  <a:pt x="2494" y="1601"/>
                </a:cubicBezTo>
                <a:cubicBezTo>
                  <a:pt x="2507" y="1605"/>
                  <a:pt x="2518" y="1601"/>
                  <a:pt x="2531" y="1604"/>
                </a:cubicBezTo>
                <a:cubicBezTo>
                  <a:pt x="2533" y="1608"/>
                  <a:pt x="2528" y="1604"/>
                  <a:pt x="2526" y="1607"/>
                </a:cubicBezTo>
                <a:close/>
                <a:moveTo>
                  <a:pt x="2567" y="1613"/>
                </a:moveTo>
                <a:cubicBezTo>
                  <a:pt x="2559" y="1606"/>
                  <a:pt x="2555" y="1614"/>
                  <a:pt x="2547" y="1607"/>
                </a:cubicBezTo>
                <a:cubicBezTo>
                  <a:pt x="2553" y="1605"/>
                  <a:pt x="2561" y="1610"/>
                  <a:pt x="2568" y="1608"/>
                </a:cubicBezTo>
                <a:cubicBezTo>
                  <a:pt x="2574" y="1610"/>
                  <a:pt x="2580" y="1607"/>
                  <a:pt x="2587" y="1610"/>
                </a:cubicBezTo>
                <a:cubicBezTo>
                  <a:pt x="2581" y="1615"/>
                  <a:pt x="2573" y="1607"/>
                  <a:pt x="2567" y="1613"/>
                </a:cubicBezTo>
                <a:close/>
                <a:moveTo>
                  <a:pt x="2540" y="1598"/>
                </a:moveTo>
                <a:cubicBezTo>
                  <a:pt x="2525" y="1593"/>
                  <a:pt x="2512" y="1597"/>
                  <a:pt x="2497" y="1592"/>
                </a:cubicBezTo>
                <a:cubicBezTo>
                  <a:pt x="2450" y="1595"/>
                  <a:pt x="2441" y="1586"/>
                  <a:pt x="2435" y="1590"/>
                </a:cubicBezTo>
                <a:cubicBezTo>
                  <a:pt x="2387" y="1588"/>
                  <a:pt x="2379" y="1582"/>
                  <a:pt x="2372" y="1583"/>
                </a:cubicBezTo>
                <a:cubicBezTo>
                  <a:pt x="2312" y="1577"/>
                  <a:pt x="2305" y="1580"/>
                  <a:pt x="2296" y="1579"/>
                </a:cubicBezTo>
                <a:cubicBezTo>
                  <a:pt x="2241" y="1575"/>
                  <a:pt x="2238" y="1581"/>
                  <a:pt x="2233" y="1579"/>
                </a:cubicBezTo>
                <a:cubicBezTo>
                  <a:pt x="2204" y="1581"/>
                  <a:pt x="2199" y="1578"/>
                  <a:pt x="2196" y="1580"/>
                </a:cubicBezTo>
                <a:cubicBezTo>
                  <a:pt x="2167" y="1578"/>
                  <a:pt x="2165" y="1578"/>
                  <a:pt x="2162" y="1576"/>
                </a:cubicBezTo>
                <a:cubicBezTo>
                  <a:pt x="2207" y="1569"/>
                  <a:pt x="2214" y="1577"/>
                  <a:pt x="2219" y="1572"/>
                </a:cubicBezTo>
                <a:cubicBezTo>
                  <a:pt x="2278" y="1569"/>
                  <a:pt x="2290" y="1571"/>
                  <a:pt x="2300" y="1569"/>
                </a:cubicBezTo>
                <a:cubicBezTo>
                  <a:pt x="2323" y="1569"/>
                  <a:pt x="2329" y="1569"/>
                  <a:pt x="2335" y="1568"/>
                </a:cubicBezTo>
                <a:cubicBezTo>
                  <a:pt x="2440" y="1571"/>
                  <a:pt x="2444" y="1568"/>
                  <a:pt x="2449" y="1566"/>
                </a:cubicBezTo>
                <a:cubicBezTo>
                  <a:pt x="2502" y="1575"/>
                  <a:pt x="2506" y="1569"/>
                  <a:pt x="2512" y="1573"/>
                </a:cubicBezTo>
                <a:cubicBezTo>
                  <a:pt x="2567" y="1582"/>
                  <a:pt x="2574" y="1579"/>
                  <a:pt x="2583" y="1581"/>
                </a:cubicBezTo>
                <a:cubicBezTo>
                  <a:pt x="2641" y="1590"/>
                  <a:pt x="2646" y="1593"/>
                  <a:pt x="2652" y="1596"/>
                </a:cubicBezTo>
                <a:cubicBezTo>
                  <a:pt x="2707" y="1622"/>
                  <a:pt x="2702" y="1616"/>
                  <a:pt x="2699" y="1619"/>
                </a:cubicBezTo>
                <a:cubicBezTo>
                  <a:pt x="2672" y="1612"/>
                  <a:pt x="2669" y="1612"/>
                  <a:pt x="2666" y="1613"/>
                </a:cubicBezTo>
                <a:cubicBezTo>
                  <a:pt x="2637" y="1606"/>
                  <a:pt x="2631" y="1611"/>
                  <a:pt x="2624" y="1606"/>
                </a:cubicBezTo>
                <a:close/>
                <a:moveTo>
                  <a:pt x="2597" y="1611"/>
                </a:moveTo>
                <a:cubicBezTo>
                  <a:pt x="2606" y="1607"/>
                  <a:pt x="2618" y="1619"/>
                  <a:pt x="2627" y="1613"/>
                </a:cubicBezTo>
                <a:cubicBezTo>
                  <a:pt x="2633" y="1619"/>
                  <a:pt x="2636" y="1614"/>
                  <a:pt x="2642" y="1618"/>
                </a:cubicBezTo>
                <a:cubicBezTo>
                  <a:pt x="2633" y="1621"/>
                  <a:pt x="2623" y="1619"/>
                  <a:pt x="2614" y="1621"/>
                </a:cubicBezTo>
                <a:cubicBezTo>
                  <a:pt x="2608" y="1613"/>
                  <a:pt x="2605" y="1615"/>
                  <a:pt x="2597" y="1611"/>
                </a:cubicBezTo>
                <a:close/>
                <a:moveTo>
                  <a:pt x="2763" y="1649"/>
                </a:moveTo>
                <a:cubicBezTo>
                  <a:pt x="2754" y="1649"/>
                  <a:pt x="2745" y="1646"/>
                  <a:pt x="2735" y="1643"/>
                </a:cubicBezTo>
                <a:cubicBezTo>
                  <a:pt x="2676" y="1644"/>
                  <a:pt x="2666" y="1642"/>
                  <a:pt x="2656" y="1643"/>
                </a:cubicBezTo>
                <a:cubicBezTo>
                  <a:pt x="2619" y="1644"/>
                  <a:pt x="2610" y="1645"/>
                  <a:pt x="2601" y="1648"/>
                </a:cubicBezTo>
                <a:cubicBezTo>
                  <a:pt x="2566" y="1648"/>
                  <a:pt x="2563" y="1648"/>
                  <a:pt x="2560" y="1650"/>
                </a:cubicBezTo>
                <a:cubicBezTo>
                  <a:pt x="2515" y="1653"/>
                  <a:pt x="2510" y="1656"/>
                  <a:pt x="2503" y="1654"/>
                </a:cubicBezTo>
                <a:cubicBezTo>
                  <a:pt x="2451" y="1659"/>
                  <a:pt x="2440" y="1669"/>
                  <a:pt x="2426" y="1663"/>
                </a:cubicBezTo>
                <a:cubicBezTo>
                  <a:pt x="2376" y="1673"/>
                  <a:pt x="2369" y="1667"/>
                  <a:pt x="2365" y="1672"/>
                </a:cubicBezTo>
                <a:cubicBezTo>
                  <a:pt x="2379" y="1668"/>
                  <a:pt x="2384" y="1667"/>
                  <a:pt x="2389" y="1664"/>
                </a:cubicBezTo>
                <a:cubicBezTo>
                  <a:pt x="2438" y="1657"/>
                  <a:pt x="2443" y="1656"/>
                  <a:pt x="2448" y="1654"/>
                </a:cubicBezTo>
                <a:cubicBezTo>
                  <a:pt x="2508" y="1641"/>
                  <a:pt x="2511" y="1645"/>
                  <a:pt x="2512" y="1644"/>
                </a:cubicBezTo>
                <a:cubicBezTo>
                  <a:pt x="2542" y="1641"/>
                  <a:pt x="2546" y="1637"/>
                  <a:pt x="2551" y="1636"/>
                </a:cubicBezTo>
                <a:cubicBezTo>
                  <a:pt x="2604" y="1630"/>
                  <a:pt x="2614" y="1631"/>
                  <a:pt x="2623" y="1627"/>
                </a:cubicBezTo>
                <a:cubicBezTo>
                  <a:pt x="2687" y="1626"/>
                  <a:pt x="2697" y="1629"/>
                  <a:pt x="2705" y="1626"/>
                </a:cubicBezTo>
                <a:cubicBezTo>
                  <a:pt x="2750" y="1637"/>
                  <a:pt x="2753" y="1632"/>
                  <a:pt x="2757" y="1637"/>
                </a:cubicBezTo>
                <a:cubicBezTo>
                  <a:pt x="2783" y="1654"/>
                  <a:pt x="2773" y="1651"/>
                  <a:pt x="2763" y="1649"/>
                </a:cubicBezTo>
                <a:close/>
                <a:moveTo>
                  <a:pt x="2805" y="1637"/>
                </a:moveTo>
                <a:cubicBezTo>
                  <a:pt x="2800" y="1634"/>
                  <a:pt x="2797" y="1631"/>
                  <a:pt x="2796" y="1626"/>
                </a:cubicBezTo>
                <a:cubicBezTo>
                  <a:pt x="2758" y="1589"/>
                  <a:pt x="2761" y="1584"/>
                  <a:pt x="2756" y="1581"/>
                </a:cubicBezTo>
                <a:cubicBezTo>
                  <a:pt x="2746" y="1568"/>
                  <a:pt x="2747" y="1564"/>
                  <a:pt x="2740" y="1561"/>
                </a:cubicBezTo>
                <a:cubicBezTo>
                  <a:pt x="2730" y="1535"/>
                  <a:pt x="2730" y="1532"/>
                  <a:pt x="2727" y="1530"/>
                </a:cubicBezTo>
                <a:cubicBezTo>
                  <a:pt x="2718" y="1506"/>
                  <a:pt x="2718" y="1503"/>
                  <a:pt x="2714" y="1501"/>
                </a:cubicBezTo>
                <a:cubicBezTo>
                  <a:pt x="2687" y="1421"/>
                  <a:pt x="2685" y="1400"/>
                  <a:pt x="2677" y="1380"/>
                </a:cubicBezTo>
                <a:cubicBezTo>
                  <a:pt x="2674" y="1353"/>
                  <a:pt x="2671" y="1351"/>
                  <a:pt x="2673" y="1348"/>
                </a:cubicBezTo>
                <a:cubicBezTo>
                  <a:pt x="2646" y="1236"/>
                  <a:pt x="2645" y="1214"/>
                  <a:pt x="2642" y="1194"/>
                </a:cubicBezTo>
                <a:cubicBezTo>
                  <a:pt x="2628" y="1129"/>
                  <a:pt x="2621" y="1127"/>
                  <a:pt x="2623" y="1123"/>
                </a:cubicBezTo>
                <a:cubicBezTo>
                  <a:pt x="2620" y="1109"/>
                  <a:pt x="2614" y="1106"/>
                  <a:pt x="2617" y="1101"/>
                </a:cubicBezTo>
                <a:cubicBezTo>
                  <a:pt x="2600" y="1060"/>
                  <a:pt x="2601" y="1047"/>
                  <a:pt x="2596" y="1035"/>
                </a:cubicBezTo>
                <a:cubicBezTo>
                  <a:pt x="2606" y="1050"/>
                  <a:pt x="2612" y="1052"/>
                  <a:pt x="2608" y="1056"/>
                </a:cubicBezTo>
                <a:cubicBezTo>
                  <a:pt x="2633" y="1119"/>
                  <a:pt x="2633" y="1126"/>
                  <a:pt x="2632" y="1133"/>
                </a:cubicBezTo>
                <a:cubicBezTo>
                  <a:pt x="2642" y="1158"/>
                  <a:pt x="2644" y="1164"/>
                  <a:pt x="2643" y="1171"/>
                </a:cubicBezTo>
                <a:cubicBezTo>
                  <a:pt x="2653" y="1196"/>
                  <a:pt x="2654" y="1203"/>
                  <a:pt x="2657" y="1209"/>
                </a:cubicBezTo>
                <a:cubicBezTo>
                  <a:pt x="2667" y="1272"/>
                  <a:pt x="2677" y="1274"/>
                  <a:pt x="2671" y="1279"/>
                </a:cubicBezTo>
                <a:cubicBezTo>
                  <a:pt x="2685" y="1333"/>
                  <a:pt x="2681" y="1340"/>
                  <a:pt x="2688" y="1345"/>
                </a:cubicBezTo>
                <a:cubicBezTo>
                  <a:pt x="2693" y="1378"/>
                  <a:pt x="2694" y="1381"/>
                  <a:pt x="2696" y="1384"/>
                </a:cubicBezTo>
                <a:cubicBezTo>
                  <a:pt x="2700" y="1418"/>
                  <a:pt x="2706" y="1420"/>
                  <a:pt x="2703" y="1423"/>
                </a:cubicBezTo>
                <a:cubicBezTo>
                  <a:pt x="2722" y="1475"/>
                  <a:pt x="2722" y="1478"/>
                  <a:pt x="2723" y="1481"/>
                </a:cubicBezTo>
                <a:cubicBezTo>
                  <a:pt x="2751" y="1548"/>
                  <a:pt x="2760" y="1560"/>
                  <a:pt x="2766" y="1573"/>
                </a:cubicBezTo>
                <a:cubicBezTo>
                  <a:pt x="2784" y="1604"/>
                  <a:pt x="2791" y="1605"/>
                  <a:pt x="2789" y="1609"/>
                </a:cubicBezTo>
                <a:close/>
                <a:moveTo>
                  <a:pt x="2817" y="1654"/>
                </a:moveTo>
                <a:cubicBezTo>
                  <a:pt x="2819" y="1652"/>
                  <a:pt x="2819" y="1650"/>
                  <a:pt x="2818" y="1649"/>
                </a:cubicBezTo>
                <a:cubicBezTo>
                  <a:pt x="2824" y="1647"/>
                  <a:pt x="2833" y="1657"/>
                  <a:pt x="2836" y="1661"/>
                </a:cubicBezTo>
                <a:cubicBezTo>
                  <a:pt x="2827" y="1663"/>
                  <a:pt x="2826" y="1655"/>
                  <a:pt x="2817" y="1654"/>
                </a:cubicBezTo>
                <a:close/>
                <a:moveTo>
                  <a:pt x="2828" y="1677"/>
                </a:moveTo>
                <a:cubicBezTo>
                  <a:pt x="2829" y="1675"/>
                  <a:pt x="2831" y="1673"/>
                  <a:pt x="2832" y="1671"/>
                </a:cubicBezTo>
                <a:cubicBezTo>
                  <a:pt x="2835" y="1671"/>
                  <a:pt x="2840" y="1673"/>
                  <a:pt x="2844" y="1677"/>
                </a:cubicBezTo>
                <a:cubicBezTo>
                  <a:pt x="2839" y="1679"/>
                  <a:pt x="2834" y="1679"/>
                  <a:pt x="2828" y="1677"/>
                </a:cubicBezTo>
                <a:close/>
                <a:moveTo>
                  <a:pt x="2900" y="1640"/>
                </a:moveTo>
                <a:cubicBezTo>
                  <a:pt x="2895" y="1633"/>
                  <a:pt x="2905" y="1639"/>
                  <a:pt x="2904" y="1641"/>
                </a:cubicBezTo>
                <a:cubicBezTo>
                  <a:pt x="2904" y="1642"/>
                  <a:pt x="2900" y="1641"/>
                  <a:pt x="2900" y="1640"/>
                </a:cubicBezTo>
                <a:close/>
                <a:moveTo>
                  <a:pt x="2864" y="1737"/>
                </a:moveTo>
                <a:cubicBezTo>
                  <a:pt x="2860" y="1739"/>
                  <a:pt x="2856" y="1743"/>
                  <a:pt x="2851" y="1741"/>
                </a:cubicBezTo>
                <a:cubicBezTo>
                  <a:pt x="2847" y="1745"/>
                  <a:pt x="2843" y="1748"/>
                  <a:pt x="2837" y="1746"/>
                </a:cubicBezTo>
                <a:cubicBezTo>
                  <a:pt x="2834" y="1753"/>
                  <a:pt x="2829" y="1752"/>
                  <a:pt x="2825" y="1753"/>
                </a:cubicBezTo>
                <a:cubicBezTo>
                  <a:pt x="2822" y="1759"/>
                  <a:pt x="2817" y="1754"/>
                  <a:pt x="2813" y="1758"/>
                </a:cubicBezTo>
                <a:cubicBezTo>
                  <a:pt x="2811" y="1757"/>
                  <a:pt x="2810" y="1760"/>
                  <a:pt x="2809" y="1761"/>
                </a:cubicBezTo>
                <a:cubicBezTo>
                  <a:pt x="2807" y="1762"/>
                  <a:pt x="2807" y="1761"/>
                  <a:pt x="2806" y="1761"/>
                </a:cubicBezTo>
                <a:cubicBezTo>
                  <a:pt x="2804" y="1762"/>
                  <a:pt x="2799" y="1763"/>
                  <a:pt x="2797" y="1766"/>
                </a:cubicBezTo>
                <a:cubicBezTo>
                  <a:pt x="2796" y="1768"/>
                  <a:pt x="2791" y="1771"/>
                  <a:pt x="2787" y="1770"/>
                </a:cubicBezTo>
                <a:cubicBezTo>
                  <a:pt x="2779" y="1776"/>
                  <a:pt x="2771" y="1778"/>
                  <a:pt x="2762" y="1779"/>
                </a:cubicBezTo>
                <a:cubicBezTo>
                  <a:pt x="2761" y="1784"/>
                  <a:pt x="2757" y="1780"/>
                  <a:pt x="2755" y="1782"/>
                </a:cubicBezTo>
                <a:cubicBezTo>
                  <a:pt x="2753" y="1784"/>
                  <a:pt x="2751" y="1785"/>
                  <a:pt x="2749" y="1784"/>
                </a:cubicBezTo>
                <a:cubicBezTo>
                  <a:pt x="2745" y="1785"/>
                  <a:pt x="2741" y="1789"/>
                  <a:pt x="2736" y="1788"/>
                </a:cubicBezTo>
                <a:cubicBezTo>
                  <a:pt x="2732" y="1791"/>
                  <a:pt x="2726" y="1789"/>
                  <a:pt x="2722" y="1792"/>
                </a:cubicBezTo>
                <a:cubicBezTo>
                  <a:pt x="2720" y="1791"/>
                  <a:pt x="2719" y="1795"/>
                  <a:pt x="2716" y="1793"/>
                </a:cubicBezTo>
                <a:cubicBezTo>
                  <a:pt x="2714" y="1793"/>
                  <a:pt x="2712" y="1793"/>
                  <a:pt x="2710" y="1795"/>
                </a:cubicBezTo>
                <a:cubicBezTo>
                  <a:pt x="2707" y="1789"/>
                  <a:pt x="2717" y="1789"/>
                  <a:pt x="2720" y="1788"/>
                </a:cubicBezTo>
                <a:cubicBezTo>
                  <a:pt x="2724" y="1786"/>
                  <a:pt x="2726" y="1778"/>
                  <a:pt x="2732" y="1783"/>
                </a:cubicBezTo>
                <a:cubicBezTo>
                  <a:pt x="2734" y="1775"/>
                  <a:pt x="2739" y="1776"/>
                  <a:pt x="2742" y="1774"/>
                </a:cubicBezTo>
                <a:cubicBezTo>
                  <a:pt x="2745" y="1768"/>
                  <a:pt x="2750" y="1771"/>
                  <a:pt x="2753" y="1766"/>
                </a:cubicBezTo>
                <a:cubicBezTo>
                  <a:pt x="2762" y="1766"/>
                  <a:pt x="2768" y="1758"/>
                  <a:pt x="2776" y="1755"/>
                </a:cubicBezTo>
                <a:cubicBezTo>
                  <a:pt x="2783" y="1749"/>
                  <a:pt x="2792" y="1749"/>
                  <a:pt x="2799" y="1741"/>
                </a:cubicBezTo>
                <a:cubicBezTo>
                  <a:pt x="2810" y="1740"/>
                  <a:pt x="2821" y="1735"/>
                  <a:pt x="2831" y="1731"/>
                </a:cubicBezTo>
                <a:cubicBezTo>
                  <a:pt x="2836" y="1732"/>
                  <a:pt x="2840" y="1731"/>
                  <a:pt x="2843" y="1729"/>
                </a:cubicBezTo>
                <a:cubicBezTo>
                  <a:pt x="2849" y="1735"/>
                  <a:pt x="2851" y="1724"/>
                  <a:pt x="2856" y="1729"/>
                </a:cubicBezTo>
                <a:cubicBezTo>
                  <a:pt x="2864" y="1725"/>
                  <a:pt x="2872" y="1724"/>
                  <a:pt x="2880" y="1721"/>
                </a:cubicBezTo>
                <a:cubicBezTo>
                  <a:pt x="2893" y="1726"/>
                  <a:pt x="2905" y="1722"/>
                  <a:pt x="2918" y="1726"/>
                </a:cubicBezTo>
                <a:cubicBezTo>
                  <a:pt x="2900" y="1729"/>
                  <a:pt x="2882" y="1734"/>
                  <a:pt x="2864" y="1737"/>
                </a:cubicBezTo>
                <a:close/>
                <a:moveTo>
                  <a:pt x="2915" y="1687"/>
                </a:moveTo>
                <a:cubicBezTo>
                  <a:pt x="2914" y="1684"/>
                  <a:pt x="2912" y="1681"/>
                  <a:pt x="2912" y="1677"/>
                </a:cubicBezTo>
                <a:cubicBezTo>
                  <a:pt x="2906" y="1672"/>
                  <a:pt x="2907" y="1664"/>
                  <a:pt x="2900" y="1659"/>
                </a:cubicBezTo>
                <a:cubicBezTo>
                  <a:pt x="2904" y="1655"/>
                  <a:pt x="2909" y="1664"/>
                  <a:pt x="2908" y="1667"/>
                </a:cubicBezTo>
                <a:cubicBezTo>
                  <a:pt x="2913" y="1670"/>
                  <a:pt x="2912" y="1673"/>
                  <a:pt x="2915" y="1677"/>
                </a:cubicBezTo>
                <a:cubicBezTo>
                  <a:pt x="2917" y="1678"/>
                  <a:pt x="2915" y="1681"/>
                  <a:pt x="2916" y="1683"/>
                </a:cubicBezTo>
                <a:cubicBezTo>
                  <a:pt x="2916" y="1684"/>
                  <a:pt x="2919" y="1684"/>
                  <a:pt x="2920" y="1685"/>
                </a:cubicBezTo>
                <a:cubicBezTo>
                  <a:pt x="2920" y="1685"/>
                  <a:pt x="2918" y="1686"/>
                  <a:pt x="2918" y="1687"/>
                </a:cubicBezTo>
                <a:cubicBezTo>
                  <a:pt x="2920" y="1690"/>
                  <a:pt x="2927" y="1693"/>
                  <a:pt x="2922" y="1697"/>
                </a:cubicBezTo>
                <a:cubicBezTo>
                  <a:pt x="2915" y="1695"/>
                  <a:pt x="2918" y="1691"/>
                  <a:pt x="2915" y="1687"/>
                </a:cubicBezTo>
                <a:close/>
                <a:moveTo>
                  <a:pt x="2921" y="1726"/>
                </a:moveTo>
                <a:cubicBezTo>
                  <a:pt x="2924" y="1725"/>
                  <a:pt x="2927" y="1725"/>
                  <a:pt x="2929" y="1726"/>
                </a:cubicBezTo>
                <a:cubicBezTo>
                  <a:pt x="2933" y="1729"/>
                  <a:pt x="2924" y="1727"/>
                  <a:pt x="2921" y="1726"/>
                </a:cubicBezTo>
                <a:close/>
                <a:moveTo>
                  <a:pt x="2925" y="1704"/>
                </a:moveTo>
                <a:cubicBezTo>
                  <a:pt x="2926" y="1701"/>
                  <a:pt x="2929" y="1702"/>
                  <a:pt x="2931" y="1703"/>
                </a:cubicBezTo>
                <a:cubicBezTo>
                  <a:pt x="2930" y="1704"/>
                  <a:pt x="2931" y="1705"/>
                  <a:pt x="2932" y="1706"/>
                </a:cubicBezTo>
                <a:cubicBezTo>
                  <a:pt x="2930" y="1708"/>
                  <a:pt x="2927" y="1706"/>
                  <a:pt x="2925" y="1704"/>
                </a:cubicBezTo>
                <a:close/>
                <a:moveTo>
                  <a:pt x="2954" y="1716"/>
                </a:moveTo>
                <a:cubicBezTo>
                  <a:pt x="2953" y="1717"/>
                  <a:pt x="2950" y="1716"/>
                  <a:pt x="2949" y="1715"/>
                </a:cubicBezTo>
                <a:cubicBezTo>
                  <a:pt x="2945" y="1708"/>
                  <a:pt x="2955" y="1714"/>
                  <a:pt x="2954" y="1716"/>
                </a:cubicBezTo>
                <a:close/>
                <a:moveTo>
                  <a:pt x="2973" y="1726"/>
                </a:moveTo>
                <a:cubicBezTo>
                  <a:pt x="2968" y="1724"/>
                  <a:pt x="2972" y="1720"/>
                  <a:pt x="2969" y="1718"/>
                </a:cubicBezTo>
                <a:cubicBezTo>
                  <a:pt x="2938" y="1683"/>
                  <a:pt x="2930" y="1679"/>
                  <a:pt x="2927" y="1674"/>
                </a:cubicBezTo>
                <a:cubicBezTo>
                  <a:pt x="2915" y="1643"/>
                  <a:pt x="2912" y="1636"/>
                  <a:pt x="2907" y="1629"/>
                </a:cubicBezTo>
                <a:cubicBezTo>
                  <a:pt x="2892" y="1579"/>
                  <a:pt x="2886" y="1575"/>
                  <a:pt x="2887" y="1569"/>
                </a:cubicBezTo>
                <a:cubicBezTo>
                  <a:pt x="2883" y="1542"/>
                  <a:pt x="2877" y="1540"/>
                  <a:pt x="2879" y="1538"/>
                </a:cubicBezTo>
                <a:cubicBezTo>
                  <a:pt x="2871" y="1501"/>
                  <a:pt x="2870" y="1496"/>
                  <a:pt x="2868" y="1491"/>
                </a:cubicBezTo>
                <a:cubicBezTo>
                  <a:pt x="2853" y="1392"/>
                  <a:pt x="2859" y="1387"/>
                  <a:pt x="2855" y="1385"/>
                </a:cubicBezTo>
                <a:cubicBezTo>
                  <a:pt x="2851" y="1351"/>
                  <a:pt x="2854" y="1340"/>
                  <a:pt x="2850" y="1330"/>
                </a:cubicBezTo>
                <a:cubicBezTo>
                  <a:pt x="2857" y="1350"/>
                  <a:pt x="2862" y="1353"/>
                  <a:pt x="2863" y="1357"/>
                </a:cubicBezTo>
                <a:cubicBezTo>
                  <a:pt x="2872" y="1389"/>
                  <a:pt x="2874" y="1392"/>
                  <a:pt x="2874" y="1395"/>
                </a:cubicBezTo>
                <a:cubicBezTo>
                  <a:pt x="2880" y="1418"/>
                  <a:pt x="2877" y="1423"/>
                  <a:pt x="2880" y="1426"/>
                </a:cubicBezTo>
                <a:cubicBezTo>
                  <a:pt x="2883" y="1449"/>
                  <a:pt x="2885" y="1452"/>
                  <a:pt x="2886" y="1456"/>
                </a:cubicBezTo>
                <a:cubicBezTo>
                  <a:pt x="2887" y="1491"/>
                  <a:pt x="2897" y="1495"/>
                  <a:pt x="2892" y="1502"/>
                </a:cubicBezTo>
                <a:cubicBezTo>
                  <a:pt x="2901" y="1537"/>
                  <a:pt x="2901" y="1540"/>
                  <a:pt x="2899" y="1543"/>
                </a:cubicBezTo>
                <a:cubicBezTo>
                  <a:pt x="2907" y="1572"/>
                  <a:pt x="2913" y="1576"/>
                  <a:pt x="2910" y="1582"/>
                </a:cubicBezTo>
                <a:cubicBezTo>
                  <a:pt x="2913" y="1604"/>
                  <a:pt x="2924" y="1607"/>
                  <a:pt x="2918" y="1613"/>
                </a:cubicBezTo>
                <a:cubicBezTo>
                  <a:pt x="2937" y="1642"/>
                  <a:pt x="2934" y="1651"/>
                  <a:pt x="2941" y="1657"/>
                </a:cubicBezTo>
                <a:cubicBezTo>
                  <a:pt x="2993" y="1738"/>
                  <a:pt x="2982" y="1726"/>
                  <a:pt x="2973" y="1726"/>
                </a:cubicBezTo>
                <a:close/>
                <a:moveTo>
                  <a:pt x="3024" y="1736"/>
                </a:moveTo>
                <a:cubicBezTo>
                  <a:pt x="3029" y="1728"/>
                  <a:pt x="3032" y="1742"/>
                  <a:pt x="3035" y="1744"/>
                </a:cubicBezTo>
                <a:cubicBezTo>
                  <a:pt x="3030" y="1747"/>
                  <a:pt x="3028" y="1738"/>
                  <a:pt x="3024" y="1736"/>
                </a:cubicBezTo>
                <a:close/>
                <a:moveTo>
                  <a:pt x="3115" y="1805"/>
                </a:moveTo>
                <a:cubicBezTo>
                  <a:pt x="3110" y="1802"/>
                  <a:pt x="3105" y="1802"/>
                  <a:pt x="3100" y="1803"/>
                </a:cubicBezTo>
                <a:cubicBezTo>
                  <a:pt x="3096" y="1798"/>
                  <a:pt x="3093" y="1800"/>
                  <a:pt x="3088" y="1797"/>
                </a:cubicBezTo>
                <a:cubicBezTo>
                  <a:pt x="3084" y="1796"/>
                  <a:pt x="3080" y="1793"/>
                  <a:pt x="3077" y="1795"/>
                </a:cubicBezTo>
                <a:cubicBezTo>
                  <a:pt x="3074" y="1791"/>
                  <a:pt x="3079" y="1792"/>
                  <a:pt x="3080" y="1790"/>
                </a:cubicBezTo>
                <a:cubicBezTo>
                  <a:pt x="3084" y="1789"/>
                  <a:pt x="3088" y="1790"/>
                  <a:pt x="3091" y="1789"/>
                </a:cubicBezTo>
                <a:cubicBezTo>
                  <a:pt x="3096" y="1792"/>
                  <a:pt x="3101" y="1795"/>
                  <a:pt x="3106" y="1799"/>
                </a:cubicBezTo>
                <a:cubicBezTo>
                  <a:pt x="3108" y="1801"/>
                  <a:pt x="3110" y="1799"/>
                  <a:pt x="3113" y="1800"/>
                </a:cubicBezTo>
                <a:cubicBezTo>
                  <a:pt x="3114" y="1802"/>
                  <a:pt x="3116" y="1803"/>
                  <a:pt x="3118" y="1804"/>
                </a:cubicBezTo>
                <a:cubicBezTo>
                  <a:pt x="3120" y="1805"/>
                  <a:pt x="3122" y="1806"/>
                  <a:pt x="3123" y="1808"/>
                </a:cubicBezTo>
                <a:cubicBezTo>
                  <a:pt x="3121" y="1810"/>
                  <a:pt x="3118" y="1806"/>
                  <a:pt x="3115" y="1805"/>
                </a:cubicBezTo>
                <a:close/>
                <a:moveTo>
                  <a:pt x="1680" y="9"/>
                </a:moveTo>
                <a:cubicBezTo>
                  <a:pt x="1681" y="6"/>
                  <a:pt x="1682" y="3"/>
                  <a:pt x="1683" y="0"/>
                </a:cubicBezTo>
                <a:cubicBezTo>
                  <a:pt x="1678" y="0"/>
                  <a:pt x="1678" y="0"/>
                  <a:pt x="1678" y="0"/>
                </a:cubicBezTo>
                <a:cubicBezTo>
                  <a:pt x="1678" y="2"/>
                  <a:pt x="1677" y="4"/>
                  <a:pt x="1676" y="6"/>
                </a:cubicBezTo>
                <a:cubicBezTo>
                  <a:pt x="1676" y="9"/>
                  <a:pt x="1678" y="11"/>
                  <a:pt x="1676" y="15"/>
                </a:cubicBezTo>
                <a:cubicBezTo>
                  <a:pt x="1672" y="19"/>
                  <a:pt x="1676" y="26"/>
                  <a:pt x="1679" y="20"/>
                </a:cubicBezTo>
                <a:cubicBezTo>
                  <a:pt x="1674" y="19"/>
                  <a:pt x="1680" y="13"/>
                  <a:pt x="1680" y="9"/>
                </a:cubicBezTo>
                <a:close/>
                <a:moveTo>
                  <a:pt x="974" y="1507"/>
                </a:moveTo>
                <a:cubicBezTo>
                  <a:pt x="972" y="1503"/>
                  <a:pt x="969" y="1505"/>
                  <a:pt x="966" y="1504"/>
                </a:cubicBezTo>
                <a:cubicBezTo>
                  <a:pt x="931" y="1480"/>
                  <a:pt x="929" y="1480"/>
                  <a:pt x="927" y="1479"/>
                </a:cubicBezTo>
                <a:cubicBezTo>
                  <a:pt x="911" y="1456"/>
                  <a:pt x="903" y="1450"/>
                  <a:pt x="900" y="1449"/>
                </a:cubicBezTo>
                <a:cubicBezTo>
                  <a:pt x="891" y="1420"/>
                  <a:pt x="892" y="1413"/>
                  <a:pt x="887" y="1405"/>
                </a:cubicBezTo>
                <a:cubicBezTo>
                  <a:pt x="899" y="1346"/>
                  <a:pt x="894" y="1342"/>
                  <a:pt x="900" y="1340"/>
                </a:cubicBezTo>
                <a:cubicBezTo>
                  <a:pt x="889" y="1354"/>
                  <a:pt x="882" y="1359"/>
                  <a:pt x="883" y="1365"/>
                </a:cubicBezTo>
                <a:cubicBezTo>
                  <a:pt x="879" y="1379"/>
                  <a:pt x="873" y="1375"/>
                  <a:pt x="876" y="1373"/>
                </a:cubicBezTo>
                <a:cubicBezTo>
                  <a:pt x="867" y="1315"/>
                  <a:pt x="864" y="1303"/>
                  <a:pt x="861" y="1290"/>
                </a:cubicBezTo>
                <a:cubicBezTo>
                  <a:pt x="844" y="1227"/>
                  <a:pt x="849" y="1225"/>
                  <a:pt x="845" y="1221"/>
                </a:cubicBezTo>
                <a:cubicBezTo>
                  <a:pt x="820" y="1167"/>
                  <a:pt x="816" y="1162"/>
                  <a:pt x="812" y="1156"/>
                </a:cubicBezTo>
                <a:cubicBezTo>
                  <a:pt x="782" y="1111"/>
                  <a:pt x="775" y="1106"/>
                  <a:pt x="777" y="1103"/>
                </a:cubicBezTo>
                <a:cubicBezTo>
                  <a:pt x="763" y="1061"/>
                  <a:pt x="767" y="1054"/>
                  <a:pt x="760" y="1046"/>
                </a:cubicBezTo>
                <a:cubicBezTo>
                  <a:pt x="758" y="1037"/>
                  <a:pt x="754" y="1047"/>
                  <a:pt x="761" y="1059"/>
                </a:cubicBezTo>
                <a:cubicBezTo>
                  <a:pt x="759" y="1081"/>
                  <a:pt x="757" y="1079"/>
                  <a:pt x="755" y="1076"/>
                </a:cubicBezTo>
                <a:cubicBezTo>
                  <a:pt x="746" y="1052"/>
                  <a:pt x="751" y="1050"/>
                  <a:pt x="749" y="1046"/>
                </a:cubicBezTo>
                <a:cubicBezTo>
                  <a:pt x="743" y="1005"/>
                  <a:pt x="744" y="997"/>
                  <a:pt x="744" y="990"/>
                </a:cubicBezTo>
                <a:cubicBezTo>
                  <a:pt x="720" y="917"/>
                  <a:pt x="722" y="913"/>
                  <a:pt x="719" y="909"/>
                </a:cubicBezTo>
                <a:cubicBezTo>
                  <a:pt x="724" y="939"/>
                  <a:pt x="724" y="944"/>
                  <a:pt x="729" y="950"/>
                </a:cubicBezTo>
                <a:cubicBezTo>
                  <a:pt x="742" y="1033"/>
                  <a:pt x="743" y="1042"/>
                  <a:pt x="742" y="1051"/>
                </a:cubicBezTo>
                <a:cubicBezTo>
                  <a:pt x="748" y="1098"/>
                  <a:pt x="747" y="1116"/>
                  <a:pt x="751" y="1135"/>
                </a:cubicBezTo>
                <a:cubicBezTo>
                  <a:pt x="760" y="1183"/>
                  <a:pt x="759" y="1188"/>
                  <a:pt x="763" y="1193"/>
                </a:cubicBezTo>
                <a:cubicBezTo>
                  <a:pt x="774" y="1226"/>
                  <a:pt x="771" y="1231"/>
                  <a:pt x="772" y="1236"/>
                </a:cubicBezTo>
                <a:cubicBezTo>
                  <a:pt x="781" y="1282"/>
                  <a:pt x="794" y="1289"/>
                  <a:pt x="786" y="1293"/>
                </a:cubicBezTo>
                <a:cubicBezTo>
                  <a:pt x="799" y="1326"/>
                  <a:pt x="799" y="1331"/>
                  <a:pt x="801" y="1336"/>
                </a:cubicBezTo>
                <a:cubicBezTo>
                  <a:pt x="825" y="1401"/>
                  <a:pt x="829" y="1406"/>
                  <a:pt x="830" y="1411"/>
                </a:cubicBezTo>
                <a:cubicBezTo>
                  <a:pt x="830" y="1413"/>
                  <a:pt x="823" y="1404"/>
                  <a:pt x="816" y="1394"/>
                </a:cubicBezTo>
                <a:cubicBezTo>
                  <a:pt x="781" y="1320"/>
                  <a:pt x="783" y="1315"/>
                  <a:pt x="776" y="1308"/>
                </a:cubicBezTo>
                <a:cubicBezTo>
                  <a:pt x="769" y="1284"/>
                  <a:pt x="767" y="1277"/>
                  <a:pt x="765" y="1270"/>
                </a:cubicBezTo>
                <a:cubicBezTo>
                  <a:pt x="743" y="1187"/>
                  <a:pt x="741" y="1180"/>
                  <a:pt x="742" y="1174"/>
                </a:cubicBezTo>
                <a:cubicBezTo>
                  <a:pt x="735" y="1142"/>
                  <a:pt x="733" y="1130"/>
                  <a:pt x="734" y="1118"/>
                </a:cubicBezTo>
                <a:cubicBezTo>
                  <a:pt x="731" y="1086"/>
                  <a:pt x="725" y="1082"/>
                  <a:pt x="728" y="1080"/>
                </a:cubicBezTo>
                <a:cubicBezTo>
                  <a:pt x="722" y="1018"/>
                  <a:pt x="715" y="1010"/>
                  <a:pt x="717" y="1004"/>
                </a:cubicBezTo>
                <a:cubicBezTo>
                  <a:pt x="713" y="1033"/>
                  <a:pt x="724" y="1038"/>
                  <a:pt x="716" y="1040"/>
                </a:cubicBezTo>
                <a:cubicBezTo>
                  <a:pt x="717" y="1070"/>
                  <a:pt x="724" y="1074"/>
                  <a:pt x="721" y="1077"/>
                </a:cubicBezTo>
                <a:cubicBezTo>
                  <a:pt x="722" y="1126"/>
                  <a:pt x="728" y="1130"/>
                  <a:pt x="725" y="1132"/>
                </a:cubicBezTo>
                <a:cubicBezTo>
                  <a:pt x="721" y="1146"/>
                  <a:pt x="726" y="1142"/>
                  <a:pt x="720" y="1136"/>
                </a:cubicBezTo>
                <a:cubicBezTo>
                  <a:pt x="713" y="1098"/>
                  <a:pt x="714" y="1093"/>
                  <a:pt x="712" y="1088"/>
                </a:cubicBezTo>
                <a:cubicBezTo>
                  <a:pt x="704" y="1052"/>
                  <a:pt x="713" y="1048"/>
                  <a:pt x="706" y="1042"/>
                </a:cubicBezTo>
                <a:cubicBezTo>
                  <a:pt x="704" y="1006"/>
                  <a:pt x="702" y="1001"/>
                  <a:pt x="703" y="996"/>
                </a:cubicBezTo>
                <a:cubicBezTo>
                  <a:pt x="697" y="954"/>
                  <a:pt x="698" y="944"/>
                  <a:pt x="696" y="934"/>
                </a:cubicBezTo>
                <a:cubicBezTo>
                  <a:pt x="689" y="896"/>
                  <a:pt x="689" y="891"/>
                  <a:pt x="689" y="885"/>
                </a:cubicBezTo>
                <a:cubicBezTo>
                  <a:pt x="677" y="832"/>
                  <a:pt x="675" y="827"/>
                  <a:pt x="676" y="822"/>
                </a:cubicBezTo>
                <a:cubicBezTo>
                  <a:pt x="670" y="849"/>
                  <a:pt x="681" y="857"/>
                  <a:pt x="677" y="862"/>
                </a:cubicBezTo>
                <a:cubicBezTo>
                  <a:pt x="682" y="891"/>
                  <a:pt x="679" y="902"/>
                  <a:pt x="682" y="914"/>
                </a:cubicBezTo>
                <a:cubicBezTo>
                  <a:pt x="675" y="936"/>
                  <a:pt x="679" y="939"/>
                  <a:pt x="675" y="941"/>
                </a:cubicBezTo>
                <a:cubicBezTo>
                  <a:pt x="676" y="951"/>
                  <a:pt x="674" y="953"/>
                  <a:pt x="677" y="955"/>
                </a:cubicBezTo>
                <a:cubicBezTo>
                  <a:pt x="671" y="1001"/>
                  <a:pt x="666" y="1006"/>
                  <a:pt x="669" y="1012"/>
                </a:cubicBezTo>
                <a:cubicBezTo>
                  <a:pt x="670" y="1042"/>
                  <a:pt x="665" y="1044"/>
                  <a:pt x="671" y="1048"/>
                </a:cubicBezTo>
                <a:cubicBezTo>
                  <a:pt x="675" y="1091"/>
                  <a:pt x="668" y="1096"/>
                  <a:pt x="672" y="1103"/>
                </a:cubicBezTo>
                <a:cubicBezTo>
                  <a:pt x="675" y="1163"/>
                  <a:pt x="676" y="1169"/>
                  <a:pt x="676" y="1176"/>
                </a:cubicBezTo>
                <a:cubicBezTo>
                  <a:pt x="682" y="1236"/>
                  <a:pt x="694" y="1244"/>
                  <a:pt x="688" y="1250"/>
                </a:cubicBezTo>
                <a:cubicBezTo>
                  <a:pt x="698" y="1281"/>
                  <a:pt x="699" y="1284"/>
                  <a:pt x="696" y="1287"/>
                </a:cubicBezTo>
                <a:cubicBezTo>
                  <a:pt x="690" y="1298"/>
                  <a:pt x="692" y="1293"/>
                  <a:pt x="688" y="1287"/>
                </a:cubicBezTo>
                <a:cubicBezTo>
                  <a:pt x="672" y="1252"/>
                  <a:pt x="668" y="1243"/>
                  <a:pt x="666" y="1233"/>
                </a:cubicBezTo>
                <a:cubicBezTo>
                  <a:pt x="651" y="1146"/>
                  <a:pt x="645" y="1138"/>
                  <a:pt x="646" y="1130"/>
                </a:cubicBezTo>
                <a:cubicBezTo>
                  <a:pt x="640" y="1069"/>
                  <a:pt x="643" y="1054"/>
                  <a:pt x="643" y="1039"/>
                </a:cubicBezTo>
                <a:cubicBezTo>
                  <a:pt x="647" y="987"/>
                  <a:pt x="648" y="980"/>
                  <a:pt x="646" y="972"/>
                </a:cubicBezTo>
                <a:cubicBezTo>
                  <a:pt x="652" y="935"/>
                  <a:pt x="651" y="931"/>
                  <a:pt x="652" y="928"/>
                </a:cubicBezTo>
                <a:cubicBezTo>
                  <a:pt x="656" y="852"/>
                  <a:pt x="648" y="843"/>
                  <a:pt x="653" y="836"/>
                </a:cubicBezTo>
                <a:cubicBezTo>
                  <a:pt x="643" y="816"/>
                  <a:pt x="650" y="822"/>
                  <a:pt x="647" y="827"/>
                </a:cubicBezTo>
                <a:cubicBezTo>
                  <a:pt x="644" y="882"/>
                  <a:pt x="649" y="888"/>
                  <a:pt x="645" y="892"/>
                </a:cubicBezTo>
                <a:cubicBezTo>
                  <a:pt x="642" y="928"/>
                  <a:pt x="644" y="934"/>
                  <a:pt x="641" y="938"/>
                </a:cubicBezTo>
                <a:cubicBezTo>
                  <a:pt x="641" y="965"/>
                  <a:pt x="638" y="967"/>
                  <a:pt x="639" y="969"/>
                </a:cubicBezTo>
                <a:cubicBezTo>
                  <a:pt x="633" y="1038"/>
                  <a:pt x="633" y="1043"/>
                  <a:pt x="633" y="1048"/>
                </a:cubicBezTo>
                <a:cubicBezTo>
                  <a:pt x="633" y="1085"/>
                  <a:pt x="635" y="1090"/>
                  <a:pt x="635" y="1095"/>
                </a:cubicBezTo>
                <a:cubicBezTo>
                  <a:pt x="642" y="1123"/>
                  <a:pt x="631" y="1124"/>
                  <a:pt x="637" y="1128"/>
                </a:cubicBezTo>
                <a:cubicBezTo>
                  <a:pt x="638" y="1156"/>
                  <a:pt x="642" y="1169"/>
                  <a:pt x="642" y="1181"/>
                </a:cubicBezTo>
                <a:cubicBezTo>
                  <a:pt x="652" y="1203"/>
                  <a:pt x="648" y="1205"/>
                  <a:pt x="651" y="1209"/>
                </a:cubicBezTo>
                <a:cubicBezTo>
                  <a:pt x="670" y="1264"/>
                  <a:pt x="669" y="1270"/>
                  <a:pt x="673" y="1277"/>
                </a:cubicBezTo>
                <a:cubicBezTo>
                  <a:pt x="675" y="1288"/>
                  <a:pt x="670" y="1291"/>
                  <a:pt x="665" y="1285"/>
                </a:cubicBezTo>
                <a:cubicBezTo>
                  <a:pt x="650" y="1251"/>
                  <a:pt x="642" y="1245"/>
                  <a:pt x="645" y="1241"/>
                </a:cubicBezTo>
                <a:cubicBezTo>
                  <a:pt x="624" y="1186"/>
                  <a:pt x="627" y="1177"/>
                  <a:pt x="624" y="1167"/>
                </a:cubicBezTo>
                <a:cubicBezTo>
                  <a:pt x="617" y="1119"/>
                  <a:pt x="620" y="1115"/>
                  <a:pt x="615" y="1109"/>
                </a:cubicBezTo>
                <a:cubicBezTo>
                  <a:pt x="612" y="1061"/>
                  <a:pt x="616" y="1043"/>
                  <a:pt x="609" y="1022"/>
                </a:cubicBezTo>
                <a:cubicBezTo>
                  <a:pt x="623" y="949"/>
                  <a:pt x="617" y="941"/>
                  <a:pt x="624" y="934"/>
                </a:cubicBezTo>
                <a:cubicBezTo>
                  <a:pt x="640" y="866"/>
                  <a:pt x="634" y="861"/>
                  <a:pt x="637" y="858"/>
                </a:cubicBezTo>
                <a:cubicBezTo>
                  <a:pt x="635" y="834"/>
                  <a:pt x="646" y="833"/>
                  <a:pt x="640" y="829"/>
                </a:cubicBezTo>
                <a:cubicBezTo>
                  <a:pt x="642" y="801"/>
                  <a:pt x="647" y="799"/>
                  <a:pt x="643" y="795"/>
                </a:cubicBezTo>
                <a:cubicBezTo>
                  <a:pt x="643" y="761"/>
                  <a:pt x="645" y="757"/>
                  <a:pt x="645" y="753"/>
                </a:cubicBezTo>
                <a:cubicBezTo>
                  <a:pt x="634" y="744"/>
                  <a:pt x="632" y="755"/>
                  <a:pt x="638" y="766"/>
                </a:cubicBezTo>
                <a:cubicBezTo>
                  <a:pt x="632" y="820"/>
                  <a:pt x="632" y="834"/>
                  <a:pt x="632" y="848"/>
                </a:cubicBezTo>
                <a:cubicBezTo>
                  <a:pt x="621" y="875"/>
                  <a:pt x="625" y="883"/>
                  <a:pt x="619" y="889"/>
                </a:cubicBezTo>
                <a:cubicBezTo>
                  <a:pt x="609" y="963"/>
                  <a:pt x="606" y="993"/>
                  <a:pt x="601" y="1022"/>
                </a:cubicBezTo>
                <a:cubicBezTo>
                  <a:pt x="607" y="1061"/>
                  <a:pt x="599" y="1069"/>
                  <a:pt x="604" y="1079"/>
                </a:cubicBezTo>
                <a:cubicBezTo>
                  <a:pt x="607" y="1103"/>
                  <a:pt x="605" y="1105"/>
                  <a:pt x="606" y="1108"/>
                </a:cubicBezTo>
                <a:cubicBezTo>
                  <a:pt x="615" y="1176"/>
                  <a:pt x="616" y="1186"/>
                  <a:pt x="621" y="1196"/>
                </a:cubicBezTo>
                <a:cubicBezTo>
                  <a:pt x="630" y="1230"/>
                  <a:pt x="630" y="1235"/>
                  <a:pt x="634" y="1240"/>
                </a:cubicBezTo>
                <a:cubicBezTo>
                  <a:pt x="624" y="1245"/>
                  <a:pt x="627" y="1241"/>
                  <a:pt x="623" y="1237"/>
                </a:cubicBezTo>
                <a:cubicBezTo>
                  <a:pt x="611" y="1184"/>
                  <a:pt x="605" y="1176"/>
                  <a:pt x="607" y="1169"/>
                </a:cubicBezTo>
                <a:cubicBezTo>
                  <a:pt x="596" y="1116"/>
                  <a:pt x="594" y="1108"/>
                  <a:pt x="593" y="1101"/>
                </a:cubicBezTo>
                <a:cubicBezTo>
                  <a:pt x="593" y="1067"/>
                  <a:pt x="588" y="1054"/>
                  <a:pt x="589" y="1042"/>
                </a:cubicBezTo>
                <a:cubicBezTo>
                  <a:pt x="591" y="964"/>
                  <a:pt x="591" y="961"/>
                  <a:pt x="590" y="958"/>
                </a:cubicBezTo>
                <a:cubicBezTo>
                  <a:pt x="590" y="927"/>
                  <a:pt x="596" y="925"/>
                  <a:pt x="593" y="921"/>
                </a:cubicBezTo>
                <a:cubicBezTo>
                  <a:pt x="605" y="892"/>
                  <a:pt x="595" y="887"/>
                  <a:pt x="603" y="885"/>
                </a:cubicBezTo>
                <a:cubicBezTo>
                  <a:pt x="602" y="863"/>
                  <a:pt x="614" y="862"/>
                  <a:pt x="607" y="858"/>
                </a:cubicBezTo>
                <a:cubicBezTo>
                  <a:pt x="613" y="834"/>
                  <a:pt x="614" y="828"/>
                  <a:pt x="616" y="822"/>
                </a:cubicBezTo>
                <a:cubicBezTo>
                  <a:pt x="615" y="800"/>
                  <a:pt x="620" y="797"/>
                  <a:pt x="618" y="794"/>
                </a:cubicBezTo>
                <a:cubicBezTo>
                  <a:pt x="608" y="817"/>
                  <a:pt x="609" y="822"/>
                  <a:pt x="609" y="827"/>
                </a:cubicBezTo>
                <a:cubicBezTo>
                  <a:pt x="597" y="876"/>
                  <a:pt x="594" y="885"/>
                  <a:pt x="590" y="894"/>
                </a:cubicBezTo>
                <a:cubicBezTo>
                  <a:pt x="584" y="957"/>
                  <a:pt x="578" y="965"/>
                  <a:pt x="581" y="975"/>
                </a:cubicBezTo>
                <a:cubicBezTo>
                  <a:pt x="579" y="1012"/>
                  <a:pt x="580" y="1021"/>
                  <a:pt x="580" y="1030"/>
                </a:cubicBezTo>
                <a:cubicBezTo>
                  <a:pt x="582" y="1091"/>
                  <a:pt x="586" y="1096"/>
                  <a:pt x="585" y="1101"/>
                </a:cubicBezTo>
                <a:cubicBezTo>
                  <a:pt x="600" y="1177"/>
                  <a:pt x="598" y="1181"/>
                  <a:pt x="604" y="1187"/>
                </a:cubicBezTo>
                <a:cubicBezTo>
                  <a:pt x="606" y="1230"/>
                  <a:pt x="603" y="1224"/>
                  <a:pt x="600" y="1219"/>
                </a:cubicBezTo>
                <a:cubicBezTo>
                  <a:pt x="585" y="1180"/>
                  <a:pt x="590" y="1172"/>
                  <a:pt x="586" y="1170"/>
                </a:cubicBezTo>
                <a:cubicBezTo>
                  <a:pt x="581" y="1151"/>
                  <a:pt x="584" y="1149"/>
                  <a:pt x="579" y="1145"/>
                </a:cubicBezTo>
                <a:cubicBezTo>
                  <a:pt x="573" y="1114"/>
                  <a:pt x="573" y="1112"/>
                  <a:pt x="573" y="1110"/>
                </a:cubicBezTo>
                <a:cubicBezTo>
                  <a:pt x="566" y="1082"/>
                  <a:pt x="569" y="1078"/>
                  <a:pt x="568" y="1073"/>
                </a:cubicBezTo>
                <a:cubicBezTo>
                  <a:pt x="566" y="1036"/>
                  <a:pt x="563" y="1033"/>
                  <a:pt x="567" y="1031"/>
                </a:cubicBezTo>
                <a:cubicBezTo>
                  <a:pt x="569" y="979"/>
                  <a:pt x="563" y="969"/>
                  <a:pt x="565" y="960"/>
                </a:cubicBezTo>
                <a:cubicBezTo>
                  <a:pt x="568" y="930"/>
                  <a:pt x="564" y="927"/>
                  <a:pt x="566" y="924"/>
                </a:cubicBezTo>
                <a:cubicBezTo>
                  <a:pt x="574" y="895"/>
                  <a:pt x="569" y="889"/>
                  <a:pt x="573" y="885"/>
                </a:cubicBezTo>
                <a:cubicBezTo>
                  <a:pt x="579" y="847"/>
                  <a:pt x="578" y="841"/>
                  <a:pt x="578" y="836"/>
                </a:cubicBezTo>
                <a:cubicBezTo>
                  <a:pt x="583" y="808"/>
                  <a:pt x="590" y="806"/>
                  <a:pt x="590" y="803"/>
                </a:cubicBezTo>
                <a:cubicBezTo>
                  <a:pt x="597" y="749"/>
                  <a:pt x="598" y="743"/>
                  <a:pt x="599" y="738"/>
                </a:cubicBezTo>
                <a:cubicBezTo>
                  <a:pt x="600" y="694"/>
                  <a:pt x="601" y="691"/>
                  <a:pt x="601" y="688"/>
                </a:cubicBezTo>
                <a:cubicBezTo>
                  <a:pt x="594" y="675"/>
                  <a:pt x="596" y="680"/>
                  <a:pt x="600" y="686"/>
                </a:cubicBezTo>
                <a:cubicBezTo>
                  <a:pt x="595" y="733"/>
                  <a:pt x="590" y="739"/>
                  <a:pt x="592" y="746"/>
                </a:cubicBezTo>
                <a:cubicBezTo>
                  <a:pt x="570" y="852"/>
                  <a:pt x="563" y="853"/>
                  <a:pt x="567" y="857"/>
                </a:cubicBezTo>
                <a:cubicBezTo>
                  <a:pt x="563" y="882"/>
                  <a:pt x="561" y="885"/>
                  <a:pt x="563" y="889"/>
                </a:cubicBezTo>
                <a:cubicBezTo>
                  <a:pt x="558" y="915"/>
                  <a:pt x="558" y="918"/>
                  <a:pt x="558" y="920"/>
                </a:cubicBezTo>
                <a:cubicBezTo>
                  <a:pt x="554" y="958"/>
                  <a:pt x="558" y="966"/>
                  <a:pt x="555" y="972"/>
                </a:cubicBezTo>
                <a:cubicBezTo>
                  <a:pt x="558" y="1019"/>
                  <a:pt x="555" y="1023"/>
                  <a:pt x="557" y="1027"/>
                </a:cubicBezTo>
                <a:cubicBezTo>
                  <a:pt x="558" y="1059"/>
                  <a:pt x="561" y="1064"/>
                  <a:pt x="556" y="1068"/>
                </a:cubicBezTo>
                <a:cubicBezTo>
                  <a:pt x="562" y="1093"/>
                  <a:pt x="560" y="1096"/>
                  <a:pt x="563" y="1100"/>
                </a:cubicBezTo>
                <a:cubicBezTo>
                  <a:pt x="564" y="1121"/>
                  <a:pt x="568" y="1131"/>
                  <a:pt x="571" y="1141"/>
                </a:cubicBezTo>
                <a:cubicBezTo>
                  <a:pt x="580" y="1181"/>
                  <a:pt x="584" y="1184"/>
                  <a:pt x="582" y="1186"/>
                </a:cubicBezTo>
                <a:cubicBezTo>
                  <a:pt x="564" y="1172"/>
                  <a:pt x="561" y="1161"/>
                  <a:pt x="558" y="1150"/>
                </a:cubicBezTo>
                <a:cubicBezTo>
                  <a:pt x="546" y="1104"/>
                  <a:pt x="550" y="1101"/>
                  <a:pt x="545" y="1097"/>
                </a:cubicBezTo>
                <a:cubicBezTo>
                  <a:pt x="543" y="1058"/>
                  <a:pt x="539" y="1047"/>
                  <a:pt x="540" y="1037"/>
                </a:cubicBezTo>
                <a:cubicBezTo>
                  <a:pt x="536" y="987"/>
                  <a:pt x="533" y="982"/>
                  <a:pt x="534" y="977"/>
                </a:cubicBezTo>
                <a:cubicBezTo>
                  <a:pt x="533" y="942"/>
                  <a:pt x="535" y="938"/>
                  <a:pt x="535" y="933"/>
                </a:cubicBezTo>
                <a:cubicBezTo>
                  <a:pt x="540" y="908"/>
                  <a:pt x="534" y="897"/>
                  <a:pt x="541" y="889"/>
                </a:cubicBezTo>
                <a:cubicBezTo>
                  <a:pt x="544" y="865"/>
                  <a:pt x="544" y="862"/>
                  <a:pt x="547" y="860"/>
                </a:cubicBezTo>
                <a:cubicBezTo>
                  <a:pt x="546" y="829"/>
                  <a:pt x="552" y="826"/>
                  <a:pt x="552" y="822"/>
                </a:cubicBezTo>
                <a:cubicBezTo>
                  <a:pt x="565" y="779"/>
                  <a:pt x="565" y="775"/>
                  <a:pt x="567" y="771"/>
                </a:cubicBezTo>
                <a:cubicBezTo>
                  <a:pt x="575" y="741"/>
                  <a:pt x="570" y="736"/>
                  <a:pt x="577" y="732"/>
                </a:cubicBezTo>
                <a:cubicBezTo>
                  <a:pt x="577" y="702"/>
                  <a:pt x="583" y="698"/>
                  <a:pt x="578" y="693"/>
                </a:cubicBezTo>
                <a:cubicBezTo>
                  <a:pt x="583" y="675"/>
                  <a:pt x="583" y="671"/>
                  <a:pt x="583" y="666"/>
                </a:cubicBezTo>
                <a:cubicBezTo>
                  <a:pt x="575" y="703"/>
                  <a:pt x="574" y="710"/>
                  <a:pt x="571" y="717"/>
                </a:cubicBezTo>
                <a:cubicBezTo>
                  <a:pt x="570" y="735"/>
                  <a:pt x="567" y="736"/>
                  <a:pt x="568" y="739"/>
                </a:cubicBezTo>
                <a:cubicBezTo>
                  <a:pt x="561" y="763"/>
                  <a:pt x="562" y="767"/>
                  <a:pt x="561" y="770"/>
                </a:cubicBezTo>
                <a:cubicBezTo>
                  <a:pt x="549" y="802"/>
                  <a:pt x="549" y="804"/>
                  <a:pt x="549" y="806"/>
                </a:cubicBezTo>
                <a:cubicBezTo>
                  <a:pt x="540" y="840"/>
                  <a:pt x="537" y="858"/>
                  <a:pt x="532" y="876"/>
                </a:cubicBezTo>
                <a:cubicBezTo>
                  <a:pt x="524" y="936"/>
                  <a:pt x="527" y="941"/>
                  <a:pt x="525" y="946"/>
                </a:cubicBezTo>
                <a:cubicBezTo>
                  <a:pt x="526" y="979"/>
                  <a:pt x="524" y="983"/>
                  <a:pt x="526" y="988"/>
                </a:cubicBezTo>
                <a:cubicBezTo>
                  <a:pt x="528" y="1026"/>
                  <a:pt x="534" y="1036"/>
                  <a:pt x="529" y="1045"/>
                </a:cubicBezTo>
                <a:cubicBezTo>
                  <a:pt x="544" y="1143"/>
                  <a:pt x="552" y="1151"/>
                  <a:pt x="548" y="1157"/>
                </a:cubicBezTo>
                <a:cubicBezTo>
                  <a:pt x="539" y="1126"/>
                  <a:pt x="532" y="1132"/>
                  <a:pt x="527" y="1121"/>
                </a:cubicBezTo>
                <a:cubicBezTo>
                  <a:pt x="526" y="1098"/>
                  <a:pt x="526" y="1092"/>
                  <a:pt x="524" y="1086"/>
                </a:cubicBezTo>
                <a:cubicBezTo>
                  <a:pt x="522" y="1028"/>
                  <a:pt x="517" y="1022"/>
                  <a:pt x="520" y="1017"/>
                </a:cubicBezTo>
                <a:cubicBezTo>
                  <a:pt x="518" y="993"/>
                  <a:pt x="516" y="987"/>
                  <a:pt x="519" y="982"/>
                </a:cubicBezTo>
                <a:cubicBezTo>
                  <a:pt x="517" y="890"/>
                  <a:pt x="517" y="878"/>
                  <a:pt x="522" y="865"/>
                </a:cubicBezTo>
                <a:cubicBezTo>
                  <a:pt x="524" y="834"/>
                  <a:pt x="523" y="830"/>
                  <a:pt x="523" y="826"/>
                </a:cubicBezTo>
                <a:cubicBezTo>
                  <a:pt x="528" y="766"/>
                  <a:pt x="535" y="764"/>
                  <a:pt x="533" y="761"/>
                </a:cubicBezTo>
                <a:cubicBezTo>
                  <a:pt x="541" y="726"/>
                  <a:pt x="537" y="718"/>
                  <a:pt x="541" y="712"/>
                </a:cubicBezTo>
                <a:cubicBezTo>
                  <a:pt x="551" y="692"/>
                  <a:pt x="546" y="688"/>
                  <a:pt x="549" y="685"/>
                </a:cubicBezTo>
                <a:cubicBezTo>
                  <a:pt x="542" y="713"/>
                  <a:pt x="530" y="716"/>
                  <a:pt x="535" y="722"/>
                </a:cubicBezTo>
                <a:cubicBezTo>
                  <a:pt x="526" y="743"/>
                  <a:pt x="531" y="749"/>
                  <a:pt x="525" y="753"/>
                </a:cubicBezTo>
                <a:cubicBezTo>
                  <a:pt x="518" y="809"/>
                  <a:pt x="514" y="815"/>
                  <a:pt x="518" y="822"/>
                </a:cubicBezTo>
                <a:cubicBezTo>
                  <a:pt x="513" y="854"/>
                  <a:pt x="513" y="856"/>
                  <a:pt x="510" y="857"/>
                </a:cubicBezTo>
                <a:cubicBezTo>
                  <a:pt x="508" y="870"/>
                  <a:pt x="511" y="872"/>
                  <a:pt x="509" y="874"/>
                </a:cubicBezTo>
                <a:cubicBezTo>
                  <a:pt x="509" y="898"/>
                  <a:pt x="507" y="901"/>
                  <a:pt x="507" y="905"/>
                </a:cubicBezTo>
                <a:cubicBezTo>
                  <a:pt x="503" y="954"/>
                  <a:pt x="508" y="962"/>
                  <a:pt x="504" y="969"/>
                </a:cubicBezTo>
                <a:cubicBezTo>
                  <a:pt x="508" y="1018"/>
                  <a:pt x="511" y="1031"/>
                  <a:pt x="509" y="1043"/>
                </a:cubicBezTo>
                <a:cubicBezTo>
                  <a:pt x="511" y="1074"/>
                  <a:pt x="512" y="1078"/>
                  <a:pt x="515" y="1081"/>
                </a:cubicBezTo>
                <a:cubicBezTo>
                  <a:pt x="518" y="1112"/>
                  <a:pt x="517" y="1113"/>
                  <a:pt x="517" y="1115"/>
                </a:cubicBezTo>
                <a:cubicBezTo>
                  <a:pt x="503" y="1090"/>
                  <a:pt x="497" y="1080"/>
                  <a:pt x="501" y="1073"/>
                </a:cubicBezTo>
                <a:cubicBezTo>
                  <a:pt x="492" y="1033"/>
                  <a:pt x="486" y="1028"/>
                  <a:pt x="490" y="1024"/>
                </a:cubicBezTo>
                <a:cubicBezTo>
                  <a:pt x="487" y="996"/>
                  <a:pt x="483" y="991"/>
                  <a:pt x="485" y="987"/>
                </a:cubicBezTo>
                <a:cubicBezTo>
                  <a:pt x="484" y="972"/>
                  <a:pt x="482" y="969"/>
                  <a:pt x="484" y="967"/>
                </a:cubicBezTo>
                <a:cubicBezTo>
                  <a:pt x="483" y="926"/>
                  <a:pt x="486" y="914"/>
                  <a:pt x="486" y="901"/>
                </a:cubicBezTo>
                <a:cubicBezTo>
                  <a:pt x="486" y="872"/>
                  <a:pt x="486" y="869"/>
                  <a:pt x="487" y="866"/>
                </a:cubicBezTo>
                <a:cubicBezTo>
                  <a:pt x="491" y="841"/>
                  <a:pt x="492" y="835"/>
                  <a:pt x="496" y="830"/>
                </a:cubicBezTo>
                <a:cubicBezTo>
                  <a:pt x="497" y="808"/>
                  <a:pt x="497" y="805"/>
                  <a:pt x="498" y="802"/>
                </a:cubicBezTo>
                <a:cubicBezTo>
                  <a:pt x="501" y="781"/>
                  <a:pt x="502" y="777"/>
                  <a:pt x="502" y="774"/>
                </a:cubicBezTo>
                <a:cubicBezTo>
                  <a:pt x="509" y="743"/>
                  <a:pt x="503" y="739"/>
                  <a:pt x="507" y="736"/>
                </a:cubicBezTo>
                <a:cubicBezTo>
                  <a:pt x="513" y="714"/>
                  <a:pt x="508" y="710"/>
                  <a:pt x="514" y="708"/>
                </a:cubicBezTo>
                <a:cubicBezTo>
                  <a:pt x="516" y="672"/>
                  <a:pt x="518" y="666"/>
                  <a:pt x="514" y="659"/>
                </a:cubicBezTo>
                <a:cubicBezTo>
                  <a:pt x="522" y="620"/>
                  <a:pt x="511" y="615"/>
                  <a:pt x="515" y="613"/>
                </a:cubicBezTo>
                <a:cubicBezTo>
                  <a:pt x="513" y="576"/>
                  <a:pt x="517" y="570"/>
                  <a:pt x="514" y="562"/>
                </a:cubicBezTo>
                <a:cubicBezTo>
                  <a:pt x="512" y="540"/>
                  <a:pt x="511" y="537"/>
                  <a:pt x="513" y="534"/>
                </a:cubicBezTo>
                <a:cubicBezTo>
                  <a:pt x="508" y="542"/>
                  <a:pt x="509" y="547"/>
                  <a:pt x="510" y="552"/>
                </a:cubicBezTo>
                <a:cubicBezTo>
                  <a:pt x="511" y="613"/>
                  <a:pt x="510" y="618"/>
                  <a:pt x="509" y="622"/>
                </a:cubicBezTo>
                <a:cubicBezTo>
                  <a:pt x="509" y="654"/>
                  <a:pt x="508" y="658"/>
                  <a:pt x="509" y="663"/>
                </a:cubicBezTo>
                <a:cubicBezTo>
                  <a:pt x="499" y="722"/>
                  <a:pt x="502" y="727"/>
                  <a:pt x="499" y="732"/>
                </a:cubicBezTo>
                <a:cubicBezTo>
                  <a:pt x="490" y="794"/>
                  <a:pt x="488" y="801"/>
                  <a:pt x="486" y="808"/>
                </a:cubicBezTo>
                <a:cubicBezTo>
                  <a:pt x="484" y="836"/>
                  <a:pt x="481" y="842"/>
                  <a:pt x="480" y="849"/>
                </a:cubicBezTo>
                <a:cubicBezTo>
                  <a:pt x="477" y="885"/>
                  <a:pt x="474" y="888"/>
                  <a:pt x="476" y="892"/>
                </a:cubicBezTo>
                <a:cubicBezTo>
                  <a:pt x="475" y="941"/>
                  <a:pt x="477" y="949"/>
                  <a:pt x="474" y="956"/>
                </a:cubicBezTo>
                <a:cubicBezTo>
                  <a:pt x="478" y="1007"/>
                  <a:pt x="478" y="1015"/>
                  <a:pt x="481" y="1023"/>
                </a:cubicBezTo>
                <a:cubicBezTo>
                  <a:pt x="485" y="1060"/>
                  <a:pt x="486" y="1063"/>
                  <a:pt x="489" y="1068"/>
                </a:cubicBezTo>
                <a:cubicBezTo>
                  <a:pt x="477" y="1065"/>
                  <a:pt x="473" y="1058"/>
                  <a:pt x="472" y="1051"/>
                </a:cubicBezTo>
                <a:cubicBezTo>
                  <a:pt x="469" y="1021"/>
                  <a:pt x="469" y="1014"/>
                  <a:pt x="467" y="1006"/>
                </a:cubicBezTo>
                <a:cubicBezTo>
                  <a:pt x="464" y="956"/>
                  <a:pt x="462" y="949"/>
                  <a:pt x="460" y="941"/>
                </a:cubicBezTo>
                <a:cubicBezTo>
                  <a:pt x="460" y="879"/>
                  <a:pt x="462" y="877"/>
                  <a:pt x="461" y="874"/>
                </a:cubicBezTo>
                <a:cubicBezTo>
                  <a:pt x="468" y="826"/>
                  <a:pt x="463" y="820"/>
                  <a:pt x="467" y="815"/>
                </a:cubicBezTo>
                <a:cubicBezTo>
                  <a:pt x="474" y="789"/>
                  <a:pt x="470" y="786"/>
                  <a:pt x="474" y="784"/>
                </a:cubicBezTo>
                <a:cubicBezTo>
                  <a:pt x="479" y="746"/>
                  <a:pt x="482" y="724"/>
                  <a:pt x="486" y="703"/>
                </a:cubicBezTo>
                <a:cubicBezTo>
                  <a:pt x="490" y="666"/>
                  <a:pt x="494" y="661"/>
                  <a:pt x="493" y="656"/>
                </a:cubicBezTo>
                <a:cubicBezTo>
                  <a:pt x="494" y="600"/>
                  <a:pt x="491" y="594"/>
                  <a:pt x="490" y="588"/>
                </a:cubicBezTo>
                <a:cubicBezTo>
                  <a:pt x="482" y="572"/>
                  <a:pt x="482" y="575"/>
                  <a:pt x="485" y="578"/>
                </a:cubicBezTo>
                <a:cubicBezTo>
                  <a:pt x="489" y="615"/>
                  <a:pt x="484" y="625"/>
                  <a:pt x="488" y="638"/>
                </a:cubicBezTo>
                <a:cubicBezTo>
                  <a:pt x="482" y="691"/>
                  <a:pt x="474" y="695"/>
                  <a:pt x="477" y="701"/>
                </a:cubicBezTo>
                <a:cubicBezTo>
                  <a:pt x="478" y="728"/>
                  <a:pt x="467" y="729"/>
                  <a:pt x="473" y="734"/>
                </a:cubicBezTo>
                <a:cubicBezTo>
                  <a:pt x="466" y="787"/>
                  <a:pt x="456" y="807"/>
                  <a:pt x="456" y="829"/>
                </a:cubicBezTo>
                <a:cubicBezTo>
                  <a:pt x="452" y="864"/>
                  <a:pt x="453" y="867"/>
                  <a:pt x="452" y="869"/>
                </a:cubicBezTo>
                <a:cubicBezTo>
                  <a:pt x="452" y="898"/>
                  <a:pt x="451" y="901"/>
                  <a:pt x="450" y="903"/>
                </a:cubicBezTo>
                <a:cubicBezTo>
                  <a:pt x="454" y="926"/>
                  <a:pt x="448" y="928"/>
                  <a:pt x="454" y="932"/>
                </a:cubicBezTo>
                <a:cubicBezTo>
                  <a:pt x="453" y="980"/>
                  <a:pt x="457" y="993"/>
                  <a:pt x="458" y="1005"/>
                </a:cubicBezTo>
                <a:cubicBezTo>
                  <a:pt x="460" y="1036"/>
                  <a:pt x="452" y="1028"/>
                  <a:pt x="453" y="1021"/>
                </a:cubicBezTo>
                <a:cubicBezTo>
                  <a:pt x="440" y="968"/>
                  <a:pt x="437" y="966"/>
                  <a:pt x="439" y="964"/>
                </a:cubicBezTo>
                <a:cubicBezTo>
                  <a:pt x="438" y="947"/>
                  <a:pt x="437" y="944"/>
                  <a:pt x="437" y="942"/>
                </a:cubicBezTo>
                <a:cubicBezTo>
                  <a:pt x="434" y="894"/>
                  <a:pt x="436" y="890"/>
                  <a:pt x="437" y="885"/>
                </a:cubicBezTo>
                <a:cubicBezTo>
                  <a:pt x="442" y="839"/>
                  <a:pt x="439" y="834"/>
                  <a:pt x="440" y="830"/>
                </a:cubicBezTo>
                <a:cubicBezTo>
                  <a:pt x="450" y="793"/>
                  <a:pt x="446" y="783"/>
                  <a:pt x="451" y="774"/>
                </a:cubicBezTo>
                <a:cubicBezTo>
                  <a:pt x="454" y="744"/>
                  <a:pt x="457" y="742"/>
                  <a:pt x="457" y="740"/>
                </a:cubicBezTo>
                <a:cubicBezTo>
                  <a:pt x="463" y="717"/>
                  <a:pt x="463" y="715"/>
                  <a:pt x="464" y="713"/>
                </a:cubicBezTo>
                <a:cubicBezTo>
                  <a:pt x="468" y="697"/>
                  <a:pt x="463" y="694"/>
                  <a:pt x="468" y="692"/>
                </a:cubicBezTo>
                <a:cubicBezTo>
                  <a:pt x="474" y="647"/>
                  <a:pt x="473" y="645"/>
                  <a:pt x="473" y="643"/>
                </a:cubicBezTo>
                <a:cubicBezTo>
                  <a:pt x="475" y="617"/>
                  <a:pt x="478" y="612"/>
                  <a:pt x="474" y="607"/>
                </a:cubicBezTo>
                <a:cubicBezTo>
                  <a:pt x="467" y="544"/>
                  <a:pt x="471" y="539"/>
                  <a:pt x="465" y="538"/>
                </a:cubicBezTo>
                <a:cubicBezTo>
                  <a:pt x="461" y="511"/>
                  <a:pt x="460" y="507"/>
                  <a:pt x="462" y="503"/>
                </a:cubicBezTo>
                <a:cubicBezTo>
                  <a:pt x="457" y="538"/>
                  <a:pt x="470" y="546"/>
                  <a:pt x="465" y="552"/>
                </a:cubicBezTo>
                <a:cubicBezTo>
                  <a:pt x="470" y="582"/>
                  <a:pt x="469" y="588"/>
                  <a:pt x="468" y="595"/>
                </a:cubicBezTo>
                <a:cubicBezTo>
                  <a:pt x="465" y="622"/>
                  <a:pt x="467" y="628"/>
                  <a:pt x="467" y="634"/>
                </a:cubicBezTo>
                <a:cubicBezTo>
                  <a:pt x="460" y="664"/>
                  <a:pt x="461" y="676"/>
                  <a:pt x="459" y="687"/>
                </a:cubicBezTo>
                <a:cubicBezTo>
                  <a:pt x="444" y="731"/>
                  <a:pt x="452" y="736"/>
                  <a:pt x="447" y="739"/>
                </a:cubicBezTo>
                <a:cubicBezTo>
                  <a:pt x="444" y="764"/>
                  <a:pt x="442" y="767"/>
                  <a:pt x="441" y="770"/>
                </a:cubicBezTo>
                <a:cubicBezTo>
                  <a:pt x="433" y="806"/>
                  <a:pt x="437" y="810"/>
                  <a:pt x="433" y="813"/>
                </a:cubicBezTo>
                <a:cubicBezTo>
                  <a:pt x="430" y="841"/>
                  <a:pt x="429" y="849"/>
                  <a:pt x="426" y="855"/>
                </a:cubicBezTo>
                <a:cubicBezTo>
                  <a:pt x="427" y="895"/>
                  <a:pt x="426" y="897"/>
                  <a:pt x="425" y="899"/>
                </a:cubicBezTo>
                <a:cubicBezTo>
                  <a:pt x="422" y="888"/>
                  <a:pt x="419" y="883"/>
                  <a:pt x="419" y="879"/>
                </a:cubicBezTo>
                <a:cubicBezTo>
                  <a:pt x="422" y="840"/>
                  <a:pt x="418" y="835"/>
                  <a:pt x="419" y="831"/>
                </a:cubicBezTo>
                <a:cubicBezTo>
                  <a:pt x="420" y="773"/>
                  <a:pt x="425" y="741"/>
                  <a:pt x="432" y="709"/>
                </a:cubicBezTo>
                <a:cubicBezTo>
                  <a:pt x="433" y="669"/>
                  <a:pt x="436" y="665"/>
                  <a:pt x="432" y="661"/>
                </a:cubicBezTo>
                <a:cubicBezTo>
                  <a:pt x="438" y="624"/>
                  <a:pt x="435" y="620"/>
                  <a:pt x="438" y="617"/>
                </a:cubicBezTo>
                <a:cubicBezTo>
                  <a:pt x="438" y="601"/>
                  <a:pt x="437" y="597"/>
                  <a:pt x="437" y="593"/>
                </a:cubicBezTo>
                <a:cubicBezTo>
                  <a:pt x="433" y="602"/>
                  <a:pt x="434" y="608"/>
                  <a:pt x="433" y="613"/>
                </a:cubicBezTo>
                <a:cubicBezTo>
                  <a:pt x="423" y="677"/>
                  <a:pt x="424" y="683"/>
                  <a:pt x="425" y="688"/>
                </a:cubicBezTo>
                <a:cubicBezTo>
                  <a:pt x="418" y="711"/>
                  <a:pt x="423" y="715"/>
                  <a:pt x="418" y="717"/>
                </a:cubicBezTo>
                <a:cubicBezTo>
                  <a:pt x="411" y="765"/>
                  <a:pt x="414" y="768"/>
                  <a:pt x="414" y="771"/>
                </a:cubicBezTo>
                <a:cubicBezTo>
                  <a:pt x="415" y="805"/>
                  <a:pt x="408" y="814"/>
                  <a:pt x="413" y="825"/>
                </a:cubicBezTo>
                <a:cubicBezTo>
                  <a:pt x="409" y="843"/>
                  <a:pt x="411" y="847"/>
                  <a:pt x="408" y="852"/>
                </a:cubicBezTo>
                <a:cubicBezTo>
                  <a:pt x="413" y="907"/>
                  <a:pt x="416" y="911"/>
                  <a:pt x="415" y="915"/>
                </a:cubicBezTo>
                <a:cubicBezTo>
                  <a:pt x="424" y="956"/>
                  <a:pt x="423" y="963"/>
                  <a:pt x="426" y="971"/>
                </a:cubicBezTo>
                <a:cubicBezTo>
                  <a:pt x="422" y="973"/>
                  <a:pt x="413" y="966"/>
                  <a:pt x="416" y="962"/>
                </a:cubicBezTo>
                <a:cubicBezTo>
                  <a:pt x="398" y="901"/>
                  <a:pt x="390" y="896"/>
                  <a:pt x="397" y="893"/>
                </a:cubicBezTo>
                <a:cubicBezTo>
                  <a:pt x="393" y="859"/>
                  <a:pt x="388" y="854"/>
                  <a:pt x="387" y="849"/>
                </a:cubicBezTo>
                <a:cubicBezTo>
                  <a:pt x="388" y="825"/>
                  <a:pt x="387" y="822"/>
                  <a:pt x="387" y="819"/>
                </a:cubicBezTo>
                <a:cubicBezTo>
                  <a:pt x="387" y="781"/>
                  <a:pt x="387" y="778"/>
                  <a:pt x="385" y="775"/>
                </a:cubicBezTo>
                <a:cubicBezTo>
                  <a:pt x="385" y="740"/>
                  <a:pt x="388" y="735"/>
                  <a:pt x="388" y="730"/>
                </a:cubicBezTo>
                <a:cubicBezTo>
                  <a:pt x="396" y="683"/>
                  <a:pt x="389" y="676"/>
                  <a:pt x="394" y="672"/>
                </a:cubicBezTo>
                <a:cubicBezTo>
                  <a:pt x="397" y="622"/>
                  <a:pt x="400" y="617"/>
                  <a:pt x="397" y="611"/>
                </a:cubicBezTo>
                <a:cubicBezTo>
                  <a:pt x="404" y="586"/>
                  <a:pt x="406" y="584"/>
                  <a:pt x="405" y="581"/>
                </a:cubicBezTo>
                <a:cubicBezTo>
                  <a:pt x="415" y="540"/>
                  <a:pt x="413" y="537"/>
                  <a:pt x="414" y="535"/>
                </a:cubicBezTo>
                <a:cubicBezTo>
                  <a:pt x="414" y="477"/>
                  <a:pt x="420" y="468"/>
                  <a:pt x="416" y="458"/>
                </a:cubicBezTo>
                <a:cubicBezTo>
                  <a:pt x="412" y="435"/>
                  <a:pt x="414" y="431"/>
                  <a:pt x="411" y="432"/>
                </a:cubicBezTo>
                <a:cubicBezTo>
                  <a:pt x="412" y="490"/>
                  <a:pt x="409" y="495"/>
                  <a:pt x="411" y="500"/>
                </a:cubicBezTo>
                <a:cubicBezTo>
                  <a:pt x="408" y="524"/>
                  <a:pt x="408" y="526"/>
                  <a:pt x="408" y="529"/>
                </a:cubicBezTo>
                <a:cubicBezTo>
                  <a:pt x="405" y="563"/>
                  <a:pt x="397" y="567"/>
                  <a:pt x="402" y="573"/>
                </a:cubicBezTo>
                <a:cubicBezTo>
                  <a:pt x="394" y="607"/>
                  <a:pt x="390" y="612"/>
                  <a:pt x="391" y="618"/>
                </a:cubicBezTo>
                <a:cubicBezTo>
                  <a:pt x="389" y="640"/>
                  <a:pt x="389" y="643"/>
                  <a:pt x="389" y="646"/>
                </a:cubicBezTo>
                <a:cubicBezTo>
                  <a:pt x="386" y="667"/>
                  <a:pt x="380" y="670"/>
                  <a:pt x="385" y="673"/>
                </a:cubicBezTo>
                <a:cubicBezTo>
                  <a:pt x="376" y="720"/>
                  <a:pt x="380" y="734"/>
                  <a:pt x="377" y="746"/>
                </a:cubicBezTo>
                <a:cubicBezTo>
                  <a:pt x="382" y="786"/>
                  <a:pt x="376" y="788"/>
                  <a:pt x="378" y="791"/>
                </a:cubicBezTo>
                <a:cubicBezTo>
                  <a:pt x="372" y="812"/>
                  <a:pt x="384" y="817"/>
                  <a:pt x="379" y="819"/>
                </a:cubicBezTo>
                <a:cubicBezTo>
                  <a:pt x="384" y="878"/>
                  <a:pt x="385" y="881"/>
                  <a:pt x="382" y="884"/>
                </a:cubicBezTo>
                <a:cubicBezTo>
                  <a:pt x="375" y="870"/>
                  <a:pt x="378" y="866"/>
                  <a:pt x="377" y="861"/>
                </a:cubicBezTo>
                <a:cubicBezTo>
                  <a:pt x="373" y="822"/>
                  <a:pt x="370" y="812"/>
                  <a:pt x="373" y="803"/>
                </a:cubicBezTo>
                <a:cubicBezTo>
                  <a:pt x="369" y="752"/>
                  <a:pt x="366" y="739"/>
                  <a:pt x="370" y="727"/>
                </a:cubicBezTo>
                <a:cubicBezTo>
                  <a:pt x="374" y="678"/>
                  <a:pt x="368" y="674"/>
                  <a:pt x="373" y="671"/>
                </a:cubicBezTo>
                <a:cubicBezTo>
                  <a:pt x="375" y="650"/>
                  <a:pt x="376" y="644"/>
                  <a:pt x="375" y="637"/>
                </a:cubicBezTo>
                <a:cubicBezTo>
                  <a:pt x="385" y="618"/>
                  <a:pt x="376" y="613"/>
                  <a:pt x="383" y="611"/>
                </a:cubicBezTo>
                <a:cubicBezTo>
                  <a:pt x="392" y="583"/>
                  <a:pt x="382" y="577"/>
                  <a:pt x="389" y="574"/>
                </a:cubicBezTo>
                <a:cubicBezTo>
                  <a:pt x="394" y="539"/>
                  <a:pt x="393" y="537"/>
                  <a:pt x="394" y="536"/>
                </a:cubicBezTo>
                <a:cubicBezTo>
                  <a:pt x="399" y="513"/>
                  <a:pt x="397" y="506"/>
                  <a:pt x="397" y="499"/>
                </a:cubicBezTo>
                <a:cubicBezTo>
                  <a:pt x="395" y="482"/>
                  <a:pt x="393" y="485"/>
                  <a:pt x="394" y="487"/>
                </a:cubicBezTo>
                <a:cubicBezTo>
                  <a:pt x="386" y="537"/>
                  <a:pt x="387" y="542"/>
                  <a:pt x="386" y="547"/>
                </a:cubicBezTo>
                <a:cubicBezTo>
                  <a:pt x="384" y="570"/>
                  <a:pt x="381" y="575"/>
                  <a:pt x="380" y="580"/>
                </a:cubicBezTo>
                <a:cubicBezTo>
                  <a:pt x="374" y="608"/>
                  <a:pt x="372" y="618"/>
                  <a:pt x="369" y="629"/>
                </a:cubicBezTo>
                <a:cubicBezTo>
                  <a:pt x="362" y="701"/>
                  <a:pt x="362" y="711"/>
                  <a:pt x="360" y="721"/>
                </a:cubicBezTo>
                <a:cubicBezTo>
                  <a:pt x="357" y="790"/>
                  <a:pt x="360" y="800"/>
                  <a:pt x="362" y="810"/>
                </a:cubicBezTo>
                <a:cubicBezTo>
                  <a:pt x="364" y="835"/>
                  <a:pt x="365" y="838"/>
                  <a:pt x="365" y="840"/>
                </a:cubicBezTo>
                <a:cubicBezTo>
                  <a:pt x="372" y="877"/>
                  <a:pt x="366" y="881"/>
                  <a:pt x="371" y="887"/>
                </a:cubicBezTo>
                <a:cubicBezTo>
                  <a:pt x="360" y="876"/>
                  <a:pt x="349" y="866"/>
                  <a:pt x="352" y="857"/>
                </a:cubicBezTo>
                <a:cubicBezTo>
                  <a:pt x="349" y="832"/>
                  <a:pt x="341" y="829"/>
                  <a:pt x="344" y="823"/>
                </a:cubicBezTo>
                <a:cubicBezTo>
                  <a:pt x="342" y="804"/>
                  <a:pt x="343" y="799"/>
                  <a:pt x="340" y="794"/>
                </a:cubicBezTo>
                <a:cubicBezTo>
                  <a:pt x="344" y="767"/>
                  <a:pt x="335" y="758"/>
                  <a:pt x="342" y="752"/>
                </a:cubicBezTo>
                <a:cubicBezTo>
                  <a:pt x="344" y="689"/>
                  <a:pt x="344" y="687"/>
                  <a:pt x="342" y="685"/>
                </a:cubicBezTo>
                <a:cubicBezTo>
                  <a:pt x="346" y="665"/>
                  <a:pt x="346" y="662"/>
                  <a:pt x="348" y="659"/>
                </a:cubicBezTo>
                <a:cubicBezTo>
                  <a:pt x="351" y="634"/>
                  <a:pt x="353" y="631"/>
                  <a:pt x="358" y="628"/>
                </a:cubicBezTo>
                <a:cubicBezTo>
                  <a:pt x="364" y="573"/>
                  <a:pt x="367" y="568"/>
                  <a:pt x="364" y="562"/>
                </a:cubicBezTo>
                <a:cubicBezTo>
                  <a:pt x="375" y="527"/>
                  <a:pt x="370" y="521"/>
                  <a:pt x="375" y="517"/>
                </a:cubicBezTo>
                <a:cubicBezTo>
                  <a:pt x="381" y="476"/>
                  <a:pt x="381" y="466"/>
                  <a:pt x="382" y="456"/>
                </a:cubicBezTo>
                <a:cubicBezTo>
                  <a:pt x="383" y="391"/>
                  <a:pt x="380" y="388"/>
                  <a:pt x="380" y="385"/>
                </a:cubicBezTo>
                <a:cubicBezTo>
                  <a:pt x="380" y="365"/>
                  <a:pt x="378" y="363"/>
                  <a:pt x="375" y="362"/>
                </a:cubicBezTo>
                <a:cubicBezTo>
                  <a:pt x="377" y="320"/>
                  <a:pt x="375" y="314"/>
                  <a:pt x="376" y="308"/>
                </a:cubicBezTo>
                <a:cubicBezTo>
                  <a:pt x="366" y="262"/>
                  <a:pt x="371" y="257"/>
                  <a:pt x="364" y="249"/>
                </a:cubicBezTo>
                <a:cubicBezTo>
                  <a:pt x="357" y="219"/>
                  <a:pt x="350" y="209"/>
                  <a:pt x="348" y="212"/>
                </a:cubicBezTo>
                <a:cubicBezTo>
                  <a:pt x="361" y="263"/>
                  <a:pt x="365" y="271"/>
                  <a:pt x="365" y="278"/>
                </a:cubicBezTo>
                <a:cubicBezTo>
                  <a:pt x="373" y="347"/>
                  <a:pt x="367" y="353"/>
                  <a:pt x="370" y="360"/>
                </a:cubicBezTo>
                <a:cubicBezTo>
                  <a:pt x="368" y="383"/>
                  <a:pt x="362" y="385"/>
                  <a:pt x="367" y="389"/>
                </a:cubicBezTo>
                <a:cubicBezTo>
                  <a:pt x="359" y="426"/>
                  <a:pt x="354" y="432"/>
                  <a:pt x="354" y="438"/>
                </a:cubicBezTo>
                <a:cubicBezTo>
                  <a:pt x="346" y="471"/>
                  <a:pt x="341" y="484"/>
                  <a:pt x="339" y="497"/>
                </a:cubicBezTo>
                <a:cubicBezTo>
                  <a:pt x="329" y="543"/>
                  <a:pt x="322" y="548"/>
                  <a:pt x="325" y="556"/>
                </a:cubicBezTo>
                <a:cubicBezTo>
                  <a:pt x="320" y="592"/>
                  <a:pt x="315" y="606"/>
                  <a:pt x="315" y="621"/>
                </a:cubicBezTo>
                <a:cubicBezTo>
                  <a:pt x="312" y="648"/>
                  <a:pt x="309" y="651"/>
                  <a:pt x="313" y="655"/>
                </a:cubicBezTo>
                <a:cubicBezTo>
                  <a:pt x="309" y="675"/>
                  <a:pt x="311" y="683"/>
                  <a:pt x="309" y="690"/>
                </a:cubicBezTo>
                <a:cubicBezTo>
                  <a:pt x="304" y="717"/>
                  <a:pt x="313" y="722"/>
                  <a:pt x="306" y="724"/>
                </a:cubicBezTo>
                <a:cubicBezTo>
                  <a:pt x="307" y="752"/>
                  <a:pt x="314" y="757"/>
                  <a:pt x="308" y="761"/>
                </a:cubicBezTo>
                <a:cubicBezTo>
                  <a:pt x="301" y="681"/>
                  <a:pt x="302" y="674"/>
                  <a:pt x="300" y="667"/>
                </a:cubicBezTo>
                <a:cubicBezTo>
                  <a:pt x="303" y="622"/>
                  <a:pt x="302" y="618"/>
                  <a:pt x="306" y="615"/>
                </a:cubicBezTo>
                <a:cubicBezTo>
                  <a:pt x="315" y="560"/>
                  <a:pt x="315" y="557"/>
                  <a:pt x="316" y="554"/>
                </a:cubicBezTo>
                <a:cubicBezTo>
                  <a:pt x="318" y="529"/>
                  <a:pt x="325" y="526"/>
                  <a:pt x="320" y="522"/>
                </a:cubicBezTo>
                <a:cubicBezTo>
                  <a:pt x="330" y="478"/>
                  <a:pt x="331" y="475"/>
                  <a:pt x="333" y="472"/>
                </a:cubicBezTo>
                <a:cubicBezTo>
                  <a:pt x="334" y="447"/>
                  <a:pt x="338" y="444"/>
                  <a:pt x="339" y="441"/>
                </a:cubicBezTo>
                <a:cubicBezTo>
                  <a:pt x="341" y="417"/>
                  <a:pt x="344" y="414"/>
                  <a:pt x="342" y="410"/>
                </a:cubicBezTo>
                <a:cubicBezTo>
                  <a:pt x="343" y="371"/>
                  <a:pt x="341" y="364"/>
                  <a:pt x="344" y="357"/>
                </a:cubicBezTo>
                <a:cubicBezTo>
                  <a:pt x="331" y="289"/>
                  <a:pt x="326" y="279"/>
                  <a:pt x="324" y="269"/>
                </a:cubicBezTo>
                <a:cubicBezTo>
                  <a:pt x="317" y="254"/>
                  <a:pt x="314" y="265"/>
                  <a:pt x="322" y="277"/>
                </a:cubicBezTo>
                <a:cubicBezTo>
                  <a:pt x="324" y="297"/>
                  <a:pt x="329" y="300"/>
                  <a:pt x="327" y="303"/>
                </a:cubicBezTo>
                <a:cubicBezTo>
                  <a:pt x="335" y="347"/>
                  <a:pt x="336" y="355"/>
                  <a:pt x="335" y="363"/>
                </a:cubicBezTo>
                <a:cubicBezTo>
                  <a:pt x="329" y="420"/>
                  <a:pt x="334" y="428"/>
                  <a:pt x="330" y="434"/>
                </a:cubicBezTo>
                <a:cubicBezTo>
                  <a:pt x="324" y="463"/>
                  <a:pt x="322" y="470"/>
                  <a:pt x="322" y="477"/>
                </a:cubicBezTo>
                <a:cubicBezTo>
                  <a:pt x="311" y="526"/>
                  <a:pt x="312" y="534"/>
                  <a:pt x="309" y="540"/>
                </a:cubicBezTo>
                <a:cubicBezTo>
                  <a:pt x="295" y="624"/>
                  <a:pt x="294" y="627"/>
                  <a:pt x="292" y="630"/>
                </a:cubicBezTo>
                <a:cubicBezTo>
                  <a:pt x="291" y="652"/>
                  <a:pt x="292" y="656"/>
                  <a:pt x="292" y="659"/>
                </a:cubicBezTo>
                <a:cubicBezTo>
                  <a:pt x="292" y="705"/>
                  <a:pt x="293" y="711"/>
                  <a:pt x="293" y="717"/>
                </a:cubicBezTo>
                <a:cubicBezTo>
                  <a:pt x="293" y="733"/>
                  <a:pt x="294" y="736"/>
                  <a:pt x="292" y="734"/>
                </a:cubicBezTo>
                <a:cubicBezTo>
                  <a:pt x="289" y="694"/>
                  <a:pt x="277" y="695"/>
                  <a:pt x="284" y="689"/>
                </a:cubicBezTo>
                <a:cubicBezTo>
                  <a:pt x="283" y="634"/>
                  <a:pt x="284" y="631"/>
                  <a:pt x="283" y="628"/>
                </a:cubicBezTo>
                <a:cubicBezTo>
                  <a:pt x="285" y="596"/>
                  <a:pt x="290" y="592"/>
                  <a:pt x="288" y="587"/>
                </a:cubicBezTo>
                <a:cubicBezTo>
                  <a:pt x="296" y="555"/>
                  <a:pt x="294" y="550"/>
                  <a:pt x="297" y="546"/>
                </a:cubicBezTo>
                <a:cubicBezTo>
                  <a:pt x="302" y="524"/>
                  <a:pt x="300" y="521"/>
                  <a:pt x="301" y="519"/>
                </a:cubicBezTo>
                <a:cubicBezTo>
                  <a:pt x="305" y="475"/>
                  <a:pt x="304" y="473"/>
                  <a:pt x="308" y="471"/>
                </a:cubicBezTo>
                <a:cubicBezTo>
                  <a:pt x="306" y="439"/>
                  <a:pt x="313" y="430"/>
                  <a:pt x="309" y="420"/>
                </a:cubicBezTo>
                <a:cubicBezTo>
                  <a:pt x="312" y="383"/>
                  <a:pt x="309" y="373"/>
                  <a:pt x="312" y="364"/>
                </a:cubicBezTo>
                <a:cubicBezTo>
                  <a:pt x="304" y="330"/>
                  <a:pt x="309" y="326"/>
                  <a:pt x="305" y="321"/>
                </a:cubicBezTo>
                <a:cubicBezTo>
                  <a:pt x="294" y="266"/>
                  <a:pt x="291" y="256"/>
                  <a:pt x="286" y="246"/>
                </a:cubicBezTo>
                <a:cubicBezTo>
                  <a:pt x="272" y="214"/>
                  <a:pt x="274" y="209"/>
                  <a:pt x="270" y="204"/>
                </a:cubicBezTo>
                <a:cubicBezTo>
                  <a:pt x="263" y="201"/>
                  <a:pt x="269" y="213"/>
                  <a:pt x="274" y="225"/>
                </a:cubicBezTo>
                <a:cubicBezTo>
                  <a:pt x="284" y="267"/>
                  <a:pt x="290" y="274"/>
                  <a:pt x="291" y="279"/>
                </a:cubicBezTo>
                <a:cubicBezTo>
                  <a:pt x="298" y="309"/>
                  <a:pt x="296" y="320"/>
                  <a:pt x="303" y="333"/>
                </a:cubicBezTo>
                <a:cubicBezTo>
                  <a:pt x="301" y="383"/>
                  <a:pt x="302" y="396"/>
                  <a:pt x="301" y="409"/>
                </a:cubicBezTo>
                <a:cubicBezTo>
                  <a:pt x="298" y="441"/>
                  <a:pt x="299" y="444"/>
                  <a:pt x="299" y="448"/>
                </a:cubicBezTo>
                <a:cubicBezTo>
                  <a:pt x="292" y="469"/>
                  <a:pt x="302" y="474"/>
                  <a:pt x="295" y="475"/>
                </a:cubicBezTo>
                <a:cubicBezTo>
                  <a:pt x="282" y="575"/>
                  <a:pt x="277" y="588"/>
                  <a:pt x="277" y="601"/>
                </a:cubicBezTo>
                <a:cubicBezTo>
                  <a:pt x="270" y="621"/>
                  <a:pt x="277" y="626"/>
                  <a:pt x="272" y="628"/>
                </a:cubicBezTo>
                <a:cubicBezTo>
                  <a:pt x="265" y="615"/>
                  <a:pt x="270" y="596"/>
                  <a:pt x="270" y="576"/>
                </a:cubicBezTo>
                <a:cubicBezTo>
                  <a:pt x="279" y="502"/>
                  <a:pt x="277" y="498"/>
                  <a:pt x="277" y="496"/>
                </a:cubicBezTo>
                <a:cubicBezTo>
                  <a:pt x="279" y="469"/>
                  <a:pt x="282" y="464"/>
                  <a:pt x="280" y="459"/>
                </a:cubicBezTo>
                <a:cubicBezTo>
                  <a:pt x="285" y="425"/>
                  <a:pt x="282" y="419"/>
                  <a:pt x="283" y="414"/>
                </a:cubicBezTo>
                <a:cubicBezTo>
                  <a:pt x="284" y="394"/>
                  <a:pt x="281" y="389"/>
                  <a:pt x="283" y="384"/>
                </a:cubicBezTo>
                <a:cubicBezTo>
                  <a:pt x="276" y="328"/>
                  <a:pt x="271" y="317"/>
                  <a:pt x="271" y="307"/>
                </a:cubicBezTo>
                <a:cubicBezTo>
                  <a:pt x="257" y="256"/>
                  <a:pt x="255" y="250"/>
                  <a:pt x="254" y="245"/>
                </a:cubicBezTo>
                <a:cubicBezTo>
                  <a:pt x="220" y="175"/>
                  <a:pt x="210" y="168"/>
                  <a:pt x="208" y="162"/>
                </a:cubicBezTo>
                <a:cubicBezTo>
                  <a:pt x="233" y="223"/>
                  <a:pt x="239" y="222"/>
                  <a:pt x="237" y="225"/>
                </a:cubicBezTo>
                <a:cubicBezTo>
                  <a:pt x="254" y="264"/>
                  <a:pt x="253" y="276"/>
                  <a:pt x="260" y="288"/>
                </a:cubicBezTo>
                <a:cubicBezTo>
                  <a:pt x="264" y="326"/>
                  <a:pt x="267" y="331"/>
                  <a:pt x="267" y="335"/>
                </a:cubicBezTo>
                <a:cubicBezTo>
                  <a:pt x="272" y="407"/>
                  <a:pt x="275" y="411"/>
                  <a:pt x="272" y="414"/>
                </a:cubicBezTo>
                <a:cubicBezTo>
                  <a:pt x="276" y="454"/>
                  <a:pt x="267" y="456"/>
                  <a:pt x="271" y="460"/>
                </a:cubicBezTo>
                <a:cubicBezTo>
                  <a:pt x="270" y="503"/>
                  <a:pt x="264" y="509"/>
                  <a:pt x="266" y="517"/>
                </a:cubicBezTo>
                <a:cubicBezTo>
                  <a:pt x="257" y="543"/>
                  <a:pt x="265" y="548"/>
                  <a:pt x="260" y="551"/>
                </a:cubicBezTo>
                <a:cubicBezTo>
                  <a:pt x="259" y="593"/>
                  <a:pt x="259" y="601"/>
                  <a:pt x="258" y="608"/>
                </a:cubicBezTo>
                <a:cubicBezTo>
                  <a:pt x="259" y="636"/>
                  <a:pt x="262" y="640"/>
                  <a:pt x="259" y="643"/>
                </a:cubicBezTo>
                <a:cubicBezTo>
                  <a:pt x="249" y="634"/>
                  <a:pt x="251" y="618"/>
                  <a:pt x="247" y="600"/>
                </a:cubicBezTo>
                <a:cubicBezTo>
                  <a:pt x="240" y="541"/>
                  <a:pt x="241" y="533"/>
                  <a:pt x="241" y="524"/>
                </a:cubicBezTo>
                <a:cubicBezTo>
                  <a:pt x="248" y="492"/>
                  <a:pt x="240" y="482"/>
                  <a:pt x="246" y="475"/>
                </a:cubicBezTo>
                <a:cubicBezTo>
                  <a:pt x="244" y="453"/>
                  <a:pt x="250" y="452"/>
                  <a:pt x="246" y="448"/>
                </a:cubicBezTo>
                <a:cubicBezTo>
                  <a:pt x="247" y="407"/>
                  <a:pt x="254" y="404"/>
                  <a:pt x="251" y="399"/>
                </a:cubicBezTo>
                <a:cubicBezTo>
                  <a:pt x="254" y="383"/>
                  <a:pt x="250" y="378"/>
                  <a:pt x="252" y="374"/>
                </a:cubicBezTo>
                <a:cubicBezTo>
                  <a:pt x="251" y="314"/>
                  <a:pt x="248" y="306"/>
                  <a:pt x="251" y="298"/>
                </a:cubicBezTo>
                <a:cubicBezTo>
                  <a:pt x="240" y="257"/>
                  <a:pt x="233" y="260"/>
                  <a:pt x="238" y="264"/>
                </a:cubicBezTo>
                <a:cubicBezTo>
                  <a:pt x="247" y="313"/>
                  <a:pt x="244" y="319"/>
                  <a:pt x="248" y="327"/>
                </a:cubicBezTo>
                <a:cubicBezTo>
                  <a:pt x="248" y="356"/>
                  <a:pt x="242" y="359"/>
                  <a:pt x="245" y="364"/>
                </a:cubicBezTo>
                <a:cubicBezTo>
                  <a:pt x="241" y="405"/>
                  <a:pt x="239" y="409"/>
                  <a:pt x="242" y="414"/>
                </a:cubicBezTo>
                <a:cubicBezTo>
                  <a:pt x="239" y="435"/>
                  <a:pt x="240" y="438"/>
                  <a:pt x="240" y="440"/>
                </a:cubicBezTo>
                <a:cubicBezTo>
                  <a:pt x="236" y="486"/>
                  <a:pt x="234" y="494"/>
                  <a:pt x="234" y="503"/>
                </a:cubicBezTo>
                <a:cubicBezTo>
                  <a:pt x="231" y="524"/>
                  <a:pt x="232" y="526"/>
                  <a:pt x="231" y="529"/>
                </a:cubicBezTo>
                <a:cubicBezTo>
                  <a:pt x="230" y="471"/>
                  <a:pt x="222" y="464"/>
                  <a:pt x="227" y="459"/>
                </a:cubicBezTo>
                <a:cubicBezTo>
                  <a:pt x="228" y="431"/>
                  <a:pt x="222" y="427"/>
                  <a:pt x="226" y="425"/>
                </a:cubicBezTo>
                <a:cubicBezTo>
                  <a:pt x="227" y="372"/>
                  <a:pt x="228" y="367"/>
                  <a:pt x="225" y="362"/>
                </a:cubicBezTo>
                <a:cubicBezTo>
                  <a:pt x="226" y="313"/>
                  <a:pt x="223" y="308"/>
                  <a:pt x="225" y="303"/>
                </a:cubicBezTo>
                <a:cubicBezTo>
                  <a:pt x="215" y="226"/>
                  <a:pt x="202" y="221"/>
                  <a:pt x="208" y="219"/>
                </a:cubicBezTo>
                <a:cubicBezTo>
                  <a:pt x="202" y="192"/>
                  <a:pt x="193" y="187"/>
                  <a:pt x="197" y="184"/>
                </a:cubicBezTo>
                <a:cubicBezTo>
                  <a:pt x="159" y="111"/>
                  <a:pt x="161" y="108"/>
                  <a:pt x="158" y="104"/>
                </a:cubicBezTo>
                <a:cubicBezTo>
                  <a:pt x="162" y="120"/>
                  <a:pt x="165" y="126"/>
                  <a:pt x="165" y="132"/>
                </a:cubicBezTo>
                <a:cubicBezTo>
                  <a:pt x="195" y="203"/>
                  <a:pt x="200" y="209"/>
                  <a:pt x="199" y="214"/>
                </a:cubicBezTo>
                <a:cubicBezTo>
                  <a:pt x="212" y="270"/>
                  <a:pt x="215" y="275"/>
                  <a:pt x="215" y="281"/>
                </a:cubicBezTo>
                <a:cubicBezTo>
                  <a:pt x="212" y="317"/>
                  <a:pt x="220" y="324"/>
                  <a:pt x="217" y="330"/>
                </a:cubicBezTo>
                <a:cubicBezTo>
                  <a:pt x="219" y="372"/>
                  <a:pt x="217" y="383"/>
                  <a:pt x="215" y="393"/>
                </a:cubicBezTo>
                <a:cubicBezTo>
                  <a:pt x="221" y="422"/>
                  <a:pt x="210" y="424"/>
                  <a:pt x="216" y="429"/>
                </a:cubicBezTo>
                <a:cubicBezTo>
                  <a:pt x="216" y="474"/>
                  <a:pt x="220" y="483"/>
                  <a:pt x="217" y="491"/>
                </a:cubicBezTo>
                <a:cubicBezTo>
                  <a:pt x="226" y="548"/>
                  <a:pt x="218" y="555"/>
                  <a:pt x="224" y="564"/>
                </a:cubicBezTo>
                <a:cubicBezTo>
                  <a:pt x="214" y="556"/>
                  <a:pt x="221" y="553"/>
                  <a:pt x="218" y="549"/>
                </a:cubicBezTo>
                <a:cubicBezTo>
                  <a:pt x="213" y="498"/>
                  <a:pt x="206" y="488"/>
                  <a:pt x="209" y="480"/>
                </a:cubicBezTo>
                <a:cubicBezTo>
                  <a:pt x="200" y="416"/>
                  <a:pt x="200" y="407"/>
                  <a:pt x="200" y="399"/>
                </a:cubicBezTo>
                <a:cubicBezTo>
                  <a:pt x="200" y="341"/>
                  <a:pt x="197" y="337"/>
                  <a:pt x="198" y="333"/>
                </a:cubicBezTo>
                <a:cubicBezTo>
                  <a:pt x="199" y="312"/>
                  <a:pt x="203" y="310"/>
                  <a:pt x="198" y="306"/>
                </a:cubicBezTo>
                <a:cubicBezTo>
                  <a:pt x="198" y="275"/>
                  <a:pt x="194" y="269"/>
                  <a:pt x="195" y="265"/>
                </a:cubicBezTo>
                <a:cubicBezTo>
                  <a:pt x="175" y="191"/>
                  <a:pt x="172" y="186"/>
                  <a:pt x="170" y="181"/>
                </a:cubicBezTo>
                <a:cubicBezTo>
                  <a:pt x="122" y="111"/>
                  <a:pt x="132" y="117"/>
                  <a:pt x="134" y="122"/>
                </a:cubicBezTo>
                <a:cubicBezTo>
                  <a:pt x="153" y="151"/>
                  <a:pt x="153" y="155"/>
                  <a:pt x="155" y="160"/>
                </a:cubicBezTo>
                <a:cubicBezTo>
                  <a:pt x="182" y="243"/>
                  <a:pt x="187" y="248"/>
                  <a:pt x="187" y="252"/>
                </a:cubicBezTo>
                <a:cubicBezTo>
                  <a:pt x="190" y="282"/>
                  <a:pt x="193" y="287"/>
                  <a:pt x="190" y="291"/>
                </a:cubicBezTo>
                <a:cubicBezTo>
                  <a:pt x="194" y="347"/>
                  <a:pt x="192" y="351"/>
                  <a:pt x="190" y="355"/>
                </a:cubicBezTo>
                <a:cubicBezTo>
                  <a:pt x="191" y="394"/>
                  <a:pt x="194" y="397"/>
                  <a:pt x="192" y="399"/>
                </a:cubicBezTo>
                <a:cubicBezTo>
                  <a:pt x="193" y="428"/>
                  <a:pt x="194" y="436"/>
                  <a:pt x="195" y="445"/>
                </a:cubicBezTo>
                <a:cubicBezTo>
                  <a:pt x="197" y="504"/>
                  <a:pt x="204" y="514"/>
                  <a:pt x="202" y="522"/>
                </a:cubicBezTo>
                <a:cubicBezTo>
                  <a:pt x="195" y="496"/>
                  <a:pt x="192" y="492"/>
                  <a:pt x="191" y="488"/>
                </a:cubicBezTo>
                <a:cubicBezTo>
                  <a:pt x="182" y="442"/>
                  <a:pt x="186" y="437"/>
                  <a:pt x="185" y="430"/>
                </a:cubicBezTo>
                <a:cubicBezTo>
                  <a:pt x="186" y="370"/>
                  <a:pt x="181" y="363"/>
                  <a:pt x="183" y="357"/>
                </a:cubicBezTo>
                <a:cubicBezTo>
                  <a:pt x="182" y="325"/>
                  <a:pt x="175" y="321"/>
                  <a:pt x="177" y="318"/>
                </a:cubicBezTo>
                <a:cubicBezTo>
                  <a:pt x="173" y="294"/>
                  <a:pt x="175" y="288"/>
                  <a:pt x="172" y="281"/>
                </a:cubicBezTo>
                <a:cubicBezTo>
                  <a:pt x="170" y="250"/>
                  <a:pt x="163" y="245"/>
                  <a:pt x="166" y="243"/>
                </a:cubicBezTo>
                <a:cubicBezTo>
                  <a:pt x="117" y="146"/>
                  <a:pt x="115" y="136"/>
                  <a:pt x="110" y="138"/>
                </a:cubicBezTo>
                <a:cubicBezTo>
                  <a:pt x="158" y="251"/>
                  <a:pt x="166" y="268"/>
                  <a:pt x="163" y="283"/>
                </a:cubicBezTo>
                <a:cubicBezTo>
                  <a:pt x="170" y="315"/>
                  <a:pt x="167" y="323"/>
                  <a:pt x="173" y="332"/>
                </a:cubicBezTo>
                <a:cubicBezTo>
                  <a:pt x="172" y="391"/>
                  <a:pt x="174" y="397"/>
                  <a:pt x="174" y="404"/>
                </a:cubicBezTo>
                <a:cubicBezTo>
                  <a:pt x="174" y="419"/>
                  <a:pt x="175" y="423"/>
                  <a:pt x="172" y="421"/>
                </a:cubicBezTo>
                <a:cubicBezTo>
                  <a:pt x="157" y="335"/>
                  <a:pt x="157" y="325"/>
                  <a:pt x="156" y="322"/>
                </a:cubicBezTo>
                <a:cubicBezTo>
                  <a:pt x="154" y="304"/>
                  <a:pt x="152" y="301"/>
                  <a:pt x="152" y="298"/>
                </a:cubicBezTo>
                <a:cubicBezTo>
                  <a:pt x="121" y="215"/>
                  <a:pt x="124" y="220"/>
                  <a:pt x="126" y="224"/>
                </a:cubicBezTo>
                <a:cubicBezTo>
                  <a:pt x="142" y="278"/>
                  <a:pt x="141" y="294"/>
                  <a:pt x="149" y="312"/>
                </a:cubicBezTo>
                <a:cubicBezTo>
                  <a:pt x="152" y="360"/>
                  <a:pt x="149" y="372"/>
                  <a:pt x="155" y="385"/>
                </a:cubicBezTo>
                <a:cubicBezTo>
                  <a:pt x="164" y="425"/>
                  <a:pt x="163" y="427"/>
                  <a:pt x="166" y="430"/>
                </a:cubicBezTo>
                <a:cubicBezTo>
                  <a:pt x="166" y="449"/>
                  <a:pt x="160" y="441"/>
                  <a:pt x="155" y="433"/>
                </a:cubicBezTo>
                <a:cubicBezTo>
                  <a:pt x="52" y="216"/>
                  <a:pt x="51" y="203"/>
                  <a:pt x="42" y="189"/>
                </a:cubicBezTo>
                <a:cubicBezTo>
                  <a:pt x="33" y="158"/>
                  <a:pt x="33" y="148"/>
                  <a:pt x="29" y="151"/>
                </a:cubicBezTo>
                <a:cubicBezTo>
                  <a:pt x="101" y="327"/>
                  <a:pt x="104" y="346"/>
                  <a:pt x="123" y="370"/>
                </a:cubicBezTo>
                <a:cubicBezTo>
                  <a:pt x="135" y="395"/>
                  <a:pt x="130" y="397"/>
                  <a:pt x="134" y="400"/>
                </a:cubicBezTo>
                <a:cubicBezTo>
                  <a:pt x="148" y="437"/>
                  <a:pt x="157" y="443"/>
                  <a:pt x="154" y="447"/>
                </a:cubicBezTo>
                <a:cubicBezTo>
                  <a:pt x="151" y="451"/>
                  <a:pt x="156" y="444"/>
                  <a:pt x="151" y="447"/>
                </a:cubicBezTo>
                <a:cubicBezTo>
                  <a:pt x="132" y="420"/>
                  <a:pt x="125" y="405"/>
                  <a:pt x="116" y="394"/>
                </a:cubicBezTo>
                <a:cubicBezTo>
                  <a:pt x="47" y="271"/>
                  <a:pt x="45" y="264"/>
                  <a:pt x="39" y="256"/>
                </a:cubicBezTo>
                <a:cubicBezTo>
                  <a:pt x="23" y="217"/>
                  <a:pt x="19" y="203"/>
                  <a:pt x="8" y="187"/>
                </a:cubicBezTo>
                <a:cubicBezTo>
                  <a:pt x="0" y="172"/>
                  <a:pt x="0" y="172"/>
                  <a:pt x="0" y="172"/>
                </a:cubicBezTo>
                <a:cubicBezTo>
                  <a:pt x="13" y="212"/>
                  <a:pt x="18" y="217"/>
                  <a:pt x="17" y="221"/>
                </a:cubicBezTo>
                <a:cubicBezTo>
                  <a:pt x="38" y="262"/>
                  <a:pt x="42" y="277"/>
                  <a:pt x="49" y="292"/>
                </a:cubicBezTo>
                <a:cubicBezTo>
                  <a:pt x="88" y="361"/>
                  <a:pt x="84" y="375"/>
                  <a:pt x="89" y="371"/>
                </a:cubicBezTo>
                <a:cubicBezTo>
                  <a:pt x="157" y="471"/>
                  <a:pt x="164" y="481"/>
                  <a:pt x="172" y="491"/>
                </a:cubicBezTo>
                <a:cubicBezTo>
                  <a:pt x="187" y="517"/>
                  <a:pt x="186" y="518"/>
                  <a:pt x="186" y="518"/>
                </a:cubicBezTo>
                <a:cubicBezTo>
                  <a:pt x="198" y="535"/>
                  <a:pt x="201" y="544"/>
                  <a:pt x="199" y="552"/>
                </a:cubicBezTo>
                <a:cubicBezTo>
                  <a:pt x="156" y="486"/>
                  <a:pt x="141" y="472"/>
                  <a:pt x="130" y="459"/>
                </a:cubicBezTo>
                <a:cubicBezTo>
                  <a:pt x="110" y="430"/>
                  <a:pt x="107" y="427"/>
                  <a:pt x="105" y="423"/>
                </a:cubicBezTo>
                <a:cubicBezTo>
                  <a:pt x="50" y="348"/>
                  <a:pt x="55" y="346"/>
                  <a:pt x="50" y="342"/>
                </a:cubicBezTo>
                <a:cubicBezTo>
                  <a:pt x="3" y="267"/>
                  <a:pt x="5" y="258"/>
                  <a:pt x="0" y="254"/>
                </a:cubicBezTo>
                <a:cubicBezTo>
                  <a:pt x="11" y="297"/>
                  <a:pt x="19" y="301"/>
                  <a:pt x="20" y="304"/>
                </a:cubicBezTo>
                <a:cubicBezTo>
                  <a:pt x="37" y="330"/>
                  <a:pt x="35" y="333"/>
                  <a:pt x="38" y="337"/>
                </a:cubicBezTo>
                <a:cubicBezTo>
                  <a:pt x="94" y="423"/>
                  <a:pt x="98" y="426"/>
                  <a:pt x="101" y="429"/>
                </a:cubicBezTo>
                <a:cubicBezTo>
                  <a:pt x="129" y="469"/>
                  <a:pt x="132" y="472"/>
                  <a:pt x="134" y="475"/>
                </a:cubicBezTo>
                <a:cubicBezTo>
                  <a:pt x="155" y="502"/>
                  <a:pt x="157" y="504"/>
                  <a:pt x="159" y="507"/>
                </a:cubicBezTo>
                <a:cubicBezTo>
                  <a:pt x="167" y="526"/>
                  <a:pt x="176" y="523"/>
                  <a:pt x="172" y="528"/>
                </a:cubicBezTo>
                <a:cubicBezTo>
                  <a:pt x="127" y="476"/>
                  <a:pt x="107" y="458"/>
                  <a:pt x="85" y="432"/>
                </a:cubicBezTo>
                <a:cubicBezTo>
                  <a:pt x="42" y="373"/>
                  <a:pt x="30" y="364"/>
                  <a:pt x="27" y="355"/>
                </a:cubicBezTo>
                <a:cubicBezTo>
                  <a:pt x="0" y="328"/>
                  <a:pt x="0" y="328"/>
                  <a:pt x="0" y="328"/>
                </a:cubicBezTo>
                <a:cubicBezTo>
                  <a:pt x="26" y="363"/>
                  <a:pt x="25" y="368"/>
                  <a:pt x="32" y="373"/>
                </a:cubicBezTo>
                <a:cubicBezTo>
                  <a:pt x="69" y="424"/>
                  <a:pt x="79" y="434"/>
                  <a:pt x="89" y="450"/>
                </a:cubicBezTo>
                <a:cubicBezTo>
                  <a:pt x="187" y="565"/>
                  <a:pt x="194" y="574"/>
                  <a:pt x="200" y="583"/>
                </a:cubicBezTo>
                <a:cubicBezTo>
                  <a:pt x="195" y="580"/>
                  <a:pt x="178" y="573"/>
                  <a:pt x="164" y="552"/>
                </a:cubicBezTo>
                <a:cubicBezTo>
                  <a:pt x="130" y="519"/>
                  <a:pt x="122" y="508"/>
                  <a:pt x="114" y="500"/>
                </a:cubicBezTo>
                <a:cubicBezTo>
                  <a:pt x="18" y="376"/>
                  <a:pt x="19" y="374"/>
                  <a:pt x="16" y="374"/>
                </a:cubicBezTo>
                <a:cubicBezTo>
                  <a:pt x="7" y="360"/>
                  <a:pt x="5" y="354"/>
                  <a:pt x="0" y="347"/>
                </a:cubicBezTo>
                <a:cubicBezTo>
                  <a:pt x="0" y="358"/>
                  <a:pt x="0" y="358"/>
                  <a:pt x="0" y="359"/>
                </a:cubicBezTo>
                <a:cubicBezTo>
                  <a:pt x="16" y="378"/>
                  <a:pt x="13" y="388"/>
                  <a:pt x="20" y="387"/>
                </a:cubicBezTo>
                <a:cubicBezTo>
                  <a:pt x="147" y="544"/>
                  <a:pt x="149" y="552"/>
                  <a:pt x="153" y="555"/>
                </a:cubicBezTo>
                <a:cubicBezTo>
                  <a:pt x="205" y="609"/>
                  <a:pt x="209" y="614"/>
                  <a:pt x="213" y="620"/>
                </a:cubicBezTo>
                <a:cubicBezTo>
                  <a:pt x="248" y="673"/>
                  <a:pt x="250" y="678"/>
                  <a:pt x="249" y="682"/>
                </a:cubicBezTo>
                <a:cubicBezTo>
                  <a:pt x="215" y="648"/>
                  <a:pt x="211" y="642"/>
                  <a:pt x="207" y="642"/>
                </a:cubicBezTo>
                <a:cubicBezTo>
                  <a:pt x="173" y="607"/>
                  <a:pt x="159" y="599"/>
                  <a:pt x="145" y="585"/>
                </a:cubicBezTo>
                <a:cubicBezTo>
                  <a:pt x="89" y="539"/>
                  <a:pt x="87" y="528"/>
                  <a:pt x="82" y="530"/>
                </a:cubicBezTo>
                <a:cubicBezTo>
                  <a:pt x="10" y="445"/>
                  <a:pt x="5" y="438"/>
                  <a:pt x="0" y="430"/>
                </a:cubicBezTo>
                <a:cubicBezTo>
                  <a:pt x="7" y="448"/>
                  <a:pt x="10" y="450"/>
                  <a:pt x="12" y="455"/>
                </a:cubicBezTo>
                <a:cubicBezTo>
                  <a:pt x="63" y="516"/>
                  <a:pt x="68" y="529"/>
                  <a:pt x="76" y="532"/>
                </a:cubicBezTo>
                <a:cubicBezTo>
                  <a:pt x="109" y="563"/>
                  <a:pt x="112" y="569"/>
                  <a:pt x="116" y="574"/>
                </a:cubicBezTo>
                <a:cubicBezTo>
                  <a:pt x="151" y="606"/>
                  <a:pt x="166" y="613"/>
                  <a:pt x="180" y="630"/>
                </a:cubicBezTo>
                <a:cubicBezTo>
                  <a:pt x="239" y="683"/>
                  <a:pt x="241" y="686"/>
                  <a:pt x="243" y="689"/>
                </a:cubicBezTo>
                <a:cubicBezTo>
                  <a:pt x="155" y="616"/>
                  <a:pt x="134" y="603"/>
                  <a:pt x="114" y="586"/>
                </a:cubicBezTo>
                <a:cubicBezTo>
                  <a:pt x="37" y="519"/>
                  <a:pt x="35" y="503"/>
                  <a:pt x="30" y="506"/>
                </a:cubicBezTo>
                <a:cubicBezTo>
                  <a:pt x="76" y="567"/>
                  <a:pt x="91" y="576"/>
                  <a:pt x="105" y="592"/>
                </a:cubicBezTo>
                <a:cubicBezTo>
                  <a:pt x="129" y="611"/>
                  <a:pt x="137" y="616"/>
                  <a:pt x="145" y="622"/>
                </a:cubicBezTo>
                <a:cubicBezTo>
                  <a:pt x="163" y="636"/>
                  <a:pt x="167" y="641"/>
                  <a:pt x="165" y="643"/>
                </a:cubicBezTo>
                <a:cubicBezTo>
                  <a:pt x="119" y="612"/>
                  <a:pt x="116" y="612"/>
                  <a:pt x="114" y="612"/>
                </a:cubicBezTo>
                <a:cubicBezTo>
                  <a:pt x="88" y="593"/>
                  <a:pt x="82" y="591"/>
                  <a:pt x="77" y="587"/>
                </a:cubicBezTo>
                <a:cubicBezTo>
                  <a:pt x="13" y="544"/>
                  <a:pt x="7" y="538"/>
                  <a:pt x="0" y="533"/>
                </a:cubicBezTo>
                <a:cubicBezTo>
                  <a:pt x="17" y="555"/>
                  <a:pt x="24" y="560"/>
                  <a:pt x="31" y="567"/>
                </a:cubicBezTo>
                <a:cubicBezTo>
                  <a:pt x="78" y="600"/>
                  <a:pt x="82" y="597"/>
                  <a:pt x="86" y="603"/>
                </a:cubicBezTo>
                <a:cubicBezTo>
                  <a:pt x="126" y="627"/>
                  <a:pt x="133" y="631"/>
                  <a:pt x="141" y="636"/>
                </a:cubicBezTo>
                <a:cubicBezTo>
                  <a:pt x="168" y="656"/>
                  <a:pt x="171" y="658"/>
                  <a:pt x="173" y="658"/>
                </a:cubicBezTo>
                <a:cubicBezTo>
                  <a:pt x="213" y="686"/>
                  <a:pt x="215" y="691"/>
                  <a:pt x="217" y="694"/>
                </a:cubicBezTo>
                <a:cubicBezTo>
                  <a:pt x="241" y="718"/>
                  <a:pt x="246" y="717"/>
                  <a:pt x="251" y="723"/>
                </a:cubicBezTo>
                <a:cubicBezTo>
                  <a:pt x="272" y="754"/>
                  <a:pt x="281" y="753"/>
                  <a:pt x="277" y="759"/>
                </a:cubicBezTo>
                <a:cubicBezTo>
                  <a:pt x="250" y="738"/>
                  <a:pt x="248" y="731"/>
                  <a:pt x="245" y="733"/>
                </a:cubicBezTo>
                <a:cubicBezTo>
                  <a:pt x="215" y="709"/>
                  <a:pt x="205" y="703"/>
                  <a:pt x="195" y="696"/>
                </a:cubicBezTo>
                <a:cubicBezTo>
                  <a:pt x="156" y="670"/>
                  <a:pt x="145" y="670"/>
                  <a:pt x="135" y="661"/>
                </a:cubicBezTo>
                <a:cubicBezTo>
                  <a:pt x="98" y="642"/>
                  <a:pt x="87" y="639"/>
                  <a:pt x="78" y="630"/>
                </a:cubicBezTo>
                <a:cubicBezTo>
                  <a:pt x="44" y="608"/>
                  <a:pt x="39" y="604"/>
                  <a:pt x="35" y="599"/>
                </a:cubicBezTo>
                <a:cubicBezTo>
                  <a:pt x="64" y="632"/>
                  <a:pt x="77" y="634"/>
                  <a:pt x="88" y="647"/>
                </a:cubicBezTo>
                <a:cubicBezTo>
                  <a:pt x="113" y="663"/>
                  <a:pt x="120" y="661"/>
                  <a:pt x="126" y="668"/>
                </a:cubicBezTo>
                <a:cubicBezTo>
                  <a:pt x="179" y="700"/>
                  <a:pt x="192" y="704"/>
                  <a:pt x="205" y="714"/>
                </a:cubicBezTo>
                <a:cubicBezTo>
                  <a:pt x="252" y="749"/>
                  <a:pt x="256" y="748"/>
                  <a:pt x="259" y="752"/>
                </a:cubicBezTo>
                <a:cubicBezTo>
                  <a:pt x="309" y="812"/>
                  <a:pt x="313" y="815"/>
                  <a:pt x="311" y="817"/>
                </a:cubicBezTo>
                <a:cubicBezTo>
                  <a:pt x="287" y="793"/>
                  <a:pt x="281" y="789"/>
                  <a:pt x="275" y="782"/>
                </a:cubicBezTo>
                <a:cubicBezTo>
                  <a:pt x="238" y="756"/>
                  <a:pt x="233" y="745"/>
                  <a:pt x="226" y="744"/>
                </a:cubicBezTo>
                <a:cubicBezTo>
                  <a:pt x="179" y="713"/>
                  <a:pt x="167" y="709"/>
                  <a:pt x="155" y="701"/>
                </a:cubicBezTo>
                <a:cubicBezTo>
                  <a:pt x="130" y="689"/>
                  <a:pt x="124" y="688"/>
                  <a:pt x="118" y="682"/>
                </a:cubicBezTo>
                <a:cubicBezTo>
                  <a:pt x="87" y="673"/>
                  <a:pt x="85" y="666"/>
                  <a:pt x="81" y="668"/>
                </a:cubicBezTo>
                <a:cubicBezTo>
                  <a:pt x="6" y="628"/>
                  <a:pt x="4" y="626"/>
                  <a:pt x="0" y="626"/>
                </a:cubicBezTo>
                <a:cubicBezTo>
                  <a:pt x="2" y="634"/>
                  <a:pt x="4" y="634"/>
                  <a:pt x="5" y="633"/>
                </a:cubicBezTo>
                <a:cubicBezTo>
                  <a:pt x="34" y="652"/>
                  <a:pt x="37" y="657"/>
                  <a:pt x="41" y="656"/>
                </a:cubicBezTo>
                <a:cubicBezTo>
                  <a:pt x="82" y="671"/>
                  <a:pt x="86" y="684"/>
                  <a:pt x="93" y="681"/>
                </a:cubicBezTo>
                <a:cubicBezTo>
                  <a:pt x="148" y="714"/>
                  <a:pt x="153" y="704"/>
                  <a:pt x="155" y="711"/>
                </a:cubicBezTo>
                <a:cubicBezTo>
                  <a:pt x="188" y="727"/>
                  <a:pt x="193" y="733"/>
                  <a:pt x="199" y="736"/>
                </a:cubicBezTo>
                <a:cubicBezTo>
                  <a:pt x="227" y="758"/>
                  <a:pt x="231" y="754"/>
                  <a:pt x="233" y="760"/>
                </a:cubicBezTo>
                <a:cubicBezTo>
                  <a:pt x="290" y="813"/>
                  <a:pt x="296" y="820"/>
                  <a:pt x="302" y="824"/>
                </a:cubicBezTo>
                <a:cubicBezTo>
                  <a:pt x="314" y="839"/>
                  <a:pt x="311" y="840"/>
                  <a:pt x="308" y="836"/>
                </a:cubicBezTo>
                <a:cubicBezTo>
                  <a:pt x="294" y="829"/>
                  <a:pt x="288" y="817"/>
                  <a:pt x="281" y="817"/>
                </a:cubicBezTo>
                <a:cubicBezTo>
                  <a:pt x="229" y="777"/>
                  <a:pt x="227" y="773"/>
                  <a:pt x="223" y="773"/>
                </a:cubicBezTo>
                <a:cubicBezTo>
                  <a:pt x="175" y="741"/>
                  <a:pt x="167" y="743"/>
                  <a:pt x="160" y="734"/>
                </a:cubicBezTo>
                <a:cubicBezTo>
                  <a:pt x="133" y="722"/>
                  <a:pt x="125" y="722"/>
                  <a:pt x="118" y="716"/>
                </a:cubicBezTo>
                <a:cubicBezTo>
                  <a:pt x="83" y="708"/>
                  <a:pt x="81" y="695"/>
                  <a:pt x="75" y="701"/>
                </a:cubicBezTo>
                <a:cubicBezTo>
                  <a:pt x="102" y="718"/>
                  <a:pt x="105" y="719"/>
                  <a:pt x="108" y="721"/>
                </a:cubicBezTo>
                <a:cubicBezTo>
                  <a:pt x="162" y="747"/>
                  <a:pt x="164" y="749"/>
                  <a:pt x="168" y="748"/>
                </a:cubicBezTo>
                <a:cubicBezTo>
                  <a:pt x="198" y="770"/>
                  <a:pt x="205" y="770"/>
                  <a:pt x="210" y="774"/>
                </a:cubicBezTo>
                <a:cubicBezTo>
                  <a:pt x="297" y="836"/>
                  <a:pt x="302" y="842"/>
                  <a:pt x="307" y="846"/>
                </a:cubicBezTo>
                <a:cubicBezTo>
                  <a:pt x="324" y="865"/>
                  <a:pt x="312" y="860"/>
                  <a:pt x="303" y="847"/>
                </a:cubicBezTo>
                <a:cubicBezTo>
                  <a:pt x="244" y="813"/>
                  <a:pt x="238" y="807"/>
                  <a:pt x="232" y="801"/>
                </a:cubicBezTo>
                <a:cubicBezTo>
                  <a:pt x="172" y="765"/>
                  <a:pt x="165" y="768"/>
                  <a:pt x="159" y="759"/>
                </a:cubicBezTo>
                <a:cubicBezTo>
                  <a:pt x="124" y="742"/>
                  <a:pt x="119" y="747"/>
                  <a:pt x="115" y="742"/>
                </a:cubicBezTo>
                <a:cubicBezTo>
                  <a:pt x="80" y="724"/>
                  <a:pt x="77" y="723"/>
                  <a:pt x="75" y="720"/>
                </a:cubicBezTo>
                <a:cubicBezTo>
                  <a:pt x="43" y="707"/>
                  <a:pt x="39" y="696"/>
                  <a:pt x="34" y="699"/>
                </a:cubicBezTo>
                <a:cubicBezTo>
                  <a:pt x="17" y="698"/>
                  <a:pt x="31" y="699"/>
                  <a:pt x="42" y="711"/>
                </a:cubicBezTo>
                <a:cubicBezTo>
                  <a:pt x="73" y="726"/>
                  <a:pt x="76" y="731"/>
                  <a:pt x="80" y="730"/>
                </a:cubicBezTo>
                <a:cubicBezTo>
                  <a:pt x="143" y="758"/>
                  <a:pt x="148" y="769"/>
                  <a:pt x="155" y="768"/>
                </a:cubicBezTo>
                <a:cubicBezTo>
                  <a:pt x="195" y="790"/>
                  <a:pt x="198" y="792"/>
                  <a:pt x="201" y="791"/>
                </a:cubicBezTo>
                <a:cubicBezTo>
                  <a:pt x="241" y="822"/>
                  <a:pt x="254" y="823"/>
                  <a:pt x="266" y="833"/>
                </a:cubicBezTo>
                <a:cubicBezTo>
                  <a:pt x="321" y="881"/>
                  <a:pt x="327" y="880"/>
                  <a:pt x="332" y="885"/>
                </a:cubicBezTo>
                <a:cubicBezTo>
                  <a:pt x="358" y="919"/>
                  <a:pt x="348" y="917"/>
                  <a:pt x="340" y="904"/>
                </a:cubicBezTo>
                <a:cubicBezTo>
                  <a:pt x="310" y="881"/>
                  <a:pt x="307" y="882"/>
                  <a:pt x="305" y="877"/>
                </a:cubicBezTo>
                <a:cubicBezTo>
                  <a:pt x="278" y="859"/>
                  <a:pt x="271" y="855"/>
                  <a:pt x="263" y="852"/>
                </a:cubicBezTo>
                <a:cubicBezTo>
                  <a:pt x="217" y="825"/>
                  <a:pt x="212" y="819"/>
                  <a:pt x="208" y="816"/>
                </a:cubicBezTo>
                <a:cubicBezTo>
                  <a:pt x="170" y="802"/>
                  <a:pt x="169" y="799"/>
                  <a:pt x="167" y="799"/>
                </a:cubicBezTo>
                <a:cubicBezTo>
                  <a:pt x="126" y="782"/>
                  <a:pt x="119" y="775"/>
                  <a:pt x="110" y="776"/>
                </a:cubicBezTo>
                <a:cubicBezTo>
                  <a:pt x="70" y="760"/>
                  <a:pt x="67" y="754"/>
                  <a:pt x="62" y="754"/>
                </a:cubicBezTo>
                <a:cubicBezTo>
                  <a:pt x="18" y="739"/>
                  <a:pt x="25" y="738"/>
                  <a:pt x="31" y="744"/>
                </a:cubicBezTo>
                <a:cubicBezTo>
                  <a:pt x="75" y="767"/>
                  <a:pt x="81" y="772"/>
                  <a:pt x="88" y="772"/>
                </a:cubicBezTo>
                <a:cubicBezTo>
                  <a:pt x="132" y="793"/>
                  <a:pt x="139" y="794"/>
                  <a:pt x="145" y="799"/>
                </a:cubicBezTo>
                <a:cubicBezTo>
                  <a:pt x="158" y="805"/>
                  <a:pt x="163" y="802"/>
                  <a:pt x="166" y="806"/>
                </a:cubicBezTo>
                <a:cubicBezTo>
                  <a:pt x="217" y="829"/>
                  <a:pt x="228" y="842"/>
                  <a:pt x="241" y="848"/>
                </a:cubicBezTo>
                <a:cubicBezTo>
                  <a:pt x="293" y="879"/>
                  <a:pt x="304" y="894"/>
                  <a:pt x="317" y="898"/>
                </a:cubicBezTo>
                <a:cubicBezTo>
                  <a:pt x="372" y="946"/>
                  <a:pt x="386" y="963"/>
                  <a:pt x="400" y="976"/>
                </a:cubicBezTo>
                <a:cubicBezTo>
                  <a:pt x="392" y="979"/>
                  <a:pt x="371" y="960"/>
                  <a:pt x="349" y="943"/>
                </a:cubicBezTo>
                <a:cubicBezTo>
                  <a:pt x="329" y="924"/>
                  <a:pt x="322" y="926"/>
                  <a:pt x="317" y="917"/>
                </a:cubicBezTo>
                <a:cubicBezTo>
                  <a:pt x="278" y="892"/>
                  <a:pt x="274" y="883"/>
                  <a:pt x="269" y="882"/>
                </a:cubicBezTo>
                <a:cubicBezTo>
                  <a:pt x="213" y="844"/>
                  <a:pt x="206" y="850"/>
                  <a:pt x="202" y="841"/>
                </a:cubicBezTo>
                <a:cubicBezTo>
                  <a:pt x="179" y="829"/>
                  <a:pt x="173" y="827"/>
                  <a:pt x="167" y="823"/>
                </a:cubicBezTo>
                <a:cubicBezTo>
                  <a:pt x="145" y="809"/>
                  <a:pt x="140" y="807"/>
                  <a:pt x="135" y="803"/>
                </a:cubicBezTo>
                <a:cubicBezTo>
                  <a:pt x="94" y="787"/>
                  <a:pt x="88" y="786"/>
                  <a:pt x="82" y="782"/>
                </a:cubicBezTo>
                <a:cubicBezTo>
                  <a:pt x="18" y="768"/>
                  <a:pt x="25" y="763"/>
                  <a:pt x="31" y="770"/>
                </a:cubicBezTo>
                <a:cubicBezTo>
                  <a:pt x="72" y="789"/>
                  <a:pt x="76" y="784"/>
                  <a:pt x="78" y="788"/>
                </a:cubicBezTo>
                <a:cubicBezTo>
                  <a:pt x="101" y="793"/>
                  <a:pt x="103" y="801"/>
                  <a:pt x="107" y="799"/>
                </a:cubicBezTo>
                <a:cubicBezTo>
                  <a:pt x="130" y="808"/>
                  <a:pt x="135" y="815"/>
                  <a:pt x="142" y="817"/>
                </a:cubicBezTo>
                <a:cubicBezTo>
                  <a:pt x="170" y="836"/>
                  <a:pt x="179" y="838"/>
                  <a:pt x="187" y="844"/>
                </a:cubicBezTo>
                <a:cubicBezTo>
                  <a:pt x="233" y="870"/>
                  <a:pt x="251" y="880"/>
                  <a:pt x="268" y="893"/>
                </a:cubicBezTo>
                <a:cubicBezTo>
                  <a:pt x="303" y="920"/>
                  <a:pt x="313" y="923"/>
                  <a:pt x="321" y="933"/>
                </a:cubicBezTo>
                <a:cubicBezTo>
                  <a:pt x="355" y="961"/>
                  <a:pt x="358" y="960"/>
                  <a:pt x="359" y="965"/>
                </a:cubicBezTo>
                <a:cubicBezTo>
                  <a:pt x="330" y="953"/>
                  <a:pt x="328" y="946"/>
                  <a:pt x="325" y="946"/>
                </a:cubicBezTo>
                <a:cubicBezTo>
                  <a:pt x="294" y="928"/>
                  <a:pt x="291" y="926"/>
                  <a:pt x="288" y="928"/>
                </a:cubicBezTo>
                <a:cubicBezTo>
                  <a:pt x="253" y="905"/>
                  <a:pt x="246" y="907"/>
                  <a:pt x="240" y="902"/>
                </a:cubicBezTo>
                <a:cubicBezTo>
                  <a:pt x="196" y="874"/>
                  <a:pt x="189" y="878"/>
                  <a:pt x="183" y="871"/>
                </a:cubicBezTo>
                <a:cubicBezTo>
                  <a:pt x="151" y="863"/>
                  <a:pt x="149" y="853"/>
                  <a:pt x="145" y="855"/>
                </a:cubicBezTo>
                <a:cubicBezTo>
                  <a:pt x="101" y="836"/>
                  <a:pt x="95" y="830"/>
                  <a:pt x="89" y="825"/>
                </a:cubicBezTo>
                <a:cubicBezTo>
                  <a:pt x="75" y="820"/>
                  <a:pt x="78" y="824"/>
                  <a:pt x="81" y="829"/>
                </a:cubicBezTo>
                <a:cubicBezTo>
                  <a:pt x="125" y="851"/>
                  <a:pt x="134" y="857"/>
                  <a:pt x="143" y="859"/>
                </a:cubicBezTo>
                <a:cubicBezTo>
                  <a:pt x="177" y="878"/>
                  <a:pt x="186" y="880"/>
                  <a:pt x="195" y="884"/>
                </a:cubicBezTo>
                <a:cubicBezTo>
                  <a:pt x="207" y="892"/>
                  <a:pt x="211" y="897"/>
                  <a:pt x="218" y="897"/>
                </a:cubicBezTo>
                <a:cubicBezTo>
                  <a:pt x="249" y="916"/>
                  <a:pt x="257" y="920"/>
                  <a:pt x="265" y="922"/>
                </a:cubicBezTo>
                <a:cubicBezTo>
                  <a:pt x="296" y="944"/>
                  <a:pt x="307" y="946"/>
                  <a:pt x="317" y="954"/>
                </a:cubicBezTo>
                <a:cubicBezTo>
                  <a:pt x="372" y="983"/>
                  <a:pt x="377" y="991"/>
                  <a:pt x="383" y="991"/>
                </a:cubicBezTo>
                <a:cubicBezTo>
                  <a:pt x="407" y="1010"/>
                  <a:pt x="410" y="1011"/>
                  <a:pt x="412" y="1013"/>
                </a:cubicBezTo>
                <a:cubicBezTo>
                  <a:pt x="429" y="1029"/>
                  <a:pt x="432" y="1032"/>
                  <a:pt x="434" y="1035"/>
                </a:cubicBezTo>
                <a:cubicBezTo>
                  <a:pt x="391" y="1012"/>
                  <a:pt x="379" y="1003"/>
                  <a:pt x="366" y="1000"/>
                </a:cubicBezTo>
                <a:cubicBezTo>
                  <a:pt x="282" y="959"/>
                  <a:pt x="273" y="956"/>
                  <a:pt x="265" y="952"/>
                </a:cubicBezTo>
                <a:cubicBezTo>
                  <a:pt x="208" y="925"/>
                  <a:pt x="204" y="923"/>
                  <a:pt x="199" y="924"/>
                </a:cubicBezTo>
                <a:cubicBezTo>
                  <a:pt x="168" y="902"/>
                  <a:pt x="164" y="897"/>
                  <a:pt x="160" y="895"/>
                </a:cubicBezTo>
                <a:cubicBezTo>
                  <a:pt x="119" y="863"/>
                  <a:pt x="114" y="861"/>
                  <a:pt x="110" y="856"/>
                </a:cubicBezTo>
                <a:cubicBezTo>
                  <a:pt x="97" y="853"/>
                  <a:pt x="111" y="861"/>
                  <a:pt x="124" y="875"/>
                </a:cubicBezTo>
                <a:cubicBezTo>
                  <a:pt x="187" y="933"/>
                  <a:pt x="199" y="943"/>
                  <a:pt x="211" y="952"/>
                </a:cubicBezTo>
                <a:cubicBezTo>
                  <a:pt x="237" y="972"/>
                  <a:pt x="244" y="976"/>
                  <a:pt x="251" y="978"/>
                </a:cubicBezTo>
                <a:cubicBezTo>
                  <a:pt x="355" y="1037"/>
                  <a:pt x="362" y="1036"/>
                  <a:pt x="369" y="1041"/>
                </a:cubicBezTo>
                <a:cubicBezTo>
                  <a:pt x="396" y="1053"/>
                  <a:pt x="402" y="1057"/>
                  <a:pt x="410" y="1057"/>
                </a:cubicBezTo>
                <a:cubicBezTo>
                  <a:pt x="443" y="1078"/>
                  <a:pt x="446" y="1080"/>
                  <a:pt x="450" y="1080"/>
                </a:cubicBezTo>
                <a:cubicBezTo>
                  <a:pt x="498" y="1117"/>
                  <a:pt x="507" y="1122"/>
                  <a:pt x="503" y="1125"/>
                </a:cubicBezTo>
                <a:cubicBezTo>
                  <a:pt x="426" y="1084"/>
                  <a:pt x="415" y="1078"/>
                  <a:pt x="403" y="1075"/>
                </a:cubicBezTo>
                <a:cubicBezTo>
                  <a:pt x="382" y="1065"/>
                  <a:pt x="376" y="1061"/>
                  <a:pt x="370" y="1062"/>
                </a:cubicBezTo>
                <a:cubicBezTo>
                  <a:pt x="331" y="1045"/>
                  <a:pt x="325" y="1046"/>
                  <a:pt x="320" y="1041"/>
                </a:cubicBezTo>
                <a:cubicBezTo>
                  <a:pt x="300" y="1035"/>
                  <a:pt x="297" y="1034"/>
                  <a:pt x="295" y="1035"/>
                </a:cubicBezTo>
                <a:cubicBezTo>
                  <a:pt x="257" y="1018"/>
                  <a:pt x="244" y="1017"/>
                  <a:pt x="232" y="1015"/>
                </a:cubicBezTo>
                <a:cubicBezTo>
                  <a:pt x="276" y="1032"/>
                  <a:pt x="287" y="1038"/>
                  <a:pt x="298" y="1040"/>
                </a:cubicBezTo>
                <a:cubicBezTo>
                  <a:pt x="343" y="1060"/>
                  <a:pt x="355" y="1062"/>
                  <a:pt x="366" y="1067"/>
                </a:cubicBezTo>
                <a:cubicBezTo>
                  <a:pt x="421" y="1094"/>
                  <a:pt x="428" y="1089"/>
                  <a:pt x="433" y="1097"/>
                </a:cubicBezTo>
                <a:cubicBezTo>
                  <a:pt x="477" y="1120"/>
                  <a:pt x="488" y="1124"/>
                  <a:pt x="499" y="1130"/>
                </a:cubicBezTo>
                <a:cubicBezTo>
                  <a:pt x="530" y="1153"/>
                  <a:pt x="538" y="1158"/>
                  <a:pt x="534" y="1161"/>
                </a:cubicBezTo>
                <a:cubicBezTo>
                  <a:pt x="497" y="1142"/>
                  <a:pt x="495" y="1135"/>
                  <a:pt x="492" y="1135"/>
                </a:cubicBezTo>
                <a:cubicBezTo>
                  <a:pt x="453" y="1119"/>
                  <a:pt x="442" y="1110"/>
                  <a:pt x="430" y="1105"/>
                </a:cubicBezTo>
                <a:cubicBezTo>
                  <a:pt x="399" y="1091"/>
                  <a:pt x="395" y="1089"/>
                  <a:pt x="392" y="1089"/>
                </a:cubicBezTo>
                <a:cubicBezTo>
                  <a:pt x="366" y="1080"/>
                  <a:pt x="361" y="1073"/>
                  <a:pt x="354" y="1073"/>
                </a:cubicBezTo>
                <a:cubicBezTo>
                  <a:pt x="272" y="1038"/>
                  <a:pt x="264" y="1045"/>
                  <a:pt x="258" y="1037"/>
                </a:cubicBezTo>
                <a:cubicBezTo>
                  <a:pt x="228" y="1020"/>
                  <a:pt x="224" y="1018"/>
                  <a:pt x="221" y="1018"/>
                </a:cubicBezTo>
                <a:cubicBezTo>
                  <a:pt x="190" y="1001"/>
                  <a:pt x="188" y="991"/>
                  <a:pt x="184" y="993"/>
                </a:cubicBezTo>
                <a:cubicBezTo>
                  <a:pt x="154" y="965"/>
                  <a:pt x="150" y="962"/>
                  <a:pt x="146" y="962"/>
                </a:cubicBezTo>
                <a:cubicBezTo>
                  <a:pt x="188" y="1003"/>
                  <a:pt x="191" y="1002"/>
                  <a:pt x="193" y="1006"/>
                </a:cubicBezTo>
                <a:cubicBezTo>
                  <a:pt x="231" y="1027"/>
                  <a:pt x="233" y="1033"/>
                  <a:pt x="236" y="1031"/>
                </a:cubicBezTo>
                <a:cubicBezTo>
                  <a:pt x="256" y="1046"/>
                  <a:pt x="258" y="1053"/>
                  <a:pt x="261" y="1051"/>
                </a:cubicBezTo>
                <a:cubicBezTo>
                  <a:pt x="284" y="1067"/>
                  <a:pt x="286" y="1072"/>
                  <a:pt x="288" y="1075"/>
                </a:cubicBezTo>
                <a:cubicBezTo>
                  <a:pt x="317" y="1095"/>
                  <a:pt x="323" y="1099"/>
                  <a:pt x="330" y="1104"/>
                </a:cubicBezTo>
                <a:cubicBezTo>
                  <a:pt x="350" y="1113"/>
                  <a:pt x="352" y="1114"/>
                  <a:pt x="355" y="1115"/>
                </a:cubicBezTo>
                <a:cubicBezTo>
                  <a:pt x="387" y="1132"/>
                  <a:pt x="392" y="1132"/>
                  <a:pt x="396" y="1137"/>
                </a:cubicBezTo>
                <a:cubicBezTo>
                  <a:pt x="442" y="1160"/>
                  <a:pt x="445" y="1159"/>
                  <a:pt x="447" y="1162"/>
                </a:cubicBezTo>
                <a:cubicBezTo>
                  <a:pt x="495" y="1178"/>
                  <a:pt x="504" y="1188"/>
                  <a:pt x="514" y="1189"/>
                </a:cubicBezTo>
                <a:cubicBezTo>
                  <a:pt x="545" y="1207"/>
                  <a:pt x="548" y="1205"/>
                  <a:pt x="550" y="1206"/>
                </a:cubicBezTo>
                <a:cubicBezTo>
                  <a:pt x="576" y="1222"/>
                  <a:pt x="581" y="1223"/>
                  <a:pt x="586" y="1229"/>
                </a:cubicBezTo>
                <a:cubicBezTo>
                  <a:pt x="606" y="1238"/>
                  <a:pt x="610" y="1248"/>
                  <a:pt x="615" y="1248"/>
                </a:cubicBezTo>
                <a:cubicBezTo>
                  <a:pt x="617" y="1257"/>
                  <a:pt x="606" y="1255"/>
                  <a:pt x="597" y="1245"/>
                </a:cubicBezTo>
                <a:cubicBezTo>
                  <a:pt x="545" y="1221"/>
                  <a:pt x="540" y="1217"/>
                  <a:pt x="534" y="1218"/>
                </a:cubicBezTo>
                <a:cubicBezTo>
                  <a:pt x="485" y="1200"/>
                  <a:pt x="482" y="1196"/>
                  <a:pt x="479" y="1193"/>
                </a:cubicBezTo>
                <a:cubicBezTo>
                  <a:pt x="454" y="1186"/>
                  <a:pt x="450" y="1184"/>
                  <a:pt x="446" y="1184"/>
                </a:cubicBezTo>
                <a:cubicBezTo>
                  <a:pt x="389" y="1155"/>
                  <a:pt x="374" y="1155"/>
                  <a:pt x="361" y="1140"/>
                </a:cubicBezTo>
                <a:cubicBezTo>
                  <a:pt x="332" y="1126"/>
                  <a:pt x="326" y="1117"/>
                  <a:pt x="318" y="1117"/>
                </a:cubicBezTo>
                <a:cubicBezTo>
                  <a:pt x="296" y="1099"/>
                  <a:pt x="291" y="1096"/>
                  <a:pt x="284" y="1096"/>
                </a:cubicBezTo>
                <a:cubicBezTo>
                  <a:pt x="297" y="1108"/>
                  <a:pt x="302" y="1107"/>
                  <a:pt x="305" y="1110"/>
                </a:cubicBezTo>
                <a:cubicBezTo>
                  <a:pt x="326" y="1125"/>
                  <a:pt x="329" y="1128"/>
                  <a:pt x="333" y="1134"/>
                </a:cubicBezTo>
                <a:cubicBezTo>
                  <a:pt x="387" y="1166"/>
                  <a:pt x="394" y="1176"/>
                  <a:pt x="401" y="1181"/>
                </a:cubicBezTo>
                <a:cubicBezTo>
                  <a:pt x="430" y="1196"/>
                  <a:pt x="433" y="1199"/>
                  <a:pt x="437" y="1204"/>
                </a:cubicBezTo>
                <a:cubicBezTo>
                  <a:pt x="480" y="1225"/>
                  <a:pt x="488" y="1230"/>
                  <a:pt x="496" y="1231"/>
                </a:cubicBezTo>
                <a:cubicBezTo>
                  <a:pt x="512" y="1244"/>
                  <a:pt x="515" y="1239"/>
                  <a:pt x="516" y="1244"/>
                </a:cubicBezTo>
                <a:cubicBezTo>
                  <a:pt x="550" y="1257"/>
                  <a:pt x="553" y="1259"/>
                  <a:pt x="557" y="1260"/>
                </a:cubicBezTo>
                <a:cubicBezTo>
                  <a:pt x="595" y="1278"/>
                  <a:pt x="602" y="1276"/>
                  <a:pt x="608" y="1283"/>
                </a:cubicBezTo>
                <a:cubicBezTo>
                  <a:pt x="633" y="1289"/>
                  <a:pt x="638" y="1292"/>
                  <a:pt x="642" y="1290"/>
                </a:cubicBezTo>
                <a:cubicBezTo>
                  <a:pt x="671" y="1306"/>
                  <a:pt x="673" y="1306"/>
                  <a:pt x="672" y="1309"/>
                </a:cubicBezTo>
                <a:cubicBezTo>
                  <a:pt x="688" y="1331"/>
                  <a:pt x="675" y="1322"/>
                  <a:pt x="660" y="1323"/>
                </a:cubicBezTo>
                <a:cubicBezTo>
                  <a:pt x="632" y="1317"/>
                  <a:pt x="625" y="1308"/>
                  <a:pt x="617" y="1311"/>
                </a:cubicBezTo>
                <a:cubicBezTo>
                  <a:pt x="588" y="1307"/>
                  <a:pt x="582" y="1296"/>
                  <a:pt x="574" y="1299"/>
                </a:cubicBezTo>
                <a:cubicBezTo>
                  <a:pt x="545" y="1291"/>
                  <a:pt x="539" y="1284"/>
                  <a:pt x="531" y="1284"/>
                </a:cubicBezTo>
                <a:cubicBezTo>
                  <a:pt x="518" y="1276"/>
                  <a:pt x="514" y="1277"/>
                  <a:pt x="511" y="1275"/>
                </a:cubicBezTo>
                <a:cubicBezTo>
                  <a:pt x="466" y="1250"/>
                  <a:pt x="462" y="1253"/>
                  <a:pt x="459" y="1247"/>
                </a:cubicBezTo>
                <a:cubicBezTo>
                  <a:pt x="425" y="1226"/>
                  <a:pt x="420" y="1229"/>
                  <a:pt x="418" y="1223"/>
                </a:cubicBezTo>
                <a:cubicBezTo>
                  <a:pt x="384" y="1200"/>
                  <a:pt x="381" y="1195"/>
                  <a:pt x="377" y="1196"/>
                </a:cubicBezTo>
                <a:cubicBezTo>
                  <a:pt x="435" y="1244"/>
                  <a:pt x="446" y="1249"/>
                  <a:pt x="456" y="1258"/>
                </a:cubicBezTo>
                <a:cubicBezTo>
                  <a:pt x="492" y="1278"/>
                  <a:pt x="498" y="1276"/>
                  <a:pt x="504" y="1280"/>
                </a:cubicBezTo>
                <a:cubicBezTo>
                  <a:pt x="525" y="1289"/>
                  <a:pt x="530" y="1291"/>
                  <a:pt x="536" y="1294"/>
                </a:cubicBezTo>
                <a:cubicBezTo>
                  <a:pt x="557" y="1301"/>
                  <a:pt x="562" y="1305"/>
                  <a:pt x="568" y="1306"/>
                </a:cubicBezTo>
                <a:cubicBezTo>
                  <a:pt x="590" y="1309"/>
                  <a:pt x="595" y="1319"/>
                  <a:pt x="601" y="1315"/>
                </a:cubicBezTo>
                <a:cubicBezTo>
                  <a:pt x="677" y="1338"/>
                  <a:pt x="682" y="1337"/>
                  <a:pt x="686" y="1337"/>
                </a:cubicBezTo>
                <a:cubicBezTo>
                  <a:pt x="717" y="1352"/>
                  <a:pt x="722" y="1353"/>
                  <a:pt x="726" y="1359"/>
                </a:cubicBezTo>
                <a:cubicBezTo>
                  <a:pt x="698" y="1354"/>
                  <a:pt x="691" y="1350"/>
                  <a:pt x="684" y="1349"/>
                </a:cubicBezTo>
                <a:cubicBezTo>
                  <a:pt x="670" y="1348"/>
                  <a:pt x="667" y="1343"/>
                  <a:pt x="663" y="1345"/>
                </a:cubicBezTo>
                <a:cubicBezTo>
                  <a:pt x="627" y="1341"/>
                  <a:pt x="624" y="1336"/>
                  <a:pt x="620" y="1338"/>
                </a:cubicBezTo>
                <a:cubicBezTo>
                  <a:pt x="560" y="1320"/>
                  <a:pt x="556" y="1320"/>
                  <a:pt x="553" y="1319"/>
                </a:cubicBezTo>
                <a:cubicBezTo>
                  <a:pt x="518" y="1303"/>
                  <a:pt x="512" y="1300"/>
                  <a:pt x="505" y="1300"/>
                </a:cubicBezTo>
                <a:cubicBezTo>
                  <a:pt x="488" y="1293"/>
                  <a:pt x="487" y="1289"/>
                  <a:pt x="485" y="1290"/>
                </a:cubicBezTo>
                <a:cubicBezTo>
                  <a:pt x="521" y="1315"/>
                  <a:pt x="524" y="1319"/>
                  <a:pt x="528" y="1318"/>
                </a:cubicBezTo>
                <a:cubicBezTo>
                  <a:pt x="566" y="1335"/>
                  <a:pt x="569" y="1341"/>
                  <a:pt x="572" y="1346"/>
                </a:cubicBezTo>
                <a:cubicBezTo>
                  <a:pt x="604" y="1356"/>
                  <a:pt x="608" y="1362"/>
                  <a:pt x="611" y="1366"/>
                </a:cubicBezTo>
                <a:cubicBezTo>
                  <a:pt x="652" y="1386"/>
                  <a:pt x="660" y="1398"/>
                  <a:pt x="669" y="1400"/>
                </a:cubicBezTo>
                <a:cubicBezTo>
                  <a:pt x="717" y="1420"/>
                  <a:pt x="721" y="1423"/>
                  <a:pt x="726" y="1423"/>
                </a:cubicBezTo>
                <a:cubicBezTo>
                  <a:pt x="789" y="1445"/>
                  <a:pt x="794" y="1444"/>
                  <a:pt x="799" y="1446"/>
                </a:cubicBezTo>
                <a:cubicBezTo>
                  <a:pt x="834" y="1455"/>
                  <a:pt x="839" y="1460"/>
                  <a:pt x="844" y="1460"/>
                </a:cubicBezTo>
                <a:cubicBezTo>
                  <a:pt x="868" y="1469"/>
                  <a:pt x="872" y="1468"/>
                  <a:pt x="870" y="1471"/>
                </a:cubicBezTo>
                <a:cubicBezTo>
                  <a:pt x="799" y="1494"/>
                  <a:pt x="796" y="1495"/>
                  <a:pt x="792" y="1497"/>
                </a:cubicBezTo>
                <a:cubicBezTo>
                  <a:pt x="807" y="1500"/>
                  <a:pt x="814" y="1498"/>
                  <a:pt x="821" y="1492"/>
                </a:cubicBezTo>
                <a:cubicBezTo>
                  <a:pt x="853" y="1487"/>
                  <a:pt x="846" y="1492"/>
                  <a:pt x="840" y="1492"/>
                </a:cubicBezTo>
                <a:cubicBezTo>
                  <a:pt x="845" y="1498"/>
                  <a:pt x="850" y="1500"/>
                  <a:pt x="857" y="1494"/>
                </a:cubicBezTo>
                <a:cubicBezTo>
                  <a:pt x="896" y="1495"/>
                  <a:pt x="902" y="1495"/>
                  <a:pt x="906" y="1499"/>
                </a:cubicBezTo>
                <a:cubicBezTo>
                  <a:pt x="937" y="1499"/>
                  <a:pt x="939" y="1509"/>
                  <a:pt x="944" y="1507"/>
                </a:cubicBezTo>
                <a:cubicBezTo>
                  <a:pt x="979" y="1513"/>
                  <a:pt x="980" y="1525"/>
                  <a:pt x="984" y="1518"/>
                </a:cubicBezTo>
                <a:close/>
                <a:moveTo>
                  <a:pt x="194" y="560"/>
                </a:moveTo>
                <a:cubicBezTo>
                  <a:pt x="193" y="556"/>
                  <a:pt x="197" y="560"/>
                  <a:pt x="199" y="563"/>
                </a:cubicBezTo>
                <a:cubicBezTo>
                  <a:pt x="200" y="567"/>
                  <a:pt x="196" y="563"/>
                  <a:pt x="194" y="560"/>
                </a:cubicBezTo>
                <a:close/>
                <a:moveTo>
                  <a:pt x="272" y="655"/>
                </a:moveTo>
                <a:cubicBezTo>
                  <a:pt x="271" y="660"/>
                  <a:pt x="274" y="665"/>
                  <a:pt x="273" y="670"/>
                </a:cubicBezTo>
                <a:cubicBezTo>
                  <a:pt x="266" y="671"/>
                  <a:pt x="272" y="661"/>
                  <a:pt x="269" y="657"/>
                </a:cubicBezTo>
                <a:cubicBezTo>
                  <a:pt x="270" y="652"/>
                  <a:pt x="269" y="647"/>
                  <a:pt x="268" y="641"/>
                </a:cubicBezTo>
                <a:cubicBezTo>
                  <a:pt x="275" y="641"/>
                  <a:pt x="269" y="651"/>
                  <a:pt x="272" y="655"/>
                </a:cubicBezTo>
                <a:close/>
                <a:moveTo>
                  <a:pt x="268" y="727"/>
                </a:moveTo>
                <a:cubicBezTo>
                  <a:pt x="276" y="724"/>
                  <a:pt x="273" y="733"/>
                  <a:pt x="279" y="738"/>
                </a:cubicBezTo>
                <a:cubicBezTo>
                  <a:pt x="274" y="741"/>
                  <a:pt x="272" y="730"/>
                  <a:pt x="268" y="727"/>
                </a:cubicBezTo>
                <a:close/>
                <a:moveTo>
                  <a:pt x="290" y="751"/>
                </a:moveTo>
                <a:cubicBezTo>
                  <a:pt x="298" y="753"/>
                  <a:pt x="300" y="766"/>
                  <a:pt x="303" y="772"/>
                </a:cubicBezTo>
                <a:cubicBezTo>
                  <a:pt x="296" y="771"/>
                  <a:pt x="298" y="758"/>
                  <a:pt x="290" y="751"/>
                </a:cubicBezTo>
                <a:close/>
                <a:moveTo>
                  <a:pt x="308" y="784"/>
                </a:moveTo>
                <a:cubicBezTo>
                  <a:pt x="319" y="781"/>
                  <a:pt x="311" y="795"/>
                  <a:pt x="318" y="801"/>
                </a:cubicBezTo>
                <a:cubicBezTo>
                  <a:pt x="308" y="801"/>
                  <a:pt x="317" y="790"/>
                  <a:pt x="308" y="784"/>
                </a:cubicBezTo>
                <a:close/>
                <a:moveTo>
                  <a:pt x="335" y="731"/>
                </a:moveTo>
                <a:cubicBezTo>
                  <a:pt x="331" y="739"/>
                  <a:pt x="333" y="748"/>
                  <a:pt x="329" y="756"/>
                </a:cubicBezTo>
                <a:cubicBezTo>
                  <a:pt x="331" y="839"/>
                  <a:pt x="330" y="829"/>
                  <a:pt x="331" y="827"/>
                </a:cubicBezTo>
                <a:cubicBezTo>
                  <a:pt x="322" y="788"/>
                  <a:pt x="320" y="778"/>
                  <a:pt x="322" y="769"/>
                </a:cubicBezTo>
                <a:cubicBezTo>
                  <a:pt x="318" y="724"/>
                  <a:pt x="317" y="720"/>
                  <a:pt x="317" y="717"/>
                </a:cubicBezTo>
                <a:cubicBezTo>
                  <a:pt x="318" y="666"/>
                  <a:pt x="315" y="662"/>
                  <a:pt x="318" y="659"/>
                </a:cubicBezTo>
                <a:cubicBezTo>
                  <a:pt x="321" y="617"/>
                  <a:pt x="325" y="610"/>
                  <a:pt x="326" y="603"/>
                </a:cubicBezTo>
                <a:cubicBezTo>
                  <a:pt x="329" y="554"/>
                  <a:pt x="337" y="551"/>
                  <a:pt x="334" y="546"/>
                </a:cubicBezTo>
                <a:cubicBezTo>
                  <a:pt x="340" y="528"/>
                  <a:pt x="337" y="525"/>
                  <a:pt x="340" y="524"/>
                </a:cubicBezTo>
                <a:cubicBezTo>
                  <a:pt x="358" y="455"/>
                  <a:pt x="361" y="441"/>
                  <a:pt x="367" y="427"/>
                </a:cubicBezTo>
                <a:cubicBezTo>
                  <a:pt x="372" y="400"/>
                  <a:pt x="369" y="396"/>
                  <a:pt x="372" y="393"/>
                </a:cubicBezTo>
                <a:cubicBezTo>
                  <a:pt x="373" y="371"/>
                  <a:pt x="375" y="370"/>
                  <a:pt x="377" y="374"/>
                </a:cubicBezTo>
                <a:cubicBezTo>
                  <a:pt x="377" y="403"/>
                  <a:pt x="376" y="410"/>
                  <a:pt x="376" y="417"/>
                </a:cubicBezTo>
                <a:cubicBezTo>
                  <a:pt x="376" y="432"/>
                  <a:pt x="379" y="436"/>
                  <a:pt x="376" y="439"/>
                </a:cubicBezTo>
                <a:cubicBezTo>
                  <a:pt x="374" y="475"/>
                  <a:pt x="370" y="478"/>
                  <a:pt x="372" y="482"/>
                </a:cubicBezTo>
                <a:cubicBezTo>
                  <a:pt x="363" y="531"/>
                  <a:pt x="358" y="537"/>
                  <a:pt x="363" y="545"/>
                </a:cubicBezTo>
                <a:cubicBezTo>
                  <a:pt x="349" y="586"/>
                  <a:pt x="354" y="590"/>
                  <a:pt x="351" y="593"/>
                </a:cubicBezTo>
                <a:cubicBezTo>
                  <a:pt x="346" y="626"/>
                  <a:pt x="344" y="633"/>
                  <a:pt x="342" y="640"/>
                </a:cubicBezTo>
                <a:cubicBezTo>
                  <a:pt x="338" y="668"/>
                  <a:pt x="336" y="675"/>
                  <a:pt x="335" y="682"/>
                </a:cubicBezTo>
                <a:close/>
                <a:moveTo>
                  <a:pt x="377" y="918"/>
                </a:moveTo>
                <a:cubicBezTo>
                  <a:pt x="384" y="917"/>
                  <a:pt x="377" y="927"/>
                  <a:pt x="384" y="931"/>
                </a:cubicBezTo>
                <a:cubicBezTo>
                  <a:pt x="377" y="932"/>
                  <a:pt x="376" y="921"/>
                  <a:pt x="377" y="918"/>
                </a:cubicBezTo>
                <a:close/>
                <a:moveTo>
                  <a:pt x="383" y="897"/>
                </a:moveTo>
                <a:cubicBezTo>
                  <a:pt x="382" y="892"/>
                  <a:pt x="387" y="897"/>
                  <a:pt x="385" y="899"/>
                </a:cubicBezTo>
                <a:cubicBezTo>
                  <a:pt x="387" y="902"/>
                  <a:pt x="385" y="904"/>
                  <a:pt x="388" y="907"/>
                </a:cubicBezTo>
                <a:cubicBezTo>
                  <a:pt x="387" y="914"/>
                  <a:pt x="383" y="899"/>
                  <a:pt x="383" y="897"/>
                </a:cubicBezTo>
                <a:close/>
                <a:moveTo>
                  <a:pt x="454" y="1071"/>
                </a:moveTo>
                <a:cubicBezTo>
                  <a:pt x="452" y="1070"/>
                  <a:pt x="449" y="1072"/>
                  <a:pt x="447" y="1068"/>
                </a:cubicBezTo>
                <a:cubicBezTo>
                  <a:pt x="405" y="1048"/>
                  <a:pt x="400" y="1045"/>
                  <a:pt x="395" y="1044"/>
                </a:cubicBezTo>
                <a:cubicBezTo>
                  <a:pt x="344" y="1022"/>
                  <a:pt x="338" y="1021"/>
                  <a:pt x="333" y="1018"/>
                </a:cubicBezTo>
                <a:cubicBezTo>
                  <a:pt x="314" y="1012"/>
                  <a:pt x="310" y="1001"/>
                  <a:pt x="304" y="1004"/>
                </a:cubicBezTo>
                <a:cubicBezTo>
                  <a:pt x="227" y="958"/>
                  <a:pt x="222" y="952"/>
                  <a:pt x="217" y="949"/>
                </a:cubicBezTo>
                <a:cubicBezTo>
                  <a:pt x="187" y="918"/>
                  <a:pt x="197" y="935"/>
                  <a:pt x="210" y="935"/>
                </a:cubicBezTo>
                <a:cubicBezTo>
                  <a:pt x="249" y="953"/>
                  <a:pt x="254" y="958"/>
                  <a:pt x="260" y="960"/>
                </a:cubicBezTo>
                <a:cubicBezTo>
                  <a:pt x="301" y="977"/>
                  <a:pt x="306" y="982"/>
                  <a:pt x="311" y="983"/>
                </a:cubicBezTo>
                <a:cubicBezTo>
                  <a:pt x="357" y="1005"/>
                  <a:pt x="360" y="1006"/>
                  <a:pt x="363" y="1007"/>
                </a:cubicBezTo>
                <a:cubicBezTo>
                  <a:pt x="404" y="1025"/>
                  <a:pt x="402" y="1033"/>
                  <a:pt x="409" y="1031"/>
                </a:cubicBezTo>
                <a:cubicBezTo>
                  <a:pt x="437" y="1049"/>
                  <a:pt x="439" y="1056"/>
                  <a:pt x="441" y="1053"/>
                </a:cubicBezTo>
                <a:cubicBezTo>
                  <a:pt x="464" y="1081"/>
                  <a:pt x="459" y="1076"/>
                  <a:pt x="454" y="1071"/>
                </a:cubicBezTo>
                <a:close/>
                <a:moveTo>
                  <a:pt x="268" y="1051"/>
                </a:moveTo>
                <a:cubicBezTo>
                  <a:pt x="271" y="1051"/>
                  <a:pt x="273" y="1052"/>
                  <a:pt x="276" y="1054"/>
                </a:cubicBezTo>
                <a:cubicBezTo>
                  <a:pt x="278" y="1059"/>
                  <a:pt x="270" y="1054"/>
                  <a:pt x="268" y="1051"/>
                </a:cubicBezTo>
                <a:close/>
                <a:moveTo>
                  <a:pt x="580" y="1214"/>
                </a:moveTo>
                <a:cubicBezTo>
                  <a:pt x="573" y="1211"/>
                  <a:pt x="567" y="1205"/>
                  <a:pt x="560" y="1205"/>
                </a:cubicBezTo>
                <a:cubicBezTo>
                  <a:pt x="529" y="1186"/>
                  <a:pt x="526" y="1184"/>
                  <a:pt x="522" y="1186"/>
                </a:cubicBezTo>
                <a:cubicBezTo>
                  <a:pt x="481" y="1169"/>
                  <a:pt x="479" y="1162"/>
                  <a:pt x="475" y="1164"/>
                </a:cubicBezTo>
                <a:cubicBezTo>
                  <a:pt x="441" y="1147"/>
                  <a:pt x="434" y="1148"/>
                  <a:pt x="428" y="1143"/>
                </a:cubicBezTo>
                <a:cubicBezTo>
                  <a:pt x="404" y="1135"/>
                  <a:pt x="402" y="1125"/>
                  <a:pt x="398" y="1127"/>
                </a:cubicBezTo>
                <a:cubicBezTo>
                  <a:pt x="345" y="1102"/>
                  <a:pt x="339" y="1102"/>
                  <a:pt x="333" y="1096"/>
                </a:cubicBezTo>
                <a:cubicBezTo>
                  <a:pt x="282" y="1057"/>
                  <a:pt x="286" y="1056"/>
                  <a:pt x="289" y="1061"/>
                </a:cubicBezTo>
                <a:cubicBezTo>
                  <a:pt x="303" y="1065"/>
                  <a:pt x="306" y="1064"/>
                  <a:pt x="309" y="1067"/>
                </a:cubicBezTo>
                <a:cubicBezTo>
                  <a:pt x="329" y="1073"/>
                  <a:pt x="332" y="1077"/>
                  <a:pt x="336" y="1075"/>
                </a:cubicBezTo>
                <a:cubicBezTo>
                  <a:pt x="382" y="1096"/>
                  <a:pt x="389" y="1094"/>
                  <a:pt x="395" y="1100"/>
                </a:cubicBezTo>
                <a:cubicBezTo>
                  <a:pt x="420" y="1110"/>
                  <a:pt x="426" y="1117"/>
                  <a:pt x="433" y="1116"/>
                </a:cubicBezTo>
                <a:cubicBezTo>
                  <a:pt x="475" y="1138"/>
                  <a:pt x="479" y="1137"/>
                  <a:pt x="482" y="1140"/>
                </a:cubicBezTo>
                <a:cubicBezTo>
                  <a:pt x="503" y="1150"/>
                  <a:pt x="505" y="1157"/>
                  <a:pt x="509" y="1155"/>
                </a:cubicBezTo>
                <a:cubicBezTo>
                  <a:pt x="552" y="1189"/>
                  <a:pt x="558" y="1193"/>
                  <a:pt x="565" y="1196"/>
                </a:cubicBezTo>
                <a:close/>
                <a:moveTo>
                  <a:pt x="617" y="1274"/>
                </a:moveTo>
                <a:cubicBezTo>
                  <a:pt x="613" y="1273"/>
                  <a:pt x="608" y="1272"/>
                  <a:pt x="604" y="1270"/>
                </a:cubicBezTo>
                <a:cubicBezTo>
                  <a:pt x="596" y="1264"/>
                  <a:pt x="587" y="1264"/>
                  <a:pt x="579" y="1258"/>
                </a:cubicBezTo>
                <a:cubicBezTo>
                  <a:pt x="575" y="1258"/>
                  <a:pt x="570" y="1256"/>
                  <a:pt x="566" y="1254"/>
                </a:cubicBezTo>
                <a:cubicBezTo>
                  <a:pt x="562" y="1252"/>
                  <a:pt x="558" y="1249"/>
                  <a:pt x="554" y="1249"/>
                </a:cubicBezTo>
                <a:cubicBezTo>
                  <a:pt x="546" y="1247"/>
                  <a:pt x="537" y="1243"/>
                  <a:pt x="529" y="1240"/>
                </a:cubicBezTo>
                <a:cubicBezTo>
                  <a:pt x="513" y="1231"/>
                  <a:pt x="495" y="1229"/>
                  <a:pt x="480" y="1216"/>
                </a:cubicBezTo>
                <a:cubicBezTo>
                  <a:pt x="475" y="1215"/>
                  <a:pt x="471" y="1216"/>
                  <a:pt x="467" y="1209"/>
                </a:cubicBezTo>
                <a:cubicBezTo>
                  <a:pt x="462" y="1214"/>
                  <a:pt x="460" y="1202"/>
                  <a:pt x="455" y="1204"/>
                </a:cubicBezTo>
                <a:cubicBezTo>
                  <a:pt x="447" y="1200"/>
                  <a:pt x="439" y="1194"/>
                  <a:pt x="431" y="1192"/>
                </a:cubicBezTo>
                <a:cubicBezTo>
                  <a:pt x="427" y="1188"/>
                  <a:pt x="424" y="1185"/>
                  <a:pt x="420" y="1184"/>
                </a:cubicBezTo>
                <a:cubicBezTo>
                  <a:pt x="419" y="1181"/>
                  <a:pt x="421" y="1183"/>
                  <a:pt x="423" y="1182"/>
                </a:cubicBezTo>
                <a:cubicBezTo>
                  <a:pt x="425" y="1182"/>
                  <a:pt x="427" y="1183"/>
                  <a:pt x="429" y="1186"/>
                </a:cubicBezTo>
                <a:cubicBezTo>
                  <a:pt x="434" y="1181"/>
                  <a:pt x="436" y="1194"/>
                  <a:pt x="441" y="1188"/>
                </a:cubicBezTo>
                <a:cubicBezTo>
                  <a:pt x="447" y="1196"/>
                  <a:pt x="456" y="1192"/>
                  <a:pt x="462" y="1199"/>
                </a:cubicBezTo>
                <a:cubicBezTo>
                  <a:pt x="464" y="1201"/>
                  <a:pt x="467" y="1198"/>
                  <a:pt x="468" y="1200"/>
                </a:cubicBezTo>
                <a:cubicBezTo>
                  <a:pt x="470" y="1204"/>
                  <a:pt x="472" y="1203"/>
                  <a:pt x="475" y="1201"/>
                </a:cubicBezTo>
                <a:cubicBezTo>
                  <a:pt x="477" y="1208"/>
                  <a:pt x="482" y="1201"/>
                  <a:pt x="484" y="1208"/>
                </a:cubicBezTo>
                <a:cubicBezTo>
                  <a:pt x="492" y="1207"/>
                  <a:pt x="499" y="1213"/>
                  <a:pt x="506" y="1216"/>
                </a:cubicBezTo>
                <a:cubicBezTo>
                  <a:pt x="515" y="1216"/>
                  <a:pt x="522" y="1222"/>
                  <a:pt x="530" y="1226"/>
                </a:cubicBezTo>
                <a:cubicBezTo>
                  <a:pt x="538" y="1225"/>
                  <a:pt x="545" y="1230"/>
                  <a:pt x="552" y="1235"/>
                </a:cubicBezTo>
                <a:cubicBezTo>
                  <a:pt x="556" y="1235"/>
                  <a:pt x="559" y="1239"/>
                  <a:pt x="563" y="1240"/>
                </a:cubicBezTo>
                <a:cubicBezTo>
                  <a:pt x="567" y="1242"/>
                  <a:pt x="571" y="1239"/>
                  <a:pt x="573" y="1246"/>
                </a:cubicBezTo>
                <a:cubicBezTo>
                  <a:pt x="581" y="1247"/>
                  <a:pt x="588" y="1254"/>
                  <a:pt x="595" y="1254"/>
                </a:cubicBezTo>
                <a:cubicBezTo>
                  <a:pt x="597" y="1256"/>
                  <a:pt x="598" y="1258"/>
                  <a:pt x="599" y="1260"/>
                </a:cubicBezTo>
                <a:cubicBezTo>
                  <a:pt x="604" y="1262"/>
                  <a:pt x="609" y="1265"/>
                  <a:pt x="614" y="1265"/>
                </a:cubicBezTo>
                <a:cubicBezTo>
                  <a:pt x="618" y="1269"/>
                  <a:pt x="623" y="1274"/>
                  <a:pt x="628" y="1274"/>
                </a:cubicBezTo>
                <a:cubicBezTo>
                  <a:pt x="629" y="1283"/>
                  <a:pt x="620" y="1272"/>
                  <a:pt x="617" y="1274"/>
                </a:cubicBezTo>
                <a:close/>
                <a:moveTo>
                  <a:pt x="805" y="1319"/>
                </a:moveTo>
                <a:cubicBezTo>
                  <a:pt x="807" y="1316"/>
                  <a:pt x="803" y="1312"/>
                  <a:pt x="802" y="1308"/>
                </a:cubicBezTo>
                <a:cubicBezTo>
                  <a:pt x="798" y="1300"/>
                  <a:pt x="801" y="1294"/>
                  <a:pt x="795" y="1286"/>
                </a:cubicBezTo>
                <a:cubicBezTo>
                  <a:pt x="796" y="1283"/>
                  <a:pt x="793" y="1279"/>
                  <a:pt x="792" y="1275"/>
                </a:cubicBezTo>
                <a:cubicBezTo>
                  <a:pt x="792" y="1271"/>
                  <a:pt x="789" y="1267"/>
                  <a:pt x="789" y="1263"/>
                </a:cubicBezTo>
                <a:cubicBezTo>
                  <a:pt x="784" y="1259"/>
                  <a:pt x="792" y="1257"/>
                  <a:pt x="786" y="1252"/>
                </a:cubicBezTo>
                <a:cubicBezTo>
                  <a:pt x="788" y="1249"/>
                  <a:pt x="782" y="1245"/>
                  <a:pt x="785" y="1242"/>
                </a:cubicBezTo>
                <a:cubicBezTo>
                  <a:pt x="779" y="1240"/>
                  <a:pt x="788" y="1232"/>
                  <a:pt x="782" y="1234"/>
                </a:cubicBezTo>
                <a:cubicBezTo>
                  <a:pt x="780" y="1230"/>
                  <a:pt x="785" y="1227"/>
                  <a:pt x="779" y="1223"/>
                </a:cubicBezTo>
                <a:cubicBezTo>
                  <a:pt x="777" y="1216"/>
                  <a:pt x="771" y="1208"/>
                  <a:pt x="775" y="1202"/>
                </a:cubicBezTo>
                <a:cubicBezTo>
                  <a:pt x="766" y="1186"/>
                  <a:pt x="772" y="1173"/>
                  <a:pt x="762" y="1157"/>
                </a:cubicBezTo>
                <a:cubicBezTo>
                  <a:pt x="762" y="1151"/>
                  <a:pt x="764" y="1145"/>
                  <a:pt x="759" y="1138"/>
                </a:cubicBezTo>
                <a:cubicBezTo>
                  <a:pt x="763" y="1133"/>
                  <a:pt x="757" y="1126"/>
                  <a:pt x="757" y="1120"/>
                </a:cubicBezTo>
                <a:cubicBezTo>
                  <a:pt x="762" y="1115"/>
                  <a:pt x="752" y="1107"/>
                  <a:pt x="757" y="1102"/>
                </a:cubicBezTo>
                <a:cubicBezTo>
                  <a:pt x="753" y="1095"/>
                  <a:pt x="756" y="1090"/>
                  <a:pt x="752" y="1084"/>
                </a:cubicBezTo>
                <a:cubicBezTo>
                  <a:pt x="757" y="1082"/>
                  <a:pt x="759" y="1092"/>
                  <a:pt x="763" y="1095"/>
                </a:cubicBezTo>
                <a:cubicBezTo>
                  <a:pt x="764" y="1101"/>
                  <a:pt x="771" y="1108"/>
                  <a:pt x="771" y="1113"/>
                </a:cubicBezTo>
                <a:cubicBezTo>
                  <a:pt x="774" y="1123"/>
                  <a:pt x="774" y="1132"/>
                  <a:pt x="777" y="1141"/>
                </a:cubicBezTo>
                <a:cubicBezTo>
                  <a:pt x="776" y="1145"/>
                  <a:pt x="777" y="1150"/>
                  <a:pt x="779" y="1155"/>
                </a:cubicBezTo>
                <a:cubicBezTo>
                  <a:pt x="776" y="1159"/>
                  <a:pt x="783" y="1164"/>
                  <a:pt x="780" y="1168"/>
                </a:cubicBezTo>
                <a:cubicBezTo>
                  <a:pt x="783" y="1178"/>
                  <a:pt x="783" y="1186"/>
                  <a:pt x="787" y="1196"/>
                </a:cubicBezTo>
                <a:cubicBezTo>
                  <a:pt x="784" y="1199"/>
                  <a:pt x="791" y="1205"/>
                  <a:pt x="788" y="1208"/>
                </a:cubicBezTo>
                <a:cubicBezTo>
                  <a:pt x="790" y="1213"/>
                  <a:pt x="790" y="1217"/>
                  <a:pt x="795" y="1222"/>
                </a:cubicBezTo>
                <a:cubicBezTo>
                  <a:pt x="789" y="1226"/>
                  <a:pt x="793" y="1231"/>
                  <a:pt x="797" y="1237"/>
                </a:cubicBezTo>
                <a:cubicBezTo>
                  <a:pt x="791" y="1240"/>
                  <a:pt x="797" y="1245"/>
                  <a:pt x="798" y="1249"/>
                </a:cubicBezTo>
                <a:cubicBezTo>
                  <a:pt x="792" y="1257"/>
                  <a:pt x="805" y="1267"/>
                  <a:pt x="800" y="1275"/>
                </a:cubicBezTo>
                <a:cubicBezTo>
                  <a:pt x="807" y="1281"/>
                  <a:pt x="801" y="1284"/>
                  <a:pt x="805" y="1290"/>
                </a:cubicBezTo>
                <a:cubicBezTo>
                  <a:pt x="807" y="1294"/>
                  <a:pt x="806" y="1298"/>
                  <a:pt x="806" y="1302"/>
                </a:cubicBezTo>
                <a:cubicBezTo>
                  <a:pt x="808" y="1311"/>
                  <a:pt x="809" y="1319"/>
                  <a:pt x="811" y="1328"/>
                </a:cubicBezTo>
                <a:cubicBezTo>
                  <a:pt x="805" y="1330"/>
                  <a:pt x="808" y="1322"/>
                  <a:pt x="805" y="1319"/>
                </a:cubicBezTo>
                <a:close/>
                <a:moveTo>
                  <a:pt x="825" y="1377"/>
                </a:moveTo>
                <a:cubicBezTo>
                  <a:pt x="822" y="1373"/>
                  <a:pt x="823" y="1369"/>
                  <a:pt x="818" y="1364"/>
                </a:cubicBezTo>
                <a:cubicBezTo>
                  <a:pt x="822" y="1360"/>
                  <a:pt x="813" y="1353"/>
                  <a:pt x="816" y="1349"/>
                </a:cubicBezTo>
                <a:cubicBezTo>
                  <a:pt x="810" y="1344"/>
                  <a:pt x="813" y="1340"/>
                  <a:pt x="808" y="1335"/>
                </a:cubicBezTo>
                <a:cubicBezTo>
                  <a:pt x="816" y="1330"/>
                  <a:pt x="814" y="1343"/>
                  <a:pt x="816" y="1346"/>
                </a:cubicBezTo>
                <a:cubicBezTo>
                  <a:pt x="821" y="1352"/>
                  <a:pt x="818" y="1356"/>
                  <a:pt x="824" y="1362"/>
                </a:cubicBezTo>
                <a:cubicBezTo>
                  <a:pt x="821" y="1369"/>
                  <a:pt x="831" y="1379"/>
                  <a:pt x="832" y="1388"/>
                </a:cubicBezTo>
                <a:cubicBezTo>
                  <a:pt x="826" y="1390"/>
                  <a:pt x="828" y="1380"/>
                  <a:pt x="825" y="1377"/>
                </a:cubicBezTo>
                <a:close/>
                <a:moveTo>
                  <a:pt x="750" y="1257"/>
                </a:moveTo>
                <a:cubicBezTo>
                  <a:pt x="752" y="1260"/>
                  <a:pt x="755" y="1264"/>
                  <a:pt x="757" y="1267"/>
                </a:cubicBezTo>
                <a:cubicBezTo>
                  <a:pt x="754" y="1272"/>
                  <a:pt x="762" y="1279"/>
                  <a:pt x="761" y="1284"/>
                </a:cubicBezTo>
                <a:cubicBezTo>
                  <a:pt x="759" y="1289"/>
                  <a:pt x="763" y="1294"/>
                  <a:pt x="764" y="1300"/>
                </a:cubicBezTo>
                <a:cubicBezTo>
                  <a:pt x="765" y="1305"/>
                  <a:pt x="771" y="1311"/>
                  <a:pt x="771" y="1317"/>
                </a:cubicBezTo>
                <a:cubicBezTo>
                  <a:pt x="774" y="1320"/>
                  <a:pt x="773" y="1322"/>
                  <a:pt x="774" y="1325"/>
                </a:cubicBezTo>
                <a:cubicBezTo>
                  <a:pt x="776" y="1327"/>
                  <a:pt x="778" y="1330"/>
                  <a:pt x="776" y="1332"/>
                </a:cubicBezTo>
                <a:cubicBezTo>
                  <a:pt x="783" y="1341"/>
                  <a:pt x="783" y="1356"/>
                  <a:pt x="792" y="1361"/>
                </a:cubicBezTo>
                <a:cubicBezTo>
                  <a:pt x="790" y="1363"/>
                  <a:pt x="793" y="1366"/>
                  <a:pt x="795" y="1369"/>
                </a:cubicBezTo>
                <a:cubicBezTo>
                  <a:pt x="797" y="1372"/>
                  <a:pt x="795" y="1374"/>
                  <a:pt x="798" y="1377"/>
                </a:cubicBezTo>
                <a:cubicBezTo>
                  <a:pt x="798" y="1382"/>
                  <a:pt x="807" y="1388"/>
                  <a:pt x="801" y="1392"/>
                </a:cubicBezTo>
                <a:cubicBezTo>
                  <a:pt x="779" y="1365"/>
                  <a:pt x="778" y="1342"/>
                  <a:pt x="763" y="1317"/>
                </a:cubicBezTo>
                <a:cubicBezTo>
                  <a:pt x="764" y="1312"/>
                  <a:pt x="764" y="1307"/>
                  <a:pt x="760" y="1301"/>
                </a:cubicBezTo>
                <a:cubicBezTo>
                  <a:pt x="762" y="1296"/>
                  <a:pt x="756" y="1291"/>
                  <a:pt x="757" y="1286"/>
                </a:cubicBezTo>
                <a:cubicBezTo>
                  <a:pt x="757" y="1281"/>
                  <a:pt x="754" y="1276"/>
                  <a:pt x="752" y="1271"/>
                </a:cubicBezTo>
                <a:cubicBezTo>
                  <a:pt x="754" y="1267"/>
                  <a:pt x="749" y="1261"/>
                  <a:pt x="750" y="1257"/>
                </a:cubicBezTo>
                <a:cubicBezTo>
                  <a:pt x="743" y="1251"/>
                  <a:pt x="755" y="1253"/>
                  <a:pt x="750" y="1257"/>
                </a:cubicBezTo>
                <a:close/>
                <a:moveTo>
                  <a:pt x="732" y="1176"/>
                </a:moveTo>
                <a:cubicBezTo>
                  <a:pt x="734" y="1178"/>
                  <a:pt x="734" y="1179"/>
                  <a:pt x="733" y="1180"/>
                </a:cubicBezTo>
                <a:cubicBezTo>
                  <a:pt x="737" y="1184"/>
                  <a:pt x="732" y="1187"/>
                  <a:pt x="737" y="1191"/>
                </a:cubicBezTo>
                <a:cubicBezTo>
                  <a:pt x="733" y="1195"/>
                  <a:pt x="740" y="1200"/>
                  <a:pt x="737" y="1205"/>
                </a:cubicBezTo>
                <a:cubicBezTo>
                  <a:pt x="734" y="1200"/>
                  <a:pt x="733" y="1196"/>
                  <a:pt x="736" y="1192"/>
                </a:cubicBezTo>
                <a:cubicBezTo>
                  <a:pt x="731" y="1185"/>
                  <a:pt x="731" y="1179"/>
                  <a:pt x="730" y="1172"/>
                </a:cubicBezTo>
                <a:cubicBezTo>
                  <a:pt x="733" y="1171"/>
                  <a:pt x="730" y="1174"/>
                  <a:pt x="732" y="1176"/>
                </a:cubicBezTo>
                <a:close/>
                <a:moveTo>
                  <a:pt x="727" y="1158"/>
                </a:moveTo>
                <a:cubicBezTo>
                  <a:pt x="726" y="1149"/>
                  <a:pt x="735" y="1168"/>
                  <a:pt x="728" y="1162"/>
                </a:cubicBezTo>
                <a:cubicBezTo>
                  <a:pt x="725" y="1160"/>
                  <a:pt x="728" y="1159"/>
                  <a:pt x="727" y="1158"/>
                </a:cubicBezTo>
                <a:close/>
                <a:moveTo>
                  <a:pt x="687" y="988"/>
                </a:moveTo>
                <a:cubicBezTo>
                  <a:pt x="686" y="980"/>
                  <a:pt x="691" y="972"/>
                  <a:pt x="688" y="963"/>
                </a:cubicBezTo>
                <a:cubicBezTo>
                  <a:pt x="690" y="939"/>
                  <a:pt x="692" y="942"/>
                  <a:pt x="690" y="943"/>
                </a:cubicBezTo>
                <a:cubicBezTo>
                  <a:pt x="691" y="958"/>
                  <a:pt x="690" y="959"/>
                  <a:pt x="692" y="961"/>
                </a:cubicBezTo>
                <a:cubicBezTo>
                  <a:pt x="692" y="977"/>
                  <a:pt x="693" y="981"/>
                  <a:pt x="692" y="985"/>
                </a:cubicBezTo>
                <a:cubicBezTo>
                  <a:pt x="698" y="1018"/>
                  <a:pt x="694" y="1026"/>
                  <a:pt x="698" y="1034"/>
                </a:cubicBezTo>
                <a:cubicBezTo>
                  <a:pt x="707" y="1091"/>
                  <a:pt x="704" y="1098"/>
                  <a:pt x="708" y="1107"/>
                </a:cubicBezTo>
                <a:cubicBezTo>
                  <a:pt x="711" y="1139"/>
                  <a:pt x="716" y="1148"/>
                  <a:pt x="715" y="1156"/>
                </a:cubicBezTo>
                <a:cubicBezTo>
                  <a:pt x="725" y="1197"/>
                  <a:pt x="729" y="1214"/>
                  <a:pt x="734" y="1231"/>
                </a:cubicBezTo>
                <a:cubicBezTo>
                  <a:pt x="749" y="1288"/>
                  <a:pt x="747" y="1296"/>
                  <a:pt x="752" y="1306"/>
                </a:cubicBezTo>
                <a:cubicBezTo>
                  <a:pt x="764" y="1347"/>
                  <a:pt x="773" y="1364"/>
                  <a:pt x="782" y="1381"/>
                </a:cubicBezTo>
                <a:cubicBezTo>
                  <a:pt x="746" y="1345"/>
                  <a:pt x="746" y="1340"/>
                  <a:pt x="740" y="1333"/>
                </a:cubicBezTo>
                <a:cubicBezTo>
                  <a:pt x="729" y="1298"/>
                  <a:pt x="730" y="1290"/>
                  <a:pt x="721" y="1280"/>
                </a:cubicBezTo>
                <a:cubicBezTo>
                  <a:pt x="713" y="1238"/>
                  <a:pt x="715" y="1234"/>
                  <a:pt x="712" y="1230"/>
                </a:cubicBezTo>
                <a:cubicBezTo>
                  <a:pt x="706" y="1195"/>
                  <a:pt x="704" y="1194"/>
                  <a:pt x="704" y="1193"/>
                </a:cubicBezTo>
                <a:cubicBezTo>
                  <a:pt x="701" y="1173"/>
                  <a:pt x="699" y="1164"/>
                  <a:pt x="699" y="1156"/>
                </a:cubicBezTo>
                <a:cubicBezTo>
                  <a:pt x="691" y="1100"/>
                  <a:pt x="690" y="1092"/>
                  <a:pt x="691" y="1084"/>
                </a:cubicBezTo>
                <a:close/>
                <a:moveTo>
                  <a:pt x="736" y="1347"/>
                </a:moveTo>
                <a:cubicBezTo>
                  <a:pt x="730" y="1348"/>
                  <a:pt x="730" y="1337"/>
                  <a:pt x="727" y="1334"/>
                </a:cubicBezTo>
                <a:cubicBezTo>
                  <a:pt x="734" y="1333"/>
                  <a:pt x="734" y="1344"/>
                  <a:pt x="736" y="1347"/>
                </a:cubicBezTo>
                <a:close/>
                <a:moveTo>
                  <a:pt x="678" y="1070"/>
                </a:moveTo>
                <a:cubicBezTo>
                  <a:pt x="684" y="1068"/>
                  <a:pt x="678" y="1073"/>
                  <a:pt x="680" y="1076"/>
                </a:cubicBezTo>
                <a:cubicBezTo>
                  <a:pt x="684" y="1082"/>
                  <a:pt x="675" y="1078"/>
                  <a:pt x="678" y="1070"/>
                </a:cubicBezTo>
                <a:close/>
                <a:moveTo>
                  <a:pt x="716" y="1310"/>
                </a:moveTo>
                <a:cubicBezTo>
                  <a:pt x="716" y="1305"/>
                  <a:pt x="710" y="1299"/>
                  <a:pt x="709" y="1294"/>
                </a:cubicBezTo>
                <a:cubicBezTo>
                  <a:pt x="710" y="1289"/>
                  <a:pt x="705" y="1283"/>
                  <a:pt x="706" y="1278"/>
                </a:cubicBezTo>
                <a:cubicBezTo>
                  <a:pt x="703" y="1275"/>
                  <a:pt x="704" y="1272"/>
                  <a:pt x="705" y="1270"/>
                </a:cubicBezTo>
                <a:cubicBezTo>
                  <a:pt x="702" y="1269"/>
                  <a:pt x="703" y="1267"/>
                  <a:pt x="702" y="1264"/>
                </a:cubicBezTo>
                <a:cubicBezTo>
                  <a:pt x="697" y="1253"/>
                  <a:pt x="697" y="1242"/>
                  <a:pt x="693" y="1230"/>
                </a:cubicBezTo>
                <a:cubicBezTo>
                  <a:pt x="694" y="1225"/>
                  <a:pt x="691" y="1219"/>
                  <a:pt x="693" y="1214"/>
                </a:cubicBezTo>
                <a:cubicBezTo>
                  <a:pt x="689" y="1208"/>
                  <a:pt x="692" y="1204"/>
                  <a:pt x="692" y="1199"/>
                </a:cubicBezTo>
                <a:cubicBezTo>
                  <a:pt x="686" y="1180"/>
                  <a:pt x="684" y="1162"/>
                  <a:pt x="683" y="1144"/>
                </a:cubicBezTo>
                <a:cubicBezTo>
                  <a:pt x="684" y="1135"/>
                  <a:pt x="679" y="1126"/>
                  <a:pt x="682" y="1117"/>
                </a:cubicBezTo>
                <a:cubicBezTo>
                  <a:pt x="676" y="1107"/>
                  <a:pt x="683" y="1100"/>
                  <a:pt x="679" y="1090"/>
                </a:cubicBezTo>
                <a:cubicBezTo>
                  <a:pt x="684" y="1088"/>
                  <a:pt x="681" y="1096"/>
                  <a:pt x="682" y="1099"/>
                </a:cubicBezTo>
                <a:cubicBezTo>
                  <a:pt x="682" y="1102"/>
                  <a:pt x="683" y="1106"/>
                  <a:pt x="682" y="1109"/>
                </a:cubicBezTo>
                <a:cubicBezTo>
                  <a:pt x="684" y="1117"/>
                  <a:pt x="686" y="1124"/>
                  <a:pt x="683" y="1130"/>
                </a:cubicBezTo>
                <a:cubicBezTo>
                  <a:pt x="686" y="1138"/>
                  <a:pt x="688" y="1145"/>
                  <a:pt x="689" y="1153"/>
                </a:cubicBezTo>
                <a:cubicBezTo>
                  <a:pt x="687" y="1156"/>
                  <a:pt x="691" y="1160"/>
                  <a:pt x="692" y="1164"/>
                </a:cubicBezTo>
                <a:cubicBezTo>
                  <a:pt x="687" y="1167"/>
                  <a:pt x="693" y="1171"/>
                  <a:pt x="690" y="1173"/>
                </a:cubicBezTo>
                <a:cubicBezTo>
                  <a:pt x="694" y="1180"/>
                  <a:pt x="697" y="1187"/>
                  <a:pt x="696" y="1193"/>
                </a:cubicBezTo>
                <a:cubicBezTo>
                  <a:pt x="697" y="1196"/>
                  <a:pt x="697" y="1199"/>
                  <a:pt x="698" y="1203"/>
                </a:cubicBezTo>
                <a:cubicBezTo>
                  <a:pt x="696" y="1206"/>
                  <a:pt x="702" y="1210"/>
                  <a:pt x="699" y="1212"/>
                </a:cubicBezTo>
                <a:cubicBezTo>
                  <a:pt x="702" y="1225"/>
                  <a:pt x="703" y="1237"/>
                  <a:pt x="707" y="1250"/>
                </a:cubicBezTo>
                <a:cubicBezTo>
                  <a:pt x="708" y="1274"/>
                  <a:pt x="726" y="1302"/>
                  <a:pt x="727" y="1326"/>
                </a:cubicBezTo>
                <a:cubicBezTo>
                  <a:pt x="721" y="1327"/>
                  <a:pt x="718" y="1315"/>
                  <a:pt x="716" y="1310"/>
                </a:cubicBezTo>
                <a:close/>
                <a:moveTo>
                  <a:pt x="591" y="1343"/>
                </a:moveTo>
                <a:cubicBezTo>
                  <a:pt x="583" y="1344"/>
                  <a:pt x="576" y="1334"/>
                  <a:pt x="568" y="1336"/>
                </a:cubicBezTo>
                <a:cubicBezTo>
                  <a:pt x="565" y="1330"/>
                  <a:pt x="572" y="1336"/>
                  <a:pt x="574" y="1334"/>
                </a:cubicBezTo>
                <a:cubicBezTo>
                  <a:pt x="577" y="1336"/>
                  <a:pt x="579" y="1334"/>
                  <a:pt x="582" y="1336"/>
                </a:cubicBezTo>
                <a:cubicBezTo>
                  <a:pt x="587" y="1339"/>
                  <a:pt x="593" y="1337"/>
                  <a:pt x="598" y="1344"/>
                </a:cubicBezTo>
                <a:cubicBezTo>
                  <a:pt x="607" y="1344"/>
                  <a:pt x="617" y="1346"/>
                  <a:pt x="627" y="1347"/>
                </a:cubicBezTo>
                <a:cubicBezTo>
                  <a:pt x="632" y="1349"/>
                  <a:pt x="637" y="1350"/>
                  <a:pt x="642" y="1350"/>
                </a:cubicBezTo>
                <a:cubicBezTo>
                  <a:pt x="646" y="1353"/>
                  <a:pt x="651" y="1353"/>
                  <a:pt x="655" y="1354"/>
                </a:cubicBezTo>
                <a:cubicBezTo>
                  <a:pt x="661" y="1352"/>
                  <a:pt x="665" y="1356"/>
                  <a:pt x="671" y="1356"/>
                </a:cubicBezTo>
                <a:cubicBezTo>
                  <a:pt x="675" y="1357"/>
                  <a:pt x="680" y="1358"/>
                  <a:pt x="684" y="1360"/>
                </a:cubicBezTo>
                <a:cubicBezTo>
                  <a:pt x="693" y="1361"/>
                  <a:pt x="702" y="1366"/>
                  <a:pt x="711" y="1364"/>
                </a:cubicBezTo>
                <a:cubicBezTo>
                  <a:pt x="722" y="1373"/>
                  <a:pt x="735" y="1372"/>
                  <a:pt x="746" y="1380"/>
                </a:cubicBezTo>
                <a:cubicBezTo>
                  <a:pt x="750" y="1379"/>
                  <a:pt x="753" y="1379"/>
                  <a:pt x="755" y="1381"/>
                </a:cubicBezTo>
                <a:cubicBezTo>
                  <a:pt x="757" y="1389"/>
                  <a:pt x="762" y="1379"/>
                  <a:pt x="764" y="1386"/>
                </a:cubicBezTo>
                <a:cubicBezTo>
                  <a:pt x="770" y="1383"/>
                  <a:pt x="774" y="1394"/>
                  <a:pt x="781" y="1390"/>
                </a:cubicBezTo>
                <a:cubicBezTo>
                  <a:pt x="782" y="1393"/>
                  <a:pt x="784" y="1395"/>
                  <a:pt x="786" y="1394"/>
                </a:cubicBezTo>
                <a:cubicBezTo>
                  <a:pt x="786" y="1397"/>
                  <a:pt x="786" y="1399"/>
                  <a:pt x="789" y="1398"/>
                </a:cubicBezTo>
                <a:cubicBezTo>
                  <a:pt x="792" y="1398"/>
                  <a:pt x="795" y="1403"/>
                  <a:pt x="798" y="1407"/>
                </a:cubicBezTo>
                <a:cubicBezTo>
                  <a:pt x="791" y="1410"/>
                  <a:pt x="786" y="1403"/>
                  <a:pt x="780" y="1404"/>
                </a:cubicBezTo>
                <a:cubicBezTo>
                  <a:pt x="774" y="1399"/>
                  <a:pt x="768" y="1401"/>
                  <a:pt x="763" y="1395"/>
                </a:cubicBezTo>
                <a:cubicBezTo>
                  <a:pt x="758" y="1394"/>
                  <a:pt x="753" y="1395"/>
                  <a:pt x="749" y="1391"/>
                </a:cubicBezTo>
                <a:cubicBezTo>
                  <a:pt x="745" y="1391"/>
                  <a:pt x="741" y="1390"/>
                  <a:pt x="737" y="1389"/>
                </a:cubicBezTo>
                <a:cubicBezTo>
                  <a:pt x="729" y="1388"/>
                  <a:pt x="721" y="1384"/>
                  <a:pt x="713" y="1382"/>
                </a:cubicBezTo>
                <a:cubicBezTo>
                  <a:pt x="705" y="1380"/>
                  <a:pt x="696" y="1378"/>
                  <a:pt x="688" y="1376"/>
                </a:cubicBezTo>
                <a:cubicBezTo>
                  <a:pt x="679" y="1375"/>
                  <a:pt x="671" y="1373"/>
                  <a:pt x="664" y="1369"/>
                </a:cubicBezTo>
                <a:cubicBezTo>
                  <a:pt x="661" y="1368"/>
                  <a:pt x="658" y="1370"/>
                  <a:pt x="656" y="1366"/>
                </a:cubicBezTo>
                <a:cubicBezTo>
                  <a:pt x="654" y="1367"/>
                  <a:pt x="653" y="1364"/>
                  <a:pt x="650" y="1365"/>
                </a:cubicBezTo>
                <a:cubicBezTo>
                  <a:pt x="647" y="1361"/>
                  <a:pt x="642" y="1366"/>
                  <a:pt x="639" y="1360"/>
                </a:cubicBezTo>
                <a:cubicBezTo>
                  <a:pt x="630" y="1360"/>
                  <a:pt x="623" y="1356"/>
                  <a:pt x="615" y="1353"/>
                </a:cubicBezTo>
                <a:cubicBezTo>
                  <a:pt x="607" y="1348"/>
                  <a:pt x="599" y="1348"/>
                  <a:pt x="591" y="1343"/>
                </a:cubicBezTo>
                <a:close/>
                <a:moveTo>
                  <a:pt x="862" y="1455"/>
                </a:moveTo>
                <a:cubicBezTo>
                  <a:pt x="859" y="1456"/>
                  <a:pt x="857" y="1456"/>
                  <a:pt x="854" y="1453"/>
                </a:cubicBezTo>
                <a:cubicBezTo>
                  <a:pt x="849" y="1453"/>
                  <a:pt x="844" y="1449"/>
                  <a:pt x="838" y="1448"/>
                </a:cubicBezTo>
                <a:cubicBezTo>
                  <a:pt x="828" y="1443"/>
                  <a:pt x="817" y="1443"/>
                  <a:pt x="807" y="1438"/>
                </a:cubicBezTo>
                <a:cubicBezTo>
                  <a:pt x="796" y="1436"/>
                  <a:pt x="786" y="1431"/>
                  <a:pt x="775" y="1431"/>
                </a:cubicBezTo>
                <a:cubicBezTo>
                  <a:pt x="771" y="1424"/>
                  <a:pt x="764" y="1431"/>
                  <a:pt x="759" y="1424"/>
                </a:cubicBezTo>
                <a:cubicBezTo>
                  <a:pt x="754" y="1427"/>
                  <a:pt x="750" y="1419"/>
                  <a:pt x="744" y="1422"/>
                </a:cubicBezTo>
                <a:cubicBezTo>
                  <a:pt x="734" y="1413"/>
                  <a:pt x="722" y="1416"/>
                  <a:pt x="712" y="1410"/>
                </a:cubicBezTo>
                <a:cubicBezTo>
                  <a:pt x="707" y="1405"/>
                  <a:pt x="700" y="1410"/>
                  <a:pt x="696" y="1402"/>
                </a:cubicBezTo>
                <a:cubicBezTo>
                  <a:pt x="690" y="1403"/>
                  <a:pt x="685" y="1401"/>
                  <a:pt x="681" y="1397"/>
                </a:cubicBezTo>
                <a:cubicBezTo>
                  <a:pt x="670" y="1394"/>
                  <a:pt x="660" y="1389"/>
                  <a:pt x="650" y="1384"/>
                </a:cubicBezTo>
                <a:cubicBezTo>
                  <a:pt x="646" y="1377"/>
                  <a:pt x="639" y="1382"/>
                  <a:pt x="635" y="1374"/>
                </a:cubicBezTo>
                <a:cubicBezTo>
                  <a:pt x="629" y="1374"/>
                  <a:pt x="625" y="1367"/>
                  <a:pt x="620" y="1368"/>
                </a:cubicBezTo>
                <a:cubicBezTo>
                  <a:pt x="619" y="1366"/>
                  <a:pt x="618" y="1364"/>
                  <a:pt x="616" y="1363"/>
                </a:cubicBezTo>
                <a:cubicBezTo>
                  <a:pt x="626" y="1363"/>
                  <a:pt x="635" y="1369"/>
                  <a:pt x="644" y="1372"/>
                </a:cubicBezTo>
                <a:cubicBezTo>
                  <a:pt x="654" y="1376"/>
                  <a:pt x="663" y="1379"/>
                  <a:pt x="673" y="1381"/>
                </a:cubicBezTo>
                <a:cubicBezTo>
                  <a:pt x="677" y="1385"/>
                  <a:pt x="682" y="1385"/>
                  <a:pt x="687" y="1387"/>
                </a:cubicBezTo>
                <a:cubicBezTo>
                  <a:pt x="690" y="1386"/>
                  <a:pt x="693" y="1387"/>
                  <a:pt x="695" y="1390"/>
                </a:cubicBezTo>
                <a:cubicBezTo>
                  <a:pt x="697" y="1387"/>
                  <a:pt x="699" y="1389"/>
                  <a:pt x="701" y="1391"/>
                </a:cubicBezTo>
                <a:cubicBezTo>
                  <a:pt x="706" y="1386"/>
                  <a:pt x="709" y="1395"/>
                  <a:pt x="715" y="1392"/>
                </a:cubicBezTo>
                <a:cubicBezTo>
                  <a:pt x="716" y="1396"/>
                  <a:pt x="720" y="1392"/>
                  <a:pt x="722" y="1394"/>
                </a:cubicBezTo>
                <a:cubicBezTo>
                  <a:pt x="724" y="1395"/>
                  <a:pt x="726" y="1396"/>
                  <a:pt x="728" y="1398"/>
                </a:cubicBezTo>
                <a:cubicBezTo>
                  <a:pt x="733" y="1400"/>
                  <a:pt x="738" y="1398"/>
                  <a:pt x="743" y="1401"/>
                </a:cubicBezTo>
                <a:cubicBezTo>
                  <a:pt x="748" y="1400"/>
                  <a:pt x="751" y="1407"/>
                  <a:pt x="757" y="1402"/>
                </a:cubicBezTo>
                <a:cubicBezTo>
                  <a:pt x="766" y="1410"/>
                  <a:pt x="776" y="1411"/>
                  <a:pt x="786" y="1416"/>
                </a:cubicBezTo>
                <a:cubicBezTo>
                  <a:pt x="796" y="1416"/>
                  <a:pt x="804" y="1425"/>
                  <a:pt x="814" y="1425"/>
                </a:cubicBezTo>
                <a:cubicBezTo>
                  <a:pt x="822" y="1434"/>
                  <a:pt x="833" y="1431"/>
                  <a:pt x="841" y="1438"/>
                </a:cubicBezTo>
                <a:cubicBezTo>
                  <a:pt x="850" y="1444"/>
                  <a:pt x="859" y="1451"/>
                  <a:pt x="868" y="1453"/>
                </a:cubicBezTo>
                <a:cubicBezTo>
                  <a:pt x="871" y="1458"/>
                  <a:pt x="863" y="1458"/>
                  <a:pt x="862" y="1455"/>
                </a:cubicBezTo>
                <a:close/>
                <a:moveTo>
                  <a:pt x="840" y="1425"/>
                </a:moveTo>
                <a:cubicBezTo>
                  <a:pt x="842" y="1424"/>
                  <a:pt x="844" y="1423"/>
                  <a:pt x="846" y="1421"/>
                </a:cubicBezTo>
                <a:cubicBezTo>
                  <a:pt x="847" y="1424"/>
                  <a:pt x="849" y="1426"/>
                  <a:pt x="851" y="1428"/>
                </a:cubicBezTo>
                <a:cubicBezTo>
                  <a:pt x="846" y="1432"/>
                  <a:pt x="843" y="1428"/>
                  <a:pt x="840" y="1425"/>
                </a:cubicBezTo>
                <a:close/>
                <a:moveTo>
                  <a:pt x="860" y="1430"/>
                </a:moveTo>
                <a:cubicBezTo>
                  <a:pt x="863" y="1427"/>
                  <a:pt x="855" y="1422"/>
                  <a:pt x="857" y="1419"/>
                </a:cubicBezTo>
                <a:cubicBezTo>
                  <a:pt x="837" y="1377"/>
                  <a:pt x="840" y="1373"/>
                  <a:pt x="834" y="1368"/>
                </a:cubicBezTo>
                <a:cubicBezTo>
                  <a:pt x="825" y="1337"/>
                  <a:pt x="822" y="1332"/>
                  <a:pt x="822" y="1328"/>
                </a:cubicBezTo>
                <a:cubicBezTo>
                  <a:pt x="816" y="1281"/>
                  <a:pt x="809" y="1272"/>
                  <a:pt x="808" y="1263"/>
                </a:cubicBezTo>
                <a:cubicBezTo>
                  <a:pt x="805" y="1231"/>
                  <a:pt x="802" y="1222"/>
                  <a:pt x="799" y="1214"/>
                </a:cubicBezTo>
                <a:cubicBezTo>
                  <a:pt x="788" y="1155"/>
                  <a:pt x="788" y="1147"/>
                  <a:pt x="784" y="1139"/>
                </a:cubicBezTo>
                <a:cubicBezTo>
                  <a:pt x="801" y="1169"/>
                  <a:pt x="802" y="1172"/>
                  <a:pt x="804" y="1175"/>
                </a:cubicBezTo>
                <a:cubicBezTo>
                  <a:pt x="817" y="1231"/>
                  <a:pt x="820" y="1237"/>
                  <a:pt x="819" y="1242"/>
                </a:cubicBezTo>
                <a:cubicBezTo>
                  <a:pt x="835" y="1298"/>
                  <a:pt x="831" y="1303"/>
                  <a:pt x="835" y="1309"/>
                </a:cubicBezTo>
                <a:cubicBezTo>
                  <a:pt x="846" y="1364"/>
                  <a:pt x="845" y="1369"/>
                  <a:pt x="847" y="1375"/>
                </a:cubicBezTo>
                <a:cubicBezTo>
                  <a:pt x="855" y="1404"/>
                  <a:pt x="856" y="1406"/>
                  <a:pt x="859" y="1409"/>
                </a:cubicBezTo>
                <a:close/>
                <a:moveTo>
                  <a:pt x="866" y="1401"/>
                </a:moveTo>
                <a:cubicBezTo>
                  <a:pt x="866" y="1396"/>
                  <a:pt x="864" y="1391"/>
                  <a:pt x="863" y="1385"/>
                </a:cubicBezTo>
                <a:cubicBezTo>
                  <a:pt x="855" y="1379"/>
                  <a:pt x="863" y="1375"/>
                  <a:pt x="856" y="1368"/>
                </a:cubicBezTo>
                <a:cubicBezTo>
                  <a:pt x="856" y="1363"/>
                  <a:pt x="852" y="1357"/>
                  <a:pt x="856" y="1353"/>
                </a:cubicBezTo>
                <a:cubicBezTo>
                  <a:pt x="852" y="1352"/>
                  <a:pt x="853" y="1350"/>
                  <a:pt x="852" y="1347"/>
                </a:cubicBezTo>
                <a:cubicBezTo>
                  <a:pt x="854" y="1345"/>
                  <a:pt x="848" y="1345"/>
                  <a:pt x="851" y="1343"/>
                </a:cubicBezTo>
                <a:cubicBezTo>
                  <a:pt x="850" y="1337"/>
                  <a:pt x="848" y="1332"/>
                  <a:pt x="848" y="1326"/>
                </a:cubicBezTo>
                <a:cubicBezTo>
                  <a:pt x="845" y="1321"/>
                  <a:pt x="846" y="1316"/>
                  <a:pt x="844" y="1310"/>
                </a:cubicBezTo>
                <a:cubicBezTo>
                  <a:pt x="841" y="1304"/>
                  <a:pt x="846" y="1300"/>
                  <a:pt x="840" y="1294"/>
                </a:cubicBezTo>
                <a:cubicBezTo>
                  <a:pt x="845" y="1289"/>
                  <a:pt x="838" y="1283"/>
                  <a:pt x="837" y="1278"/>
                </a:cubicBezTo>
                <a:cubicBezTo>
                  <a:pt x="837" y="1272"/>
                  <a:pt x="834" y="1267"/>
                  <a:pt x="833" y="1261"/>
                </a:cubicBezTo>
                <a:cubicBezTo>
                  <a:pt x="833" y="1251"/>
                  <a:pt x="827" y="1240"/>
                  <a:pt x="829" y="1230"/>
                </a:cubicBezTo>
                <a:cubicBezTo>
                  <a:pt x="823" y="1208"/>
                  <a:pt x="819" y="1186"/>
                  <a:pt x="806" y="1163"/>
                </a:cubicBezTo>
                <a:cubicBezTo>
                  <a:pt x="810" y="1161"/>
                  <a:pt x="812" y="1170"/>
                  <a:pt x="815" y="1172"/>
                </a:cubicBezTo>
                <a:cubicBezTo>
                  <a:pt x="819" y="1171"/>
                  <a:pt x="816" y="1174"/>
                  <a:pt x="818" y="1176"/>
                </a:cubicBezTo>
                <a:cubicBezTo>
                  <a:pt x="819" y="1178"/>
                  <a:pt x="821" y="1180"/>
                  <a:pt x="822" y="1181"/>
                </a:cubicBezTo>
                <a:cubicBezTo>
                  <a:pt x="823" y="1187"/>
                  <a:pt x="828" y="1193"/>
                  <a:pt x="828" y="1198"/>
                </a:cubicBezTo>
                <a:cubicBezTo>
                  <a:pt x="828" y="1203"/>
                  <a:pt x="835" y="1209"/>
                  <a:pt x="834" y="1213"/>
                </a:cubicBezTo>
                <a:cubicBezTo>
                  <a:pt x="837" y="1218"/>
                  <a:pt x="836" y="1223"/>
                  <a:pt x="839" y="1228"/>
                </a:cubicBezTo>
                <a:cubicBezTo>
                  <a:pt x="846" y="1234"/>
                  <a:pt x="837" y="1237"/>
                  <a:pt x="844" y="1243"/>
                </a:cubicBezTo>
                <a:cubicBezTo>
                  <a:pt x="842" y="1245"/>
                  <a:pt x="847" y="1249"/>
                  <a:pt x="845" y="1251"/>
                </a:cubicBezTo>
                <a:cubicBezTo>
                  <a:pt x="845" y="1253"/>
                  <a:pt x="845" y="1255"/>
                  <a:pt x="847" y="1257"/>
                </a:cubicBezTo>
                <a:cubicBezTo>
                  <a:pt x="845" y="1262"/>
                  <a:pt x="849" y="1267"/>
                  <a:pt x="849" y="1272"/>
                </a:cubicBezTo>
                <a:cubicBezTo>
                  <a:pt x="851" y="1282"/>
                  <a:pt x="851" y="1291"/>
                  <a:pt x="856" y="1301"/>
                </a:cubicBezTo>
                <a:cubicBezTo>
                  <a:pt x="855" y="1321"/>
                  <a:pt x="863" y="1343"/>
                  <a:pt x="860" y="1363"/>
                </a:cubicBezTo>
                <a:cubicBezTo>
                  <a:pt x="865" y="1372"/>
                  <a:pt x="865" y="1380"/>
                  <a:pt x="868" y="1389"/>
                </a:cubicBezTo>
                <a:cubicBezTo>
                  <a:pt x="870" y="1398"/>
                  <a:pt x="875" y="1407"/>
                  <a:pt x="873" y="1415"/>
                </a:cubicBezTo>
                <a:cubicBezTo>
                  <a:pt x="867" y="1416"/>
                  <a:pt x="868" y="1405"/>
                  <a:pt x="866" y="1401"/>
                </a:cubicBezTo>
                <a:close/>
                <a:moveTo>
                  <a:pt x="872" y="1421"/>
                </a:moveTo>
                <a:cubicBezTo>
                  <a:pt x="878" y="1421"/>
                  <a:pt x="879" y="1433"/>
                  <a:pt x="881" y="1437"/>
                </a:cubicBezTo>
                <a:cubicBezTo>
                  <a:pt x="873" y="1437"/>
                  <a:pt x="876" y="1426"/>
                  <a:pt x="872" y="1421"/>
                </a:cubicBezTo>
                <a:close/>
                <a:moveTo>
                  <a:pt x="0" y="157"/>
                </a:move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1" y="157"/>
                  <a:pt x="1" y="157"/>
                </a:cubicBezTo>
                <a:cubicBezTo>
                  <a:pt x="1" y="157"/>
                  <a:pt x="0" y="157"/>
                  <a:pt x="0" y="157"/>
                </a:cubicBezTo>
                <a:close/>
                <a:moveTo>
                  <a:pt x="1990" y="177"/>
                </a:moveTo>
                <a:cubicBezTo>
                  <a:pt x="1986" y="177"/>
                  <a:pt x="1989" y="180"/>
                  <a:pt x="1988" y="183"/>
                </a:cubicBezTo>
                <a:cubicBezTo>
                  <a:pt x="1987" y="200"/>
                  <a:pt x="1977" y="199"/>
                  <a:pt x="1977" y="203"/>
                </a:cubicBezTo>
                <a:cubicBezTo>
                  <a:pt x="1972" y="214"/>
                  <a:pt x="1973" y="215"/>
                  <a:pt x="1974" y="213"/>
                </a:cubicBezTo>
                <a:cubicBezTo>
                  <a:pt x="1987" y="201"/>
                  <a:pt x="1986" y="193"/>
                  <a:pt x="1988" y="190"/>
                </a:cubicBezTo>
                <a:cubicBezTo>
                  <a:pt x="2008" y="131"/>
                  <a:pt x="2015" y="118"/>
                  <a:pt x="2014" y="109"/>
                </a:cubicBezTo>
                <a:cubicBezTo>
                  <a:pt x="2029" y="70"/>
                  <a:pt x="2030" y="64"/>
                  <a:pt x="2028" y="63"/>
                </a:cubicBezTo>
                <a:cubicBezTo>
                  <a:pt x="2038" y="12"/>
                  <a:pt x="2039" y="6"/>
                  <a:pt x="2040" y="0"/>
                </a:cubicBezTo>
                <a:cubicBezTo>
                  <a:pt x="2031" y="29"/>
                  <a:pt x="2029" y="44"/>
                  <a:pt x="2027" y="60"/>
                </a:cubicBezTo>
                <a:cubicBezTo>
                  <a:pt x="2025" y="57"/>
                  <a:pt x="2024" y="42"/>
                  <a:pt x="2025" y="26"/>
                </a:cubicBezTo>
                <a:cubicBezTo>
                  <a:pt x="2026" y="2"/>
                  <a:pt x="2026" y="1"/>
                  <a:pt x="2026" y="0"/>
                </a:cubicBezTo>
                <a:cubicBezTo>
                  <a:pt x="2013" y="63"/>
                  <a:pt x="2011" y="101"/>
                  <a:pt x="2002" y="142"/>
                </a:cubicBezTo>
                <a:close/>
                <a:moveTo>
                  <a:pt x="1971" y="192"/>
                </a:moveTo>
                <a:cubicBezTo>
                  <a:pt x="1982" y="160"/>
                  <a:pt x="1984" y="143"/>
                  <a:pt x="1990" y="113"/>
                </a:cubicBezTo>
                <a:cubicBezTo>
                  <a:pt x="1986" y="110"/>
                  <a:pt x="1995" y="99"/>
                  <a:pt x="1991" y="95"/>
                </a:cubicBezTo>
                <a:cubicBezTo>
                  <a:pt x="1992" y="88"/>
                  <a:pt x="1993" y="81"/>
                  <a:pt x="1992" y="75"/>
                </a:cubicBezTo>
                <a:cubicBezTo>
                  <a:pt x="1995" y="62"/>
                  <a:pt x="1995" y="49"/>
                  <a:pt x="1995" y="37"/>
                </a:cubicBezTo>
                <a:cubicBezTo>
                  <a:pt x="1992" y="36"/>
                  <a:pt x="1994" y="32"/>
                  <a:pt x="1995" y="28"/>
                </a:cubicBezTo>
                <a:cubicBezTo>
                  <a:pt x="1995" y="25"/>
                  <a:pt x="1993" y="23"/>
                  <a:pt x="1996" y="19"/>
                </a:cubicBezTo>
                <a:cubicBezTo>
                  <a:pt x="1993" y="18"/>
                  <a:pt x="1995" y="14"/>
                  <a:pt x="1996" y="10"/>
                </a:cubicBezTo>
                <a:cubicBezTo>
                  <a:pt x="1992" y="9"/>
                  <a:pt x="1996" y="4"/>
                  <a:pt x="1997" y="0"/>
                </a:cubicBezTo>
                <a:cubicBezTo>
                  <a:pt x="1988" y="0"/>
                  <a:pt x="1988" y="0"/>
                  <a:pt x="1988" y="0"/>
                </a:cubicBezTo>
                <a:cubicBezTo>
                  <a:pt x="1987" y="6"/>
                  <a:pt x="1987" y="11"/>
                  <a:pt x="1987" y="17"/>
                </a:cubicBezTo>
                <a:cubicBezTo>
                  <a:pt x="1989" y="40"/>
                  <a:pt x="1987" y="66"/>
                  <a:pt x="1985" y="91"/>
                </a:cubicBezTo>
                <a:cubicBezTo>
                  <a:pt x="1985" y="113"/>
                  <a:pt x="1977" y="140"/>
                  <a:pt x="1977" y="166"/>
                </a:cubicBezTo>
                <a:cubicBezTo>
                  <a:pt x="1969" y="169"/>
                  <a:pt x="1977" y="178"/>
                  <a:pt x="1971" y="178"/>
                </a:cubicBezTo>
                <a:cubicBezTo>
                  <a:pt x="1975" y="184"/>
                  <a:pt x="1964" y="188"/>
                  <a:pt x="1971" y="192"/>
                </a:cubicBezTo>
                <a:close/>
                <a:moveTo>
                  <a:pt x="1900" y="50"/>
                </a:moveTo>
                <a:cubicBezTo>
                  <a:pt x="1902" y="34"/>
                  <a:pt x="1906" y="17"/>
                  <a:pt x="1908" y="0"/>
                </a:cubicBezTo>
                <a:cubicBezTo>
                  <a:pt x="1903" y="0"/>
                  <a:pt x="1903" y="0"/>
                  <a:pt x="1903" y="0"/>
                </a:cubicBezTo>
                <a:cubicBezTo>
                  <a:pt x="1902" y="2"/>
                  <a:pt x="1902" y="4"/>
                  <a:pt x="1902" y="5"/>
                </a:cubicBezTo>
                <a:cubicBezTo>
                  <a:pt x="1900" y="13"/>
                  <a:pt x="1899" y="20"/>
                  <a:pt x="1900" y="27"/>
                </a:cubicBezTo>
                <a:cubicBezTo>
                  <a:pt x="1900" y="31"/>
                  <a:pt x="1894" y="37"/>
                  <a:pt x="1899" y="38"/>
                </a:cubicBezTo>
                <a:cubicBezTo>
                  <a:pt x="1899" y="42"/>
                  <a:pt x="1892" y="50"/>
                  <a:pt x="1900" y="50"/>
                </a:cubicBezTo>
                <a:close/>
                <a:moveTo>
                  <a:pt x="1772" y="0"/>
                </a:moveTo>
                <a:cubicBezTo>
                  <a:pt x="1766" y="0"/>
                  <a:pt x="1766" y="0"/>
                  <a:pt x="1766" y="0"/>
                </a:cubicBezTo>
                <a:cubicBezTo>
                  <a:pt x="1761" y="13"/>
                  <a:pt x="1756" y="25"/>
                  <a:pt x="1752" y="35"/>
                </a:cubicBezTo>
                <a:cubicBezTo>
                  <a:pt x="1750" y="40"/>
                  <a:pt x="1748" y="48"/>
                  <a:pt x="1746" y="54"/>
                </a:cubicBezTo>
                <a:cubicBezTo>
                  <a:pt x="1744" y="62"/>
                  <a:pt x="1740" y="68"/>
                  <a:pt x="1743" y="74"/>
                </a:cubicBezTo>
                <a:cubicBezTo>
                  <a:pt x="1751" y="51"/>
                  <a:pt x="1761" y="26"/>
                  <a:pt x="1772" y="0"/>
                </a:cubicBezTo>
                <a:close/>
                <a:moveTo>
                  <a:pt x="2038" y="266"/>
                </a:moveTo>
                <a:cubicBezTo>
                  <a:pt x="2058" y="233"/>
                  <a:pt x="2063" y="188"/>
                  <a:pt x="2074" y="152"/>
                </a:cubicBezTo>
                <a:cubicBezTo>
                  <a:pt x="2076" y="145"/>
                  <a:pt x="2072" y="141"/>
                  <a:pt x="2075" y="134"/>
                </a:cubicBezTo>
                <a:cubicBezTo>
                  <a:pt x="2079" y="120"/>
                  <a:pt x="2079" y="118"/>
                  <a:pt x="2084" y="105"/>
                </a:cubicBezTo>
                <a:cubicBezTo>
                  <a:pt x="2087" y="93"/>
                  <a:pt x="2091" y="81"/>
                  <a:pt x="2094" y="69"/>
                </a:cubicBezTo>
                <a:cubicBezTo>
                  <a:pt x="2098" y="46"/>
                  <a:pt x="2102" y="24"/>
                  <a:pt x="2107" y="0"/>
                </a:cubicBezTo>
                <a:cubicBezTo>
                  <a:pt x="2098" y="0"/>
                  <a:pt x="2098" y="0"/>
                  <a:pt x="2098" y="0"/>
                </a:cubicBezTo>
                <a:cubicBezTo>
                  <a:pt x="2096" y="14"/>
                  <a:pt x="2093" y="27"/>
                  <a:pt x="2092" y="39"/>
                </a:cubicBezTo>
                <a:cubicBezTo>
                  <a:pt x="2091" y="44"/>
                  <a:pt x="2089" y="50"/>
                  <a:pt x="2087" y="56"/>
                </a:cubicBezTo>
                <a:cubicBezTo>
                  <a:pt x="2085" y="62"/>
                  <a:pt x="2082" y="67"/>
                  <a:pt x="2085" y="71"/>
                </a:cubicBezTo>
                <a:cubicBezTo>
                  <a:pt x="2084" y="75"/>
                  <a:pt x="2082" y="75"/>
                  <a:pt x="2082" y="72"/>
                </a:cubicBezTo>
                <a:cubicBezTo>
                  <a:pt x="2081" y="70"/>
                  <a:pt x="2081" y="68"/>
                  <a:pt x="2082" y="66"/>
                </a:cubicBezTo>
                <a:cubicBezTo>
                  <a:pt x="2081" y="61"/>
                  <a:pt x="2084" y="55"/>
                  <a:pt x="2081" y="52"/>
                </a:cubicBezTo>
                <a:cubicBezTo>
                  <a:pt x="2085" y="41"/>
                  <a:pt x="2079" y="34"/>
                  <a:pt x="2083" y="23"/>
                </a:cubicBezTo>
                <a:cubicBezTo>
                  <a:pt x="2083" y="18"/>
                  <a:pt x="2079" y="16"/>
                  <a:pt x="2083" y="9"/>
                </a:cubicBezTo>
                <a:cubicBezTo>
                  <a:pt x="2081" y="7"/>
                  <a:pt x="2081" y="4"/>
                  <a:pt x="2081" y="0"/>
                </a:cubicBezTo>
                <a:cubicBezTo>
                  <a:pt x="2074" y="0"/>
                  <a:pt x="2074" y="0"/>
                  <a:pt x="2074" y="0"/>
                </a:cubicBezTo>
                <a:cubicBezTo>
                  <a:pt x="2074" y="7"/>
                  <a:pt x="2074" y="13"/>
                  <a:pt x="2073" y="20"/>
                </a:cubicBezTo>
                <a:cubicBezTo>
                  <a:pt x="2077" y="23"/>
                  <a:pt x="2070" y="32"/>
                  <a:pt x="2075" y="34"/>
                </a:cubicBezTo>
                <a:cubicBezTo>
                  <a:pt x="2073" y="40"/>
                  <a:pt x="2073" y="46"/>
                  <a:pt x="2075" y="50"/>
                </a:cubicBezTo>
                <a:cubicBezTo>
                  <a:pt x="2074" y="71"/>
                  <a:pt x="2074" y="91"/>
                  <a:pt x="2072" y="113"/>
                </a:cubicBezTo>
                <a:cubicBezTo>
                  <a:pt x="2068" y="119"/>
                  <a:pt x="2065" y="134"/>
                  <a:pt x="2058" y="145"/>
                </a:cubicBezTo>
                <a:cubicBezTo>
                  <a:pt x="2057" y="151"/>
                  <a:pt x="2055" y="156"/>
                  <a:pt x="2053" y="162"/>
                </a:cubicBezTo>
                <a:cubicBezTo>
                  <a:pt x="2052" y="167"/>
                  <a:pt x="2048" y="174"/>
                  <a:pt x="2054" y="175"/>
                </a:cubicBezTo>
                <a:cubicBezTo>
                  <a:pt x="2055" y="173"/>
                  <a:pt x="2057" y="173"/>
                  <a:pt x="2058" y="170"/>
                </a:cubicBezTo>
                <a:cubicBezTo>
                  <a:pt x="2058" y="166"/>
                  <a:pt x="2062" y="165"/>
                  <a:pt x="2059" y="164"/>
                </a:cubicBezTo>
                <a:cubicBezTo>
                  <a:pt x="2063" y="161"/>
                  <a:pt x="2063" y="151"/>
                  <a:pt x="2068" y="150"/>
                </a:cubicBezTo>
                <a:cubicBezTo>
                  <a:pt x="2058" y="193"/>
                  <a:pt x="2055" y="210"/>
                  <a:pt x="2042" y="252"/>
                </a:cubicBezTo>
                <a:cubicBezTo>
                  <a:pt x="2041" y="255"/>
                  <a:pt x="2033" y="262"/>
                  <a:pt x="2038" y="266"/>
                </a:cubicBezTo>
                <a:close/>
                <a:moveTo>
                  <a:pt x="1895" y="189"/>
                </a:moveTo>
                <a:cubicBezTo>
                  <a:pt x="1897" y="183"/>
                  <a:pt x="1898" y="177"/>
                  <a:pt x="1900" y="171"/>
                </a:cubicBezTo>
                <a:cubicBezTo>
                  <a:pt x="1902" y="165"/>
                  <a:pt x="1905" y="159"/>
                  <a:pt x="1903" y="155"/>
                </a:cubicBezTo>
                <a:cubicBezTo>
                  <a:pt x="1908" y="155"/>
                  <a:pt x="1907" y="144"/>
                  <a:pt x="1910" y="139"/>
                </a:cubicBezTo>
                <a:cubicBezTo>
                  <a:pt x="1911" y="117"/>
                  <a:pt x="1919" y="102"/>
                  <a:pt x="1918" y="80"/>
                </a:cubicBezTo>
                <a:cubicBezTo>
                  <a:pt x="1925" y="53"/>
                  <a:pt x="1931" y="26"/>
                  <a:pt x="1935" y="0"/>
                </a:cubicBezTo>
                <a:cubicBezTo>
                  <a:pt x="1927" y="0"/>
                  <a:pt x="1927" y="0"/>
                  <a:pt x="1927" y="0"/>
                </a:cubicBezTo>
                <a:cubicBezTo>
                  <a:pt x="1924" y="22"/>
                  <a:pt x="1917" y="43"/>
                  <a:pt x="1916" y="66"/>
                </a:cubicBezTo>
                <a:cubicBezTo>
                  <a:pt x="1911" y="100"/>
                  <a:pt x="1901" y="137"/>
                  <a:pt x="1896" y="171"/>
                </a:cubicBezTo>
                <a:cubicBezTo>
                  <a:pt x="1890" y="184"/>
                  <a:pt x="1893" y="192"/>
                  <a:pt x="1885" y="198"/>
                </a:cubicBezTo>
                <a:cubicBezTo>
                  <a:pt x="1892" y="201"/>
                  <a:pt x="1893" y="196"/>
                  <a:pt x="1895" y="189"/>
                </a:cubicBezTo>
                <a:close/>
                <a:moveTo>
                  <a:pt x="1767" y="129"/>
                </a:moveTo>
                <a:cubicBezTo>
                  <a:pt x="1770" y="127"/>
                  <a:pt x="1772" y="124"/>
                  <a:pt x="1772" y="119"/>
                </a:cubicBezTo>
                <a:cubicBezTo>
                  <a:pt x="1772" y="117"/>
                  <a:pt x="1771" y="107"/>
                  <a:pt x="1776" y="108"/>
                </a:cubicBezTo>
                <a:cubicBezTo>
                  <a:pt x="1778" y="97"/>
                  <a:pt x="1778" y="98"/>
                  <a:pt x="1780" y="87"/>
                </a:cubicBezTo>
                <a:cubicBezTo>
                  <a:pt x="1787" y="80"/>
                  <a:pt x="1788" y="63"/>
                  <a:pt x="1792" y="52"/>
                </a:cubicBezTo>
                <a:cubicBezTo>
                  <a:pt x="1797" y="50"/>
                  <a:pt x="1795" y="46"/>
                  <a:pt x="1795" y="42"/>
                </a:cubicBezTo>
                <a:cubicBezTo>
                  <a:pt x="1801" y="41"/>
                  <a:pt x="1800" y="29"/>
                  <a:pt x="1803" y="23"/>
                </a:cubicBezTo>
                <a:cubicBezTo>
                  <a:pt x="1807" y="19"/>
                  <a:pt x="1808" y="9"/>
                  <a:pt x="1813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802" y="14"/>
                  <a:pt x="1797" y="27"/>
                  <a:pt x="1791" y="40"/>
                </a:cubicBezTo>
                <a:cubicBezTo>
                  <a:pt x="1787" y="56"/>
                  <a:pt x="1782" y="71"/>
                  <a:pt x="1778" y="86"/>
                </a:cubicBezTo>
                <a:cubicBezTo>
                  <a:pt x="1773" y="92"/>
                  <a:pt x="1776" y="96"/>
                  <a:pt x="1772" y="105"/>
                </a:cubicBezTo>
                <a:cubicBezTo>
                  <a:pt x="1771" y="109"/>
                  <a:pt x="1770" y="113"/>
                  <a:pt x="1768" y="118"/>
                </a:cubicBezTo>
                <a:cubicBezTo>
                  <a:pt x="1769" y="121"/>
                  <a:pt x="1763" y="128"/>
                  <a:pt x="1767" y="129"/>
                </a:cubicBezTo>
                <a:close/>
                <a:moveTo>
                  <a:pt x="1848" y="80"/>
                </a:moveTo>
                <a:cubicBezTo>
                  <a:pt x="1847" y="84"/>
                  <a:pt x="1845" y="88"/>
                  <a:pt x="1844" y="92"/>
                </a:cubicBezTo>
                <a:cubicBezTo>
                  <a:pt x="1848" y="94"/>
                  <a:pt x="1842" y="102"/>
                  <a:pt x="1845" y="104"/>
                </a:cubicBezTo>
                <a:cubicBezTo>
                  <a:pt x="1847" y="108"/>
                  <a:pt x="1844" y="114"/>
                  <a:pt x="1843" y="119"/>
                </a:cubicBezTo>
                <a:cubicBezTo>
                  <a:pt x="1845" y="122"/>
                  <a:pt x="1846" y="126"/>
                  <a:pt x="1844" y="131"/>
                </a:cubicBezTo>
                <a:cubicBezTo>
                  <a:pt x="1846" y="134"/>
                  <a:pt x="1845" y="140"/>
                  <a:pt x="1847" y="143"/>
                </a:cubicBezTo>
                <a:cubicBezTo>
                  <a:pt x="1851" y="119"/>
                  <a:pt x="1849" y="97"/>
                  <a:pt x="1852" y="72"/>
                </a:cubicBezTo>
                <a:cubicBezTo>
                  <a:pt x="1854" y="60"/>
                  <a:pt x="1855" y="47"/>
                  <a:pt x="1857" y="35"/>
                </a:cubicBezTo>
                <a:cubicBezTo>
                  <a:pt x="1862" y="18"/>
                  <a:pt x="1862" y="14"/>
                  <a:pt x="1865" y="0"/>
                </a:cubicBezTo>
                <a:cubicBezTo>
                  <a:pt x="1858" y="0"/>
                  <a:pt x="1858" y="0"/>
                  <a:pt x="1858" y="0"/>
                </a:cubicBezTo>
                <a:cubicBezTo>
                  <a:pt x="1853" y="28"/>
                  <a:pt x="1846" y="56"/>
                  <a:pt x="1848" y="80"/>
                </a:cubicBezTo>
                <a:close/>
                <a:moveTo>
                  <a:pt x="1862" y="259"/>
                </a:moveTo>
                <a:cubicBezTo>
                  <a:pt x="1858" y="265"/>
                  <a:pt x="1862" y="266"/>
                  <a:pt x="1858" y="267"/>
                </a:cubicBezTo>
                <a:cubicBezTo>
                  <a:pt x="1856" y="268"/>
                  <a:pt x="1856" y="277"/>
                  <a:pt x="1857" y="276"/>
                </a:cubicBezTo>
                <a:cubicBezTo>
                  <a:pt x="1867" y="260"/>
                  <a:pt x="1877" y="244"/>
                  <a:pt x="1888" y="228"/>
                </a:cubicBezTo>
                <a:cubicBezTo>
                  <a:pt x="1900" y="211"/>
                  <a:pt x="1905" y="198"/>
                  <a:pt x="1914" y="177"/>
                </a:cubicBezTo>
                <a:cubicBezTo>
                  <a:pt x="1927" y="132"/>
                  <a:pt x="1941" y="88"/>
                  <a:pt x="1954" y="52"/>
                </a:cubicBezTo>
                <a:cubicBezTo>
                  <a:pt x="1954" y="42"/>
                  <a:pt x="1959" y="30"/>
                  <a:pt x="1959" y="20"/>
                </a:cubicBezTo>
                <a:cubicBezTo>
                  <a:pt x="1962" y="9"/>
                  <a:pt x="1964" y="8"/>
                  <a:pt x="1965" y="0"/>
                </a:cubicBezTo>
                <a:cubicBezTo>
                  <a:pt x="1957" y="0"/>
                  <a:pt x="1957" y="0"/>
                  <a:pt x="1957" y="0"/>
                </a:cubicBezTo>
                <a:cubicBezTo>
                  <a:pt x="1955" y="6"/>
                  <a:pt x="1953" y="13"/>
                  <a:pt x="1952" y="20"/>
                </a:cubicBezTo>
                <a:cubicBezTo>
                  <a:pt x="1952" y="30"/>
                  <a:pt x="1948" y="34"/>
                  <a:pt x="1948" y="42"/>
                </a:cubicBezTo>
                <a:cubicBezTo>
                  <a:pt x="1936" y="87"/>
                  <a:pt x="1917" y="124"/>
                  <a:pt x="1909" y="171"/>
                </a:cubicBezTo>
                <a:cubicBezTo>
                  <a:pt x="1904" y="174"/>
                  <a:pt x="1904" y="184"/>
                  <a:pt x="1901" y="191"/>
                </a:cubicBezTo>
                <a:cubicBezTo>
                  <a:pt x="1900" y="195"/>
                  <a:pt x="1897" y="195"/>
                  <a:pt x="1896" y="199"/>
                </a:cubicBezTo>
                <a:cubicBezTo>
                  <a:pt x="1894" y="202"/>
                  <a:pt x="1896" y="211"/>
                  <a:pt x="1891" y="209"/>
                </a:cubicBezTo>
                <a:cubicBezTo>
                  <a:pt x="1890" y="218"/>
                  <a:pt x="1886" y="223"/>
                  <a:pt x="1881" y="226"/>
                </a:cubicBezTo>
                <a:cubicBezTo>
                  <a:pt x="1880" y="236"/>
                  <a:pt x="1874" y="238"/>
                  <a:pt x="1872" y="249"/>
                </a:cubicBezTo>
                <a:cubicBezTo>
                  <a:pt x="1869" y="248"/>
                  <a:pt x="1870" y="254"/>
                  <a:pt x="1866" y="254"/>
                </a:cubicBezTo>
                <a:cubicBezTo>
                  <a:pt x="1861" y="255"/>
                  <a:pt x="1868" y="260"/>
                  <a:pt x="1862" y="25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1E1E0581-3B45-45FA-909D-956C5BA8C3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" y="1111"/>
                </a:moveTo>
                <a:cubicBezTo>
                  <a:pt x="45" y="1096"/>
                  <a:pt x="58" y="1080"/>
                  <a:pt x="69" y="1061"/>
                </a:cubicBezTo>
                <a:cubicBezTo>
                  <a:pt x="72" y="1054"/>
                  <a:pt x="75" y="1047"/>
                  <a:pt x="78" y="1040"/>
                </a:cubicBezTo>
                <a:cubicBezTo>
                  <a:pt x="69" y="1034"/>
                  <a:pt x="72" y="1054"/>
                  <a:pt x="66" y="1052"/>
                </a:cubicBezTo>
                <a:cubicBezTo>
                  <a:pt x="66" y="1060"/>
                  <a:pt x="61" y="1061"/>
                  <a:pt x="58" y="1070"/>
                </a:cubicBezTo>
                <a:cubicBezTo>
                  <a:pt x="53" y="1075"/>
                  <a:pt x="48" y="1080"/>
                  <a:pt x="44" y="1086"/>
                </a:cubicBezTo>
                <a:cubicBezTo>
                  <a:pt x="43" y="1091"/>
                  <a:pt x="39" y="1088"/>
                  <a:pt x="38" y="1095"/>
                </a:cubicBezTo>
                <a:cubicBezTo>
                  <a:pt x="33" y="1091"/>
                  <a:pt x="35" y="1105"/>
                  <a:pt x="31" y="1101"/>
                </a:cubicBezTo>
                <a:cubicBezTo>
                  <a:pt x="26" y="1106"/>
                  <a:pt x="21" y="1111"/>
                  <a:pt x="17" y="1117"/>
                </a:cubicBezTo>
                <a:cubicBezTo>
                  <a:pt x="15" y="1119"/>
                  <a:pt x="12" y="1120"/>
                  <a:pt x="9" y="1123"/>
                </a:cubicBezTo>
                <a:cubicBezTo>
                  <a:pt x="6" y="1123"/>
                  <a:pt x="6" y="1131"/>
                  <a:pt x="2" y="1129"/>
                </a:cubicBezTo>
                <a:cubicBezTo>
                  <a:pt x="1" y="1130"/>
                  <a:pt x="1" y="1131"/>
                  <a:pt x="0" y="1131"/>
                </a:cubicBezTo>
                <a:cubicBezTo>
                  <a:pt x="0" y="1141"/>
                  <a:pt x="0" y="1141"/>
                  <a:pt x="0" y="1141"/>
                </a:cubicBezTo>
                <a:cubicBezTo>
                  <a:pt x="4" y="1138"/>
                  <a:pt x="7" y="1136"/>
                  <a:pt x="10" y="1133"/>
                </a:cubicBezTo>
                <a:cubicBezTo>
                  <a:pt x="17" y="1124"/>
                  <a:pt x="24" y="1117"/>
                  <a:pt x="31" y="1111"/>
                </a:cubicBezTo>
                <a:close/>
                <a:moveTo>
                  <a:pt x="15" y="1054"/>
                </a:moveTo>
                <a:cubicBezTo>
                  <a:pt x="19" y="1046"/>
                  <a:pt x="26" y="1046"/>
                  <a:pt x="31" y="1040"/>
                </a:cubicBezTo>
                <a:cubicBezTo>
                  <a:pt x="35" y="1041"/>
                  <a:pt x="36" y="1033"/>
                  <a:pt x="40" y="1034"/>
                </a:cubicBezTo>
                <a:cubicBezTo>
                  <a:pt x="43" y="1031"/>
                  <a:pt x="45" y="1026"/>
                  <a:pt x="48" y="1026"/>
                </a:cubicBezTo>
                <a:cubicBezTo>
                  <a:pt x="49" y="1024"/>
                  <a:pt x="51" y="1024"/>
                  <a:pt x="53" y="1025"/>
                </a:cubicBezTo>
                <a:cubicBezTo>
                  <a:pt x="54" y="1023"/>
                  <a:pt x="52" y="1021"/>
                  <a:pt x="54" y="1018"/>
                </a:cubicBezTo>
                <a:cubicBezTo>
                  <a:pt x="57" y="1018"/>
                  <a:pt x="60" y="1015"/>
                  <a:pt x="62" y="1010"/>
                </a:cubicBezTo>
                <a:cubicBezTo>
                  <a:pt x="68" y="1004"/>
                  <a:pt x="72" y="998"/>
                  <a:pt x="73" y="989"/>
                </a:cubicBezTo>
                <a:cubicBezTo>
                  <a:pt x="67" y="986"/>
                  <a:pt x="65" y="992"/>
                  <a:pt x="62" y="998"/>
                </a:cubicBezTo>
                <a:cubicBezTo>
                  <a:pt x="58" y="1003"/>
                  <a:pt x="54" y="1005"/>
                  <a:pt x="51" y="1013"/>
                </a:cubicBezTo>
                <a:cubicBezTo>
                  <a:pt x="46" y="1012"/>
                  <a:pt x="43" y="1019"/>
                  <a:pt x="38" y="1021"/>
                </a:cubicBezTo>
                <a:cubicBezTo>
                  <a:pt x="36" y="1031"/>
                  <a:pt x="28" y="1027"/>
                  <a:pt x="25" y="1035"/>
                </a:cubicBezTo>
                <a:cubicBezTo>
                  <a:pt x="17" y="1041"/>
                  <a:pt x="7" y="1044"/>
                  <a:pt x="0" y="1056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5" y="1062"/>
                  <a:pt x="8" y="1054"/>
                  <a:pt x="15" y="1054"/>
                </a:cubicBezTo>
                <a:close/>
                <a:moveTo>
                  <a:pt x="21" y="1107"/>
                </a:moveTo>
                <a:cubicBezTo>
                  <a:pt x="25" y="1101"/>
                  <a:pt x="31" y="1100"/>
                  <a:pt x="34" y="1093"/>
                </a:cubicBezTo>
                <a:cubicBezTo>
                  <a:pt x="39" y="1092"/>
                  <a:pt x="40" y="1081"/>
                  <a:pt x="46" y="1082"/>
                </a:cubicBezTo>
                <a:cubicBezTo>
                  <a:pt x="48" y="1073"/>
                  <a:pt x="54" y="1072"/>
                  <a:pt x="58" y="1065"/>
                </a:cubicBezTo>
                <a:cubicBezTo>
                  <a:pt x="54" y="1063"/>
                  <a:pt x="60" y="1062"/>
                  <a:pt x="57" y="1060"/>
                </a:cubicBezTo>
                <a:cubicBezTo>
                  <a:pt x="57" y="1056"/>
                  <a:pt x="66" y="1056"/>
                  <a:pt x="61" y="1052"/>
                </a:cubicBezTo>
                <a:cubicBezTo>
                  <a:pt x="44" y="1073"/>
                  <a:pt x="28" y="1095"/>
                  <a:pt x="7" y="1105"/>
                </a:cubicBezTo>
                <a:cubicBezTo>
                  <a:pt x="5" y="1108"/>
                  <a:pt x="3" y="1110"/>
                  <a:pt x="0" y="1112"/>
                </a:cubicBezTo>
                <a:cubicBezTo>
                  <a:pt x="0" y="1121"/>
                  <a:pt x="0" y="1121"/>
                  <a:pt x="0" y="1121"/>
                </a:cubicBezTo>
                <a:cubicBezTo>
                  <a:pt x="3" y="1119"/>
                  <a:pt x="5" y="1117"/>
                  <a:pt x="8" y="1115"/>
                </a:cubicBezTo>
                <a:cubicBezTo>
                  <a:pt x="13" y="1114"/>
                  <a:pt x="15" y="1106"/>
                  <a:pt x="21" y="1107"/>
                </a:cubicBezTo>
                <a:close/>
                <a:moveTo>
                  <a:pt x="37" y="962"/>
                </a:moveTo>
                <a:cubicBezTo>
                  <a:pt x="39" y="959"/>
                  <a:pt x="42" y="960"/>
                  <a:pt x="44" y="958"/>
                </a:cubicBezTo>
                <a:cubicBezTo>
                  <a:pt x="46" y="955"/>
                  <a:pt x="46" y="950"/>
                  <a:pt x="49" y="950"/>
                </a:cubicBezTo>
                <a:cubicBezTo>
                  <a:pt x="55" y="942"/>
                  <a:pt x="52" y="942"/>
                  <a:pt x="58" y="935"/>
                </a:cubicBezTo>
                <a:cubicBezTo>
                  <a:pt x="61" y="928"/>
                  <a:pt x="64" y="922"/>
                  <a:pt x="67" y="915"/>
                </a:cubicBezTo>
                <a:cubicBezTo>
                  <a:pt x="72" y="913"/>
                  <a:pt x="72" y="903"/>
                  <a:pt x="66" y="900"/>
                </a:cubicBezTo>
                <a:cubicBezTo>
                  <a:pt x="64" y="900"/>
                  <a:pt x="63" y="899"/>
                  <a:pt x="62" y="899"/>
                </a:cubicBezTo>
                <a:cubicBezTo>
                  <a:pt x="60" y="902"/>
                  <a:pt x="61" y="904"/>
                  <a:pt x="61" y="906"/>
                </a:cubicBezTo>
                <a:cubicBezTo>
                  <a:pt x="54" y="905"/>
                  <a:pt x="62" y="911"/>
                  <a:pt x="61" y="913"/>
                </a:cubicBezTo>
                <a:cubicBezTo>
                  <a:pt x="56" y="913"/>
                  <a:pt x="53" y="926"/>
                  <a:pt x="54" y="929"/>
                </a:cubicBezTo>
                <a:cubicBezTo>
                  <a:pt x="46" y="930"/>
                  <a:pt x="45" y="945"/>
                  <a:pt x="38" y="948"/>
                </a:cubicBezTo>
                <a:cubicBezTo>
                  <a:pt x="34" y="957"/>
                  <a:pt x="27" y="962"/>
                  <a:pt x="22" y="970"/>
                </a:cubicBezTo>
                <a:cubicBezTo>
                  <a:pt x="17" y="976"/>
                  <a:pt x="11" y="979"/>
                  <a:pt x="6" y="986"/>
                </a:cubicBezTo>
                <a:cubicBezTo>
                  <a:pt x="4" y="987"/>
                  <a:pt x="2" y="989"/>
                  <a:pt x="0" y="991"/>
                </a:cubicBezTo>
                <a:cubicBezTo>
                  <a:pt x="0" y="1003"/>
                  <a:pt x="0" y="1003"/>
                  <a:pt x="0" y="1003"/>
                </a:cubicBezTo>
                <a:cubicBezTo>
                  <a:pt x="5" y="998"/>
                  <a:pt x="9" y="994"/>
                  <a:pt x="14" y="990"/>
                </a:cubicBezTo>
                <a:cubicBezTo>
                  <a:pt x="22" y="982"/>
                  <a:pt x="30" y="972"/>
                  <a:pt x="37" y="962"/>
                </a:cubicBezTo>
                <a:close/>
                <a:moveTo>
                  <a:pt x="126" y="0"/>
                </a:moveTo>
                <a:cubicBezTo>
                  <a:pt x="129" y="4"/>
                  <a:pt x="131" y="8"/>
                  <a:pt x="137" y="8"/>
                </a:cubicBezTo>
                <a:cubicBezTo>
                  <a:pt x="137" y="5"/>
                  <a:pt x="136" y="3"/>
                  <a:pt x="135" y="0"/>
                </a:cubicBezTo>
                <a:lnTo>
                  <a:pt x="126" y="0"/>
                </a:lnTo>
                <a:close/>
                <a:moveTo>
                  <a:pt x="23" y="823"/>
                </a:moveTo>
                <a:cubicBezTo>
                  <a:pt x="18" y="820"/>
                  <a:pt x="26" y="813"/>
                  <a:pt x="18" y="812"/>
                </a:cubicBezTo>
                <a:cubicBezTo>
                  <a:pt x="15" y="810"/>
                  <a:pt x="15" y="817"/>
                  <a:pt x="11" y="816"/>
                </a:cubicBezTo>
                <a:cubicBezTo>
                  <a:pt x="9" y="820"/>
                  <a:pt x="9" y="824"/>
                  <a:pt x="9" y="827"/>
                </a:cubicBezTo>
                <a:cubicBezTo>
                  <a:pt x="6" y="826"/>
                  <a:pt x="6" y="831"/>
                  <a:pt x="7" y="833"/>
                </a:cubicBezTo>
                <a:cubicBezTo>
                  <a:pt x="1" y="831"/>
                  <a:pt x="8" y="838"/>
                  <a:pt x="3" y="841"/>
                </a:cubicBezTo>
                <a:cubicBezTo>
                  <a:pt x="2" y="843"/>
                  <a:pt x="1" y="844"/>
                  <a:pt x="0" y="846"/>
                </a:cubicBezTo>
                <a:cubicBezTo>
                  <a:pt x="0" y="863"/>
                  <a:pt x="0" y="863"/>
                  <a:pt x="0" y="863"/>
                </a:cubicBezTo>
                <a:cubicBezTo>
                  <a:pt x="6" y="853"/>
                  <a:pt x="11" y="843"/>
                  <a:pt x="18" y="835"/>
                </a:cubicBezTo>
                <a:cubicBezTo>
                  <a:pt x="13" y="831"/>
                  <a:pt x="22" y="827"/>
                  <a:pt x="23" y="823"/>
                </a:cubicBezTo>
                <a:close/>
                <a:moveTo>
                  <a:pt x="78" y="1128"/>
                </a:moveTo>
                <a:cubicBezTo>
                  <a:pt x="67" y="1132"/>
                  <a:pt x="63" y="1150"/>
                  <a:pt x="51" y="1152"/>
                </a:cubicBezTo>
                <a:cubicBezTo>
                  <a:pt x="48" y="1159"/>
                  <a:pt x="42" y="1159"/>
                  <a:pt x="39" y="1166"/>
                </a:cubicBezTo>
                <a:cubicBezTo>
                  <a:pt x="34" y="1169"/>
                  <a:pt x="29" y="1171"/>
                  <a:pt x="25" y="1177"/>
                </a:cubicBezTo>
                <a:cubicBezTo>
                  <a:pt x="23" y="1180"/>
                  <a:pt x="19" y="1176"/>
                  <a:pt x="18" y="1181"/>
                </a:cubicBezTo>
                <a:cubicBezTo>
                  <a:pt x="14" y="1180"/>
                  <a:pt x="14" y="1187"/>
                  <a:pt x="9" y="1184"/>
                </a:cubicBezTo>
                <a:cubicBezTo>
                  <a:pt x="7" y="1189"/>
                  <a:pt x="3" y="1189"/>
                  <a:pt x="0" y="1192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0" y="1200"/>
                  <a:pt x="0" y="1200"/>
                  <a:pt x="1" y="1200"/>
                </a:cubicBezTo>
                <a:cubicBezTo>
                  <a:pt x="6" y="1199"/>
                  <a:pt x="9" y="1193"/>
                  <a:pt x="14" y="1191"/>
                </a:cubicBezTo>
                <a:cubicBezTo>
                  <a:pt x="22" y="1186"/>
                  <a:pt x="30" y="1180"/>
                  <a:pt x="38" y="1173"/>
                </a:cubicBezTo>
                <a:cubicBezTo>
                  <a:pt x="46" y="1165"/>
                  <a:pt x="56" y="1161"/>
                  <a:pt x="62" y="1150"/>
                </a:cubicBezTo>
                <a:cubicBezTo>
                  <a:pt x="70" y="1145"/>
                  <a:pt x="76" y="1133"/>
                  <a:pt x="84" y="1126"/>
                </a:cubicBezTo>
                <a:cubicBezTo>
                  <a:pt x="87" y="1119"/>
                  <a:pt x="93" y="1121"/>
                  <a:pt x="95" y="1112"/>
                </a:cubicBezTo>
                <a:cubicBezTo>
                  <a:pt x="98" y="1113"/>
                  <a:pt x="99" y="1108"/>
                  <a:pt x="100" y="1104"/>
                </a:cubicBezTo>
                <a:cubicBezTo>
                  <a:pt x="103" y="1106"/>
                  <a:pt x="105" y="1100"/>
                  <a:pt x="103" y="1098"/>
                </a:cubicBezTo>
                <a:cubicBezTo>
                  <a:pt x="95" y="1109"/>
                  <a:pt x="86" y="1118"/>
                  <a:pt x="78" y="1128"/>
                </a:cubicBezTo>
                <a:close/>
                <a:moveTo>
                  <a:pt x="8" y="1255"/>
                </a:moveTo>
                <a:cubicBezTo>
                  <a:pt x="5" y="1257"/>
                  <a:pt x="3" y="1259"/>
                  <a:pt x="0" y="1261"/>
                </a:cubicBezTo>
                <a:cubicBezTo>
                  <a:pt x="0" y="1267"/>
                  <a:pt x="0" y="1267"/>
                  <a:pt x="0" y="1267"/>
                </a:cubicBezTo>
                <a:cubicBezTo>
                  <a:pt x="1" y="1267"/>
                  <a:pt x="3" y="1266"/>
                  <a:pt x="4" y="1265"/>
                </a:cubicBezTo>
                <a:cubicBezTo>
                  <a:pt x="4" y="1261"/>
                  <a:pt x="13" y="1259"/>
                  <a:pt x="8" y="1255"/>
                </a:cubicBezTo>
                <a:close/>
                <a:moveTo>
                  <a:pt x="48" y="1199"/>
                </a:moveTo>
                <a:cubicBezTo>
                  <a:pt x="45" y="1203"/>
                  <a:pt x="42" y="1207"/>
                  <a:pt x="37" y="1208"/>
                </a:cubicBezTo>
                <a:cubicBezTo>
                  <a:pt x="34" y="1213"/>
                  <a:pt x="31" y="1216"/>
                  <a:pt x="26" y="1218"/>
                </a:cubicBezTo>
                <a:cubicBezTo>
                  <a:pt x="20" y="1225"/>
                  <a:pt x="12" y="1230"/>
                  <a:pt x="5" y="1235"/>
                </a:cubicBezTo>
                <a:cubicBezTo>
                  <a:pt x="3" y="1234"/>
                  <a:pt x="1" y="1235"/>
                  <a:pt x="0" y="1236"/>
                </a:cubicBezTo>
                <a:cubicBezTo>
                  <a:pt x="0" y="1245"/>
                  <a:pt x="0" y="1245"/>
                  <a:pt x="0" y="1245"/>
                </a:cubicBezTo>
                <a:cubicBezTo>
                  <a:pt x="1" y="1244"/>
                  <a:pt x="2" y="1244"/>
                  <a:pt x="3" y="1243"/>
                </a:cubicBezTo>
                <a:cubicBezTo>
                  <a:pt x="7" y="1240"/>
                  <a:pt x="10" y="1236"/>
                  <a:pt x="15" y="1234"/>
                </a:cubicBezTo>
                <a:cubicBezTo>
                  <a:pt x="19" y="1232"/>
                  <a:pt x="23" y="1227"/>
                  <a:pt x="28" y="1225"/>
                </a:cubicBezTo>
                <a:cubicBezTo>
                  <a:pt x="36" y="1219"/>
                  <a:pt x="44" y="1212"/>
                  <a:pt x="51" y="1204"/>
                </a:cubicBezTo>
                <a:cubicBezTo>
                  <a:pt x="53" y="1198"/>
                  <a:pt x="59" y="1200"/>
                  <a:pt x="61" y="1192"/>
                </a:cubicBezTo>
                <a:cubicBezTo>
                  <a:pt x="64" y="1193"/>
                  <a:pt x="64" y="1187"/>
                  <a:pt x="67" y="1188"/>
                </a:cubicBezTo>
                <a:cubicBezTo>
                  <a:pt x="68" y="1184"/>
                  <a:pt x="71" y="1181"/>
                  <a:pt x="69" y="1179"/>
                </a:cubicBezTo>
                <a:cubicBezTo>
                  <a:pt x="62" y="1186"/>
                  <a:pt x="56" y="1194"/>
                  <a:pt x="48" y="1199"/>
                </a:cubicBezTo>
                <a:close/>
                <a:moveTo>
                  <a:pt x="920" y="10"/>
                </a:moveTo>
                <a:cubicBezTo>
                  <a:pt x="925" y="12"/>
                  <a:pt x="931" y="14"/>
                  <a:pt x="935" y="17"/>
                </a:cubicBezTo>
                <a:cubicBezTo>
                  <a:pt x="954" y="28"/>
                  <a:pt x="960" y="29"/>
                  <a:pt x="963" y="33"/>
                </a:cubicBezTo>
                <a:cubicBezTo>
                  <a:pt x="1027" y="64"/>
                  <a:pt x="1029" y="69"/>
                  <a:pt x="1034" y="71"/>
                </a:cubicBezTo>
                <a:cubicBezTo>
                  <a:pt x="1068" y="87"/>
                  <a:pt x="1071" y="88"/>
                  <a:pt x="1073" y="90"/>
                </a:cubicBezTo>
                <a:cubicBezTo>
                  <a:pt x="1128" y="114"/>
                  <a:pt x="1137" y="122"/>
                  <a:pt x="1151" y="124"/>
                </a:cubicBezTo>
                <a:cubicBezTo>
                  <a:pt x="1235" y="156"/>
                  <a:pt x="1245" y="163"/>
                  <a:pt x="1261" y="164"/>
                </a:cubicBezTo>
                <a:cubicBezTo>
                  <a:pt x="1288" y="169"/>
                  <a:pt x="1293" y="172"/>
                  <a:pt x="1303" y="171"/>
                </a:cubicBezTo>
                <a:cubicBezTo>
                  <a:pt x="1331" y="172"/>
                  <a:pt x="1327" y="172"/>
                  <a:pt x="1322" y="171"/>
                </a:cubicBezTo>
                <a:cubicBezTo>
                  <a:pt x="1251" y="157"/>
                  <a:pt x="1246" y="152"/>
                  <a:pt x="1238" y="152"/>
                </a:cubicBezTo>
                <a:cubicBezTo>
                  <a:pt x="1203" y="142"/>
                  <a:pt x="1194" y="133"/>
                  <a:pt x="1177" y="131"/>
                </a:cubicBezTo>
                <a:cubicBezTo>
                  <a:pt x="1162" y="122"/>
                  <a:pt x="1157" y="121"/>
                  <a:pt x="1153" y="118"/>
                </a:cubicBezTo>
                <a:cubicBezTo>
                  <a:pt x="1092" y="91"/>
                  <a:pt x="1083" y="87"/>
                  <a:pt x="1076" y="81"/>
                </a:cubicBezTo>
                <a:cubicBezTo>
                  <a:pt x="1016" y="51"/>
                  <a:pt x="1006" y="48"/>
                  <a:pt x="998" y="44"/>
                </a:cubicBezTo>
                <a:cubicBezTo>
                  <a:pt x="966" y="24"/>
                  <a:pt x="957" y="21"/>
                  <a:pt x="951" y="15"/>
                </a:cubicBezTo>
                <a:cubicBezTo>
                  <a:pt x="901" y="0"/>
                  <a:pt x="901" y="0"/>
                  <a:pt x="901" y="0"/>
                </a:cubicBezTo>
                <a:close/>
                <a:moveTo>
                  <a:pt x="1096" y="23"/>
                </a:moveTo>
                <a:cubicBezTo>
                  <a:pt x="1108" y="25"/>
                  <a:pt x="1112" y="33"/>
                  <a:pt x="1125" y="34"/>
                </a:cubicBezTo>
                <a:cubicBezTo>
                  <a:pt x="1154" y="53"/>
                  <a:pt x="1163" y="51"/>
                  <a:pt x="1163" y="57"/>
                </a:cubicBezTo>
                <a:cubicBezTo>
                  <a:pt x="1224" y="83"/>
                  <a:pt x="1241" y="93"/>
                  <a:pt x="1261" y="100"/>
                </a:cubicBezTo>
                <a:cubicBezTo>
                  <a:pt x="1309" y="119"/>
                  <a:pt x="1319" y="116"/>
                  <a:pt x="1321" y="121"/>
                </a:cubicBezTo>
                <a:cubicBezTo>
                  <a:pt x="1483" y="135"/>
                  <a:pt x="1494" y="132"/>
                  <a:pt x="1508" y="132"/>
                </a:cubicBezTo>
                <a:cubicBezTo>
                  <a:pt x="1513" y="124"/>
                  <a:pt x="1524" y="129"/>
                  <a:pt x="1522" y="121"/>
                </a:cubicBezTo>
                <a:cubicBezTo>
                  <a:pt x="1429" y="114"/>
                  <a:pt x="1421" y="115"/>
                  <a:pt x="1415" y="115"/>
                </a:cubicBezTo>
                <a:cubicBezTo>
                  <a:pt x="1377" y="104"/>
                  <a:pt x="1367" y="106"/>
                  <a:pt x="1365" y="100"/>
                </a:cubicBezTo>
                <a:cubicBezTo>
                  <a:pt x="1321" y="90"/>
                  <a:pt x="1313" y="84"/>
                  <a:pt x="1302" y="82"/>
                </a:cubicBezTo>
                <a:cubicBezTo>
                  <a:pt x="1242" y="52"/>
                  <a:pt x="1240" y="47"/>
                  <a:pt x="1233" y="47"/>
                </a:cubicBezTo>
                <a:cubicBezTo>
                  <a:pt x="1284" y="57"/>
                  <a:pt x="1302" y="60"/>
                  <a:pt x="1318" y="64"/>
                </a:cubicBezTo>
                <a:cubicBezTo>
                  <a:pt x="1452" y="80"/>
                  <a:pt x="1459" y="83"/>
                  <a:pt x="1464" y="79"/>
                </a:cubicBezTo>
                <a:cubicBezTo>
                  <a:pt x="1275" y="49"/>
                  <a:pt x="1260" y="41"/>
                  <a:pt x="1240" y="39"/>
                </a:cubicBezTo>
                <a:cubicBezTo>
                  <a:pt x="1219" y="31"/>
                  <a:pt x="1217" y="26"/>
                  <a:pt x="1208" y="27"/>
                </a:cubicBezTo>
                <a:cubicBezTo>
                  <a:pt x="1171" y="4"/>
                  <a:pt x="1160" y="6"/>
                  <a:pt x="1156" y="2"/>
                </a:cubicBezTo>
                <a:cubicBezTo>
                  <a:pt x="1119" y="4"/>
                  <a:pt x="1126" y="9"/>
                  <a:pt x="1136" y="10"/>
                </a:cubicBezTo>
                <a:cubicBezTo>
                  <a:pt x="1169" y="30"/>
                  <a:pt x="1176" y="28"/>
                  <a:pt x="1177" y="31"/>
                </a:cubicBezTo>
                <a:cubicBezTo>
                  <a:pt x="1206" y="45"/>
                  <a:pt x="1215" y="46"/>
                  <a:pt x="1220" y="49"/>
                </a:cubicBezTo>
                <a:cubicBezTo>
                  <a:pt x="1280" y="78"/>
                  <a:pt x="1290" y="84"/>
                  <a:pt x="1302" y="88"/>
                </a:cubicBezTo>
                <a:cubicBezTo>
                  <a:pt x="1327" y="100"/>
                  <a:pt x="1331" y="99"/>
                  <a:pt x="1335" y="100"/>
                </a:cubicBezTo>
                <a:cubicBezTo>
                  <a:pt x="1385" y="116"/>
                  <a:pt x="1401" y="116"/>
                  <a:pt x="1413" y="121"/>
                </a:cubicBezTo>
                <a:cubicBezTo>
                  <a:pt x="1486" y="126"/>
                  <a:pt x="1486" y="125"/>
                  <a:pt x="1495" y="127"/>
                </a:cubicBezTo>
                <a:cubicBezTo>
                  <a:pt x="1458" y="133"/>
                  <a:pt x="1456" y="132"/>
                  <a:pt x="1443" y="133"/>
                </a:cubicBezTo>
                <a:cubicBezTo>
                  <a:pt x="1346" y="119"/>
                  <a:pt x="1337" y="119"/>
                  <a:pt x="1334" y="115"/>
                </a:cubicBezTo>
                <a:cubicBezTo>
                  <a:pt x="1283" y="98"/>
                  <a:pt x="1273" y="101"/>
                  <a:pt x="1274" y="94"/>
                </a:cubicBezTo>
                <a:cubicBezTo>
                  <a:pt x="1197" y="60"/>
                  <a:pt x="1189" y="61"/>
                  <a:pt x="1185" y="57"/>
                </a:cubicBezTo>
                <a:cubicBezTo>
                  <a:pt x="1136" y="33"/>
                  <a:pt x="1127" y="28"/>
                  <a:pt x="1118" y="23"/>
                </a:cubicBezTo>
                <a:cubicBezTo>
                  <a:pt x="1081" y="8"/>
                  <a:pt x="1076" y="3"/>
                  <a:pt x="1068" y="0"/>
                </a:cubicBezTo>
                <a:cubicBezTo>
                  <a:pt x="1077" y="14"/>
                  <a:pt x="1089" y="16"/>
                  <a:pt x="1096" y="23"/>
                </a:cubicBezTo>
                <a:close/>
                <a:moveTo>
                  <a:pt x="979" y="13"/>
                </a:moveTo>
                <a:cubicBezTo>
                  <a:pt x="986" y="13"/>
                  <a:pt x="987" y="17"/>
                  <a:pt x="992" y="18"/>
                </a:cubicBezTo>
                <a:cubicBezTo>
                  <a:pt x="1035" y="35"/>
                  <a:pt x="1037" y="39"/>
                  <a:pt x="1039" y="43"/>
                </a:cubicBezTo>
                <a:cubicBezTo>
                  <a:pt x="1082" y="59"/>
                  <a:pt x="1083" y="64"/>
                  <a:pt x="1089" y="64"/>
                </a:cubicBezTo>
                <a:cubicBezTo>
                  <a:pt x="1163" y="104"/>
                  <a:pt x="1170" y="102"/>
                  <a:pt x="1173" y="105"/>
                </a:cubicBezTo>
                <a:cubicBezTo>
                  <a:pt x="1200" y="116"/>
                  <a:pt x="1202" y="117"/>
                  <a:pt x="1203" y="119"/>
                </a:cubicBezTo>
                <a:cubicBezTo>
                  <a:pt x="1236" y="133"/>
                  <a:pt x="1244" y="134"/>
                  <a:pt x="1249" y="139"/>
                </a:cubicBezTo>
                <a:cubicBezTo>
                  <a:pt x="1273" y="146"/>
                  <a:pt x="1277" y="147"/>
                  <a:pt x="1279" y="149"/>
                </a:cubicBezTo>
                <a:cubicBezTo>
                  <a:pt x="1302" y="160"/>
                  <a:pt x="1315" y="152"/>
                  <a:pt x="1314" y="158"/>
                </a:cubicBezTo>
                <a:cubicBezTo>
                  <a:pt x="1355" y="161"/>
                  <a:pt x="1375" y="162"/>
                  <a:pt x="1394" y="162"/>
                </a:cubicBezTo>
                <a:cubicBezTo>
                  <a:pt x="1429" y="161"/>
                  <a:pt x="1435" y="155"/>
                  <a:pt x="1429" y="154"/>
                </a:cubicBezTo>
                <a:cubicBezTo>
                  <a:pt x="1393" y="155"/>
                  <a:pt x="1392" y="157"/>
                  <a:pt x="1381" y="155"/>
                </a:cubicBezTo>
                <a:cubicBezTo>
                  <a:pt x="1358" y="157"/>
                  <a:pt x="1347" y="153"/>
                  <a:pt x="1338" y="154"/>
                </a:cubicBezTo>
                <a:cubicBezTo>
                  <a:pt x="1234" y="126"/>
                  <a:pt x="1232" y="119"/>
                  <a:pt x="1223" y="119"/>
                </a:cubicBezTo>
                <a:cubicBezTo>
                  <a:pt x="1147" y="88"/>
                  <a:pt x="1147" y="80"/>
                  <a:pt x="1139" y="80"/>
                </a:cubicBezTo>
                <a:cubicBezTo>
                  <a:pt x="1111" y="65"/>
                  <a:pt x="1099" y="60"/>
                  <a:pt x="1087" y="55"/>
                </a:cubicBezTo>
                <a:cubicBezTo>
                  <a:pt x="1033" y="27"/>
                  <a:pt x="1028" y="24"/>
                  <a:pt x="1022" y="21"/>
                </a:cubicBezTo>
                <a:cubicBezTo>
                  <a:pt x="956" y="0"/>
                  <a:pt x="956" y="0"/>
                  <a:pt x="956" y="0"/>
                </a:cubicBezTo>
                <a:close/>
                <a:moveTo>
                  <a:pt x="1304" y="25"/>
                </a:moveTo>
                <a:cubicBezTo>
                  <a:pt x="1335" y="32"/>
                  <a:pt x="1379" y="35"/>
                  <a:pt x="1419" y="41"/>
                </a:cubicBezTo>
                <a:cubicBezTo>
                  <a:pt x="1435" y="41"/>
                  <a:pt x="1451" y="41"/>
                  <a:pt x="1467" y="42"/>
                </a:cubicBezTo>
                <a:cubicBezTo>
                  <a:pt x="1473" y="45"/>
                  <a:pt x="1476" y="40"/>
                  <a:pt x="1486" y="42"/>
                </a:cubicBezTo>
                <a:cubicBezTo>
                  <a:pt x="1491" y="42"/>
                  <a:pt x="1495" y="42"/>
                  <a:pt x="1499" y="42"/>
                </a:cubicBezTo>
                <a:cubicBezTo>
                  <a:pt x="1503" y="41"/>
                  <a:pt x="1511" y="45"/>
                  <a:pt x="1510" y="40"/>
                </a:cubicBezTo>
                <a:cubicBezTo>
                  <a:pt x="1508" y="38"/>
                  <a:pt x="1505" y="37"/>
                  <a:pt x="1500" y="38"/>
                </a:cubicBezTo>
                <a:cubicBezTo>
                  <a:pt x="1498" y="39"/>
                  <a:pt x="1489" y="43"/>
                  <a:pt x="1489" y="38"/>
                </a:cubicBezTo>
                <a:cubicBezTo>
                  <a:pt x="1477" y="38"/>
                  <a:pt x="1478" y="38"/>
                  <a:pt x="1467" y="39"/>
                </a:cubicBezTo>
                <a:cubicBezTo>
                  <a:pt x="1458" y="35"/>
                  <a:pt x="1442" y="38"/>
                  <a:pt x="1430" y="36"/>
                </a:cubicBezTo>
                <a:cubicBezTo>
                  <a:pt x="1426" y="33"/>
                  <a:pt x="1423" y="35"/>
                  <a:pt x="1419" y="36"/>
                </a:cubicBezTo>
                <a:cubicBezTo>
                  <a:pt x="1417" y="31"/>
                  <a:pt x="1405" y="35"/>
                  <a:pt x="1399" y="34"/>
                </a:cubicBezTo>
                <a:cubicBezTo>
                  <a:pt x="1393" y="30"/>
                  <a:pt x="1379" y="33"/>
                  <a:pt x="1369" y="29"/>
                </a:cubicBezTo>
                <a:cubicBezTo>
                  <a:pt x="1366" y="28"/>
                  <a:pt x="1363" y="28"/>
                  <a:pt x="1360" y="28"/>
                </a:cubicBezTo>
                <a:cubicBezTo>
                  <a:pt x="1356" y="29"/>
                  <a:pt x="1355" y="25"/>
                  <a:pt x="1354" y="28"/>
                </a:cubicBezTo>
                <a:cubicBezTo>
                  <a:pt x="1352" y="23"/>
                  <a:pt x="1338" y="29"/>
                  <a:pt x="1336" y="23"/>
                </a:cubicBezTo>
                <a:cubicBezTo>
                  <a:pt x="1311" y="21"/>
                  <a:pt x="1288" y="17"/>
                  <a:pt x="1269" y="9"/>
                </a:cubicBezTo>
                <a:cubicBezTo>
                  <a:pt x="1257" y="8"/>
                  <a:pt x="1250" y="4"/>
                  <a:pt x="1241" y="0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25" y="4"/>
                  <a:pt x="1237" y="7"/>
                  <a:pt x="1249" y="11"/>
                </a:cubicBezTo>
                <a:cubicBezTo>
                  <a:pt x="1265" y="18"/>
                  <a:pt x="1285" y="21"/>
                  <a:pt x="1304" y="25"/>
                </a:cubicBezTo>
                <a:close/>
                <a:moveTo>
                  <a:pt x="883" y="9"/>
                </a:moveTo>
                <a:cubicBezTo>
                  <a:pt x="887" y="14"/>
                  <a:pt x="895" y="14"/>
                  <a:pt x="898" y="20"/>
                </a:cubicBezTo>
                <a:cubicBezTo>
                  <a:pt x="913" y="36"/>
                  <a:pt x="920" y="33"/>
                  <a:pt x="922" y="36"/>
                </a:cubicBezTo>
                <a:cubicBezTo>
                  <a:pt x="951" y="55"/>
                  <a:pt x="953" y="62"/>
                  <a:pt x="960" y="63"/>
                </a:cubicBezTo>
                <a:cubicBezTo>
                  <a:pt x="985" y="82"/>
                  <a:pt x="997" y="88"/>
                  <a:pt x="1008" y="95"/>
                </a:cubicBezTo>
                <a:cubicBezTo>
                  <a:pt x="1077" y="135"/>
                  <a:pt x="1084" y="133"/>
                  <a:pt x="1085" y="136"/>
                </a:cubicBezTo>
                <a:cubicBezTo>
                  <a:pt x="1124" y="154"/>
                  <a:pt x="1130" y="165"/>
                  <a:pt x="1148" y="165"/>
                </a:cubicBezTo>
                <a:cubicBezTo>
                  <a:pt x="1177" y="180"/>
                  <a:pt x="1184" y="177"/>
                  <a:pt x="1185" y="182"/>
                </a:cubicBezTo>
                <a:cubicBezTo>
                  <a:pt x="1245" y="198"/>
                  <a:pt x="1249" y="200"/>
                  <a:pt x="1254" y="200"/>
                </a:cubicBezTo>
                <a:cubicBezTo>
                  <a:pt x="1350" y="212"/>
                  <a:pt x="1357" y="219"/>
                  <a:pt x="1360" y="218"/>
                </a:cubicBezTo>
                <a:cubicBezTo>
                  <a:pt x="1358" y="204"/>
                  <a:pt x="1355" y="205"/>
                  <a:pt x="1352" y="207"/>
                </a:cubicBezTo>
                <a:cubicBezTo>
                  <a:pt x="1328" y="204"/>
                  <a:pt x="1321" y="204"/>
                  <a:pt x="1306" y="204"/>
                </a:cubicBezTo>
                <a:cubicBezTo>
                  <a:pt x="1249" y="187"/>
                  <a:pt x="1239" y="190"/>
                  <a:pt x="1237" y="185"/>
                </a:cubicBezTo>
                <a:cubicBezTo>
                  <a:pt x="1165" y="161"/>
                  <a:pt x="1154" y="164"/>
                  <a:pt x="1152" y="159"/>
                </a:cubicBezTo>
                <a:cubicBezTo>
                  <a:pt x="1126" y="149"/>
                  <a:pt x="1124" y="147"/>
                  <a:pt x="1120" y="147"/>
                </a:cubicBezTo>
                <a:cubicBezTo>
                  <a:pt x="1087" y="129"/>
                  <a:pt x="1085" y="124"/>
                  <a:pt x="1077" y="125"/>
                </a:cubicBezTo>
                <a:cubicBezTo>
                  <a:pt x="1047" y="103"/>
                  <a:pt x="1040" y="103"/>
                  <a:pt x="1036" y="100"/>
                </a:cubicBezTo>
                <a:cubicBezTo>
                  <a:pt x="1008" y="81"/>
                  <a:pt x="1003" y="82"/>
                  <a:pt x="999" y="81"/>
                </a:cubicBezTo>
                <a:cubicBezTo>
                  <a:pt x="968" y="59"/>
                  <a:pt x="965" y="56"/>
                  <a:pt x="961" y="54"/>
                </a:cubicBezTo>
                <a:cubicBezTo>
                  <a:pt x="925" y="28"/>
                  <a:pt x="920" y="26"/>
                  <a:pt x="915" y="25"/>
                </a:cubicBezTo>
                <a:cubicBezTo>
                  <a:pt x="893" y="5"/>
                  <a:pt x="887" y="4"/>
                  <a:pt x="885" y="1"/>
                </a:cubicBezTo>
                <a:cubicBezTo>
                  <a:pt x="872" y="5"/>
                  <a:pt x="878" y="6"/>
                  <a:pt x="883" y="9"/>
                </a:cubicBezTo>
                <a:close/>
                <a:moveTo>
                  <a:pt x="1280" y="0"/>
                </a:move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lose/>
                <a:moveTo>
                  <a:pt x="833" y="8"/>
                </a:moveTo>
                <a:cubicBezTo>
                  <a:pt x="837" y="12"/>
                  <a:pt x="843" y="13"/>
                  <a:pt x="846" y="17"/>
                </a:cubicBezTo>
                <a:cubicBezTo>
                  <a:pt x="882" y="51"/>
                  <a:pt x="891" y="50"/>
                  <a:pt x="893" y="55"/>
                </a:cubicBezTo>
                <a:cubicBezTo>
                  <a:pt x="911" y="66"/>
                  <a:pt x="911" y="74"/>
                  <a:pt x="916" y="75"/>
                </a:cubicBezTo>
                <a:cubicBezTo>
                  <a:pt x="986" y="136"/>
                  <a:pt x="988" y="138"/>
                  <a:pt x="991" y="138"/>
                </a:cubicBezTo>
                <a:cubicBezTo>
                  <a:pt x="1014" y="162"/>
                  <a:pt x="1027" y="164"/>
                  <a:pt x="1032" y="172"/>
                </a:cubicBezTo>
                <a:cubicBezTo>
                  <a:pt x="1049" y="184"/>
                  <a:pt x="1054" y="186"/>
                  <a:pt x="1056" y="192"/>
                </a:cubicBezTo>
                <a:cubicBezTo>
                  <a:pt x="1096" y="211"/>
                  <a:pt x="1102" y="220"/>
                  <a:pt x="1114" y="224"/>
                </a:cubicBezTo>
                <a:cubicBezTo>
                  <a:pt x="1182" y="262"/>
                  <a:pt x="1192" y="266"/>
                  <a:pt x="1202" y="271"/>
                </a:cubicBezTo>
                <a:cubicBezTo>
                  <a:pt x="1247" y="288"/>
                  <a:pt x="1251" y="287"/>
                  <a:pt x="1252" y="290"/>
                </a:cubicBezTo>
                <a:cubicBezTo>
                  <a:pt x="1295" y="297"/>
                  <a:pt x="1305" y="294"/>
                  <a:pt x="1304" y="287"/>
                </a:cubicBezTo>
                <a:cubicBezTo>
                  <a:pt x="1296" y="277"/>
                  <a:pt x="1294" y="287"/>
                  <a:pt x="1291" y="286"/>
                </a:cubicBezTo>
                <a:cubicBezTo>
                  <a:pt x="1240" y="278"/>
                  <a:pt x="1233" y="274"/>
                  <a:pt x="1224" y="272"/>
                </a:cubicBezTo>
                <a:cubicBezTo>
                  <a:pt x="1177" y="250"/>
                  <a:pt x="1172" y="250"/>
                  <a:pt x="1170" y="247"/>
                </a:cubicBezTo>
                <a:cubicBezTo>
                  <a:pt x="1150" y="240"/>
                  <a:pt x="1150" y="230"/>
                  <a:pt x="1138" y="231"/>
                </a:cubicBezTo>
                <a:cubicBezTo>
                  <a:pt x="1116" y="211"/>
                  <a:pt x="1101" y="214"/>
                  <a:pt x="1099" y="206"/>
                </a:cubicBezTo>
                <a:cubicBezTo>
                  <a:pt x="1054" y="177"/>
                  <a:pt x="1048" y="173"/>
                  <a:pt x="1043" y="168"/>
                </a:cubicBezTo>
                <a:cubicBezTo>
                  <a:pt x="1011" y="146"/>
                  <a:pt x="999" y="136"/>
                  <a:pt x="987" y="127"/>
                </a:cubicBezTo>
                <a:cubicBezTo>
                  <a:pt x="971" y="108"/>
                  <a:pt x="966" y="108"/>
                  <a:pt x="962" y="107"/>
                </a:cubicBezTo>
                <a:cubicBezTo>
                  <a:pt x="940" y="87"/>
                  <a:pt x="938" y="84"/>
                  <a:pt x="934" y="82"/>
                </a:cubicBezTo>
                <a:cubicBezTo>
                  <a:pt x="885" y="38"/>
                  <a:pt x="878" y="37"/>
                  <a:pt x="876" y="31"/>
                </a:cubicBezTo>
                <a:cubicBezTo>
                  <a:pt x="860" y="15"/>
                  <a:pt x="853" y="14"/>
                  <a:pt x="850" y="8"/>
                </a:cubicBezTo>
                <a:cubicBezTo>
                  <a:pt x="828" y="2"/>
                  <a:pt x="832" y="4"/>
                  <a:pt x="833" y="8"/>
                </a:cubicBezTo>
                <a:close/>
                <a:moveTo>
                  <a:pt x="750" y="19"/>
                </a:moveTo>
                <a:cubicBezTo>
                  <a:pt x="756" y="21"/>
                  <a:pt x="760" y="24"/>
                  <a:pt x="763" y="28"/>
                </a:cubicBezTo>
                <a:cubicBezTo>
                  <a:pt x="795" y="48"/>
                  <a:pt x="793" y="58"/>
                  <a:pt x="801" y="58"/>
                </a:cubicBezTo>
                <a:cubicBezTo>
                  <a:pt x="830" y="88"/>
                  <a:pt x="839" y="94"/>
                  <a:pt x="846" y="102"/>
                </a:cubicBezTo>
                <a:cubicBezTo>
                  <a:pt x="861" y="116"/>
                  <a:pt x="865" y="120"/>
                  <a:pt x="867" y="124"/>
                </a:cubicBezTo>
                <a:cubicBezTo>
                  <a:pt x="917" y="168"/>
                  <a:pt x="917" y="172"/>
                  <a:pt x="919" y="174"/>
                </a:cubicBezTo>
                <a:cubicBezTo>
                  <a:pt x="944" y="198"/>
                  <a:pt x="950" y="207"/>
                  <a:pt x="957" y="214"/>
                </a:cubicBezTo>
                <a:cubicBezTo>
                  <a:pt x="1014" y="262"/>
                  <a:pt x="1021" y="270"/>
                  <a:pt x="1032" y="274"/>
                </a:cubicBezTo>
                <a:cubicBezTo>
                  <a:pt x="1086" y="317"/>
                  <a:pt x="1095" y="316"/>
                  <a:pt x="1096" y="321"/>
                </a:cubicBezTo>
                <a:cubicBezTo>
                  <a:pt x="1138" y="334"/>
                  <a:pt x="1141" y="339"/>
                  <a:pt x="1148" y="340"/>
                </a:cubicBezTo>
                <a:cubicBezTo>
                  <a:pt x="1136" y="331"/>
                  <a:pt x="1110" y="323"/>
                  <a:pt x="1092" y="308"/>
                </a:cubicBezTo>
                <a:cubicBezTo>
                  <a:pt x="1045" y="279"/>
                  <a:pt x="1047" y="273"/>
                  <a:pt x="1041" y="274"/>
                </a:cubicBezTo>
                <a:cubicBezTo>
                  <a:pt x="1014" y="255"/>
                  <a:pt x="1012" y="250"/>
                  <a:pt x="1006" y="247"/>
                </a:cubicBezTo>
                <a:cubicBezTo>
                  <a:pt x="990" y="232"/>
                  <a:pt x="985" y="227"/>
                  <a:pt x="981" y="223"/>
                </a:cubicBezTo>
                <a:cubicBezTo>
                  <a:pt x="959" y="204"/>
                  <a:pt x="956" y="201"/>
                  <a:pt x="955" y="198"/>
                </a:cubicBezTo>
                <a:cubicBezTo>
                  <a:pt x="920" y="167"/>
                  <a:pt x="916" y="155"/>
                  <a:pt x="904" y="151"/>
                </a:cubicBezTo>
                <a:cubicBezTo>
                  <a:pt x="889" y="134"/>
                  <a:pt x="887" y="129"/>
                  <a:pt x="880" y="127"/>
                </a:cubicBezTo>
                <a:cubicBezTo>
                  <a:pt x="843" y="89"/>
                  <a:pt x="841" y="87"/>
                  <a:pt x="840" y="85"/>
                </a:cubicBezTo>
                <a:cubicBezTo>
                  <a:pt x="818" y="66"/>
                  <a:pt x="818" y="62"/>
                  <a:pt x="817" y="60"/>
                </a:cubicBezTo>
                <a:cubicBezTo>
                  <a:pt x="790" y="41"/>
                  <a:pt x="790" y="33"/>
                  <a:pt x="782" y="33"/>
                </a:cubicBezTo>
                <a:cubicBezTo>
                  <a:pt x="747" y="6"/>
                  <a:pt x="748" y="2"/>
                  <a:pt x="746" y="0"/>
                </a:cubicBezTo>
                <a:cubicBezTo>
                  <a:pt x="739" y="12"/>
                  <a:pt x="750" y="11"/>
                  <a:pt x="750" y="19"/>
                </a:cubicBezTo>
                <a:close/>
                <a:moveTo>
                  <a:pt x="709" y="12"/>
                </a:moveTo>
                <a:cubicBezTo>
                  <a:pt x="713" y="13"/>
                  <a:pt x="713" y="18"/>
                  <a:pt x="715" y="21"/>
                </a:cubicBezTo>
                <a:cubicBezTo>
                  <a:pt x="737" y="43"/>
                  <a:pt x="740" y="46"/>
                  <a:pt x="743" y="50"/>
                </a:cubicBezTo>
                <a:cubicBezTo>
                  <a:pt x="773" y="89"/>
                  <a:pt x="783" y="92"/>
                  <a:pt x="785" y="103"/>
                </a:cubicBezTo>
                <a:cubicBezTo>
                  <a:pt x="812" y="126"/>
                  <a:pt x="818" y="134"/>
                  <a:pt x="823" y="141"/>
                </a:cubicBezTo>
                <a:cubicBezTo>
                  <a:pt x="844" y="164"/>
                  <a:pt x="844" y="170"/>
                  <a:pt x="849" y="172"/>
                </a:cubicBezTo>
                <a:cubicBezTo>
                  <a:pt x="873" y="211"/>
                  <a:pt x="877" y="213"/>
                  <a:pt x="881" y="216"/>
                </a:cubicBezTo>
                <a:cubicBezTo>
                  <a:pt x="937" y="283"/>
                  <a:pt x="953" y="295"/>
                  <a:pt x="966" y="310"/>
                </a:cubicBezTo>
                <a:cubicBezTo>
                  <a:pt x="1005" y="341"/>
                  <a:pt x="1012" y="342"/>
                  <a:pt x="1015" y="346"/>
                </a:cubicBezTo>
                <a:cubicBezTo>
                  <a:pt x="1079" y="381"/>
                  <a:pt x="1093" y="382"/>
                  <a:pt x="1102" y="387"/>
                </a:cubicBezTo>
                <a:cubicBezTo>
                  <a:pt x="1128" y="397"/>
                  <a:pt x="1134" y="397"/>
                  <a:pt x="1134" y="394"/>
                </a:cubicBezTo>
                <a:cubicBezTo>
                  <a:pt x="1057" y="366"/>
                  <a:pt x="1055" y="360"/>
                  <a:pt x="1048" y="360"/>
                </a:cubicBezTo>
                <a:cubicBezTo>
                  <a:pt x="1026" y="342"/>
                  <a:pt x="1019" y="344"/>
                  <a:pt x="1020" y="339"/>
                </a:cubicBezTo>
                <a:cubicBezTo>
                  <a:pt x="983" y="316"/>
                  <a:pt x="981" y="309"/>
                  <a:pt x="975" y="306"/>
                </a:cubicBezTo>
                <a:cubicBezTo>
                  <a:pt x="934" y="271"/>
                  <a:pt x="928" y="260"/>
                  <a:pt x="919" y="250"/>
                </a:cubicBezTo>
                <a:cubicBezTo>
                  <a:pt x="900" y="223"/>
                  <a:pt x="896" y="222"/>
                  <a:pt x="894" y="219"/>
                </a:cubicBezTo>
                <a:cubicBezTo>
                  <a:pt x="844" y="149"/>
                  <a:pt x="837" y="146"/>
                  <a:pt x="834" y="139"/>
                </a:cubicBezTo>
                <a:cubicBezTo>
                  <a:pt x="805" y="108"/>
                  <a:pt x="799" y="109"/>
                  <a:pt x="800" y="103"/>
                </a:cubicBezTo>
                <a:cubicBezTo>
                  <a:pt x="808" y="110"/>
                  <a:pt x="824" y="120"/>
                  <a:pt x="832" y="137"/>
                </a:cubicBezTo>
                <a:cubicBezTo>
                  <a:pt x="914" y="214"/>
                  <a:pt x="916" y="217"/>
                  <a:pt x="918" y="221"/>
                </a:cubicBezTo>
                <a:cubicBezTo>
                  <a:pt x="957" y="254"/>
                  <a:pt x="966" y="257"/>
                  <a:pt x="971" y="264"/>
                </a:cubicBezTo>
                <a:cubicBezTo>
                  <a:pt x="1006" y="292"/>
                  <a:pt x="1013" y="292"/>
                  <a:pt x="1016" y="296"/>
                </a:cubicBezTo>
                <a:cubicBezTo>
                  <a:pt x="1079" y="324"/>
                  <a:pt x="1087" y="328"/>
                  <a:pt x="1096" y="332"/>
                </a:cubicBezTo>
                <a:cubicBezTo>
                  <a:pt x="1182" y="339"/>
                  <a:pt x="1164" y="349"/>
                  <a:pt x="1164" y="342"/>
                </a:cubicBezTo>
                <a:cubicBezTo>
                  <a:pt x="1119" y="336"/>
                  <a:pt x="1120" y="331"/>
                  <a:pt x="1114" y="333"/>
                </a:cubicBezTo>
                <a:cubicBezTo>
                  <a:pt x="1082" y="320"/>
                  <a:pt x="1080" y="318"/>
                  <a:pt x="1077" y="317"/>
                </a:cubicBezTo>
                <a:cubicBezTo>
                  <a:pt x="989" y="266"/>
                  <a:pt x="977" y="261"/>
                  <a:pt x="969" y="251"/>
                </a:cubicBezTo>
                <a:cubicBezTo>
                  <a:pt x="950" y="235"/>
                  <a:pt x="942" y="233"/>
                  <a:pt x="939" y="226"/>
                </a:cubicBezTo>
                <a:cubicBezTo>
                  <a:pt x="906" y="190"/>
                  <a:pt x="899" y="192"/>
                  <a:pt x="899" y="188"/>
                </a:cubicBezTo>
                <a:cubicBezTo>
                  <a:pt x="866" y="157"/>
                  <a:pt x="859" y="155"/>
                  <a:pt x="856" y="148"/>
                </a:cubicBezTo>
                <a:cubicBezTo>
                  <a:pt x="825" y="117"/>
                  <a:pt x="824" y="114"/>
                  <a:pt x="822" y="110"/>
                </a:cubicBezTo>
                <a:cubicBezTo>
                  <a:pt x="801" y="90"/>
                  <a:pt x="798" y="87"/>
                  <a:pt x="796" y="84"/>
                </a:cubicBezTo>
                <a:cubicBezTo>
                  <a:pt x="768" y="53"/>
                  <a:pt x="765" y="51"/>
                  <a:pt x="762" y="48"/>
                </a:cubicBezTo>
                <a:cubicBezTo>
                  <a:pt x="742" y="24"/>
                  <a:pt x="737" y="18"/>
                  <a:pt x="728" y="15"/>
                </a:cubicBezTo>
                <a:cubicBezTo>
                  <a:pt x="704" y="1"/>
                  <a:pt x="705" y="2"/>
                  <a:pt x="707" y="3"/>
                </a:cubicBezTo>
                <a:close/>
                <a:moveTo>
                  <a:pt x="781" y="5"/>
                </a:moveTo>
                <a:cubicBezTo>
                  <a:pt x="780" y="9"/>
                  <a:pt x="783" y="9"/>
                  <a:pt x="785" y="11"/>
                </a:cubicBezTo>
                <a:cubicBezTo>
                  <a:pt x="813" y="32"/>
                  <a:pt x="815" y="38"/>
                  <a:pt x="821" y="41"/>
                </a:cubicBezTo>
                <a:cubicBezTo>
                  <a:pt x="837" y="55"/>
                  <a:pt x="839" y="56"/>
                  <a:pt x="843" y="56"/>
                </a:cubicBezTo>
                <a:cubicBezTo>
                  <a:pt x="873" y="83"/>
                  <a:pt x="883" y="90"/>
                  <a:pt x="892" y="99"/>
                </a:cubicBezTo>
                <a:cubicBezTo>
                  <a:pt x="909" y="114"/>
                  <a:pt x="916" y="117"/>
                  <a:pt x="918" y="123"/>
                </a:cubicBezTo>
                <a:cubicBezTo>
                  <a:pt x="952" y="150"/>
                  <a:pt x="958" y="152"/>
                  <a:pt x="960" y="157"/>
                </a:cubicBezTo>
                <a:cubicBezTo>
                  <a:pt x="1007" y="194"/>
                  <a:pt x="1009" y="196"/>
                  <a:pt x="1010" y="199"/>
                </a:cubicBezTo>
                <a:cubicBezTo>
                  <a:pt x="1034" y="220"/>
                  <a:pt x="1042" y="221"/>
                  <a:pt x="1044" y="226"/>
                </a:cubicBezTo>
                <a:cubicBezTo>
                  <a:pt x="1095" y="265"/>
                  <a:pt x="1104" y="266"/>
                  <a:pt x="1108" y="271"/>
                </a:cubicBezTo>
                <a:cubicBezTo>
                  <a:pt x="1152" y="297"/>
                  <a:pt x="1154" y="304"/>
                  <a:pt x="1162" y="305"/>
                </a:cubicBezTo>
                <a:cubicBezTo>
                  <a:pt x="1183" y="317"/>
                  <a:pt x="1184" y="319"/>
                  <a:pt x="1184" y="321"/>
                </a:cubicBezTo>
                <a:cubicBezTo>
                  <a:pt x="1209" y="327"/>
                  <a:pt x="1216" y="329"/>
                  <a:pt x="1225" y="326"/>
                </a:cubicBezTo>
                <a:cubicBezTo>
                  <a:pt x="1193" y="309"/>
                  <a:pt x="1186" y="309"/>
                  <a:pt x="1182" y="306"/>
                </a:cubicBezTo>
                <a:cubicBezTo>
                  <a:pt x="1131" y="277"/>
                  <a:pt x="1126" y="272"/>
                  <a:pt x="1119" y="270"/>
                </a:cubicBezTo>
                <a:cubicBezTo>
                  <a:pt x="1082" y="240"/>
                  <a:pt x="1074" y="237"/>
                  <a:pt x="1068" y="233"/>
                </a:cubicBezTo>
                <a:cubicBezTo>
                  <a:pt x="1015" y="191"/>
                  <a:pt x="1009" y="187"/>
                  <a:pt x="1004" y="182"/>
                </a:cubicBezTo>
                <a:cubicBezTo>
                  <a:pt x="952" y="138"/>
                  <a:pt x="945" y="135"/>
                  <a:pt x="941" y="128"/>
                </a:cubicBezTo>
                <a:cubicBezTo>
                  <a:pt x="904" y="100"/>
                  <a:pt x="901" y="93"/>
                  <a:pt x="894" y="90"/>
                </a:cubicBezTo>
                <a:cubicBezTo>
                  <a:pt x="858" y="58"/>
                  <a:pt x="853" y="54"/>
                  <a:pt x="847" y="50"/>
                </a:cubicBezTo>
                <a:cubicBezTo>
                  <a:pt x="822" y="26"/>
                  <a:pt x="817" y="26"/>
                  <a:pt x="813" y="25"/>
                </a:cubicBezTo>
                <a:cubicBezTo>
                  <a:pt x="781" y="0"/>
                  <a:pt x="781" y="0"/>
                  <a:pt x="781" y="0"/>
                </a:cubicBezTo>
                <a:close/>
                <a:moveTo>
                  <a:pt x="429" y="17"/>
                </a:moveTo>
                <a:cubicBezTo>
                  <a:pt x="434" y="17"/>
                  <a:pt x="433" y="24"/>
                  <a:pt x="440" y="23"/>
                </a:cubicBezTo>
                <a:cubicBezTo>
                  <a:pt x="504" y="85"/>
                  <a:pt x="517" y="96"/>
                  <a:pt x="530" y="106"/>
                </a:cubicBezTo>
                <a:cubicBezTo>
                  <a:pt x="570" y="139"/>
                  <a:pt x="576" y="139"/>
                  <a:pt x="579" y="142"/>
                </a:cubicBezTo>
                <a:cubicBezTo>
                  <a:pt x="604" y="156"/>
                  <a:pt x="606" y="167"/>
                  <a:pt x="609" y="160"/>
                </a:cubicBezTo>
                <a:cubicBezTo>
                  <a:pt x="583" y="140"/>
                  <a:pt x="574" y="135"/>
                  <a:pt x="569" y="129"/>
                </a:cubicBezTo>
                <a:cubicBezTo>
                  <a:pt x="531" y="105"/>
                  <a:pt x="533" y="96"/>
                  <a:pt x="526" y="97"/>
                </a:cubicBezTo>
                <a:cubicBezTo>
                  <a:pt x="493" y="61"/>
                  <a:pt x="489" y="59"/>
                  <a:pt x="487" y="53"/>
                </a:cubicBezTo>
                <a:cubicBezTo>
                  <a:pt x="450" y="20"/>
                  <a:pt x="443" y="19"/>
                  <a:pt x="442" y="13"/>
                </a:cubicBezTo>
                <a:cubicBezTo>
                  <a:pt x="463" y="26"/>
                  <a:pt x="465" y="28"/>
                  <a:pt x="466" y="31"/>
                </a:cubicBezTo>
                <a:cubicBezTo>
                  <a:pt x="519" y="68"/>
                  <a:pt x="521" y="73"/>
                  <a:pt x="526" y="76"/>
                </a:cubicBezTo>
                <a:cubicBezTo>
                  <a:pt x="542" y="88"/>
                  <a:pt x="542" y="94"/>
                  <a:pt x="547" y="96"/>
                </a:cubicBezTo>
                <a:cubicBezTo>
                  <a:pt x="565" y="108"/>
                  <a:pt x="564" y="115"/>
                  <a:pt x="571" y="116"/>
                </a:cubicBezTo>
                <a:cubicBezTo>
                  <a:pt x="606" y="152"/>
                  <a:pt x="609" y="155"/>
                  <a:pt x="614" y="158"/>
                </a:cubicBezTo>
                <a:cubicBezTo>
                  <a:pt x="619" y="167"/>
                  <a:pt x="612" y="162"/>
                  <a:pt x="611" y="167"/>
                </a:cubicBezTo>
                <a:cubicBezTo>
                  <a:pt x="629" y="174"/>
                  <a:pt x="629" y="177"/>
                  <a:pt x="633" y="176"/>
                </a:cubicBezTo>
                <a:cubicBezTo>
                  <a:pt x="695" y="224"/>
                  <a:pt x="698" y="233"/>
                  <a:pt x="708" y="234"/>
                </a:cubicBezTo>
                <a:cubicBezTo>
                  <a:pt x="693" y="216"/>
                  <a:pt x="685" y="219"/>
                  <a:pt x="684" y="214"/>
                </a:cubicBezTo>
                <a:cubicBezTo>
                  <a:pt x="649" y="191"/>
                  <a:pt x="648" y="181"/>
                  <a:pt x="639" y="178"/>
                </a:cubicBezTo>
                <a:cubicBezTo>
                  <a:pt x="616" y="151"/>
                  <a:pt x="612" y="152"/>
                  <a:pt x="612" y="149"/>
                </a:cubicBezTo>
                <a:cubicBezTo>
                  <a:pt x="596" y="135"/>
                  <a:pt x="596" y="129"/>
                  <a:pt x="593" y="127"/>
                </a:cubicBezTo>
                <a:cubicBezTo>
                  <a:pt x="564" y="105"/>
                  <a:pt x="565" y="101"/>
                  <a:pt x="563" y="100"/>
                </a:cubicBezTo>
                <a:cubicBezTo>
                  <a:pt x="537" y="78"/>
                  <a:pt x="536" y="72"/>
                  <a:pt x="531" y="71"/>
                </a:cubicBezTo>
                <a:cubicBezTo>
                  <a:pt x="517" y="59"/>
                  <a:pt x="516" y="57"/>
                  <a:pt x="516" y="53"/>
                </a:cubicBezTo>
                <a:cubicBezTo>
                  <a:pt x="486" y="37"/>
                  <a:pt x="484" y="26"/>
                  <a:pt x="473" y="24"/>
                </a:cubicBezTo>
                <a:cubicBezTo>
                  <a:pt x="427" y="0"/>
                  <a:pt x="427" y="0"/>
                  <a:pt x="427" y="0"/>
                </a:cubicBezTo>
                <a:cubicBezTo>
                  <a:pt x="438" y="11"/>
                  <a:pt x="441" y="12"/>
                  <a:pt x="438" y="13"/>
                </a:cubicBezTo>
                <a:cubicBezTo>
                  <a:pt x="423" y="1"/>
                  <a:pt x="422" y="1"/>
                  <a:pt x="422" y="0"/>
                </a:cubicBezTo>
                <a:cubicBezTo>
                  <a:pt x="424" y="10"/>
                  <a:pt x="427" y="13"/>
                  <a:pt x="429" y="17"/>
                </a:cubicBezTo>
                <a:close/>
                <a:moveTo>
                  <a:pt x="385" y="151"/>
                </a:moveTo>
                <a:cubicBezTo>
                  <a:pt x="384" y="148"/>
                  <a:pt x="382" y="146"/>
                  <a:pt x="378" y="146"/>
                </a:cubicBezTo>
                <a:cubicBezTo>
                  <a:pt x="359" y="123"/>
                  <a:pt x="353" y="121"/>
                  <a:pt x="349" y="117"/>
                </a:cubicBezTo>
                <a:cubicBezTo>
                  <a:pt x="312" y="78"/>
                  <a:pt x="306" y="76"/>
                  <a:pt x="304" y="71"/>
                </a:cubicBezTo>
                <a:cubicBezTo>
                  <a:pt x="278" y="47"/>
                  <a:pt x="276" y="45"/>
                  <a:pt x="276" y="42"/>
                </a:cubicBezTo>
                <a:cubicBezTo>
                  <a:pt x="256" y="35"/>
                  <a:pt x="262" y="26"/>
                  <a:pt x="255" y="28"/>
                </a:cubicBezTo>
                <a:cubicBezTo>
                  <a:pt x="207" y="0"/>
                  <a:pt x="207" y="0"/>
                  <a:pt x="207" y="0"/>
                </a:cubicBezTo>
                <a:cubicBezTo>
                  <a:pt x="240" y="25"/>
                  <a:pt x="245" y="33"/>
                  <a:pt x="254" y="37"/>
                </a:cubicBezTo>
                <a:cubicBezTo>
                  <a:pt x="280" y="63"/>
                  <a:pt x="289" y="68"/>
                  <a:pt x="295" y="75"/>
                </a:cubicBezTo>
                <a:cubicBezTo>
                  <a:pt x="336" y="116"/>
                  <a:pt x="339" y="115"/>
                  <a:pt x="340" y="117"/>
                </a:cubicBezTo>
                <a:cubicBezTo>
                  <a:pt x="359" y="135"/>
                  <a:pt x="363" y="137"/>
                  <a:pt x="368" y="137"/>
                </a:cubicBezTo>
                <a:cubicBezTo>
                  <a:pt x="389" y="157"/>
                  <a:pt x="395" y="166"/>
                  <a:pt x="398" y="160"/>
                </a:cubicBezTo>
                <a:close/>
                <a:moveTo>
                  <a:pt x="1507" y="2099"/>
                </a:moveTo>
                <a:cubicBezTo>
                  <a:pt x="1503" y="2109"/>
                  <a:pt x="1496" y="2117"/>
                  <a:pt x="1494" y="2129"/>
                </a:cubicBezTo>
                <a:cubicBezTo>
                  <a:pt x="1487" y="2132"/>
                  <a:pt x="1486" y="2141"/>
                  <a:pt x="1481" y="2145"/>
                </a:cubicBezTo>
                <a:cubicBezTo>
                  <a:pt x="1478" y="2151"/>
                  <a:pt x="1471" y="2153"/>
                  <a:pt x="1468" y="2160"/>
                </a:cubicBezTo>
                <a:cubicBezTo>
                  <a:pt x="1468" y="2160"/>
                  <a:pt x="1467" y="2160"/>
                  <a:pt x="1467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81" y="2159"/>
                  <a:pt x="1482" y="2158"/>
                  <a:pt x="1481" y="2155"/>
                </a:cubicBezTo>
                <a:cubicBezTo>
                  <a:pt x="1488" y="2155"/>
                  <a:pt x="1487" y="2146"/>
                  <a:pt x="1494" y="2145"/>
                </a:cubicBezTo>
                <a:cubicBezTo>
                  <a:pt x="1495" y="2139"/>
                  <a:pt x="1496" y="2135"/>
                  <a:pt x="1501" y="2134"/>
                </a:cubicBezTo>
                <a:cubicBezTo>
                  <a:pt x="1501" y="2128"/>
                  <a:pt x="1505" y="2126"/>
                  <a:pt x="1507" y="2123"/>
                </a:cubicBezTo>
                <a:cubicBezTo>
                  <a:pt x="1505" y="2116"/>
                  <a:pt x="1511" y="2116"/>
                  <a:pt x="1509" y="2110"/>
                </a:cubicBezTo>
                <a:cubicBezTo>
                  <a:pt x="1512" y="2107"/>
                  <a:pt x="1513" y="2099"/>
                  <a:pt x="1507" y="2099"/>
                </a:cubicBezTo>
                <a:close/>
                <a:moveTo>
                  <a:pt x="1509" y="2042"/>
                </a:moveTo>
                <a:cubicBezTo>
                  <a:pt x="1498" y="2041"/>
                  <a:pt x="1501" y="2053"/>
                  <a:pt x="1494" y="2055"/>
                </a:cubicBezTo>
                <a:cubicBezTo>
                  <a:pt x="1489" y="2060"/>
                  <a:pt x="1487" y="2067"/>
                  <a:pt x="1481" y="2070"/>
                </a:cubicBezTo>
                <a:cubicBezTo>
                  <a:pt x="1478" y="2077"/>
                  <a:pt x="1471" y="2079"/>
                  <a:pt x="1468" y="2086"/>
                </a:cubicBezTo>
                <a:cubicBezTo>
                  <a:pt x="1463" y="2091"/>
                  <a:pt x="1460" y="2098"/>
                  <a:pt x="1453" y="2101"/>
                </a:cubicBezTo>
                <a:cubicBezTo>
                  <a:pt x="1435" y="2123"/>
                  <a:pt x="1408" y="2135"/>
                  <a:pt x="1389" y="2155"/>
                </a:cubicBezTo>
                <a:cubicBezTo>
                  <a:pt x="1389" y="2159"/>
                  <a:pt x="1384" y="2158"/>
                  <a:pt x="1383" y="2160"/>
                </a:cubicBezTo>
                <a:cubicBezTo>
                  <a:pt x="1396" y="2160"/>
                  <a:pt x="1396" y="2160"/>
                  <a:pt x="1396" y="2160"/>
                </a:cubicBezTo>
                <a:cubicBezTo>
                  <a:pt x="1400" y="2158"/>
                  <a:pt x="1402" y="2154"/>
                  <a:pt x="1405" y="2151"/>
                </a:cubicBezTo>
                <a:cubicBezTo>
                  <a:pt x="1409" y="2147"/>
                  <a:pt x="1415" y="2146"/>
                  <a:pt x="1418" y="2140"/>
                </a:cubicBezTo>
                <a:cubicBezTo>
                  <a:pt x="1420" y="2139"/>
                  <a:pt x="1423" y="2138"/>
                  <a:pt x="1424" y="2136"/>
                </a:cubicBezTo>
                <a:cubicBezTo>
                  <a:pt x="1425" y="2132"/>
                  <a:pt x="1432" y="2134"/>
                  <a:pt x="1433" y="2131"/>
                </a:cubicBezTo>
                <a:cubicBezTo>
                  <a:pt x="1440" y="2124"/>
                  <a:pt x="1449" y="2117"/>
                  <a:pt x="1457" y="2110"/>
                </a:cubicBezTo>
                <a:cubicBezTo>
                  <a:pt x="1459" y="2104"/>
                  <a:pt x="1466" y="2102"/>
                  <a:pt x="1468" y="2097"/>
                </a:cubicBezTo>
                <a:cubicBezTo>
                  <a:pt x="1471" y="2091"/>
                  <a:pt x="1475" y="2087"/>
                  <a:pt x="1479" y="2083"/>
                </a:cubicBezTo>
                <a:cubicBezTo>
                  <a:pt x="1485" y="2075"/>
                  <a:pt x="1493" y="2067"/>
                  <a:pt x="1498" y="2057"/>
                </a:cubicBezTo>
                <a:cubicBezTo>
                  <a:pt x="1501" y="2056"/>
                  <a:pt x="1503" y="2055"/>
                  <a:pt x="1503" y="2051"/>
                </a:cubicBezTo>
                <a:cubicBezTo>
                  <a:pt x="1505" y="2049"/>
                  <a:pt x="1507" y="2046"/>
                  <a:pt x="1509" y="2044"/>
                </a:cubicBezTo>
                <a:cubicBezTo>
                  <a:pt x="1513" y="2044"/>
                  <a:pt x="1510" y="2038"/>
                  <a:pt x="1514" y="2038"/>
                </a:cubicBezTo>
                <a:cubicBezTo>
                  <a:pt x="1512" y="2032"/>
                  <a:pt x="1518" y="2033"/>
                  <a:pt x="1518" y="2029"/>
                </a:cubicBezTo>
                <a:cubicBezTo>
                  <a:pt x="1511" y="2029"/>
                  <a:pt x="1510" y="2035"/>
                  <a:pt x="1509" y="2042"/>
                </a:cubicBezTo>
                <a:close/>
                <a:moveTo>
                  <a:pt x="1392" y="2125"/>
                </a:moveTo>
                <a:cubicBezTo>
                  <a:pt x="1392" y="2119"/>
                  <a:pt x="1401" y="2121"/>
                  <a:pt x="1402" y="2116"/>
                </a:cubicBezTo>
                <a:cubicBezTo>
                  <a:pt x="1434" y="2086"/>
                  <a:pt x="1442" y="2088"/>
                  <a:pt x="1444" y="2083"/>
                </a:cubicBezTo>
                <a:cubicBezTo>
                  <a:pt x="1462" y="2059"/>
                  <a:pt x="1469" y="2060"/>
                  <a:pt x="1470" y="2055"/>
                </a:cubicBezTo>
                <a:cubicBezTo>
                  <a:pt x="1490" y="2036"/>
                  <a:pt x="1492" y="2034"/>
                  <a:pt x="1494" y="2033"/>
                </a:cubicBezTo>
                <a:cubicBezTo>
                  <a:pt x="1512" y="2017"/>
                  <a:pt x="1514" y="2004"/>
                  <a:pt x="1509" y="2003"/>
                </a:cubicBezTo>
                <a:cubicBezTo>
                  <a:pt x="1466" y="2054"/>
                  <a:pt x="1462" y="2055"/>
                  <a:pt x="1461" y="2059"/>
                </a:cubicBezTo>
                <a:cubicBezTo>
                  <a:pt x="1449" y="2068"/>
                  <a:pt x="1446" y="2069"/>
                  <a:pt x="1446" y="2075"/>
                </a:cubicBezTo>
                <a:cubicBezTo>
                  <a:pt x="1423" y="2087"/>
                  <a:pt x="1422" y="2091"/>
                  <a:pt x="1420" y="2094"/>
                </a:cubicBezTo>
                <a:cubicBezTo>
                  <a:pt x="1397" y="2111"/>
                  <a:pt x="1395" y="2113"/>
                  <a:pt x="1394" y="2114"/>
                </a:cubicBezTo>
                <a:cubicBezTo>
                  <a:pt x="1343" y="2159"/>
                  <a:pt x="1342" y="2159"/>
                  <a:pt x="1341" y="2160"/>
                </a:cubicBezTo>
                <a:cubicBezTo>
                  <a:pt x="1360" y="2155"/>
                  <a:pt x="1362" y="2153"/>
                  <a:pt x="1365" y="2153"/>
                </a:cubicBezTo>
                <a:cubicBezTo>
                  <a:pt x="1382" y="2127"/>
                  <a:pt x="1389" y="2128"/>
                  <a:pt x="1392" y="2125"/>
                </a:cubicBezTo>
                <a:close/>
                <a:moveTo>
                  <a:pt x="1461" y="2131"/>
                </a:moveTo>
                <a:cubicBezTo>
                  <a:pt x="1458" y="2140"/>
                  <a:pt x="1448" y="2143"/>
                  <a:pt x="1446" y="2153"/>
                </a:cubicBezTo>
                <a:cubicBezTo>
                  <a:pt x="1441" y="2153"/>
                  <a:pt x="1438" y="2157"/>
                  <a:pt x="1436" y="2160"/>
                </a:cubicBezTo>
                <a:cubicBezTo>
                  <a:pt x="1445" y="2160"/>
                  <a:pt x="1445" y="2160"/>
                  <a:pt x="1445" y="2160"/>
                </a:cubicBezTo>
                <a:cubicBezTo>
                  <a:pt x="1446" y="2158"/>
                  <a:pt x="1448" y="2156"/>
                  <a:pt x="1450" y="2155"/>
                </a:cubicBezTo>
                <a:cubicBezTo>
                  <a:pt x="1453" y="2153"/>
                  <a:pt x="1451" y="2147"/>
                  <a:pt x="1457" y="2149"/>
                </a:cubicBezTo>
                <a:cubicBezTo>
                  <a:pt x="1455" y="2143"/>
                  <a:pt x="1461" y="2144"/>
                  <a:pt x="1461" y="2140"/>
                </a:cubicBezTo>
                <a:cubicBezTo>
                  <a:pt x="1462" y="2139"/>
                  <a:pt x="1467" y="2132"/>
                  <a:pt x="1461" y="2131"/>
                </a:cubicBezTo>
                <a:close/>
                <a:moveTo>
                  <a:pt x="1527" y="1857"/>
                </a:moveTo>
                <a:cubicBezTo>
                  <a:pt x="1525" y="1861"/>
                  <a:pt x="1521" y="1863"/>
                  <a:pt x="1522" y="1870"/>
                </a:cubicBezTo>
                <a:cubicBezTo>
                  <a:pt x="1494" y="1913"/>
                  <a:pt x="1484" y="1917"/>
                  <a:pt x="1481" y="1927"/>
                </a:cubicBezTo>
                <a:cubicBezTo>
                  <a:pt x="1462" y="1952"/>
                  <a:pt x="1458" y="1955"/>
                  <a:pt x="1457" y="1959"/>
                </a:cubicBezTo>
                <a:cubicBezTo>
                  <a:pt x="1426" y="2000"/>
                  <a:pt x="1415" y="2003"/>
                  <a:pt x="1411" y="2012"/>
                </a:cubicBezTo>
                <a:cubicBezTo>
                  <a:pt x="1383" y="2042"/>
                  <a:pt x="1371" y="2050"/>
                  <a:pt x="1363" y="2062"/>
                </a:cubicBezTo>
                <a:cubicBezTo>
                  <a:pt x="1339" y="2088"/>
                  <a:pt x="1333" y="2088"/>
                  <a:pt x="1330" y="2090"/>
                </a:cubicBezTo>
                <a:cubicBezTo>
                  <a:pt x="1301" y="2125"/>
                  <a:pt x="1296" y="2125"/>
                  <a:pt x="1296" y="2129"/>
                </a:cubicBezTo>
                <a:cubicBezTo>
                  <a:pt x="1275" y="2157"/>
                  <a:pt x="1274" y="2159"/>
                  <a:pt x="1273" y="2160"/>
                </a:cubicBezTo>
                <a:cubicBezTo>
                  <a:pt x="1296" y="2148"/>
                  <a:pt x="1296" y="2140"/>
                  <a:pt x="1302" y="2138"/>
                </a:cubicBezTo>
                <a:cubicBezTo>
                  <a:pt x="1317" y="2122"/>
                  <a:pt x="1315" y="2116"/>
                  <a:pt x="1320" y="2116"/>
                </a:cubicBezTo>
                <a:cubicBezTo>
                  <a:pt x="1339" y="2093"/>
                  <a:pt x="1344" y="2092"/>
                  <a:pt x="1346" y="2090"/>
                </a:cubicBezTo>
                <a:cubicBezTo>
                  <a:pt x="1359" y="2073"/>
                  <a:pt x="1366" y="2075"/>
                  <a:pt x="1365" y="2070"/>
                </a:cubicBezTo>
                <a:cubicBezTo>
                  <a:pt x="1383" y="2053"/>
                  <a:pt x="1385" y="2045"/>
                  <a:pt x="1392" y="2042"/>
                </a:cubicBezTo>
                <a:cubicBezTo>
                  <a:pt x="1407" y="2027"/>
                  <a:pt x="1409" y="2025"/>
                  <a:pt x="1411" y="2022"/>
                </a:cubicBezTo>
                <a:cubicBezTo>
                  <a:pt x="1429" y="2007"/>
                  <a:pt x="1427" y="2001"/>
                  <a:pt x="1433" y="2003"/>
                </a:cubicBezTo>
                <a:cubicBezTo>
                  <a:pt x="1463" y="1970"/>
                  <a:pt x="1461" y="1959"/>
                  <a:pt x="1468" y="1957"/>
                </a:cubicBezTo>
                <a:cubicBezTo>
                  <a:pt x="1484" y="1929"/>
                  <a:pt x="1489" y="1929"/>
                  <a:pt x="1487" y="1922"/>
                </a:cubicBezTo>
                <a:cubicBezTo>
                  <a:pt x="1509" y="1885"/>
                  <a:pt x="1518" y="1890"/>
                  <a:pt x="1516" y="1883"/>
                </a:cubicBezTo>
                <a:cubicBezTo>
                  <a:pt x="1524" y="1862"/>
                  <a:pt x="1533" y="1859"/>
                  <a:pt x="1527" y="1857"/>
                </a:cubicBezTo>
                <a:close/>
                <a:moveTo>
                  <a:pt x="1352" y="2127"/>
                </a:moveTo>
                <a:cubicBezTo>
                  <a:pt x="1354" y="2125"/>
                  <a:pt x="1357" y="2123"/>
                  <a:pt x="1359" y="2121"/>
                </a:cubicBezTo>
                <a:cubicBezTo>
                  <a:pt x="1395" y="2078"/>
                  <a:pt x="1399" y="2074"/>
                  <a:pt x="1405" y="2070"/>
                </a:cubicBezTo>
                <a:cubicBezTo>
                  <a:pt x="1423" y="2052"/>
                  <a:pt x="1427" y="2047"/>
                  <a:pt x="1431" y="2042"/>
                </a:cubicBezTo>
                <a:cubicBezTo>
                  <a:pt x="1457" y="2023"/>
                  <a:pt x="1460" y="2021"/>
                  <a:pt x="1459" y="2016"/>
                </a:cubicBezTo>
                <a:cubicBezTo>
                  <a:pt x="1462" y="2009"/>
                  <a:pt x="1456" y="2017"/>
                  <a:pt x="1446" y="2022"/>
                </a:cubicBezTo>
                <a:cubicBezTo>
                  <a:pt x="1424" y="2038"/>
                  <a:pt x="1427" y="2045"/>
                  <a:pt x="1422" y="2044"/>
                </a:cubicBezTo>
                <a:cubicBezTo>
                  <a:pt x="1392" y="2075"/>
                  <a:pt x="1382" y="2080"/>
                  <a:pt x="1374" y="2088"/>
                </a:cubicBezTo>
                <a:cubicBezTo>
                  <a:pt x="1345" y="2122"/>
                  <a:pt x="1343" y="2124"/>
                  <a:pt x="1341" y="2127"/>
                </a:cubicBezTo>
                <a:cubicBezTo>
                  <a:pt x="1332" y="2135"/>
                  <a:pt x="1333" y="2138"/>
                  <a:pt x="1330" y="2138"/>
                </a:cubicBezTo>
                <a:cubicBezTo>
                  <a:pt x="1315" y="2150"/>
                  <a:pt x="1317" y="2157"/>
                  <a:pt x="1313" y="2158"/>
                </a:cubicBezTo>
                <a:cubicBezTo>
                  <a:pt x="1328" y="2154"/>
                  <a:pt x="1334" y="2147"/>
                  <a:pt x="1341" y="2142"/>
                </a:cubicBezTo>
                <a:close/>
                <a:moveTo>
                  <a:pt x="1579" y="1510"/>
                </a:moveTo>
                <a:cubicBezTo>
                  <a:pt x="1576" y="1516"/>
                  <a:pt x="1577" y="1527"/>
                  <a:pt x="1572" y="1532"/>
                </a:cubicBezTo>
                <a:cubicBezTo>
                  <a:pt x="1553" y="1580"/>
                  <a:pt x="1549" y="1586"/>
                  <a:pt x="1546" y="1593"/>
                </a:cubicBezTo>
                <a:cubicBezTo>
                  <a:pt x="1508" y="1646"/>
                  <a:pt x="1502" y="1650"/>
                  <a:pt x="1501" y="1652"/>
                </a:cubicBezTo>
                <a:cubicBezTo>
                  <a:pt x="1485" y="1663"/>
                  <a:pt x="1489" y="1672"/>
                  <a:pt x="1483" y="1671"/>
                </a:cubicBezTo>
                <a:cubicBezTo>
                  <a:pt x="1448" y="1697"/>
                  <a:pt x="1450" y="1704"/>
                  <a:pt x="1446" y="1704"/>
                </a:cubicBezTo>
                <a:cubicBezTo>
                  <a:pt x="1400" y="1740"/>
                  <a:pt x="1393" y="1742"/>
                  <a:pt x="1392" y="1750"/>
                </a:cubicBezTo>
                <a:cubicBezTo>
                  <a:pt x="1354" y="1774"/>
                  <a:pt x="1358" y="1783"/>
                  <a:pt x="1352" y="1783"/>
                </a:cubicBezTo>
                <a:cubicBezTo>
                  <a:pt x="1309" y="1823"/>
                  <a:pt x="1313" y="1832"/>
                  <a:pt x="1306" y="1831"/>
                </a:cubicBezTo>
                <a:cubicBezTo>
                  <a:pt x="1291" y="1850"/>
                  <a:pt x="1288" y="1851"/>
                  <a:pt x="1289" y="1855"/>
                </a:cubicBezTo>
                <a:cubicBezTo>
                  <a:pt x="1269" y="1881"/>
                  <a:pt x="1265" y="1882"/>
                  <a:pt x="1263" y="1885"/>
                </a:cubicBezTo>
                <a:cubicBezTo>
                  <a:pt x="1247" y="1908"/>
                  <a:pt x="1244" y="1910"/>
                  <a:pt x="1241" y="1913"/>
                </a:cubicBezTo>
                <a:cubicBezTo>
                  <a:pt x="1232" y="1921"/>
                  <a:pt x="1240" y="1911"/>
                  <a:pt x="1245" y="1900"/>
                </a:cubicBezTo>
                <a:cubicBezTo>
                  <a:pt x="1283" y="1849"/>
                  <a:pt x="1286" y="1842"/>
                  <a:pt x="1289" y="1835"/>
                </a:cubicBezTo>
                <a:cubicBezTo>
                  <a:pt x="1309" y="1806"/>
                  <a:pt x="1318" y="1810"/>
                  <a:pt x="1317" y="1804"/>
                </a:cubicBezTo>
                <a:cubicBezTo>
                  <a:pt x="1359" y="1769"/>
                  <a:pt x="1359" y="1764"/>
                  <a:pt x="1363" y="1763"/>
                </a:cubicBezTo>
                <a:cubicBezTo>
                  <a:pt x="1384" y="1744"/>
                  <a:pt x="1387" y="1737"/>
                  <a:pt x="1392" y="1732"/>
                </a:cubicBezTo>
                <a:cubicBezTo>
                  <a:pt x="1416" y="1708"/>
                  <a:pt x="1420" y="1707"/>
                  <a:pt x="1422" y="1704"/>
                </a:cubicBezTo>
                <a:cubicBezTo>
                  <a:pt x="1441" y="1688"/>
                  <a:pt x="1443" y="1686"/>
                  <a:pt x="1444" y="1682"/>
                </a:cubicBezTo>
                <a:cubicBezTo>
                  <a:pt x="1465" y="1668"/>
                  <a:pt x="1461" y="1659"/>
                  <a:pt x="1468" y="1660"/>
                </a:cubicBezTo>
                <a:cubicBezTo>
                  <a:pt x="1491" y="1612"/>
                  <a:pt x="1503" y="1610"/>
                  <a:pt x="1503" y="1597"/>
                </a:cubicBezTo>
                <a:cubicBezTo>
                  <a:pt x="1527" y="1537"/>
                  <a:pt x="1531" y="1534"/>
                  <a:pt x="1531" y="1527"/>
                </a:cubicBezTo>
                <a:cubicBezTo>
                  <a:pt x="1517" y="1548"/>
                  <a:pt x="1518" y="1552"/>
                  <a:pt x="1518" y="1556"/>
                </a:cubicBezTo>
                <a:cubicBezTo>
                  <a:pt x="1510" y="1576"/>
                  <a:pt x="1505" y="1576"/>
                  <a:pt x="1507" y="1582"/>
                </a:cubicBezTo>
                <a:cubicBezTo>
                  <a:pt x="1476" y="1632"/>
                  <a:pt x="1471" y="1639"/>
                  <a:pt x="1468" y="1647"/>
                </a:cubicBezTo>
                <a:cubicBezTo>
                  <a:pt x="1436" y="1686"/>
                  <a:pt x="1427" y="1682"/>
                  <a:pt x="1429" y="1689"/>
                </a:cubicBezTo>
                <a:cubicBezTo>
                  <a:pt x="1397" y="1713"/>
                  <a:pt x="1396" y="1723"/>
                  <a:pt x="1387" y="1724"/>
                </a:cubicBezTo>
                <a:cubicBezTo>
                  <a:pt x="1347" y="1765"/>
                  <a:pt x="1336" y="1774"/>
                  <a:pt x="1324" y="1783"/>
                </a:cubicBezTo>
                <a:cubicBezTo>
                  <a:pt x="1294" y="1825"/>
                  <a:pt x="1284" y="1819"/>
                  <a:pt x="1287" y="1826"/>
                </a:cubicBezTo>
                <a:cubicBezTo>
                  <a:pt x="1269" y="1846"/>
                  <a:pt x="1267" y="1852"/>
                  <a:pt x="1263" y="1857"/>
                </a:cubicBezTo>
                <a:cubicBezTo>
                  <a:pt x="1241" y="1894"/>
                  <a:pt x="1235" y="1892"/>
                  <a:pt x="1237" y="1898"/>
                </a:cubicBezTo>
                <a:cubicBezTo>
                  <a:pt x="1230" y="1892"/>
                  <a:pt x="1235" y="1886"/>
                  <a:pt x="1239" y="1879"/>
                </a:cubicBezTo>
                <a:cubicBezTo>
                  <a:pt x="1256" y="1846"/>
                  <a:pt x="1268" y="1835"/>
                  <a:pt x="1274" y="1820"/>
                </a:cubicBezTo>
                <a:cubicBezTo>
                  <a:pt x="1287" y="1807"/>
                  <a:pt x="1290" y="1804"/>
                  <a:pt x="1293" y="1800"/>
                </a:cubicBezTo>
                <a:cubicBezTo>
                  <a:pt x="1318" y="1779"/>
                  <a:pt x="1319" y="1773"/>
                  <a:pt x="1324" y="1772"/>
                </a:cubicBezTo>
                <a:cubicBezTo>
                  <a:pt x="1347" y="1749"/>
                  <a:pt x="1349" y="1744"/>
                  <a:pt x="1354" y="1743"/>
                </a:cubicBezTo>
                <a:cubicBezTo>
                  <a:pt x="1365" y="1728"/>
                  <a:pt x="1371" y="1728"/>
                  <a:pt x="1372" y="1722"/>
                </a:cubicBezTo>
                <a:cubicBezTo>
                  <a:pt x="1395" y="1693"/>
                  <a:pt x="1399" y="1693"/>
                  <a:pt x="1400" y="1691"/>
                </a:cubicBezTo>
                <a:cubicBezTo>
                  <a:pt x="1433" y="1656"/>
                  <a:pt x="1430" y="1647"/>
                  <a:pt x="1437" y="1647"/>
                </a:cubicBezTo>
                <a:cubicBezTo>
                  <a:pt x="1461" y="1606"/>
                  <a:pt x="1467" y="1605"/>
                  <a:pt x="1468" y="1599"/>
                </a:cubicBezTo>
                <a:cubicBezTo>
                  <a:pt x="1488" y="1573"/>
                  <a:pt x="1484" y="1562"/>
                  <a:pt x="1490" y="1560"/>
                </a:cubicBezTo>
                <a:cubicBezTo>
                  <a:pt x="1512" y="1498"/>
                  <a:pt x="1513" y="1492"/>
                  <a:pt x="1514" y="1486"/>
                </a:cubicBezTo>
                <a:cubicBezTo>
                  <a:pt x="1523" y="1457"/>
                  <a:pt x="1522" y="1452"/>
                  <a:pt x="1522" y="1449"/>
                </a:cubicBezTo>
                <a:cubicBezTo>
                  <a:pt x="1510" y="1484"/>
                  <a:pt x="1507" y="1489"/>
                  <a:pt x="1507" y="1497"/>
                </a:cubicBezTo>
                <a:cubicBezTo>
                  <a:pt x="1490" y="1532"/>
                  <a:pt x="1493" y="1538"/>
                  <a:pt x="1490" y="1538"/>
                </a:cubicBezTo>
                <a:cubicBezTo>
                  <a:pt x="1467" y="1585"/>
                  <a:pt x="1465" y="1592"/>
                  <a:pt x="1461" y="1597"/>
                </a:cubicBezTo>
                <a:cubicBezTo>
                  <a:pt x="1423" y="1648"/>
                  <a:pt x="1419" y="1653"/>
                  <a:pt x="1416" y="1658"/>
                </a:cubicBezTo>
                <a:cubicBezTo>
                  <a:pt x="1397" y="1673"/>
                  <a:pt x="1404" y="1684"/>
                  <a:pt x="1396" y="1680"/>
                </a:cubicBezTo>
                <a:cubicBezTo>
                  <a:pt x="1383" y="1699"/>
                  <a:pt x="1379" y="1700"/>
                  <a:pt x="1376" y="1702"/>
                </a:cubicBezTo>
                <a:cubicBezTo>
                  <a:pt x="1295" y="1789"/>
                  <a:pt x="1288" y="1786"/>
                  <a:pt x="1289" y="1791"/>
                </a:cubicBezTo>
                <a:cubicBezTo>
                  <a:pt x="1276" y="1807"/>
                  <a:pt x="1274" y="1807"/>
                  <a:pt x="1274" y="1809"/>
                </a:cubicBezTo>
                <a:cubicBezTo>
                  <a:pt x="1315" y="1744"/>
                  <a:pt x="1330" y="1731"/>
                  <a:pt x="1341" y="1715"/>
                </a:cubicBezTo>
                <a:cubicBezTo>
                  <a:pt x="1359" y="1699"/>
                  <a:pt x="1361" y="1697"/>
                  <a:pt x="1361" y="1693"/>
                </a:cubicBezTo>
                <a:cubicBezTo>
                  <a:pt x="1387" y="1671"/>
                  <a:pt x="1383" y="1661"/>
                  <a:pt x="1392" y="1663"/>
                </a:cubicBezTo>
                <a:cubicBezTo>
                  <a:pt x="1413" y="1636"/>
                  <a:pt x="1410" y="1630"/>
                  <a:pt x="1413" y="1630"/>
                </a:cubicBezTo>
                <a:cubicBezTo>
                  <a:pt x="1427" y="1606"/>
                  <a:pt x="1434" y="1606"/>
                  <a:pt x="1433" y="1597"/>
                </a:cubicBezTo>
                <a:cubicBezTo>
                  <a:pt x="1464" y="1531"/>
                  <a:pt x="1472" y="1526"/>
                  <a:pt x="1472" y="1512"/>
                </a:cubicBezTo>
                <a:cubicBezTo>
                  <a:pt x="1485" y="1469"/>
                  <a:pt x="1487" y="1458"/>
                  <a:pt x="1490" y="1447"/>
                </a:cubicBezTo>
                <a:cubicBezTo>
                  <a:pt x="1496" y="1386"/>
                  <a:pt x="1498" y="1372"/>
                  <a:pt x="1494" y="1371"/>
                </a:cubicBezTo>
                <a:cubicBezTo>
                  <a:pt x="1481" y="1459"/>
                  <a:pt x="1480" y="1462"/>
                  <a:pt x="1479" y="1464"/>
                </a:cubicBezTo>
                <a:cubicBezTo>
                  <a:pt x="1458" y="1526"/>
                  <a:pt x="1455" y="1533"/>
                  <a:pt x="1453" y="1541"/>
                </a:cubicBezTo>
                <a:cubicBezTo>
                  <a:pt x="1435" y="1576"/>
                  <a:pt x="1428" y="1591"/>
                  <a:pt x="1420" y="1604"/>
                </a:cubicBezTo>
                <a:cubicBezTo>
                  <a:pt x="1397" y="1633"/>
                  <a:pt x="1397" y="1638"/>
                  <a:pt x="1394" y="1641"/>
                </a:cubicBezTo>
                <a:cubicBezTo>
                  <a:pt x="1371" y="1672"/>
                  <a:pt x="1364" y="1671"/>
                  <a:pt x="1365" y="1678"/>
                </a:cubicBezTo>
                <a:cubicBezTo>
                  <a:pt x="1330" y="1711"/>
                  <a:pt x="1331" y="1717"/>
                  <a:pt x="1326" y="1717"/>
                </a:cubicBezTo>
                <a:cubicBezTo>
                  <a:pt x="1310" y="1739"/>
                  <a:pt x="1306" y="1742"/>
                  <a:pt x="1304" y="1746"/>
                </a:cubicBezTo>
                <a:cubicBezTo>
                  <a:pt x="1274" y="1783"/>
                  <a:pt x="1272" y="1787"/>
                  <a:pt x="1269" y="1789"/>
                </a:cubicBezTo>
                <a:cubicBezTo>
                  <a:pt x="1256" y="1812"/>
                  <a:pt x="1254" y="1812"/>
                  <a:pt x="1254" y="1815"/>
                </a:cubicBezTo>
                <a:cubicBezTo>
                  <a:pt x="1275" y="1759"/>
                  <a:pt x="1280" y="1753"/>
                  <a:pt x="1282" y="1743"/>
                </a:cubicBezTo>
                <a:cubicBezTo>
                  <a:pt x="1316" y="1701"/>
                  <a:pt x="1316" y="1695"/>
                  <a:pt x="1320" y="1693"/>
                </a:cubicBezTo>
                <a:cubicBezTo>
                  <a:pt x="1345" y="1660"/>
                  <a:pt x="1348" y="1658"/>
                  <a:pt x="1350" y="1654"/>
                </a:cubicBezTo>
                <a:cubicBezTo>
                  <a:pt x="1368" y="1640"/>
                  <a:pt x="1369" y="1630"/>
                  <a:pt x="1376" y="1626"/>
                </a:cubicBezTo>
                <a:cubicBezTo>
                  <a:pt x="1392" y="1603"/>
                  <a:pt x="1395" y="1604"/>
                  <a:pt x="1396" y="1602"/>
                </a:cubicBezTo>
                <a:cubicBezTo>
                  <a:pt x="1412" y="1579"/>
                  <a:pt x="1417" y="1571"/>
                  <a:pt x="1422" y="1565"/>
                </a:cubicBezTo>
                <a:cubicBezTo>
                  <a:pt x="1456" y="1505"/>
                  <a:pt x="1465" y="1490"/>
                  <a:pt x="1470" y="1471"/>
                </a:cubicBezTo>
                <a:cubicBezTo>
                  <a:pt x="1457" y="1496"/>
                  <a:pt x="1452" y="1500"/>
                  <a:pt x="1450" y="1508"/>
                </a:cubicBezTo>
                <a:cubicBezTo>
                  <a:pt x="1424" y="1544"/>
                  <a:pt x="1425" y="1550"/>
                  <a:pt x="1422" y="1554"/>
                </a:cubicBezTo>
                <a:cubicBezTo>
                  <a:pt x="1402" y="1574"/>
                  <a:pt x="1402" y="1580"/>
                  <a:pt x="1398" y="1582"/>
                </a:cubicBezTo>
                <a:cubicBezTo>
                  <a:pt x="1368" y="1611"/>
                  <a:pt x="1371" y="1621"/>
                  <a:pt x="1365" y="1621"/>
                </a:cubicBezTo>
                <a:cubicBezTo>
                  <a:pt x="1354" y="1633"/>
                  <a:pt x="1354" y="1639"/>
                  <a:pt x="1350" y="1641"/>
                </a:cubicBezTo>
                <a:cubicBezTo>
                  <a:pt x="1312" y="1680"/>
                  <a:pt x="1314" y="1689"/>
                  <a:pt x="1309" y="1689"/>
                </a:cubicBezTo>
                <a:cubicBezTo>
                  <a:pt x="1303" y="1687"/>
                  <a:pt x="1312" y="1679"/>
                  <a:pt x="1317" y="1669"/>
                </a:cubicBezTo>
                <a:cubicBezTo>
                  <a:pt x="1338" y="1634"/>
                  <a:pt x="1343" y="1631"/>
                  <a:pt x="1346" y="1626"/>
                </a:cubicBezTo>
                <a:cubicBezTo>
                  <a:pt x="1362" y="1602"/>
                  <a:pt x="1370" y="1594"/>
                  <a:pt x="1374" y="1582"/>
                </a:cubicBezTo>
                <a:cubicBezTo>
                  <a:pt x="1400" y="1555"/>
                  <a:pt x="1402" y="1543"/>
                  <a:pt x="1411" y="1538"/>
                </a:cubicBezTo>
                <a:cubicBezTo>
                  <a:pt x="1430" y="1502"/>
                  <a:pt x="1436" y="1494"/>
                  <a:pt x="1442" y="1486"/>
                </a:cubicBezTo>
                <a:cubicBezTo>
                  <a:pt x="1463" y="1430"/>
                  <a:pt x="1462" y="1425"/>
                  <a:pt x="1466" y="1423"/>
                </a:cubicBezTo>
                <a:cubicBezTo>
                  <a:pt x="1476" y="1383"/>
                  <a:pt x="1478" y="1365"/>
                  <a:pt x="1481" y="1349"/>
                </a:cubicBezTo>
                <a:cubicBezTo>
                  <a:pt x="1488" y="1306"/>
                  <a:pt x="1492" y="1305"/>
                  <a:pt x="1485" y="1303"/>
                </a:cubicBezTo>
                <a:cubicBezTo>
                  <a:pt x="1480" y="1348"/>
                  <a:pt x="1473" y="1361"/>
                  <a:pt x="1472" y="1373"/>
                </a:cubicBezTo>
                <a:cubicBezTo>
                  <a:pt x="1455" y="1430"/>
                  <a:pt x="1453" y="1436"/>
                  <a:pt x="1453" y="1442"/>
                </a:cubicBezTo>
                <a:cubicBezTo>
                  <a:pt x="1426" y="1491"/>
                  <a:pt x="1427" y="1499"/>
                  <a:pt x="1422" y="1501"/>
                </a:cubicBezTo>
                <a:cubicBezTo>
                  <a:pt x="1403" y="1536"/>
                  <a:pt x="1397" y="1537"/>
                  <a:pt x="1396" y="1543"/>
                </a:cubicBezTo>
                <a:cubicBezTo>
                  <a:pt x="1363" y="1583"/>
                  <a:pt x="1363" y="1588"/>
                  <a:pt x="1359" y="1589"/>
                </a:cubicBezTo>
                <a:cubicBezTo>
                  <a:pt x="1340" y="1611"/>
                  <a:pt x="1343" y="1619"/>
                  <a:pt x="1337" y="1619"/>
                </a:cubicBezTo>
                <a:cubicBezTo>
                  <a:pt x="1308" y="1668"/>
                  <a:pt x="1302" y="1674"/>
                  <a:pt x="1298" y="1680"/>
                </a:cubicBezTo>
                <a:cubicBezTo>
                  <a:pt x="1268" y="1729"/>
                  <a:pt x="1267" y="1740"/>
                  <a:pt x="1261" y="1746"/>
                </a:cubicBezTo>
                <a:cubicBezTo>
                  <a:pt x="1277" y="1701"/>
                  <a:pt x="1282" y="1699"/>
                  <a:pt x="1285" y="1695"/>
                </a:cubicBezTo>
                <a:cubicBezTo>
                  <a:pt x="1316" y="1640"/>
                  <a:pt x="1317" y="1629"/>
                  <a:pt x="1324" y="1623"/>
                </a:cubicBezTo>
                <a:cubicBezTo>
                  <a:pt x="1354" y="1567"/>
                  <a:pt x="1362" y="1563"/>
                  <a:pt x="1365" y="1554"/>
                </a:cubicBezTo>
                <a:cubicBezTo>
                  <a:pt x="1392" y="1519"/>
                  <a:pt x="1393" y="1513"/>
                  <a:pt x="1396" y="1510"/>
                </a:cubicBezTo>
                <a:cubicBezTo>
                  <a:pt x="1407" y="1498"/>
                  <a:pt x="1409" y="1493"/>
                  <a:pt x="1411" y="1488"/>
                </a:cubicBezTo>
                <a:cubicBezTo>
                  <a:pt x="1431" y="1446"/>
                  <a:pt x="1440" y="1431"/>
                  <a:pt x="1444" y="1410"/>
                </a:cubicBezTo>
                <a:cubicBezTo>
                  <a:pt x="1455" y="1371"/>
                  <a:pt x="1457" y="1361"/>
                  <a:pt x="1459" y="1351"/>
                </a:cubicBezTo>
                <a:cubicBezTo>
                  <a:pt x="1456" y="1316"/>
                  <a:pt x="1460" y="1326"/>
                  <a:pt x="1455" y="1327"/>
                </a:cubicBezTo>
                <a:cubicBezTo>
                  <a:pt x="1450" y="1376"/>
                  <a:pt x="1442" y="1392"/>
                  <a:pt x="1439" y="1412"/>
                </a:cubicBezTo>
                <a:cubicBezTo>
                  <a:pt x="1419" y="1450"/>
                  <a:pt x="1422" y="1459"/>
                  <a:pt x="1418" y="1460"/>
                </a:cubicBezTo>
                <a:cubicBezTo>
                  <a:pt x="1403" y="1493"/>
                  <a:pt x="1394" y="1496"/>
                  <a:pt x="1392" y="1506"/>
                </a:cubicBezTo>
                <a:cubicBezTo>
                  <a:pt x="1367" y="1540"/>
                  <a:pt x="1364" y="1542"/>
                  <a:pt x="1361" y="1545"/>
                </a:cubicBezTo>
                <a:cubicBezTo>
                  <a:pt x="1341" y="1571"/>
                  <a:pt x="1342" y="1575"/>
                  <a:pt x="1339" y="1575"/>
                </a:cubicBezTo>
                <a:cubicBezTo>
                  <a:pt x="1315" y="1617"/>
                  <a:pt x="1314" y="1628"/>
                  <a:pt x="1306" y="1632"/>
                </a:cubicBezTo>
                <a:cubicBezTo>
                  <a:pt x="1281" y="1673"/>
                  <a:pt x="1283" y="1669"/>
                  <a:pt x="1285" y="1665"/>
                </a:cubicBezTo>
                <a:cubicBezTo>
                  <a:pt x="1293" y="1637"/>
                  <a:pt x="1298" y="1629"/>
                  <a:pt x="1298" y="1621"/>
                </a:cubicBezTo>
                <a:cubicBezTo>
                  <a:pt x="1327" y="1583"/>
                  <a:pt x="1332" y="1570"/>
                  <a:pt x="1341" y="1562"/>
                </a:cubicBezTo>
                <a:cubicBezTo>
                  <a:pt x="1362" y="1525"/>
                  <a:pt x="1368" y="1521"/>
                  <a:pt x="1370" y="1514"/>
                </a:cubicBezTo>
                <a:cubicBezTo>
                  <a:pt x="1382" y="1497"/>
                  <a:pt x="1380" y="1491"/>
                  <a:pt x="1383" y="1490"/>
                </a:cubicBezTo>
                <a:cubicBezTo>
                  <a:pt x="1400" y="1460"/>
                  <a:pt x="1402" y="1453"/>
                  <a:pt x="1405" y="1447"/>
                </a:cubicBezTo>
                <a:cubicBezTo>
                  <a:pt x="1421" y="1403"/>
                  <a:pt x="1428" y="1375"/>
                  <a:pt x="1431" y="1344"/>
                </a:cubicBezTo>
                <a:cubicBezTo>
                  <a:pt x="1424" y="1331"/>
                  <a:pt x="1428" y="1347"/>
                  <a:pt x="1422" y="1364"/>
                </a:cubicBezTo>
                <a:cubicBezTo>
                  <a:pt x="1389" y="1467"/>
                  <a:pt x="1384" y="1467"/>
                  <a:pt x="1383" y="1471"/>
                </a:cubicBezTo>
                <a:cubicBezTo>
                  <a:pt x="1360" y="1505"/>
                  <a:pt x="1363" y="1514"/>
                  <a:pt x="1357" y="1514"/>
                </a:cubicBezTo>
                <a:cubicBezTo>
                  <a:pt x="1325" y="1568"/>
                  <a:pt x="1323" y="1570"/>
                  <a:pt x="1322" y="1573"/>
                </a:cubicBezTo>
                <a:cubicBezTo>
                  <a:pt x="1318" y="1562"/>
                  <a:pt x="1327" y="1553"/>
                  <a:pt x="1330" y="1538"/>
                </a:cubicBezTo>
                <a:cubicBezTo>
                  <a:pt x="1360" y="1485"/>
                  <a:pt x="1360" y="1483"/>
                  <a:pt x="1361" y="1480"/>
                </a:cubicBezTo>
                <a:cubicBezTo>
                  <a:pt x="1374" y="1460"/>
                  <a:pt x="1374" y="1453"/>
                  <a:pt x="1378" y="1447"/>
                </a:cubicBezTo>
                <a:cubicBezTo>
                  <a:pt x="1390" y="1394"/>
                  <a:pt x="1388" y="1398"/>
                  <a:pt x="1387" y="1403"/>
                </a:cubicBezTo>
                <a:cubicBezTo>
                  <a:pt x="1351" y="1475"/>
                  <a:pt x="1354" y="1486"/>
                  <a:pt x="1348" y="1488"/>
                </a:cubicBezTo>
                <a:cubicBezTo>
                  <a:pt x="1316" y="1541"/>
                  <a:pt x="1317" y="1550"/>
                  <a:pt x="1313" y="1554"/>
                </a:cubicBezTo>
                <a:cubicBezTo>
                  <a:pt x="1303" y="1582"/>
                  <a:pt x="1298" y="1589"/>
                  <a:pt x="1302" y="1589"/>
                </a:cubicBezTo>
                <a:cubicBezTo>
                  <a:pt x="1311" y="1542"/>
                  <a:pt x="1309" y="1486"/>
                  <a:pt x="1322" y="1445"/>
                </a:cubicBezTo>
                <a:cubicBezTo>
                  <a:pt x="1347" y="1309"/>
                  <a:pt x="1348" y="1301"/>
                  <a:pt x="1350" y="1294"/>
                </a:cubicBezTo>
                <a:cubicBezTo>
                  <a:pt x="1342" y="1297"/>
                  <a:pt x="1337" y="1326"/>
                  <a:pt x="1328" y="1353"/>
                </a:cubicBezTo>
                <a:cubicBezTo>
                  <a:pt x="1301" y="1512"/>
                  <a:pt x="1302" y="1520"/>
                  <a:pt x="1300" y="1525"/>
                </a:cubicBezTo>
                <a:cubicBezTo>
                  <a:pt x="1294" y="1548"/>
                  <a:pt x="1295" y="1546"/>
                  <a:pt x="1293" y="1554"/>
                </a:cubicBezTo>
                <a:cubicBezTo>
                  <a:pt x="1283" y="1594"/>
                  <a:pt x="1287" y="1604"/>
                  <a:pt x="1282" y="1606"/>
                </a:cubicBezTo>
                <a:cubicBezTo>
                  <a:pt x="1281" y="1580"/>
                  <a:pt x="1286" y="1581"/>
                  <a:pt x="1285" y="1575"/>
                </a:cubicBezTo>
                <a:cubicBezTo>
                  <a:pt x="1283" y="1509"/>
                  <a:pt x="1285" y="1500"/>
                  <a:pt x="1282" y="1488"/>
                </a:cubicBezTo>
                <a:cubicBezTo>
                  <a:pt x="1307" y="1366"/>
                  <a:pt x="1303" y="1357"/>
                  <a:pt x="1304" y="1353"/>
                </a:cubicBezTo>
                <a:cubicBezTo>
                  <a:pt x="1322" y="1288"/>
                  <a:pt x="1323" y="1280"/>
                  <a:pt x="1324" y="1272"/>
                </a:cubicBezTo>
                <a:cubicBezTo>
                  <a:pt x="1320" y="1266"/>
                  <a:pt x="1318" y="1285"/>
                  <a:pt x="1311" y="1299"/>
                </a:cubicBezTo>
                <a:cubicBezTo>
                  <a:pt x="1303" y="1329"/>
                  <a:pt x="1307" y="1338"/>
                  <a:pt x="1302" y="1338"/>
                </a:cubicBezTo>
                <a:cubicBezTo>
                  <a:pt x="1288" y="1420"/>
                  <a:pt x="1282" y="1435"/>
                  <a:pt x="1278" y="1451"/>
                </a:cubicBezTo>
                <a:cubicBezTo>
                  <a:pt x="1274" y="1519"/>
                  <a:pt x="1277" y="1544"/>
                  <a:pt x="1276" y="1586"/>
                </a:cubicBezTo>
                <a:cubicBezTo>
                  <a:pt x="1275" y="1640"/>
                  <a:pt x="1270" y="1639"/>
                  <a:pt x="1272" y="1645"/>
                </a:cubicBezTo>
                <a:cubicBezTo>
                  <a:pt x="1269" y="1666"/>
                  <a:pt x="1272" y="1667"/>
                  <a:pt x="1272" y="1667"/>
                </a:cubicBezTo>
                <a:cubicBezTo>
                  <a:pt x="1263" y="1686"/>
                  <a:pt x="1260" y="1671"/>
                  <a:pt x="1261" y="1654"/>
                </a:cubicBezTo>
                <a:cubicBezTo>
                  <a:pt x="1259" y="1577"/>
                  <a:pt x="1257" y="1567"/>
                  <a:pt x="1261" y="1562"/>
                </a:cubicBezTo>
                <a:cubicBezTo>
                  <a:pt x="1258" y="1525"/>
                  <a:pt x="1261" y="1505"/>
                  <a:pt x="1256" y="1493"/>
                </a:cubicBezTo>
                <a:cubicBezTo>
                  <a:pt x="1259" y="1422"/>
                  <a:pt x="1264" y="1408"/>
                  <a:pt x="1263" y="1388"/>
                </a:cubicBezTo>
                <a:cubicBezTo>
                  <a:pt x="1266" y="1353"/>
                  <a:pt x="1260" y="1365"/>
                  <a:pt x="1261" y="1384"/>
                </a:cubicBezTo>
                <a:cubicBezTo>
                  <a:pt x="1254" y="1407"/>
                  <a:pt x="1258" y="1415"/>
                  <a:pt x="1256" y="1418"/>
                </a:cubicBezTo>
                <a:cubicBezTo>
                  <a:pt x="1251" y="1496"/>
                  <a:pt x="1249" y="1512"/>
                  <a:pt x="1250" y="1530"/>
                </a:cubicBezTo>
                <a:cubicBezTo>
                  <a:pt x="1249" y="1585"/>
                  <a:pt x="1251" y="1587"/>
                  <a:pt x="1252" y="1589"/>
                </a:cubicBezTo>
                <a:cubicBezTo>
                  <a:pt x="1252" y="1622"/>
                  <a:pt x="1256" y="1623"/>
                  <a:pt x="1254" y="1630"/>
                </a:cubicBezTo>
                <a:cubicBezTo>
                  <a:pt x="1254" y="1651"/>
                  <a:pt x="1255" y="1655"/>
                  <a:pt x="1252" y="1656"/>
                </a:cubicBezTo>
                <a:cubicBezTo>
                  <a:pt x="1249" y="1641"/>
                  <a:pt x="1246" y="1637"/>
                  <a:pt x="1245" y="1630"/>
                </a:cubicBezTo>
                <a:cubicBezTo>
                  <a:pt x="1238" y="1483"/>
                  <a:pt x="1233" y="1484"/>
                  <a:pt x="1235" y="1477"/>
                </a:cubicBezTo>
                <a:cubicBezTo>
                  <a:pt x="1237" y="1385"/>
                  <a:pt x="1236" y="1379"/>
                  <a:pt x="1237" y="1362"/>
                </a:cubicBezTo>
                <a:cubicBezTo>
                  <a:pt x="1241" y="1335"/>
                  <a:pt x="1237" y="1341"/>
                  <a:pt x="1235" y="1349"/>
                </a:cubicBezTo>
                <a:cubicBezTo>
                  <a:pt x="1228" y="1434"/>
                  <a:pt x="1228" y="1434"/>
                  <a:pt x="1228" y="1434"/>
                </a:cubicBezTo>
                <a:cubicBezTo>
                  <a:pt x="1229" y="1493"/>
                  <a:pt x="1228" y="1494"/>
                  <a:pt x="1230" y="1506"/>
                </a:cubicBezTo>
                <a:cubicBezTo>
                  <a:pt x="1241" y="1659"/>
                  <a:pt x="1243" y="1673"/>
                  <a:pt x="1243" y="1693"/>
                </a:cubicBezTo>
                <a:cubicBezTo>
                  <a:pt x="1244" y="1744"/>
                  <a:pt x="1248" y="1748"/>
                  <a:pt x="1241" y="1750"/>
                </a:cubicBezTo>
                <a:cubicBezTo>
                  <a:pt x="1230" y="1656"/>
                  <a:pt x="1225" y="1654"/>
                  <a:pt x="1226" y="1645"/>
                </a:cubicBezTo>
                <a:cubicBezTo>
                  <a:pt x="1215" y="1495"/>
                  <a:pt x="1215" y="1476"/>
                  <a:pt x="1215" y="1460"/>
                </a:cubicBezTo>
                <a:cubicBezTo>
                  <a:pt x="1217" y="1441"/>
                  <a:pt x="1215" y="1440"/>
                  <a:pt x="1215" y="1440"/>
                </a:cubicBezTo>
                <a:cubicBezTo>
                  <a:pt x="1217" y="1406"/>
                  <a:pt x="1212" y="1407"/>
                  <a:pt x="1213" y="1414"/>
                </a:cubicBezTo>
                <a:cubicBezTo>
                  <a:pt x="1212" y="1453"/>
                  <a:pt x="1204" y="1459"/>
                  <a:pt x="1211" y="1462"/>
                </a:cubicBezTo>
                <a:cubicBezTo>
                  <a:pt x="1223" y="1664"/>
                  <a:pt x="1219" y="1671"/>
                  <a:pt x="1221" y="1676"/>
                </a:cubicBezTo>
                <a:cubicBezTo>
                  <a:pt x="1232" y="1763"/>
                  <a:pt x="1232" y="1763"/>
                  <a:pt x="1232" y="1763"/>
                </a:cubicBezTo>
                <a:cubicBezTo>
                  <a:pt x="1230" y="1827"/>
                  <a:pt x="1229" y="1832"/>
                  <a:pt x="1226" y="1835"/>
                </a:cubicBezTo>
                <a:cubicBezTo>
                  <a:pt x="1217" y="1788"/>
                  <a:pt x="1219" y="1780"/>
                  <a:pt x="1215" y="1778"/>
                </a:cubicBezTo>
                <a:cubicBezTo>
                  <a:pt x="1208" y="1730"/>
                  <a:pt x="1200" y="1715"/>
                  <a:pt x="1197" y="1695"/>
                </a:cubicBezTo>
                <a:cubicBezTo>
                  <a:pt x="1179" y="1625"/>
                  <a:pt x="1183" y="1616"/>
                  <a:pt x="1178" y="1615"/>
                </a:cubicBezTo>
                <a:cubicBezTo>
                  <a:pt x="1169" y="1471"/>
                  <a:pt x="1169" y="1471"/>
                  <a:pt x="1169" y="1471"/>
                </a:cubicBezTo>
                <a:cubicBezTo>
                  <a:pt x="1168" y="1443"/>
                  <a:pt x="1165" y="1446"/>
                  <a:pt x="1165" y="1451"/>
                </a:cubicBezTo>
                <a:cubicBezTo>
                  <a:pt x="1164" y="1504"/>
                  <a:pt x="1165" y="1507"/>
                  <a:pt x="1165" y="1512"/>
                </a:cubicBezTo>
                <a:cubicBezTo>
                  <a:pt x="1171" y="1591"/>
                  <a:pt x="1168" y="1605"/>
                  <a:pt x="1171" y="1613"/>
                </a:cubicBezTo>
                <a:cubicBezTo>
                  <a:pt x="1181" y="1657"/>
                  <a:pt x="1180" y="1663"/>
                  <a:pt x="1180" y="1669"/>
                </a:cubicBezTo>
                <a:cubicBezTo>
                  <a:pt x="1190" y="1716"/>
                  <a:pt x="1198" y="1731"/>
                  <a:pt x="1200" y="1752"/>
                </a:cubicBezTo>
                <a:cubicBezTo>
                  <a:pt x="1217" y="1837"/>
                  <a:pt x="1217" y="1837"/>
                  <a:pt x="1217" y="1837"/>
                </a:cubicBezTo>
                <a:cubicBezTo>
                  <a:pt x="1188" y="1727"/>
                  <a:pt x="1178" y="1704"/>
                  <a:pt x="1171" y="1678"/>
                </a:cubicBezTo>
                <a:cubicBezTo>
                  <a:pt x="1148" y="1580"/>
                  <a:pt x="1156" y="1565"/>
                  <a:pt x="1150" y="1565"/>
                </a:cubicBezTo>
                <a:cubicBezTo>
                  <a:pt x="1152" y="1641"/>
                  <a:pt x="1159" y="1657"/>
                  <a:pt x="1160" y="1678"/>
                </a:cubicBezTo>
                <a:cubicBezTo>
                  <a:pt x="1169" y="1708"/>
                  <a:pt x="1173" y="1716"/>
                  <a:pt x="1176" y="1726"/>
                </a:cubicBezTo>
                <a:cubicBezTo>
                  <a:pt x="1183" y="1748"/>
                  <a:pt x="1183" y="1754"/>
                  <a:pt x="1180" y="1754"/>
                </a:cubicBezTo>
                <a:cubicBezTo>
                  <a:pt x="1161" y="1703"/>
                  <a:pt x="1159" y="1701"/>
                  <a:pt x="1156" y="1700"/>
                </a:cubicBezTo>
                <a:cubicBezTo>
                  <a:pt x="1146" y="1669"/>
                  <a:pt x="1143" y="1664"/>
                  <a:pt x="1141" y="1658"/>
                </a:cubicBezTo>
                <a:cubicBezTo>
                  <a:pt x="1113" y="1583"/>
                  <a:pt x="1111" y="1573"/>
                  <a:pt x="1108" y="1562"/>
                </a:cubicBezTo>
                <a:cubicBezTo>
                  <a:pt x="1100" y="1553"/>
                  <a:pt x="1105" y="1570"/>
                  <a:pt x="1108" y="1589"/>
                </a:cubicBezTo>
                <a:cubicBezTo>
                  <a:pt x="1127" y="1648"/>
                  <a:pt x="1131" y="1655"/>
                  <a:pt x="1134" y="1663"/>
                </a:cubicBezTo>
                <a:cubicBezTo>
                  <a:pt x="1149" y="1694"/>
                  <a:pt x="1149" y="1704"/>
                  <a:pt x="1154" y="1711"/>
                </a:cubicBezTo>
                <a:cubicBezTo>
                  <a:pt x="1172" y="1752"/>
                  <a:pt x="1171" y="1761"/>
                  <a:pt x="1176" y="1763"/>
                </a:cubicBezTo>
                <a:cubicBezTo>
                  <a:pt x="1183" y="1795"/>
                  <a:pt x="1188" y="1805"/>
                  <a:pt x="1191" y="1817"/>
                </a:cubicBezTo>
                <a:cubicBezTo>
                  <a:pt x="1200" y="1838"/>
                  <a:pt x="1197" y="1849"/>
                  <a:pt x="1202" y="1852"/>
                </a:cubicBezTo>
                <a:cubicBezTo>
                  <a:pt x="1205" y="1895"/>
                  <a:pt x="1209" y="1903"/>
                  <a:pt x="1204" y="1903"/>
                </a:cubicBezTo>
                <a:cubicBezTo>
                  <a:pt x="1200" y="1891"/>
                  <a:pt x="1196" y="1889"/>
                  <a:pt x="1197" y="1881"/>
                </a:cubicBezTo>
                <a:cubicBezTo>
                  <a:pt x="1190" y="1859"/>
                  <a:pt x="1188" y="1854"/>
                  <a:pt x="1187" y="1848"/>
                </a:cubicBezTo>
                <a:cubicBezTo>
                  <a:pt x="1163" y="1796"/>
                  <a:pt x="1164" y="1787"/>
                  <a:pt x="1158" y="1785"/>
                </a:cubicBezTo>
                <a:cubicBezTo>
                  <a:pt x="1131" y="1733"/>
                  <a:pt x="1135" y="1732"/>
                  <a:pt x="1130" y="1726"/>
                </a:cubicBezTo>
                <a:cubicBezTo>
                  <a:pt x="1106" y="1674"/>
                  <a:pt x="1105" y="1667"/>
                  <a:pt x="1104" y="1660"/>
                </a:cubicBezTo>
                <a:cubicBezTo>
                  <a:pt x="1092" y="1645"/>
                  <a:pt x="1099" y="1656"/>
                  <a:pt x="1102" y="1671"/>
                </a:cubicBezTo>
                <a:cubicBezTo>
                  <a:pt x="1122" y="1723"/>
                  <a:pt x="1122" y="1728"/>
                  <a:pt x="1126" y="1730"/>
                </a:cubicBezTo>
                <a:cubicBezTo>
                  <a:pt x="1148" y="1779"/>
                  <a:pt x="1152" y="1785"/>
                  <a:pt x="1154" y="1793"/>
                </a:cubicBezTo>
                <a:cubicBezTo>
                  <a:pt x="1188" y="1879"/>
                  <a:pt x="1186" y="1886"/>
                  <a:pt x="1189" y="1887"/>
                </a:cubicBezTo>
                <a:cubicBezTo>
                  <a:pt x="1200" y="1972"/>
                  <a:pt x="1200" y="1972"/>
                  <a:pt x="1200" y="1972"/>
                </a:cubicBezTo>
                <a:cubicBezTo>
                  <a:pt x="1197" y="1978"/>
                  <a:pt x="1194" y="1969"/>
                  <a:pt x="1191" y="1959"/>
                </a:cubicBezTo>
                <a:cubicBezTo>
                  <a:pt x="1179" y="1903"/>
                  <a:pt x="1182" y="1899"/>
                  <a:pt x="1180" y="1892"/>
                </a:cubicBezTo>
                <a:cubicBezTo>
                  <a:pt x="1163" y="1845"/>
                  <a:pt x="1160" y="1839"/>
                  <a:pt x="1156" y="1833"/>
                </a:cubicBezTo>
                <a:cubicBezTo>
                  <a:pt x="1131" y="1785"/>
                  <a:pt x="1130" y="1781"/>
                  <a:pt x="1128" y="1778"/>
                </a:cubicBezTo>
                <a:cubicBezTo>
                  <a:pt x="1111" y="1736"/>
                  <a:pt x="1101" y="1742"/>
                  <a:pt x="1104" y="1735"/>
                </a:cubicBezTo>
                <a:cubicBezTo>
                  <a:pt x="1071" y="1679"/>
                  <a:pt x="1067" y="1666"/>
                  <a:pt x="1060" y="1654"/>
                </a:cubicBezTo>
                <a:cubicBezTo>
                  <a:pt x="1049" y="1627"/>
                  <a:pt x="1050" y="1617"/>
                  <a:pt x="1043" y="1615"/>
                </a:cubicBezTo>
                <a:cubicBezTo>
                  <a:pt x="1056" y="1663"/>
                  <a:pt x="1061" y="1667"/>
                  <a:pt x="1062" y="1674"/>
                </a:cubicBezTo>
                <a:cubicBezTo>
                  <a:pt x="1073" y="1700"/>
                  <a:pt x="1076" y="1705"/>
                  <a:pt x="1080" y="1711"/>
                </a:cubicBezTo>
                <a:cubicBezTo>
                  <a:pt x="1100" y="1752"/>
                  <a:pt x="1107" y="1755"/>
                  <a:pt x="1108" y="1763"/>
                </a:cubicBezTo>
                <a:cubicBezTo>
                  <a:pt x="1132" y="1809"/>
                  <a:pt x="1138" y="1807"/>
                  <a:pt x="1136" y="1813"/>
                </a:cubicBezTo>
                <a:cubicBezTo>
                  <a:pt x="1156" y="1857"/>
                  <a:pt x="1160" y="1861"/>
                  <a:pt x="1160" y="1870"/>
                </a:cubicBezTo>
                <a:cubicBezTo>
                  <a:pt x="1171" y="1894"/>
                  <a:pt x="1171" y="1904"/>
                  <a:pt x="1176" y="1909"/>
                </a:cubicBezTo>
                <a:cubicBezTo>
                  <a:pt x="1188" y="1985"/>
                  <a:pt x="1184" y="1994"/>
                  <a:pt x="1189" y="1994"/>
                </a:cubicBezTo>
                <a:cubicBezTo>
                  <a:pt x="1181" y="1994"/>
                  <a:pt x="1184" y="1992"/>
                  <a:pt x="1184" y="1992"/>
                </a:cubicBezTo>
                <a:cubicBezTo>
                  <a:pt x="1171" y="1946"/>
                  <a:pt x="1164" y="1932"/>
                  <a:pt x="1163" y="1913"/>
                </a:cubicBezTo>
                <a:cubicBezTo>
                  <a:pt x="1151" y="1884"/>
                  <a:pt x="1143" y="1881"/>
                  <a:pt x="1143" y="1870"/>
                </a:cubicBezTo>
                <a:cubicBezTo>
                  <a:pt x="1120" y="1824"/>
                  <a:pt x="1119" y="1821"/>
                  <a:pt x="1119" y="1815"/>
                </a:cubicBezTo>
                <a:cubicBezTo>
                  <a:pt x="1093" y="1783"/>
                  <a:pt x="1091" y="1775"/>
                  <a:pt x="1086" y="1770"/>
                </a:cubicBezTo>
                <a:cubicBezTo>
                  <a:pt x="1073" y="1758"/>
                  <a:pt x="1078" y="1761"/>
                  <a:pt x="1080" y="1767"/>
                </a:cubicBezTo>
                <a:cubicBezTo>
                  <a:pt x="1094" y="1796"/>
                  <a:pt x="1105" y="1803"/>
                  <a:pt x="1108" y="1817"/>
                </a:cubicBezTo>
                <a:cubicBezTo>
                  <a:pt x="1124" y="1843"/>
                  <a:pt x="1121" y="1850"/>
                  <a:pt x="1126" y="1850"/>
                </a:cubicBezTo>
                <a:cubicBezTo>
                  <a:pt x="1151" y="1911"/>
                  <a:pt x="1161" y="1936"/>
                  <a:pt x="1165" y="1966"/>
                </a:cubicBezTo>
                <a:cubicBezTo>
                  <a:pt x="1177" y="2011"/>
                  <a:pt x="1185" y="2016"/>
                  <a:pt x="1180" y="2022"/>
                </a:cubicBezTo>
                <a:cubicBezTo>
                  <a:pt x="1165" y="1991"/>
                  <a:pt x="1163" y="1975"/>
                  <a:pt x="1158" y="1961"/>
                </a:cubicBezTo>
                <a:cubicBezTo>
                  <a:pt x="1134" y="1913"/>
                  <a:pt x="1135" y="1894"/>
                  <a:pt x="1126" y="1885"/>
                </a:cubicBezTo>
                <a:cubicBezTo>
                  <a:pt x="1101" y="1842"/>
                  <a:pt x="1098" y="1834"/>
                  <a:pt x="1095" y="1826"/>
                </a:cubicBezTo>
                <a:cubicBezTo>
                  <a:pt x="1079" y="1795"/>
                  <a:pt x="1071" y="1790"/>
                  <a:pt x="1069" y="1778"/>
                </a:cubicBezTo>
                <a:cubicBezTo>
                  <a:pt x="1059" y="1761"/>
                  <a:pt x="1059" y="1754"/>
                  <a:pt x="1054" y="1752"/>
                </a:cubicBezTo>
                <a:cubicBezTo>
                  <a:pt x="1039" y="1719"/>
                  <a:pt x="1039" y="1712"/>
                  <a:pt x="1034" y="1711"/>
                </a:cubicBezTo>
                <a:cubicBezTo>
                  <a:pt x="1046" y="1743"/>
                  <a:pt x="1046" y="1752"/>
                  <a:pt x="1051" y="1756"/>
                </a:cubicBezTo>
                <a:cubicBezTo>
                  <a:pt x="1065" y="1790"/>
                  <a:pt x="1073" y="1801"/>
                  <a:pt x="1078" y="1815"/>
                </a:cubicBezTo>
                <a:cubicBezTo>
                  <a:pt x="1100" y="1859"/>
                  <a:pt x="1108" y="1861"/>
                  <a:pt x="1108" y="1870"/>
                </a:cubicBezTo>
                <a:cubicBezTo>
                  <a:pt x="1125" y="1900"/>
                  <a:pt x="1124" y="1905"/>
                  <a:pt x="1128" y="1907"/>
                </a:cubicBezTo>
                <a:cubicBezTo>
                  <a:pt x="1156" y="1984"/>
                  <a:pt x="1160" y="1999"/>
                  <a:pt x="1167" y="2012"/>
                </a:cubicBezTo>
                <a:cubicBezTo>
                  <a:pt x="1177" y="2063"/>
                  <a:pt x="1183" y="2072"/>
                  <a:pt x="1184" y="2086"/>
                </a:cubicBezTo>
                <a:cubicBezTo>
                  <a:pt x="1167" y="2065"/>
                  <a:pt x="1168" y="2057"/>
                  <a:pt x="1165" y="2053"/>
                </a:cubicBezTo>
                <a:cubicBezTo>
                  <a:pt x="1156" y="2026"/>
                  <a:pt x="1153" y="2023"/>
                  <a:pt x="1156" y="2022"/>
                </a:cubicBezTo>
                <a:cubicBezTo>
                  <a:pt x="1136" y="1970"/>
                  <a:pt x="1130" y="1962"/>
                  <a:pt x="1128" y="1950"/>
                </a:cubicBezTo>
                <a:cubicBezTo>
                  <a:pt x="1109" y="1914"/>
                  <a:pt x="1105" y="1907"/>
                  <a:pt x="1102" y="1898"/>
                </a:cubicBezTo>
                <a:cubicBezTo>
                  <a:pt x="1087" y="1883"/>
                  <a:pt x="1089" y="1877"/>
                  <a:pt x="1086" y="1876"/>
                </a:cubicBezTo>
                <a:cubicBezTo>
                  <a:pt x="1054" y="1823"/>
                  <a:pt x="1051" y="1814"/>
                  <a:pt x="1045" y="1809"/>
                </a:cubicBezTo>
                <a:cubicBezTo>
                  <a:pt x="1027" y="1777"/>
                  <a:pt x="1023" y="1769"/>
                  <a:pt x="1019" y="1761"/>
                </a:cubicBezTo>
                <a:cubicBezTo>
                  <a:pt x="1015" y="1765"/>
                  <a:pt x="1017" y="1772"/>
                  <a:pt x="1021" y="1778"/>
                </a:cubicBezTo>
                <a:cubicBezTo>
                  <a:pt x="1046" y="1821"/>
                  <a:pt x="1048" y="1829"/>
                  <a:pt x="1054" y="1833"/>
                </a:cubicBezTo>
                <a:cubicBezTo>
                  <a:pt x="1076" y="1869"/>
                  <a:pt x="1074" y="1873"/>
                  <a:pt x="1075" y="1874"/>
                </a:cubicBezTo>
                <a:cubicBezTo>
                  <a:pt x="1088" y="1895"/>
                  <a:pt x="1093" y="1899"/>
                  <a:pt x="1095" y="1907"/>
                </a:cubicBezTo>
                <a:cubicBezTo>
                  <a:pt x="1125" y="1974"/>
                  <a:pt x="1129" y="1979"/>
                  <a:pt x="1132" y="1985"/>
                </a:cubicBezTo>
                <a:cubicBezTo>
                  <a:pt x="1155" y="2062"/>
                  <a:pt x="1160" y="2069"/>
                  <a:pt x="1163" y="2077"/>
                </a:cubicBezTo>
                <a:cubicBezTo>
                  <a:pt x="1199" y="2160"/>
                  <a:pt x="1199" y="2160"/>
                  <a:pt x="1199" y="2160"/>
                </a:cubicBezTo>
                <a:cubicBezTo>
                  <a:pt x="1207" y="2118"/>
                  <a:pt x="1213" y="2112"/>
                  <a:pt x="1215" y="2101"/>
                </a:cubicBezTo>
                <a:cubicBezTo>
                  <a:pt x="1231" y="2073"/>
                  <a:pt x="1235" y="2071"/>
                  <a:pt x="1235" y="2064"/>
                </a:cubicBezTo>
                <a:cubicBezTo>
                  <a:pt x="1253" y="2040"/>
                  <a:pt x="1251" y="2034"/>
                  <a:pt x="1256" y="2036"/>
                </a:cubicBezTo>
                <a:cubicBezTo>
                  <a:pt x="1278" y="2002"/>
                  <a:pt x="1278" y="1999"/>
                  <a:pt x="1278" y="1996"/>
                </a:cubicBezTo>
                <a:cubicBezTo>
                  <a:pt x="1296" y="1974"/>
                  <a:pt x="1297" y="1970"/>
                  <a:pt x="1302" y="1968"/>
                </a:cubicBezTo>
                <a:cubicBezTo>
                  <a:pt x="1332" y="1928"/>
                  <a:pt x="1337" y="1926"/>
                  <a:pt x="1337" y="1920"/>
                </a:cubicBezTo>
                <a:cubicBezTo>
                  <a:pt x="1372" y="1885"/>
                  <a:pt x="1376" y="1881"/>
                  <a:pt x="1378" y="1876"/>
                </a:cubicBezTo>
                <a:cubicBezTo>
                  <a:pt x="1404" y="1854"/>
                  <a:pt x="1402" y="1849"/>
                  <a:pt x="1407" y="1850"/>
                </a:cubicBezTo>
                <a:cubicBezTo>
                  <a:pt x="1438" y="1821"/>
                  <a:pt x="1440" y="1819"/>
                  <a:pt x="1439" y="1815"/>
                </a:cubicBezTo>
                <a:cubicBezTo>
                  <a:pt x="1465" y="1793"/>
                  <a:pt x="1467" y="1780"/>
                  <a:pt x="1479" y="1776"/>
                </a:cubicBezTo>
                <a:cubicBezTo>
                  <a:pt x="1501" y="1736"/>
                  <a:pt x="1500" y="1733"/>
                  <a:pt x="1503" y="1732"/>
                </a:cubicBezTo>
                <a:cubicBezTo>
                  <a:pt x="1484" y="1757"/>
                  <a:pt x="1476" y="1761"/>
                  <a:pt x="1474" y="1772"/>
                </a:cubicBezTo>
                <a:cubicBezTo>
                  <a:pt x="1452" y="1794"/>
                  <a:pt x="1452" y="1796"/>
                  <a:pt x="1448" y="1796"/>
                </a:cubicBezTo>
                <a:cubicBezTo>
                  <a:pt x="1431" y="1818"/>
                  <a:pt x="1426" y="1820"/>
                  <a:pt x="1422" y="1822"/>
                </a:cubicBezTo>
                <a:cubicBezTo>
                  <a:pt x="1399" y="1848"/>
                  <a:pt x="1393" y="1849"/>
                  <a:pt x="1389" y="1852"/>
                </a:cubicBezTo>
                <a:cubicBezTo>
                  <a:pt x="1370" y="1874"/>
                  <a:pt x="1368" y="1876"/>
                  <a:pt x="1365" y="1879"/>
                </a:cubicBezTo>
                <a:cubicBezTo>
                  <a:pt x="1352" y="1896"/>
                  <a:pt x="1346" y="1894"/>
                  <a:pt x="1348" y="1900"/>
                </a:cubicBezTo>
                <a:cubicBezTo>
                  <a:pt x="1328" y="1926"/>
                  <a:pt x="1317" y="1924"/>
                  <a:pt x="1317" y="1933"/>
                </a:cubicBezTo>
                <a:cubicBezTo>
                  <a:pt x="1282" y="1982"/>
                  <a:pt x="1277" y="1986"/>
                  <a:pt x="1272" y="1990"/>
                </a:cubicBezTo>
                <a:cubicBezTo>
                  <a:pt x="1260" y="2009"/>
                  <a:pt x="1259" y="2012"/>
                  <a:pt x="1259" y="2016"/>
                </a:cubicBezTo>
                <a:cubicBezTo>
                  <a:pt x="1227" y="2056"/>
                  <a:pt x="1228" y="2066"/>
                  <a:pt x="1221" y="2068"/>
                </a:cubicBezTo>
                <a:cubicBezTo>
                  <a:pt x="1213" y="2075"/>
                  <a:pt x="1217" y="2073"/>
                  <a:pt x="1219" y="2068"/>
                </a:cubicBezTo>
                <a:cubicBezTo>
                  <a:pt x="1238" y="2041"/>
                  <a:pt x="1236" y="2032"/>
                  <a:pt x="1239" y="2027"/>
                </a:cubicBezTo>
                <a:cubicBezTo>
                  <a:pt x="1264" y="1978"/>
                  <a:pt x="1273" y="1978"/>
                  <a:pt x="1274" y="1970"/>
                </a:cubicBezTo>
                <a:cubicBezTo>
                  <a:pt x="1319" y="1906"/>
                  <a:pt x="1329" y="1912"/>
                  <a:pt x="1326" y="1905"/>
                </a:cubicBezTo>
                <a:cubicBezTo>
                  <a:pt x="1347" y="1891"/>
                  <a:pt x="1335" y="1884"/>
                  <a:pt x="1341" y="1885"/>
                </a:cubicBezTo>
                <a:cubicBezTo>
                  <a:pt x="1371" y="1867"/>
                  <a:pt x="1360" y="1858"/>
                  <a:pt x="1365" y="1859"/>
                </a:cubicBezTo>
                <a:cubicBezTo>
                  <a:pt x="1388" y="1843"/>
                  <a:pt x="1391" y="1840"/>
                  <a:pt x="1392" y="1835"/>
                </a:cubicBezTo>
                <a:cubicBezTo>
                  <a:pt x="1413" y="1810"/>
                  <a:pt x="1424" y="1812"/>
                  <a:pt x="1424" y="1802"/>
                </a:cubicBezTo>
                <a:cubicBezTo>
                  <a:pt x="1434" y="1791"/>
                  <a:pt x="1439" y="1791"/>
                  <a:pt x="1439" y="1787"/>
                </a:cubicBezTo>
                <a:cubicBezTo>
                  <a:pt x="1465" y="1752"/>
                  <a:pt x="1463" y="1753"/>
                  <a:pt x="1461" y="1754"/>
                </a:cubicBezTo>
                <a:cubicBezTo>
                  <a:pt x="1440" y="1779"/>
                  <a:pt x="1432" y="1785"/>
                  <a:pt x="1429" y="1796"/>
                </a:cubicBezTo>
                <a:cubicBezTo>
                  <a:pt x="1407" y="1811"/>
                  <a:pt x="1408" y="1817"/>
                  <a:pt x="1402" y="1815"/>
                </a:cubicBezTo>
                <a:cubicBezTo>
                  <a:pt x="1380" y="1832"/>
                  <a:pt x="1382" y="1838"/>
                  <a:pt x="1378" y="1839"/>
                </a:cubicBezTo>
                <a:cubicBezTo>
                  <a:pt x="1326" y="1895"/>
                  <a:pt x="1317" y="1899"/>
                  <a:pt x="1313" y="1909"/>
                </a:cubicBezTo>
                <a:cubicBezTo>
                  <a:pt x="1270" y="1963"/>
                  <a:pt x="1262" y="1968"/>
                  <a:pt x="1259" y="1979"/>
                </a:cubicBezTo>
                <a:cubicBezTo>
                  <a:pt x="1234" y="2019"/>
                  <a:pt x="1235" y="2023"/>
                  <a:pt x="1230" y="2022"/>
                </a:cubicBezTo>
                <a:cubicBezTo>
                  <a:pt x="1217" y="2047"/>
                  <a:pt x="1216" y="2054"/>
                  <a:pt x="1213" y="2057"/>
                </a:cubicBezTo>
                <a:cubicBezTo>
                  <a:pt x="1203" y="2078"/>
                  <a:pt x="1196" y="2069"/>
                  <a:pt x="1195" y="2062"/>
                </a:cubicBezTo>
                <a:cubicBezTo>
                  <a:pt x="1212" y="2023"/>
                  <a:pt x="1212" y="2017"/>
                  <a:pt x="1217" y="2016"/>
                </a:cubicBezTo>
                <a:cubicBezTo>
                  <a:pt x="1225" y="1996"/>
                  <a:pt x="1229" y="1996"/>
                  <a:pt x="1230" y="1994"/>
                </a:cubicBezTo>
                <a:cubicBezTo>
                  <a:pt x="1246" y="1972"/>
                  <a:pt x="1245" y="1966"/>
                  <a:pt x="1248" y="1964"/>
                </a:cubicBezTo>
                <a:cubicBezTo>
                  <a:pt x="1289" y="1906"/>
                  <a:pt x="1295" y="1902"/>
                  <a:pt x="1298" y="1896"/>
                </a:cubicBezTo>
                <a:cubicBezTo>
                  <a:pt x="1307" y="1885"/>
                  <a:pt x="1311" y="1884"/>
                  <a:pt x="1313" y="1881"/>
                </a:cubicBezTo>
                <a:cubicBezTo>
                  <a:pt x="1330" y="1864"/>
                  <a:pt x="1332" y="1861"/>
                  <a:pt x="1337" y="1861"/>
                </a:cubicBezTo>
                <a:cubicBezTo>
                  <a:pt x="1366" y="1832"/>
                  <a:pt x="1372" y="1824"/>
                  <a:pt x="1381" y="1817"/>
                </a:cubicBezTo>
                <a:cubicBezTo>
                  <a:pt x="1402" y="1788"/>
                  <a:pt x="1410" y="1789"/>
                  <a:pt x="1411" y="1783"/>
                </a:cubicBezTo>
                <a:cubicBezTo>
                  <a:pt x="1435" y="1755"/>
                  <a:pt x="1442" y="1756"/>
                  <a:pt x="1444" y="1750"/>
                </a:cubicBezTo>
                <a:cubicBezTo>
                  <a:pt x="1487" y="1692"/>
                  <a:pt x="1498" y="1687"/>
                  <a:pt x="1501" y="1676"/>
                </a:cubicBezTo>
                <a:cubicBezTo>
                  <a:pt x="1513" y="1663"/>
                  <a:pt x="1510" y="1657"/>
                  <a:pt x="1514" y="1656"/>
                </a:cubicBezTo>
                <a:cubicBezTo>
                  <a:pt x="1531" y="1632"/>
                  <a:pt x="1531" y="1623"/>
                  <a:pt x="1535" y="1619"/>
                </a:cubicBezTo>
                <a:cubicBezTo>
                  <a:pt x="1560" y="1583"/>
                  <a:pt x="1561" y="1575"/>
                  <a:pt x="1564" y="1569"/>
                </a:cubicBezTo>
                <a:cubicBezTo>
                  <a:pt x="1579" y="1527"/>
                  <a:pt x="1580" y="1524"/>
                  <a:pt x="1579" y="1519"/>
                </a:cubicBezTo>
                <a:close/>
                <a:moveTo>
                  <a:pt x="1256" y="1826"/>
                </a:moveTo>
                <a:cubicBezTo>
                  <a:pt x="1260" y="1823"/>
                  <a:pt x="1263" y="1818"/>
                  <a:pt x="1265" y="1813"/>
                </a:cubicBezTo>
                <a:cubicBezTo>
                  <a:pt x="1271" y="1817"/>
                  <a:pt x="1260" y="1821"/>
                  <a:pt x="1261" y="1826"/>
                </a:cubicBezTo>
                <a:cubicBezTo>
                  <a:pt x="1257" y="1829"/>
                  <a:pt x="1256" y="1836"/>
                  <a:pt x="1252" y="1839"/>
                </a:cubicBezTo>
                <a:cubicBezTo>
                  <a:pt x="1246" y="1836"/>
                  <a:pt x="1257" y="1831"/>
                  <a:pt x="1256" y="1826"/>
                </a:cubicBezTo>
                <a:close/>
                <a:moveTo>
                  <a:pt x="1252" y="1704"/>
                </a:moveTo>
                <a:cubicBezTo>
                  <a:pt x="1254" y="1700"/>
                  <a:pt x="1254" y="1705"/>
                  <a:pt x="1254" y="1708"/>
                </a:cubicBezTo>
                <a:cubicBezTo>
                  <a:pt x="1252" y="1712"/>
                  <a:pt x="1252" y="1707"/>
                  <a:pt x="1252" y="1704"/>
                </a:cubicBezTo>
                <a:close/>
                <a:moveTo>
                  <a:pt x="1211" y="2088"/>
                </a:moveTo>
                <a:cubicBezTo>
                  <a:pt x="1212" y="2084"/>
                  <a:pt x="1214" y="2090"/>
                  <a:pt x="1211" y="2090"/>
                </a:cubicBezTo>
                <a:cubicBezTo>
                  <a:pt x="1211" y="2094"/>
                  <a:pt x="1208" y="2095"/>
                  <a:pt x="1208" y="2099"/>
                </a:cubicBezTo>
                <a:cubicBezTo>
                  <a:pt x="1203" y="2104"/>
                  <a:pt x="1209" y="2089"/>
                  <a:pt x="1211" y="2088"/>
                </a:cubicBezTo>
                <a:close/>
                <a:moveTo>
                  <a:pt x="1191" y="2116"/>
                </a:moveTo>
                <a:cubicBezTo>
                  <a:pt x="1185" y="2113"/>
                  <a:pt x="1191" y="2103"/>
                  <a:pt x="1193" y="2101"/>
                </a:cubicBezTo>
                <a:cubicBezTo>
                  <a:pt x="1199" y="2105"/>
                  <a:pt x="1188" y="2109"/>
                  <a:pt x="1191" y="2116"/>
                </a:cubicBezTo>
                <a:close/>
                <a:moveTo>
                  <a:pt x="1219" y="1916"/>
                </a:moveTo>
                <a:cubicBezTo>
                  <a:pt x="1225" y="1921"/>
                  <a:pt x="1218" y="1933"/>
                  <a:pt x="1217" y="1940"/>
                </a:cubicBezTo>
                <a:cubicBezTo>
                  <a:pt x="1212" y="1935"/>
                  <a:pt x="1222" y="1926"/>
                  <a:pt x="1219" y="1916"/>
                </a:cubicBezTo>
                <a:close/>
                <a:moveTo>
                  <a:pt x="1215" y="1883"/>
                </a:moveTo>
                <a:cubicBezTo>
                  <a:pt x="1223" y="1885"/>
                  <a:pt x="1215" y="1890"/>
                  <a:pt x="1217" y="1898"/>
                </a:cubicBezTo>
                <a:cubicBezTo>
                  <a:pt x="1212" y="1897"/>
                  <a:pt x="1216" y="1887"/>
                  <a:pt x="1215" y="1883"/>
                </a:cubicBezTo>
                <a:close/>
                <a:moveTo>
                  <a:pt x="1215" y="1953"/>
                </a:moveTo>
                <a:cubicBezTo>
                  <a:pt x="1225" y="1956"/>
                  <a:pt x="1210" y="1963"/>
                  <a:pt x="1213" y="1972"/>
                </a:cubicBezTo>
                <a:cubicBezTo>
                  <a:pt x="1205" y="1966"/>
                  <a:pt x="1218" y="1962"/>
                  <a:pt x="1215" y="1953"/>
                </a:cubicBezTo>
                <a:close/>
                <a:moveTo>
                  <a:pt x="1503" y="1667"/>
                </a:moveTo>
                <a:cubicBezTo>
                  <a:pt x="1497" y="1666"/>
                  <a:pt x="1501" y="1675"/>
                  <a:pt x="1496" y="1676"/>
                </a:cubicBezTo>
                <a:cubicBezTo>
                  <a:pt x="1479" y="1700"/>
                  <a:pt x="1478" y="1701"/>
                  <a:pt x="1477" y="1702"/>
                </a:cubicBezTo>
                <a:cubicBezTo>
                  <a:pt x="1453" y="1729"/>
                  <a:pt x="1455" y="1737"/>
                  <a:pt x="1448" y="1735"/>
                </a:cubicBezTo>
                <a:cubicBezTo>
                  <a:pt x="1421" y="1763"/>
                  <a:pt x="1414" y="1767"/>
                  <a:pt x="1411" y="1774"/>
                </a:cubicBezTo>
                <a:cubicBezTo>
                  <a:pt x="1382" y="1802"/>
                  <a:pt x="1374" y="1808"/>
                  <a:pt x="1370" y="1817"/>
                </a:cubicBezTo>
                <a:cubicBezTo>
                  <a:pt x="1349" y="1831"/>
                  <a:pt x="1347" y="1837"/>
                  <a:pt x="1344" y="1841"/>
                </a:cubicBezTo>
                <a:cubicBezTo>
                  <a:pt x="1317" y="1866"/>
                  <a:pt x="1313" y="1866"/>
                  <a:pt x="1311" y="1870"/>
                </a:cubicBezTo>
                <a:cubicBezTo>
                  <a:pt x="1280" y="1911"/>
                  <a:pt x="1267" y="1911"/>
                  <a:pt x="1267" y="1924"/>
                </a:cubicBezTo>
                <a:cubicBezTo>
                  <a:pt x="1224" y="1976"/>
                  <a:pt x="1220" y="1998"/>
                  <a:pt x="1206" y="2012"/>
                </a:cubicBezTo>
                <a:cubicBezTo>
                  <a:pt x="1215" y="1984"/>
                  <a:pt x="1215" y="1976"/>
                  <a:pt x="1221" y="1974"/>
                </a:cubicBezTo>
                <a:cubicBezTo>
                  <a:pt x="1251" y="1919"/>
                  <a:pt x="1250" y="1913"/>
                  <a:pt x="1254" y="1911"/>
                </a:cubicBezTo>
                <a:cubicBezTo>
                  <a:pt x="1282" y="1880"/>
                  <a:pt x="1282" y="1869"/>
                  <a:pt x="1289" y="1865"/>
                </a:cubicBezTo>
                <a:cubicBezTo>
                  <a:pt x="1309" y="1844"/>
                  <a:pt x="1311" y="1835"/>
                  <a:pt x="1320" y="1833"/>
                </a:cubicBezTo>
                <a:cubicBezTo>
                  <a:pt x="1356" y="1793"/>
                  <a:pt x="1359" y="1786"/>
                  <a:pt x="1365" y="1783"/>
                </a:cubicBezTo>
                <a:cubicBezTo>
                  <a:pt x="1384" y="1765"/>
                  <a:pt x="1385" y="1763"/>
                  <a:pt x="1387" y="1763"/>
                </a:cubicBezTo>
                <a:cubicBezTo>
                  <a:pt x="1411" y="1742"/>
                  <a:pt x="1423" y="1733"/>
                  <a:pt x="1435" y="1724"/>
                </a:cubicBezTo>
                <a:cubicBezTo>
                  <a:pt x="1481" y="1684"/>
                  <a:pt x="1482" y="1680"/>
                  <a:pt x="1485" y="1678"/>
                </a:cubicBezTo>
                <a:cubicBezTo>
                  <a:pt x="1501" y="1660"/>
                  <a:pt x="1504" y="1659"/>
                  <a:pt x="1505" y="1656"/>
                </a:cubicBezTo>
                <a:close/>
                <a:moveTo>
                  <a:pt x="3827" y="1689"/>
                </a:moveTo>
                <a:cubicBezTo>
                  <a:pt x="3822" y="1681"/>
                  <a:pt x="3815" y="1679"/>
                  <a:pt x="3810" y="1674"/>
                </a:cubicBezTo>
                <a:cubicBezTo>
                  <a:pt x="3786" y="1654"/>
                  <a:pt x="3779" y="1651"/>
                  <a:pt x="3773" y="1648"/>
                </a:cubicBezTo>
                <a:cubicBezTo>
                  <a:pt x="3732" y="1620"/>
                  <a:pt x="3724" y="1621"/>
                  <a:pt x="3718" y="1614"/>
                </a:cubicBezTo>
                <a:cubicBezTo>
                  <a:pt x="3671" y="1584"/>
                  <a:pt x="3666" y="1588"/>
                  <a:pt x="3664" y="1582"/>
                </a:cubicBezTo>
                <a:cubicBezTo>
                  <a:pt x="3623" y="1550"/>
                  <a:pt x="3616" y="1549"/>
                  <a:pt x="3611" y="1541"/>
                </a:cubicBezTo>
                <a:cubicBezTo>
                  <a:pt x="3587" y="1524"/>
                  <a:pt x="3582" y="1515"/>
                  <a:pt x="3576" y="1512"/>
                </a:cubicBezTo>
                <a:cubicBezTo>
                  <a:pt x="3523" y="1447"/>
                  <a:pt x="3522" y="1437"/>
                  <a:pt x="3517" y="1439"/>
                </a:cubicBezTo>
                <a:cubicBezTo>
                  <a:pt x="3524" y="1435"/>
                  <a:pt x="3522" y="1438"/>
                  <a:pt x="3523" y="1439"/>
                </a:cubicBezTo>
                <a:cubicBezTo>
                  <a:pt x="3560" y="1475"/>
                  <a:pt x="3574" y="1484"/>
                  <a:pt x="3586" y="1501"/>
                </a:cubicBezTo>
                <a:cubicBezTo>
                  <a:pt x="3613" y="1523"/>
                  <a:pt x="3622" y="1521"/>
                  <a:pt x="3628" y="1532"/>
                </a:cubicBezTo>
                <a:cubicBezTo>
                  <a:pt x="3674" y="1562"/>
                  <a:pt x="3677" y="1565"/>
                  <a:pt x="3680" y="1570"/>
                </a:cubicBezTo>
                <a:cubicBezTo>
                  <a:pt x="3722" y="1587"/>
                  <a:pt x="3728" y="1593"/>
                  <a:pt x="3735" y="1596"/>
                </a:cubicBezTo>
                <a:cubicBezTo>
                  <a:pt x="3754" y="1599"/>
                  <a:pt x="3748" y="1599"/>
                  <a:pt x="3743" y="1594"/>
                </a:cubicBezTo>
                <a:cubicBezTo>
                  <a:pt x="3713" y="1575"/>
                  <a:pt x="3700" y="1574"/>
                  <a:pt x="3689" y="1562"/>
                </a:cubicBezTo>
                <a:cubicBezTo>
                  <a:pt x="3660" y="1547"/>
                  <a:pt x="3659" y="1539"/>
                  <a:pt x="3655" y="1541"/>
                </a:cubicBezTo>
                <a:cubicBezTo>
                  <a:pt x="3598" y="1497"/>
                  <a:pt x="3575" y="1479"/>
                  <a:pt x="3555" y="1453"/>
                </a:cubicBezTo>
                <a:cubicBezTo>
                  <a:pt x="3519" y="1416"/>
                  <a:pt x="3508" y="1416"/>
                  <a:pt x="3510" y="1407"/>
                </a:cubicBezTo>
                <a:cubicBezTo>
                  <a:pt x="3541" y="1429"/>
                  <a:pt x="3552" y="1443"/>
                  <a:pt x="3564" y="1453"/>
                </a:cubicBezTo>
                <a:cubicBezTo>
                  <a:pt x="3613" y="1486"/>
                  <a:pt x="3622" y="1505"/>
                  <a:pt x="3636" y="1508"/>
                </a:cubicBezTo>
                <a:cubicBezTo>
                  <a:pt x="3682" y="1535"/>
                  <a:pt x="3689" y="1542"/>
                  <a:pt x="3697" y="1547"/>
                </a:cubicBezTo>
                <a:cubicBezTo>
                  <a:pt x="3728" y="1568"/>
                  <a:pt x="3739" y="1569"/>
                  <a:pt x="3747" y="1578"/>
                </a:cubicBezTo>
                <a:cubicBezTo>
                  <a:pt x="3766" y="1589"/>
                  <a:pt x="3770" y="1596"/>
                  <a:pt x="3776" y="1595"/>
                </a:cubicBezTo>
                <a:cubicBezTo>
                  <a:pt x="3808" y="1618"/>
                  <a:pt x="3811" y="1625"/>
                  <a:pt x="3817" y="1623"/>
                </a:cubicBezTo>
                <a:cubicBezTo>
                  <a:pt x="3788" y="1599"/>
                  <a:pt x="3783" y="1590"/>
                  <a:pt x="3775" y="1589"/>
                </a:cubicBezTo>
                <a:cubicBezTo>
                  <a:pt x="3744" y="1565"/>
                  <a:pt x="3731" y="1560"/>
                  <a:pt x="3719" y="1548"/>
                </a:cubicBezTo>
                <a:cubicBezTo>
                  <a:pt x="3674" y="1518"/>
                  <a:pt x="3666" y="1521"/>
                  <a:pt x="3661" y="1513"/>
                </a:cubicBezTo>
                <a:cubicBezTo>
                  <a:pt x="3629" y="1493"/>
                  <a:pt x="3626" y="1488"/>
                  <a:pt x="3622" y="1488"/>
                </a:cubicBezTo>
                <a:cubicBezTo>
                  <a:pt x="3554" y="1431"/>
                  <a:pt x="3542" y="1419"/>
                  <a:pt x="3528" y="1411"/>
                </a:cubicBezTo>
                <a:cubicBezTo>
                  <a:pt x="3491" y="1368"/>
                  <a:pt x="3481" y="1362"/>
                  <a:pt x="3472" y="1350"/>
                </a:cubicBezTo>
                <a:cubicBezTo>
                  <a:pt x="3499" y="1360"/>
                  <a:pt x="3503" y="1368"/>
                  <a:pt x="3508" y="1370"/>
                </a:cubicBezTo>
                <a:cubicBezTo>
                  <a:pt x="3531" y="1391"/>
                  <a:pt x="3535" y="1392"/>
                  <a:pt x="3533" y="1395"/>
                </a:cubicBezTo>
                <a:cubicBezTo>
                  <a:pt x="3580" y="1434"/>
                  <a:pt x="3590" y="1438"/>
                  <a:pt x="3599" y="1447"/>
                </a:cubicBezTo>
                <a:cubicBezTo>
                  <a:pt x="3636" y="1472"/>
                  <a:pt x="3644" y="1476"/>
                  <a:pt x="3652" y="1483"/>
                </a:cubicBezTo>
                <a:cubicBezTo>
                  <a:pt x="3673" y="1489"/>
                  <a:pt x="3674" y="1496"/>
                  <a:pt x="3678" y="1495"/>
                </a:cubicBezTo>
                <a:cubicBezTo>
                  <a:pt x="3737" y="1528"/>
                  <a:pt x="3745" y="1534"/>
                  <a:pt x="3753" y="1536"/>
                </a:cubicBezTo>
                <a:cubicBezTo>
                  <a:pt x="3787" y="1557"/>
                  <a:pt x="3796" y="1562"/>
                  <a:pt x="3804" y="1568"/>
                </a:cubicBezTo>
                <a:cubicBezTo>
                  <a:pt x="3805" y="1561"/>
                  <a:pt x="3799" y="1556"/>
                  <a:pt x="3793" y="1552"/>
                </a:cubicBezTo>
                <a:cubicBezTo>
                  <a:pt x="3745" y="1525"/>
                  <a:pt x="3740" y="1519"/>
                  <a:pt x="3732" y="1518"/>
                </a:cubicBezTo>
                <a:cubicBezTo>
                  <a:pt x="3691" y="1496"/>
                  <a:pt x="3691" y="1492"/>
                  <a:pt x="3689" y="1491"/>
                </a:cubicBezTo>
                <a:cubicBezTo>
                  <a:pt x="3666" y="1478"/>
                  <a:pt x="3659" y="1477"/>
                  <a:pt x="3653" y="1471"/>
                </a:cubicBezTo>
                <a:cubicBezTo>
                  <a:pt x="3589" y="1424"/>
                  <a:pt x="3582" y="1422"/>
                  <a:pt x="3576" y="1417"/>
                </a:cubicBezTo>
                <a:cubicBezTo>
                  <a:pt x="3512" y="1356"/>
                  <a:pt x="3504" y="1353"/>
                  <a:pt x="3497" y="1347"/>
                </a:cubicBezTo>
                <a:cubicBezTo>
                  <a:pt x="3434" y="1269"/>
                  <a:pt x="3431" y="1265"/>
                  <a:pt x="3432" y="1261"/>
                </a:cubicBezTo>
                <a:cubicBezTo>
                  <a:pt x="3490" y="1320"/>
                  <a:pt x="3493" y="1321"/>
                  <a:pt x="3496" y="1320"/>
                </a:cubicBezTo>
                <a:cubicBezTo>
                  <a:pt x="3526" y="1349"/>
                  <a:pt x="3531" y="1358"/>
                  <a:pt x="3536" y="1362"/>
                </a:cubicBezTo>
                <a:cubicBezTo>
                  <a:pt x="3574" y="1397"/>
                  <a:pt x="3581" y="1398"/>
                  <a:pt x="3586" y="1405"/>
                </a:cubicBezTo>
                <a:cubicBezTo>
                  <a:pt x="3640" y="1440"/>
                  <a:pt x="3643" y="1443"/>
                  <a:pt x="3645" y="1448"/>
                </a:cubicBezTo>
                <a:cubicBezTo>
                  <a:pt x="3673" y="1473"/>
                  <a:pt x="3678" y="1469"/>
                  <a:pt x="3681" y="1471"/>
                </a:cubicBezTo>
                <a:cubicBezTo>
                  <a:pt x="3713" y="1487"/>
                  <a:pt x="3716" y="1501"/>
                  <a:pt x="3724" y="1499"/>
                </a:cubicBezTo>
                <a:cubicBezTo>
                  <a:pt x="3772" y="1524"/>
                  <a:pt x="3783" y="1533"/>
                  <a:pt x="3796" y="1534"/>
                </a:cubicBezTo>
                <a:cubicBezTo>
                  <a:pt x="3807" y="1534"/>
                  <a:pt x="3800" y="1533"/>
                  <a:pt x="3794" y="1527"/>
                </a:cubicBezTo>
                <a:cubicBezTo>
                  <a:pt x="3760" y="1515"/>
                  <a:pt x="3759" y="1505"/>
                  <a:pt x="3754" y="1509"/>
                </a:cubicBezTo>
                <a:cubicBezTo>
                  <a:pt x="3728" y="1498"/>
                  <a:pt x="3734" y="1492"/>
                  <a:pt x="3729" y="1493"/>
                </a:cubicBezTo>
                <a:cubicBezTo>
                  <a:pt x="3697" y="1467"/>
                  <a:pt x="3690" y="1476"/>
                  <a:pt x="3689" y="1467"/>
                </a:cubicBezTo>
                <a:cubicBezTo>
                  <a:pt x="3648" y="1438"/>
                  <a:pt x="3643" y="1437"/>
                  <a:pt x="3640" y="1429"/>
                </a:cubicBezTo>
                <a:cubicBezTo>
                  <a:pt x="3565" y="1379"/>
                  <a:pt x="3562" y="1371"/>
                  <a:pt x="3557" y="1370"/>
                </a:cubicBezTo>
                <a:cubicBezTo>
                  <a:pt x="3508" y="1322"/>
                  <a:pt x="3500" y="1312"/>
                  <a:pt x="3492" y="1303"/>
                </a:cubicBezTo>
                <a:cubicBezTo>
                  <a:pt x="3476" y="1289"/>
                  <a:pt x="3465" y="1285"/>
                  <a:pt x="3469" y="1278"/>
                </a:cubicBezTo>
                <a:cubicBezTo>
                  <a:pt x="3519" y="1313"/>
                  <a:pt x="3521" y="1321"/>
                  <a:pt x="3525" y="1319"/>
                </a:cubicBezTo>
                <a:cubicBezTo>
                  <a:pt x="3556" y="1344"/>
                  <a:pt x="3559" y="1347"/>
                  <a:pt x="3563" y="1347"/>
                </a:cubicBezTo>
                <a:cubicBezTo>
                  <a:pt x="3609" y="1374"/>
                  <a:pt x="3615" y="1384"/>
                  <a:pt x="3623" y="1384"/>
                </a:cubicBezTo>
                <a:cubicBezTo>
                  <a:pt x="3668" y="1413"/>
                  <a:pt x="3673" y="1420"/>
                  <a:pt x="3680" y="1422"/>
                </a:cubicBezTo>
                <a:cubicBezTo>
                  <a:pt x="3706" y="1438"/>
                  <a:pt x="3712" y="1443"/>
                  <a:pt x="3720" y="1444"/>
                </a:cubicBezTo>
                <a:cubicBezTo>
                  <a:pt x="3762" y="1470"/>
                  <a:pt x="3764" y="1478"/>
                  <a:pt x="3768" y="1476"/>
                </a:cubicBezTo>
                <a:cubicBezTo>
                  <a:pt x="3762" y="1471"/>
                  <a:pt x="3759" y="1466"/>
                  <a:pt x="3757" y="1461"/>
                </a:cubicBezTo>
                <a:cubicBezTo>
                  <a:pt x="3697" y="1429"/>
                  <a:pt x="3695" y="1419"/>
                  <a:pt x="3689" y="1420"/>
                </a:cubicBezTo>
                <a:cubicBezTo>
                  <a:pt x="3648" y="1395"/>
                  <a:pt x="3648" y="1394"/>
                  <a:pt x="3647" y="1392"/>
                </a:cubicBezTo>
                <a:cubicBezTo>
                  <a:pt x="3623" y="1371"/>
                  <a:pt x="3617" y="1377"/>
                  <a:pt x="3614" y="1370"/>
                </a:cubicBezTo>
                <a:cubicBezTo>
                  <a:pt x="3570" y="1344"/>
                  <a:pt x="3576" y="1338"/>
                  <a:pt x="3568" y="1342"/>
                </a:cubicBezTo>
                <a:cubicBezTo>
                  <a:pt x="3511" y="1303"/>
                  <a:pt x="3501" y="1291"/>
                  <a:pt x="3490" y="1285"/>
                </a:cubicBezTo>
                <a:cubicBezTo>
                  <a:pt x="3458" y="1254"/>
                  <a:pt x="3448" y="1254"/>
                  <a:pt x="3445" y="1245"/>
                </a:cubicBezTo>
                <a:cubicBezTo>
                  <a:pt x="3425" y="1230"/>
                  <a:pt x="3423" y="1227"/>
                  <a:pt x="3420" y="1226"/>
                </a:cubicBezTo>
                <a:cubicBezTo>
                  <a:pt x="3406" y="1202"/>
                  <a:pt x="3396" y="1204"/>
                  <a:pt x="3402" y="1199"/>
                </a:cubicBezTo>
                <a:cubicBezTo>
                  <a:pt x="3488" y="1263"/>
                  <a:pt x="3502" y="1269"/>
                  <a:pt x="3515" y="1276"/>
                </a:cubicBezTo>
                <a:cubicBezTo>
                  <a:pt x="3590" y="1319"/>
                  <a:pt x="3598" y="1326"/>
                  <a:pt x="3608" y="1330"/>
                </a:cubicBezTo>
                <a:cubicBezTo>
                  <a:pt x="3652" y="1363"/>
                  <a:pt x="3658" y="1360"/>
                  <a:pt x="3662" y="1367"/>
                </a:cubicBezTo>
                <a:cubicBezTo>
                  <a:pt x="3696" y="1396"/>
                  <a:pt x="3705" y="1402"/>
                  <a:pt x="3712" y="1412"/>
                </a:cubicBezTo>
                <a:cubicBezTo>
                  <a:pt x="3742" y="1439"/>
                  <a:pt x="3745" y="1445"/>
                  <a:pt x="3750" y="1448"/>
                </a:cubicBezTo>
                <a:cubicBezTo>
                  <a:pt x="3710" y="1400"/>
                  <a:pt x="3696" y="1387"/>
                  <a:pt x="3682" y="1372"/>
                </a:cubicBezTo>
                <a:cubicBezTo>
                  <a:pt x="3635" y="1319"/>
                  <a:pt x="3632" y="1314"/>
                  <a:pt x="3628" y="1313"/>
                </a:cubicBezTo>
                <a:cubicBezTo>
                  <a:pt x="3572" y="1267"/>
                  <a:pt x="3545" y="1249"/>
                  <a:pt x="3518" y="1230"/>
                </a:cubicBezTo>
                <a:cubicBezTo>
                  <a:pt x="3473" y="1209"/>
                  <a:pt x="3472" y="1198"/>
                  <a:pt x="3467" y="1203"/>
                </a:cubicBezTo>
                <a:cubicBezTo>
                  <a:pt x="3428" y="1181"/>
                  <a:pt x="3422" y="1174"/>
                  <a:pt x="3414" y="1173"/>
                </a:cubicBezTo>
                <a:cubicBezTo>
                  <a:pt x="3381" y="1146"/>
                  <a:pt x="3367" y="1135"/>
                  <a:pt x="3354" y="1125"/>
                </a:cubicBezTo>
                <a:cubicBezTo>
                  <a:pt x="3351" y="1113"/>
                  <a:pt x="3364" y="1118"/>
                  <a:pt x="3374" y="1127"/>
                </a:cubicBezTo>
                <a:cubicBezTo>
                  <a:pt x="3446" y="1170"/>
                  <a:pt x="3448" y="1171"/>
                  <a:pt x="3451" y="1170"/>
                </a:cubicBezTo>
                <a:cubicBezTo>
                  <a:pt x="3483" y="1191"/>
                  <a:pt x="3489" y="1192"/>
                  <a:pt x="3495" y="1195"/>
                </a:cubicBezTo>
                <a:cubicBezTo>
                  <a:pt x="3535" y="1210"/>
                  <a:pt x="3536" y="1218"/>
                  <a:pt x="3540" y="1215"/>
                </a:cubicBezTo>
                <a:cubicBezTo>
                  <a:pt x="3559" y="1230"/>
                  <a:pt x="3565" y="1220"/>
                  <a:pt x="3566" y="1228"/>
                </a:cubicBezTo>
                <a:cubicBezTo>
                  <a:pt x="3619" y="1240"/>
                  <a:pt x="3611" y="1246"/>
                  <a:pt x="3606" y="1241"/>
                </a:cubicBezTo>
                <a:cubicBezTo>
                  <a:pt x="3548" y="1214"/>
                  <a:pt x="3543" y="1208"/>
                  <a:pt x="3536" y="1209"/>
                </a:cubicBezTo>
                <a:cubicBezTo>
                  <a:pt x="3471" y="1175"/>
                  <a:pt x="3461" y="1165"/>
                  <a:pt x="3449" y="1161"/>
                </a:cubicBezTo>
                <a:cubicBezTo>
                  <a:pt x="3408" y="1139"/>
                  <a:pt x="3402" y="1137"/>
                  <a:pt x="3398" y="1130"/>
                </a:cubicBezTo>
                <a:cubicBezTo>
                  <a:pt x="3340" y="1089"/>
                  <a:pt x="3334" y="1084"/>
                  <a:pt x="3327" y="1077"/>
                </a:cubicBezTo>
                <a:cubicBezTo>
                  <a:pt x="3317" y="1064"/>
                  <a:pt x="3323" y="1067"/>
                  <a:pt x="3328" y="1074"/>
                </a:cubicBezTo>
                <a:cubicBezTo>
                  <a:pt x="3358" y="1090"/>
                  <a:pt x="3360" y="1098"/>
                  <a:pt x="3363" y="1098"/>
                </a:cubicBezTo>
                <a:cubicBezTo>
                  <a:pt x="3425" y="1134"/>
                  <a:pt x="3432" y="1139"/>
                  <a:pt x="3438" y="1142"/>
                </a:cubicBezTo>
                <a:cubicBezTo>
                  <a:pt x="3460" y="1158"/>
                  <a:pt x="3463" y="1159"/>
                  <a:pt x="3468" y="1156"/>
                </a:cubicBezTo>
                <a:cubicBezTo>
                  <a:pt x="3511" y="1180"/>
                  <a:pt x="3525" y="1185"/>
                  <a:pt x="3538" y="1192"/>
                </a:cubicBezTo>
                <a:cubicBezTo>
                  <a:pt x="3604" y="1225"/>
                  <a:pt x="3609" y="1234"/>
                  <a:pt x="3616" y="1235"/>
                </a:cubicBezTo>
                <a:cubicBezTo>
                  <a:pt x="3641" y="1254"/>
                  <a:pt x="3647" y="1261"/>
                  <a:pt x="3653" y="1266"/>
                </a:cubicBezTo>
                <a:cubicBezTo>
                  <a:pt x="3677" y="1288"/>
                  <a:pt x="3684" y="1291"/>
                  <a:pt x="3690" y="1296"/>
                </a:cubicBezTo>
                <a:cubicBezTo>
                  <a:pt x="3703" y="1302"/>
                  <a:pt x="3693" y="1298"/>
                  <a:pt x="3684" y="1286"/>
                </a:cubicBezTo>
                <a:cubicBezTo>
                  <a:pt x="3660" y="1267"/>
                  <a:pt x="3659" y="1260"/>
                  <a:pt x="3656" y="1261"/>
                </a:cubicBezTo>
                <a:cubicBezTo>
                  <a:pt x="3619" y="1228"/>
                  <a:pt x="3616" y="1229"/>
                  <a:pt x="3614" y="1225"/>
                </a:cubicBezTo>
                <a:cubicBezTo>
                  <a:pt x="3594" y="1204"/>
                  <a:pt x="3591" y="1205"/>
                  <a:pt x="3589" y="1201"/>
                </a:cubicBezTo>
                <a:cubicBezTo>
                  <a:pt x="3566" y="1181"/>
                  <a:pt x="3564" y="1176"/>
                  <a:pt x="3562" y="1173"/>
                </a:cubicBezTo>
                <a:cubicBezTo>
                  <a:pt x="3525" y="1143"/>
                  <a:pt x="3523" y="1142"/>
                  <a:pt x="3522" y="1141"/>
                </a:cubicBezTo>
                <a:cubicBezTo>
                  <a:pt x="3496" y="1126"/>
                  <a:pt x="3491" y="1125"/>
                  <a:pt x="3488" y="1120"/>
                </a:cubicBezTo>
                <a:cubicBezTo>
                  <a:pt x="3448" y="1095"/>
                  <a:pt x="3439" y="1087"/>
                  <a:pt x="3428" y="1082"/>
                </a:cubicBezTo>
                <a:cubicBezTo>
                  <a:pt x="3403" y="1070"/>
                  <a:pt x="3402" y="1063"/>
                  <a:pt x="3399" y="1064"/>
                </a:cubicBezTo>
                <a:cubicBezTo>
                  <a:pt x="3332" y="1024"/>
                  <a:pt x="3325" y="1028"/>
                  <a:pt x="3322" y="1020"/>
                </a:cubicBezTo>
                <a:cubicBezTo>
                  <a:pt x="3297" y="1005"/>
                  <a:pt x="3295" y="1003"/>
                  <a:pt x="3292" y="1002"/>
                </a:cubicBezTo>
                <a:cubicBezTo>
                  <a:pt x="3260" y="981"/>
                  <a:pt x="3258" y="977"/>
                  <a:pt x="3255" y="976"/>
                </a:cubicBezTo>
                <a:cubicBezTo>
                  <a:pt x="3231" y="953"/>
                  <a:pt x="3229" y="949"/>
                  <a:pt x="3227" y="946"/>
                </a:cubicBezTo>
                <a:cubicBezTo>
                  <a:pt x="3264" y="965"/>
                  <a:pt x="3274" y="976"/>
                  <a:pt x="3286" y="981"/>
                </a:cubicBezTo>
                <a:cubicBezTo>
                  <a:pt x="3328" y="1007"/>
                  <a:pt x="3340" y="1010"/>
                  <a:pt x="3351" y="1014"/>
                </a:cubicBezTo>
                <a:cubicBezTo>
                  <a:pt x="3379" y="1029"/>
                  <a:pt x="3382" y="1034"/>
                  <a:pt x="3385" y="1036"/>
                </a:cubicBezTo>
                <a:cubicBezTo>
                  <a:pt x="3416" y="1052"/>
                  <a:pt x="3425" y="1050"/>
                  <a:pt x="3431" y="1059"/>
                </a:cubicBezTo>
                <a:cubicBezTo>
                  <a:pt x="3502" y="1097"/>
                  <a:pt x="3503" y="1108"/>
                  <a:pt x="3507" y="1106"/>
                </a:cubicBezTo>
                <a:cubicBezTo>
                  <a:pt x="3543" y="1136"/>
                  <a:pt x="3545" y="1138"/>
                  <a:pt x="3548" y="1140"/>
                </a:cubicBezTo>
                <a:cubicBezTo>
                  <a:pt x="3574" y="1156"/>
                  <a:pt x="3573" y="1153"/>
                  <a:pt x="3571" y="1154"/>
                </a:cubicBezTo>
                <a:cubicBezTo>
                  <a:pt x="3558" y="1134"/>
                  <a:pt x="3548" y="1133"/>
                  <a:pt x="3546" y="1130"/>
                </a:cubicBezTo>
                <a:cubicBezTo>
                  <a:pt x="3518" y="1109"/>
                  <a:pt x="3511" y="1099"/>
                  <a:pt x="3503" y="1094"/>
                </a:cubicBezTo>
                <a:cubicBezTo>
                  <a:pt x="3453" y="1053"/>
                  <a:pt x="3451" y="1043"/>
                  <a:pt x="3445" y="1045"/>
                </a:cubicBezTo>
                <a:cubicBezTo>
                  <a:pt x="3417" y="1024"/>
                  <a:pt x="3413" y="1021"/>
                  <a:pt x="3410" y="1016"/>
                </a:cubicBezTo>
                <a:cubicBezTo>
                  <a:pt x="3358" y="980"/>
                  <a:pt x="3354" y="981"/>
                  <a:pt x="3351" y="976"/>
                </a:cubicBezTo>
                <a:cubicBezTo>
                  <a:pt x="3337" y="968"/>
                  <a:pt x="3333" y="968"/>
                  <a:pt x="3329" y="967"/>
                </a:cubicBezTo>
                <a:cubicBezTo>
                  <a:pt x="3294" y="946"/>
                  <a:pt x="3290" y="949"/>
                  <a:pt x="3288" y="941"/>
                </a:cubicBezTo>
                <a:cubicBezTo>
                  <a:pt x="3241" y="919"/>
                  <a:pt x="3237" y="920"/>
                  <a:pt x="3234" y="915"/>
                </a:cubicBezTo>
                <a:cubicBezTo>
                  <a:pt x="3205" y="900"/>
                  <a:pt x="3200" y="898"/>
                  <a:pt x="3195" y="899"/>
                </a:cubicBezTo>
                <a:cubicBezTo>
                  <a:pt x="3175" y="884"/>
                  <a:pt x="3172" y="884"/>
                  <a:pt x="3170" y="883"/>
                </a:cubicBezTo>
                <a:cubicBezTo>
                  <a:pt x="3195" y="875"/>
                  <a:pt x="3199" y="875"/>
                  <a:pt x="3203" y="875"/>
                </a:cubicBezTo>
                <a:cubicBezTo>
                  <a:pt x="3240" y="895"/>
                  <a:pt x="3246" y="887"/>
                  <a:pt x="3249" y="893"/>
                </a:cubicBezTo>
                <a:cubicBezTo>
                  <a:pt x="3288" y="904"/>
                  <a:pt x="3290" y="912"/>
                  <a:pt x="3294" y="910"/>
                </a:cubicBezTo>
                <a:cubicBezTo>
                  <a:pt x="3330" y="928"/>
                  <a:pt x="3331" y="930"/>
                  <a:pt x="3333" y="929"/>
                </a:cubicBezTo>
                <a:cubicBezTo>
                  <a:pt x="3357" y="941"/>
                  <a:pt x="3364" y="949"/>
                  <a:pt x="3372" y="951"/>
                </a:cubicBezTo>
                <a:cubicBezTo>
                  <a:pt x="3408" y="970"/>
                  <a:pt x="3410" y="979"/>
                  <a:pt x="3414" y="981"/>
                </a:cubicBezTo>
                <a:cubicBezTo>
                  <a:pt x="3449" y="1003"/>
                  <a:pt x="3451" y="1013"/>
                  <a:pt x="3456" y="1012"/>
                </a:cubicBezTo>
                <a:cubicBezTo>
                  <a:pt x="3489" y="1044"/>
                  <a:pt x="3492" y="1048"/>
                  <a:pt x="3497" y="1049"/>
                </a:cubicBezTo>
                <a:cubicBezTo>
                  <a:pt x="3401" y="963"/>
                  <a:pt x="3396" y="957"/>
                  <a:pt x="3390" y="954"/>
                </a:cubicBezTo>
                <a:cubicBezTo>
                  <a:pt x="3354" y="936"/>
                  <a:pt x="3353" y="929"/>
                  <a:pt x="3350" y="930"/>
                </a:cubicBezTo>
                <a:cubicBezTo>
                  <a:pt x="3324" y="912"/>
                  <a:pt x="3322" y="914"/>
                  <a:pt x="3321" y="914"/>
                </a:cubicBezTo>
                <a:cubicBezTo>
                  <a:pt x="3289" y="894"/>
                  <a:pt x="3285" y="896"/>
                  <a:pt x="3283" y="895"/>
                </a:cubicBezTo>
                <a:cubicBezTo>
                  <a:pt x="3251" y="882"/>
                  <a:pt x="3244" y="883"/>
                  <a:pt x="3238" y="879"/>
                </a:cubicBezTo>
                <a:cubicBezTo>
                  <a:pt x="3163" y="843"/>
                  <a:pt x="3156" y="848"/>
                  <a:pt x="3152" y="844"/>
                </a:cubicBezTo>
                <a:cubicBezTo>
                  <a:pt x="3129" y="824"/>
                  <a:pt x="3133" y="823"/>
                  <a:pt x="3136" y="829"/>
                </a:cubicBezTo>
                <a:cubicBezTo>
                  <a:pt x="3171" y="839"/>
                  <a:pt x="3173" y="840"/>
                  <a:pt x="3174" y="842"/>
                </a:cubicBezTo>
                <a:cubicBezTo>
                  <a:pt x="3201" y="845"/>
                  <a:pt x="3208" y="851"/>
                  <a:pt x="3217" y="851"/>
                </a:cubicBezTo>
                <a:cubicBezTo>
                  <a:pt x="3244" y="863"/>
                  <a:pt x="3252" y="861"/>
                  <a:pt x="3258" y="865"/>
                </a:cubicBezTo>
                <a:cubicBezTo>
                  <a:pt x="3312" y="888"/>
                  <a:pt x="3315" y="890"/>
                  <a:pt x="3319" y="891"/>
                </a:cubicBezTo>
                <a:cubicBezTo>
                  <a:pt x="3360" y="920"/>
                  <a:pt x="3365" y="916"/>
                  <a:pt x="3368" y="920"/>
                </a:cubicBezTo>
                <a:cubicBezTo>
                  <a:pt x="3374" y="912"/>
                  <a:pt x="3365" y="914"/>
                  <a:pt x="3358" y="907"/>
                </a:cubicBezTo>
                <a:cubicBezTo>
                  <a:pt x="3329" y="880"/>
                  <a:pt x="3319" y="883"/>
                  <a:pt x="3314" y="872"/>
                </a:cubicBezTo>
                <a:cubicBezTo>
                  <a:pt x="3285" y="856"/>
                  <a:pt x="3281" y="852"/>
                  <a:pt x="3276" y="850"/>
                </a:cubicBezTo>
                <a:cubicBezTo>
                  <a:pt x="3245" y="827"/>
                  <a:pt x="3239" y="825"/>
                  <a:pt x="3235" y="816"/>
                </a:cubicBezTo>
                <a:cubicBezTo>
                  <a:pt x="3182" y="776"/>
                  <a:pt x="3171" y="775"/>
                  <a:pt x="3161" y="768"/>
                </a:cubicBezTo>
                <a:cubicBezTo>
                  <a:pt x="3121" y="750"/>
                  <a:pt x="3110" y="747"/>
                  <a:pt x="3101" y="739"/>
                </a:cubicBezTo>
                <a:cubicBezTo>
                  <a:pt x="3052" y="714"/>
                  <a:pt x="3044" y="719"/>
                  <a:pt x="3040" y="714"/>
                </a:cubicBezTo>
                <a:cubicBezTo>
                  <a:pt x="3003" y="699"/>
                  <a:pt x="2998" y="697"/>
                  <a:pt x="2993" y="694"/>
                </a:cubicBezTo>
                <a:cubicBezTo>
                  <a:pt x="3002" y="688"/>
                  <a:pt x="3024" y="683"/>
                  <a:pt x="3048" y="671"/>
                </a:cubicBezTo>
                <a:cubicBezTo>
                  <a:pt x="3075" y="669"/>
                  <a:pt x="3083" y="661"/>
                  <a:pt x="3080" y="655"/>
                </a:cubicBezTo>
                <a:cubicBezTo>
                  <a:pt x="3030" y="667"/>
                  <a:pt x="3022" y="671"/>
                  <a:pt x="3014" y="674"/>
                </a:cubicBezTo>
                <a:cubicBezTo>
                  <a:pt x="3024" y="659"/>
                  <a:pt x="3033" y="668"/>
                  <a:pt x="3036" y="659"/>
                </a:cubicBezTo>
                <a:cubicBezTo>
                  <a:pt x="2993" y="660"/>
                  <a:pt x="2986" y="663"/>
                  <a:pt x="2980" y="666"/>
                </a:cubicBezTo>
                <a:cubicBezTo>
                  <a:pt x="2939" y="653"/>
                  <a:pt x="2932" y="657"/>
                  <a:pt x="2928" y="652"/>
                </a:cubicBezTo>
                <a:cubicBezTo>
                  <a:pt x="2898" y="634"/>
                  <a:pt x="2890" y="634"/>
                  <a:pt x="2883" y="626"/>
                </a:cubicBezTo>
                <a:cubicBezTo>
                  <a:pt x="2861" y="631"/>
                  <a:pt x="2869" y="634"/>
                  <a:pt x="2873" y="637"/>
                </a:cubicBezTo>
                <a:cubicBezTo>
                  <a:pt x="2898" y="653"/>
                  <a:pt x="2909" y="660"/>
                  <a:pt x="2918" y="668"/>
                </a:cubicBezTo>
                <a:cubicBezTo>
                  <a:pt x="2928" y="687"/>
                  <a:pt x="2934" y="689"/>
                  <a:pt x="2939" y="695"/>
                </a:cubicBezTo>
                <a:cubicBezTo>
                  <a:pt x="2944" y="721"/>
                  <a:pt x="2952" y="728"/>
                  <a:pt x="2948" y="731"/>
                </a:cubicBezTo>
                <a:cubicBezTo>
                  <a:pt x="2950" y="798"/>
                  <a:pt x="2944" y="807"/>
                  <a:pt x="2940" y="817"/>
                </a:cubicBezTo>
                <a:cubicBezTo>
                  <a:pt x="2938" y="837"/>
                  <a:pt x="2940" y="824"/>
                  <a:pt x="2950" y="820"/>
                </a:cubicBezTo>
                <a:cubicBezTo>
                  <a:pt x="2961" y="789"/>
                  <a:pt x="2962" y="779"/>
                  <a:pt x="2965" y="784"/>
                </a:cubicBezTo>
                <a:cubicBezTo>
                  <a:pt x="2967" y="814"/>
                  <a:pt x="2969" y="828"/>
                  <a:pt x="2968" y="842"/>
                </a:cubicBezTo>
                <a:cubicBezTo>
                  <a:pt x="2974" y="934"/>
                  <a:pt x="2982" y="943"/>
                  <a:pt x="2978" y="949"/>
                </a:cubicBezTo>
                <a:cubicBezTo>
                  <a:pt x="2990" y="987"/>
                  <a:pt x="2993" y="1001"/>
                  <a:pt x="2999" y="1016"/>
                </a:cubicBezTo>
                <a:cubicBezTo>
                  <a:pt x="3032" y="1065"/>
                  <a:pt x="3034" y="1074"/>
                  <a:pt x="3041" y="1085"/>
                </a:cubicBezTo>
                <a:cubicBezTo>
                  <a:pt x="3045" y="1117"/>
                  <a:pt x="3048" y="1125"/>
                  <a:pt x="3047" y="1133"/>
                </a:cubicBezTo>
                <a:cubicBezTo>
                  <a:pt x="3052" y="1173"/>
                  <a:pt x="3059" y="1185"/>
                  <a:pt x="3062" y="1183"/>
                </a:cubicBezTo>
                <a:cubicBezTo>
                  <a:pt x="3055" y="1114"/>
                  <a:pt x="3058" y="1119"/>
                  <a:pt x="3061" y="1120"/>
                </a:cubicBezTo>
                <a:cubicBezTo>
                  <a:pt x="3064" y="1132"/>
                  <a:pt x="3070" y="1142"/>
                  <a:pt x="3064" y="1148"/>
                </a:cubicBezTo>
                <a:cubicBezTo>
                  <a:pt x="3067" y="1182"/>
                  <a:pt x="3066" y="1190"/>
                  <a:pt x="3065" y="1197"/>
                </a:cubicBezTo>
                <a:cubicBezTo>
                  <a:pt x="3076" y="1282"/>
                  <a:pt x="3077" y="1290"/>
                  <a:pt x="3079" y="1299"/>
                </a:cubicBezTo>
                <a:cubicBezTo>
                  <a:pt x="3087" y="1310"/>
                  <a:pt x="3085" y="1298"/>
                  <a:pt x="3082" y="1286"/>
                </a:cubicBezTo>
                <a:cubicBezTo>
                  <a:pt x="3078" y="1227"/>
                  <a:pt x="3069" y="1205"/>
                  <a:pt x="3075" y="1186"/>
                </a:cubicBezTo>
                <a:cubicBezTo>
                  <a:pt x="3073" y="1135"/>
                  <a:pt x="3072" y="1130"/>
                  <a:pt x="3076" y="1125"/>
                </a:cubicBezTo>
                <a:cubicBezTo>
                  <a:pt x="3075" y="1028"/>
                  <a:pt x="3067" y="1020"/>
                  <a:pt x="3071" y="1016"/>
                </a:cubicBezTo>
                <a:cubicBezTo>
                  <a:pt x="3067" y="980"/>
                  <a:pt x="3066" y="975"/>
                  <a:pt x="3063" y="969"/>
                </a:cubicBezTo>
                <a:cubicBezTo>
                  <a:pt x="3057" y="926"/>
                  <a:pt x="3056" y="916"/>
                  <a:pt x="3054" y="905"/>
                </a:cubicBezTo>
                <a:cubicBezTo>
                  <a:pt x="3049" y="868"/>
                  <a:pt x="3041" y="861"/>
                  <a:pt x="3046" y="858"/>
                </a:cubicBezTo>
                <a:cubicBezTo>
                  <a:pt x="3031" y="797"/>
                  <a:pt x="3030" y="786"/>
                  <a:pt x="3022" y="773"/>
                </a:cubicBezTo>
                <a:cubicBezTo>
                  <a:pt x="3014" y="747"/>
                  <a:pt x="3011" y="747"/>
                  <a:pt x="3016" y="744"/>
                </a:cubicBezTo>
                <a:cubicBezTo>
                  <a:pt x="3050" y="839"/>
                  <a:pt x="3059" y="847"/>
                  <a:pt x="3056" y="852"/>
                </a:cubicBezTo>
                <a:cubicBezTo>
                  <a:pt x="3070" y="887"/>
                  <a:pt x="3065" y="889"/>
                  <a:pt x="3069" y="894"/>
                </a:cubicBezTo>
                <a:cubicBezTo>
                  <a:pt x="3084" y="974"/>
                  <a:pt x="3084" y="987"/>
                  <a:pt x="3087" y="1001"/>
                </a:cubicBezTo>
                <a:cubicBezTo>
                  <a:pt x="3086" y="1036"/>
                  <a:pt x="3093" y="1041"/>
                  <a:pt x="3089" y="1044"/>
                </a:cubicBezTo>
                <a:cubicBezTo>
                  <a:pt x="3093" y="1109"/>
                  <a:pt x="3094" y="1113"/>
                  <a:pt x="3092" y="1116"/>
                </a:cubicBezTo>
                <a:cubicBezTo>
                  <a:pt x="3094" y="1174"/>
                  <a:pt x="3095" y="1181"/>
                  <a:pt x="3095" y="1188"/>
                </a:cubicBezTo>
                <a:cubicBezTo>
                  <a:pt x="3102" y="1188"/>
                  <a:pt x="3095" y="1183"/>
                  <a:pt x="3099" y="1180"/>
                </a:cubicBezTo>
                <a:cubicBezTo>
                  <a:pt x="3098" y="1147"/>
                  <a:pt x="3098" y="1144"/>
                  <a:pt x="3101" y="1141"/>
                </a:cubicBezTo>
                <a:cubicBezTo>
                  <a:pt x="3103" y="1088"/>
                  <a:pt x="3096" y="1082"/>
                  <a:pt x="3099" y="1079"/>
                </a:cubicBezTo>
                <a:cubicBezTo>
                  <a:pt x="3102" y="1056"/>
                  <a:pt x="3097" y="1051"/>
                  <a:pt x="3103" y="1049"/>
                </a:cubicBezTo>
                <a:cubicBezTo>
                  <a:pt x="3108" y="1090"/>
                  <a:pt x="3111" y="1096"/>
                  <a:pt x="3108" y="1101"/>
                </a:cubicBezTo>
                <a:cubicBezTo>
                  <a:pt x="3109" y="1140"/>
                  <a:pt x="3116" y="1148"/>
                  <a:pt x="3110" y="1152"/>
                </a:cubicBezTo>
                <a:cubicBezTo>
                  <a:pt x="3112" y="1193"/>
                  <a:pt x="3113" y="1198"/>
                  <a:pt x="3112" y="1203"/>
                </a:cubicBezTo>
                <a:cubicBezTo>
                  <a:pt x="3115" y="1245"/>
                  <a:pt x="3109" y="1249"/>
                  <a:pt x="3112" y="1255"/>
                </a:cubicBezTo>
                <a:cubicBezTo>
                  <a:pt x="3109" y="1311"/>
                  <a:pt x="3117" y="1319"/>
                  <a:pt x="3115" y="1324"/>
                </a:cubicBezTo>
                <a:cubicBezTo>
                  <a:pt x="3117" y="1370"/>
                  <a:pt x="3120" y="1383"/>
                  <a:pt x="3117" y="1394"/>
                </a:cubicBezTo>
                <a:cubicBezTo>
                  <a:pt x="3127" y="1414"/>
                  <a:pt x="3128" y="1401"/>
                  <a:pt x="3121" y="1387"/>
                </a:cubicBezTo>
                <a:cubicBezTo>
                  <a:pt x="3122" y="1355"/>
                  <a:pt x="3121" y="1352"/>
                  <a:pt x="3124" y="1349"/>
                </a:cubicBezTo>
                <a:cubicBezTo>
                  <a:pt x="3129" y="1294"/>
                  <a:pt x="3130" y="1292"/>
                  <a:pt x="3132" y="1290"/>
                </a:cubicBezTo>
                <a:cubicBezTo>
                  <a:pt x="3132" y="1271"/>
                  <a:pt x="3133" y="1275"/>
                  <a:pt x="3136" y="1274"/>
                </a:cubicBezTo>
                <a:cubicBezTo>
                  <a:pt x="3145" y="1244"/>
                  <a:pt x="3144" y="1234"/>
                  <a:pt x="3149" y="1226"/>
                </a:cubicBezTo>
                <a:cubicBezTo>
                  <a:pt x="3150" y="1183"/>
                  <a:pt x="3156" y="1181"/>
                  <a:pt x="3152" y="1178"/>
                </a:cubicBezTo>
                <a:cubicBezTo>
                  <a:pt x="3155" y="1141"/>
                  <a:pt x="3153" y="1134"/>
                  <a:pt x="3157" y="1128"/>
                </a:cubicBezTo>
                <a:cubicBezTo>
                  <a:pt x="3158" y="1062"/>
                  <a:pt x="3159" y="1055"/>
                  <a:pt x="3157" y="1049"/>
                </a:cubicBezTo>
                <a:cubicBezTo>
                  <a:pt x="3160" y="982"/>
                  <a:pt x="3153" y="974"/>
                  <a:pt x="3155" y="968"/>
                </a:cubicBezTo>
                <a:cubicBezTo>
                  <a:pt x="3145" y="922"/>
                  <a:pt x="3151" y="920"/>
                  <a:pt x="3150" y="916"/>
                </a:cubicBezTo>
                <a:cubicBezTo>
                  <a:pt x="3147" y="883"/>
                  <a:pt x="3153" y="880"/>
                  <a:pt x="3156" y="888"/>
                </a:cubicBezTo>
                <a:cubicBezTo>
                  <a:pt x="3165" y="928"/>
                  <a:pt x="3166" y="926"/>
                  <a:pt x="3169" y="935"/>
                </a:cubicBezTo>
                <a:cubicBezTo>
                  <a:pt x="3187" y="1039"/>
                  <a:pt x="3186" y="1046"/>
                  <a:pt x="3189" y="1055"/>
                </a:cubicBezTo>
                <a:cubicBezTo>
                  <a:pt x="3185" y="1114"/>
                  <a:pt x="3188" y="1123"/>
                  <a:pt x="3185" y="1131"/>
                </a:cubicBezTo>
                <a:cubicBezTo>
                  <a:pt x="3179" y="1213"/>
                  <a:pt x="3173" y="1220"/>
                  <a:pt x="3176" y="1229"/>
                </a:cubicBezTo>
                <a:cubicBezTo>
                  <a:pt x="3163" y="1280"/>
                  <a:pt x="3160" y="1284"/>
                  <a:pt x="3163" y="1289"/>
                </a:cubicBezTo>
                <a:cubicBezTo>
                  <a:pt x="3153" y="1341"/>
                  <a:pt x="3148" y="1356"/>
                  <a:pt x="3149" y="1373"/>
                </a:cubicBezTo>
                <a:cubicBezTo>
                  <a:pt x="3151" y="1417"/>
                  <a:pt x="3144" y="1420"/>
                  <a:pt x="3149" y="1425"/>
                </a:cubicBezTo>
                <a:cubicBezTo>
                  <a:pt x="3155" y="1378"/>
                  <a:pt x="3156" y="1367"/>
                  <a:pt x="3154" y="1354"/>
                </a:cubicBezTo>
                <a:cubicBezTo>
                  <a:pt x="3165" y="1316"/>
                  <a:pt x="3166" y="1311"/>
                  <a:pt x="3167" y="1305"/>
                </a:cubicBezTo>
                <a:cubicBezTo>
                  <a:pt x="3176" y="1270"/>
                  <a:pt x="3175" y="1267"/>
                  <a:pt x="3177" y="1264"/>
                </a:cubicBezTo>
                <a:cubicBezTo>
                  <a:pt x="3187" y="1210"/>
                  <a:pt x="3189" y="1199"/>
                  <a:pt x="3191" y="1188"/>
                </a:cubicBezTo>
                <a:cubicBezTo>
                  <a:pt x="3195" y="1149"/>
                  <a:pt x="3193" y="1142"/>
                  <a:pt x="3194" y="1137"/>
                </a:cubicBezTo>
                <a:cubicBezTo>
                  <a:pt x="3196" y="1100"/>
                  <a:pt x="3196" y="1097"/>
                  <a:pt x="3197" y="1094"/>
                </a:cubicBezTo>
                <a:cubicBezTo>
                  <a:pt x="3195" y="1071"/>
                  <a:pt x="3197" y="1069"/>
                  <a:pt x="3195" y="1066"/>
                </a:cubicBezTo>
                <a:cubicBezTo>
                  <a:pt x="3196" y="1014"/>
                  <a:pt x="3190" y="1009"/>
                  <a:pt x="3193" y="1006"/>
                </a:cubicBezTo>
                <a:cubicBezTo>
                  <a:pt x="3187" y="970"/>
                  <a:pt x="3186" y="957"/>
                  <a:pt x="3181" y="942"/>
                </a:cubicBezTo>
                <a:cubicBezTo>
                  <a:pt x="3172" y="905"/>
                  <a:pt x="3165" y="899"/>
                  <a:pt x="3169" y="897"/>
                </a:cubicBezTo>
                <a:cubicBezTo>
                  <a:pt x="3193" y="936"/>
                  <a:pt x="3197" y="938"/>
                  <a:pt x="3200" y="945"/>
                </a:cubicBezTo>
                <a:cubicBezTo>
                  <a:pt x="3205" y="988"/>
                  <a:pt x="3213" y="1001"/>
                  <a:pt x="3210" y="1011"/>
                </a:cubicBezTo>
                <a:cubicBezTo>
                  <a:pt x="3216" y="1080"/>
                  <a:pt x="3212" y="1084"/>
                  <a:pt x="3217" y="1091"/>
                </a:cubicBezTo>
                <a:cubicBezTo>
                  <a:pt x="3214" y="1126"/>
                  <a:pt x="3219" y="1133"/>
                  <a:pt x="3217" y="1138"/>
                </a:cubicBezTo>
                <a:cubicBezTo>
                  <a:pt x="3206" y="1258"/>
                  <a:pt x="3194" y="1263"/>
                  <a:pt x="3198" y="1272"/>
                </a:cubicBezTo>
                <a:cubicBezTo>
                  <a:pt x="3179" y="1351"/>
                  <a:pt x="3173" y="1358"/>
                  <a:pt x="3172" y="1366"/>
                </a:cubicBezTo>
                <a:cubicBezTo>
                  <a:pt x="3163" y="1392"/>
                  <a:pt x="3160" y="1394"/>
                  <a:pt x="3160" y="1397"/>
                </a:cubicBezTo>
                <a:cubicBezTo>
                  <a:pt x="3154" y="1428"/>
                  <a:pt x="3159" y="1432"/>
                  <a:pt x="3153" y="1434"/>
                </a:cubicBezTo>
                <a:cubicBezTo>
                  <a:pt x="3150" y="1467"/>
                  <a:pt x="3150" y="1472"/>
                  <a:pt x="3147" y="1475"/>
                </a:cubicBezTo>
                <a:cubicBezTo>
                  <a:pt x="3151" y="1507"/>
                  <a:pt x="3154" y="1515"/>
                  <a:pt x="3160" y="1512"/>
                </a:cubicBezTo>
                <a:cubicBezTo>
                  <a:pt x="3159" y="1447"/>
                  <a:pt x="3165" y="1441"/>
                  <a:pt x="3164" y="1433"/>
                </a:cubicBezTo>
                <a:cubicBezTo>
                  <a:pt x="3173" y="1372"/>
                  <a:pt x="3184" y="1371"/>
                  <a:pt x="3180" y="1366"/>
                </a:cubicBezTo>
                <a:cubicBezTo>
                  <a:pt x="3201" y="1314"/>
                  <a:pt x="3194" y="1304"/>
                  <a:pt x="3201" y="1297"/>
                </a:cubicBezTo>
                <a:cubicBezTo>
                  <a:pt x="3225" y="1182"/>
                  <a:pt x="3222" y="1176"/>
                  <a:pt x="3225" y="1171"/>
                </a:cubicBezTo>
                <a:cubicBezTo>
                  <a:pt x="3228" y="1123"/>
                  <a:pt x="3230" y="1121"/>
                  <a:pt x="3227" y="1118"/>
                </a:cubicBezTo>
                <a:cubicBezTo>
                  <a:pt x="3225" y="1065"/>
                  <a:pt x="3224" y="1055"/>
                  <a:pt x="3223" y="1044"/>
                </a:cubicBezTo>
                <a:cubicBezTo>
                  <a:pt x="3215" y="989"/>
                  <a:pt x="3220" y="986"/>
                  <a:pt x="3216" y="979"/>
                </a:cubicBezTo>
                <a:cubicBezTo>
                  <a:pt x="3216" y="948"/>
                  <a:pt x="3217" y="958"/>
                  <a:pt x="3221" y="955"/>
                </a:cubicBezTo>
                <a:cubicBezTo>
                  <a:pt x="3228" y="1001"/>
                  <a:pt x="3229" y="1009"/>
                  <a:pt x="3230" y="1018"/>
                </a:cubicBezTo>
                <a:cubicBezTo>
                  <a:pt x="3236" y="1076"/>
                  <a:pt x="3243" y="1086"/>
                  <a:pt x="3241" y="1094"/>
                </a:cubicBezTo>
                <a:cubicBezTo>
                  <a:pt x="3239" y="1134"/>
                  <a:pt x="3241" y="1139"/>
                  <a:pt x="3245" y="1144"/>
                </a:cubicBezTo>
                <a:cubicBezTo>
                  <a:pt x="3236" y="1237"/>
                  <a:pt x="3231" y="1250"/>
                  <a:pt x="3231" y="1264"/>
                </a:cubicBezTo>
                <a:cubicBezTo>
                  <a:pt x="3225" y="1290"/>
                  <a:pt x="3224" y="1296"/>
                  <a:pt x="3220" y="1302"/>
                </a:cubicBezTo>
                <a:cubicBezTo>
                  <a:pt x="3214" y="1328"/>
                  <a:pt x="3216" y="1336"/>
                  <a:pt x="3213" y="1342"/>
                </a:cubicBezTo>
                <a:cubicBezTo>
                  <a:pt x="3207" y="1365"/>
                  <a:pt x="3199" y="1366"/>
                  <a:pt x="3202" y="1370"/>
                </a:cubicBezTo>
                <a:cubicBezTo>
                  <a:pt x="3194" y="1393"/>
                  <a:pt x="3193" y="1396"/>
                  <a:pt x="3191" y="1399"/>
                </a:cubicBezTo>
                <a:cubicBezTo>
                  <a:pt x="3182" y="1431"/>
                  <a:pt x="3186" y="1436"/>
                  <a:pt x="3180" y="1438"/>
                </a:cubicBezTo>
                <a:cubicBezTo>
                  <a:pt x="3184" y="1446"/>
                  <a:pt x="3192" y="1438"/>
                  <a:pt x="3188" y="1427"/>
                </a:cubicBezTo>
                <a:cubicBezTo>
                  <a:pt x="3201" y="1389"/>
                  <a:pt x="3204" y="1380"/>
                  <a:pt x="3210" y="1371"/>
                </a:cubicBezTo>
                <a:cubicBezTo>
                  <a:pt x="3234" y="1306"/>
                  <a:pt x="3232" y="1295"/>
                  <a:pt x="3235" y="1286"/>
                </a:cubicBezTo>
                <a:cubicBezTo>
                  <a:pt x="3246" y="1236"/>
                  <a:pt x="3245" y="1231"/>
                  <a:pt x="3245" y="1226"/>
                </a:cubicBezTo>
                <a:cubicBezTo>
                  <a:pt x="3252" y="1156"/>
                  <a:pt x="3254" y="1146"/>
                  <a:pt x="3251" y="1135"/>
                </a:cubicBezTo>
                <a:cubicBezTo>
                  <a:pt x="3253" y="1084"/>
                  <a:pt x="3246" y="1062"/>
                  <a:pt x="3243" y="1041"/>
                </a:cubicBezTo>
                <a:cubicBezTo>
                  <a:pt x="3240" y="998"/>
                  <a:pt x="3234" y="986"/>
                  <a:pt x="3236" y="976"/>
                </a:cubicBezTo>
                <a:cubicBezTo>
                  <a:pt x="3253" y="1016"/>
                  <a:pt x="3250" y="1025"/>
                  <a:pt x="3251" y="1036"/>
                </a:cubicBezTo>
                <a:cubicBezTo>
                  <a:pt x="3259" y="1058"/>
                  <a:pt x="3260" y="1059"/>
                  <a:pt x="3260" y="1061"/>
                </a:cubicBezTo>
                <a:cubicBezTo>
                  <a:pt x="3265" y="1094"/>
                  <a:pt x="3262" y="1098"/>
                  <a:pt x="3263" y="1103"/>
                </a:cubicBezTo>
                <a:cubicBezTo>
                  <a:pt x="3267" y="1125"/>
                  <a:pt x="3264" y="1130"/>
                  <a:pt x="3264" y="1135"/>
                </a:cubicBezTo>
                <a:cubicBezTo>
                  <a:pt x="3265" y="1184"/>
                  <a:pt x="3263" y="1186"/>
                  <a:pt x="3262" y="1188"/>
                </a:cubicBezTo>
                <a:cubicBezTo>
                  <a:pt x="3264" y="1224"/>
                  <a:pt x="3258" y="1233"/>
                  <a:pt x="3261" y="1244"/>
                </a:cubicBezTo>
                <a:cubicBezTo>
                  <a:pt x="3258" y="1295"/>
                  <a:pt x="3252" y="1299"/>
                  <a:pt x="3248" y="1303"/>
                </a:cubicBezTo>
                <a:cubicBezTo>
                  <a:pt x="3248" y="1327"/>
                  <a:pt x="3244" y="1332"/>
                  <a:pt x="3247" y="1339"/>
                </a:cubicBezTo>
                <a:cubicBezTo>
                  <a:pt x="3235" y="1378"/>
                  <a:pt x="3233" y="1384"/>
                  <a:pt x="3235" y="1390"/>
                </a:cubicBezTo>
                <a:cubicBezTo>
                  <a:pt x="3220" y="1427"/>
                  <a:pt x="3219" y="1429"/>
                  <a:pt x="3218" y="1432"/>
                </a:cubicBezTo>
                <a:cubicBezTo>
                  <a:pt x="3202" y="1481"/>
                  <a:pt x="3197" y="1486"/>
                  <a:pt x="3198" y="1493"/>
                </a:cubicBezTo>
                <a:cubicBezTo>
                  <a:pt x="3188" y="1549"/>
                  <a:pt x="3188" y="1552"/>
                  <a:pt x="3190" y="1555"/>
                </a:cubicBezTo>
                <a:cubicBezTo>
                  <a:pt x="3191" y="1578"/>
                  <a:pt x="3185" y="1580"/>
                  <a:pt x="3187" y="1584"/>
                </a:cubicBezTo>
                <a:cubicBezTo>
                  <a:pt x="3198" y="1539"/>
                  <a:pt x="3196" y="1531"/>
                  <a:pt x="3200" y="1525"/>
                </a:cubicBezTo>
                <a:cubicBezTo>
                  <a:pt x="3215" y="1451"/>
                  <a:pt x="3233" y="1424"/>
                  <a:pt x="3240" y="1395"/>
                </a:cubicBezTo>
                <a:cubicBezTo>
                  <a:pt x="3242" y="1369"/>
                  <a:pt x="3253" y="1367"/>
                  <a:pt x="3249" y="1362"/>
                </a:cubicBezTo>
                <a:cubicBezTo>
                  <a:pt x="3258" y="1328"/>
                  <a:pt x="3257" y="1326"/>
                  <a:pt x="3258" y="1325"/>
                </a:cubicBezTo>
                <a:cubicBezTo>
                  <a:pt x="3263" y="1299"/>
                  <a:pt x="3264" y="1292"/>
                  <a:pt x="3265" y="1285"/>
                </a:cubicBezTo>
                <a:cubicBezTo>
                  <a:pt x="3273" y="1232"/>
                  <a:pt x="3267" y="1222"/>
                  <a:pt x="3275" y="1216"/>
                </a:cubicBezTo>
                <a:cubicBezTo>
                  <a:pt x="3273" y="1181"/>
                  <a:pt x="3272" y="1177"/>
                  <a:pt x="3275" y="1173"/>
                </a:cubicBezTo>
                <a:cubicBezTo>
                  <a:pt x="3271" y="1142"/>
                  <a:pt x="3276" y="1139"/>
                  <a:pt x="3275" y="1135"/>
                </a:cubicBezTo>
                <a:cubicBezTo>
                  <a:pt x="3275" y="1115"/>
                  <a:pt x="3277" y="1113"/>
                  <a:pt x="3275" y="1110"/>
                </a:cubicBezTo>
                <a:cubicBezTo>
                  <a:pt x="3266" y="1042"/>
                  <a:pt x="3265" y="1039"/>
                  <a:pt x="3265" y="1036"/>
                </a:cubicBezTo>
                <a:cubicBezTo>
                  <a:pt x="3265" y="1022"/>
                  <a:pt x="3274" y="1018"/>
                  <a:pt x="3279" y="1031"/>
                </a:cubicBezTo>
                <a:cubicBezTo>
                  <a:pt x="3283" y="1112"/>
                  <a:pt x="3292" y="1110"/>
                  <a:pt x="3289" y="1116"/>
                </a:cubicBezTo>
                <a:cubicBezTo>
                  <a:pt x="3295" y="1149"/>
                  <a:pt x="3288" y="1153"/>
                  <a:pt x="3292" y="1160"/>
                </a:cubicBezTo>
                <a:cubicBezTo>
                  <a:pt x="3290" y="1231"/>
                  <a:pt x="3294" y="1237"/>
                  <a:pt x="3293" y="1242"/>
                </a:cubicBezTo>
                <a:cubicBezTo>
                  <a:pt x="3292" y="1281"/>
                  <a:pt x="3291" y="1286"/>
                  <a:pt x="3288" y="1291"/>
                </a:cubicBezTo>
                <a:cubicBezTo>
                  <a:pt x="3287" y="1318"/>
                  <a:pt x="3281" y="1319"/>
                  <a:pt x="3284" y="1323"/>
                </a:cubicBezTo>
                <a:cubicBezTo>
                  <a:pt x="3273" y="1372"/>
                  <a:pt x="3269" y="1374"/>
                  <a:pt x="3268" y="1376"/>
                </a:cubicBezTo>
                <a:cubicBezTo>
                  <a:pt x="3258" y="1401"/>
                  <a:pt x="3267" y="1409"/>
                  <a:pt x="3258" y="1412"/>
                </a:cubicBezTo>
                <a:cubicBezTo>
                  <a:pt x="3246" y="1448"/>
                  <a:pt x="3240" y="1456"/>
                  <a:pt x="3240" y="1466"/>
                </a:cubicBezTo>
                <a:cubicBezTo>
                  <a:pt x="3232" y="1498"/>
                  <a:pt x="3226" y="1501"/>
                  <a:pt x="3224" y="1505"/>
                </a:cubicBezTo>
                <a:cubicBezTo>
                  <a:pt x="3214" y="1537"/>
                  <a:pt x="3214" y="1542"/>
                  <a:pt x="3213" y="1547"/>
                </a:cubicBezTo>
                <a:cubicBezTo>
                  <a:pt x="3210" y="1570"/>
                  <a:pt x="3207" y="1572"/>
                  <a:pt x="3207" y="1575"/>
                </a:cubicBezTo>
                <a:cubicBezTo>
                  <a:pt x="3206" y="1587"/>
                  <a:pt x="3213" y="1574"/>
                  <a:pt x="3217" y="1559"/>
                </a:cubicBezTo>
                <a:cubicBezTo>
                  <a:pt x="3226" y="1523"/>
                  <a:pt x="3228" y="1522"/>
                  <a:pt x="3227" y="1520"/>
                </a:cubicBezTo>
                <a:cubicBezTo>
                  <a:pt x="3236" y="1499"/>
                  <a:pt x="3235" y="1495"/>
                  <a:pt x="3238" y="1492"/>
                </a:cubicBezTo>
                <a:cubicBezTo>
                  <a:pt x="3249" y="1462"/>
                  <a:pt x="3251" y="1454"/>
                  <a:pt x="3254" y="1447"/>
                </a:cubicBezTo>
                <a:cubicBezTo>
                  <a:pt x="3266" y="1434"/>
                  <a:pt x="3259" y="1428"/>
                  <a:pt x="3267" y="1426"/>
                </a:cubicBezTo>
                <a:cubicBezTo>
                  <a:pt x="3291" y="1328"/>
                  <a:pt x="3293" y="1319"/>
                  <a:pt x="3295" y="1309"/>
                </a:cubicBezTo>
                <a:cubicBezTo>
                  <a:pt x="3295" y="1272"/>
                  <a:pt x="3304" y="1270"/>
                  <a:pt x="3299" y="1263"/>
                </a:cubicBezTo>
                <a:cubicBezTo>
                  <a:pt x="3300" y="1227"/>
                  <a:pt x="3303" y="1222"/>
                  <a:pt x="3300" y="1216"/>
                </a:cubicBezTo>
                <a:cubicBezTo>
                  <a:pt x="3306" y="1096"/>
                  <a:pt x="3289" y="1092"/>
                  <a:pt x="3296" y="1084"/>
                </a:cubicBezTo>
                <a:cubicBezTo>
                  <a:pt x="3307" y="1085"/>
                  <a:pt x="3304" y="1080"/>
                  <a:pt x="3302" y="1086"/>
                </a:cubicBezTo>
                <a:cubicBezTo>
                  <a:pt x="3316" y="1116"/>
                  <a:pt x="3310" y="1118"/>
                  <a:pt x="3315" y="1123"/>
                </a:cubicBezTo>
                <a:cubicBezTo>
                  <a:pt x="3320" y="1188"/>
                  <a:pt x="3309" y="1192"/>
                  <a:pt x="3315" y="1199"/>
                </a:cubicBezTo>
                <a:cubicBezTo>
                  <a:pt x="3308" y="1229"/>
                  <a:pt x="3313" y="1234"/>
                  <a:pt x="3311" y="1237"/>
                </a:cubicBezTo>
                <a:cubicBezTo>
                  <a:pt x="3302" y="1311"/>
                  <a:pt x="3307" y="1327"/>
                  <a:pt x="3302" y="1340"/>
                </a:cubicBezTo>
                <a:cubicBezTo>
                  <a:pt x="3290" y="1405"/>
                  <a:pt x="3289" y="1408"/>
                  <a:pt x="3288" y="1411"/>
                </a:cubicBezTo>
                <a:cubicBezTo>
                  <a:pt x="3277" y="1471"/>
                  <a:pt x="3275" y="1477"/>
                  <a:pt x="3272" y="1483"/>
                </a:cubicBezTo>
                <a:cubicBezTo>
                  <a:pt x="3265" y="1511"/>
                  <a:pt x="3263" y="1517"/>
                  <a:pt x="3263" y="1524"/>
                </a:cubicBezTo>
                <a:cubicBezTo>
                  <a:pt x="3248" y="1557"/>
                  <a:pt x="3247" y="1560"/>
                  <a:pt x="3250" y="1564"/>
                </a:cubicBezTo>
                <a:cubicBezTo>
                  <a:pt x="3251" y="1572"/>
                  <a:pt x="3252" y="1561"/>
                  <a:pt x="3259" y="1551"/>
                </a:cubicBezTo>
                <a:cubicBezTo>
                  <a:pt x="3271" y="1525"/>
                  <a:pt x="3265" y="1520"/>
                  <a:pt x="3270" y="1518"/>
                </a:cubicBezTo>
                <a:cubicBezTo>
                  <a:pt x="3282" y="1472"/>
                  <a:pt x="3288" y="1462"/>
                  <a:pt x="3291" y="1450"/>
                </a:cubicBezTo>
                <a:cubicBezTo>
                  <a:pt x="3301" y="1403"/>
                  <a:pt x="3302" y="1399"/>
                  <a:pt x="3301" y="1396"/>
                </a:cubicBezTo>
                <a:cubicBezTo>
                  <a:pt x="3305" y="1383"/>
                  <a:pt x="3304" y="1381"/>
                  <a:pt x="3306" y="1379"/>
                </a:cubicBezTo>
                <a:cubicBezTo>
                  <a:pt x="3314" y="1359"/>
                  <a:pt x="3308" y="1354"/>
                  <a:pt x="3311" y="1352"/>
                </a:cubicBezTo>
                <a:cubicBezTo>
                  <a:pt x="3312" y="1308"/>
                  <a:pt x="3320" y="1302"/>
                  <a:pt x="3317" y="1294"/>
                </a:cubicBezTo>
                <a:cubicBezTo>
                  <a:pt x="3325" y="1246"/>
                  <a:pt x="3318" y="1237"/>
                  <a:pt x="3322" y="1231"/>
                </a:cubicBezTo>
                <a:cubicBezTo>
                  <a:pt x="3327" y="1166"/>
                  <a:pt x="3326" y="1162"/>
                  <a:pt x="3324" y="1158"/>
                </a:cubicBezTo>
                <a:cubicBezTo>
                  <a:pt x="3326" y="1124"/>
                  <a:pt x="3320" y="1119"/>
                  <a:pt x="3325" y="1117"/>
                </a:cubicBezTo>
                <a:cubicBezTo>
                  <a:pt x="3331" y="1117"/>
                  <a:pt x="3335" y="1124"/>
                  <a:pt x="3339" y="1131"/>
                </a:cubicBezTo>
                <a:cubicBezTo>
                  <a:pt x="3344" y="1190"/>
                  <a:pt x="3346" y="1195"/>
                  <a:pt x="3344" y="1199"/>
                </a:cubicBezTo>
                <a:cubicBezTo>
                  <a:pt x="3344" y="1229"/>
                  <a:pt x="3347" y="1235"/>
                  <a:pt x="3346" y="1239"/>
                </a:cubicBezTo>
                <a:cubicBezTo>
                  <a:pt x="3345" y="1262"/>
                  <a:pt x="3347" y="1265"/>
                  <a:pt x="3348" y="1268"/>
                </a:cubicBezTo>
                <a:cubicBezTo>
                  <a:pt x="3344" y="1292"/>
                  <a:pt x="3342" y="1299"/>
                  <a:pt x="3340" y="1305"/>
                </a:cubicBezTo>
                <a:cubicBezTo>
                  <a:pt x="3337" y="1369"/>
                  <a:pt x="3330" y="1371"/>
                  <a:pt x="3330" y="1374"/>
                </a:cubicBezTo>
                <a:cubicBezTo>
                  <a:pt x="3325" y="1397"/>
                  <a:pt x="3324" y="1400"/>
                  <a:pt x="3325" y="1404"/>
                </a:cubicBezTo>
                <a:cubicBezTo>
                  <a:pt x="3316" y="1437"/>
                  <a:pt x="3315" y="1438"/>
                  <a:pt x="3314" y="1443"/>
                </a:cubicBezTo>
                <a:cubicBezTo>
                  <a:pt x="3305" y="1465"/>
                  <a:pt x="3312" y="1470"/>
                  <a:pt x="3306" y="1472"/>
                </a:cubicBezTo>
                <a:cubicBezTo>
                  <a:pt x="3300" y="1507"/>
                  <a:pt x="3299" y="1510"/>
                  <a:pt x="3297" y="1513"/>
                </a:cubicBezTo>
                <a:cubicBezTo>
                  <a:pt x="3293" y="1537"/>
                  <a:pt x="3285" y="1538"/>
                  <a:pt x="3290" y="1544"/>
                </a:cubicBezTo>
                <a:cubicBezTo>
                  <a:pt x="3287" y="1572"/>
                  <a:pt x="3276" y="1576"/>
                  <a:pt x="3281" y="1585"/>
                </a:cubicBezTo>
                <a:cubicBezTo>
                  <a:pt x="3277" y="1633"/>
                  <a:pt x="3271" y="1638"/>
                  <a:pt x="3275" y="1646"/>
                </a:cubicBezTo>
                <a:cubicBezTo>
                  <a:pt x="3268" y="1674"/>
                  <a:pt x="3272" y="1682"/>
                  <a:pt x="3268" y="1688"/>
                </a:cubicBezTo>
                <a:cubicBezTo>
                  <a:pt x="3263" y="1723"/>
                  <a:pt x="3269" y="1728"/>
                  <a:pt x="3266" y="1730"/>
                </a:cubicBezTo>
                <a:cubicBezTo>
                  <a:pt x="3271" y="1746"/>
                  <a:pt x="3274" y="1743"/>
                  <a:pt x="3269" y="1737"/>
                </a:cubicBezTo>
                <a:cubicBezTo>
                  <a:pt x="3272" y="1680"/>
                  <a:pt x="3280" y="1672"/>
                  <a:pt x="3278" y="1661"/>
                </a:cubicBezTo>
                <a:cubicBezTo>
                  <a:pt x="3282" y="1626"/>
                  <a:pt x="3284" y="1622"/>
                  <a:pt x="3283" y="1617"/>
                </a:cubicBezTo>
                <a:cubicBezTo>
                  <a:pt x="3289" y="1561"/>
                  <a:pt x="3298" y="1553"/>
                  <a:pt x="3298" y="1543"/>
                </a:cubicBezTo>
                <a:cubicBezTo>
                  <a:pt x="3308" y="1499"/>
                  <a:pt x="3315" y="1485"/>
                  <a:pt x="3316" y="1469"/>
                </a:cubicBezTo>
                <a:cubicBezTo>
                  <a:pt x="3325" y="1431"/>
                  <a:pt x="3330" y="1428"/>
                  <a:pt x="3331" y="1425"/>
                </a:cubicBezTo>
                <a:cubicBezTo>
                  <a:pt x="3340" y="1376"/>
                  <a:pt x="3345" y="1373"/>
                  <a:pt x="3343" y="1369"/>
                </a:cubicBezTo>
                <a:cubicBezTo>
                  <a:pt x="3349" y="1326"/>
                  <a:pt x="3347" y="1318"/>
                  <a:pt x="3352" y="1312"/>
                </a:cubicBezTo>
                <a:cubicBezTo>
                  <a:pt x="3355" y="1256"/>
                  <a:pt x="3358" y="1249"/>
                  <a:pt x="3354" y="1240"/>
                </a:cubicBezTo>
                <a:cubicBezTo>
                  <a:pt x="3356" y="1187"/>
                  <a:pt x="3353" y="1182"/>
                  <a:pt x="3352" y="1178"/>
                </a:cubicBezTo>
                <a:cubicBezTo>
                  <a:pt x="3350" y="1152"/>
                  <a:pt x="3358" y="1157"/>
                  <a:pt x="3365" y="1163"/>
                </a:cubicBezTo>
                <a:cubicBezTo>
                  <a:pt x="3365" y="1201"/>
                  <a:pt x="3368" y="1206"/>
                  <a:pt x="3367" y="1210"/>
                </a:cubicBezTo>
                <a:cubicBezTo>
                  <a:pt x="3365" y="1266"/>
                  <a:pt x="3369" y="1274"/>
                  <a:pt x="3367" y="1281"/>
                </a:cubicBezTo>
                <a:cubicBezTo>
                  <a:pt x="3359" y="1358"/>
                  <a:pt x="3362" y="1365"/>
                  <a:pt x="3360" y="1370"/>
                </a:cubicBezTo>
                <a:cubicBezTo>
                  <a:pt x="3357" y="1401"/>
                  <a:pt x="3353" y="1413"/>
                  <a:pt x="3354" y="1426"/>
                </a:cubicBezTo>
                <a:cubicBezTo>
                  <a:pt x="3342" y="1462"/>
                  <a:pt x="3341" y="1465"/>
                  <a:pt x="3339" y="1467"/>
                </a:cubicBezTo>
                <a:cubicBezTo>
                  <a:pt x="3337" y="1487"/>
                  <a:pt x="3329" y="1488"/>
                  <a:pt x="3332" y="1493"/>
                </a:cubicBezTo>
                <a:cubicBezTo>
                  <a:pt x="3311" y="1584"/>
                  <a:pt x="3307" y="1589"/>
                  <a:pt x="3306" y="1595"/>
                </a:cubicBezTo>
                <a:cubicBezTo>
                  <a:pt x="3297" y="1642"/>
                  <a:pt x="3295" y="1653"/>
                  <a:pt x="3297" y="1666"/>
                </a:cubicBezTo>
                <a:cubicBezTo>
                  <a:pt x="3296" y="1697"/>
                  <a:pt x="3297" y="1701"/>
                  <a:pt x="3300" y="1705"/>
                </a:cubicBezTo>
                <a:cubicBezTo>
                  <a:pt x="3307" y="1683"/>
                  <a:pt x="3299" y="1675"/>
                  <a:pt x="3305" y="1670"/>
                </a:cubicBezTo>
                <a:cubicBezTo>
                  <a:pt x="3314" y="1592"/>
                  <a:pt x="3317" y="1587"/>
                  <a:pt x="3320" y="1582"/>
                </a:cubicBezTo>
                <a:cubicBezTo>
                  <a:pt x="3327" y="1544"/>
                  <a:pt x="3331" y="1542"/>
                  <a:pt x="3331" y="1540"/>
                </a:cubicBezTo>
                <a:cubicBezTo>
                  <a:pt x="3333" y="1506"/>
                  <a:pt x="3344" y="1502"/>
                  <a:pt x="3342" y="1496"/>
                </a:cubicBezTo>
                <a:cubicBezTo>
                  <a:pt x="3368" y="1406"/>
                  <a:pt x="3367" y="1399"/>
                  <a:pt x="3368" y="1393"/>
                </a:cubicBezTo>
                <a:cubicBezTo>
                  <a:pt x="3372" y="1369"/>
                  <a:pt x="3370" y="1362"/>
                  <a:pt x="3374" y="1357"/>
                </a:cubicBezTo>
                <a:cubicBezTo>
                  <a:pt x="3370" y="1333"/>
                  <a:pt x="3376" y="1331"/>
                  <a:pt x="3374" y="1327"/>
                </a:cubicBezTo>
                <a:cubicBezTo>
                  <a:pt x="3375" y="1290"/>
                  <a:pt x="3379" y="1285"/>
                  <a:pt x="3375" y="1277"/>
                </a:cubicBezTo>
                <a:cubicBezTo>
                  <a:pt x="3380" y="1210"/>
                  <a:pt x="3373" y="1201"/>
                  <a:pt x="3378" y="1196"/>
                </a:cubicBezTo>
                <a:cubicBezTo>
                  <a:pt x="3387" y="1254"/>
                  <a:pt x="3398" y="1267"/>
                  <a:pt x="3391" y="1276"/>
                </a:cubicBezTo>
                <a:cubicBezTo>
                  <a:pt x="3393" y="1294"/>
                  <a:pt x="3394" y="1297"/>
                  <a:pt x="3390" y="1298"/>
                </a:cubicBezTo>
                <a:cubicBezTo>
                  <a:pt x="3386" y="1342"/>
                  <a:pt x="3393" y="1349"/>
                  <a:pt x="3389" y="1354"/>
                </a:cubicBezTo>
                <a:cubicBezTo>
                  <a:pt x="3387" y="1405"/>
                  <a:pt x="3377" y="1408"/>
                  <a:pt x="3380" y="1414"/>
                </a:cubicBezTo>
                <a:cubicBezTo>
                  <a:pt x="3373" y="1448"/>
                  <a:pt x="3368" y="1452"/>
                  <a:pt x="3369" y="1458"/>
                </a:cubicBezTo>
                <a:cubicBezTo>
                  <a:pt x="3348" y="1506"/>
                  <a:pt x="3357" y="1514"/>
                  <a:pt x="3351" y="1517"/>
                </a:cubicBezTo>
                <a:cubicBezTo>
                  <a:pt x="3346" y="1537"/>
                  <a:pt x="3342" y="1541"/>
                  <a:pt x="3344" y="1546"/>
                </a:cubicBezTo>
                <a:cubicBezTo>
                  <a:pt x="3339" y="1563"/>
                  <a:pt x="3338" y="1565"/>
                  <a:pt x="3336" y="1567"/>
                </a:cubicBezTo>
                <a:cubicBezTo>
                  <a:pt x="3327" y="1612"/>
                  <a:pt x="3322" y="1615"/>
                  <a:pt x="3323" y="1621"/>
                </a:cubicBezTo>
                <a:cubicBezTo>
                  <a:pt x="3319" y="1641"/>
                  <a:pt x="3315" y="1645"/>
                  <a:pt x="3319" y="1651"/>
                </a:cubicBezTo>
                <a:cubicBezTo>
                  <a:pt x="3313" y="1707"/>
                  <a:pt x="3315" y="1719"/>
                  <a:pt x="3311" y="1729"/>
                </a:cubicBezTo>
                <a:cubicBezTo>
                  <a:pt x="3316" y="1758"/>
                  <a:pt x="3318" y="1763"/>
                  <a:pt x="3316" y="1767"/>
                </a:cubicBezTo>
                <a:cubicBezTo>
                  <a:pt x="3321" y="1777"/>
                  <a:pt x="3325" y="1764"/>
                  <a:pt x="3316" y="1748"/>
                </a:cubicBezTo>
                <a:cubicBezTo>
                  <a:pt x="3319" y="1710"/>
                  <a:pt x="3319" y="1706"/>
                  <a:pt x="3320" y="1702"/>
                </a:cubicBezTo>
                <a:cubicBezTo>
                  <a:pt x="3317" y="1662"/>
                  <a:pt x="3326" y="1661"/>
                  <a:pt x="3321" y="1655"/>
                </a:cubicBezTo>
                <a:cubicBezTo>
                  <a:pt x="3331" y="1625"/>
                  <a:pt x="3332" y="1621"/>
                  <a:pt x="3333" y="1618"/>
                </a:cubicBezTo>
                <a:cubicBezTo>
                  <a:pt x="3354" y="1553"/>
                  <a:pt x="3353" y="1545"/>
                  <a:pt x="3355" y="1537"/>
                </a:cubicBezTo>
                <a:cubicBezTo>
                  <a:pt x="3359" y="1510"/>
                  <a:pt x="3369" y="1509"/>
                  <a:pt x="3366" y="1504"/>
                </a:cubicBezTo>
                <a:cubicBezTo>
                  <a:pt x="3373" y="1465"/>
                  <a:pt x="3384" y="1464"/>
                  <a:pt x="3378" y="1458"/>
                </a:cubicBezTo>
                <a:cubicBezTo>
                  <a:pt x="3390" y="1433"/>
                  <a:pt x="3381" y="1427"/>
                  <a:pt x="3389" y="1425"/>
                </a:cubicBezTo>
                <a:cubicBezTo>
                  <a:pt x="3399" y="1371"/>
                  <a:pt x="3400" y="1367"/>
                  <a:pt x="3399" y="1362"/>
                </a:cubicBezTo>
                <a:cubicBezTo>
                  <a:pt x="3402" y="1354"/>
                  <a:pt x="3405" y="1359"/>
                  <a:pt x="3406" y="1363"/>
                </a:cubicBezTo>
                <a:cubicBezTo>
                  <a:pt x="3407" y="1409"/>
                  <a:pt x="3398" y="1411"/>
                  <a:pt x="3403" y="1417"/>
                </a:cubicBezTo>
                <a:cubicBezTo>
                  <a:pt x="3397" y="1447"/>
                  <a:pt x="3396" y="1452"/>
                  <a:pt x="3396" y="1456"/>
                </a:cubicBezTo>
                <a:cubicBezTo>
                  <a:pt x="3371" y="1591"/>
                  <a:pt x="3367" y="1595"/>
                  <a:pt x="3366" y="1599"/>
                </a:cubicBezTo>
                <a:cubicBezTo>
                  <a:pt x="3363" y="1632"/>
                  <a:pt x="3356" y="1639"/>
                  <a:pt x="3361" y="1649"/>
                </a:cubicBezTo>
                <a:cubicBezTo>
                  <a:pt x="3355" y="1669"/>
                  <a:pt x="3358" y="1672"/>
                  <a:pt x="3356" y="1673"/>
                </a:cubicBezTo>
                <a:cubicBezTo>
                  <a:pt x="3352" y="1690"/>
                  <a:pt x="3360" y="1687"/>
                  <a:pt x="3361" y="1682"/>
                </a:cubicBezTo>
                <a:cubicBezTo>
                  <a:pt x="3372" y="1622"/>
                  <a:pt x="3371" y="1610"/>
                  <a:pt x="3374" y="1600"/>
                </a:cubicBezTo>
                <a:cubicBezTo>
                  <a:pt x="3382" y="1565"/>
                  <a:pt x="3383" y="1563"/>
                  <a:pt x="3385" y="1561"/>
                </a:cubicBezTo>
                <a:cubicBezTo>
                  <a:pt x="3392" y="1525"/>
                  <a:pt x="3396" y="1515"/>
                  <a:pt x="3399" y="1504"/>
                </a:cubicBezTo>
                <a:cubicBezTo>
                  <a:pt x="3409" y="1484"/>
                  <a:pt x="3400" y="1475"/>
                  <a:pt x="3404" y="1471"/>
                </a:cubicBezTo>
                <a:cubicBezTo>
                  <a:pt x="3407" y="1422"/>
                  <a:pt x="3415" y="1422"/>
                  <a:pt x="3417" y="1422"/>
                </a:cubicBezTo>
                <a:cubicBezTo>
                  <a:pt x="3414" y="1376"/>
                  <a:pt x="3413" y="1364"/>
                  <a:pt x="3416" y="1352"/>
                </a:cubicBezTo>
                <a:cubicBezTo>
                  <a:pt x="3415" y="1319"/>
                  <a:pt x="3409" y="1310"/>
                  <a:pt x="3412" y="1302"/>
                </a:cubicBezTo>
                <a:cubicBezTo>
                  <a:pt x="3410" y="1257"/>
                  <a:pt x="3415" y="1264"/>
                  <a:pt x="3415" y="1270"/>
                </a:cubicBezTo>
                <a:cubicBezTo>
                  <a:pt x="3433" y="1332"/>
                  <a:pt x="3430" y="1341"/>
                  <a:pt x="3435" y="1352"/>
                </a:cubicBezTo>
                <a:cubicBezTo>
                  <a:pt x="3435" y="1387"/>
                  <a:pt x="3432" y="1391"/>
                  <a:pt x="3436" y="1398"/>
                </a:cubicBezTo>
                <a:cubicBezTo>
                  <a:pt x="3432" y="1431"/>
                  <a:pt x="3436" y="1435"/>
                  <a:pt x="3431" y="1436"/>
                </a:cubicBezTo>
                <a:cubicBezTo>
                  <a:pt x="3428" y="1480"/>
                  <a:pt x="3430" y="1482"/>
                  <a:pt x="3432" y="1485"/>
                </a:cubicBezTo>
                <a:cubicBezTo>
                  <a:pt x="3427" y="1515"/>
                  <a:pt x="3428" y="1521"/>
                  <a:pt x="3424" y="1525"/>
                </a:cubicBezTo>
                <a:cubicBezTo>
                  <a:pt x="3417" y="1579"/>
                  <a:pt x="3414" y="1583"/>
                  <a:pt x="3417" y="1589"/>
                </a:cubicBezTo>
                <a:cubicBezTo>
                  <a:pt x="3403" y="1642"/>
                  <a:pt x="3402" y="1647"/>
                  <a:pt x="3402" y="1653"/>
                </a:cubicBezTo>
                <a:cubicBezTo>
                  <a:pt x="3390" y="1687"/>
                  <a:pt x="3394" y="1691"/>
                  <a:pt x="3389" y="1693"/>
                </a:cubicBezTo>
                <a:cubicBezTo>
                  <a:pt x="3375" y="1737"/>
                  <a:pt x="3375" y="1740"/>
                  <a:pt x="3377" y="1743"/>
                </a:cubicBezTo>
                <a:cubicBezTo>
                  <a:pt x="3364" y="1778"/>
                  <a:pt x="3370" y="1792"/>
                  <a:pt x="3361" y="1802"/>
                </a:cubicBezTo>
                <a:cubicBezTo>
                  <a:pt x="3361" y="1851"/>
                  <a:pt x="3364" y="1854"/>
                  <a:pt x="3362" y="1856"/>
                </a:cubicBezTo>
                <a:cubicBezTo>
                  <a:pt x="3366" y="1823"/>
                  <a:pt x="3372" y="1815"/>
                  <a:pt x="3367" y="1803"/>
                </a:cubicBezTo>
                <a:cubicBezTo>
                  <a:pt x="3376" y="1771"/>
                  <a:pt x="3375" y="1768"/>
                  <a:pt x="3379" y="1767"/>
                </a:cubicBezTo>
                <a:cubicBezTo>
                  <a:pt x="3383" y="1736"/>
                  <a:pt x="3387" y="1732"/>
                  <a:pt x="3390" y="1728"/>
                </a:cubicBezTo>
                <a:cubicBezTo>
                  <a:pt x="3397" y="1691"/>
                  <a:pt x="3403" y="1687"/>
                  <a:pt x="3404" y="1681"/>
                </a:cubicBezTo>
                <a:cubicBezTo>
                  <a:pt x="3411" y="1650"/>
                  <a:pt x="3412" y="1647"/>
                  <a:pt x="3413" y="1644"/>
                </a:cubicBezTo>
                <a:cubicBezTo>
                  <a:pt x="3415" y="1620"/>
                  <a:pt x="3422" y="1618"/>
                  <a:pt x="3417" y="1614"/>
                </a:cubicBezTo>
                <a:cubicBezTo>
                  <a:pt x="3423" y="1579"/>
                  <a:pt x="3434" y="1575"/>
                  <a:pt x="3429" y="1566"/>
                </a:cubicBezTo>
                <a:cubicBezTo>
                  <a:pt x="3436" y="1500"/>
                  <a:pt x="3438" y="1494"/>
                  <a:pt x="3441" y="1488"/>
                </a:cubicBezTo>
                <a:cubicBezTo>
                  <a:pt x="3442" y="1464"/>
                  <a:pt x="3441" y="1460"/>
                  <a:pt x="3440" y="1456"/>
                </a:cubicBezTo>
                <a:cubicBezTo>
                  <a:pt x="3448" y="1401"/>
                  <a:pt x="3441" y="1392"/>
                  <a:pt x="3446" y="1387"/>
                </a:cubicBezTo>
                <a:cubicBezTo>
                  <a:pt x="3451" y="1376"/>
                  <a:pt x="3448" y="1380"/>
                  <a:pt x="3448" y="1385"/>
                </a:cubicBezTo>
                <a:cubicBezTo>
                  <a:pt x="3445" y="1422"/>
                  <a:pt x="3452" y="1429"/>
                  <a:pt x="3452" y="1435"/>
                </a:cubicBezTo>
                <a:cubicBezTo>
                  <a:pt x="3455" y="1495"/>
                  <a:pt x="3447" y="1500"/>
                  <a:pt x="3450" y="1508"/>
                </a:cubicBezTo>
                <a:cubicBezTo>
                  <a:pt x="3441" y="1592"/>
                  <a:pt x="3429" y="1592"/>
                  <a:pt x="3436" y="1598"/>
                </a:cubicBezTo>
                <a:cubicBezTo>
                  <a:pt x="3423" y="1621"/>
                  <a:pt x="3439" y="1621"/>
                  <a:pt x="3432" y="1624"/>
                </a:cubicBezTo>
                <a:cubicBezTo>
                  <a:pt x="3413" y="1657"/>
                  <a:pt x="3429" y="1660"/>
                  <a:pt x="3423" y="1662"/>
                </a:cubicBezTo>
                <a:cubicBezTo>
                  <a:pt x="3410" y="1689"/>
                  <a:pt x="3409" y="1694"/>
                  <a:pt x="3412" y="1699"/>
                </a:cubicBezTo>
                <a:cubicBezTo>
                  <a:pt x="3404" y="1734"/>
                  <a:pt x="3393" y="1739"/>
                  <a:pt x="3398" y="1748"/>
                </a:cubicBezTo>
                <a:cubicBezTo>
                  <a:pt x="3395" y="1763"/>
                  <a:pt x="3390" y="1766"/>
                  <a:pt x="3392" y="1770"/>
                </a:cubicBezTo>
                <a:cubicBezTo>
                  <a:pt x="3387" y="1817"/>
                  <a:pt x="3388" y="1815"/>
                  <a:pt x="3389" y="1813"/>
                </a:cubicBezTo>
                <a:cubicBezTo>
                  <a:pt x="3396" y="1778"/>
                  <a:pt x="3400" y="1768"/>
                  <a:pt x="3398" y="1756"/>
                </a:cubicBezTo>
                <a:cubicBezTo>
                  <a:pt x="3410" y="1730"/>
                  <a:pt x="3405" y="1725"/>
                  <a:pt x="3412" y="1723"/>
                </a:cubicBezTo>
                <a:cubicBezTo>
                  <a:pt x="3424" y="1695"/>
                  <a:pt x="3419" y="1691"/>
                  <a:pt x="3422" y="1688"/>
                </a:cubicBezTo>
                <a:cubicBezTo>
                  <a:pt x="3441" y="1607"/>
                  <a:pt x="3447" y="1598"/>
                  <a:pt x="3446" y="1586"/>
                </a:cubicBezTo>
                <a:cubicBezTo>
                  <a:pt x="3457" y="1512"/>
                  <a:pt x="3462" y="1503"/>
                  <a:pt x="3460" y="1491"/>
                </a:cubicBezTo>
                <a:cubicBezTo>
                  <a:pt x="3461" y="1440"/>
                  <a:pt x="3458" y="1436"/>
                  <a:pt x="3463" y="1435"/>
                </a:cubicBezTo>
                <a:cubicBezTo>
                  <a:pt x="3462" y="1404"/>
                  <a:pt x="3459" y="1398"/>
                  <a:pt x="3460" y="1392"/>
                </a:cubicBezTo>
                <a:cubicBezTo>
                  <a:pt x="3458" y="1367"/>
                  <a:pt x="3470" y="1372"/>
                  <a:pt x="3475" y="1379"/>
                </a:cubicBezTo>
                <a:cubicBezTo>
                  <a:pt x="3480" y="1425"/>
                  <a:pt x="3483" y="1430"/>
                  <a:pt x="3479" y="1434"/>
                </a:cubicBezTo>
                <a:cubicBezTo>
                  <a:pt x="3482" y="1457"/>
                  <a:pt x="3478" y="1458"/>
                  <a:pt x="3478" y="1461"/>
                </a:cubicBezTo>
                <a:cubicBezTo>
                  <a:pt x="3476" y="1491"/>
                  <a:pt x="3479" y="1496"/>
                  <a:pt x="3478" y="1500"/>
                </a:cubicBezTo>
                <a:cubicBezTo>
                  <a:pt x="3470" y="1576"/>
                  <a:pt x="3467" y="1583"/>
                  <a:pt x="3467" y="1591"/>
                </a:cubicBezTo>
                <a:cubicBezTo>
                  <a:pt x="3464" y="1606"/>
                  <a:pt x="3461" y="1609"/>
                  <a:pt x="3461" y="1613"/>
                </a:cubicBezTo>
                <a:cubicBezTo>
                  <a:pt x="3454" y="1638"/>
                  <a:pt x="3454" y="1642"/>
                  <a:pt x="3449" y="1645"/>
                </a:cubicBezTo>
                <a:cubicBezTo>
                  <a:pt x="3438" y="1688"/>
                  <a:pt x="3436" y="1699"/>
                  <a:pt x="3431" y="1710"/>
                </a:cubicBezTo>
                <a:cubicBezTo>
                  <a:pt x="3427" y="1749"/>
                  <a:pt x="3419" y="1753"/>
                  <a:pt x="3421" y="1759"/>
                </a:cubicBezTo>
                <a:cubicBezTo>
                  <a:pt x="3414" y="1798"/>
                  <a:pt x="3406" y="1801"/>
                  <a:pt x="3408" y="1808"/>
                </a:cubicBezTo>
                <a:cubicBezTo>
                  <a:pt x="3398" y="1886"/>
                  <a:pt x="3391" y="1896"/>
                  <a:pt x="3394" y="1908"/>
                </a:cubicBezTo>
                <a:cubicBezTo>
                  <a:pt x="3390" y="1927"/>
                  <a:pt x="3395" y="1932"/>
                  <a:pt x="3393" y="1934"/>
                </a:cubicBezTo>
                <a:cubicBezTo>
                  <a:pt x="3390" y="1966"/>
                  <a:pt x="3394" y="1974"/>
                  <a:pt x="3392" y="1981"/>
                </a:cubicBezTo>
                <a:cubicBezTo>
                  <a:pt x="3388" y="2028"/>
                  <a:pt x="3392" y="2036"/>
                  <a:pt x="3392" y="2043"/>
                </a:cubicBezTo>
                <a:cubicBezTo>
                  <a:pt x="3401" y="2091"/>
                  <a:pt x="3402" y="2095"/>
                  <a:pt x="3405" y="2099"/>
                </a:cubicBezTo>
                <a:cubicBezTo>
                  <a:pt x="3401" y="2074"/>
                  <a:pt x="3404" y="2067"/>
                  <a:pt x="3397" y="2057"/>
                </a:cubicBezTo>
                <a:cubicBezTo>
                  <a:pt x="3400" y="1997"/>
                  <a:pt x="3395" y="1981"/>
                  <a:pt x="3401" y="1967"/>
                </a:cubicBezTo>
                <a:cubicBezTo>
                  <a:pt x="3408" y="1929"/>
                  <a:pt x="3404" y="1925"/>
                  <a:pt x="3409" y="1924"/>
                </a:cubicBezTo>
                <a:cubicBezTo>
                  <a:pt x="3415" y="1896"/>
                  <a:pt x="3417" y="1889"/>
                  <a:pt x="3421" y="1882"/>
                </a:cubicBezTo>
                <a:cubicBezTo>
                  <a:pt x="3432" y="1848"/>
                  <a:pt x="3435" y="1845"/>
                  <a:pt x="3435" y="1841"/>
                </a:cubicBezTo>
                <a:cubicBezTo>
                  <a:pt x="3464" y="1774"/>
                  <a:pt x="3463" y="1766"/>
                  <a:pt x="3468" y="1760"/>
                </a:cubicBezTo>
                <a:cubicBezTo>
                  <a:pt x="3481" y="1724"/>
                  <a:pt x="3478" y="1719"/>
                  <a:pt x="3482" y="1716"/>
                </a:cubicBezTo>
                <a:cubicBezTo>
                  <a:pt x="3494" y="1652"/>
                  <a:pt x="3496" y="1648"/>
                  <a:pt x="3495" y="1643"/>
                </a:cubicBezTo>
                <a:cubicBezTo>
                  <a:pt x="3500" y="1623"/>
                  <a:pt x="3502" y="1622"/>
                  <a:pt x="3500" y="1619"/>
                </a:cubicBezTo>
                <a:cubicBezTo>
                  <a:pt x="3506" y="1577"/>
                  <a:pt x="3508" y="1573"/>
                  <a:pt x="3506" y="1568"/>
                </a:cubicBezTo>
                <a:cubicBezTo>
                  <a:pt x="3512" y="1540"/>
                  <a:pt x="3511" y="1535"/>
                  <a:pt x="3513" y="1532"/>
                </a:cubicBezTo>
                <a:cubicBezTo>
                  <a:pt x="3515" y="1572"/>
                  <a:pt x="3510" y="1584"/>
                  <a:pt x="3515" y="1599"/>
                </a:cubicBezTo>
                <a:cubicBezTo>
                  <a:pt x="3504" y="1650"/>
                  <a:pt x="3506" y="1658"/>
                  <a:pt x="3504" y="1665"/>
                </a:cubicBezTo>
                <a:cubicBezTo>
                  <a:pt x="3496" y="1703"/>
                  <a:pt x="3488" y="1716"/>
                  <a:pt x="3485" y="1731"/>
                </a:cubicBezTo>
                <a:cubicBezTo>
                  <a:pt x="3479" y="1756"/>
                  <a:pt x="3474" y="1759"/>
                  <a:pt x="3476" y="1763"/>
                </a:cubicBezTo>
                <a:cubicBezTo>
                  <a:pt x="3463" y="1803"/>
                  <a:pt x="3464" y="1811"/>
                  <a:pt x="3457" y="1818"/>
                </a:cubicBezTo>
                <a:cubicBezTo>
                  <a:pt x="3452" y="1843"/>
                  <a:pt x="3449" y="1846"/>
                  <a:pt x="3449" y="1850"/>
                </a:cubicBezTo>
                <a:cubicBezTo>
                  <a:pt x="3437" y="1873"/>
                  <a:pt x="3443" y="1879"/>
                  <a:pt x="3440" y="1882"/>
                </a:cubicBezTo>
                <a:cubicBezTo>
                  <a:pt x="3435" y="1913"/>
                  <a:pt x="3436" y="1921"/>
                  <a:pt x="3433" y="1927"/>
                </a:cubicBezTo>
                <a:cubicBezTo>
                  <a:pt x="3431" y="1993"/>
                  <a:pt x="3438" y="2005"/>
                  <a:pt x="3437" y="2015"/>
                </a:cubicBezTo>
                <a:cubicBezTo>
                  <a:pt x="3445" y="2068"/>
                  <a:pt x="3449" y="2081"/>
                  <a:pt x="3454" y="2079"/>
                </a:cubicBezTo>
                <a:cubicBezTo>
                  <a:pt x="3446" y="2029"/>
                  <a:pt x="3445" y="2025"/>
                  <a:pt x="3442" y="2020"/>
                </a:cubicBezTo>
                <a:cubicBezTo>
                  <a:pt x="3442" y="1992"/>
                  <a:pt x="3443" y="1983"/>
                  <a:pt x="3440" y="1973"/>
                </a:cubicBezTo>
                <a:cubicBezTo>
                  <a:pt x="3445" y="1909"/>
                  <a:pt x="3446" y="1899"/>
                  <a:pt x="3445" y="1891"/>
                </a:cubicBezTo>
                <a:cubicBezTo>
                  <a:pt x="3461" y="1854"/>
                  <a:pt x="3460" y="1850"/>
                  <a:pt x="3460" y="1846"/>
                </a:cubicBezTo>
                <a:cubicBezTo>
                  <a:pt x="3475" y="1793"/>
                  <a:pt x="3479" y="1786"/>
                  <a:pt x="3482" y="1779"/>
                </a:cubicBezTo>
                <a:cubicBezTo>
                  <a:pt x="3507" y="1698"/>
                  <a:pt x="3509" y="1684"/>
                  <a:pt x="3513" y="1671"/>
                </a:cubicBezTo>
                <a:cubicBezTo>
                  <a:pt x="3520" y="1649"/>
                  <a:pt x="3514" y="1643"/>
                  <a:pt x="3518" y="1641"/>
                </a:cubicBezTo>
                <a:cubicBezTo>
                  <a:pt x="3521" y="1601"/>
                  <a:pt x="3525" y="1595"/>
                  <a:pt x="3522" y="1586"/>
                </a:cubicBezTo>
                <a:cubicBezTo>
                  <a:pt x="3525" y="1554"/>
                  <a:pt x="3525" y="1552"/>
                  <a:pt x="3523" y="1550"/>
                </a:cubicBezTo>
                <a:cubicBezTo>
                  <a:pt x="3531" y="1579"/>
                  <a:pt x="3531" y="1583"/>
                  <a:pt x="3531" y="1587"/>
                </a:cubicBezTo>
                <a:cubicBezTo>
                  <a:pt x="3529" y="1651"/>
                  <a:pt x="3527" y="1653"/>
                  <a:pt x="3529" y="1656"/>
                </a:cubicBezTo>
                <a:cubicBezTo>
                  <a:pt x="3522" y="1684"/>
                  <a:pt x="3521" y="1689"/>
                  <a:pt x="3521" y="1694"/>
                </a:cubicBezTo>
                <a:cubicBezTo>
                  <a:pt x="3516" y="1729"/>
                  <a:pt x="3504" y="1731"/>
                  <a:pt x="3507" y="1737"/>
                </a:cubicBezTo>
                <a:cubicBezTo>
                  <a:pt x="3498" y="1768"/>
                  <a:pt x="3498" y="1771"/>
                  <a:pt x="3498" y="1773"/>
                </a:cubicBezTo>
                <a:cubicBezTo>
                  <a:pt x="3485" y="1804"/>
                  <a:pt x="3490" y="1816"/>
                  <a:pt x="3483" y="1825"/>
                </a:cubicBezTo>
                <a:cubicBezTo>
                  <a:pt x="3480" y="1845"/>
                  <a:pt x="3479" y="1850"/>
                  <a:pt x="3479" y="1855"/>
                </a:cubicBezTo>
                <a:cubicBezTo>
                  <a:pt x="3475" y="1908"/>
                  <a:pt x="3465" y="1910"/>
                  <a:pt x="3470" y="1917"/>
                </a:cubicBezTo>
                <a:cubicBezTo>
                  <a:pt x="3465" y="1968"/>
                  <a:pt x="3468" y="1974"/>
                  <a:pt x="3464" y="1978"/>
                </a:cubicBezTo>
                <a:cubicBezTo>
                  <a:pt x="3472" y="2023"/>
                  <a:pt x="3468" y="2033"/>
                  <a:pt x="3472" y="2044"/>
                </a:cubicBezTo>
                <a:cubicBezTo>
                  <a:pt x="3481" y="2100"/>
                  <a:pt x="3492" y="2101"/>
                  <a:pt x="3486" y="2107"/>
                </a:cubicBezTo>
                <a:cubicBezTo>
                  <a:pt x="3498" y="2137"/>
                  <a:pt x="3500" y="2142"/>
                  <a:pt x="3503" y="2141"/>
                </a:cubicBezTo>
                <a:cubicBezTo>
                  <a:pt x="3487" y="2075"/>
                  <a:pt x="3484" y="2068"/>
                  <a:pt x="3482" y="2061"/>
                </a:cubicBezTo>
                <a:cubicBezTo>
                  <a:pt x="3474" y="2027"/>
                  <a:pt x="3481" y="2026"/>
                  <a:pt x="3478" y="2022"/>
                </a:cubicBezTo>
                <a:cubicBezTo>
                  <a:pt x="3476" y="1955"/>
                  <a:pt x="3478" y="1948"/>
                  <a:pt x="3476" y="1941"/>
                </a:cubicBezTo>
                <a:cubicBezTo>
                  <a:pt x="3484" y="1875"/>
                  <a:pt x="3485" y="1872"/>
                  <a:pt x="3487" y="1869"/>
                </a:cubicBezTo>
                <a:cubicBezTo>
                  <a:pt x="3489" y="1844"/>
                  <a:pt x="3495" y="1842"/>
                  <a:pt x="3490" y="1837"/>
                </a:cubicBezTo>
                <a:cubicBezTo>
                  <a:pt x="3500" y="1788"/>
                  <a:pt x="3510" y="1762"/>
                  <a:pt x="3520" y="1735"/>
                </a:cubicBezTo>
                <a:cubicBezTo>
                  <a:pt x="3536" y="1682"/>
                  <a:pt x="3530" y="1677"/>
                  <a:pt x="3535" y="1675"/>
                </a:cubicBezTo>
                <a:cubicBezTo>
                  <a:pt x="3539" y="1659"/>
                  <a:pt x="3538" y="1655"/>
                  <a:pt x="3541" y="1658"/>
                </a:cubicBezTo>
                <a:cubicBezTo>
                  <a:pt x="3517" y="1789"/>
                  <a:pt x="3524" y="1796"/>
                  <a:pt x="3518" y="1799"/>
                </a:cubicBezTo>
                <a:cubicBezTo>
                  <a:pt x="3515" y="1821"/>
                  <a:pt x="3511" y="1825"/>
                  <a:pt x="3515" y="1831"/>
                </a:cubicBezTo>
                <a:cubicBezTo>
                  <a:pt x="3509" y="1869"/>
                  <a:pt x="3503" y="1873"/>
                  <a:pt x="3507" y="1880"/>
                </a:cubicBezTo>
                <a:cubicBezTo>
                  <a:pt x="3503" y="1908"/>
                  <a:pt x="3500" y="1910"/>
                  <a:pt x="3501" y="1913"/>
                </a:cubicBezTo>
                <a:cubicBezTo>
                  <a:pt x="3498" y="1956"/>
                  <a:pt x="3499" y="1968"/>
                  <a:pt x="3500" y="1979"/>
                </a:cubicBezTo>
                <a:cubicBezTo>
                  <a:pt x="3506" y="2052"/>
                  <a:pt x="3514" y="2059"/>
                  <a:pt x="3510" y="2063"/>
                </a:cubicBezTo>
                <a:cubicBezTo>
                  <a:pt x="3538" y="2132"/>
                  <a:pt x="3538" y="2143"/>
                  <a:pt x="3548" y="2157"/>
                </a:cubicBezTo>
                <a:cubicBezTo>
                  <a:pt x="3547" y="2144"/>
                  <a:pt x="3540" y="2128"/>
                  <a:pt x="3532" y="2111"/>
                </a:cubicBezTo>
                <a:cubicBezTo>
                  <a:pt x="3530" y="2090"/>
                  <a:pt x="3523" y="2082"/>
                  <a:pt x="3523" y="2076"/>
                </a:cubicBezTo>
                <a:cubicBezTo>
                  <a:pt x="3515" y="2007"/>
                  <a:pt x="3512" y="2002"/>
                  <a:pt x="3511" y="1998"/>
                </a:cubicBezTo>
                <a:cubicBezTo>
                  <a:pt x="3511" y="1925"/>
                  <a:pt x="3511" y="1917"/>
                  <a:pt x="3513" y="1909"/>
                </a:cubicBezTo>
                <a:cubicBezTo>
                  <a:pt x="3519" y="1876"/>
                  <a:pt x="3513" y="1866"/>
                  <a:pt x="3519" y="1859"/>
                </a:cubicBezTo>
                <a:cubicBezTo>
                  <a:pt x="3526" y="1827"/>
                  <a:pt x="3521" y="1817"/>
                  <a:pt x="3527" y="1811"/>
                </a:cubicBezTo>
                <a:cubicBezTo>
                  <a:pt x="3533" y="1769"/>
                  <a:pt x="3540" y="1767"/>
                  <a:pt x="3537" y="1761"/>
                </a:cubicBezTo>
                <a:cubicBezTo>
                  <a:pt x="3544" y="1729"/>
                  <a:pt x="3544" y="1721"/>
                  <a:pt x="3545" y="1713"/>
                </a:cubicBezTo>
                <a:cubicBezTo>
                  <a:pt x="3553" y="1672"/>
                  <a:pt x="3550" y="1667"/>
                  <a:pt x="3552" y="1662"/>
                </a:cubicBezTo>
                <a:cubicBezTo>
                  <a:pt x="3554" y="1642"/>
                  <a:pt x="3553" y="1638"/>
                  <a:pt x="3556" y="1641"/>
                </a:cubicBezTo>
                <a:cubicBezTo>
                  <a:pt x="3564" y="1736"/>
                  <a:pt x="3565" y="1745"/>
                  <a:pt x="3563" y="1754"/>
                </a:cubicBezTo>
                <a:cubicBezTo>
                  <a:pt x="3558" y="1799"/>
                  <a:pt x="3551" y="1802"/>
                  <a:pt x="3556" y="1808"/>
                </a:cubicBezTo>
                <a:cubicBezTo>
                  <a:pt x="3546" y="1849"/>
                  <a:pt x="3547" y="1852"/>
                  <a:pt x="3547" y="1854"/>
                </a:cubicBezTo>
                <a:cubicBezTo>
                  <a:pt x="3542" y="1894"/>
                  <a:pt x="3541" y="1898"/>
                  <a:pt x="3536" y="1902"/>
                </a:cubicBezTo>
                <a:cubicBezTo>
                  <a:pt x="3535" y="1925"/>
                  <a:pt x="3535" y="1927"/>
                  <a:pt x="3535" y="1929"/>
                </a:cubicBezTo>
                <a:cubicBezTo>
                  <a:pt x="3525" y="1979"/>
                  <a:pt x="3527" y="1989"/>
                  <a:pt x="3525" y="1998"/>
                </a:cubicBezTo>
                <a:cubicBezTo>
                  <a:pt x="3539" y="2083"/>
                  <a:pt x="3540" y="2080"/>
                  <a:pt x="3537" y="2076"/>
                </a:cubicBezTo>
                <a:cubicBezTo>
                  <a:pt x="3532" y="2032"/>
                  <a:pt x="3531" y="2024"/>
                  <a:pt x="3533" y="2018"/>
                </a:cubicBezTo>
                <a:cubicBezTo>
                  <a:pt x="3537" y="1977"/>
                  <a:pt x="3538" y="1973"/>
                  <a:pt x="3538" y="1968"/>
                </a:cubicBezTo>
                <a:cubicBezTo>
                  <a:pt x="3543" y="1933"/>
                  <a:pt x="3545" y="1924"/>
                  <a:pt x="3546" y="1915"/>
                </a:cubicBezTo>
                <a:cubicBezTo>
                  <a:pt x="3550" y="1884"/>
                  <a:pt x="3554" y="1883"/>
                  <a:pt x="3553" y="1880"/>
                </a:cubicBezTo>
                <a:cubicBezTo>
                  <a:pt x="3559" y="1851"/>
                  <a:pt x="3560" y="1841"/>
                  <a:pt x="3561" y="1832"/>
                </a:cubicBezTo>
                <a:cubicBezTo>
                  <a:pt x="3568" y="1790"/>
                  <a:pt x="3567" y="1787"/>
                  <a:pt x="3571" y="1786"/>
                </a:cubicBezTo>
                <a:cubicBezTo>
                  <a:pt x="3572" y="1822"/>
                  <a:pt x="3568" y="1827"/>
                  <a:pt x="3571" y="1835"/>
                </a:cubicBezTo>
                <a:cubicBezTo>
                  <a:pt x="3568" y="1875"/>
                  <a:pt x="3568" y="1878"/>
                  <a:pt x="3567" y="1881"/>
                </a:cubicBezTo>
                <a:cubicBezTo>
                  <a:pt x="3563" y="1933"/>
                  <a:pt x="3559" y="1938"/>
                  <a:pt x="3562" y="1944"/>
                </a:cubicBezTo>
                <a:cubicBezTo>
                  <a:pt x="3557" y="1996"/>
                  <a:pt x="3552" y="2000"/>
                  <a:pt x="3554" y="2006"/>
                </a:cubicBezTo>
                <a:cubicBezTo>
                  <a:pt x="3559" y="2073"/>
                  <a:pt x="3554" y="2087"/>
                  <a:pt x="3562" y="2105"/>
                </a:cubicBezTo>
                <a:cubicBezTo>
                  <a:pt x="3569" y="2134"/>
                  <a:pt x="3564" y="2137"/>
                  <a:pt x="3569" y="2142"/>
                </a:cubicBezTo>
                <a:cubicBezTo>
                  <a:pt x="3579" y="2160"/>
                  <a:pt x="3579" y="2160"/>
                  <a:pt x="3579" y="2160"/>
                </a:cubicBezTo>
                <a:cubicBezTo>
                  <a:pt x="3570" y="2116"/>
                  <a:pt x="3569" y="2110"/>
                  <a:pt x="3566" y="2103"/>
                </a:cubicBezTo>
                <a:cubicBezTo>
                  <a:pt x="3565" y="2043"/>
                  <a:pt x="3560" y="2036"/>
                  <a:pt x="3563" y="2031"/>
                </a:cubicBezTo>
                <a:cubicBezTo>
                  <a:pt x="3562" y="1988"/>
                  <a:pt x="3567" y="1984"/>
                  <a:pt x="3565" y="1977"/>
                </a:cubicBezTo>
                <a:cubicBezTo>
                  <a:pt x="3575" y="1922"/>
                  <a:pt x="3572" y="1917"/>
                  <a:pt x="3576" y="1914"/>
                </a:cubicBezTo>
                <a:cubicBezTo>
                  <a:pt x="3581" y="1883"/>
                  <a:pt x="3574" y="1877"/>
                  <a:pt x="3580" y="1874"/>
                </a:cubicBezTo>
                <a:cubicBezTo>
                  <a:pt x="3581" y="1811"/>
                  <a:pt x="3583" y="1803"/>
                  <a:pt x="3584" y="1795"/>
                </a:cubicBezTo>
                <a:cubicBezTo>
                  <a:pt x="3586" y="1732"/>
                  <a:pt x="3581" y="1721"/>
                  <a:pt x="3583" y="1713"/>
                </a:cubicBezTo>
                <a:cubicBezTo>
                  <a:pt x="3592" y="1764"/>
                  <a:pt x="3588" y="1768"/>
                  <a:pt x="3588" y="1773"/>
                </a:cubicBezTo>
                <a:cubicBezTo>
                  <a:pt x="3588" y="1842"/>
                  <a:pt x="3593" y="1853"/>
                  <a:pt x="3590" y="1862"/>
                </a:cubicBezTo>
                <a:cubicBezTo>
                  <a:pt x="3591" y="1932"/>
                  <a:pt x="3586" y="1940"/>
                  <a:pt x="3588" y="1951"/>
                </a:cubicBezTo>
                <a:cubicBezTo>
                  <a:pt x="3582" y="1998"/>
                  <a:pt x="3584" y="2004"/>
                  <a:pt x="3583" y="2008"/>
                </a:cubicBezTo>
                <a:cubicBezTo>
                  <a:pt x="3579" y="2026"/>
                  <a:pt x="3580" y="2032"/>
                  <a:pt x="3580" y="2037"/>
                </a:cubicBezTo>
                <a:cubicBezTo>
                  <a:pt x="3584" y="2088"/>
                  <a:pt x="3584" y="2107"/>
                  <a:pt x="3592" y="2129"/>
                </a:cubicBezTo>
                <a:cubicBezTo>
                  <a:pt x="3605" y="2160"/>
                  <a:pt x="3605" y="2160"/>
                  <a:pt x="3605" y="2160"/>
                </a:cubicBezTo>
                <a:cubicBezTo>
                  <a:pt x="3593" y="2092"/>
                  <a:pt x="3588" y="2086"/>
                  <a:pt x="3589" y="2081"/>
                </a:cubicBezTo>
                <a:cubicBezTo>
                  <a:pt x="3589" y="2049"/>
                  <a:pt x="3586" y="2043"/>
                  <a:pt x="3590" y="2040"/>
                </a:cubicBezTo>
                <a:cubicBezTo>
                  <a:pt x="3592" y="1978"/>
                  <a:pt x="3594" y="1974"/>
                  <a:pt x="3597" y="1970"/>
                </a:cubicBezTo>
                <a:cubicBezTo>
                  <a:pt x="3600" y="1927"/>
                  <a:pt x="3597" y="1924"/>
                  <a:pt x="3599" y="1922"/>
                </a:cubicBezTo>
                <a:cubicBezTo>
                  <a:pt x="3602" y="1891"/>
                  <a:pt x="3601" y="1882"/>
                  <a:pt x="3601" y="1872"/>
                </a:cubicBezTo>
                <a:cubicBezTo>
                  <a:pt x="3605" y="1808"/>
                  <a:pt x="3598" y="1796"/>
                  <a:pt x="3601" y="1787"/>
                </a:cubicBezTo>
                <a:cubicBezTo>
                  <a:pt x="3606" y="1817"/>
                  <a:pt x="3609" y="1821"/>
                  <a:pt x="3610" y="1826"/>
                </a:cubicBezTo>
                <a:cubicBezTo>
                  <a:pt x="3615" y="1876"/>
                  <a:pt x="3610" y="1882"/>
                  <a:pt x="3610" y="1889"/>
                </a:cubicBezTo>
                <a:cubicBezTo>
                  <a:pt x="3603" y="1955"/>
                  <a:pt x="3607" y="1963"/>
                  <a:pt x="3604" y="1969"/>
                </a:cubicBezTo>
                <a:cubicBezTo>
                  <a:pt x="3602" y="2003"/>
                  <a:pt x="3609" y="2008"/>
                  <a:pt x="3606" y="2011"/>
                </a:cubicBezTo>
                <a:cubicBezTo>
                  <a:pt x="3608" y="2038"/>
                  <a:pt x="3605" y="2044"/>
                  <a:pt x="3608" y="2052"/>
                </a:cubicBezTo>
                <a:cubicBezTo>
                  <a:pt x="3607" y="2086"/>
                  <a:pt x="3614" y="2092"/>
                  <a:pt x="3610" y="2094"/>
                </a:cubicBezTo>
                <a:cubicBezTo>
                  <a:pt x="3629" y="2141"/>
                  <a:pt x="3624" y="2122"/>
                  <a:pt x="3621" y="2104"/>
                </a:cubicBezTo>
                <a:cubicBezTo>
                  <a:pt x="3617" y="2034"/>
                  <a:pt x="3614" y="2029"/>
                  <a:pt x="3617" y="2025"/>
                </a:cubicBezTo>
                <a:cubicBezTo>
                  <a:pt x="3613" y="1967"/>
                  <a:pt x="3616" y="1954"/>
                  <a:pt x="3617" y="1940"/>
                </a:cubicBezTo>
                <a:cubicBezTo>
                  <a:pt x="3620" y="1907"/>
                  <a:pt x="3620" y="1906"/>
                  <a:pt x="3619" y="1903"/>
                </a:cubicBezTo>
                <a:cubicBezTo>
                  <a:pt x="3625" y="1960"/>
                  <a:pt x="3635" y="1977"/>
                  <a:pt x="3626" y="1989"/>
                </a:cubicBezTo>
                <a:cubicBezTo>
                  <a:pt x="3632" y="2019"/>
                  <a:pt x="3629" y="2022"/>
                  <a:pt x="3629" y="2023"/>
                </a:cubicBezTo>
                <a:cubicBezTo>
                  <a:pt x="3639" y="2083"/>
                  <a:pt x="3643" y="2106"/>
                  <a:pt x="3650" y="2131"/>
                </a:cubicBezTo>
                <a:cubicBezTo>
                  <a:pt x="3646" y="2095"/>
                  <a:pt x="3648" y="2087"/>
                  <a:pt x="3644" y="2077"/>
                </a:cubicBezTo>
                <a:cubicBezTo>
                  <a:pt x="3642" y="1997"/>
                  <a:pt x="3638" y="1989"/>
                  <a:pt x="3642" y="1983"/>
                </a:cubicBezTo>
                <a:cubicBezTo>
                  <a:pt x="3636" y="1915"/>
                  <a:pt x="3635" y="1908"/>
                  <a:pt x="3633" y="1900"/>
                </a:cubicBezTo>
                <a:cubicBezTo>
                  <a:pt x="3632" y="1877"/>
                  <a:pt x="3626" y="1869"/>
                  <a:pt x="3628" y="1862"/>
                </a:cubicBezTo>
                <a:cubicBezTo>
                  <a:pt x="3704" y="2064"/>
                  <a:pt x="3715" y="2091"/>
                  <a:pt x="3723" y="2120"/>
                </a:cubicBezTo>
                <a:cubicBezTo>
                  <a:pt x="3738" y="2147"/>
                  <a:pt x="3735" y="2134"/>
                  <a:pt x="3732" y="2120"/>
                </a:cubicBezTo>
                <a:cubicBezTo>
                  <a:pt x="3671" y="1955"/>
                  <a:pt x="3666" y="1948"/>
                  <a:pt x="3665" y="1942"/>
                </a:cubicBezTo>
                <a:cubicBezTo>
                  <a:pt x="3658" y="1918"/>
                  <a:pt x="3659" y="1920"/>
                  <a:pt x="3656" y="1912"/>
                </a:cubicBezTo>
                <a:cubicBezTo>
                  <a:pt x="3644" y="1868"/>
                  <a:pt x="3634" y="1861"/>
                  <a:pt x="3638" y="1856"/>
                </a:cubicBezTo>
                <a:cubicBezTo>
                  <a:pt x="3654" y="1880"/>
                  <a:pt x="3649" y="1882"/>
                  <a:pt x="3653" y="1886"/>
                </a:cubicBezTo>
                <a:cubicBezTo>
                  <a:pt x="3690" y="1949"/>
                  <a:pt x="3693" y="1958"/>
                  <a:pt x="3702" y="1968"/>
                </a:cubicBezTo>
                <a:cubicBezTo>
                  <a:pt x="3745" y="2097"/>
                  <a:pt x="3753" y="2103"/>
                  <a:pt x="3754" y="2107"/>
                </a:cubicBezTo>
                <a:cubicBezTo>
                  <a:pt x="3776" y="2160"/>
                  <a:pt x="3776" y="2160"/>
                  <a:pt x="3776" y="2160"/>
                </a:cubicBezTo>
                <a:cubicBezTo>
                  <a:pt x="3769" y="2130"/>
                  <a:pt x="3760" y="2123"/>
                  <a:pt x="3765" y="2121"/>
                </a:cubicBezTo>
                <a:cubicBezTo>
                  <a:pt x="3734" y="2035"/>
                  <a:pt x="3731" y="2018"/>
                  <a:pt x="3726" y="2000"/>
                </a:cubicBezTo>
                <a:cubicBezTo>
                  <a:pt x="3693" y="1934"/>
                  <a:pt x="3677" y="1912"/>
                  <a:pt x="3655" y="1871"/>
                </a:cubicBezTo>
                <a:cubicBezTo>
                  <a:pt x="3628" y="1820"/>
                  <a:pt x="3632" y="1818"/>
                  <a:pt x="3627" y="1813"/>
                </a:cubicBezTo>
                <a:cubicBezTo>
                  <a:pt x="3618" y="1792"/>
                  <a:pt x="3615" y="1792"/>
                  <a:pt x="3616" y="1793"/>
                </a:cubicBezTo>
                <a:cubicBezTo>
                  <a:pt x="3614" y="1770"/>
                  <a:pt x="3625" y="1783"/>
                  <a:pt x="3633" y="1799"/>
                </a:cubicBezTo>
                <a:cubicBezTo>
                  <a:pt x="3676" y="1871"/>
                  <a:pt x="3684" y="1880"/>
                  <a:pt x="3682" y="1886"/>
                </a:cubicBezTo>
                <a:cubicBezTo>
                  <a:pt x="3706" y="1920"/>
                  <a:pt x="3713" y="1940"/>
                  <a:pt x="3724" y="1950"/>
                </a:cubicBezTo>
                <a:cubicBezTo>
                  <a:pt x="3760" y="2018"/>
                  <a:pt x="3762" y="2034"/>
                  <a:pt x="3775" y="2052"/>
                </a:cubicBezTo>
                <a:cubicBezTo>
                  <a:pt x="3791" y="2087"/>
                  <a:pt x="3790" y="2072"/>
                  <a:pt x="3779" y="2055"/>
                </a:cubicBezTo>
                <a:cubicBezTo>
                  <a:pt x="3773" y="2029"/>
                  <a:pt x="3765" y="2023"/>
                  <a:pt x="3764" y="2020"/>
                </a:cubicBezTo>
                <a:cubicBezTo>
                  <a:pt x="3727" y="1943"/>
                  <a:pt x="3720" y="1927"/>
                  <a:pt x="3710" y="1911"/>
                </a:cubicBezTo>
                <a:cubicBezTo>
                  <a:pt x="3681" y="1859"/>
                  <a:pt x="3679" y="1858"/>
                  <a:pt x="3677" y="1856"/>
                </a:cubicBezTo>
                <a:cubicBezTo>
                  <a:pt x="3659" y="1825"/>
                  <a:pt x="3654" y="1826"/>
                  <a:pt x="3652" y="1818"/>
                </a:cubicBezTo>
                <a:cubicBezTo>
                  <a:pt x="3641" y="1799"/>
                  <a:pt x="3638" y="1795"/>
                  <a:pt x="3640" y="1793"/>
                </a:cubicBezTo>
                <a:cubicBezTo>
                  <a:pt x="3651" y="1805"/>
                  <a:pt x="3656" y="1807"/>
                  <a:pt x="3660" y="1814"/>
                </a:cubicBezTo>
                <a:cubicBezTo>
                  <a:pt x="3747" y="1948"/>
                  <a:pt x="3751" y="1945"/>
                  <a:pt x="3753" y="1952"/>
                </a:cubicBezTo>
                <a:cubicBezTo>
                  <a:pt x="3801" y="2041"/>
                  <a:pt x="3805" y="2046"/>
                  <a:pt x="3813" y="2063"/>
                </a:cubicBezTo>
                <a:cubicBezTo>
                  <a:pt x="3824" y="2090"/>
                  <a:pt x="3825" y="2083"/>
                  <a:pt x="3823" y="2074"/>
                </a:cubicBezTo>
                <a:cubicBezTo>
                  <a:pt x="3793" y="2008"/>
                  <a:pt x="3788" y="1999"/>
                  <a:pt x="3783" y="1990"/>
                </a:cubicBezTo>
                <a:cubicBezTo>
                  <a:pt x="3750" y="1934"/>
                  <a:pt x="3750" y="1933"/>
                  <a:pt x="3742" y="1923"/>
                </a:cubicBezTo>
                <a:cubicBezTo>
                  <a:pt x="3649" y="1784"/>
                  <a:pt x="3640" y="1771"/>
                  <a:pt x="3628" y="1753"/>
                </a:cubicBezTo>
                <a:cubicBezTo>
                  <a:pt x="3600" y="1705"/>
                  <a:pt x="3594" y="1703"/>
                  <a:pt x="3600" y="1698"/>
                </a:cubicBezTo>
                <a:cubicBezTo>
                  <a:pt x="3661" y="1781"/>
                  <a:pt x="3667" y="1780"/>
                  <a:pt x="3671" y="1789"/>
                </a:cubicBezTo>
                <a:cubicBezTo>
                  <a:pt x="3762" y="1925"/>
                  <a:pt x="3772" y="1943"/>
                  <a:pt x="3781" y="1958"/>
                </a:cubicBezTo>
                <a:cubicBezTo>
                  <a:pt x="3789" y="1977"/>
                  <a:pt x="3792" y="1977"/>
                  <a:pt x="3792" y="1977"/>
                </a:cubicBezTo>
                <a:cubicBezTo>
                  <a:pt x="3808" y="2010"/>
                  <a:pt x="3813" y="2006"/>
                  <a:pt x="3808" y="2000"/>
                </a:cubicBezTo>
                <a:cubicBezTo>
                  <a:pt x="3787" y="1964"/>
                  <a:pt x="3792" y="1953"/>
                  <a:pt x="3784" y="1954"/>
                </a:cubicBezTo>
                <a:cubicBezTo>
                  <a:pt x="3664" y="1770"/>
                  <a:pt x="3663" y="1761"/>
                  <a:pt x="3658" y="1758"/>
                </a:cubicBezTo>
                <a:cubicBezTo>
                  <a:pt x="3608" y="1693"/>
                  <a:pt x="3604" y="1687"/>
                  <a:pt x="3601" y="1681"/>
                </a:cubicBezTo>
                <a:cubicBezTo>
                  <a:pt x="3568" y="1619"/>
                  <a:pt x="3567" y="1614"/>
                  <a:pt x="3568" y="1609"/>
                </a:cubicBezTo>
                <a:cubicBezTo>
                  <a:pt x="3602" y="1650"/>
                  <a:pt x="3605" y="1657"/>
                  <a:pt x="3609" y="1657"/>
                </a:cubicBezTo>
                <a:cubicBezTo>
                  <a:pt x="3642" y="1699"/>
                  <a:pt x="3657" y="1709"/>
                  <a:pt x="3670" y="1726"/>
                </a:cubicBezTo>
                <a:cubicBezTo>
                  <a:pt x="3726" y="1782"/>
                  <a:pt x="3727" y="1793"/>
                  <a:pt x="3732" y="1792"/>
                </a:cubicBezTo>
                <a:cubicBezTo>
                  <a:pt x="3804" y="1897"/>
                  <a:pt x="3811" y="1910"/>
                  <a:pt x="3818" y="1923"/>
                </a:cubicBezTo>
                <a:cubicBezTo>
                  <a:pt x="3834" y="1949"/>
                  <a:pt x="3835" y="1944"/>
                  <a:pt x="3833" y="1939"/>
                </a:cubicBezTo>
                <a:cubicBezTo>
                  <a:pt x="3805" y="1889"/>
                  <a:pt x="3802" y="1887"/>
                  <a:pt x="3800" y="1881"/>
                </a:cubicBezTo>
                <a:cubicBezTo>
                  <a:pt x="3752" y="1810"/>
                  <a:pt x="3747" y="1795"/>
                  <a:pt x="3740" y="1790"/>
                </a:cubicBezTo>
                <a:cubicBezTo>
                  <a:pt x="3707" y="1754"/>
                  <a:pt x="3704" y="1747"/>
                  <a:pt x="3701" y="1741"/>
                </a:cubicBezTo>
                <a:cubicBezTo>
                  <a:pt x="3666" y="1702"/>
                  <a:pt x="3650" y="1693"/>
                  <a:pt x="3638" y="1674"/>
                </a:cubicBezTo>
                <a:cubicBezTo>
                  <a:pt x="3579" y="1610"/>
                  <a:pt x="3577" y="1606"/>
                  <a:pt x="3575" y="1603"/>
                </a:cubicBezTo>
                <a:cubicBezTo>
                  <a:pt x="3662" y="1692"/>
                  <a:pt x="3684" y="1707"/>
                  <a:pt x="3705" y="1728"/>
                </a:cubicBezTo>
                <a:cubicBezTo>
                  <a:pt x="3780" y="1809"/>
                  <a:pt x="3780" y="1827"/>
                  <a:pt x="3786" y="1824"/>
                </a:cubicBezTo>
                <a:cubicBezTo>
                  <a:pt x="3743" y="1752"/>
                  <a:pt x="3728" y="1741"/>
                  <a:pt x="3715" y="1723"/>
                </a:cubicBezTo>
                <a:cubicBezTo>
                  <a:pt x="3691" y="1699"/>
                  <a:pt x="3682" y="1693"/>
                  <a:pt x="3674" y="1685"/>
                </a:cubicBezTo>
                <a:cubicBezTo>
                  <a:pt x="3656" y="1669"/>
                  <a:pt x="3653" y="1663"/>
                  <a:pt x="3655" y="1661"/>
                </a:cubicBezTo>
                <a:cubicBezTo>
                  <a:pt x="3701" y="1699"/>
                  <a:pt x="3704" y="1700"/>
                  <a:pt x="3707" y="1700"/>
                </a:cubicBezTo>
                <a:cubicBezTo>
                  <a:pt x="3733" y="1723"/>
                  <a:pt x="3739" y="1726"/>
                  <a:pt x="3744" y="1730"/>
                </a:cubicBezTo>
                <a:cubicBezTo>
                  <a:pt x="3810" y="1787"/>
                  <a:pt x="3819" y="1795"/>
                  <a:pt x="3827" y="1803"/>
                </a:cubicBezTo>
                <a:cubicBezTo>
                  <a:pt x="3840" y="1813"/>
                  <a:pt x="3840" y="1813"/>
                  <a:pt x="3840" y="1813"/>
                </a:cubicBezTo>
                <a:cubicBezTo>
                  <a:pt x="3784" y="1755"/>
                  <a:pt x="3778" y="1742"/>
                  <a:pt x="3769" y="1741"/>
                </a:cubicBezTo>
                <a:cubicBezTo>
                  <a:pt x="3733" y="1710"/>
                  <a:pt x="3728" y="1711"/>
                  <a:pt x="3725" y="1703"/>
                </a:cubicBezTo>
                <a:cubicBezTo>
                  <a:pt x="3677" y="1667"/>
                  <a:pt x="3672" y="1665"/>
                  <a:pt x="3670" y="1658"/>
                </a:cubicBezTo>
                <a:cubicBezTo>
                  <a:pt x="3644" y="1644"/>
                  <a:pt x="3643" y="1636"/>
                  <a:pt x="3639" y="1637"/>
                </a:cubicBezTo>
                <a:cubicBezTo>
                  <a:pt x="3601" y="1601"/>
                  <a:pt x="3599" y="1596"/>
                  <a:pt x="3597" y="1593"/>
                </a:cubicBezTo>
                <a:cubicBezTo>
                  <a:pt x="3566" y="1555"/>
                  <a:pt x="3560" y="1554"/>
                  <a:pt x="3556" y="1545"/>
                </a:cubicBezTo>
                <a:cubicBezTo>
                  <a:pt x="3552" y="1522"/>
                  <a:pt x="3553" y="1536"/>
                  <a:pt x="3559" y="1536"/>
                </a:cubicBezTo>
                <a:cubicBezTo>
                  <a:pt x="3580" y="1559"/>
                  <a:pt x="3583" y="1558"/>
                  <a:pt x="3585" y="1562"/>
                </a:cubicBezTo>
                <a:cubicBezTo>
                  <a:pt x="3634" y="1600"/>
                  <a:pt x="3637" y="1610"/>
                  <a:pt x="3644" y="1607"/>
                </a:cubicBezTo>
                <a:cubicBezTo>
                  <a:pt x="3695" y="1644"/>
                  <a:pt x="3699" y="1652"/>
                  <a:pt x="3705" y="1652"/>
                </a:cubicBezTo>
                <a:cubicBezTo>
                  <a:pt x="3754" y="1683"/>
                  <a:pt x="3757" y="1694"/>
                  <a:pt x="3762" y="1695"/>
                </a:cubicBezTo>
                <a:cubicBezTo>
                  <a:pt x="3798" y="1722"/>
                  <a:pt x="3801" y="1735"/>
                  <a:pt x="3808" y="1732"/>
                </a:cubicBezTo>
                <a:cubicBezTo>
                  <a:pt x="3735" y="1667"/>
                  <a:pt x="3734" y="1659"/>
                  <a:pt x="3730" y="1662"/>
                </a:cubicBezTo>
                <a:cubicBezTo>
                  <a:pt x="3691" y="1638"/>
                  <a:pt x="3686" y="1628"/>
                  <a:pt x="3679" y="1626"/>
                </a:cubicBezTo>
                <a:cubicBezTo>
                  <a:pt x="3606" y="1569"/>
                  <a:pt x="3593" y="1561"/>
                  <a:pt x="3584" y="1546"/>
                </a:cubicBezTo>
                <a:cubicBezTo>
                  <a:pt x="3554" y="1514"/>
                  <a:pt x="3542" y="1501"/>
                  <a:pt x="3531" y="1486"/>
                </a:cubicBezTo>
                <a:cubicBezTo>
                  <a:pt x="3515" y="1452"/>
                  <a:pt x="3508" y="1447"/>
                  <a:pt x="3512" y="1445"/>
                </a:cubicBezTo>
                <a:cubicBezTo>
                  <a:pt x="3556" y="1505"/>
                  <a:pt x="3567" y="1513"/>
                  <a:pt x="3566" y="1520"/>
                </a:cubicBezTo>
                <a:cubicBezTo>
                  <a:pt x="3605" y="1552"/>
                  <a:pt x="3611" y="1553"/>
                  <a:pt x="3616" y="1560"/>
                </a:cubicBezTo>
                <a:cubicBezTo>
                  <a:pt x="3676" y="1598"/>
                  <a:pt x="3677" y="1606"/>
                  <a:pt x="3681" y="1605"/>
                </a:cubicBezTo>
                <a:cubicBezTo>
                  <a:pt x="3717" y="1624"/>
                  <a:pt x="3722" y="1631"/>
                  <a:pt x="3729" y="1632"/>
                </a:cubicBezTo>
                <a:cubicBezTo>
                  <a:pt x="3761" y="1652"/>
                  <a:pt x="3773" y="1659"/>
                  <a:pt x="3786" y="1665"/>
                </a:cubicBezTo>
                <a:cubicBezTo>
                  <a:pt x="3834" y="1700"/>
                  <a:pt x="3837" y="1704"/>
                  <a:pt x="3840" y="1705"/>
                </a:cubicBezTo>
                <a:close/>
                <a:moveTo>
                  <a:pt x="3587" y="1208"/>
                </a:moveTo>
                <a:cubicBezTo>
                  <a:pt x="3585" y="1207"/>
                  <a:pt x="3582" y="1206"/>
                  <a:pt x="3580" y="1204"/>
                </a:cubicBezTo>
                <a:cubicBezTo>
                  <a:pt x="3578" y="1198"/>
                  <a:pt x="3586" y="1205"/>
                  <a:pt x="3587" y="1208"/>
                </a:cubicBezTo>
                <a:close/>
                <a:moveTo>
                  <a:pt x="3234" y="928"/>
                </a:moveTo>
                <a:cubicBezTo>
                  <a:pt x="3238" y="930"/>
                  <a:pt x="3243" y="932"/>
                  <a:pt x="3248" y="934"/>
                </a:cubicBezTo>
                <a:cubicBezTo>
                  <a:pt x="3256" y="941"/>
                  <a:pt x="3265" y="942"/>
                  <a:pt x="3273" y="950"/>
                </a:cubicBezTo>
                <a:cubicBezTo>
                  <a:pt x="3278" y="950"/>
                  <a:pt x="3283" y="953"/>
                  <a:pt x="3287" y="955"/>
                </a:cubicBezTo>
                <a:cubicBezTo>
                  <a:pt x="3291" y="957"/>
                  <a:pt x="3295" y="962"/>
                  <a:pt x="3299" y="962"/>
                </a:cubicBezTo>
                <a:cubicBezTo>
                  <a:pt x="3308" y="965"/>
                  <a:pt x="3317" y="970"/>
                  <a:pt x="3326" y="974"/>
                </a:cubicBezTo>
                <a:cubicBezTo>
                  <a:pt x="3342" y="986"/>
                  <a:pt x="3361" y="990"/>
                  <a:pt x="3376" y="1006"/>
                </a:cubicBezTo>
                <a:cubicBezTo>
                  <a:pt x="3381" y="1008"/>
                  <a:pt x="3386" y="1007"/>
                  <a:pt x="3389" y="1014"/>
                </a:cubicBezTo>
                <a:cubicBezTo>
                  <a:pt x="3395" y="1010"/>
                  <a:pt x="3396" y="1023"/>
                  <a:pt x="3402" y="1021"/>
                </a:cubicBezTo>
                <a:cubicBezTo>
                  <a:pt x="3410" y="1027"/>
                  <a:pt x="3418" y="1034"/>
                  <a:pt x="3427" y="1037"/>
                </a:cubicBezTo>
                <a:cubicBezTo>
                  <a:pt x="3430" y="1042"/>
                  <a:pt x="3434" y="1046"/>
                  <a:pt x="3438" y="1047"/>
                </a:cubicBezTo>
                <a:cubicBezTo>
                  <a:pt x="3439" y="1050"/>
                  <a:pt x="3436" y="1048"/>
                  <a:pt x="3434" y="1049"/>
                </a:cubicBezTo>
                <a:cubicBezTo>
                  <a:pt x="3432" y="1048"/>
                  <a:pt x="3430" y="1047"/>
                  <a:pt x="3428" y="1044"/>
                </a:cubicBezTo>
                <a:cubicBezTo>
                  <a:pt x="3422" y="1049"/>
                  <a:pt x="3422" y="1034"/>
                  <a:pt x="3415" y="1041"/>
                </a:cubicBezTo>
                <a:cubicBezTo>
                  <a:pt x="3409" y="1031"/>
                  <a:pt x="3400" y="1034"/>
                  <a:pt x="3393" y="1026"/>
                </a:cubicBezTo>
                <a:cubicBezTo>
                  <a:pt x="3392" y="1024"/>
                  <a:pt x="3388" y="1027"/>
                  <a:pt x="3387" y="1024"/>
                </a:cubicBezTo>
                <a:cubicBezTo>
                  <a:pt x="3386" y="1020"/>
                  <a:pt x="3383" y="1021"/>
                  <a:pt x="3380" y="1022"/>
                </a:cubicBezTo>
                <a:cubicBezTo>
                  <a:pt x="3378" y="1015"/>
                  <a:pt x="3372" y="1022"/>
                  <a:pt x="3370" y="1014"/>
                </a:cubicBezTo>
                <a:cubicBezTo>
                  <a:pt x="3362" y="1014"/>
                  <a:pt x="3355" y="1007"/>
                  <a:pt x="3347" y="1003"/>
                </a:cubicBezTo>
                <a:cubicBezTo>
                  <a:pt x="3338" y="1002"/>
                  <a:pt x="3331" y="995"/>
                  <a:pt x="3323" y="989"/>
                </a:cubicBezTo>
                <a:cubicBezTo>
                  <a:pt x="3315" y="989"/>
                  <a:pt x="3307" y="983"/>
                  <a:pt x="3300" y="978"/>
                </a:cubicBezTo>
                <a:cubicBezTo>
                  <a:pt x="3296" y="977"/>
                  <a:pt x="3293" y="972"/>
                  <a:pt x="3288" y="971"/>
                </a:cubicBezTo>
                <a:cubicBezTo>
                  <a:pt x="3285" y="968"/>
                  <a:pt x="3280" y="971"/>
                  <a:pt x="3278" y="963"/>
                </a:cubicBezTo>
                <a:cubicBezTo>
                  <a:pt x="3270" y="961"/>
                  <a:pt x="3264" y="953"/>
                  <a:pt x="3255" y="952"/>
                </a:cubicBezTo>
                <a:cubicBezTo>
                  <a:pt x="3254" y="950"/>
                  <a:pt x="3253" y="948"/>
                  <a:pt x="3252" y="946"/>
                </a:cubicBezTo>
                <a:cubicBezTo>
                  <a:pt x="3247" y="942"/>
                  <a:pt x="3242" y="939"/>
                  <a:pt x="3236" y="938"/>
                </a:cubicBezTo>
                <a:cubicBezTo>
                  <a:pt x="3232" y="933"/>
                  <a:pt x="3228" y="927"/>
                  <a:pt x="3222" y="927"/>
                </a:cubicBezTo>
                <a:cubicBezTo>
                  <a:pt x="3222" y="917"/>
                  <a:pt x="3230" y="930"/>
                  <a:pt x="3234" y="928"/>
                </a:cubicBezTo>
                <a:close/>
                <a:moveTo>
                  <a:pt x="3269" y="856"/>
                </a:moveTo>
                <a:cubicBezTo>
                  <a:pt x="3278" y="856"/>
                  <a:pt x="3285" y="867"/>
                  <a:pt x="3294" y="867"/>
                </a:cubicBezTo>
                <a:cubicBezTo>
                  <a:pt x="3296" y="873"/>
                  <a:pt x="3289" y="865"/>
                  <a:pt x="3287" y="868"/>
                </a:cubicBezTo>
                <a:cubicBezTo>
                  <a:pt x="3284" y="866"/>
                  <a:pt x="3281" y="867"/>
                  <a:pt x="3279" y="864"/>
                </a:cubicBezTo>
                <a:cubicBezTo>
                  <a:pt x="3274" y="860"/>
                  <a:pt x="3267" y="862"/>
                  <a:pt x="3263" y="855"/>
                </a:cubicBezTo>
                <a:cubicBezTo>
                  <a:pt x="3252" y="853"/>
                  <a:pt x="3242" y="851"/>
                  <a:pt x="3231" y="848"/>
                </a:cubicBezTo>
                <a:cubicBezTo>
                  <a:pt x="3226" y="845"/>
                  <a:pt x="3221" y="843"/>
                  <a:pt x="3215" y="843"/>
                </a:cubicBezTo>
                <a:cubicBezTo>
                  <a:pt x="3211" y="839"/>
                  <a:pt x="3206" y="839"/>
                  <a:pt x="3201" y="838"/>
                </a:cubicBezTo>
                <a:cubicBezTo>
                  <a:pt x="3195" y="839"/>
                  <a:pt x="3190" y="834"/>
                  <a:pt x="3185" y="833"/>
                </a:cubicBezTo>
                <a:cubicBezTo>
                  <a:pt x="3180" y="832"/>
                  <a:pt x="3175" y="831"/>
                  <a:pt x="3171" y="828"/>
                </a:cubicBezTo>
                <a:cubicBezTo>
                  <a:pt x="3161" y="826"/>
                  <a:pt x="3152" y="820"/>
                  <a:pt x="3142" y="820"/>
                </a:cubicBezTo>
                <a:cubicBezTo>
                  <a:pt x="3130" y="810"/>
                  <a:pt x="3117" y="809"/>
                  <a:pt x="3105" y="799"/>
                </a:cubicBezTo>
                <a:cubicBezTo>
                  <a:pt x="3102" y="800"/>
                  <a:pt x="3098" y="799"/>
                  <a:pt x="3096" y="797"/>
                </a:cubicBezTo>
                <a:cubicBezTo>
                  <a:pt x="3094" y="789"/>
                  <a:pt x="3088" y="799"/>
                  <a:pt x="3087" y="791"/>
                </a:cubicBezTo>
                <a:cubicBezTo>
                  <a:pt x="3080" y="793"/>
                  <a:pt x="3077" y="781"/>
                  <a:pt x="3069" y="784"/>
                </a:cubicBezTo>
                <a:cubicBezTo>
                  <a:pt x="3068" y="781"/>
                  <a:pt x="3066" y="778"/>
                  <a:pt x="3064" y="779"/>
                </a:cubicBezTo>
                <a:cubicBezTo>
                  <a:pt x="3064" y="777"/>
                  <a:pt x="3064" y="774"/>
                  <a:pt x="3061" y="775"/>
                </a:cubicBezTo>
                <a:cubicBezTo>
                  <a:pt x="3058" y="774"/>
                  <a:pt x="3055" y="769"/>
                  <a:pt x="3052" y="764"/>
                </a:cubicBezTo>
                <a:cubicBezTo>
                  <a:pt x="3060" y="762"/>
                  <a:pt x="3065" y="770"/>
                  <a:pt x="3072" y="769"/>
                </a:cubicBezTo>
                <a:cubicBezTo>
                  <a:pt x="3077" y="776"/>
                  <a:pt x="3084" y="774"/>
                  <a:pt x="3089" y="781"/>
                </a:cubicBezTo>
                <a:cubicBezTo>
                  <a:pt x="3094" y="782"/>
                  <a:pt x="3100" y="782"/>
                  <a:pt x="3104" y="787"/>
                </a:cubicBezTo>
                <a:cubicBezTo>
                  <a:pt x="3108" y="787"/>
                  <a:pt x="3112" y="789"/>
                  <a:pt x="3117" y="790"/>
                </a:cubicBezTo>
                <a:cubicBezTo>
                  <a:pt x="3125" y="792"/>
                  <a:pt x="3133" y="798"/>
                  <a:pt x="3142" y="801"/>
                </a:cubicBezTo>
                <a:cubicBezTo>
                  <a:pt x="3151" y="803"/>
                  <a:pt x="3160" y="806"/>
                  <a:pt x="3169" y="810"/>
                </a:cubicBezTo>
                <a:cubicBezTo>
                  <a:pt x="3177" y="812"/>
                  <a:pt x="3186" y="815"/>
                  <a:pt x="3194" y="820"/>
                </a:cubicBezTo>
                <a:cubicBezTo>
                  <a:pt x="3196" y="821"/>
                  <a:pt x="3200" y="820"/>
                  <a:pt x="3201" y="824"/>
                </a:cubicBezTo>
                <a:cubicBezTo>
                  <a:pt x="3204" y="823"/>
                  <a:pt x="3205" y="827"/>
                  <a:pt x="3208" y="826"/>
                </a:cubicBezTo>
                <a:cubicBezTo>
                  <a:pt x="3211" y="830"/>
                  <a:pt x="3217" y="825"/>
                  <a:pt x="3220" y="832"/>
                </a:cubicBezTo>
                <a:cubicBezTo>
                  <a:pt x="3229" y="834"/>
                  <a:pt x="3237" y="839"/>
                  <a:pt x="3245" y="843"/>
                </a:cubicBezTo>
                <a:cubicBezTo>
                  <a:pt x="3253" y="849"/>
                  <a:pt x="3262" y="849"/>
                  <a:pt x="3269" y="856"/>
                </a:cubicBezTo>
                <a:close/>
                <a:moveTo>
                  <a:pt x="3121" y="851"/>
                </a:moveTo>
                <a:cubicBezTo>
                  <a:pt x="3114" y="851"/>
                  <a:pt x="3115" y="840"/>
                  <a:pt x="3113" y="836"/>
                </a:cubicBezTo>
                <a:cubicBezTo>
                  <a:pt x="3120" y="836"/>
                  <a:pt x="3119" y="847"/>
                  <a:pt x="3121" y="851"/>
                </a:cubicBezTo>
                <a:close/>
                <a:moveTo>
                  <a:pt x="2966" y="723"/>
                </a:moveTo>
                <a:cubicBezTo>
                  <a:pt x="2974" y="724"/>
                  <a:pt x="2969" y="736"/>
                  <a:pt x="2973" y="741"/>
                </a:cubicBezTo>
                <a:cubicBezTo>
                  <a:pt x="2967" y="741"/>
                  <a:pt x="2968" y="728"/>
                  <a:pt x="2966" y="723"/>
                </a:cubicBezTo>
                <a:close/>
                <a:moveTo>
                  <a:pt x="3008" y="1016"/>
                </a:moveTo>
                <a:cubicBezTo>
                  <a:pt x="3004" y="1017"/>
                  <a:pt x="3007" y="1015"/>
                  <a:pt x="3006" y="1012"/>
                </a:cubicBezTo>
                <a:cubicBezTo>
                  <a:pt x="3004" y="1010"/>
                  <a:pt x="3003" y="1008"/>
                  <a:pt x="3002" y="1006"/>
                </a:cubicBezTo>
                <a:cubicBezTo>
                  <a:pt x="3001" y="1000"/>
                  <a:pt x="2996" y="993"/>
                  <a:pt x="2997" y="987"/>
                </a:cubicBezTo>
                <a:cubicBezTo>
                  <a:pt x="2997" y="982"/>
                  <a:pt x="2990" y="975"/>
                  <a:pt x="2993" y="971"/>
                </a:cubicBezTo>
                <a:cubicBezTo>
                  <a:pt x="2990" y="965"/>
                  <a:pt x="2991" y="960"/>
                  <a:pt x="2988" y="954"/>
                </a:cubicBezTo>
                <a:cubicBezTo>
                  <a:pt x="2982" y="947"/>
                  <a:pt x="2991" y="944"/>
                  <a:pt x="2984" y="937"/>
                </a:cubicBezTo>
                <a:cubicBezTo>
                  <a:pt x="2987" y="935"/>
                  <a:pt x="2982" y="930"/>
                  <a:pt x="2985" y="928"/>
                </a:cubicBezTo>
                <a:cubicBezTo>
                  <a:pt x="2985" y="926"/>
                  <a:pt x="2985" y="924"/>
                  <a:pt x="2983" y="921"/>
                </a:cubicBezTo>
                <a:cubicBezTo>
                  <a:pt x="2985" y="916"/>
                  <a:pt x="2981" y="910"/>
                  <a:pt x="2983" y="905"/>
                </a:cubicBezTo>
                <a:cubicBezTo>
                  <a:pt x="2981" y="894"/>
                  <a:pt x="2982" y="884"/>
                  <a:pt x="2978" y="872"/>
                </a:cubicBezTo>
                <a:cubicBezTo>
                  <a:pt x="2981" y="851"/>
                  <a:pt x="2975" y="827"/>
                  <a:pt x="2980" y="805"/>
                </a:cubicBezTo>
                <a:cubicBezTo>
                  <a:pt x="2976" y="795"/>
                  <a:pt x="2977" y="786"/>
                  <a:pt x="2974" y="776"/>
                </a:cubicBezTo>
                <a:cubicBezTo>
                  <a:pt x="2973" y="766"/>
                  <a:pt x="2969" y="756"/>
                  <a:pt x="2972" y="747"/>
                </a:cubicBezTo>
                <a:cubicBezTo>
                  <a:pt x="2979" y="747"/>
                  <a:pt x="2976" y="759"/>
                  <a:pt x="2978" y="763"/>
                </a:cubicBezTo>
                <a:cubicBezTo>
                  <a:pt x="2977" y="769"/>
                  <a:pt x="2980" y="775"/>
                  <a:pt x="2980" y="781"/>
                </a:cubicBezTo>
                <a:cubicBezTo>
                  <a:pt x="2988" y="789"/>
                  <a:pt x="2979" y="792"/>
                  <a:pt x="2985" y="800"/>
                </a:cubicBezTo>
                <a:cubicBezTo>
                  <a:pt x="2984" y="805"/>
                  <a:pt x="2988" y="812"/>
                  <a:pt x="2984" y="817"/>
                </a:cubicBezTo>
                <a:cubicBezTo>
                  <a:pt x="2988" y="818"/>
                  <a:pt x="2987" y="820"/>
                  <a:pt x="2988" y="823"/>
                </a:cubicBezTo>
                <a:cubicBezTo>
                  <a:pt x="2985" y="826"/>
                  <a:pt x="2991" y="826"/>
                  <a:pt x="2988" y="828"/>
                </a:cubicBezTo>
                <a:cubicBezTo>
                  <a:pt x="2988" y="834"/>
                  <a:pt x="2990" y="841"/>
                  <a:pt x="2990" y="846"/>
                </a:cubicBezTo>
                <a:cubicBezTo>
                  <a:pt x="2992" y="853"/>
                  <a:pt x="2990" y="858"/>
                  <a:pt x="2992" y="864"/>
                </a:cubicBezTo>
                <a:cubicBezTo>
                  <a:pt x="2994" y="871"/>
                  <a:pt x="2988" y="875"/>
                  <a:pt x="2994" y="882"/>
                </a:cubicBezTo>
                <a:cubicBezTo>
                  <a:pt x="2989" y="887"/>
                  <a:pt x="2996" y="894"/>
                  <a:pt x="2996" y="900"/>
                </a:cubicBezTo>
                <a:cubicBezTo>
                  <a:pt x="2996" y="906"/>
                  <a:pt x="2998" y="912"/>
                  <a:pt x="2998" y="918"/>
                </a:cubicBezTo>
                <a:cubicBezTo>
                  <a:pt x="2997" y="930"/>
                  <a:pt x="3002" y="942"/>
                  <a:pt x="2999" y="953"/>
                </a:cubicBezTo>
                <a:cubicBezTo>
                  <a:pt x="3003" y="978"/>
                  <a:pt x="3006" y="1001"/>
                  <a:pt x="3017" y="1028"/>
                </a:cubicBezTo>
                <a:cubicBezTo>
                  <a:pt x="3012" y="1030"/>
                  <a:pt x="3011" y="1019"/>
                  <a:pt x="3008" y="1016"/>
                </a:cubicBezTo>
                <a:close/>
                <a:moveTo>
                  <a:pt x="3027" y="1036"/>
                </a:moveTo>
                <a:cubicBezTo>
                  <a:pt x="3032" y="1033"/>
                  <a:pt x="3024" y="1028"/>
                  <a:pt x="3023" y="1024"/>
                </a:cubicBezTo>
                <a:cubicBezTo>
                  <a:pt x="3013" y="970"/>
                  <a:pt x="3013" y="964"/>
                  <a:pt x="3010" y="958"/>
                </a:cubicBezTo>
                <a:cubicBezTo>
                  <a:pt x="3009" y="898"/>
                  <a:pt x="3001" y="890"/>
                  <a:pt x="3007" y="886"/>
                </a:cubicBezTo>
                <a:cubicBezTo>
                  <a:pt x="2992" y="822"/>
                  <a:pt x="3003" y="819"/>
                  <a:pt x="2998" y="812"/>
                </a:cubicBezTo>
                <a:cubicBezTo>
                  <a:pt x="2992" y="771"/>
                  <a:pt x="2986" y="766"/>
                  <a:pt x="2990" y="764"/>
                </a:cubicBezTo>
                <a:cubicBezTo>
                  <a:pt x="2983" y="719"/>
                  <a:pt x="2985" y="730"/>
                  <a:pt x="2988" y="733"/>
                </a:cubicBezTo>
                <a:cubicBezTo>
                  <a:pt x="3000" y="776"/>
                  <a:pt x="3004" y="782"/>
                  <a:pt x="3003" y="787"/>
                </a:cubicBezTo>
                <a:cubicBezTo>
                  <a:pt x="3014" y="823"/>
                  <a:pt x="3013" y="827"/>
                  <a:pt x="3018" y="833"/>
                </a:cubicBezTo>
                <a:cubicBezTo>
                  <a:pt x="3023" y="872"/>
                  <a:pt x="3015" y="879"/>
                  <a:pt x="3023" y="890"/>
                </a:cubicBezTo>
                <a:cubicBezTo>
                  <a:pt x="3027" y="937"/>
                  <a:pt x="3022" y="940"/>
                  <a:pt x="3027" y="945"/>
                </a:cubicBezTo>
                <a:cubicBezTo>
                  <a:pt x="3036" y="1011"/>
                  <a:pt x="3031" y="1019"/>
                  <a:pt x="3037" y="1030"/>
                </a:cubicBezTo>
                <a:close/>
                <a:moveTo>
                  <a:pt x="2998" y="735"/>
                </a:moveTo>
                <a:cubicBezTo>
                  <a:pt x="3003" y="732"/>
                  <a:pt x="3005" y="737"/>
                  <a:pt x="3008" y="740"/>
                </a:cubicBezTo>
                <a:cubicBezTo>
                  <a:pt x="3006" y="741"/>
                  <a:pt x="3004" y="742"/>
                  <a:pt x="3002" y="744"/>
                </a:cubicBezTo>
                <a:cubicBezTo>
                  <a:pt x="3001" y="741"/>
                  <a:pt x="2999" y="738"/>
                  <a:pt x="2998" y="735"/>
                </a:cubicBezTo>
                <a:close/>
                <a:moveTo>
                  <a:pt x="3035" y="859"/>
                </a:moveTo>
                <a:cubicBezTo>
                  <a:pt x="3033" y="862"/>
                  <a:pt x="3036" y="867"/>
                  <a:pt x="3037" y="871"/>
                </a:cubicBezTo>
                <a:cubicBezTo>
                  <a:pt x="3040" y="880"/>
                  <a:pt x="3037" y="886"/>
                  <a:pt x="3043" y="895"/>
                </a:cubicBezTo>
                <a:cubicBezTo>
                  <a:pt x="3041" y="899"/>
                  <a:pt x="3043" y="904"/>
                  <a:pt x="3044" y="908"/>
                </a:cubicBezTo>
                <a:cubicBezTo>
                  <a:pt x="3044" y="912"/>
                  <a:pt x="3047" y="917"/>
                  <a:pt x="3046" y="921"/>
                </a:cubicBezTo>
                <a:cubicBezTo>
                  <a:pt x="3051" y="926"/>
                  <a:pt x="3043" y="928"/>
                  <a:pt x="3048" y="933"/>
                </a:cubicBezTo>
                <a:cubicBezTo>
                  <a:pt x="3046" y="936"/>
                  <a:pt x="3052" y="942"/>
                  <a:pt x="3049" y="944"/>
                </a:cubicBezTo>
                <a:cubicBezTo>
                  <a:pt x="3054" y="948"/>
                  <a:pt x="3044" y="955"/>
                  <a:pt x="3051" y="953"/>
                </a:cubicBezTo>
                <a:cubicBezTo>
                  <a:pt x="3053" y="958"/>
                  <a:pt x="3047" y="961"/>
                  <a:pt x="3053" y="966"/>
                </a:cubicBezTo>
                <a:cubicBezTo>
                  <a:pt x="3054" y="974"/>
                  <a:pt x="3060" y="983"/>
                  <a:pt x="3055" y="989"/>
                </a:cubicBezTo>
                <a:cubicBezTo>
                  <a:pt x="3063" y="1007"/>
                  <a:pt x="3055" y="1021"/>
                  <a:pt x="3064" y="1039"/>
                </a:cubicBezTo>
                <a:cubicBezTo>
                  <a:pt x="3064" y="1046"/>
                  <a:pt x="3060" y="1052"/>
                  <a:pt x="3066" y="1060"/>
                </a:cubicBezTo>
                <a:cubicBezTo>
                  <a:pt x="3061" y="1065"/>
                  <a:pt x="3066" y="1073"/>
                  <a:pt x="3066" y="1079"/>
                </a:cubicBezTo>
                <a:cubicBezTo>
                  <a:pt x="3059" y="1084"/>
                  <a:pt x="3069" y="1094"/>
                  <a:pt x="3064" y="1100"/>
                </a:cubicBezTo>
                <a:cubicBezTo>
                  <a:pt x="3067" y="1107"/>
                  <a:pt x="3063" y="1112"/>
                  <a:pt x="3067" y="1120"/>
                </a:cubicBezTo>
                <a:cubicBezTo>
                  <a:pt x="3062" y="1121"/>
                  <a:pt x="3060" y="1110"/>
                  <a:pt x="3056" y="1106"/>
                </a:cubicBezTo>
                <a:cubicBezTo>
                  <a:pt x="3056" y="1100"/>
                  <a:pt x="3049" y="1092"/>
                  <a:pt x="3050" y="1085"/>
                </a:cubicBezTo>
                <a:cubicBezTo>
                  <a:pt x="3047" y="1075"/>
                  <a:pt x="3049" y="1065"/>
                  <a:pt x="3046" y="1055"/>
                </a:cubicBezTo>
                <a:cubicBezTo>
                  <a:pt x="3048" y="1050"/>
                  <a:pt x="3047" y="1045"/>
                  <a:pt x="3045" y="1039"/>
                </a:cubicBezTo>
                <a:cubicBezTo>
                  <a:pt x="3050" y="1035"/>
                  <a:pt x="3042" y="1029"/>
                  <a:pt x="3046" y="1025"/>
                </a:cubicBezTo>
                <a:cubicBezTo>
                  <a:pt x="3043" y="1014"/>
                  <a:pt x="3045" y="1005"/>
                  <a:pt x="3042" y="994"/>
                </a:cubicBezTo>
                <a:cubicBezTo>
                  <a:pt x="3045" y="991"/>
                  <a:pt x="3038" y="984"/>
                  <a:pt x="3042" y="981"/>
                </a:cubicBezTo>
                <a:cubicBezTo>
                  <a:pt x="3040" y="975"/>
                  <a:pt x="3041" y="971"/>
                  <a:pt x="3036" y="965"/>
                </a:cubicBezTo>
                <a:cubicBezTo>
                  <a:pt x="3042" y="961"/>
                  <a:pt x="3038" y="955"/>
                  <a:pt x="3035" y="949"/>
                </a:cubicBezTo>
                <a:cubicBezTo>
                  <a:pt x="3042" y="946"/>
                  <a:pt x="3035" y="940"/>
                  <a:pt x="3035" y="935"/>
                </a:cubicBezTo>
                <a:cubicBezTo>
                  <a:pt x="3042" y="928"/>
                  <a:pt x="3030" y="915"/>
                  <a:pt x="3036" y="908"/>
                </a:cubicBezTo>
                <a:cubicBezTo>
                  <a:pt x="3029" y="900"/>
                  <a:pt x="3036" y="897"/>
                  <a:pt x="3032" y="891"/>
                </a:cubicBezTo>
                <a:cubicBezTo>
                  <a:pt x="3031" y="886"/>
                  <a:pt x="3032" y="882"/>
                  <a:pt x="3032" y="877"/>
                </a:cubicBezTo>
                <a:cubicBezTo>
                  <a:pt x="3031" y="867"/>
                  <a:pt x="3031" y="858"/>
                  <a:pt x="3029" y="848"/>
                </a:cubicBezTo>
                <a:cubicBezTo>
                  <a:pt x="3036" y="847"/>
                  <a:pt x="3032" y="856"/>
                  <a:pt x="3035" y="859"/>
                </a:cubicBezTo>
                <a:close/>
                <a:moveTo>
                  <a:pt x="3020" y="794"/>
                </a:moveTo>
                <a:cubicBezTo>
                  <a:pt x="3022" y="799"/>
                  <a:pt x="3021" y="803"/>
                  <a:pt x="3026" y="809"/>
                </a:cubicBezTo>
                <a:cubicBezTo>
                  <a:pt x="3021" y="813"/>
                  <a:pt x="3030" y="821"/>
                  <a:pt x="3027" y="825"/>
                </a:cubicBezTo>
                <a:cubicBezTo>
                  <a:pt x="3033" y="831"/>
                  <a:pt x="3028" y="835"/>
                  <a:pt x="3033" y="841"/>
                </a:cubicBezTo>
                <a:cubicBezTo>
                  <a:pt x="3025" y="846"/>
                  <a:pt x="3028" y="832"/>
                  <a:pt x="3026" y="828"/>
                </a:cubicBezTo>
                <a:cubicBezTo>
                  <a:pt x="3022" y="822"/>
                  <a:pt x="3025" y="818"/>
                  <a:pt x="3019" y="811"/>
                </a:cubicBezTo>
                <a:cubicBezTo>
                  <a:pt x="3023" y="803"/>
                  <a:pt x="3013" y="791"/>
                  <a:pt x="3013" y="781"/>
                </a:cubicBezTo>
                <a:cubicBezTo>
                  <a:pt x="3020" y="780"/>
                  <a:pt x="3017" y="790"/>
                  <a:pt x="3020" y="794"/>
                </a:cubicBezTo>
                <a:close/>
                <a:moveTo>
                  <a:pt x="3009" y="726"/>
                </a:moveTo>
                <a:cubicBezTo>
                  <a:pt x="3000" y="718"/>
                  <a:pt x="2991" y="710"/>
                  <a:pt x="2981" y="706"/>
                </a:cubicBezTo>
                <a:cubicBezTo>
                  <a:pt x="2978" y="701"/>
                  <a:pt x="2988" y="702"/>
                  <a:pt x="2988" y="705"/>
                </a:cubicBezTo>
                <a:cubicBezTo>
                  <a:pt x="2991" y="704"/>
                  <a:pt x="2994" y="705"/>
                  <a:pt x="2996" y="709"/>
                </a:cubicBezTo>
                <a:cubicBezTo>
                  <a:pt x="3002" y="709"/>
                  <a:pt x="3008" y="713"/>
                  <a:pt x="3013" y="715"/>
                </a:cubicBezTo>
                <a:cubicBezTo>
                  <a:pt x="3024" y="722"/>
                  <a:pt x="3036" y="723"/>
                  <a:pt x="3046" y="729"/>
                </a:cubicBezTo>
                <a:cubicBezTo>
                  <a:pt x="3057" y="733"/>
                  <a:pt x="3068" y="740"/>
                  <a:pt x="3080" y="740"/>
                </a:cubicBezTo>
                <a:cubicBezTo>
                  <a:pt x="3084" y="749"/>
                  <a:pt x="3092" y="742"/>
                  <a:pt x="3096" y="750"/>
                </a:cubicBezTo>
                <a:cubicBezTo>
                  <a:pt x="3103" y="748"/>
                  <a:pt x="3106" y="756"/>
                  <a:pt x="3112" y="754"/>
                </a:cubicBezTo>
                <a:cubicBezTo>
                  <a:pt x="3122" y="765"/>
                  <a:pt x="3136" y="763"/>
                  <a:pt x="3146" y="771"/>
                </a:cubicBezTo>
                <a:cubicBezTo>
                  <a:pt x="3151" y="776"/>
                  <a:pt x="3159" y="772"/>
                  <a:pt x="3163" y="780"/>
                </a:cubicBezTo>
                <a:cubicBezTo>
                  <a:pt x="3168" y="781"/>
                  <a:pt x="3174" y="783"/>
                  <a:pt x="3178" y="788"/>
                </a:cubicBezTo>
                <a:cubicBezTo>
                  <a:pt x="3189" y="792"/>
                  <a:pt x="3199" y="799"/>
                  <a:pt x="3210" y="805"/>
                </a:cubicBezTo>
                <a:cubicBezTo>
                  <a:pt x="3214" y="814"/>
                  <a:pt x="3222" y="809"/>
                  <a:pt x="3225" y="818"/>
                </a:cubicBezTo>
                <a:cubicBezTo>
                  <a:pt x="3231" y="818"/>
                  <a:pt x="3235" y="826"/>
                  <a:pt x="3241" y="826"/>
                </a:cubicBezTo>
                <a:cubicBezTo>
                  <a:pt x="3242" y="828"/>
                  <a:pt x="3243" y="830"/>
                  <a:pt x="3244" y="832"/>
                </a:cubicBezTo>
                <a:cubicBezTo>
                  <a:pt x="3234" y="831"/>
                  <a:pt x="3225" y="823"/>
                  <a:pt x="3215" y="819"/>
                </a:cubicBezTo>
                <a:cubicBezTo>
                  <a:pt x="3205" y="814"/>
                  <a:pt x="3195" y="810"/>
                  <a:pt x="3185" y="806"/>
                </a:cubicBezTo>
                <a:cubicBezTo>
                  <a:pt x="3181" y="801"/>
                  <a:pt x="3175" y="801"/>
                  <a:pt x="3170" y="798"/>
                </a:cubicBezTo>
                <a:cubicBezTo>
                  <a:pt x="3167" y="799"/>
                  <a:pt x="3164" y="798"/>
                  <a:pt x="3162" y="794"/>
                </a:cubicBezTo>
                <a:cubicBezTo>
                  <a:pt x="3159" y="797"/>
                  <a:pt x="3158" y="795"/>
                  <a:pt x="3156" y="792"/>
                </a:cubicBezTo>
                <a:cubicBezTo>
                  <a:pt x="3150" y="797"/>
                  <a:pt x="3147" y="787"/>
                  <a:pt x="3141" y="790"/>
                </a:cubicBezTo>
                <a:cubicBezTo>
                  <a:pt x="3139" y="785"/>
                  <a:pt x="3135" y="789"/>
                  <a:pt x="3133" y="786"/>
                </a:cubicBezTo>
                <a:cubicBezTo>
                  <a:pt x="3131" y="785"/>
                  <a:pt x="3129" y="784"/>
                  <a:pt x="3128" y="781"/>
                </a:cubicBezTo>
                <a:cubicBezTo>
                  <a:pt x="3122" y="779"/>
                  <a:pt x="3116" y="781"/>
                  <a:pt x="3112" y="777"/>
                </a:cubicBezTo>
                <a:cubicBezTo>
                  <a:pt x="3106" y="777"/>
                  <a:pt x="3103" y="770"/>
                  <a:pt x="3097" y="774"/>
                </a:cubicBezTo>
                <a:cubicBezTo>
                  <a:pt x="3088" y="764"/>
                  <a:pt x="3077" y="763"/>
                  <a:pt x="3067" y="756"/>
                </a:cubicBezTo>
                <a:cubicBezTo>
                  <a:pt x="3056" y="755"/>
                  <a:pt x="3048" y="745"/>
                  <a:pt x="3037" y="743"/>
                </a:cubicBezTo>
                <a:cubicBezTo>
                  <a:pt x="3029" y="733"/>
                  <a:pt x="3018" y="734"/>
                  <a:pt x="3009" y="726"/>
                </a:cubicBezTo>
                <a:close/>
                <a:moveTo>
                  <a:pt x="3088" y="932"/>
                </a:moveTo>
                <a:cubicBezTo>
                  <a:pt x="3086" y="928"/>
                  <a:pt x="3084" y="924"/>
                  <a:pt x="3081" y="920"/>
                </a:cubicBezTo>
                <a:cubicBezTo>
                  <a:pt x="3085" y="915"/>
                  <a:pt x="3078" y="907"/>
                  <a:pt x="3079" y="902"/>
                </a:cubicBezTo>
                <a:cubicBezTo>
                  <a:pt x="3082" y="897"/>
                  <a:pt x="3078" y="890"/>
                  <a:pt x="3077" y="884"/>
                </a:cubicBezTo>
                <a:cubicBezTo>
                  <a:pt x="3077" y="878"/>
                  <a:pt x="3071" y="871"/>
                  <a:pt x="3072" y="865"/>
                </a:cubicBezTo>
                <a:cubicBezTo>
                  <a:pt x="3068" y="861"/>
                  <a:pt x="3070" y="859"/>
                  <a:pt x="3069" y="856"/>
                </a:cubicBezTo>
                <a:cubicBezTo>
                  <a:pt x="3067" y="853"/>
                  <a:pt x="3065" y="850"/>
                  <a:pt x="3068" y="848"/>
                </a:cubicBezTo>
                <a:cubicBezTo>
                  <a:pt x="3062" y="838"/>
                  <a:pt x="3063" y="821"/>
                  <a:pt x="3054" y="815"/>
                </a:cubicBezTo>
                <a:cubicBezTo>
                  <a:pt x="3057" y="813"/>
                  <a:pt x="3053" y="809"/>
                  <a:pt x="3051" y="806"/>
                </a:cubicBezTo>
                <a:cubicBezTo>
                  <a:pt x="3049" y="802"/>
                  <a:pt x="3051" y="800"/>
                  <a:pt x="3049" y="796"/>
                </a:cubicBezTo>
                <a:cubicBezTo>
                  <a:pt x="3050" y="791"/>
                  <a:pt x="3041" y="784"/>
                  <a:pt x="3048" y="780"/>
                </a:cubicBezTo>
                <a:cubicBezTo>
                  <a:pt x="3068" y="811"/>
                  <a:pt x="3067" y="836"/>
                  <a:pt x="3080" y="866"/>
                </a:cubicBezTo>
                <a:cubicBezTo>
                  <a:pt x="3079" y="871"/>
                  <a:pt x="3078" y="877"/>
                  <a:pt x="3082" y="884"/>
                </a:cubicBezTo>
                <a:cubicBezTo>
                  <a:pt x="3080" y="888"/>
                  <a:pt x="3085" y="895"/>
                  <a:pt x="3083" y="900"/>
                </a:cubicBezTo>
                <a:cubicBezTo>
                  <a:pt x="3083" y="905"/>
                  <a:pt x="3086" y="911"/>
                  <a:pt x="3087" y="916"/>
                </a:cubicBezTo>
                <a:cubicBezTo>
                  <a:pt x="3085" y="921"/>
                  <a:pt x="3090" y="927"/>
                  <a:pt x="3088" y="932"/>
                </a:cubicBezTo>
                <a:cubicBezTo>
                  <a:pt x="3095" y="940"/>
                  <a:pt x="3082" y="936"/>
                  <a:pt x="3088" y="932"/>
                </a:cubicBezTo>
                <a:close/>
                <a:moveTo>
                  <a:pt x="3098" y="1017"/>
                </a:moveTo>
                <a:cubicBezTo>
                  <a:pt x="3095" y="1012"/>
                  <a:pt x="3099" y="1010"/>
                  <a:pt x="3094" y="1005"/>
                </a:cubicBezTo>
                <a:cubicBezTo>
                  <a:pt x="3100" y="1001"/>
                  <a:pt x="3093" y="994"/>
                  <a:pt x="3097" y="990"/>
                </a:cubicBezTo>
                <a:cubicBezTo>
                  <a:pt x="3099" y="995"/>
                  <a:pt x="3100" y="1000"/>
                  <a:pt x="3097" y="1004"/>
                </a:cubicBezTo>
                <a:cubicBezTo>
                  <a:pt x="3101" y="1012"/>
                  <a:pt x="3100" y="1019"/>
                  <a:pt x="3101" y="1026"/>
                </a:cubicBezTo>
                <a:cubicBezTo>
                  <a:pt x="3097" y="1027"/>
                  <a:pt x="3100" y="1024"/>
                  <a:pt x="3099" y="1022"/>
                </a:cubicBezTo>
                <a:cubicBezTo>
                  <a:pt x="3097" y="1020"/>
                  <a:pt x="3097" y="1018"/>
                  <a:pt x="3098" y="1017"/>
                </a:cubicBezTo>
                <a:close/>
                <a:moveTo>
                  <a:pt x="3102" y="1037"/>
                </a:moveTo>
                <a:cubicBezTo>
                  <a:pt x="3104" y="1040"/>
                  <a:pt x="3102" y="1040"/>
                  <a:pt x="3102" y="1042"/>
                </a:cubicBezTo>
                <a:cubicBezTo>
                  <a:pt x="3103" y="1051"/>
                  <a:pt x="3095" y="1030"/>
                  <a:pt x="3102" y="1037"/>
                </a:cubicBezTo>
                <a:close/>
                <a:moveTo>
                  <a:pt x="3133" y="1125"/>
                </a:moveTo>
                <a:cubicBezTo>
                  <a:pt x="3136" y="1144"/>
                  <a:pt x="3134" y="1162"/>
                  <a:pt x="3134" y="1180"/>
                </a:cubicBezTo>
                <a:cubicBezTo>
                  <a:pt x="3121" y="1261"/>
                  <a:pt x="3124" y="1266"/>
                  <a:pt x="3120" y="1270"/>
                </a:cubicBezTo>
                <a:cubicBezTo>
                  <a:pt x="3117" y="1275"/>
                  <a:pt x="3119" y="1274"/>
                  <a:pt x="3118" y="1271"/>
                </a:cubicBezTo>
                <a:cubicBezTo>
                  <a:pt x="3121" y="1257"/>
                  <a:pt x="3119" y="1254"/>
                  <a:pt x="3118" y="1252"/>
                </a:cubicBezTo>
                <a:cubicBezTo>
                  <a:pt x="3118" y="1228"/>
                  <a:pt x="3121" y="1224"/>
                  <a:pt x="3121" y="1220"/>
                </a:cubicBezTo>
                <a:cubicBezTo>
                  <a:pt x="3122" y="1171"/>
                  <a:pt x="3120" y="1162"/>
                  <a:pt x="3122" y="1154"/>
                </a:cubicBezTo>
                <a:cubicBezTo>
                  <a:pt x="3120" y="1095"/>
                  <a:pt x="3117" y="1089"/>
                  <a:pt x="3118" y="1085"/>
                </a:cubicBezTo>
                <a:cubicBezTo>
                  <a:pt x="3110" y="1040"/>
                  <a:pt x="3113" y="1036"/>
                  <a:pt x="3112" y="1031"/>
                </a:cubicBezTo>
                <a:cubicBezTo>
                  <a:pt x="3101" y="953"/>
                  <a:pt x="3102" y="945"/>
                  <a:pt x="3098" y="935"/>
                </a:cubicBezTo>
                <a:cubicBezTo>
                  <a:pt x="3089" y="874"/>
                  <a:pt x="3092" y="870"/>
                  <a:pt x="3088" y="864"/>
                </a:cubicBezTo>
                <a:cubicBezTo>
                  <a:pt x="3074" y="793"/>
                  <a:pt x="3077" y="807"/>
                  <a:pt x="3084" y="806"/>
                </a:cubicBezTo>
                <a:cubicBezTo>
                  <a:pt x="3106" y="855"/>
                  <a:pt x="3107" y="860"/>
                  <a:pt x="3110" y="865"/>
                </a:cubicBezTo>
                <a:cubicBezTo>
                  <a:pt x="3119" y="919"/>
                  <a:pt x="3123" y="929"/>
                  <a:pt x="3125" y="939"/>
                </a:cubicBezTo>
                <a:cubicBezTo>
                  <a:pt x="3124" y="973"/>
                  <a:pt x="3130" y="984"/>
                  <a:pt x="3128" y="992"/>
                </a:cubicBezTo>
                <a:cubicBezTo>
                  <a:pt x="3131" y="1008"/>
                  <a:pt x="3129" y="1011"/>
                  <a:pt x="3129" y="1013"/>
                </a:cubicBezTo>
                <a:cubicBezTo>
                  <a:pt x="3134" y="1056"/>
                  <a:pt x="3135" y="1065"/>
                  <a:pt x="3133" y="1073"/>
                </a:cubicBezTo>
                <a:close/>
                <a:moveTo>
                  <a:pt x="3146" y="1143"/>
                </a:moveTo>
                <a:cubicBezTo>
                  <a:pt x="3139" y="1144"/>
                  <a:pt x="3146" y="1139"/>
                  <a:pt x="3144" y="1135"/>
                </a:cubicBezTo>
                <a:cubicBezTo>
                  <a:pt x="3141" y="1129"/>
                  <a:pt x="3149" y="1134"/>
                  <a:pt x="3146" y="1143"/>
                </a:cubicBezTo>
                <a:close/>
                <a:moveTo>
                  <a:pt x="3147" y="967"/>
                </a:moveTo>
                <a:cubicBezTo>
                  <a:pt x="3145" y="973"/>
                  <a:pt x="3147" y="979"/>
                  <a:pt x="3145" y="984"/>
                </a:cubicBezTo>
                <a:cubicBezTo>
                  <a:pt x="3149" y="991"/>
                  <a:pt x="3145" y="996"/>
                  <a:pt x="3144" y="1001"/>
                </a:cubicBezTo>
                <a:cubicBezTo>
                  <a:pt x="3149" y="1023"/>
                  <a:pt x="3149" y="1042"/>
                  <a:pt x="3149" y="1062"/>
                </a:cubicBezTo>
                <a:cubicBezTo>
                  <a:pt x="3146" y="1071"/>
                  <a:pt x="3150" y="1082"/>
                  <a:pt x="3146" y="1091"/>
                </a:cubicBezTo>
                <a:cubicBezTo>
                  <a:pt x="3152" y="1102"/>
                  <a:pt x="3144" y="1110"/>
                  <a:pt x="3147" y="1120"/>
                </a:cubicBezTo>
                <a:cubicBezTo>
                  <a:pt x="3141" y="1123"/>
                  <a:pt x="3146" y="1114"/>
                  <a:pt x="3144" y="1111"/>
                </a:cubicBezTo>
                <a:cubicBezTo>
                  <a:pt x="3144" y="1107"/>
                  <a:pt x="3144" y="1103"/>
                  <a:pt x="3145" y="1099"/>
                </a:cubicBezTo>
                <a:cubicBezTo>
                  <a:pt x="3144" y="1091"/>
                  <a:pt x="3143" y="1084"/>
                  <a:pt x="3146" y="1077"/>
                </a:cubicBezTo>
                <a:cubicBezTo>
                  <a:pt x="3144" y="1068"/>
                  <a:pt x="3143" y="1060"/>
                  <a:pt x="3143" y="1051"/>
                </a:cubicBezTo>
                <a:cubicBezTo>
                  <a:pt x="3145" y="1048"/>
                  <a:pt x="3142" y="1043"/>
                  <a:pt x="3141" y="1039"/>
                </a:cubicBezTo>
                <a:cubicBezTo>
                  <a:pt x="3146" y="1037"/>
                  <a:pt x="3140" y="1032"/>
                  <a:pt x="3144" y="1029"/>
                </a:cubicBezTo>
                <a:cubicBezTo>
                  <a:pt x="3140" y="1021"/>
                  <a:pt x="3138" y="1014"/>
                  <a:pt x="3139" y="1007"/>
                </a:cubicBezTo>
                <a:cubicBezTo>
                  <a:pt x="3139" y="1003"/>
                  <a:pt x="3139" y="1000"/>
                  <a:pt x="3139" y="996"/>
                </a:cubicBezTo>
                <a:cubicBezTo>
                  <a:pt x="3141" y="994"/>
                  <a:pt x="3134" y="988"/>
                  <a:pt x="3138" y="986"/>
                </a:cubicBezTo>
                <a:cubicBezTo>
                  <a:pt x="3136" y="972"/>
                  <a:pt x="3137" y="959"/>
                  <a:pt x="3134" y="945"/>
                </a:cubicBezTo>
                <a:cubicBezTo>
                  <a:pt x="3135" y="918"/>
                  <a:pt x="3119" y="886"/>
                  <a:pt x="3120" y="859"/>
                </a:cubicBezTo>
                <a:cubicBezTo>
                  <a:pt x="3127" y="860"/>
                  <a:pt x="3129" y="873"/>
                  <a:pt x="3131" y="878"/>
                </a:cubicBezTo>
                <a:cubicBezTo>
                  <a:pt x="3130" y="883"/>
                  <a:pt x="3136" y="891"/>
                  <a:pt x="3136" y="897"/>
                </a:cubicBezTo>
                <a:cubicBezTo>
                  <a:pt x="3134" y="902"/>
                  <a:pt x="3140" y="909"/>
                  <a:pt x="3138" y="915"/>
                </a:cubicBezTo>
                <a:cubicBezTo>
                  <a:pt x="3140" y="918"/>
                  <a:pt x="3140" y="921"/>
                  <a:pt x="3138" y="923"/>
                </a:cubicBezTo>
                <a:cubicBezTo>
                  <a:pt x="3142" y="924"/>
                  <a:pt x="3140" y="926"/>
                  <a:pt x="3141" y="929"/>
                </a:cubicBezTo>
                <a:cubicBezTo>
                  <a:pt x="3145" y="943"/>
                  <a:pt x="3143" y="954"/>
                  <a:pt x="3147" y="967"/>
                </a:cubicBezTo>
                <a:close/>
                <a:moveTo>
                  <a:pt x="3300" y="1035"/>
                </a:moveTo>
                <a:cubicBezTo>
                  <a:pt x="3295" y="1028"/>
                  <a:pt x="3289" y="1022"/>
                  <a:pt x="3282" y="1018"/>
                </a:cubicBezTo>
                <a:cubicBezTo>
                  <a:pt x="3274" y="1001"/>
                  <a:pt x="3280" y="1009"/>
                  <a:pt x="3288" y="1009"/>
                </a:cubicBezTo>
                <a:cubicBezTo>
                  <a:pt x="3320" y="1033"/>
                  <a:pt x="3323" y="1035"/>
                  <a:pt x="3327" y="1034"/>
                </a:cubicBezTo>
                <a:cubicBezTo>
                  <a:pt x="3370" y="1056"/>
                  <a:pt x="3372" y="1065"/>
                  <a:pt x="3376" y="1063"/>
                </a:cubicBezTo>
                <a:cubicBezTo>
                  <a:pt x="3411" y="1085"/>
                  <a:pt x="3419" y="1084"/>
                  <a:pt x="3425" y="1090"/>
                </a:cubicBezTo>
                <a:cubicBezTo>
                  <a:pt x="3450" y="1102"/>
                  <a:pt x="3451" y="1113"/>
                  <a:pt x="3455" y="1111"/>
                </a:cubicBezTo>
                <a:cubicBezTo>
                  <a:pt x="3509" y="1144"/>
                  <a:pt x="3517" y="1145"/>
                  <a:pt x="3523" y="1152"/>
                </a:cubicBezTo>
                <a:cubicBezTo>
                  <a:pt x="3573" y="1200"/>
                  <a:pt x="3569" y="1200"/>
                  <a:pt x="3566" y="1195"/>
                </a:cubicBezTo>
                <a:cubicBezTo>
                  <a:pt x="3552" y="1189"/>
                  <a:pt x="3548" y="1189"/>
                  <a:pt x="3545" y="1185"/>
                </a:cubicBezTo>
                <a:cubicBezTo>
                  <a:pt x="3524" y="1178"/>
                  <a:pt x="3521" y="1172"/>
                  <a:pt x="3516" y="1174"/>
                </a:cubicBezTo>
                <a:cubicBezTo>
                  <a:pt x="3469" y="1147"/>
                  <a:pt x="3462" y="1147"/>
                  <a:pt x="3456" y="1140"/>
                </a:cubicBezTo>
                <a:cubicBezTo>
                  <a:pt x="3430" y="1127"/>
                  <a:pt x="3424" y="1119"/>
                  <a:pt x="3417" y="1119"/>
                </a:cubicBezTo>
                <a:cubicBezTo>
                  <a:pt x="3373" y="1091"/>
                  <a:pt x="3369" y="1091"/>
                  <a:pt x="3366" y="1088"/>
                </a:cubicBezTo>
                <a:cubicBezTo>
                  <a:pt x="3343" y="1075"/>
                  <a:pt x="3342" y="1066"/>
                  <a:pt x="3338" y="1068"/>
                </a:cubicBezTo>
                <a:close/>
                <a:moveTo>
                  <a:pt x="3392" y="1172"/>
                </a:moveTo>
                <a:cubicBezTo>
                  <a:pt x="3385" y="1167"/>
                  <a:pt x="3378" y="1163"/>
                  <a:pt x="3372" y="1156"/>
                </a:cubicBezTo>
                <a:cubicBezTo>
                  <a:pt x="3399" y="1168"/>
                  <a:pt x="3400" y="1175"/>
                  <a:pt x="3404" y="1173"/>
                </a:cubicBezTo>
                <a:cubicBezTo>
                  <a:pt x="3454" y="1209"/>
                  <a:pt x="3460" y="1205"/>
                  <a:pt x="3464" y="1212"/>
                </a:cubicBezTo>
                <a:cubicBezTo>
                  <a:pt x="3514" y="1237"/>
                  <a:pt x="3515" y="1240"/>
                  <a:pt x="3516" y="1240"/>
                </a:cubicBezTo>
                <a:cubicBezTo>
                  <a:pt x="3547" y="1261"/>
                  <a:pt x="3553" y="1261"/>
                  <a:pt x="3558" y="1266"/>
                </a:cubicBezTo>
                <a:cubicBezTo>
                  <a:pt x="3637" y="1326"/>
                  <a:pt x="3641" y="1334"/>
                  <a:pt x="3647" y="1335"/>
                </a:cubicBezTo>
                <a:cubicBezTo>
                  <a:pt x="3634" y="1330"/>
                  <a:pt x="3626" y="1332"/>
                  <a:pt x="3621" y="1328"/>
                </a:cubicBezTo>
                <a:cubicBezTo>
                  <a:pt x="3579" y="1307"/>
                  <a:pt x="3575" y="1297"/>
                  <a:pt x="3568" y="1298"/>
                </a:cubicBezTo>
                <a:cubicBezTo>
                  <a:pt x="3521" y="1272"/>
                  <a:pt x="3509" y="1264"/>
                  <a:pt x="3498" y="1256"/>
                </a:cubicBezTo>
                <a:cubicBezTo>
                  <a:pt x="3474" y="1243"/>
                  <a:pt x="3469" y="1237"/>
                  <a:pt x="3463" y="1235"/>
                </a:cubicBezTo>
                <a:cubicBezTo>
                  <a:pt x="3427" y="1207"/>
                  <a:pt x="3421" y="1204"/>
                  <a:pt x="3416" y="1199"/>
                </a:cubicBezTo>
                <a:cubicBezTo>
                  <a:pt x="3398" y="1177"/>
                  <a:pt x="3390" y="1177"/>
                  <a:pt x="3392" y="1172"/>
                </a:cubicBezTo>
                <a:close/>
                <a:moveTo>
                  <a:pt x="3445" y="1360"/>
                </a:moveTo>
                <a:cubicBezTo>
                  <a:pt x="3442" y="1357"/>
                  <a:pt x="3445" y="1354"/>
                  <a:pt x="3442" y="1351"/>
                </a:cubicBezTo>
                <a:cubicBezTo>
                  <a:pt x="3444" y="1343"/>
                  <a:pt x="3447" y="1359"/>
                  <a:pt x="3446" y="1362"/>
                </a:cubicBezTo>
                <a:cubicBezTo>
                  <a:pt x="3447" y="1367"/>
                  <a:pt x="3442" y="1362"/>
                  <a:pt x="3445" y="1360"/>
                </a:cubicBezTo>
                <a:close/>
                <a:moveTo>
                  <a:pt x="3455" y="1340"/>
                </a:moveTo>
                <a:cubicBezTo>
                  <a:pt x="3447" y="1340"/>
                  <a:pt x="3456" y="1330"/>
                  <a:pt x="3449" y="1325"/>
                </a:cubicBezTo>
                <a:cubicBezTo>
                  <a:pt x="3457" y="1325"/>
                  <a:pt x="3457" y="1337"/>
                  <a:pt x="3455" y="1340"/>
                </a:cubicBezTo>
                <a:close/>
                <a:moveTo>
                  <a:pt x="3500" y="1553"/>
                </a:moveTo>
                <a:cubicBezTo>
                  <a:pt x="3499" y="1556"/>
                  <a:pt x="3499" y="1560"/>
                  <a:pt x="3499" y="1564"/>
                </a:cubicBezTo>
                <a:cubicBezTo>
                  <a:pt x="3491" y="1619"/>
                  <a:pt x="3494" y="1624"/>
                  <a:pt x="3490" y="1627"/>
                </a:cubicBezTo>
                <a:cubicBezTo>
                  <a:pt x="3483" y="1671"/>
                  <a:pt x="3478" y="1679"/>
                  <a:pt x="3476" y="1687"/>
                </a:cubicBezTo>
                <a:cubicBezTo>
                  <a:pt x="3467" y="1740"/>
                  <a:pt x="3458" y="1742"/>
                  <a:pt x="3461" y="1747"/>
                </a:cubicBezTo>
                <a:cubicBezTo>
                  <a:pt x="3453" y="1766"/>
                  <a:pt x="3455" y="1770"/>
                  <a:pt x="3453" y="1771"/>
                </a:cubicBezTo>
                <a:cubicBezTo>
                  <a:pt x="3426" y="1843"/>
                  <a:pt x="3420" y="1858"/>
                  <a:pt x="3413" y="1873"/>
                </a:cubicBezTo>
                <a:cubicBezTo>
                  <a:pt x="3404" y="1901"/>
                  <a:pt x="3407" y="1906"/>
                  <a:pt x="3403" y="1909"/>
                </a:cubicBezTo>
                <a:cubicBezTo>
                  <a:pt x="3400" y="1933"/>
                  <a:pt x="3398" y="1933"/>
                  <a:pt x="3396" y="1929"/>
                </a:cubicBezTo>
                <a:cubicBezTo>
                  <a:pt x="3399" y="1898"/>
                  <a:pt x="3401" y="1890"/>
                  <a:pt x="3402" y="1882"/>
                </a:cubicBezTo>
                <a:cubicBezTo>
                  <a:pt x="3404" y="1867"/>
                  <a:pt x="3401" y="1862"/>
                  <a:pt x="3404" y="1859"/>
                </a:cubicBezTo>
                <a:cubicBezTo>
                  <a:pt x="3410" y="1820"/>
                  <a:pt x="3415" y="1817"/>
                  <a:pt x="3414" y="1813"/>
                </a:cubicBezTo>
                <a:cubicBezTo>
                  <a:pt x="3428" y="1760"/>
                  <a:pt x="3435" y="1755"/>
                  <a:pt x="3430" y="1746"/>
                </a:cubicBezTo>
                <a:cubicBezTo>
                  <a:pt x="3449" y="1702"/>
                  <a:pt x="3445" y="1698"/>
                  <a:pt x="3447" y="1695"/>
                </a:cubicBezTo>
                <a:cubicBezTo>
                  <a:pt x="3457" y="1660"/>
                  <a:pt x="3460" y="1653"/>
                  <a:pt x="3463" y="1645"/>
                </a:cubicBezTo>
                <a:cubicBezTo>
                  <a:pt x="3471" y="1615"/>
                  <a:pt x="3473" y="1607"/>
                  <a:pt x="3475" y="1600"/>
                </a:cubicBezTo>
                <a:cubicBezTo>
                  <a:pt x="3486" y="1539"/>
                  <a:pt x="3485" y="1529"/>
                  <a:pt x="3490" y="1520"/>
                </a:cubicBezTo>
                <a:cubicBezTo>
                  <a:pt x="3496" y="1430"/>
                  <a:pt x="3496" y="1441"/>
                  <a:pt x="3495" y="1443"/>
                </a:cubicBezTo>
                <a:cubicBezTo>
                  <a:pt x="3501" y="1487"/>
                  <a:pt x="3502" y="1497"/>
                  <a:pt x="3499" y="1507"/>
                </a:cubicBezTo>
                <a:close/>
                <a:moveTo>
                  <a:pt x="3614" y="1747"/>
                </a:moveTo>
                <a:cubicBezTo>
                  <a:pt x="3615" y="1752"/>
                  <a:pt x="3611" y="1747"/>
                  <a:pt x="3610" y="1744"/>
                </a:cubicBezTo>
                <a:cubicBezTo>
                  <a:pt x="3609" y="1740"/>
                  <a:pt x="3613" y="1744"/>
                  <a:pt x="3614" y="1747"/>
                </a:cubicBezTo>
                <a:close/>
                <a:moveTo>
                  <a:pt x="3553" y="1558"/>
                </a:moveTo>
                <a:cubicBezTo>
                  <a:pt x="3543" y="1561"/>
                  <a:pt x="3548" y="1551"/>
                  <a:pt x="3542" y="1545"/>
                </a:cubicBezTo>
                <a:cubicBezTo>
                  <a:pt x="3547" y="1543"/>
                  <a:pt x="3549" y="1555"/>
                  <a:pt x="3553" y="1558"/>
                </a:cubicBezTo>
                <a:close/>
                <a:moveTo>
                  <a:pt x="3540" y="1637"/>
                </a:moveTo>
                <a:cubicBezTo>
                  <a:pt x="3542" y="1631"/>
                  <a:pt x="3540" y="1625"/>
                  <a:pt x="3541" y="1619"/>
                </a:cubicBezTo>
                <a:cubicBezTo>
                  <a:pt x="3549" y="1619"/>
                  <a:pt x="3541" y="1630"/>
                  <a:pt x="3544" y="1634"/>
                </a:cubicBezTo>
                <a:cubicBezTo>
                  <a:pt x="3542" y="1640"/>
                  <a:pt x="3542" y="1645"/>
                  <a:pt x="3543" y="1651"/>
                </a:cubicBezTo>
                <a:cubicBezTo>
                  <a:pt x="3535" y="1651"/>
                  <a:pt x="3543" y="1641"/>
                  <a:pt x="3540" y="1637"/>
                </a:cubicBezTo>
                <a:close/>
                <a:moveTo>
                  <a:pt x="3531" y="1530"/>
                </a:moveTo>
                <a:cubicBezTo>
                  <a:pt x="3523" y="1527"/>
                  <a:pt x="3522" y="1512"/>
                  <a:pt x="3520" y="1506"/>
                </a:cubicBezTo>
                <a:cubicBezTo>
                  <a:pt x="3527" y="1508"/>
                  <a:pt x="3523" y="1522"/>
                  <a:pt x="3531" y="1530"/>
                </a:cubicBezTo>
                <a:close/>
                <a:moveTo>
                  <a:pt x="3515" y="1492"/>
                </a:moveTo>
                <a:cubicBezTo>
                  <a:pt x="3503" y="1494"/>
                  <a:pt x="3514" y="1480"/>
                  <a:pt x="3506" y="1473"/>
                </a:cubicBezTo>
                <a:cubicBezTo>
                  <a:pt x="3517" y="1475"/>
                  <a:pt x="3507" y="1485"/>
                  <a:pt x="3515" y="1492"/>
                </a:cubicBezTo>
                <a:close/>
                <a:moveTo>
                  <a:pt x="3814" y="0"/>
                </a:moveTo>
                <a:cubicBezTo>
                  <a:pt x="3805" y="0"/>
                  <a:pt x="3805" y="0"/>
                  <a:pt x="3805" y="0"/>
                </a:cubicBezTo>
                <a:cubicBezTo>
                  <a:pt x="3810" y="6"/>
                  <a:pt x="3814" y="12"/>
                  <a:pt x="3821" y="18"/>
                </a:cubicBezTo>
                <a:cubicBezTo>
                  <a:pt x="3827" y="24"/>
                  <a:pt x="3834" y="30"/>
                  <a:pt x="3840" y="36"/>
                </a:cubicBezTo>
                <a:cubicBezTo>
                  <a:pt x="3840" y="26"/>
                  <a:pt x="3840" y="26"/>
                  <a:pt x="3840" y="26"/>
                </a:cubicBezTo>
                <a:cubicBezTo>
                  <a:pt x="3831" y="18"/>
                  <a:pt x="3823" y="9"/>
                  <a:pt x="3814" y="1"/>
                </a:cubicBezTo>
                <a:cubicBezTo>
                  <a:pt x="3814" y="1"/>
                  <a:pt x="3814" y="1"/>
                  <a:pt x="3814" y="0"/>
                </a:cubicBezTo>
                <a:close/>
                <a:moveTo>
                  <a:pt x="3831" y="0"/>
                </a:moveTo>
                <a:cubicBezTo>
                  <a:pt x="3834" y="2"/>
                  <a:pt x="3835" y="3"/>
                  <a:pt x="3837" y="7"/>
                </a:cubicBezTo>
                <a:cubicBezTo>
                  <a:pt x="3838" y="7"/>
                  <a:pt x="3839" y="7"/>
                  <a:pt x="3840" y="8"/>
                </a:cubicBezTo>
                <a:cubicBezTo>
                  <a:pt x="3840" y="0"/>
                  <a:pt x="3840" y="0"/>
                  <a:pt x="3840" y="0"/>
                </a:cubicBezTo>
                <a:lnTo>
                  <a:pt x="3831" y="0"/>
                </a:lnTo>
                <a:close/>
                <a:moveTo>
                  <a:pt x="740" y="250"/>
                </a:moveTo>
                <a:cubicBezTo>
                  <a:pt x="740" y="254"/>
                  <a:pt x="736" y="252"/>
                  <a:pt x="734" y="250"/>
                </a:cubicBezTo>
                <a:cubicBezTo>
                  <a:pt x="700" y="243"/>
                  <a:pt x="693" y="242"/>
                  <a:pt x="688" y="238"/>
                </a:cubicBezTo>
                <a:cubicBezTo>
                  <a:pt x="649" y="218"/>
                  <a:pt x="646" y="213"/>
                  <a:pt x="639" y="211"/>
                </a:cubicBezTo>
                <a:cubicBezTo>
                  <a:pt x="605" y="186"/>
                  <a:pt x="597" y="185"/>
                  <a:pt x="594" y="179"/>
                </a:cubicBezTo>
                <a:cubicBezTo>
                  <a:pt x="566" y="166"/>
                  <a:pt x="569" y="159"/>
                  <a:pt x="564" y="159"/>
                </a:cubicBezTo>
                <a:cubicBezTo>
                  <a:pt x="529" y="136"/>
                  <a:pt x="526" y="135"/>
                  <a:pt x="525" y="132"/>
                </a:cubicBezTo>
                <a:cubicBezTo>
                  <a:pt x="512" y="117"/>
                  <a:pt x="505" y="119"/>
                  <a:pt x="506" y="114"/>
                </a:cubicBezTo>
                <a:cubicBezTo>
                  <a:pt x="484" y="93"/>
                  <a:pt x="478" y="94"/>
                  <a:pt x="478" y="90"/>
                </a:cubicBezTo>
                <a:cubicBezTo>
                  <a:pt x="454" y="72"/>
                  <a:pt x="447" y="64"/>
                  <a:pt x="437" y="58"/>
                </a:cubicBezTo>
                <a:cubicBezTo>
                  <a:pt x="424" y="42"/>
                  <a:pt x="416" y="42"/>
                  <a:pt x="414" y="36"/>
                </a:cubicBezTo>
                <a:cubicBezTo>
                  <a:pt x="402" y="18"/>
                  <a:pt x="391" y="21"/>
                  <a:pt x="390" y="14"/>
                </a:cubicBezTo>
                <a:cubicBezTo>
                  <a:pt x="372" y="9"/>
                  <a:pt x="380" y="20"/>
                  <a:pt x="392" y="27"/>
                </a:cubicBezTo>
                <a:cubicBezTo>
                  <a:pt x="405" y="43"/>
                  <a:pt x="409" y="42"/>
                  <a:pt x="409" y="45"/>
                </a:cubicBezTo>
                <a:cubicBezTo>
                  <a:pt x="474" y="97"/>
                  <a:pt x="479" y="102"/>
                  <a:pt x="484" y="109"/>
                </a:cubicBezTo>
                <a:cubicBezTo>
                  <a:pt x="530" y="145"/>
                  <a:pt x="540" y="147"/>
                  <a:pt x="544" y="154"/>
                </a:cubicBezTo>
                <a:cubicBezTo>
                  <a:pt x="580" y="177"/>
                  <a:pt x="581" y="181"/>
                  <a:pt x="587" y="182"/>
                </a:cubicBezTo>
                <a:cubicBezTo>
                  <a:pt x="639" y="211"/>
                  <a:pt x="642" y="220"/>
                  <a:pt x="652" y="222"/>
                </a:cubicBezTo>
                <a:cubicBezTo>
                  <a:pt x="676" y="237"/>
                  <a:pt x="673" y="238"/>
                  <a:pt x="671" y="238"/>
                </a:cubicBezTo>
                <a:cubicBezTo>
                  <a:pt x="651" y="229"/>
                  <a:pt x="645" y="226"/>
                  <a:pt x="641" y="222"/>
                </a:cubicBezTo>
                <a:cubicBezTo>
                  <a:pt x="594" y="197"/>
                  <a:pt x="590" y="195"/>
                  <a:pt x="589" y="192"/>
                </a:cubicBezTo>
                <a:cubicBezTo>
                  <a:pt x="550" y="170"/>
                  <a:pt x="548" y="164"/>
                  <a:pt x="539" y="163"/>
                </a:cubicBezTo>
                <a:cubicBezTo>
                  <a:pt x="484" y="114"/>
                  <a:pt x="474" y="110"/>
                  <a:pt x="469" y="100"/>
                </a:cubicBezTo>
                <a:cubicBezTo>
                  <a:pt x="454" y="90"/>
                  <a:pt x="453" y="87"/>
                  <a:pt x="452" y="85"/>
                </a:cubicBezTo>
                <a:cubicBezTo>
                  <a:pt x="417" y="55"/>
                  <a:pt x="413" y="52"/>
                  <a:pt x="409" y="49"/>
                </a:cubicBezTo>
                <a:cubicBezTo>
                  <a:pt x="372" y="13"/>
                  <a:pt x="367" y="11"/>
                  <a:pt x="364" y="7"/>
                </a:cubicBezTo>
                <a:cubicBezTo>
                  <a:pt x="344" y="1"/>
                  <a:pt x="344" y="1"/>
                  <a:pt x="345" y="2"/>
                </a:cubicBezTo>
                <a:cubicBezTo>
                  <a:pt x="378" y="27"/>
                  <a:pt x="378" y="34"/>
                  <a:pt x="383" y="35"/>
                </a:cubicBezTo>
                <a:cubicBezTo>
                  <a:pt x="407" y="60"/>
                  <a:pt x="411" y="64"/>
                  <a:pt x="415" y="67"/>
                </a:cubicBezTo>
                <a:cubicBezTo>
                  <a:pt x="446" y="91"/>
                  <a:pt x="451" y="100"/>
                  <a:pt x="460" y="105"/>
                </a:cubicBezTo>
                <a:cubicBezTo>
                  <a:pt x="490" y="130"/>
                  <a:pt x="498" y="136"/>
                  <a:pt x="505" y="143"/>
                </a:cubicBezTo>
                <a:cubicBezTo>
                  <a:pt x="570" y="188"/>
                  <a:pt x="575" y="191"/>
                  <a:pt x="578" y="194"/>
                </a:cubicBezTo>
                <a:cubicBezTo>
                  <a:pt x="601" y="206"/>
                  <a:pt x="601" y="209"/>
                  <a:pt x="604" y="210"/>
                </a:cubicBezTo>
                <a:cubicBezTo>
                  <a:pt x="635" y="227"/>
                  <a:pt x="639" y="230"/>
                  <a:pt x="645" y="231"/>
                </a:cubicBezTo>
                <a:cubicBezTo>
                  <a:pt x="681" y="244"/>
                  <a:pt x="685" y="247"/>
                  <a:pt x="690" y="249"/>
                </a:cubicBezTo>
                <a:cubicBezTo>
                  <a:pt x="728" y="254"/>
                  <a:pt x="731" y="254"/>
                  <a:pt x="734" y="255"/>
                </a:cubicBezTo>
                <a:close/>
                <a:moveTo>
                  <a:pt x="989" y="371"/>
                </a:moveTo>
                <a:cubicBezTo>
                  <a:pt x="998" y="376"/>
                  <a:pt x="1006" y="381"/>
                  <a:pt x="1017" y="385"/>
                </a:cubicBezTo>
                <a:cubicBezTo>
                  <a:pt x="1041" y="394"/>
                  <a:pt x="1046" y="395"/>
                  <a:pt x="1047" y="392"/>
                </a:cubicBezTo>
                <a:cubicBezTo>
                  <a:pt x="1003" y="373"/>
                  <a:pt x="998" y="371"/>
                  <a:pt x="995" y="367"/>
                </a:cubicBezTo>
                <a:cubicBezTo>
                  <a:pt x="960" y="342"/>
                  <a:pt x="958" y="341"/>
                  <a:pt x="956" y="340"/>
                </a:cubicBezTo>
                <a:cubicBezTo>
                  <a:pt x="939" y="327"/>
                  <a:pt x="937" y="326"/>
                  <a:pt x="935" y="324"/>
                </a:cubicBezTo>
                <a:cubicBezTo>
                  <a:pt x="917" y="306"/>
                  <a:pt x="913" y="302"/>
                  <a:pt x="909" y="300"/>
                </a:cubicBezTo>
                <a:cubicBezTo>
                  <a:pt x="861" y="237"/>
                  <a:pt x="859" y="233"/>
                  <a:pt x="856" y="231"/>
                </a:cubicBezTo>
                <a:cubicBezTo>
                  <a:pt x="848" y="219"/>
                  <a:pt x="845" y="213"/>
                  <a:pt x="839" y="209"/>
                </a:cubicBezTo>
                <a:cubicBezTo>
                  <a:pt x="825" y="175"/>
                  <a:pt x="815" y="179"/>
                  <a:pt x="816" y="173"/>
                </a:cubicBezTo>
                <a:cubicBezTo>
                  <a:pt x="788" y="136"/>
                  <a:pt x="784" y="135"/>
                  <a:pt x="784" y="129"/>
                </a:cubicBezTo>
                <a:cubicBezTo>
                  <a:pt x="774" y="119"/>
                  <a:pt x="771" y="116"/>
                  <a:pt x="770" y="111"/>
                </a:cubicBezTo>
                <a:cubicBezTo>
                  <a:pt x="742" y="73"/>
                  <a:pt x="738" y="66"/>
                  <a:pt x="734" y="58"/>
                </a:cubicBezTo>
                <a:cubicBezTo>
                  <a:pt x="714" y="35"/>
                  <a:pt x="711" y="32"/>
                  <a:pt x="706" y="31"/>
                </a:cubicBezTo>
                <a:cubicBezTo>
                  <a:pt x="680" y="2"/>
                  <a:pt x="679" y="1"/>
                  <a:pt x="679" y="0"/>
                </a:cubicBezTo>
                <a:cubicBezTo>
                  <a:pt x="686" y="20"/>
                  <a:pt x="692" y="26"/>
                  <a:pt x="697" y="33"/>
                </a:cubicBezTo>
                <a:cubicBezTo>
                  <a:pt x="751" y="95"/>
                  <a:pt x="751" y="101"/>
                  <a:pt x="754" y="104"/>
                </a:cubicBezTo>
                <a:cubicBezTo>
                  <a:pt x="768" y="131"/>
                  <a:pt x="775" y="130"/>
                  <a:pt x="776" y="135"/>
                </a:cubicBezTo>
                <a:cubicBezTo>
                  <a:pt x="788" y="151"/>
                  <a:pt x="791" y="151"/>
                  <a:pt x="793" y="151"/>
                </a:cubicBezTo>
                <a:cubicBezTo>
                  <a:pt x="829" y="208"/>
                  <a:pt x="829" y="214"/>
                  <a:pt x="835" y="213"/>
                </a:cubicBezTo>
                <a:cubicBezTo>
                  <a:pt x="854" y="247"/>
                  <a:pt x="861" y="249"/>
                  <a:pt x="862" y="257"/>
                </a:cubicBezTo>
                <a:cubicBezTo>
                  <a:pt x="880" y="280"/>
                  <a:pt x="884" y="285"/>
                  <a:pt x="890" y="288"/>
                </a:cubicBezTo>
                <a:cubicBezTo>
                  <a:pt x="874" y="275"/>
                  <a:pt x="868" y="272"/>
                  <a:pt x="867" y="266"/>
                </a:cubicBezTo>
                <a:cubicBezTo>
                  <a:pt x="820" y="208"/>
                  <a:pt x="817" y="207"/>
                  <a:pt x="816" y="204"/>
                </a:cubicBezTo>
                <a:cubicBezTo>
                  <a:pt x="792" y="174"/>
                  <a:pt x="789" y="161"/>
                  <a:pt x="780" y="153"/>
                </a:cubicBezTo>
                <a:cubicBezTo>
                  <a:pt x="748" y="107"/>
                  <a:pt x="745" y="107"/>
                  <a:pt x="744" y="106"/>
                </a:cubicBezTo>
                <a:cubicBezTo>
                  <a:pt x="733" y="84"/>
                  <a:pt x="723" y="78"/>
                  <a:pt x="718" y="67"/>
                </a:cubicBezTo>
                <a:cubicBezTo>
                  <a:pt x="703" y="47"/>
                  <a:pt x="697" y="46"/>
                  <a:pt x="695" y="40"/>
                </a:cubicBezTo>
                <a:cubicBezTo>
                  <a:pt x="673" y="18"/>
                  <a:pt x="673" y="15"/>
                  <a:pt x="669" y="15"/>
                </a:cubicBezTo>
                <a:cubicBezTo>
                  <a:pt x="644" y="0"/>
                  <a:pt x="644" y="0"/>
                  <a:pt x="644" y="0"/>
                </a:cubicBezTo>
                <a:cubicBezTo>
                  <a:pt x="675" y="28"/>
                  <a:pt x="679" y="37"/>
                  <a:pt x="686" y="44"/>
                </a:cubicBezTo>
                <a:cubicBezTo>
                  <a:pt x="707" y="69"/>
                  <a:pt x="710" y="70"/>
                  <a:pt x="707" y="71"/>
                </a:cubicBezTo>
                <a:cubicBezTo>
                  <a:pt x="730" y="96"/>
                  <a:pt x="734" y="106"/>
                  <a:pt x="741" y="113"/>
                </a:cubicBezTo>
                <a:cubicBezTo>
                  <a:pt x="782" y="170"/>
                  <a:pt x="787" y="179"/>
                  <a:pt x="794" y="186"/>
                </a:cubicBezTo>
                <a:cubicBezTo>
                  <a:pt x="806" y="199"/>
                  <a:pt x="804" y="205"/>
                  <a:pt x="807" y="206"/>
                </a:cubicBezTo>
                <a:cubicBezTo>
                  <a:pt x="854" y="262"/>
                  <a:pt x="852" y="269"/>
                  <a:pt x="860" y="268"/>
                </a:cubicBezTo>
                <a:cubicBezTo>
                  <a:pt x="896" y="311"/>
                  <a:pt x="905" y="316"/>
                  <a:pt x="913" y="322"/>
                </a:cubicBezTo>
                <a:cubicBezTo>
                  <a:pt x="967" y="358"/>
                  <a:pt x="972" y="359"/>
                  <a:pt x="976" y="362"/>
                </a:cubicBezTo>
                <a:close/>
                <a:moveTo>
                  <a:pt x="1027" y="2129"/>
                </a:moveTo>
                <a:cubicBezTo>
                  <a:pt x="1022" y="2125"/>
                  <a:pt x="1022" y="2116"/>
                  <a:pt x="1017" y="2112"/>
                </a:cubicBezTo>
                <a:cubicBezTo>
                  <a:pt x="1016" y="2108"/>
                  <a:pt x="1019" y="2101"/>
                  <a:pt x="1012" y="2103"/>
                </a:cubicBezTo>
                <a:cubicBezTo>
                  <a:pt x="1012" y="2098"/>
                  <a:pt x="1011" y="2094"/>
                  <a:pt x="1008" y="2092"/>
                </a:cubicBezTo>
                <a:cubicBezTo>
                  <a:pt x="1006" y="2085"/>
                  <a:pt x="1004" y="2077"/>
                  <a:pt x="1001" y="2070"/>
                </a:cubicBezTo>
                <a:cubicBezTo>
                  <a:pt x="997" y="2070"/>
                  <a:pt x="1000" y="2063"/>
                  <a:pt x="997" y="2062"/>
                </a:cubicBezTo>
                <a:cubicBezTo>
                  <a:pt x="993" y="2060"/>
                  <a:pt x="997" y="2051"/>
                  <a:pt x="993" y="2051"/>
                </a:cubicBezTo>
                <a:cubicBezTo>
                  <a:pt x="993" y="2041"/>
                  <a:pt x="988" y="2036"/>
                  <a:pt x="986" y="2029"/>
                </a:cubicBezTo>
                <a:cubicBezTo>
                  <a:pt x="988" y="2022"/>
                  <a:pt x="982" y="2023"/>
                  <a:pt x="984" y="2016"/>
                </a:cubicBezTo>
                <a:cubicBezTo>
                  <a:pt x="984" y="2010"/>
                  <a:pt x="983" y="2005"/>
                  <a:pt x="979" y="2003"/>
                </a:cubicBezTo>
                <a:cubicBezTo>
                  <a:pt x="978" y="2019"/>
                  <a:pt x="984" y="2027"/>
                  <a:pt x="986" y="2040"/>
                </a:cubicBezTo>
                <a:cubicBezTo>
                  <a:pt x="987" y="2046"/>
                  <a:pt x="989" y="2051"/>
                  <a:pt x="990" y="2057"/>
                </a:cubicBezTo>
                <a:cubicBezTo>
                  <a:pt x="990" y="2061"/>
                  <a:pt x="993" y="2062"/>
                  <a:pt x="993" y="2066"/>
                </a:cubicBezTo>
                <a:cubicBezTo>
                  <a:pt x="996" y="2066"/>
                  <a:pt x="994" y="2072"/>
                  <a:pt x="997" y="2073"/>
                </a:cubicBezTo>
                <a:cubicBezTo>
                  <a:pt x="998" y="2086"/>
                  <a:pt x="1006" y="2093"/>
                  <a:pt x="1008" y="2105"/>
                </a:cubicBezTo>
                <a:cubicBezTo>
                  <a:pt x="1011" y="2105"/>
                  <a:pt x="1009" y="2111"/>
                  <a:pt x="1012" y="2112"/>
                </a:cubicBezTo>
                <a:cubicBezTo>
                  <a:pt x="1012" y="2116"/>
                  <a:pt x="1015" y="2117"/>
                  <a:pt x="1014" y="2121"/>
                </a:cubicBezTo>
                <a:cubicBezTo>
                  <a:pt x="1016" y="2125"/>
                  <a:pt x="1020" y="2133"/>
                  <a:pt x="1017" y="2136"/>
                </a:cubicBezTo>
                <a:cubicBezTo>
                  <a:pt x="1020" y="2136"/>
                  <a:pt x="1018" y="2142"/>
                  <a:pt x="1021" y="2142"/>
                </a:cubicBezTo>
                <a:cubicBezTo>
                  <a:pt x="1020" y="2146"/>
                  <a:pt x="1023" y="2147"/>
                  <a:pt x="1023" y="2151"/>
                </a:cubicBezTo>
                <a:cubicBezTo>
                  <a:pt x="1023" y="2155"/>
                  <a:pt x="1024" y="2158"/>
                  <a:pt x="1025" y="2160"/>
                </a:cubicBezTo>
                <a:cubicBezTo>
                  <a:pt x="1032" y="2160"/>
                  <a:pt x="1032" y="2160"/>
                  <a:pt x="1032" y="2160"/>
                </a:cubicBezTo>
                <a:cubicBezTo>
                  <a:pt x="1032" y="2159"/>
                  <a:pt x="1032" y="2159"/>
                  <a:pt x="1032" y="2158"/>
                </a:cubicBezTo>
                <a:cubicBezTo>
                  <a:pt x="1033" y="2158"/>
                  <a:pt x="1035" y="2159"/>
                  <a:pt x="1036" y="2160"/>
                </a:cubicBezTo>
                <a:cubicBezTo>
                  <a:pt x="1045" y="2160"/>
                  <a:pt x="1045" y="2160"/>
                  <a:pt x="1045" y="2160"/>
                </a:cubicBezTo>
                <a:cubicBezTo>
                  <a:pt x="1043" y="2156"/>
                  <a:pt x="1040" y="2152"/>
                  <a:pt x="1036" y="2149"/>
                </a:cubicBezTo>
                <a:cubicBezTo>
                  <a:pt x="1037" y="2138"/>
                  <a:pt x="1027" y="2139"/>
                  <a:pt x="1027" y="2129"/>
                </a:cubicBezTo>
                <a:close/>
                <a:moveTo>
                  <a:pt x="1027" y="2147"/>
                </a:moveTo>
                <a:cubicBezTo>
                  <a:pt x="1029" y="2148"/>
                  <a:pt x="1031" y="2151"/>
                  <a:pt x="1032" y="2153"/>
                </a:cubicBezTo>
                <a:cubicBezTo>
                  <a:pt x="1031" y="2159"/>
                  <a:pt x="1027" y="2150"/>
                  <a:pt x="1027" y="2147"/>
                </a:cubicBezTo>
                <a:close/>
                <a:moveTo>
                  <a:pt x="887" y="319"/>
                </a:moveTo>
                <a:cubicBezTo>
                  <a:pt x="888" y="314"/>
                  <a:pt x="881" y="316"/>
                  <a:pt x="881" y="312"/>
                </a:cubicBezTo>
                <a:cubicBezTo>
                  <a:pt x="860" y="299"/>
                  <a:pt x="864" y="290"/>
                  <a:pt x="857" y="292"/>
                </a:cubicBezTo>
                <a:cubicBezTo>
                  <a:pt x="829" y="256"/>
                  <a:pt x="827" y="249"/>
                  <a:pt x="821" y="246"/>
                </a:cubicBezTo>
                <a:cubicBezTo>
                  <a:pt x="769" y="177"/>
                  <a:pt x="766" y="171"/>
                  <a:pt x="762" y="166"/>
                </a:cubicBezTo>
                <a:cubicBezTo>
                  <a:pt x="731" y="135"/>
                  <a:pt x="734" y="128"/>
                  <a:pt x="730" y="128"/>
                </a:cubicBezTo>
                <a:cubicBezTo>
                  <a:pt x="708" y="102"/>
                  <a:pt x="706" y="100"/>
                  <a:pt x="704" y="97"/>
                </a:cubicBezTo>
                <a:cubicBezTo>
                  <a:pt x="687" y="81"/>
                  <a:pt x="689" y="75"/>
                  <a:pt x="683" y="77"/>
                </a:cubicBezTo>
                <a:cubicBezTo>
                  <a:pt x="649" y="44"/>
                  <a:pt x="648" y="36"/>
                  <a:pt x="643" y="32"/>
                </a:cubicBezTo>
                <a:cubicBezTo>
                  <a:pt x="595" y="0"/>
                  <a:pt x="595" y="0"/>
                  <a:pt x="595" y="0"/>
                </a:cubicBezTo>
                <a:cubicBezTo>
                  <a:pt x="618" y="17"/>
                  <a:pt x="617" y="23"/>
                  <a:pt x="621" y="23"/>
                </a:cubicBezTo>
                <a:cubicBezTo>
                  <a:pt x="659" y="58"/>
                  <a:pt x="665" y="68"/>
                  <a:pt x="672" y="77"/>
                </a:cubicBezTo>
                <a:cubicBezTo>
                  <a:pt x="702" y="103"/>
                  <a:pt x="701" y="111"/>
                  <a:pt x="708" y="112"/>
                </a:cubicBezTo>
                <a:cubicBezTo>
                  <a:pt x="732" y="144"/>
                  <a:pt x="736" y="147"/>
                  <a:pt x="738" y="152"/>
                </a:cubicBezTo>
                <a:cubicBezTo>
                  <a:pt x="794" y="223"/>
                  <a:pt x="810" y="239"/>
                  <a:pt x="821" y="259"/>
                </a:cubicBezTo>
                <a:cubicBezTo>
                  <a:pt x="812" y="259"/>
                  <a:pt x="813" y="253"/>
                  <a:pt x="808" y="252"/>
                </a:cubicBezTo>
                <a:cubicBezTo>
                  <a:pt x="796" y="241"/>
                  <a:pt x="793" y="238"/>
                  <a:pt x="791" y="234"/>
                </a:cubicBezTo>
                <a:cubicBezTo>
                  <a:pt x="743" y="186"/>
                  <a:pt x="739" y="183"/>
                  <a:pt x="738" y="178"/>
                </a:cubicBezTo>
                <a:cubicBezTo>
                  <a:pt x="714" y="153"/>
                  <a:pt x="710" y="150"/>
                  <a:pt x="708" y="145"/>
                </a:cubicBezTo>
                <a:cubicBezTo>
                  <a:pt x="670" y="114"/>
                  <a:pt x="668" y="109"/>
                  <a:pt x="665" y="105"/>
                </a:cubicBezTo>
                <a:cubicBezTo>
                  <a:pt x="633" y="73"/>
                  <a:pt x="631" y="71"/>
                  <a:pt x="631" y="67"/>
                </a:cubicBezTo>
                <a:cubicBezTo>
                  <a:pt x="615" y="51"/>
                  <a:pt x="610" y="52"/>
                  <a:pt x="610" y="51"/>
                </a:cubicBezTo>
                <a:cubicBezTo>
                  <a:pt x="597" y="42"/>
                  <a:pt x="601" y="32"/>
                  <a:pt x="592" y="33"/>
                </a:cubicBezTo>
                <a:cubicBezTo>
                  <a:pt x="567" y="8"/>
                  <a:pt x="562" y="4"/>
                  <a:pt x="557" y="0"/>
                </a:cubicBezTo>
                <a:cubicBezTo>
                  <a:pt x="552" y="10"/>
                  <a:pt x="563" y="13"/>
                  <a:pt x="569" y="22"/>
                </a:cubicBezTo>
                <a:cubicBezTo>
                  <a:pt x="629" y="79"/>
                  <a:pt x="629" y="83"/>
                  <a:pt x="633" y="82"/>
                </a:cubicBezTo>
                <a:cubicBezTo>
                  <a:pt x="676" y="124"/>
                  <a:pt x="689" y="140"/>
                  <a:pt x="705" y="154"/>
                </a:cubicBezTo>
                <a:cubicBezTo>
                  <a:pt x="778" y="231"/>
                  <a:pt x="785" y="238"/>
                  <a:pt x="793" y="245"/>
                </a:cubicBezTo>
                <a:cubicBezTo>
                  <a:pt x="808" y="256"/>
                  <a:pt x="807" y="260"/>
                  <a:pt x="808" y="261"/>
                </a:cubicBezTo>
                <a:cubicBezTo>
                  <a:pt x="834" y="279"/>
                  <a:pt x="840" y="280"/>
                  <a:pt x="844" y="283"/>
                </a:cubicBezTo>
                <a:cubicBezTo>
                  <a:pt x="859" y="314"/>
                  <a:pt x="859" y="308"/>
                  <a:pt x="855" y="307"/>
                </a:cubicBezTo>
                <a:cubicBezTo>
                  <a:pt x="822" y="280"/>
                  <a:pt x="808" y="275"/>
                  <a:pt x="801" y="263"/>
                </a:cubicBezTo>
                <a:cubicBezTo>
                  <a:pt x="778" y="238"/>
                  <a:pt x="768" y="243"/>
                  <a:pt x="771" y="236"/>
                </a:cubicBezTo>
                <a:cubicBezTo>
                  <a:pt x="741" y="218"/>
                  <a:pt x="746" y="208"/>
                  <a:pt x="739" y="211"/>
                </a:cubicBezTo>
                <a:cubicBezTo>
                  <a:pt x="700" y="175"/>
                  <a:pt x="692" y="164"/>
                  <a:pt x="681" y="155"/>
                </a:cubicBezTo>
                <a:cubicBezTo>
                  <a:pt x="658" y="131"/>
                  <a:pt x="649" y="121"/>
                  <a:pt x="641" y="111"/>
                </a:cubicBezTo>
                <a:cubicBezTo>
                  <a:pt x="610" y="82"/>
                  <a:pt x="609" y="78"/>
                  <a:pt x="605" y="77"/>
                </a:cubicBezTo>
                <a:cubicBezTo>
                  <a:pt x="581" y="54"/>
                  <a:pt x="580" y="50"/>
                  <a:pt x="575" y="50"/>
                </a:cubicBezTo>
                <a:cubicBezTo>
                  <a:pt x="534" y="16"/>
                  <a:pt x="534" y="11"/>
                  <a:pt x="530" y="10"/>
                </a:cubicBezTo>
                <a:cubicBezTo>
                  <a:pt x="503" y="0"/>
                  <a:pt x="503" y="0"/>
                  <a:pt x="503" y="0"/>
                </a:cubicBezTo>
                <a:cubicBezTo>
                  <a:pt x="515" y="14"/>
                  <a:pt x="521" y="12"/>
                  <a:pt x="523" y="14"/>
                </a:cubicBezTo>
                <a:cubicBezTo>
                  <a:pt x="555" y="41"/>
                  <a:pt x="559" y="45"/>
                  <a:pt x="564" y="48"/>
                </a:cubicBezTo>
                <a:cubicBezTo>
                  <a:pt x="590" y="78"/>
                  <a:pt x="596" y="77"/>
                  <a:pt x="598" y="79"/>
                </a:cubicBezTo>
                <a:cubicBezTo>
                  <a:pt x="631" y="118"/>
                  <a:pt x="640" y="117"/>
                  <a:pt x="641" y="124"/>
                </a:cubicBezTo>
                <a:cubicBezTo>
                  <a:pt x="671" y="148"/>
                  <a:pt x="666" y="158"/>
                  <a:pt x="673" y="155"/>
                </a:cubicBezTo>
                <a:cubicBezTo>
                  <a:pt x="715" y="195"/>
                  <a:pt x="722" y="205"/>
                  <a:pt x="733" y="211"/>
                </a:cubicBezTo>
                <a:cubicBezTo>
                  <a:pt x="774" y="248"/>
                  <a:pt x="776" y="250"/>
                  <a:pt x="777" y="253"/>
                </a:cubicBezTo>
                <a:cubicBezTo>
                  <a:pt x="795" y="267"/>
                  <a:pt x="797" y="269"/>
                  <a:pt x="799" y="271"/>
                </a:cubicBezTo>
                <a:cubicBezTo>
                  <a:pt x="840" y="300"/>
                  <a:pt x="844" y="307"/>
                  <a:pt x="850" y="312"/>
                </a:cubicBezTo>
                <a:cubicBezTo>
                  <a:pt x="924" y="348"/>
                  <a:pt x="925" y="357"/>
                  <a:pt x="934" y="357"/>
                </a:cubicBezTo>
                <a:cubicBezTo>
                  <a:pt x="934" y="355"/>
                  <a:pt x="921" y="340"/>
                  <a:pt x="900" y="332"/>
                </a:cubicBezTo>
                <a:close/>
                <a:moveTo>
                  <a:pt x="417" y="167"/>
                </a:moveTo>
                <a:cubicBezTo>
                  <a:pt x="412" y="160"/>
                  <a:pt x="403" y="156"/>
                  <a:pt x="398" y="149"/>
                </a:cubicBezTo>
                <a:cubicBezTo>
                  <a:pt x="374" y="130"/>
                  <a:pt x="375" y="123"/>
                  <a:pt x="368" y="124"/>
                </a:cubicBezTo>
                <a:cubicBezTo>
                  <a:pt x="353" y="108"/>
                  <a:pt x="352" y="106"/>
                  <a:pt x="351" y="104"/>
                </a:cubicBezTo>
                <a:cubicBezTo>
                  <a:pt x="329" y="83"/>
                  <a:pt x="329" y="77"/>
                  <a:pt x="326" y="73"/>
                </a:cubicBezTo>
                <a:cubicBezTo>
                  <a:pt x="286" y="24"/>
                  <a:pt x="279" y="26"/>
                  <a:pt x="279" y="22"/>
                </a:cubicBezTo>
                <a:cubicBezTo>
                  <a:pt x="240" y="0"/>
                  <a:pt x="240" y="0"/>
                  <a:pt x="240" y="0"/>
                </a:cubicBezTo>
                <a:cubicBezTo>
                  <a:pt x="256" y="19"/>
                  <a:pt x="265" y="15"/>
                  <a:pt x="263" y="22"/>
                </a:cubicBezTo>
                <a:cubicBezTo>
                  <a:pt x="312" y="70"/>
                  <a:pt x="314" y="72"/>
                  <a:pt x="317" y="73"/>
                </a:cubicBezTo>
                <a:cubicBezTo>
                  <a:pt x="335" y="90"/>
                  <a:pt x="331" y="99"/>
                  <a:pt x="338" y="98"/>
                </a:cubicBezTo>
                <a:cubicBezTo>
                  <a:pt x="376" y="141"/>
                  <a:pt x="389" y="148"/>
                  <a:pt x="400" y="158"/>
                </a:cubicBezTo>
                <a:cubicBezTo>
                  <a:pt x="428" y="181"/>
                  <a:pt x="429" y="185"/>
                  <a:pt x="434" y="185"/>
                </a:cubicBezTo>
                <a:close/>
                <a:moveTo>
                  <a:pt x="527" y="235"/>
                </a:moveTo>
                <a:cubicBezTo>
                  <a:pt x="526" y="226"/>
                  <a:pt x="513" y="224"/>
                  <a:pt x="519" y="215"/>
                </a:cubicBezTo>
                <a:cubicBezTo>
                  <a:pt x="496" y="189"/>
                  <a:pt x="492" y="188"/>
                  <a:pt x="491" y="184"/>
                </a:cubicBezTo>
                <a:cubicBezTo>
                  <a:pt x="440" y="113"/>
                  <a:pt x="434" y="113"/>
                  <a:pt x="434" y="108"/>
                </a:cubicBezTo>
                <a:cubicBezTo>
                  <a:pt x="423" y="99"/>
                  <a:pt x="423" y="94"/>
                  <a:pt x="421" y="91"/>
                </a:cubicBezTo>
                <a:cubicBezTo>
                  <a:pt x="377" y="41"/>
                  <a:pt x="367" y="32"/>
                  <a:pt x="357" y="22"/>
                </a:cubicBezTo>
                <a:cubicBezTo>
                  <a:pt x="342" y="7"/>
                  <a:pt x="340" y="6"/>
                  <a:pt x="338" y="6"/>
                </a:cubicBezTo>
                <a:cubicBezTo>
                  <a:pt x="319" y="0"/>
                  <a:pt x="319" y="0"/>
                  <a:pt x="319" y="0"/>
                </a:cubicBezTo>
                <a:cubicBezTo>
                  <a:pt x="343" y="19"/>
                  <a:pt x="344" y="25"/>
                  <a:pt x="348" y="28"/>
                </a:cubicBezTo>
                <a:cubicBezTo>
                  <a:pt x="367" y="41"/>
                  <a:pt x="366" y="48"/>
                  <a:pt x="374" y="48"/>
                </a:cubicBezTo>
                <a:cubicBezTo>
                  <a:pt x="399" y="84"/>
                  <a:pt x="410" y="89"/>
                  <a:pt x="414" y="99"/>
                </a:cubicBezTo>
                <a:cubicBezTo>
                  <a:pt x="464" y="158"/>
                  <a:pt x="467" y="158"/>
                  <a:pt x="468" y="161"/>
                </a:cubicBezTo>
                <a:cubicBezTo>
                  <a:pt x="497" y="204"/>
                  <a:pt x="491" y="197"/>
                  <a:pt x="489" y="197"/>
                </a:cubicBezTo>
                <a:cubicBezTo>
                  <a:pt x="469" y="181"/>
                  <a:pt x="467" y="179"/>
                  <a:pt x="465" y="177"/>
                </a:cubicBezTo>
                <a:cubicBezTo>
                  <a:pt x="441" y="152"/>
                  <a:pt x="434" y="155"/>
                  <a:pt x="435" y="150"/>
                </a:cubicBezTo>
                <a:cubicBezTo>
                  <a:pt x="421" y="129"/>
                  <a:pt x="412" y="132"/>
                  <a:pt x="414" y="125"/>
                </a:cubicBezTo>
                <a:cubicBezTo>
                  <a:pt x="401" y="106"/>
                  <a:pt x="395" y="108"/>
                  <a:pt x="395" y="103"/>
                </a:cubicBezTo>
                <a:cubicBezTo>
                  <a:pt x="363" y="74"/>
                  <a:pt x="362" y="68"/>
                  <a:pt x="356" y="65"/>
                </a:cubicBezTo>
                <a:cubicBezTo>
                  <a:pt x="338" y="45"/>
                  <a:pt x="336" y="44"/>
                  <a:pt x="335" y="41"/>
                </a:cubicBezTo>
                <a:cubicBezTo>
                  <a:pt x="308" y="17"/>
                  <a:pt x="306" y="15"/>
                  <a:pt x="303" y="14"/>
                </a:cubicBezTo>
                <a:cubicBezTo>
                  <a:pt x="275" y="0"/>
                  <a:pt x="275" y="0"/>
                  <a:pt x="275" y="0"/>
                </a:cubicBezTo>
                <a:cubicBezTo>
                  <a:pt x="299" y="19"/>
                  <a:pt x="304" y="24"/>
                  <a:pt x="307" y="29"/>
                </a:cubicBezTo>
                <a:cubicBezTo>
                  <a:pt x="332" y="48"/>
                  <a:pt x="330" y="56"/>
                  <a:pt x="337" y="54"/>
                </a:cubicBezTo>
                <a:cubicBezTo>
                  <a:pt x="368" y="81"/>
                  <a:pt x="367" y="87"/>
                  <a:pt x="369" y="90"/>
                </a:cubicBezTo>
                <a:cubicBezTo>
                  <a:pt x="398" y="119"/>
                  <a:pt x="406" y="128"/>
                  <a:pt x="413" y="138"/>
                </a:cubicBezTo>
                <a:cubicBezTo>
                  <a:pt x="435" y="161"/>
                  <a:pt x="441" y="161"/>
                  <a:pt x="441" y="165"/>
                </a:cubicBezTo>
                <a:cubicBezTo>
                  <a:pt x="525" y="234"/>
                  <a:pt x="526" y="240"/>
                  <a:pt x="529" y="243"/>
                </a:cubicBezTo>
                <a:close/>
                <a:moveTo>
                  <a:pt x="1152" y="2099"/>
                </a:moveTo>
                <a:cubicBezTo>
                  <a:pt x="1150" y="2096"/>
                  <a:pt x="1154" y="2087"/>
                  <a:pt x="1150" y="2088"/>
                </a:cubicBezTo>
                <a:cubicBezTo>
                  <a:pt x="1138" y="2039"/>
                  <a:pt x="1133" y="2035"/>
                  <a:pt x="1134" y="2025"/>
                </a:cubicBezTo>
                <a:cubicBezTo>
                  <a:pt x="1111" y="1981"/>
                  <a:pt x="1109" y="1965"/>
                  <a:pt x="1102" y="1955"/>
                </a:cubicBezTo>
                <a:cubicBezTo>
                  <a:pt x="1091" y="1924"/>
                  <a:pt x="1085" y="1926"/>
                  <a:pt x="1086" y="1920"/>
                </a:cubicBezTo>
                <a:cubicBezTo>
                  <a:pt x="1073" y="1890"/>
                  <a:pt x="1072" y="1887"/>
                  <a:pt x="1069" y="1885"/>
                </a:cubicBezTo>
                <a:cubicBezTo>
                  <a:pt x="1052" y="1843"/>
                  <a:pt x="1043" y="1843"/>
                  <a:pt x="1043" y="1835"/>
                </a:cubicBezTo>
                <a:cubicBezTo>
                  <a:pt x="1003" y="1780"/>
                  <a:pt x="996" y="1770"/>
                  <a:pt x="988" y="1761"/>
                </a:cubicBezTo>
                <a:cubicBezTo>
                  <a:pt x="1012" y="1803"/>
                  <a:pt x="1016" y="1808"/>
                  <a:pt x="1021" y="1813"/>
                </a:cubicBezTo>
                <a:cubicBezTo>
                  <a:pt x="1030" y="1837"/>
                  <a:pt x="1036" y="1835"/>
                  <a:pt x="1036" y="1839"/>
                </a:cubicBezTo>
                <a:cubicBezTo>
                  <a:pt x="1046" y="1859"/>
                  <a:pt x="1050" y="1860"/>
                  <a:pt x="1049" y="1865"/>
                </a:cubicBezTo>
                <a:cubicBezTo>
                  <a:pt x="1067" y="1896"/>
                  <a:pt x="1069" y="1900"/>
                  <a:pt x="1071" y="1903"/>
                </a:cubicBezTo>
                <a:cubicBezTo>
                  <a:pt x="1092" y="1948"/>
                  <a:pt x="1092" y="1955"/>
                  <a:pt x="1095" y="1959"/>
                </a:cubicBezTo>
                <a:cubicBezTo>
                  <a:pt x="1123" y="2041"/>
                  <a:pt x="1129" y="2042"/>
                  <a:pt x="1130" y="2049"/>
                </a:cubicBezTo>
                <a:cubicBezTo>
                  <a:pt x="1150" y="2114"/>
                  <a:pt x="1150" y="2117"/>
                  <a:pt x="1150" y="2121"/>
                </a:cubicBezTo>
                <a:cubicBezTo>
                  <a:pt x="1151" y="2128"/>
                  <a:pt x="1142" y="2118"/>
                  <a:pt x="1139" y="2103"/>
                </a:cubicBezTo>
                <a:cubicBezTo>
                  <a:pt x="1126" y="2078"/>
                  <a:pt x="1123" y="2071"/>
                  <a:pt x="1119" y="2066"/>
                </a:cubicBezTo>
                <a:cubicBezTo>
                  <a:pt x="1108" y="2039"/>
                  <a:pt x="1106" y="2032"/>
                  <a:pt x="1099" y="2029"/>
                </a:cubicBezTo>
                <a:cubicBezTo>
                  <a:pt x="1078" y="1982"/>
                  <a:pt x="1076" y="1975"/>
                  <a:pt x="1071" y="1970"/>
                </a:cubicBezTo>
                <a:cubicBezTo>
                  <a:pt x="1048" y="1932"/>
                  <a:pt x="1047" y="1928"/>
                  <a:pt x="1047" y="1924"/>
                </a:cubicBezTo>
                <a:cubicBezTo>
                  <a:pt x="1030" y="1888"/>
                  <a:pt x="1021" y="1887"/>
                  <a:pt x="1021" y="1879"/>
                </a:cubicBezTo>
                <a:cubicBezTo>
                  <a:pt x="1008" y="1846"/>
                  <a:pt x="1000" y="1840"/>
                  <a:pt x="999" y="1846"/>
                </a:cubicBezTo>
                <a:cubicBezTo>
                  <a:pt x="1015" y="1873"/>
                  <a:pt x="1017" y="1885"/>
                  <a:pt x="1023" y="1892"/>
                </a:cubicBezTo>
                <a:cubicBezTo>
                  <a:pt x="1045" y="1935"/>
                  <a:pt x="1047" y="1939"/>
                  <a:pt x="1049" y="1944"/>
                </a:cubicBezTo>
                <a:cubicBezTo>
                  <a:pt x="1065" y="1974"/>
                  <a:pt x="1066" y="1974"/>
                  <a:pt x="1067" y="1974"/>
                </a:cubicBezTo>
                <a:cubicBezTo>
                  <a:pt x="1082" y="2010"/>
                  <a:pt x="1086" y="2011"/>
                  <a:pt x="1086" y="2018"/>
                </a:cubicBezTo>
                <a:cubicBezTo>
                  <a:pt x="1103" y="2056"/>
                  <a:pt x="1107" y="2058"/>
                  <a:pt x="1110" y="2062"/>
                </a:cubicBezTo>
                <a:cubicBezTo>
                  <a:pt x="1141" y="2137"/>
                  <a:pt x="1147" y="2139"/>
                  <a:pt x="1147" y="2147"/>
                </a:cubicBezTo>
                <a:cubicBezTo>
                  <a:pt x="1165" y="2142"/>
                  <a:pt x="1161" y="2123"/>
                  <a:pt x="1156" y="2105"/>
                </a:cubicBezTo>
                <a:close/>
                <a:moveTo>
                  <a:pt x="1282" y="2121"/>
                </a:moveTo>
                <a:cubicBezTo>
                  <a:pt x="1283" y="2117"/>
                  <a:pt x="1286" y="2117"/>
                  <a:pt x="1287" y="2114"/>
                </a:cubicBezTo>
                <a:cubicBezTo>
                  <a:pt x="1321" y="2080"/>
                  <a:pt x="1320" y="2072"/>
                  <a:pt x="1326" y="2070"/>
                </a:cubicBezTo>
                <a:cubicBezTo>
                  <a:pt x="1347" y="2053"/>
                  <a:pt x="1345" y="2047"/>
                  <a:pt x="1350" y="2049"/>
                </a:cubicBezTo>
                <a:cubicBezTo>
                  <a:pt x="1377" y="2021"/>
                  <a:pt x="1391" y="2005"/>
                  <a:pt x="1407" y="1990"/>
                </a:cubicBezTo>
                <a:cubicBezTo>
                  <a:pt x="1432" y="1962"/>
                  <a:pt x="1438" y="1960"/>
                  <a:pt x="1439" y="1955"/>
                </a:cubicBezTo>
                <a:cubicBezTo>
                  <a:pt x="1473" y="1911"/>
                  <a:pt x="1474" y="1904"/>
                  <a:pt x="1477" y="1898"/>
                </a:cubicBezTo>
                <a:cubicBezTo>
                  <a:pt x="1479" y="1880"/>
                  <a:pt x="1478" y="1883"/>
                  <a:pt x="1479" y="1887"/>
                </a:cubicBezTo>
                <a:cubicBezTo>
                  <a:pt x="1460" y="1920"/>
                  <a:pt x="1450" y="1925"/>
                  <a:pt x="1446" y="1937"/>
                </a:cubicBezTo>
                <a:cubicBezTo>
                  <a:pt x="1410" y="1977"/>
                  <a:pt x="1401" y="1976"/>
                  <a:pt x="1400" y="1983"/>
                </a:cubicBezTo>
                <a:cubicBezTo>
                  <a:pt x="1385" y="2005"/>
                  <a:pt x="1376" y="2000"/>
                  <a:pt x="1378" y="2007"/>
                </a:cubicBezTo>
                <a:cubicBezTo>
                  <a:pt x="1342" y="2047"/>
                  <a:pt x="1322" y="2057"/>
                  <a:pt x="1309" y="2075"/>
                </a:cubicBezTo>
                <a:cubicBezTo>
                  <a:pt x="1286" y="2101"/>
                  <a:pt x="1285" y="2104"/>
                  <a:pt x="1282" y="2105"/>
                </a:cubicBezTo>
                <a:cubicBezTo>
                  <a:pt x="1265" y="2129"/>
                  <a:pt x="1263" y="2131"/>
                  <a:pt x="1261" y="2131"/>
                </a:cubicBezTo>
                <a:cubicBezTo>
                  <a:pt x="1251" y="2152"/>
                  <a:pt x="1245" y="2151"/>
                  <a:pt x="1248" y="2158"/>
                </a:cubicBezTo>
                <a:cubicBezTo>
                  <a:pt x="1262" y="2152"/>
                  <a:pt x="1267" y="2142"/>
                  <a:pt x="1272" y="2131"/>
                </a:cubicBezTo>
                <a:close/>
                <a:moveTo>
                  <a:pt x="1252" y="2121"/>
                </a:moveTo>
                <a:cubicBezTo>
                  <a:pt x="1253" y="2116"/>
                  <a:pt x="1258" y="2113"/>
                  <a:pt x="1261" y="2110"/>
                </a:cubicBezTo>
                <a:cubicBezTo>
                  <a:pt x="1292" y="2075"/>
                  <a:pt x="1292" y="2069"/>
                  <a:pt x="1296" y="2066"/>
                </a:cubicBezTo>
                <a:cubicBezTo>
                  <a:pt x="1325" y="2042"/>
                  <a:pt x="1328" y="2032"/>
                  <a:pt x="1337" y="2027"/>
                </a:cubicBezTo>
                <a:cubicBezTo>
                  <a:pt x="1357" y="2004"/>
                  <a:pt x="1360" y="2005"/>
                  <a:pt x="1361" y="2003"/>
                </a:cubicBezTo>
                <a:cubicBezTo>
                  <a:pt x="1379" y="1988"/>
                  <a:pt x="1381" y="1987"/>
                  <a:pt x="1383" y="1985"/>
                </a:cubicBezTo>
                <a:cubicBezTo>
                  <a:pt x="1395" y="1974"/>
                  <a:pt x="1393" y="1969"/>
                  <a:pt x="1398" y="1970"/>
                </a:cubicBezTo>
                <a:cubicBezTo>
                  <a:pt x="1429" y="1937"/>
                  <a:pt x="1430" y="1935"/>
                  <a:pt x="1431" y="1933"/>
                </a:cubicBezTo>
                <a:cubicBezTo>
                  <a:pt x="1448" y="1913"/>
                  <a:pt x="1452" y="1911"/>
                  <a:pt x="1453" y="1905"/>
                </a:cubicBezTo>
                <a:cubicBezTo>
                  <a:pt x="1484" y="1849"/>
                  <a:pt x="1489" y="1848"/>
                  <a:pt x="1485" y="1844"/>
                </a:cubicBezTo>
                <a:cubicBezTo>
                  <a:pt x="1498" y="1819"/>
                  <a:pt x="1499" y="1815"/>
                  <a:pt x="1503" y="1813"/>
                </a:cubicBezTo>
                <a:cubicBezTo>
                  <a:pt x="1479" y="1838"/>
                  <a:pt x="1484" y="1853"/>
                  <a:pt x="1477" y="1855"/>
                </a:cubicBezTo>
                <a:cubicBezTo>
                  <a:pt x="1464" y="1882"/>
                  <a:pt x="1459" y="1886"/>
                  <a:pt x="1455" y="1892"/>
                </a:cubicBezTo>
                <a:cubicBezTo>
                  <a:pt x="1437" y="1912"/>
                  <a:pt x="1434" y="1918"/>
                  <a:pt x="1431" y="1922"/>
                </a:cubicBezTo>
                <a:cubicBezTo>
                  <a:pt x="1408" y="1942"/>
                  <a:pt x="1402" y="1953"/>
                  <a:pt x="1394" y="1961"/>
                </a:cubicBezTo>
                <a:cubicBezTo>
                  <a:pt x="1356" y="1988"/>
                  <a:pt x="1360" y="1997"/>
                  <a:pt x="1354" y="1996"/>
                </a:cubicBezTo>
                <a:cubicBezTo>
                  <a:pt x="1337" y="2014"/>
                  <a:pt x="1333" y="2016"/>
                  <a:pt x="1330" y="2018"/>
                </a:cubicBezTo>
                <a:cubicBezTo>
                  <a:pt x="1304" y="2043"/>
                  <a:pt x="1304" y="2048"/>
                  <a:pt x="1300" y="2049"/>
                </a:cubicBezTo>
                <a:cubicBezTo>
                  <a:pt x="1281" y="2070"/>
                  <a:pt x="1275" y="2075"/>
                  <a:pt x="1269" y="2079"/>
                </a:cubicBezTo>
                <a:cubicBezTo>
                  <a:pt x="1247" y="2112"/>
                  <a:pt x="1245" y="2113"/>
                  <a:pt x="1243" y="2114"/>
                </a:cubicBezTo>
                <a:cubicBezTo>
                  <a:pt x="1247" y="2103"/>
                  <a:pt x="1247" y="2098"/>
                  <a:pt x="1250" y="2094"/>
                </a:cubicBezTo>
                <a:cubicBezTo>
                  <a:pt x="1275" y="2064"/>
                  <a:pt x="1275" y="2058"/>
                  <a:pt x="1278" y="2055"/>
                </a:cubicBezTo>
                <a:cubicBezTo>
                  <a:pt x="1312" y="2008"/>
                  <a:pt x="1335" y="1985"/>
                  <a:pt x="1359" y="1964"/>
                </a:cubicBezTo>
                <a:cubicBezTo>
                  <a:pt x="1384" y="1931"/>
                  <a:pt x="1387" y="1930"/>
                  <a:pt x="1387" y="1924"/>
                </a:cubicBezTo>
                <a:cubicBezTo>
                  <a:pt x="1413" y="1898"/>
                  <a:pt x="1413" y="1892"/>
                  <a:pt x="1418" y="1892"/>
                </a:cubicBezTo>
                <a:cubicBezTo>
                  <a:pt x="1427" y="1879"/>
                  <a:pt x="1429" y="1875"/>
                  <a:pt x="1431" y="1872"/>
                </a:cubicBezTo>
                <a:cubicBezTo>
                  <a:pt x="1422" y="1877"/>
                  <a:pt x="1419" y="1882"/>
                  <a:pt x="1416" y="1885"/>
                </a:cubicBezTo>
                <a:cubicBezTo>
                  <a:pt x="1370" y="1932"/>
                  <a:pt x="1368" y="1937"/>
                  <a:pt x="1365" y="1942"/>
                </a:cubicBezTo>
                <a:cubicBezTo>
                  <a:pt x="1347" y="1957"/>
                  <a:pt x="1348" y="1963"/>
                  <a:pt x="1344" y="1961"/>
                </a:cubicBezTo>
                <a:cubicBezTo>
                  <a:pt x="1310" y="1997"/>
                  <a:pt x="1311" y="2001"/>
                  <a:pt x="1309" y="2003"/>
                </a:cubicBezTo>
                <a:cubicBezTo>
                  <a:pt x="1290" y="2031"/>
                  <a:pt x="1278" y="2034"/>
                  <a:pt x="1276" y="2046"/>
                </a:cubicBezTo>
                <a:cubicBezTo>
                  <a:pt x="1263" y="2059"/>
                  <a:pt x="1262" y="2063"/>
                  <a:pt x="1256" y="2066"/>
                </a:cubicBezTo>
                <a:cubicBezTo>
                  <a:pt x="1229" y="2114"/>
                  <a:pt x="1229" y="2119"/>
                  <a:pt x="1226" y="2121"/>
                </a:cubicBezTo>
                <a:cubicBezTo>
                  <a:pt x="1210" y="2155"/>
                  <a:pt x="1209" y="2158"/>
                  <a:pt x="1208" y="2160"/>
                </a:cubicBezTo>
                <a:cubicBezTo>
                  <a:pt x="1234" y="2148"/>
                  <a:pt x="1239" y="2141"/>
                  <a:pt x="1243" y="2131"/>
                </a:cubicBezTo>
                <a:close/>
                <a:moveTo>
                  <a:pt x="1095" y="2090"/>
                </a:moveTo>
                <a:cubicBezTo>
                  <a:pt x="1092" y="2080"/>
                  <a:pt x="1087" y="2072"/>
                  <a:pt x="1082" y="2064"/>
                </a:cubicBezTo>
                <a:cubicBezTo>
                  <a:pt x="1051" y="2009"/>
                  <a:pt x="1049" y="2005"/>
                  <a:pt x="1045" y="2003"/>
                </a:cubicBezTo>
                <a:cubicBezTo>
                  <a:pt x="1032" y="1967"/>
                  <a:pt x="1032" y="1961"/>
                  <a:pt x="1030" y="1957"/>
                </a:cubicBezTo>
                <a:cubicBezTo>
                  <a:pt x="1015" y="1906"/>
                  <a:pt x="1012" y="1903"/>
                  <a:pt x="1012" y="1896"/>
                </a:cubicBezTo>
                <a:cubicBezTo>
                  <a:pt x="1003" y="1886"/>
                  <a:pt x="1010" y="1901"/>
                  <a:pt x="1012" y="1920"/>
                </a:cubicBezTo>
                <a:cubicBezTo>
                  <a:pt x="1029" y="2003"/>
                  <a:pt x="1034" y="2018"/>
                  <a:pt x="1038" y="2033"/>
                </a:cubicBezTo>
                <a:cubicBezTo>
                  <a:pt x="1048" y="2064"/>
                  <a:pt x="1051" y="2072"/>
                  <a:pt x="1056" y="2077"/>
                </a:cubicBezTo>
                <a:cubicBezTo>
                  <a:pt x="1101" y="2160"/>
                  <a:pt x="1101" y="2160"/>
                  <a:pt x="1101" y="2160"/>
                </a:cubicBezTo>
                <a:cubicBezTo>
                  <a:pt x="1097" y="2151"/>
                  <a:pt x="1093" y="2150"/>
                  <a:pt x="1093" y="2142"/>
                </a:cubicBezTo>
                <a:cubicBezTo>
                  <a:pt x="1069" y="2093"/>
                  <a:pt x="1058" y="2074"/>
                  <a:pt x="1051" y="2051"/>
                </a:cubicBezTo>
                <a:cubicBezTo>
                  <a:pt x="1037" y="2005"/>
                  <a:pt x="1030" y="1997"/>
                  <a:pt x="1030" y="1983"/>
                </a:cubicBezTo>
                <a:cubicBezTo>
                  <a:pt x="1058" y="2041"/>
                  <a:pt x="1062" y="2045"/>
                  <a:pt x="1064" y="2051"/>
                </a:cubicBezTo>
                <a:cubicBezTo>
                  <a:pt x="1085" y="2092"/>
                  <a:pt x="1091" y="2094"/>
                  <a:pt x="1093" y="2101"/>
                </a:cubicBezTo>
                <a:cubicBezTo>
                  <a:pt x="1127" y="2147"/>
                  <a:pt x="1120" y="2159"/>
                  <a:pt x="1126" y="2158"/>
                </a:cubicBezTo>
                <a:cubicBezTo>
                  <a:pt x="1131" y="2147"/>
                  <a:pt x="1123" y="2137"/>
                  <a:pt x="1117" y="2125"/>
                </a:cubicBezTo>
                <a:close/>
                <a:moveTo>
                  <a:pt x="1062" y="2155"/>
                </a:moveTo>
                <a:cubicBezTo>
                  <a:pt x="1062" y="2152"/>
                  <a:pt x="1061" y="2150"/>
                  <a:pt x="1058" y="2149"/>
                </a:cubicBezTo>
                <a:cubicBezTo>
                  <a:pt x="1061" y="2142"/>
                  <a:pt x="1051" y="2147"/>
                  <a:pt x="1054" y="2140"/>
                </a:cubicBezTo>
                <a:cubicBezTo>
                  <a:pt x="1048" y="2137"/>
                  <a:pt x="1047" y="2129"/>
                  <a:pt x="1040" y="2127"/>
                </a:cubicBezTo>
                <a:cubicBezTo>
                  <a:pt x="1037" y="2113"/>
                  <a:pt x="1027" y="2105"/>
                  <a:pt x="1019" y="2097"/>
                </a:cubicBezTo>
                <a:cubicBezTo>
                  <a:pt x="1017" y="2106"/>
                  <a:pt x="1026" y="2106"/>
                  <a:pt x="1027" y="2112"/>
                </a:cubicBezTo>
                <a:cubicBezTo>
                  <a:pt x="1028" y="2119"/>
                  <a:pt x="1036" y="2120"/>
                  <a:pt x="1036" y="2127"/>
                </a:cubicBezTo>
                <a:cubicBezTo>
                  <a:pt x="1045" y="2135"/>
                  <a:pt x="1050" y="2146"/>
                  <a:pt x="1058" y="2155"/>
                </a:cubicBezTo>
                <a:cubicBezTo>
                  <a:pt x="1059" y="2157"/>
                  <a:pt x="1060" y="2159"/>
                  <a:pt x="1061" y="2160"/>
                </a:cubicBezTo>
                <a:cubicBezTo>
                  <a:pt x="1067" y="2160"/>
                  <a:pt x="1067" y="2160"/>
                  <a:pt x="1067" y="2160"/>
                </a:cubicBezTo>
                <a:cubicBezTo>
                  <a:pt x="1066" y="2158"/>
                  <a:pt x="1066" y="2155"/>
                  <a:pt x="1062" y="215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05474103-4A93-4198-B2FA-45EC74FD52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798" y="0"/>
            <a:ext cx="12151360" cy="6875463"/>
          </a:xfrm>
          <a:custGeom>
            <a:avLst/>
            <a:gdLst/>
            <a:ahLst/>
            <a:cxnLst/>
            <a:rect l="0" t="0" r="r" b="b"/>
            <a:pathLst>
              <a:path w="3840" h="2163">
                <a:moveTo>
                  <a:pt x="3809" y="960"/>
                </a:moveTo>
                <a:cubicBezTo>
                  <a:pt x="3796" y="975"/>
                  <a:pt x="3783" y="990"/>
                  <a:pt x="3772" y="1010"/>
                </a:cubicBezTo>
                <a:cubicBezTo>
                  <a:pt x="3769" y="1017"/>
                  <a:pt x="3766" y="1024"/>
                  <a:pt x="3763" y="1030"/>
                </a:cubicBezTo>
                <a:cubicBezTo>
                  <a:pt x="3771" y="1037"/>
                  <a:pt x="3769" y="1017"/>
                  <a:pt x="3775" y="1019"/>
                </a:cubicBezTo>
                <a:cubicBezTo>
                  <a:pt x="3774" y="1010"/>
                  <a:pt x="3779" y="1009"/>
                  <a:pt x="3783" y="1001"/>
                </a:cubicBezTo>
                <a:cubicBezTo>
                  <a:pt x="3787" y="996"/>
                  <a:pt x="3792" y="991"/>
                  <a:pt x="3796" y="985"/>
                </a:cubicBezTo>
                <a:cubicBezTo>
                  <a:pt x="3798" y="980"/>
                  <a:pt x="3802" y="982"/>
                  <a:pt x="3803" y="976"/>
                </a:cubicBezTo>
                <a:cubicBezTo>
                  <a:pt x="3807" y="980"/>
                  <a:pt x="3805" y="966"/>
                  <a:pt x="3810" y="970"/>
                </a:cubicBezTo>
                <a:cubicBezTo>
                  <a:pt x="3815" y="965"/>
                  <a:pt x="3819" y="960"/>
                  <a:pt x="3824" y="954"/>
                </a:cubicBezTo>
                <a:cubicBezTo>
                  <a:pt x="3826" y="952"/>
                  <a:pt x="3829" y="950"/>
                  <a:pt x="3831" y="948"/>
                </a:cubicBezTo>
                <a:cubicBezTo>
                  <a:pt x="3834" y="948"/>
                  <a:pt x="3835" y="940"/>
                  <a:pt x="3838" y="942"/>
                </a:cubicBezTo>
                <a:cubicBezTo>
                  <a:pt x="3839" y="941"/>
                  <a:pt x="3840" y="940"/>
                  <a:pt x="3840" y="940"/>
                </a:cubicBezTo>
                <a:cubicBezTo>
                  <a:pt x="3840" y="930"/>
                  <a:pt x="3840" y="930"/>
                  <a:pt x="3840" y="930"/>
                </a:cubicBezTo>
                <a:cubicBezTo>
                  <a:pt x="3837" y="933"/>
                  <a:pt x="3833" y="935"/>
                  <a:pt x="3830" y="938"/>
                </a:cubicBezTo>
                <a:cubicBezTo>
                  <a:pt x="3824" y="947"/>
                  <a:pt x="3817" y="953"/>
                  <a:pt x="3809" y="960"/>
                </a:cubicBezTo>
                <a:close/>
                <a:moveTo>
                  <a:pt x="3827" y="880"/>
                </a:moveTo>
                <a:cubicBezTo>
                  <a:pt x="3818" y="885"/>
                  <a:pt x="3810" y="891"/>
                  <a:pt x="3802" y="898"/>
                </a:cubicBezTo>
                <a:cubicBezTo>
                  <a:pt x="3795" y="906"/>
                  <a:pt x="3785" y="910"/>
                  <a:pt x="3779" y="921"/>
                </a:cubicBezTo>
                <a:cubicBezTo>
                  <a:pt x="3770" y="926"/>
                  <a:pt x="3764" y="938"/>
                  <a:pt x="3757" y="945"/>
                </a:cubicBezTo>
                <a:cubicBezTo>
                  <a:pt x="3754" y="951"/>
                  <a:pt x="3748" y="950"/>
                  <a:pt x="3746" y="959"/>
                </a:cubicBezTo>
                <a:cubicBezTo>
                  <a:pt x="3743" y="958"/>
                  <a:pt x="3742" y="963"/>
                  <a:pt x="3740" y="966"/>
                </a:cubicBezTo>
                <a:cubicBezTo>
                  <a:pt x="3738" y="965"/>
                  <a:pt x="3735" y="971"/>
                  <a:pt x="3738" y="972"/>
                </a:cubicBezTo>
                <a:cubicBezTo>
                  <a:pt x="3746" y="962"/>
                  <a:pt x="3754" y="953"/>
                  <a:pt x="3762" y="942"/>
                </a:cubicBezTo>
                <a:cubicBezTo>
                  <a:pt x="3773" y="939"/>
                  <a:pt x="3778" y="921"/>
                  <a:pt x="3789" y="918"/>
                </a:cubicBezTo>
                <a:cubicBezTo>
                  <a:pt x="3792" y="911"/>
                  <a:pt x="3799" y="912"/>
                  <a:pt x="3802" y="905"/>
                </a:cubicBezTo>
                <a:cubicBezTo>
                  <a:pt x="3807" y="902"/>
                  <a:pt x="3812" y="899"/>
                  <a:pt x="3816" y="894"/>
                </a:cubicBezTo>
                <a:cubicBezTo>
                  <a:pt x="3817" y="891"/>
                  <a:pt x="3822" y="895"/>
                  <a:pt x="3822" y="890"/>
                </a:cubicBezTo>
                <a:cubicBezTo>
                  <a:pt x="3826" y="891"/>
                  <a:pt x="3827" y="884"/>
                  <a:pt x="3831" y="886"/>
                </a:cubicBezTo>
                <a:cubicBezTo>
                  <a:pt x="3833" y="882"/>
                  <a:pt x="3837" y="881"/>
                  <a:pt x="3840" y="879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35" y="872"/>
                  <a:pt x="3831" y="878"/>
                  <a:pt x="3827" y="880"/>
                </a:cubicBezTo>
                <a:close/>
                <a:moveTo>
                  <a:pt x="3837" y="806"/>
                </a:moveTo>
                <a:cubicBezTo>
                  <a:pt x="3836" y="810"/>
                  <a:pt x="3827" y="812"/>
                  <a:pt x="3832" y="816"/>
                </a:cubicBezTo>
                <a:cubicBezTo>
                  <a:pt x="3835" y="814"/>
                  <a:pt x="3837" y="812"/>
                  <a:pt x="3840" y="810"/>
                </a:cubicBezTo>
                <a:cubicBezTo>
                  <a:pt x="3840" y="804"/>
                  <a:pt x="3840" y="804"/>
                  <a:pt x="3840" y="804"/>
                </a:cubicBezTo>
                <a:cubicBezTo>
                  <a:pt x="3839" y="804"/>
                  <a:pt x="3838" y="805"/>
                  <a:pt x="3837" y="806"/>
                </a:cubicBezTo>
                <a:close/>
                <a:moveTo>
                  <a:pt x="2318" y="205"/>
                </a:moveTo>
                <a:cubicBezTo>
                  <a:pt x="2319" y="200"/>
                  <a:pt x="2323" y="198"/>
                  <a:pt x="2322" y="192"/>
                </a:cubicBezTo>
                <a:cubicBezTo>
                  <a:pt x="2351" y="148"/>
                  <a:pt x="2361" y="145"/>
                  <a:pt x="2364" y="135"/>
                </a:cubicBezTo>
                <a:cubicBezTo>
                  <a:pt x="2383" y="109"/>
                  <a:pt x="2387" y="107"/>
                  <a:pt x="2388" y="102"/>
                </a:cubicBezTo>
                <a:cubicBezTo>
                  <a:pt x="2419" y="61"/>
                  <a:pt x="2429" y="59"/>
                  <a:pt x="2434" y="50"/>
                </a:cubicBezTo>
                <a:cubicBezTo>
                  <a:pt x="2462" y="20"/>
                  <a:pt x="2474" y="12"/>
                  <a:pt x="2481" y="0"/>
                </a:cubicBezTo>
                <a:cubicBezTo>
                  <a:pt x="2462" y="9"/>
                  <a:pt x="2460" y="16"/>
                  <a:pt x="2453" y="19"/>
                </a:cubicBezTo>
                <a:cubicBezTo>
                  <a:pt x="2438" y="35"/>
                  <a:pt x="2436" y="37"/>
                  <a:pt x="2434" y="39"/>
                </a:cubicBezTo>
                <a:cubicBezTo>
                  <a:pt x="2416" y="54"/>
                  <a:pt x="2418" y="60"/>
                  <a:pt x="2412" y="59"/>
                </a:cubicBezTo>
                <a:cubicBezTo>
                  <a:pt x="2382" y="92"/>
                  <a:pt x="2384" y="103"/>
                  <a:pt x="2377" y="104"/>
                </a:cubicBezTo>
                <a:cubicBezTo>
                  <a:pt x="2361" y="133"/>
                  <a:pt x="2355" y="132"/>
                  <a:pt x="2357" y="139"/>
                </a:cubicBezTo>
                <a:cubicBezTo>
                  <a:pt x="2336" y="177"/>
                  <a:pt x="2326" y="171"/>
                  <a:pt x="2329" y="179"/>
                </a:cubicBezTo>
                <a:cubicBezTo>
                  <a:pt x="2321" y="199"/>
                  <a:pt x="2312" y="203"/>
                  <a:pt x="2318" y="205"/>
                </a:cubicBezTo>
                <a:close/>
                <a:moveTo>
                  <a:pt x="3826" y="837"/>
                </a:moveTo>
                <a:cubicBezTo>
                  <a:pt x="3821" y="839"/>
                  <a:pt x="3818" y="844"/>
                  <a:pt x="3813" y="845"/>
                </a:cubicBezTo>
                <a:cubicBezTo>
                  <a:pt x="3805" y="852"/>
                  <a:pt x="3797" y="858"/>
                  <a:pt x="3790" y="867"/>
                </a:cubicBezTo>
                <a:cubicBezTo>
                  <a:pt x="3787" y="873"/>
                  <a:pt x="3782" y="871"/>
                  <a:pt x="3780" y="879"/>
                </a:cubicBezTo>
                <a:cubicBezTo>
                  <a:pt x="3776" y="877"/>
                  <a:pt x="3776" y="884"/>
                  <a:pt x="3773" y="883"/>
                </a:cubicBezTo>
                <a:cubicBezTo>
                  <a:pt x="3772" y="886"/>
                  <a:pt x="3769" y="890"/>
                  <a:pt x="3772" y="892"/>
                </a:cubicBezTo>
                <a:cubicBezTo>
                  <a:pt x="3778" y="885"/>
                  <a:pt x="3784" y="877"/>
                  <a:pt x="3792" y="872"/>
                </a:cubicBezTo>
                <a:cubicBezTo>
                  <a:pt x="3795" y="867"/>
                  <a:pt x="3799" y="864"/>
                  <a:pt x="3803" y="863"/>
                </a:cubicBezTo>
                <a:cubicBezTo>
                  <a:pt x="3806" y="858"/>
                  <a:pt x="3810" y="855"/>
                  <a:pt x="3814" y="853"/>
                </a:cubicBezTo>
                <a:cubicBezTo>
                  <a:pt x="3821" y="846"/>
                  <a:pt x="3828" y="841"/>
                  <a:pt x="3836" y="836"/>
                </a:cubicBezTo>
                <a:cubicBezTo>
                  <a:pt x="3837" y="837"/>
                  <a:pt x="3839" y="836"/>
                  <a:pt x="3840" y="835"/>
                </a:cubicBezTo>
                <a:cubicBezTo>
                  <a:pt x="3840" y="826"/>
                  <a:pt x="3840" y="826"/>
                  <a:pt x="3840" y="826"/>
                </a:cubicBezTo>
                <a:cubicBezTo>
                  <a:pt x="3839" y="827"/>
                  <a:pt x="3838" y="827"/>
                  <a:pt x="3837" y="827"/>
                </a:cubicBezTo>
                <a:cubicBezTo>
                  <a:pt x="3834" y="831"/>
                  <a:pt x="3830" y="835"/>
                  <a:pt x="3826" y="837"/>
                </a:cubicBezTo>
                <a:close/>
                <a:moveTo>
                  <a:pt x="3819" y="964"/>
                </a:moveTo>
                <a:cubicBezTo>
                  <a:pt x="3816" y="970"/>
                  <a:pt x="3810" y="971"/>
                  <a:pt x="3807" y="978"/>
                </a:cubicBezTo>
                <a:cubicBezTo>
                  <a:pt x="3801" y="978"/>
                  <a:pt x="3800" y="989"/>
                  <a:pt x="3795" y="989"/>
                </a:cubicBezTo>
                <a:cubicBezTo>
                  <a:pt x="3792" y="998"/>
                  <a:pt x="3786" y="999"/>
                  <a:pt x="3783" y="1006"/>
                </a:cubicBezTo>
                <a:cubicBezTo>
                  <a:pt x="3787" y="1008"/>
                  <a:pt x="3780" y="1008"/>
                  <a:pt x="3783" y="1011"/>
                </a:cubicBezTo>
                <a:cubicBezTo>
                  <a:pt x="3784" y="1015"/>
                  <a:pt x="3774" y="1015"/>
                  <a:pt x="3780" y="1019"/>
                </a:cubicBezTo>
                <a:cubicBezTo>
                  <a:pt x="3796" y="998"/>
                  <a:pt x="3813" y="976"/>
                  <a:pt x="3833" y="965"/>
                </a:cubicBezTo>
                <a:cubicBezTo>
                  <a:pt x="3835" y="963"/>
                  <a:pt x="3838" y="961"/>
                  <a:pt x="3840" y="959"/>
                </a:cubicBezTo>
                <a:cubicBezTo>
                  <a:pt x="3840" y="950"/>
                  <a:pt x="3840" y="950"/>
                  <a:pt x="3840" y="950"/>
                </a:cubicBezTo>
                <a:cubicBezTo>
                  <a:pt x="3837" y="952"/>
                  <a:pt x="3835" y="954"/>
                  <a:pt x="3833" y="956"/>
                </a:cubicBezTo>
                <a:cubicBezTo>
                  <a:pt x="3827" y="957"/>
                  <a:pt x="3825" y="965"/>
                  <a:pt x="3819" y="964"/>
                </a:cubicBezTo>
                <a:close/>
                <a:moveTo>
                  <a:pt x="3803" y="1109"/>
                </a:moveTo>
                <a:cubicBezTo>
                  <a:pt x="3801" y="1112"/>
                  <a:pt x="3798" y="1111"/>
                  <a:pt x="3797" y="1113"/>
                </a:cubicBezTo>
                <a:cubicBezTo>
                  <a:pt x="3795" y="1116"/>
                  <a:pt x="3794" y="1121"/>
                  <a:pt x="3791" y="1120"/>
                </a:cubicBezTo>
                <a:cubicBezTo>
                  <a:pt x="3786" y="1128"/>
                  <a:pt x="3788" y="1129"/>
                  <a:pt x="3782" y="1136"/>
                </a:cubicBezTo>
                <a:cubicBezTo>
                  <a:pt x="3780" y="1142"/>
                  <a:pt x="3777" y="1149"/>
                  <a:pt x="3774" y="1156"/>
                </a:cubicBezTo>
                <a:cubicBezTo>
                  <a:pt x="3769" y="1158"/>
                  <a:pt x="3768" y="1168"/>
                  <a:pt x="3775" y="1170"/>
                </a:cubicBezTo>
                <a:cubicBezTo>
                  <a:pt x="3776" y="1171"/>
                  <a:pt x="3778" y="1171"/>
                  <a:pt x="3779" y="1172"/>
                </a:cubicBezTo>
                <a:cubicBezTo>
                  <a:pt x="3780" y="1169"/>
                  <a:pt x="3780" y="1167"/>
                  <a:pt x="3779" y="1165"/>
                </a:cubicBezTo>
                <a:cubicBezTo>
                  <a:pt x="3787" y="1166"/>
                  <a:pt x="3779" y="1160"/>
                  <a:pt x="3780" y="1158"/>
                </a:cubicBezTo>
                <a:cubicBezTo>
                  <a:pt x="3785" y="1158"/>
                  <a:pt x="3788" y="1145"/>
                  <a:pt x="3787" y="1142"/>
                </a:cubicBezTo>
                <a:cubicBezTo>
                  <a:pt x="3794" y="1141"/>
                  <a:pt x="3796" y="1126"/>
                  <a:pt x="3802" y="1123"/>
                </a:cubicBezTo>
                <a:cubicBezTo>
                  <a:pt x="3807" y="1114"/>
                  <a:pt x="3813" y="1109"/>
                  <a:pt x="3818" y="1101"/>
                </a:cubicBezTo>
                <a:cubicBezTo>
                  <a:pt x="3823" y="1095"/>
                  <a:pt x="3830" y="1091"/>
                  <a:pt x="3835" y="1084"/>
                </a:cubicBezTo>
                <a:cubicBezTo>
                  <a:pt x="3837" y="1084"/>
                  <a:pt x="3838" y="1082"/>
                  <a:pt x="3840" y="1081"/>
                </a:cubicBezTo>
                <a:cubicBezTo>
                  <a:pt x="3840" y="1069"/>
                  <a:pt x="3840" y="1069"/>
                  <a:pt x="3840" y="1069"/>
                </a:cubicBezTo>
                <a:cubicBezTo>
                  <a:pt x="3836" y="1073"/>
                  <a:pt x="3831" y="1077"/>
                  <a:pt x="3827" y="1081"/>
                </a:cubicBezTo>
                <a:cubicBezTo>
                  <a:pt x="3818" y="1089"/>
                  <a:pt x="3811" y="1099"/>
                  <a:pt x="3803" y="1109"/>
                </a:cubicBezTo>
                <a:close/>
                <a:moveTo>
                  <a:pt x="3818" y="1248"/>
                </a:moveTo>
                <a:cubicBezTo>
                  <a:pt x="3822" y="1250"/>
                  <a:pt x="3815" y="1258"/>
                  <a:pt x="3822" y="1259"/>
                </a:cubicBezTo>
                <a:cubicBezTo>
                  <a:pt x="3826" y="1261"/>
                  <a:pt x="3826" y="1254"/>
                  <a:pt x="3829" y="1255"/>
                </a:cubicBezTo>
                <a:cubicBezTo>
                  <a:pt x="3832" y="1250"/>
                  <a:pt x="3832" y="1247"/>
                  <a:pt x="3831" y="1244"/>
                </a:cubicBezTo>
                <a:cubicBezTo>
                  <a:pt x="3835" y="1245"/>
                  <a:pt x="3835" y="1240"/>
                  <a:pt x="3834" y="1238"/>
                </a:cubicBezTo>
                <a:cubicBezTo>
                  <a:pt x="3839" y="1240"/>
                  <a:pt x="3833" y="1233"/>
                  <a:pt x="3837" y="1230"/>
                </a:cubicBezTo>
                <a:cubicBezTo>
                  <a:pt x="3838" y="1228"/>
                  <a:pt x="3839" y="1227"/>
                  <a:pt x="3840" y="1226"/>
                </a:cubicBezTo>
                <a:cubicBezTo>
                  <a:pt x="3840" y="1209"/>
                  <a:pt x="3840" y="1209"/>
                  <a:pt x="3840" y="1209"/>
                </a:cubicBezTo>
                <a:cubicBezTo>
                  <a:pt x="3835" y="1219"/>
                  <a:pt x="3829" y="1228"/>
                  <a:pt x="3823" y="1236"/>
                </a:cubicBezTo>
                <a:cubicBezTo>
                  <a:pt x="3828" y="1240"/>
                  <a:pt x="3819" y="1244"/>
                  <a:pt x="3818" y="1248"/>
                </a:cubicBezTo>
                <a:close/>
                <a:moveTo>
                  <a:pt x="3121" y="2109"/>
                </a:moveTo>
                <a:cubicBezTo>
                  <a:pt x="3119" y="2105"/>
                  <a:pt x="3124" y="2102"/>
                  <a:pt x="3118" y="2098"/>
                </a:cubicBezTo>
                <a:cubicBezTo>
                  <a:pt x="3121" y="2094"/>
                  <a:pt x="3113" y="2089"/>
                  <a:pt x="3115" y="2086"/>
                </a:cubicBezTo>
                <a:cubicBezTo>
                  <a:pt x="3114" y="2077"/>
                  <a:pt x="3111" y="2069"/>
                  <a:pt x="3108" y="2060"/>
                </a:cubicBezTo>
                <a:cubicBezTo>
                  <a:pt x="3108" y="2056"/>
                  <a:pt x="3105" y="2053"/>
                  <a:pt x="3104" y="2049"/>
                </a:cubicBezTo>
                <a:cubicBezTo>
                  <a:pt x="3103" y="2048"/>
                  <a:pt x="3105" y="2045"/>
                  <a:pt x="3104" y="2043"/>
                </a:cubicBezTo>
                <a:cubicBezTo>
                  <a:pt x="3103" y="2041"/>
                  <a:pt x="3099" y="2039"/>
                  <a:pt x="3102" y="2037"/>
                </a:cubicBezTo>
                <a:cubicBezTo>
                  <a:pt x="3096" y="2032"/>
                  <a:pt x="3099" y="2028"/>
                  <a:pt x="3093" y="2024"/>
                </a:cubicBezTo>
                <a:cubicBezTo>
                  <a:pt x="3095" y="2020"/>
                  <a:pt x="3092" y="2014"/>
                  <a:pt x="3087" y="2017"/>
                </a:cubicBezTo>
                <a:cubicBezTo>
                  <a:pt x="3092" y="2025"/>
                  <a:pt x="3088" y="2032"/>
                  <a:pt x="3095" y="2039"/>
                </a:cubicBezTo>
                <a:cubicBezTo>
                  <a:pt x="3093" y="2041"/>
                  <a:pt x="3096" y="2042"/>
                  <a:pt x="3096" y="2044"/>
                </a:cubicBezTo>
                <a:cubicBezTo>
                  <a:pt x="3097" y="2045"/>
                  <a:pt x="3096" y="2049"/>
                  <a:pt x="3096" y="2050"/>
                </a:cubicBezTo>
                <a:cubicBezTo>
                  <a:pt x="3096" y="2051"/>
                  <a:pt x="3098" y="2052"/>
                  <a:pt x="3099" y="2054"/>
                </a:cubicBezTo>
                <a:cubicBezTo>
                  <a:pt x="3101" y="2058"/>
                  <a:pt x="3097" y="2059"/>
                  <a:pt x="3101" y="2063"/>
                </a:cubicBezTo>
                <a:cubicBezTo>
                  <a:pt x="3106" y="2071"/>
                  <a:pt x="3101" y="2078"/>
                  <a:pt x="3107" y="2087"/>
                </a:cubicBezTo>
                <a:cubicBezTo>
                  <a:pt x="3108" y="2094"/>
                  <a:pt x="3109" y="2102"/>
                  <a:pt x="3114" y="2110"/>
                </a:cubicBezTo>
                <a:cubicBezTo>
                  <a:pt x="3112" y="2117"/>
                  <a:pt x="3115" y="2125"/>
                  <a:pt x="3115" y="2132"/>
                </a:cubicBezTo>
                <a:cubicBezTo>
                  <a:pt x="3119" y="2136"/>
                  <a:pt x="3117" y="2139"/>
                  <a:pt x="3119" y="2143"/>
                </a:cubicBezTo>
                <a:cubicBezTo>
                  <a:pt x="3118" y="2145"/>
                  <a:pt x="3120" y="2147"/>
                  <a:pt x="3122" y="2149"/>
                </a:cubicBezTo>
                <a:cubicBezTo>
                  <a:pt x="3124" y="2152"/>
                  <a:pt x="3120" y="2153"/>
                  <a:pt x="3121" y="2155"/>
                </a:cubicBezTo>
                <a:cubicBezTo>
                  <a:pt x="3122" y="2157"/>
                  <a:pt x="3123" y="2159"/>
                  <a:pt x="3123" y="2160"/>
                </a:cubicBezTo>
                <a:cubicBezTo>
                  <a:pt x="3132" y="2160"/>
                  <a:pt x="3132" y="2160"/>
                  <a:pt x="3132" y="2160"/>
                </a:cubicBezTo>
                <a:cubicBezTo>
                  <a:pt x="3132" y="2160"/>
                  <a:pt x="3132" y="2159"/>
                  <a:pt x="3132" y="2158"/>
                </a:cubicBezTo>
                <a:cubicBezTo>
                  <a:pt x="3129" y="2142"/>
                  <a:pt x="3124" y="2125"/>
                  <a:pt x="3121" y="2109"/>
                </a:cubicBezTo>
                <a:close/>
                <a:moveTo>
                  <a:pt x="3826" y="1017"/>
                </a:moveTo>
                <a:cubicBezTo>
                  <a:pt x="3822" y="1025"/>
                  <a:pt x="3814" y="1024"/>
                  <a:pt x="3810" y="1031"/>
                </a:cubicBezTo>
                <a:cubicBezTo>
                  <a:pt x="3806" y="1030"/>
                  <a:pt x="3805" y="1038"/>
                  <a:pt x="3801" y="1037"/>
                </a:cubicBezTo>
                <a:cubicBezTo>
                  <a:pt x="3798" y="1040"/>
                  <a:pt x="3796" y="1045"/>
                  <a:pt x="3792" y="1045"/>
                </a:cubicBezTo>
                <a:cubicBezTo>
                  <a:pt x="3791" y="1047"/>
                  <a:pt x="3790" y="1047"/>
                  <a:pt x="3787" y="1045"/>
                </a:cubicBezTo>
                <a:cubicBezTo>
                  <a:pt x="3786" y="1048"/>
                  <a:pt x="3789" y="1049"/>
                  <a:pt x="3787" y="1052"/>
                </a:cubicBezTo>
                <a:cubicBezTo>
                  <a:pt x="3783" y="1053"/>
                  <a:pt x="3780" y="1056"/>
                  <a:pt x="3779" y="1061"/>
                </a:cubicBezTo>
                <a:cubicBezTo>
                  <a:pt x="3772" y="1066"/>
                  <a:pt x="3768" y="1072"/>
                  <a:pt x="3767" y="1082"/>
                </a:cubicBezTo>
                <a:cubicBezTo>
                  <a:pt x="3773" y="1085"/>
                  <a:pt x="3776" y="1078"/>
                  <a:pt x="3778" y="1072"/>
                </a:cubicBezTo>
                <a:cubicBezTo>
                  <a:pt x="3782" y="1068"/>
                  <a:pt x="3787" y="1066"/>
                  <a:pt x="3789" y="1058"/>
                </a:cubicBezTo>
                <a:cubicBezTo>
                  <a:pt x="3795" y="1059"/>
                  <a:pt x="3798" y="1052"/>
                  <a:pt x="3802" y="1049"/>
                </a:cubicBezTo>
                <a:cubicBezTo>
                  <a:pt x="3805" y="1040"/>
                  <a:pt x="3812" y="1044"/>
                  <a:pt x="3815" y="1036"/>
                </a:cubicBezTo>
                <a:cubicBezTo>
                  <a:pt x="3824" y="1030"/>
                  <a:pt x="3833" y="1026"/>
                  <a:pt x="3840" y="1015"/>
                </a:cubicBezTo>
                <a:cubicBezTo>
                  <a:pt x="3840" y="1007"/>
                  <a:pt x="3840" y="1007"/>
                  <a:pt x="3840" y="1007"/>
                </a:cubicBezTo>
                <a:cubicBezTo>
                  <a:pt x="3835" y="1010"/>
                  <a:pt x="3832" y="1017"/>
                  <a:pt x="3826" y="1017"/>
                </a:cubicBezTo>
                <a:close/>
                <a:moveTo>
                  <a:pt x="450" y="2148"/>
                </a:moveTo>
                <a:cubicBezTo>
                  <a:pt x="443" y="2147"/>
                  <a:pt x="440" y="2141"/>
                  <a:pt x="432" y="2141"/>
                </a:cubicBezTo>
                <a:cubicBezTo>
                  <a:pt x="398" y="2115"/>
                  <a:pt x="391" y="2113"/>
                  <a:pt x="386" y="2109"/>
                </a:cubicBezTo>
                <a:cubicBezTo>
                  <a:pt x="312" y="2071"/>
                  <a:pt x="301" y="2066"/>
                  <a:pt x="298" y="2063"/>
                </a:cubicBezTo>
                <a:cubicBezTo>
                  <a:pt x="286" y="2058"/>
                  <a:pt x="284" y="2061"/>
                  <a:pt x="285" y="2061"/>
                </a:cubicBezTo>
                <a:cubicBezTo>
                  <a:pt x="253" y="2044"/>
                  <a:pt x="241" y="2046"/>
                  <a:pt x="235" y="2041"/>
                </a:cubicBezTo>
                <a:cubicBezTo>
                  <a:pt x="141" y="2001"/>
                  <a:pt x="136" y="1995"/>
                  <a:pt x="127" y="1994"/>
                </a:cubicBezTo>
                <a:cubicBezTo>
                  <a:pt x="113" y="1982"/>
                  <a:pt x="110" y="1982"/>
                  <a:pt x="111" y="1986"/>
                </a:cubicBezTo>
                <a:cubicBezTo>
                  <a:pt x="141" y="2010"/>
                  <a:pt x="141" y="2016"/>
                  <a:pt x="144" y="2019"/>
                </a:cubicBezTo>
                <a:cubicBezTo>
                  <a:pt x="143" y="2021"/>
                  <a:pt x="142" y="2027"/>
                  <a:pt x="147" y="2025"/>
                </a:cubicBezTo>
                <a:cubicBezTo>
                  <a:pt x="177" y="2058"/>
                  <a:pt x="180" y="2066"/>
                  <a:pt x="187" y="2070"/>
                </a:cubicBezTo>
                <a:cubicBezTo>
                  <a:pt x="244" y="2123"/>
                  <a:pt x="247" y="2132"/>
                  <a:pt x="253" y="2138"/>
                </a:cubicBezTo>
                <a:cubicBezTo>
                  <a:pt x="283" y="2160"/>
                  <a:pt x="283" y="2160"/>
                  <a:pt x="283" y="2160"/>
                </a:cubicBezTo>
                <a:cubicBezTo>
                  <a:pt x="254" y="2126"/>
                  <a:pt x="250" y="2124"/>
                  <a:pt x="247" y="2121"/>
                </a:cubicBezTo>
                <a:cubicBezTo>
                  <a:pt x="268" y="2130"/>
                  <a:pt x="274" y="2132"/>
                  <a:pt x="279" y="2136"/>
                </a:cubicBezTo>
                <a:cubicBezTo>
                  <a:pt x="313" y="2158"/>
                  <a:pt x="315" y="2159"/>
                  <a:pt x="318" y="2160"/>
                </a:cubicBezTo>
                <a:cubicBezTo>
                  <a:pt x="329" y="2157"/>
                  <a:pt x="326" y="2149"/>
                  <a:pt x="315" y="2149"/>
                </a:cubicBezTo>
                <a:cubicBezTo>
                  <a:pt x="288" y="2131"/>
                  <a:pt x="286" y="2130"/>
                  <a:pt x="285" y="2127"/>
                </a:cubicBezTo>
                <a:cubicBezTo>
                  <a:pt x="259" y="2117"/>
                  <a:pt x="260" y="2107"/>
                  <a:pt x="251" y="2110"/>
                </a:cubicBezTo>
                <a:cubicBezTo>
                  <a:pt x="223" y="2093"/>
                  <a:pt x="222" y="2087"/>
                  <a:pt x="216" y="2086"/>
                </a:cubicBezTo>
                <a:cubicBezTo>
                  <a:pt x="193" y="2069"/>
                  <a:pt x="184" y="2057"/>
                  <a:pt x="174" y="2047"/>
                </a:cubicBezTo>
                <a:cubicBezTo>
                  <a:pt x="206" y="2062"/>
                  <a:pt x="209" y="2064"/>
                  <a:pt x="211" y="2069"/>
                </a:cubicBezTo>
                <a:cubicBezTo>
                  <a:pt x="250" y="2097"/>
                  <a:pt x="255" y="2097"/>
                  <a:pt x="259" y="2100"/>
                </a:cubicBezTo>
                <a:cubicBezTo>
                  <a:pt x="299" y="2125"/>
                  <a:pt x="305" y="2125"/>
                  <a:pt x="309" y="2127"/>
                </a:cubicBezTo>
                <a:cubicBezTo>
                  <a:pt x="332" y="2140"/>
                  <a:pt x="331" y="2143"/>
                  <a:pt x="334" y="2143"/>
                </a:cubicBezTo>
                <a:cubicBezTo>
                  <a:pt x="363" y="2158"/>
                  <a:pt x="366" y="2159"/>
                  <a:pt x="369" y="2160"/>
                </a:cubicBezTo>
                <a:cubicBezTo>
                  <a:pt x="382" y="2154"/>
                  <a:pt x="375" y="2154"/>
                  <a:pt x="372" y="2149"/>
                </a:cubicBezTo>
                <a:cubicBezTo>
                  <a:pt x="323" y="2123"/>
                  <a:pt x="317" y="2125"/>
                  <a:pt x="313" y="2121"/>
                </a:cubicBezTo>
                <a:cubicBezTo>
                  <a:pt x="300" y="2113"/>
                  <a:pt x="295" y="2114"/>
                  <a:pt x="295" y="2111"/>
                </a:cubicBezTo>
                <a:cubicBezTo>
                  <a:pt x="234" y="2076"/>
                  <a:pt x="233" y="2074"/>
                  <a:pt x="231" y="2074"/>
                </a:cubicBezTo>
                <a:cubicBezTo>
                  <a:pt x="259" y="2083"/>
                  <a:pt x="261" y="2087"/>
                  <a:pt x="265" y="2089"/>
                </a:cubicBezTo>
                <a:cubicBezTo>
                  <a:pt x="310" y="2106"/>
                  <a:pt x="319" y="2108"/>
                  <a:pt x="325" y="2113"/>
                </a:cubicBezTo>
                <a:cubicBezTo>
                  <a:pt x="367" y="2126"/>
                  <a:pt x="366" y="2132"/>
                  <a:pt x="370" y="2132"/>
                </a:cubicBezTo>
                <a:cubicBezTo>
                  <a:pt x="395" y="2147"/>
                  <a:pt x="398" y="2148"/>
                  <a:pt x="400" y="2149"/>
                </a:cubicBezTo>
                <a:cubicBezTo>
                  <a:pt x="412" y="2155"/>
                  <a:pt x="413" y="2157"/>
                  <a:pt x="414" y="2157"/>
                </a:cubicBezTo>
                <a:cubicBezTo>
                  <a:pt x="439" y="2160"/>
                  <a:pt x="439" y="2160"/>
                  <a:pt x="439" y="2160"/>
                </a:cubicBezTo>
                <a:cubicBezTo>
                  <a:pt x="427" y="2149"/>
                  <a:pt x="421" y="2151"/>
                  <a:pt x="418" y="2148"/>
                </a:cubicBezTo>
                <a:cubicBezTo>
                  <a:pt x="389" y="2135"/>
                  <a:pt x="387" y="2131"/>
                  <a:pt x="383" y="2129"/>
                </a:cubicBezTo>
                <a:cubicBezTo>
                  <a:pt x="334" y="2106"/>
                  <a:pt x="329" y="2103"/>
                  <a:pt x="322" y="2100"/>
                </a:cubicBezTo>
                <a:cubicBezTo>
                  <a:pt x="300" y="2091"/>
                  <a:pt x="295" y="2088"/>
                  <a:pt x="289" y="2087"/>
                </a:cubicBezTo>
                <a:cubicBezTo>
                  <a:pt x="263" y="2072"/>
                  <a:pt x="256" y="2075"/>
                  <a:pt x="255" y="2072"/>
                </a:cubicBezTo>
                <a:cubicBezTo>
                  <a:pt x="202" y="2047"/>
                  <a:pt x="196" y="2045"/>
                  <a:pt x="191" y="2042"/>
                </a:cubicBezTo>
                <a:cubicBezTo>
                  <a:pt x="182" y="2043"/>
                  <a:pt x="176" y="2036"/>
                  <a:pt x="174" y="2036"/>
                </a:cubicBezTo>
                <a:cubicBezTo>
                  <a:pt x="148" y="2010"/>
                  <a:pt x="140" y="2013"/>
                  <a:pt x="141" y="2006"/>
                </a:cubicBezTo>
                <a:cubicBezTo>
                  <a:pt x="184" y="2026"/>
                  <a:pt x="184" y="2030"/>
                  <a:pt x="188" y="2029"/>
                </a:cubicBezTo>
                <a:cubicBezTo>
                  <a:pt x="278" y="2065"/>
                  <a:pt x="282" y="2074"/>
                  <a:pt x="296" y="2072"/>
                </a:cubicBezTo>
                <a:cubicBezTo>
                  <a:pt x="324" y="2086"/>
                  <a:pt x="331" y="2089"/>
                  <a:pt x="337" y="2093"/>
                </a:cubicBezTo>
                <a:cubicBezTo>
                  <a:pt x="364" y="2108"/>
                  <a:pt x="372" y="2110"/>
                  <a:pt x="376" y="2116"/>
                </a:cubicBezTo>
                <a:cubicBezTo>
                  <a:pt x="390" y="2124"/>
                  <a:pt x="394" y="2125"/>
                  <a:pt x="396" y="2128"/>
                </a:cubicBezTo>
                <a:cubicBezTo>
                  <a:pt x="426" y="2151"/>
                  <a:pt x="435" y="2147"/>
                  <a:pt x="433" y="2154"/>
                </a:cubicBezTo>
                <a:cubicBezTo>
                  <a:pt x="456" y="2157"/>
                  <a:pt x="452" y="2154"/>
                  <a:pt x="450" y="2148"/>
                </a:cubicBezTo>
                <a:close/>
                <a:moveTo>
                  <a:pt x="2266" y="551"/>
                </a:moveTo>
                <a:cubicBezTo>
                  <a:pt x="2269" y="545"/>
                  <a:pt x="2268" y="535"/>
                  <a:pt x="2272" y="530"/>
                </a:cubicBezTo>
                <a:cubicBezTo>
                  <a:pt x="2292" y="481"/>
                  <a:pt x="2296" y="476"/>
                  <a:pt x="2298" y="469"/>
                </a:cubicBezTo>
                <a:cubicBezTo>
                  <a:pt x="2337" y="415"/>
                  <a:pt x="2342" y="412"/>
                  <a:pt x="2344" y="410"/>
                </a:cubicBezTo>
                <a:cubicBezTo>
                  <a:pt x="2360" y="398"/>
                  <a:pt x="2356" y="389"/>
                  <a:pt x="2362" y="390"/>
                </a:cubicBezTo>
                <a:cubicBezTo>
                  <a:pt x="2397" y="365"/>
                  <a:pt x="2395" y="358"/>
                  <a:pt x="2399" y="357"/>
                </a:cubicBezTo>
                <a:cubicBezTo>
                  <a:pt x="2444" y="321"/>
                  <a:pt x="2452" y="319"/>
                  <a:pt x="2453" y="312"/>
                </a:cubicBezTo>
                <a:cubicBezTo>
                  <a:pt x="2491" y="287"/>
                  <a:pt x="2487" y="278"/>
                  <a:pt x="2493" y="279"/>
                </a:cubicBezTo>
                <a:cubicBezTo>
                  <a:pt x="2535" y="238"/>
                  <a:pt x="2531" y="229"/>
                  <a:pt x="2538" y="231"/>
                </a:cubicBezTo>
                <a:cubicBezTo>
                  <a:pt x="2554" y="211"/>
                  <a:pt x="2557" y="211"/>
                  <a:pt x="2556" y="207"/>
                </a:cubicBezTo>
                <a:cubicBezTo>
                  <a:pt x="2576" y="181"/>
                  <a:pt x="2580" y="179"/>
                  <a:pt x="2582" y="176"/>
                </a:cubicBezTo>
                <a:cubicBezTo>
                  <a:pt x="2597" y="153"/>
                  <a:pt x="2601" y="151"/>
                  <a:pt x="2604" y="148"/>
                </a:cubicBezTo>
                <a:cubicBezTo>
                  <a:pt x="2613" y="141"/>
                  <a:pt x="2605" y="150"/>
                  <a:pt x="2599" y="161"/>
                </a:cubicBezTo>
                <a:cubicBezTo>
                  <a:pt x="2562" y="212"/>
                  <a:pt x="2559" y="220"/>
                  <a:pt x="2556" y="226"/>
                </a:cubicBezTo>
                <a:cubicBezTo>
                  <a:pt x="2536" y="255"/>
                  <a:pt x="2527" y="251"/>
                  <a:pt x="2527" y="257"/>
                </a:cubicBezTo>
                <a:cubicBezTo>
                  <a:pt x="2486" y="293"/>
                  <a:pt x="2486" y="298"/>
                  <a:pt x="2482" y="298"/>
                </a:cubicBezTo>
                <a:cubicBezTo>
                  <a:pt x="2460" y="317"/>
                  <a:pt x="2458" y="324"/>
                  <a:pt x="2453" y="329"/>
                </a:cubicBezTo>
                <a:cubicBezTo>
                  <a:pt x="2429" y="353"/>
                  <a:pt x="2425" y="354"/>
                  <a:pt x="2423" y="357"/>
                </a:cubicBezTo>
                <a:cubicBezTo>
                  <a:pt x="2404" y="374"/>
                  <a:pt x="2402" y="376"/>
                  <a:pt x="2401" y="379"/>
                </a:cubicBezTo>
                <a:cubicBezTo>
                  <a:pt x="2380" y="394"/>
                  <a:pt x="2384" y="403"/>
                  <a:pt x="2377" y="401"/>
                </a:cubicBezTo>
                <a:cubicBezTo>
                  <a:pt x="2353" y="449"/>
                  <a:pt x="2342" y="451"/>
                  <a:pt x="2342" y="464"/>
                </a:cubicBezTo>
                <a:cubicBezTo>
                  <a:pt x="2318" y="525"/>
                  <a:pt x="2314" y="528"/>
                  <a:pt x="2314" y="534"/>
                </a:cubicBezTo>
                <a:cubicBezTo>
                  <a:pt x="2328" y="514"/>
                  <a:pt x="2327" y="509"/>
                  <a:pt x="2327" y="506"/>
                </a:cubicBezTo>
                <a:cubicBezTo>
                  <a:pt x="2335" y="485"/>
                  <a:pt x="2339" y="486"/>
                  <a:pt x="2338" y="479"/>
                </a:cubicBezTo>
                <a:cubicBezTo>
                  <a:pt x="2369" y="429"/>
                  <a:pt x="2374" y="423"/>
                  <a:pt x="2377" y="414"/>
                </a:cubicBezTo>
                <a:cubicBezTo>
                  <a:pt x="2409" y="376"/>
                  <a:pt x="2418" y="380"/>
                  <a:pt x="2416" y="373"/>
                </a:cubicBezTo>
                <a:cubicBezTo>
                  <a:pt x="2448" y="348"/>
                  <a:pt x="2448" y="339"/>
                  <a:pt x="2458" y="338"/>
                </a:cubicBezTo>
                <a:cubicBezTo>
                  <a:pt x="2497" y="296"/>
                  <a:pt x="2509" y="287"/>
                  <a:pt x="2521" y="279"/>
                </a:cubicBezTo>
                <a:cubicBezTo>
                  <a:pt x="2551" y="237"/>
                  <a:pt x="2561" y="242"/>
                  <a:pt x="2558" y="235"/>
                </a:cubicBezTo>
                <a:cubicBezTo>
                  <a:pt x="2575" y="216"/>
                  <a:pt x="2578" y="210"/>
                  <a:pt x="2582" y="205"/>
                </a:cubicBezTo>
                <a:cubicBezTo>
                  <a:pt x="2604" y="168"/>
                  <a:pt x="2610" y="169"/>
                  <a:pt x="2608" y="163"/>
                </a:cubicBezTo>
                <a:cubicBezTo>
                  <a:pt x="2614" y="170"/>
                  <a:pt x="2610" y="176"/>
                  <a:pt x="2606" y="183"/>
                </a:cubicBezTo>
                <a:cubicBezTo>
                  <a:pt x="2589" y="216"/>
                  <a:pt x="2577" y="226"/>
                  <a:pt x="2571" y="242"/>
                </a:cubicBezTo>
                <a:cubicBezTo>
                  <a:pt x="2558" y="254"/>
                  <a:pt x="2554" y="258"/>
                  <a:pt x="2551" y="261"/>
                </a:cubicBezTo>
                <a:cubicBezTo>
                  <a:pt x="2527" y="282"/>
                  <a:pt x="2526" y="288"/>
                  <a:pt x="2521" y="290"/>
                </a:cubicBezTo>
                <a:cubicBezTo>
                  <a:pt x="2498" y="313"/>
                  <a:pt x="2496" y="317"/>
                  <a:pt x="2490" y="318"/>
                </a:cubicBezTo>
                <a:cubicBezTo>
                  <a:pt x="2480" y="334"/>
                  <a:pt x="2473" y="334"/>
                  <a:pt x="2473" y="340"/>
                </a:cubicBezTo>
                <a:cubicBezTo>
                  <a:pt x="2450" y="368"/>
                  <a:pt x="2446" y="368"/>
                  <a:pt x="2445" y="370"/>
                </a:cubicBezTo>
                <a:cubicBezTo>
                  <a:pt x="2412" y="406"/>
                  <a:pt x="2415" y="415"/>
                  <a:pt x="2407" y="414"/>
                </a:cubicBezTo>
                <a:cubicBezTo>
                  <a:pt x="2383" y="455"/>
                  <a:pt x="2378" y="456"/>
                  <a:pt x="2377" y="462"/>
                </a:cubicBezTo>
                <a:cubicBezTo>
                  <a:pt x="2357" y="489"/>
                  <a:pt x="2361" y="500"/>
                  <a:pt x="2355" y="501"/>
                </a:cubicBezTo>
                <a:cubicBezTo>
                  <a:pt x="2332" y="563"/>
                  <a:pt x="2332" y="570"/>
                  <a:pt x="2331" y="575"/>
                </a:cubicBezTo>
                <a:cubicBezTo>
                  <a:pt x="2321" y="604"/>
                  <a:pt x="2323" y="609"/>
                  <a:pt x="2322" y="612"/>
                </a:cubicBezTo>
                <a:cubicBezTo>
                  <a:pt x="2334" y="577"/>
                  <a:pt x="2338" y="572"/>
                  <a:pt x="2338" y="564"/>
                </a:cubicBezTo>
                <a:cubicBezTo>
                  <a:pt x="2354" y="530"/>
                  <a:pt x="2352" y="524"/>
                  <a:pt x="2355" y="523"/>
                </a:cubicBezTo>
                <a:cubicBezTo>
                  <a:pt x="2378" y="476"/>
                  <a:pt x="2380" y="470"/>
                  <a:pt x="2383" y="464"/>
                </a:cubicBezTo>
                <a:cubicBezTo>
                  <a:pt x="2422" y="413"/>
                  <a:pt x="2426" y="409"/>
                  <a:pt x="2429" y="403"/>
                </a:cubicBezTo>
                <a:cubicBezTo>
                  <a:pt x="2448" y="389"/>
                  <a:pt x="2441" y="378"/>
                  <a:pt x="2449" y="381"/>
                </a:cubicBezTo>
                <a:cubicBezTo>
                  <a:pt x="2462" y="363"/>
                  <a:pt x="2465" y="361"/>
                  <a:pt x="2469" y="359"/>
                </a:cubicBezTo>
                <a:cubicBezTo>
                  <a:pt x="2549" y="273"/>
                  <a:pt x="2556" y="275"/>
                  <a:pt x="2556" y="270"/>
                </a:cubicBezTo>
                <a:cubicBezTo>
                  <a:pt x="2569" y="255"/>
                  <a:pt x="2571" y="254"/>
                  <a:pt x="2571" y="253"/>
                </a:cubicBezTo>
                <a:cubicBezTo>
                  <a:pt x="2530" y="317"/>
                  <a:pt x="2515" y="330"/>
                  <a:pt x="2503" y="346"/>
                </a:cubicBezTo>
                <a:cubicBezTo>
                  <a:pt x="2485" y="363"/>
                  <a:pt x="2484" y="364"/>
                  <a:pt x="2484" y="368"/>
                </a:cubicBezTo>
                <a:cubicBezTo>
                  <a:pt x="2458" y="390"/>
                  <a:pt x="2461" y="400"/>
                  <a:pt x="2453" y="399"/>
                </a:cubicBezTo>
                <a:cubicBezTo>
                  <a:pt x="2432" y="425"/>
                  <a:pt x="2435" y="431"/>
                  <a:pt x="2431" y="431"/>
                </a:cubicBezTo>
                <a:cubicBezTo>
                  <a:pt x="2417" y="455"/>
                  <a:pt x="2411" y="456"/>
                  <a:pt x="2412" y="464"/>
                </a:cubicBezTo>
                <a:cubicBezTo>
                  <a:pt x="2381" y="530"/>
                  <a:pt x="2373" y="536"/>
                  <a:pt x="2373" y="549"/>
                </a:cubicBezTo>
                <a:cubicBezTo>
                  <a:pt x="2360" y="592"/>
                  <a:pt x="2358" y="604"/>
                  <a:pt x="2355" y="615"/>
                </a:cubicBezTo>
                <a:cubicBezTo>
                  <a:pt x="2348" y="676"/>
                  <a:pt x="2346" y="689"/>
                  <a:pt x="2351" y="691"/>
                </a:cubicBezTo>
                <a:cubicBezTo>
                  <a:pt x="2364" y="602"/>
                  <a:pt x="2364" y="599"/>
                  <a:pt x="2366" y="597"/>
                </a:cubicBezTo>
                <a:cubicBezTo>
                  <a:pt x="2387" y="536"/>
                  <a:pt x="2389" y="528"/>
                  <a:pt x="2392" y="521"/>
                </a:cubicBezTo>
                <a:cubicBezTo>
                  <a:pt x="2410" y="485"/>
                  <a:pt x="2417" y="471"/>
                  <a:pt x="2425" y="458"/>
                </a:cubicBezTo>
                <a:cubicBezTo>
                  <a:pt x="2448" y="429"/>
                  <a:pt x="2448" y="423"/>
                  <a:pt x="2451" y="421"/>
                </a:cubicBezTo>
                <a:cubicBezTo>
                  <a:pt x="2474" y="389"/>
                  <a:pt x="2480" y="390"/>
                  <a:pt x="2479" y="383"/>
                </a:cubicBezTo>
                <a:cubicBezTo>
                  <a:pt x="2514" y="350"/>
                  <a:pt x="2514" y="345"/>
                  <a:pt x="2519" y="344"/>
                </a:cubicBezTo>
                <a:cubicBezTo>
                  <a:pt x="2535" y="322"/>
                  <a:pt x="2539" y="320"/>
                  <a:pt x="2540" y="316"/>
                </a:cubicBezTo>
                <a:cubicBezTo>
                  <a:pt x="2571" y="278"/>
                  <a:pt x="2572" y="274"/>
                  <a:pt x="2575" y="272"/>
                </a:cubicBezTo>
                <a:cubicBezTo>
                  <a:pt x="2589" y="250"/>
                  <a:pt x="2591" y="250"/>
                  <a:pt x="2591" y="246"/>
                </a:cubicBezTo>
                <a:cubicBezTo>
                  <a:pt x="2570" y="303"/>
                  <a:pt x="2565" y="309"/>
                  <a:pt x="2562" y="318"/>
                </a:cubicBezTo>
                <a:cubicBezTo>
                  <a:pt x="2529" y="360"/>
                  <a:pt x="2529" y="366"/>
                  <a:pt x="2525" y="368"/>
                </a:cubicBezTo>
                <a:cubicBezTo>
                  <a:pt x="2500" y="401"/>
                  <a:pt x="2497" y="404"/>
                  <a:pt x="2495" y="407"/>
                </a:cubicBezTo>
                <a:cubicBezTo>
                  <a:pt x="2477" y="421"/>
                  <a:pt x="2475" y="431"/>
                  <a:pt x="2469" y="436"/>
                </a:cubicBezTo>
                <a:cubicBezTo>
                  <a:pt x="2453" y="458"/>
                  <a:pt x="2449" y="457"/>
                  <a:pt x="2449" y="460"/>
                </a:cubicBezTo>
                <a:cubicBezTo>
                  <a:pt x="2433" y="483"/>
                  <a:pt x="2428" y="490"/>
                  <a:pt x="2423" y="497"/>
                </a:cubicBezTo>
                <a:cubicBezTo>
                  <a:pt x="2389" y="557"/>
                  <a:pt x="2380" y="572"/>
                  <a:pt x="2375" y="591"/>
                </a:cubicBezTo>
                <a:cubicBezTo>
                  <a:pt x="2388" y="566"/>
                  <a:pt x="2393" y="561"/>
                  <a:pt x="2394" y="554"/>
                </a:cubicBezTo>
                <a:cubicBezTo>
                  <a:pt x="2421" y="517"/>
                  <a:pt x="2420" y="511"/>
                  <a:pt x="2423" y="508"/>
                </a:cubicBezTo>
                <a:cubicBezTo>
                  <a:pt x="2443" y="487"/>
                  <a:pt x="2443" y="481"/>
                  <a:pt x="2447" y="479"/>
                </a:cubicBezTo>
                <a:cubicBezTo>
                  <a:pt x="2477" y="451"/>
                  <a:pt x="2473" y="441"/>
                  <a:pt x="2479" y="440"/>
                </a:cubicBezTo>
                <a:cubicBezTo>
                  <a:pt x="2491" y="429"/>
                  <a:pt x="2491" y="423"/>
                  <a:pt x="2495" y="421"/>
                </a:cubicBezTo>
                <a:cubicBezTo>
                  <a:pt x="2533" y="381"/>
                  <a:pt x="2531" y="373"/>
                  <a:pt x="2536" y="373"/>
                </a:cubicBezTo>
                <a:cubicBezTo>
                  <a:pt x="2542" y="375"/>
                  <a:pt x="2533" y="382"/>
                  <a:pt x="2527" y="392"/>
                </a:cubicBezTo>
                <a:cubicBezTo>
                  <a:pt x="2507" y="428"/>
                  <a:pt x="2501" y="430"/>
                  <a:pt x="2499" y="436"/>
                </a:cubicBezTo>
                <a:cubicBezTo>
                  <a:pt x="2483" y="460"/>
                  <a:pt x="2475" y="467"/>
                  <a:pt x="2471" y="479"/>
                </a:cubicBezTo>
                <a:cubicBezTo>
                  <a:pt x="2444" y="506"/>
                  <a:pt x="2443" y="518"/>
                  <a:pt x="2434" y="523"/>
                </a:cubicBezTo>
                <a:cubicBezTo>
                  <a:pt x="2415" y="560"/>
                  <a:pt x="2409" y="568"/>
                  <a:pt x="2403" y="575"/>
                </a:cubicBezTo>
                <a:cubicBezTo>
                  <a:pt x="2382" y="632"/>
                  <a:pt x="2382" y="637"/>
                  <a:pt x="2379" y="639"/>
                </a:cubicBezTo>
                <a:cubicBezTo>
                  <a:pt x="2369" y="679"/>
                  <a:pt x="2367" y="696"/>
                  <a:pt x="2364" y="713"/>
                </a:cubicBezTo>
                <a:cubicBezTo>
                  <a:pt x="2357" y="755"/>
                  <a:pt x="2353" y="757"/>
                  <a:pt x="2359" y="758"/>
                </a:cubicBezTo>
                <a:cubicBezTo>
                  <a:pt x="2365" y="714"/>
                  <a:pt x="2371" y="701"/>
                  <a:pt x="2373" y="689"/>
                </a:cubicBezTo>
                <a:cubicBezTo>
                  <a:pt x="2390" y="631"/>
                  <a:pt x="2392" y="626"/>
                  <a:pt x="2392" y="619"/>
                </a:cubicBezTo>
                <a:cubicBezTo>
                  <a:pt x="2419" y="571"/>
                  <a:pt x="2418" y="562"/>
                  <a:pt x="2423" y="560"/>
                </a:cubicBezTo>
                <a:cubicBezTo>
                  <a:pt x="2441" y="526"/>
                  <a:pt x="2448" y="525"/>
                  <a:pt x="2449" y="519"/>
                </a:cubicBezTo>
                <a:cubicBezTo>
                  <a:pt x="2482" y="479"/>
                  <a:pt x="2481" y="473"/>
                  <a:pt x="2486" y="473"/>
                </a:cubicBezTo>
                <a:cubicBezTo>
                  <a:pt x="2505" y="451"/>
                  <a:pt x="2502" y="443"/>
                  <a:pt x="2508" y="442"/>
                </a:cubicBezTo>
                <a:cubicBezTo>
                  <a:pt x="2537" y="393"/>
                  <a:pt x="2543" y="388"/>
                  <a:pt x="2547" y="381"/>
                </a:cubicBezTo>
                <a:cubicBezTo>
                  <a:pt x="2577" y="332"/>
                  <a:pt x="2578" y="321"/>
                  <a:pt x="2584" y="316"/>
                </a:cubicBezTo>
                <a:cubicBezTo>
                  <a:pt x="2567" y="360"/>
                  <a:pt x="2563" y="362"/>
                  <a:pt x="2560" y="366"/>
                </a:cubicBezTo>
                <a:cubicBezTo>
                  <a:pt x="2529" y="421"/>
                  <a:pt x="2528" y="432"/>
                  <a:pt x="2521" y="438"/>
                </a:cubicBezTo>
                <a:cubicBezTo>
                  <a:pt x="2490" y="494"/>
                  <a:pt x="2482" y="498"/>
                  <a:pt x="2479" y="508"/>
                </a:cubicBezTo>
                <a:cubicBezTo>
                  <a:pt x="2453" y="542"/>
                  <a:pt x="2452" y="548"/>
                  <a:pt x="2449" y="551"/>
                </a:cubicBezTo>
                <a:cubicBezTo>
                  <a:pt x="2437" y="564"/>
                  <a:pt x="2436" y="569"/>
                  <a:pt x="2434" y="573"/>
                </a:cubicBezTo>
                <a:cubicBezTo>
                  <a:pt x="2414" y="615"/>
                  <a:pt x="2404" y="630"/>
                  <a:pt x="2401" y="652"/>
                </a:cubicBezTo>
                <a:cubicBezTo>
                  <a:pt x="2390" y="690"/>
                  <a:pt x="2387" y="700"/>
                  <a:pt x="2386" y="711"/>
                </a:cubicBezTo>
                <a:cubicBezTo>
                  <a:pt x="2389" y="745"/>
                  <a:pt x="2385" y="735"/>
                  <a:pt x="2390" y="734"/>
                </a:cubicBezTo>
                <a:cubicBezTo>
                  <a:pt x="2395" y="685"/>
                  <a:pt x="2402" y="670"/>
                  <a:pt x="2405" y="649"/>
                </a:cubicBezTo>
                <a:cubicBezTo>
                  <a:pt x="2426" y="612"/>
                  <a:pt x="2423" y="603"/>
                  <a:pt x="2427" y="602"/>
                </a:cubicBezTo>
                <a:cubicBezTo>
                  <a:pt x="2441" y="569"/>
                  <a:pt x="2451" y="566"/>
                  <a:pt x="2453" y="556"/>
                </a:cubicBezTo>
                <a:cubicBezTo>
                  <a:pt x="2477" y="522"/>
                  <a:pt x="2481" y="520"/>
                  <a:pt x="2484" y="516"/>
                </a:cubicBezTo>
                <a:cubicBezTo>
                  <a:pt x="2504" y="490"/>
                  <a:pt x="2503" y="486"/>
                  <a:pt x="2506" y="486"/>
                </a:cubicBezTo>
                <a:cubicBezTo>
                  <a:pt x="2530" y="444"/>
                  <a:pt x="2531" y="434"/>
                  <a:pt x="2538" y="429"/>
                </a:cubicBezTo>
                <a:cubicBezTo>
                  <a:pt x="2564" y="389"/>
                  <a:pt x="2562" y="392"/>
                  <a:pt x="2560" y="397"/>
                </a:cubicBezTo>
                <a:cubicBezTo>
                  <a:pt x="2551" y="425"/>
                  <a:pt x="2547" y="432"/>
                  <a:pt x="2547" y="440"/>
                </a:cubicBezTo>
                <a:cubicBezTo>
                  <a:pt x="2518" y="479"/>
                  <a:pt x="2513" y="491"/>
                  <a:pt x="2503" y="499"/>
                </a:cubicBezTo>
                <a:cubicBezTo>
                  <a:pt x="2482" y="537"/>
                  <a:pt x="2477" y="540"/>
                  <a:pt x="2475" y="547"/>
                </a:cubicBezTo>
                <a:cubicBezTo>
                  <a:pt x="2463" y="564"/>
                  <a:pt x="2465" y="570"/>
                  <a:pt x="2462" y="571"/>
                </a:cubicBezTo>
                <a:cubicBezTo>
                  <a:pt x="2445" y="602"/>
                  <a:pt x="2443" y="608"/>
                  <a:pt x="2440" y="615"/>
                </a:cubicBezTo>
                <a:cubicBezTo>
                  <a:pt x="2423" y="658"/>
                  <a:pt x="2417" y="686"/>
                  <a:pt x="2414" y="717"/>
                </a:cubicBezTo>
                <a:cubicBezTo>
                  <a:pt x="2421" y="730"/>
                  <a:pt x="2417" y="715"/>
                  <a:pt x="2423" y="697"/>
                </a:cubicBezTo>
                <a:cubicBezTo>
                  <a:pt x="2456" y="595"/>
                  <a:pt x="2461" y="595"/>
                  <a:pt x="2462" y="591"/>
                </a:cubicBezTo>
                <a:cubicBezTo>
                  <a:pt x="2484" y="556"/>
                  <a:pt x="2482" y="547"/>
                  <a:pt x="2488" y="547"/>
                </a:cubicBezTo>
                <a:cubicBezTo>
                  <a:pt x="2520" y="494"/>
                  <a:pt x="2522" y="491"/>
                  <a:pt x="2523" y="488"/>
                </a:cubicBezTo>
                <a:cubicBezTo>
                  <a:pt x="2527" y="499"/>
                  <a:pt x="2518" y="509"/>
                  <a:pt x="2514" y="523"/>
                </a:cubicBezTo>
                <a:cubicBezTo>
                  <a:pt x="2485" y="577"/>
                  <a:pt x="2485" y="579"/>
                  <a:pt x="2484" y="582"/>
                </a:cubicBezTo>
                <a:cubicBezTo>
                  <a:pt x="2471" y="601"/>
                  <a:pt x="2471" y="608"/>
                  <a:pt x="2466" y="615"/>
                </a:cubicBezTo>
                <a:cubicBezTo>
                  <a:pt x="2455" y="667"/>
                  <a:pt x="2457" y="663"/>
                  <a:pt x="2458" y="658"/>
                </a:cubicBezTo>
                <a:cubicBezTo>
                  <a:pt x="2494" y="586"/>
                  <a:pt x="2491" y="575"/>
                  <a:pt x="2497" y="573"/>
                </a:cubicBezTo>
                <a:cubicBezTo>
                  <a:pt x="2528" y="520"/>
                  <a:pt x="2527" y="511"/>
                  <a:pt x="2532" y="508"/>
                </a:cubicBezTo>
                <a:cubicBezTo>
                  <a:pt x="2542" y="479"/>
                  <a:pt x="2547" y="472"/>
                  <a:pt x="2543" y="473"/>
                </a:cubicBezTo>
                <a:cubicBezTo>
                  <a:pt x="2533" y="519"/>
                  <a:pt x="2535" y="575"/>
                  <a:pt x="2523" y="617"/>
                </a:cubicBezTo>
                <a:cubicBezTo>
                  <a:pt x="2498" y="753"/>
                  <a:pt x="2496" y="760"/>
                  <a:pt x="2495" y="767"/>
                </a:cubicBezTo>
                <a:cubicBezTo>
                  <a:pt x="2503" y="765"/>
                  <a:pt x="2508" y="735"/>
                  <a:pt x="2516" y="708"/>
                </a:cubicBezTo>
                <a:cubicBezTo>
                  <a:pt x="2543" y="549"/>
                  <a:pt x="2543" y="541"/>
                  <a:pt x="2545" y="536"/>
                </a:cubicBezTo>
                <a:cubicBezTo>
                  <a:pt x="2550" y="513"/>
                  <a:pt x="2550" y="516"/>
                  <a:pt x="2551" y="508"/>
                </a:cubicBezTo>
                <a:cubicBezTo>
                  <a:pt x="2561" y="468"/>
                  <a:pt x="2557" y="457"/>
                  <a:pt x="2562" y="455"/>
                </a:cubicBezTo>
                <a:cubicBezTo>
                  <a:pt x="2564" y="481"/>
                  <a:pt x="2559" y="481"/>
                  <a:pt x="2560" y="486"/>
                </a:cubicBezTo>
                <a:cubicBezTo>
                  <a:pt x="2561" y="552"/>
                  <a:pt x="2560" y="561"/>
                  <a:pt x="2562" y="573"/>
                </a:cubicBezTo>
                <a:cubicBezTo>
                  <a:pt x="2538" y="696"/>
                  <a:pt x="2542" y="705"/>
                  <a:pt x="2540" y="708"/>
                </a:cubicBezTo>
                <a:cubicBezTo>
                  <a:pt x="2522" y="773"/>
                  <a:pt x="2522" y="782"/>
                  <a:pt x="2521" y="789"/>
                </a:cubicBezTo>
                <a:cubicBezTo>
                  <a:pt x="2525" y="796"/>
                  <a:pt x="2527" y="777"/>
                  <a:pt x="2534" y="763"/>
                </a:cubicBezTo>
                <a:cubicBezTo>
                  <a:pt x="2542" y="733"/>
                  <a:pt x="2538" y="724"/>
                  <a:pt x="2543" y="724"/>
                </a:cubicBezTo>
                <a:cubicBezTo>
                  <a:pt x="2557" y="641"/>
                  <a:pt x="2562" y="626"/>
                  <a:pt x="2567" y="610"/>
                </a:cubicBezTo>
                <a:cubicBezTo>
                  <a:pt x="2571" y="542"/>
                  <a:pt x="2568" y="518"/>
                  <a:pt x="2569" y="475"/>
                </a:cubicBezTo>
                <a:cubicBezTo>
                  <a:pt x="2570" y="422"/>
                  <a:pt x="2575" y="422"/>
                  <a:pt x="2573" y="416"/>
                </a:cubicBezTo>
                <a:cubicBezTo>
                  <a:pt x="2576" y="395"/>
                  <a:pt x="2573" y="394"/>
                  <a:pt x="2573" y="394"/>
                </a:cubicBezTo>
                <a:cubicBezTo>
                  <a:pt x="2582" y="376"/>
                  <a:pt x="2585" y="391"/>
                  <a:pt x="2584" y="407"/>
                </a:cubicBezTo>
                <a:cubicBezTo>
                  <a:pt x="2586" y="485"/>
                  <a:pt x="2588" y="495"/>
                  <a:pt x="2584" y="499"/>
                </a:cubicBezTo>
                <a:cubicBezTo>
                  <a:pt x="2587" y="537"/>
                  <a:pt x="2584" y="556"/>
                  <a:pt x="2588" y="569"/>
                </a:cubicBezTo>
                <a:cubicBezTo>
                  <a:pt x="2586" y="639"/>
                  <a:pt x="2581" y="653"/>
                  <a:pt x="2582" y="673"/>
                </a:cubicBezTo>
                <a:cubicBezTo>
                  <a:pt x="2579" y="709"/>
                  <a:pt x="2585" y="697"/>
                  <a:pt x="2584" y="678"/>
                </a:cubicBezTo>
                <a:cubicBezTo>
                  <a:pt x="2591" y="654"/>
                  <a:pt x="2587" y="646"/>
                  <a:pt x="2588" y="643"/>
                </a:cubicBezTo>
                <a:cubicBezTo>
                  <a:pt x="2594" y="565"/>
                  <a:pt x="2596" y="549"/>
                  <a:pt x="2595" y="532"/>
                </a:cubicBezTo>
                <a:cubicBezTo>
                  <a:pt x="2595" y="477"/>
                  <a:pt x="2594" y="475"/>
                  <a:pt x="2593" y="473"/>
                </a:cubicBezTo>
                <a:cubicBezTo>
                  <a:pt x="2593" y="439"/>
                  <a:pt x="2589" y="438"/>
                  <a:pt x="2591" y="431"/>
                </a:cubicBezTo>
                <a:cubicBezTo>
                  <a:pt x="2591" y="411"/>
                  <a:pt x="2590" y="406"/>
                  <a:pt x="2593" y="405"/>
                </a:cubicBezTo>
                <a:cubicBezTo>
                  <a:pt x="2596" y="421"/>
                  <a:pt x="2599" y="424"/>
                  <a:pt x="2599" y="431"/>
                </a:cubicBezTo>
                <a:cubicBezTo>
                  <a:pt x="2607" y="578"/>
                  <a:pt x="2612" y="578"/>
                  <a:pt x="2610" y="584"/>
                </a:cubicBezTo>
                <a:cubicBezTo>
                  <a:pt x="2608" y="676"/>
                  <a:pt x="2609" y="683"/>
                  <a:pt x="2608" y="700"/>
                </a:cubicBezTo>
                <a:cubicBezTo>
                  <a:pt x="2604" y="727"/>
                  <a:pt x="2608" y="721"/>
                  <a:pt x="2610" y="713"/>
                </a:cubicBezTo>
                <a:cubicBezTo>
                  <a:pt x="2617" y="628"/>
                  <a:pt x="2617" y="628"/>
                  <a:pt x="2617" y="628"/>
                </a:cubicBezTo>
                <a:cubicBezTo>
                  <a:pt x="2616" y="568"/>
                  <a:pt x="2617" y="567"/>
                  <a:pt x="2615" y="556"/>
                </a:cubicBezTo>
                <a:cubicBezTo>
                  <a:pt x="2604" y="402"/>
                  <a:pt x="2602" y="388"/>
                  <a:pt x="2602" y="368"/>
                </a:cubicBezTo>
                <a:cubicBezTo>
                  <a:pt x="2601" y="317"/>
                  <a:pt x="2597" y="313"/>
                  <a:pt x="2604" y="312"/>
                </a:cubicBezTo>
                <a:cubicBezTo>
                  <a:pt x="2615" y="406"/>
                  <a:pt x="2620" y="408"/>
                  <a:pt x="2619" y="416"/>
                </a:cubicBezTo>
                <a:cubicBezTo>
                  <a:pt x="2630" y="567"/>
                  <a:pt x="2630" y="585"/>
                  <a:pt x="2630" y="602"/>
                </a:cubicBezTo>
                <a:cubicBezTo>
                  <a:pt x="2627" y="621"/>
                  <a:pt x="2630" y="621"/>
                  <a:pt x="2630" y="621"/>
                </a:cubicBezTo>
                <a:cubicBezTo>
                  <a:pt x="2628" y="655"/>
                  <a:pt x="2633" y="654"/>
                  <a:pt x="2632" y="647"/>
                </a:cubicBezTo>
                <a:cubicBezTo>
                  <a:pt x="2632" y="609"/>
                  <a:pt x="2641" y="603"/>
                  <a:pt x="2634" y="599"/>
                </a:cubicBezTo>
                <a:cubicBezTo>
                  <a:pt x="2622" y="398"/>
                  <a:pt x="2625" y="390"/>
                  <a:pt x="2623" y="386"/>
                </a:cubicBezTo>
                <a:cubicBezTo>
                  <a:pt x="2612" y="298"/>
                  <a:pt x="2612" y="298"/>
                  <a:pt x="2612" y="298"/>
                </a:cubicBezTo>
                <a:cubicBezTo>
                  <a:pt x="2615" y="234"/>
                  <a:pt x="2616" y="229"/>
                  <a:pt x="2619" y="226"/>
                </a:cubicBezTo>
                <a:cubicBezTo>
                  <a:pt x="2627" y="274"/>
                  <a:pt x="2626" y="281"/>
                  <a:pt x="2630" y="283"/>
                </a:cubicBezTo>
                <a:cubicBezTo>
                  <a:pt x="2637" y="331"/>
                  <a:pt x="2644" y="346"/>
                  <a:pt x="2647" y="366"/>
                </a:cubicBezTo>
                <a:cubicBezTo>
                  <a:pt x="2666" y="436"/>
                  <a:pt x="2662" y="446"/>
                  <a:pt x="2667" y="447"/>
                </a:cubicBezTo>
                <a:cubicBezTo>
                  <a:pt x="2676" y="591"/>
                  <a:pt x="2676" y="591"/>
                  <a:pt x="2676" y="591"/>
                </a:cubicBezTo>
                <a:cubicBezTo>
                  <a:pt x="2677" y="618"/>
                  <a:pt x="2679" y="615"/>
                  <a:pt x="2680" y="610"/>
                </a:cubicBezTo>
                <a:cubicBezTo>
                  <a:pt x="2680" y="558"/>
                  <a:pt x="2679" y="554"/>
                  <a:pt x="2680" y="549"/>
                </a:cubicBezTo>
                <a:cubicBezTo>
                  <a:pt x="2674" y="470"/>
                  <a:pt x="2677" y="456"/>
                  <a:pt x="2673" y="449"/>
                </a:cubicBezTo>
                <a:cubicBezTo>
                  <a:pt x="2664" y="405"/>
                  <a:pt x="2665" y="398"/>
                  <a:pt x="2665" y="392"/>
                </a:cubicBezTo>
                <a:cubicBezTo>
                  <a:pt x="2654" y="345"/>
                  <a:pt x="2647" y="330"/>
                  <a:pt x="2645" y="309"/>
                </a:cubicBezTo>
                <a:cubicBezTo>
                  <a:pt x="2628" y="224"/>
                  <a:pt x="2628" y="224"/>
                  <a:pt x="2628" y="224"/>
                </a:cubicBezTo>
                <a:cubicBezTo>
                  <a:pt x="2657" y="335"/>
                  <a:pt x="2667" y="357"/>
                  <a:pt x="2673" y="383"/>
                </a:cubicBezTo>
                <a:cubicBezTo>
                  <a:pt x="2697" y="482"/>
                  <a:pt x="2689" y="497"/>
                  <a:pt x="2695" y="497"/>
                </a:cubicBezTo>
                <a:cubicBezTo>
                  <a:pt x="2693" y="420"/>
                  <a:pt x="2686" y="404"/>
                  <a:pt x="2684" y="383"/>
                </a:cubicBezTo>
                <a:cubicBezTo>
                  <a:pt x="2676" y="354"/>
                  <a:pt x="2672" y="345"/>
                  <a:pt x="2669" y="335"/>
                </a:cubicBezTo>
                <a:cubicBezTo>
                  <a:pt x="2662" y="314"/>
                  <a:pt x="2662" y="308"/>
                  <a:pt x="2665" y="307"/>
                </a:cubicBezTo>
                <a:cubicBezTo>
                  <a:pt x="2684" y="359"/>
                  <a:pt x="2686" y="361"/>
                  <a:pt x="2689" y="362"/>
                </a:cubicBezTo>
                <a:cubicBezTo>
                  <a:pt x="2699" y="392"/>
                  <a:pt x="2702" y="397"/>
                  <a:pt x="2704" y="403"/>
                </a:cubicBezTo>
                <a:cubicBezTo>
                  <a:pt x="2731" y="478"/>
                  <a:pt x="2734" y="489"/>
                  <a:pt x="2737" y="499"/>
                </a:cubicBezTo>
                <a:cubicBezTo>
                  <a:pt x="2745" y="509"/>
                  <a:pt x="2740" y="492"/>
                  <a:pt x="2737" y="473"/>
                </a:cubicBezTo>
                <a:cubicBezTo>
                  <a:pt x="2718" y="414"/>
                  <a:pt x="2713" y="407"/>
                  <a:pt x="2711" y="399"/>
                </a:cubicBezTo>
                <a:cubicBezTo>
                  <a:pt x="2696" y="368"/>
                  <a:pt x="2695" y="357"/>
                  <a:pt x="2691" y="351"/>
                </a:cubicBezTo>
                <a:cubicBezTo>
                  <a:pt x="2673" y="309"/>
                  <a:pt x="2674" y="301"/>
                  <a:pt x="2669" y="298"/>
                </a:cubicBezTo>
                <a:cubicBezTo>
                  <a:pt x="2662" y="267"/>
                  <a:pt x="2657" y="256"/>
                  <a:pt x="2654" y="244"/>
                </a:cubicBezTo>
                <a:cubicBezTo>
                  <a:pt x="2645" y="223"/>
                  <a:pt x="2648" y="212"/>
                  <a:pt x="2643" y="209"/>
                </a:cubicBezTo>
                <a:cubicBezTo>
                  <a:pt x="2640" y="167"/>
                  <a:pt x="2636" y="159"/>
                  <a:pt x="2641" y="159"/>
                </a:cubicBezTo>
                <a:cubicBezTo>
                  <a:pt x="2645" y="170"/>
                  <a:pt x="2649" y="172"/>
                  <a:pt x="2647" y="181"/>
                </a:cubicBezTo>
                <a:cubicBezTo>
                  <a:pt x="2655" y="202"/>
                  <a:pt x="2657" y="207"/>
                  <a:pt x="2658" y="213"/>
                </a:cubicBezTo>
                <a:cubicBezTo>
                  <a:pt x="2682" y="266"/>
                  <a:pt x="2681" y="275"/>
                  <a:pt x="2687" y="277"/>
                </a:cubicBezTo>
                <a:cubicBezTo>
                  <a:pt x="2714" y="328"/>
                  <a:pt x="2710" y="330"/>
                  <a:pt x="2715" y="335"/>
                </a:cubicBezTo>
                <a:cubicBezTo>
                  <a:pt x="2739" y="387"/>
                  <a:pt x="2739" y="394"/>
                  <a:pt x="2741" y="401"/>
                </a:cubicBezTo>
                <a:cubicBezTo>
                  <a:pt x="2753" y="416"/>
                  <a:pt x="2746" y="406"/>
                  <a:pt x="2743" y="390"/>
                </a:cubicBezTo>
                <a:cubicBezTo>
                  <a:pt x="2722" y="338"/>
                  <a:pt x="2722" y="333"/>
                  <a:pt x="2719" y="331"/>
                </a:cubicBezTo>
                <a:cubicBezTo>
                  <a:pt x="2696" y="283"/>
                  <a:pt x="2692" y="277"/>
                  <a:pt x="2691" y="268"/>
                </a:cubicBezTo>
                <a:cubicBezTo>
                  <a:pt x="2656" y="183"/>
                  <a:pt x="2659" y="175"/>
                  <a:pt x="2656" y="174"/>
                </a:cubicBezTo>
                <a:cubicBezTo>
                  <a:pt x="2645" y="89"/>
                  <a:pt x="2645" y="89"/>
                  <a:pt x="2645" y="89"/>
                </a:cubicBezTo>
                <a:cubicBezTo>
                  <a:pt x="2648" y="83"/>
                  <a:pt x="2651" y="92"/>
                  <a:pt x="2654" y="102"/>
                </a:cubicBezTo>
                <a:cubicBezTo>
                  <a:pt x="2666" y="159"/>
                  <a:pt x="2662" y="163"/>
                  <a:pt x="2665" y="170"/>
                </a:cubicBezTo>
                <a:cubicBezTo>
                  <a:pt x="2682" y="216"/>
                  <a:pt x="2685" y="223"/>
                  <a:pt x="2689" y="229"/>
                </a:cubicBezTo>
                <a:cubicBezTo>
                  <a:pt x="2713" y="277"/>
                  <a:pt x="2715" y="280"/>
                  <a:pt x="2717" y="283"/>
                </a:cubicBezTo>
                <a:cubicBezTo>
                  <a:pt x="2734" y="325"/>
                  <a:pt x="2744" y="320"/>
                  <a:pt x="2741" y="327"/>
                </a:cubicBezTo>
                <a:cubicBezTo>
                  <a:pt x="2773" y="382"/>
                  <a:pt x="2778" y="396"/>
                  <a:pt x="2785" y="407"/>
                </a:cubicBezTo>
                <a:cubicBezTo>
                  <a:pt x="2796" y="434"/>
                  <a:pt x="2795" y="444"/>
                  <a:pt x="2802" y="447"/>
                </a:cubicBezTo>
                <a:cubicBezTo>
                  <a:pt x="2789" y="399"/>
                  <a:pt x="2784" y="395"/>
                  <a:pt x="2782" y="388"/>
                </a:cubicBezTo>
                <a:cubicBezTo>
                  <a:pt x="2772" y="361"/>
                  <a:pt x="2768" y="356"/>
                  <a:pt x="2765" y="351"/>
                </a:cubicBezTo>
                <a:cubicBezTo>
                  <a:pt x="2745" y="309"/>
                  <a:pt x="2738" y="307"/>
                  <a:pt x="2737" y="298"/>
                </a:cubicBezTo>
                <a:cubicBezTo>
                  <a:pt x="2713" y="253"/>
                  <a:pt x="2707" y="254"/>
                  <a:pt x="2708" y="248"/>
                </a:cubicBezTo>
                <a:cubicBezTo>
                  <a:pt x="2689" y="204"/>
                  <a:pt x="2684" y="200"/>
                  <a:pt x="2684" y="192"/>
                </a:cubicBezTo>
                <a:cubicBezTo>
                  <a:pt x="2673" y="167"/>
                  <a:pt x="2673" y="158"/>
                  <a:pt x="2669" y="152"/>
                </a:cubicBezTo>
                <a:cubicBezTo>
                  <a:pt x="2657" y="77"/>
                  <a:pt x="2661" y="68"/>
                  <a:pt x="2656" y="67"/>
                </a:cubicBezTo>
                <a:cubicBezTo>
                  <a:pt x="2664" y="67"/>
                  <a:pt x="2660" y="69"/>
                  <a:pt x="2660" y="70"/>
                </a:cubicBezTo>
                <a:cubicBezTo>
                  <a:pt x="2674" y="116"/>
                  <a:pt x="2681" y="129"/>
                  <a:pt x="2682" y="148"/>
                </a:cubicBezTo>
                <a:cubicBezTo>
                  <a:pt x="2694" y="178"/>
                  <a:pt x="2702" y="181"/>
                  <a:pt x="2702" y="192"/>
                </a:cubicBezTo>
                <a:cubicBezTo>
                  <a:pt x="2725" y="237"/>
                  <a:pt x="2726" y="241"/>
                  <a:pt x="2726" y="246"/>
                </a:cubicBezTo>
                <a:cubicBezTo>
                  <a:pt x="2752" y="278"/>
                  <a:pt x="2754" y="286"/>
                  <a:pt x="2759" y="292"/>
                </a:cubicBezTo>
                <a:cubicBezTo>
                  <a:pt x="2772" y="303"/>
                  <a:pt x="2767" y="300"/>
                  <a:pt x="2765" y="294"/>
                </a:cubicBezTo>
                <a:cubicBezTo>
                  <a:pt x="2750" y="265"/>
                  <a:pt x="2740" y="258"/>
                  <a:pt x="2737" y="244"/>
                </a:cubicBezTo>
                <a:cubicBezTo>
                  <a:pt x="2721" y="219"/>
                  <a:pt x="2723" y="212"/>
                  <a:pt x="2719" y="211"/>
                </a:cubicBezTo>
                <a:cubicBezTo>
                  <a:pt x="2694" y="150"/>
                  <a:pt x="2684" y="126"/>
                  <a:pt x="2680" y="96"/>
                </a:cubicBezTo>
                <a:cubicBezTo>
                  <a:pt x="2668" y="50"/>
                  <a:pt x="2659" y="45"/>
                  <a:pt x="2665" y="39"/>
                </a:cubicBezTo>
                <a:cubicBezTo>
                  <a:pt x="2680" y="70"/>
                  <a:pt x="2682" y="86"/>
                  <a:pt x="2687" y="100"/>
                </a:cubicBezTo>
                <a:cubicBezTo>
                  <a:pt x="2711" y="149"/>
                  <a:pt x="2710" y="168"/>
                  <a:pt x="2719" y="176"/>
                </a:cubicBezTo>
                <a:cubicBezTo>
                  <a:pt x="2744" y="219"/>
                  <a:pt x="2747" y="228"/>
                  <a:pt x="2750" y="235"/>
                </a:cubicBezTo>
                <a:cubicBezTo>
                  <a:pt x="2765" y="266"/>
                  <a:pt x="2774" y="272"/>
                  <a:pt x="2776" y="283"/>
                </a:cubicBezTo>
                <a:cubicBezTo>
                  <a:pt x="2786" y="300"/>
                  <a:pt x="2786" y="308"/>
                  <a:pt x="2791" y="309"/>
                </a:cubicBezTo>
                <a:cubicBezTo>
                  <a:pt x="2806" y="343"/>
                  <a:pt x="2806" y="350"/>
                  <a:pt x="2811" y="351"/>
                </a:cubicBezTo>
                <a:cubicBezTo>
                  <a:pt x="2799" y="318"/>
                  <a:pt x="2799" y="309"/>
                  <a:pt x="2793" y="305"/>
                </a:cubicBezTo>
                <a:cubicBezTo>
                  <a:pt x="2780" y="271"/>
                  <a:pt x="2771" y="261"/>
                  <a:pt x="2767" y="246"/>
                </a:cubicBezTo>
                <a:cubicBezTo>
                  <a:pt x="2745" y="202"/>
                  <a:pt x="2737" y="201"/>
                  <a:pt x="2737" y="192"/>
                </a:cubicBezTo>
                <a:cubicBezTo>
                  <a:pt x="2720" y="162"/>
                  <a:pt x="2720" y="156"/>
                  <a:pt x="2717" y="155"/>
                </a:cubicBezTo>
                <a:cubicBezTo>
                  <a:pt x="2689" y="78"/>
                  <a:pt x="2685" y="62"/>
                  <a:pt x="2678" y="50"/>
                </a:cubicBezTo>
                <a:cubicBezTo>
                  <a:pt x="2669" y="8"/>
                  <a:pt x="2668" y="4"/>
                  <a:pt x="2667" y="0"/>
                </a:cubicBezTo>
                <a:cubicBezTo>
                  <a:pt x="2643" y="26"/>
                  <a:pt x="2634" y="31"/>
                  <a:pt x="2636" y="37"/>
                </a:cubicBezTo>
                <a:cubicBezTo>
                  <a:pt x="2621" y="57"/>
                  <a:pt x="2620" y="59"/>
                  <a:pt x="2619" y="61"/>
                </a:cubicBezTo>
                <a:cubicBezTo>
                  <a:pt x="2604" y="81"/>
                  <a:pt x="2606" y="87"/>
                  <a:pt x="2604" y="89"/>
                </a:cubicBezTo>
                <a:cubicBezTo>
                  <a:pt x="2577" y="128"/>
                  <a:pt x="2568" y="139"/>
                  <a:pt x="2560" y="150"/>
                </a:cubicBezTo>
                <a:cubicBezTo>
                  <a:pt x="2542" y="170"/>
                  <a:pt x="2540" y="170"/>
                  <a:pt x="2540" y="174"/>
                </a:cubicBezTo>
                <a:cubicBezTo>
                  <a:pt x="2521" y="188"/>
                  <a:pt x="2523" y="196"/>
                  <a:pt x="2516" y="194"/>
                </a:cubicBezTo>
                <a:cubicBezTo>
                  <a:pt x="2500" y="217"/>
                  <a:pt x="2490" y="217"/>
                  <a:pt x="2488" y="224"/>
                </a:cubicBezTo>
                <a:cubicBezTo>
                  <a:pt x="2447" y="256"/>
                  <a:pt x="2450" y="266"/>
                  <a:pt x="2442" y="266"/>
                </a:cubicBezTo>
                <a:cubicBezTo>
                  <a:pt x="2420" y="294"/>
                  <a:pt x="2413" y="295"/>
                  <a:pt x="2410" y="298"/>
                </a:cubicBezTo>
                <a:cubicBezTo>
                  <a:pt x="2372" y="341"/>
                  <a:pt x="2367" y="350"/>
                  <a:pt x="2359" y="357"/>
                </a:cubicBezTo>
                <a:cubicBezTo>
                  <a:pt x="2337" y="393"/>
                  <a:pt x="2335" y="395"/>
                  <a:pt x="2336" y="399"/>
                </a:cubicBezTo>
                <a:cubicBezTo>
                  <a:pt x="2321" y="412"/>
                  <a:pt x="2325" y="424"/>
                  <a:pt x="2320" y="427"/>
                </a:cubicBezTo>
                <a:cubicBezTo>
                  <a:pt x="2297" y="465"/>
                  <a:pt x="2291" y="468"/>
                  <a:pt x="2290" y="475"/>
                </a:cubicBezTo>
                <a:cubicBezTo>
                  <a:pt x="2269" y="516"/>
                  <a:pt x="2269" y="524"/>
                  <a:pt x="2268" y="532"/>
                </a:cubicBezTo>
                <a:close/>
                <a:moveTo>
                  <a:pt x="2588" y="235"/>
                </a:moveTo>
                <a:cubicBezTo>
                  <a:pt x="2585" y="239"/>
                  <a:pt x="2582" y="243"/>
                  <a:pt x="2580" y="248"/>
                </a:cubicBezTo>
                <a:cubicBezTo>
                  <a:pt x="2574" y="245"/>
                  <a:pt x="2584" y="240"/>
                  <a:pt x="2584" y="235"/>
                </a:cubicBezTo>
                <a:cubicBezTo>
                  <a:pt x="2588" y="232"/>
                  <a:pt x="2589" y="226"/>
                  <a:pt x="2593" y="222"/>
                </a:cubicBezTo>
                <a:cubicBezTo>
                  <a:pt x="2599" y="226"/>
                  <a:pt x="2588" y="230"/>
                  <a:pt x="2588" y="235"/>
                </a:cubicBezTo>
                <a:close/>
                <a:moveTo>
                  <a:pt x="2593" y="357"/>
                </a:moveTo>
                <a:cubicBezTo>
                  <a:pt x="2591" y="361"/>
                  <a:pt x="2590" y="356"/>
                  <a:pt x="2591" y="353"/>
                </a:cubicBezTo>
                <a:cubicBezTo>
                  <a:pt x="2592" y="349"/>
                  <a:pt x="2593" y="354"/>
                  <a:pt x="2593" y="357"/>
                </a:cubicBezTo>
                <a:close/>
                <a:moveTo>
                  <a:pt x="2626" y="146"/>
                </a:moveTo>
                <a:cubicBezTo>
                  <a:pt x="2620" y="140"/>
                  <a:pt x="2626" y="128"/>
                  <a:pt x="2628" y="122"/>
                </a:cubicBezTo>
                <a:cubicBezTo>
                  <a:pt x="2633" y="127"/>
                  <a:pt x="2623" y="136"/>
                  <a:pt x="2626" y="146"/>
                </a:cubicBezTo>
                <a:close/>
                <a:moveTo>
                  <a:pt x="2630" y="179"/>
                </a:moveTo>
                <a:cubicBezTo>
                  <a:pt x="2621" y="176"/>
                  <a:pt x="2630" y="171"/>
                  <a:pt x="2628" y="163"/>
                </a:cubicBezTo>
                <a:cubicBezTo>
                  <a:pt x="2633" y="164"/>
                  <a:pt x="2629" y="174"/>
                  <a:pt x="2630" y="179"/>
                </a:cubicBezTo>
                <a:close/>
                <a:moveTo>
                  <a:pt x="2630" y="109"/>
                </a:moveTo>
                <a:cubicBezTo>
                  <a:pt x="2620" y="105"/>
                  <a:pt x="2634" y="99"/>
                  <a:pt x="2632" y="89"/>
                </a:cubicBezTo>
                <a:cubicBezTo>
                  <a:pt x="2640" y="96"/>
                  <a:pt x="2627" y="99"/>
                  <a:pt x="2630" y="109"/>
                </a:cubicBezTo>
                <a:close/>
                <a:moveTo>
                  <a:pt x="2342" y="394"/>
                </a:moveTo>
                <a:cubicBezTo>
                  <a:pt x="2348" y="395"/>
                  <a:pt x="2344" y="386"/>
                  <a:pt x="2349" y="386"/>
                </a:cubicBezTo>
                <a:cubicBezTo>
                  <a:pt x="2366" y="361"/>
                  <a:pt x="2367" y="360"/>
                  <a:pt x="2368" y="359"/>
                </a:cubicBezTo>
                <a:cubicBezTo>
                  <a:pt x="2392" y="332"/>
                  <a:pt x="2390" y="325"/>
                  <a:pt x="2397" y="327"/>
                </a:cubicBezTo>
                <a:cubicBezTo>
                  <a:pt x="2424" y="298"/>
                  <a:pt x="2431" y="295"/>
                  <a:pt x="2434" y="288"/>
                </a:cubicBezTo>
                <a:cubicBezTo>
                  <a:pt x="2463" y="259"/>
                  <a:pt x="2471" y="253"/>
                  <a:pt x="2475" y="244"/>
                </a:cubicBezTo>
                <a:cubicBezTo>
                  <a:pt x="2495" y="230"/>
                  <a:pt x="2497" y="224"/>
                  <a:pt x="2501" y="220"/>
                </a:cubicBezTo>
                <a:cubicBezTo>
                  <a:pt x="2528" y="196"/>
                  <a:pt x="2532" y="195"/>
                  <a:pt x="2534" y="192"/>
                </a:cubicBezTo>
                <a:cubicBezTo>
                  <a:pt x="2564" y="150"/>
                  <a:pt x="2578" y="151"/>
                  <a:pt x="2578" y="137"/>
                </a:cubicBezTo>
                <a:cubicBezTo>
                  <a:pt x="2621" y="86"/>
                  <a:pt x="2625" y="63"/>
                  <a:pt x="2639" y="50"/>
                </a:cubicBezTo>
                <a:cubicBezTo>
                  <a:pt x="2629" y="77"/>
                  <a:pt x="2629" y="85"/>
                  <a:pt x="2623" y="87"/>
                </a:cubicBezTo>
                <a:cubicBezTo>
                  <a:pt x="2594" y="142"/>
                  <a:pt x="2594" y="148"/>
                  <a:pt x="2591" y="150"/>
                </a:cubicBezTo>
                <a:cubicBezTo>
                  <a:pt x="2563" y="181"/>
                  <a:pt x="2563" y="192"/>
                  <a:pt x="2556" y="196"/>
                </a:cubicBezTo>
                <a:cubicBezTo>
                  <a:pt x="2535" y="217"/>
                  <a:pt x="2534" y="226"/>
                  <a:pt x="2525" y="229"/>
                </a:cubicBezTo>
                <a:cubicBezTo>
                  <a:pt x="2489" y="268"/>
                  <a:pt x="2486" y="275"/>
                  <a:pt x="2479" y="279"/>
                </a:cubicBezTo>
                <a:cubicBezTo>
                  <a:pt x="2461" y="296"/>
                  <a:pt x="2460" y="298"/>
                  <a:pt x="2458" y="298"/>
                </a:cubicBezTo>
                <a:cubicBezTo>
                  <a:pt x="2433" y="319"/>
                  <a:pt x="2422" y="329"/>
                  <a:pt x="2410" y="338"/>
                </a:cubicBezTo>
                <a:cubicBezTo>
                  <a:pt x="2364" y="378"/>
                  <a:pt x="2362" y="381"/>
                  <a:pt x="2359" y="383"/>
                </a:cubicBezTo>
                <a:cubicBezTo>
                  <a:pt x="2343" y="402"/>
                  <a:pt x="2340" y="402"/>
                  <a:pt x="2340" y="405"/>
                </a:cubicBezTo>
                <a:close/>
                <a:moveTo>
                  <a:pt x="2551" y="26"/>
                </a:moveTo>
                <a:cubicBezTo>
                  <a:pt x="2533" y="53"/>
                  <a:pt x="2510" y="76"/>
                  <a:pt x="2486" y="98"/>
                </a:cubicBezTo>
                <a:cubicBezTo>
                  <a:pt x="2461" y="130"/>
                  <a:pt x="2457" y="132"/>
                  <a:pt x="2458" y="137"/>
                </a:cubicBezTo>
                <a:cubicBezTo>
                  <a:pt x="2431" y="164"/>
                  <a:pt x="2432" y="169"/>
                  <a:pt x="2427" y="170"/>
                </a:cubicBezTo>
                <a:cubicBezTo>
                  <a:pt x="2418" y="183"/>
                  <a:pt x="2416" y="187"/>
                  <a:pt x="2414" y="189"/>
                </a:cubicBezTo>
                <a:cubicBezTo>
                  <a:pt x="2423" y="184"/>
                  <a:pt x="2425" y="180"/>
                  <a:pt x="2429" y="176"/>
                </a:cubicBezTo>
                <a:cubicBezTo>
                  <a:pt x="2474" y="129"/>
                  <a:pt x="2477" y="124"/>
                  <a:pt x="2479" y="120"/>
                </a:cubicBezTo>
                <a:cubicBezTo>
                  <a:pt x="2498" y="104"/>
                  <a:pt x="2496" y="99"/>
                  <a:pt x="2501" y="100"/>
                </a:cubicBezTo>
                <a:cubicBezTo>
                  <a:pt x="2535" y="65"/>
                  <a:pt x="2534" y="60"/>
                  <a:pt x="2536" y="59"/>
                </a:cubicBezTo>
                <a:cubicBezTo>
                  <a:pt x="2555" y="30"/>
                  <a:pt x="2566" y="27"/>
                  <a:pt x="2569" y="15"/>
                </a:cubicBezTo>
                <a:cubicBezTo>
                  <a:pt x="2583" y="5"/>
                  <a:pt x="2583" y="3"/>
                  <a:pt x="2583" y="0"/>
                </a:cubicBezTo>
                <a:cubicBezTo>
                  <a:pt x="2563" y="8"/>
                  <a:pt x="2563" y="14"/>
                  <a:pt x="2560" y="17"/>
                </a:cubicBezTo>
                <a:close/>
                <a:moveTo>
                  <a:pt x="2711" y="37"/>
                </a:moveTo>
                <a:cubicBezTo>
                  <a:pt x="2717" y="39"/>
                  <a:pt x="2715" y="48"/>
                  <a:pt x="2719" y="52"/>
                </a:cubicBezTo>
                <a:cubicBezTo>
                  <a:pt x="2743" y="115"/>
                  <a:pt x="2751" y="115"/>
                  <a:pt x="2750" y="124"/>
                </a:cubicBezTo>
                <a:cubicBezTo>
                  <a:pt x="2761" y="147"/>
                  <a:pt x="2765" y="152"/>
                  <a:pt x="2767" y="159"/>
                </a:cubicBezTo>
                <a:cubicBezTo>
                  <a:pt x="2777" y="183"/>
                  <a:pt x="2781" y="188"/>
                  <a:pt x="2782" y="194"/>
                </a:cubicBezTo>
                <a:cubicBezTo>
                  <a:pt x="2806" y="231"/>
                  <a:pt x="2811" y="235"/>
                  <a:pt x="2813" y="242"/>
                </a:cubicBezTo>
                <a:cubicBezTo>
                  <a:pt x="2858" y="290"/>
                  <a:pt x="2848" y="290"/>
                  <a:pt x="2848" y="281"/>
                </a:cubicBezTo>
                <a:cubicBezTo>
                  <a:pt x="2826" y="242"/>
                  <a:pt x="2820" y="244"/>
                  <a:pt x="2820" y="240"/>
                </a:cubicBezTo>
                <a:cubicBezTo>
                  <a:pt x="2804" y="222"/>
                  <a:pt x="2807" y="214"/>
                  <a:pt x="2802" y="213"/>
                </a:cubicBezTo>
                <a:cubicBezTo>
                  <a:pt x="2789" y="193"/>
                  <a:pt x="2789" y="184"/>
                  <a:pt x="2785" y="179"/>
                </a:cubicBezTo>
                <a:cubicBezTo>
                  <a:pt x="2773" y="147"/>
                  <a:pt x="2767" y="140"/>
                  <a:pt x="2763" y="131"/>
                </a:cubicBezTo>
                <a:cubicBezTo>
                  <a:pt x="2742" y="83"/>
                  <a:pt x="2732" y="64"/>
                  <a:pt x="2726" y="43"/>
                </a:cubicBezTo>
                <a:cubicBezTo>
                  <a:pt x="2714" y="8"/>
                  <a:pt x="2713" y="4"/>
                  <a:pt x="2712" y="0"/>
                </a:cubicBezTo>
                <a:cubicBezTo>
                  <a:pt x="2707" y="23"/>
                  <a:pt x="2712" y="27"/>
                  <a:pt x="2711" y="37"/>
                </a:cubicBezTo>
                <a:close/>
                <a:moveTo>
                  <a:pt x="1591" y="997"/>
                </a:moveTo>
                <a:cubicBezTo>
                  <a:pt x="1591" y="991"/>
                  <a:pt x="1595" y="988"/>
                  <a:pt x="1595" y="981"/>
                </a:cubicBezTo>
                <a:cubicBezTo>
                  <a:pt x="1610" y="933"/>
                  <a:pt x="1607" y="925"/>
                  <a:pt x="1613" y="923"/>
                </a:cubicBezTo>
                <a:cubicBezTo>
                  <a:pt x="1626" y="868"/>
                  <a:pt x="1627" y="859"/>
                  <a:pt x="1631" y="853"/>
                </a:cubicBezTo>
                <a:cubicBezTo>
                  <a:pt x="1644" y="801"/>
                  <a:pt x="1644" y="793"/>
                  <a:pt x="1648" y="788"/>
                </a:cubicBezTo>
                <a:cubicBezTo>
                  <a:pt x="1660" y="736"/>
                  <a:pt x="1667" y="729"/>
                  <a:pt x="1669" y="720"/>
                </a:cubicBezTo>
                <a:cubicBezTo>
                  <a:pt x="1682" y="706"/>
                  <a:pt x="1681" y="700"/>
                  <a:pt x="1683" y="695"/>
                </a:cubicBezTo>
                <a:cubicBezTo>
                  <a:pt x="1695" y="675"/>
                  <a:pt x="1697" y="672"/>
                  <a:pt x="1699" y="674"/>
                </a:cubicBezTo>
                <a:cubicBezTo>
                  <a:pt x="1672" y="737"/>
                  <a:pt x="1676" y="744"/>
                  <a:pt x="1672" y="746"/>
                </a:cubicBezTo>
                <a:cubicBezTo>
                  <a:pt x="1661" y="790"/>
                  <a:pt x="1663" y="793"/>
                  <a:pt x="1661" y="794"/>
                </a:cubicBezTo>
                <a:cubicBezTo>
                  <a:pt x="1657" y="822"/>
                  <a:pt x="1655" y="826"/>
                  <a:pt x="1654" y="831"/>
                </a:cubicBezTo>
                <a:cubicBezTo>
                  <a:pt x="1651" y="853"/>
                  <a:pt x="1648" y="857"/>
                  <a:pt x="1649" y="863"/>
                </a:cubicBezTo>
                <a:cubicBezTo>
                  <a:pt x="1637" y="927"/>
                  <a:pt x="1636" y="933"/>
                  <a:pt x="1636" y="941"/>
                </a:cubicBezTo>
                <a:cubicBezTo>
                  <a:pt x="1629" y="975"/>
                  <a:pt x="1623" y="975"/>
                  <a:pt x="1625" y="980"/>
                </a:cubicBezTo>
                <a:cubicBezTo>
                  <a:pt x="1614" y="1012"/>
                  <a:pt x="1607" y="1023"/>
                  <a:pt x="1602" y="1035"/>
                </a:cubicBezTo>
                <a:cubicBezTo>
                  <a:pt x="1621" y="1005"/>
                  <a:pt x="1625" y="1005"/>
                  <a:pt x="1625" y="1002"/>
                </a:cubicBezTo>
                <a:cubicBezTo>
                  <a:pt x="1636" y="972"/>
                  <a:pt x="1636" y="964"/>
                  <a:pt x="1642" y="960"/>
                </a:cubicBezTo>
                <a:cubicBezTo>
                  <a:pt x="1649" y="910"/>
                  <a:pt x="1647" y="901"/>
                  <a:pt x="1653" y="898"/>
                </a:cubicBezTo>
                <a:cubicBezTo>
                  <a:pt x="1658" y="861"/>
                  <a:pt x="1659" y="845"/>
                  <a:pt x="1663" y="832"/>
                </a:cubicBezTo>
                <a:cubicBezTo>
                  <a:pt x="1674" y="785"/>
                  <a:pt x="1673" y="775"/>
                  <a:pt x="1676" y="769"/>
                </a:cubicBezTo>
                <a:cubicBezTo>
                  <a:pt x="1698" y="710"/>
                  <a:pt x="1694" y="703"/>
                  <a:pt x="1697" y="701"/>
                </a:cubicBezTo>
                <a:cubicBezTo>
                  <a:pt x="1721" y="660"/>
                  <a:pt x="1728" y="644"/>
                  <a:pt x="1737" y="630"/>
                </a:cubicBezTo>
                <a:cubicBezTo>
                  <a:pt x="1757" y="606"/>
                  <a:pt x="1761" y="604"/>
                  <a:pt x="1766" y="603"/>
                </a:cubicBezTo>
                <a:cubicBezTo>
                  <a:pt x="1773" y="599"/>
                  <a:pt x="1768" y="600"/>
                  <a:pt x="1766" y="603"/>
                </a:cubicBezTo>
                <a:cubicBezTo>
                  <a:pt x="1749" y="626"/>
                  <a:pt x="1750" y="632"/>
                  <a:pt x="1747" y="635"/>
                </a:cubicBezTo>
                <a:cubicBezTo>
                  <a:pt x="1719" y="686"/>
                  <a:pt x="1715" y="692"/>
                  <a:pt x="1712" y="701"/>
                </a:cubicBezTo>
                <a:cubicBezTo>
                  <a:pt x="1692" y="757"/>
                  <a:pt x="1692" y="767"/>
                  <a:pt x="1685" y="772"/>
                </a:cubicBezTo>
                <a:cubicBezTo>
                  <a:pt x="1669" y="830"/>
                  <a:pt x="1673" y="839"/>
                  <a:pt x="1667" y="842"/>
                </a:cubicBezTo>
                <a:cubicBezTo>
                  <a:pt x="1665" y="865"/>
                  <a:pt x="1664" y="870"/>
                  <a:pt x="1662" y="876"/>
                </a:cubicBezTo>
                <a:cubicBezTo>
                  <a:pt x="1650" y="927"/>
                  <a:pt x="1654" y="945"/>
                  <a:pt x="1645" y="954"/>
                </a:cubicBezTo>
                <a:cubicBezTo>
                  <a:pt x="1621" y="1043"/>
                  <a:pt x="1613" y="1046"/>
                  <a:pt x="1615" y="1055"/>
                </a:cubicBezTo>
                <a:cubicBezTo>
                  <a:pt x="1614" y="1060"/>
                  <a:pt x="1622" y="1054"/>
                  <a:pt x="1623" y="1043"/>
                </a:cubicBezTo>
                <a:cubicBezTo>
                  <a:pt x="1639" y="1006"/>
                  <a:pt x="1641" y="995"/>
                  <a:pt x="1647" y="987"/>
                </a:cubicBezTo>
                <a:cubicBezTo>
                  <a:pt x="1662" y="913"/>
                  <a:pt x="1670" y="906"/>
                  <a:pt x="1670" y="895"/>
                </a:cubicBezTo>
                <a:cubicBezTo>
                  <a:pt x="1687" y="827"/>
                  <a:pt x="1683" y="818"/>
                  <a:pt x="1686" y="814"/>
                </a:cubicBezTo>
                <a:cubicBezTo>
                  <a:pt x="1693" y="775"/>
                  <a:pt x="1702" y="773"/>
                  <a:pt x="1700" y="765"/>
                </a:cubicBezTo>
                <a:cubicBezTo>
                  <a:pt x="1730" y="692"/>
                  <a:pt x="1734" y="679"/>
                  <a:pt x="1740" y="667"/>
                </a:cubicBezTo>
                <a:cubicBezTo>
                  <a:pt x="1764" y="633"/>
                  <a:pt x="1761" y="628"/>
                  <a:pt x="1763" y="625"/>
                </a:cubicBezTo>
                <a:cubicBezTo>
                  <a:pt x="1784" y="596"/>
                  <a:pt x="1791" y="593"/>
                  <a:pt x="1794" y="586"/>
                </a:cubicBezTo>
                <a:cubicBezTo>
                  <a:pt x="1808" y="577"/>
                  <a:pt x="1808" y="574"/>
                  <a:pt x="1810" y="577"/>
                </a:cubicBezTo>
                <a:cubicBezTo>
                  <a:pt x="1785" y="618"/>
                  <a:pt x="1779" y="621"/>
                  <a:pt x="1779" y="629"/>
                </a:cubicBezTo>
                <a:cubicBezTo>
                  <a:pt x="1757" y="666"/>
                  <a:pt x="1756" y="673"/>
                  <a:pt x="1753" y="678"/>
                </a:cubicBezTo>
                <a:cubicBezTo>
                  <a:pt x="1723" y="756"/>
                  <a:pt x="1719" y="768"/>
                  <a:pt x="1716" y="771"/>
                </a:cubicBezTo>
                <a:cubicBezTo>
                  <a:pt x="1713" y="784"/>
                  <a:pt x="1716" y="785"/>
                  <a:pt x="1716" y="784"/>
                </a:cubicBezTo>
                <a:cubicBezTo>
                  <a:pt x="1703" y="818"/>
                  <a:pt x="1705" y="829"/>
                  <a:pt x="1701" y="836"/>
                </a:cubicBezTo>
                <a:cubicBezTo>
                  <a:pt x="1672" y="934"/>
                  <a:pt x="1666" y="939"/>
                  <a:pt x="1666" y="948"/>
                </a:cubicBezTo>
                <a:cubicBezTo>
                  <a:pt x="1656" y="964"/>
                  <a:pt x="1657" y="966"/>
                  <a:pt x="1660" y="965"/>
                </a:cubicBezTo>
                <a:cubicBezTo>
                  <a:pt x="1681" y="933"/>
                  <a:pt x="1686" y="932"/>
                  <a:pt x="1689" y="929"/>
                </a:cubicBezTo>
                <a:cubicBezTo>
                  <a:pt x="1692" y="929"/>
                  <a:pt x="1697" y="930"/>
                  <a:pt x="1695" y="925"/>
                </a:cubicBezTo>
                <a:cubicBezTo>
                  <a:pt x="1725" y="892"/>
                  <a:pt x="1733" y="888"/>
                  <a:pt x="1736" y="880"/>
                </a:cubicBezTo>
                <a:cubicBezTo>
                  <a:pt x="1782" y="818"/>
                  <a:pt x="1791" y="814"/>
                  <a:pt x="1796" y="808"/>
                </a:cubicBezTo>
                <a:cubicBezTo>
                  <a:pt x="1839" y="758"/>
                  <a:pt x="1838" y="752"/>
                  <a:pt x="1841" y="749"/>
                </a:cubicBezTo>
                <a:cubicBezTo>
                  <a:pt x="1855" y="724"/>
                  <a:pt x="1858" y="721"/>
                  <a:pt x="1859" y="716"/>
                </a:cubicBezTo>
                <a:cubicBezTo>
                  <a:pt x="1868" y="703"/>
                  <a:pt x="1872" y="700"/>
                  <a:pt x="1871" y="694"/>
                </a:cubicBezTo>
                <a:cubicBezTo>
                  <a:pt x="1887" y="668"/>
                  <a:pt x="1889" y="664"/>
                  <a:pt x="1891" y="660"/>
                </a:cubicBezTo>
                <a:cubicBezTo>
                  <a:pt x="1907" y="625"/>
                  <a:pt x="1908" y="623"/>
                  <a:pt x="1909" y="621"/>
                </a:cubicBezTo>
                <a:cubicBezTo>
                  <a:pt x="1919" y="591"/>
                  <a:pt x="1927" y="591"/>
                  <a:pt x="1924" y="583"/>
                </a:cubicBezTo>
                <a:cubicBezTo>
                  <a:pt x="1943" y="565"/>
                  <a:pt x="1936" y="556"/>
                  <a:pt x="1944" y="557"/>
                </a:cubicBezTo>
                <a:cubicBezTo>
                  <a:pt x="1961" y="515"/>
                  <a:pt x="1963" y="513"/>
                  <a:pt x="1964" y="509"/>
                </a:cubicBezTo>
                <a:cubicBezTo>
                  <a:pt x="1974" y="496"/>
                  <a:pt x="1971" y="486"/>
                  <a:pt x="1979" y="484"/>
                </a:cubicBezTo>
                <a:cubicBezTo>
                  <a:pt x="1987" y="478"/>
                  <a:pt x="1983" y="488"/>
                  <a:pt x="1982" y="499"/>
                </a:cubicBezTo>
                <a:cubicBezTo>
                  <a:pt x="1984" y="525"/>
                  <a:pt x="1985" y="528"/>
                  <a:pt x="1985" y="532"/>
                </a:cubicBezTo>
                <a:cubicBezTo>
                  <a:pt x="1992" y="482"/>
                  <a:pt x="1998" y="479"/>
                  <a:pt x="1997" y="470"/>
                </a:cubicBezTo>
                <a:cubicBezTo>
                  <a:pt x="2016" y="476"/>
                  <a:pt x="2011" y="464"/>
                  <a:pt x="2014" y="458"/>
                </a:cubicBezTo>
                <a:cubicBezTo>
                  <a:pt x="2023" y="444"/>
                  <a:pt x="2017" y="446"/>
                  <a:pt x="2020" y="455"/>
                </a:cubicBezTo>
                <a:cubicBezTo>
                  <a:pt x="2028" y="470"/>
                  <a:pt x="2025" y="476"/>
                  <a:pt x="2029" y="478"/>
                </a:cubicBezTo>
                <a:cubicBezTo>
                  <a:pt x="2037" y="428"/>
                  <a:pt x="2041" y="425"/>
                  <a:pt x="2040" y="418"/>
                </a:cubicBezTo>
                <a:cubicBezTo>
                  <a:pt x="2053" y="391"/>
                  <a:pt x="2065" y="395"/>
                  <a:pt x="2061" y="388"/>
                </a:cubicBezTo>
                <a:cubicBezTo>
                  <a:pt x="2076" y="361"/>
                  <a:pt x="2072" y="363"/>
                  <a:pt x="2071" y="357"/>
                </a:cubicBezTo>
                <a:cubicBezTo>
                  <a:pt x="2019" y="368"/>
                  <a:pt x="2016" y="366"/>
                  <a:pt x="2013" y="365"/>
                </a:cubicBezTo>
                <a:cubicBezTo>
                  <a:pt x="1985" y="336"/>
                  <a:pt x="1974" y="340"/>
                  <a:pt x="1973" y="328"/>
                </a:cubicBezTo>
                <a:cubicBezTo>
                  <a:pt x="1978" y="346"/>
                  <a:pt x="1981" y="350"/>
                  <a:pt x="1985" y="355"/>
                </a:cubicBezTo>
                <a:cubicBezTo>
                  <a:pt x="2009" y="380"/>
                  <a:pt x="2013" y="383"/>
                  <a:pt x="2017" y="387"/>
                </a:cubicBezTo>
                <a:cubicBezTo>
                  <a:pt x="1983" y="404"/>
                  <a:pt x="1984" y="398"/>
                  <a:pt x="1979" y="400"/>
                </a:cubicBezTo>
                <a:cubicBezTo>
                  <a:pt x="1942" y="400"/>
                  <a:pt x="1943" y="392"/>
                  <a:pt x="1936" y="395"/>
                </a:cubicBezTo>
                <a:cubicBezTo>
                  <a:pt x="1910" y="389"/>
                  <a:pt x="1906" y="388"/>
                  <a:pt x="1904" y="385"/>
                </a:cubicBezTo>
                <a:cubicBezTo>
                  <a:pt x="1835" y="360"/>
                  <a:pt x="1828" y="358"/>
                  <a:pt x="1823" y="353"/>
                </a:cubicBezTo>
                <a:cubicBezTo>
                  <a:pt x="1774" y="332"/>
                  <a:pt x="1774" y="325"/>
                  <a:pt x="1769" y="325"/>
                </a:cubicBezTo>
                <a:cubicBezTo>
                  <a:pt x="1728" y="306"/>
                  <a:pt x="1722" y="307"/>
                  <a:pt x="1719" y="305"/>
                </a:cubicBezTo>
                <a:cubicBezTo>
                  <a:pt x="1684" y="287"/>
                  <a:pt x="1676" y="287"/>
                  <a:pt x="1670" y="283"/>
                </a:cubicBezTo>
                <a:cubicBezTo>
                  <a:pt x="1616" y="276"/>
                  <a:pt x="1604" y="277"/>
                  <a:pt x="1592" y="277"/>
                </a:cubicBezTo>
                <a:cubicBezTo>
                  <a:pt x="1594" y="280"/>
                  <a:pt x="1613" y="284"/>
                  <a:pt x="1635" y="283"/>
                </a:cubicBezTo>
                <a:cubicBezTo>
                  <a:pt x="1657" y="292"/>
                  <a:pt x="1663" y="288"/>
                  <a:pt x="1665" y="291"/>
                </a:cubicBezTo>
                <a:cubicBezTo>
                  <a:pt x="1741" y="318"/>
                  <a:pt x="1767" y="337"/>
                  <a:pt x="1797" y="349"/>
                </a:cubicBezTo>
                <a:cubicBezTo>
                  <a:pt x="1813" y="360"/>
                  <a:pt x="1814" y="361"/>
                  <a:pt x="1816" y="363"/>
                </a:cubicBezTo>
                <a:cubicBezTo>
                  <a:pt x="1887" y="388"/>
                  <a:pt x="1889" y="392"/>
                  <a:pt x="1892" y="394"/>
                </a:cubicBezTo>
                <a:cubicBezTo>
                  <a:pt x="1944" y="403"/>
                  <a:pt x="1955" y="411"/>
                  <a:pt x="1970" y="411"/>
                </a:cubicBezTo>
                <a:cubicBezTo>
                  <a:pt x="2004" y="413"/>
                  <a:pt x="2006" y="413"/>
                  <a:pt x="2008" y="413"/>
                </a:cubicBezTo>
                <a:cubicBezTo>
                  <a:pt x="2000" y="416"/>
                  <a:pt x="1998" y="418"/>
                  <a:pt x="1996" y="419"/>
                </a:cubicBezTo>
                <a:cubicBezTo>
                  <a:pt x="1935" y="417"/>
                  <a:pt x="1925" y="412"/>
                  <a:pt x="1914" y="407"/>
                </a:cubicBezTo>
                <a:cubicBezTo>
                  <a:pt x="1886" y="400"/>
                  <a:pt x="1868" y="398"/>
                  <a:pt x="1856" y="389"/>
                </a:cubicBezTo>
                <a:cubicBezTo>
                  <a:pt x="1831" y="377"/>
                  <a:pt x="1825" y="378"/>
                  <a:pt x="1822" y="375"/>
                </a:cubicBezTo>
                <a:cubicBezTo>
                  <a:pt x="1787" y="357"/>
                  <a:pt x="1782" y="358"/>
                  <a:pt x="1779" y="357"/>
                </a:cubicBezTo>
                <a:cubicBezTo>
                  <a:pt x="1762" y="352"/>
                  <a:pt x="1764" y="344"/>
                  <a:pt x="1757" y="347"/>
                </a:cubicBezTo>
                <a:cubicBezTo>
                  <a:pt x="1743" y="338"/>
                  <a:pt x="1738" y="339"/>
                  <a:pt x="1735" y="336"/>
                </a:cubicBezTo>
                <a:cubicBezTo>
                  <a:pt x="1708" y="326"/>
                  <a:pt x="1693" y="321"/>
                  <a:pt x="1678" y="315"/>
                </a:cubicBezTo>
                <a:cubicBezTo>
                  <a:pt x="1644" y="309"/>
                  <a:pt x="1637" y="305"/>
                  <a:pt x="1628" y="304"/>
                </a:cubicBezTo>
                <a:cubicBezTo>
                  <a:pt x="1587" y="293"/>
                  <a:pt x="1579" y="297"/>
                  <a:pt x="1577" y="293"/>
                </a:cubicBezTo>
                <a:cubicBezTo>
                  <a:pt x="1478" y="297"/>
                  <a:pt x="1469" y="299"/>
                  <a:pt x="1454" y="298"/>
                </a:cubicBezTo>
                <a:cubicBezTo>
                  <a:pt x="1420" y="304"/>
                  <a:pt x="1411" y="305"/>
                  <a:pt x="1400" y="307"/>
                </a:cubicBezTo>
                <a:cubicBezTo>
                  <a:pt x="1397" y="310"/>
                  <a:pt x="1420" y="310"/>
                  <a:pt x="1444" y="308"/>
                </a:cubicBezTo>
                <a:cubicBezTo>
                  <a:pt x="1478" y="310"/>
                  <a:pt x="1483" y="317"/>
                  <a:pt x="1494" y="313"/>
                </a:cubicBezTo>
                <a:cubicBezTo>
                  <a:pt x="1547" y="330"/>
                  <a:pt x="1550" y="333"/>
                  <a:pt x="1555" y="333"/>
                </a:cubicBezTo>
                <a:cubicBezTo>
                  <a:pt x="1582" y="345"/>
                  <a:pt x="1585" y="347"/>
                  <a:pt x="1589" y="349"/>
                </a:cubicBezTo>
                <a:cubicBezTo>
                  <a:pt x="1616" y="360"/>
                  <a:pt x="1616" y="367"/>
                  <a:pt x="1623" y="365"/>
                </a:cubicBezTo>
                <a:cubicBezTo>
                  <a:pt x="1648" y="381"/>
                  <a:pt x="1665" y="385"/>
                  <a:pt x="1678" y="397"/>
                </a:cubicBezTo>
                <a:cubicBezTo>
                  <a:pt x="1726" y="414"/>
                  <a:pt x="1728" y="418"/>
                  <a:pt x="1731" y="421"/>
                </a:cubicBezTo>
                <a:cubicBezTo>
                  <a:pt x="1755" y="430"/>
                  <a:pt x="1759" y="430"/>
                  <a:pt x="1762" y="433"/>
                </a:cubicBezTo>
                <a:cubicBezTo>
                  <a:pt x="1807" y="456"/>
                  <a:pt x="1816" y="455"/>
                  <a:pt x="1822" y="460"/>
                </a:cubicBezTo>
                <a:cubicBezTo>
                  <a:pt x="1852" y="468"/>
                  <a:pt x="1860" y="470"/>
                  <a:pt x="1866" y="474"/>
                </a:cubicBezTo>
                <a:cubicBezTo>
                  <a:pt x="1905" y="475"/>
                  <a:pt x="1910" y="476"/>
                  <a:pt x="1914" y="478"/>
                </a:cubicBezTo>
                <a:cubicBezTo>
                  <a:pt x="1913" y="492"/>
                  <a:pt x="1911" y="496"/>
                  <a:pt x="1904" y="498"/>
                </a:cubicBezTo>
                <a:cubicBezTo>
                  <a:pt x="1850" y="489"/>
                  <a:pt x="1841" y="492"/>
                  <a:pt x="1834" y="491"/>
                </a:cubicBezTo>
                <a:cubicBezTo>
                  <a:pt x="1794" y="478"/>
                  <a:pt x="1788" y="478"/>
                  <a:pt x="1784" y="473"/>
                </a:cubicBezTo>
                <a:cubicBezTo>
                  <a:pt x="1745" y="457"/>
                  <a:pt x="1727" y="442"/>
                  <a:pt x="1702" y="437"/>
                </a:cubicBezTo>
                <a:cubicBezTo>
                  <a:pt x="1656" y="409"/>
                  <a:pt x="1651" y="403"/>
                  <a:pt x="1643" y="401"/>
                </a:cubicBezTo>
                <a:cubicBezTo>
                  <a:pt x="1610" y="385"/>
                  <a:pt x="1611" y="381"/>
                  <a:pt x="1608" y="381"/>
                </a:cubicBezTo>
                <a:cubicBezTo>
                  <a:pt x="1598" y="373"/>
                  <a:pt x="1594" y="374"/>
                  <a:pt x="1593" y="372"/>
                </a:cubicBezTo>
                <a:cubicBezTo>
                  <a:pt x="1555" y="351"/>
                  <a:pt x="1543" y="353"/>
                  <a:pt x="1540" y="344"/>
                </a:cubicBezTo>
                <a:cubicBezTo>
                  <a:pt x="1506" y="339"/>
                  <a:pt x="1502" y="331"/>
                  <a:pt x="1493" y="331"/>
                </a:cubicBezTo>
                <a:cubicBezTo>
                  <a:pt x="1454" y="318"/>
                  <a:pt x="1445" y="322"/>
                  <a:pt x="1444" y="317"/>
                </a:cubicBezTo>
                <a:cubicBezTo>
                  <a:pt x="1411" y="318"/>
                  <a:pt x="1405" y="311"/>
                  <a:pt x="1404" y="318"/>
                </a:cubicBezTo>
                <a:cubicBezTo>
                  <a:pt x="1460" y="329"/>
                  <a:pt x="1466" y="329"/>
                  <a:pt x="1473" y="330"/>
                </a:cubicBezTo>
                <a:cubicBezTo>
                  <a:pt x="1513" y="345"/>
                  <a:pt x="1524" y="347"/>
                  <a:pt x="1533" y="354"/>
                </a:cubicBezTo>
                <a:cubicBezTo>
                  <a:pt x="1571" y="372"/>
                  <a:pt x="1574" y="372"/>
                  <a:pt x="1576" y="373"/>
                </a:cubicBezTo>
                <a:cubicBezTo>
                  <a:pt x="1626" y="404"/>
                  <a:pt x="1639" y="404"/>
                  <a:pt x="1645" y="414"/>
                </a:cubicBezTo>
                <a:cubicBezTo>
                  <a:pt x="1705" y="444"/>
                  <a:pt x="1706" y="446"/>
                  <a:pt x="1709" y="447"/>
                </a:cubicBezTo>
                <a:cubicBezTo>
                  <a:pt x="1733" y="461"/>
                  <a:pt x="1738" y="463"/>
                  <a:pt x="1745" y="462"/>
                </a:cubicBezTo>
                <a:cubicBezTo>
                  <a:pt x="1768" y="476"/>
                  <a:pt x="1770" y="478"/>
                  <a:pt x="1774" y="477"/>
                </a:cubicBezTo>
                <a:cubicBezTo>
                  <a:pt x="1806" y="494"/>
                  <a:pt x="1815" y="492"/>
                  <a:pt x="1819" y="495"/>
                </a:cubicBezTo>
                <a:cubicBezTo>
                  <a:pt x="1873" y="511"/>
                  <a:pt x="1884" y="506"/>
                  <a:pt x="1888" y="510"/>
                </a:cubicBezTo>
                <a:cubicBezTo>
                  <a:pt x="1869" y="516"/>
                  <a:pt x="1866" y="515"/>
                  <a:pt x="1863" y="514"/>
                </a:cubicBezTo>
                <a:cubicBezTo>
                  <a:pt x="1835" y="516"/>
                  <a:pt x="1831" y="512"/>
                  <a:pt x="1825" y="512"/>
                </a:cubicBezTo>
                <a:cubicBezTo>
                  <a:pt x="1781" y="495"/>
                  <a:pt x="1779" y="493"/>
                  <a:pt x="1775" y="495"/>
                </a:cubicBezTo>
                <a:cubicBezTo>
                  <a:pt x="1738" y="472"/>
                  <a:pt x="1730" y="475"/>
                  <a:pt x="1728" y="470"/>
                </a:cubicBezTo>
                <a:cubicBezTo>
                  <a:pt x="1705" y="458"/>
                  <a:pt x="1703" y="456"/>
                  <a:pt x="1700" y="457"/>
                </a:cubicBezTo>
                <a:cubicBezTo>
                  <a:pt x="1653" y="427"/>
                  <a:pt x="1642" y="426"/>
                  <a:pt x="1637" y="415"/>
                </a:cubicBezTo>
                <a:cubicBezTo>
                  <a:pt x="1618" y="408"/>
                  <a:pt x="1613" y="406"/>
                  <a:pt x="1608" y="405"/>
                </a:cubicBezTo>
                <a:cubicBezTo>
                  <a:pt x="1580" y="386"/>
                  <a:pt x="1573" y="389"/>
                  <a:pt x="1571" y="383"/>
                </a:cubicBezTo>
                <a:cubicBezTo>
                  <a:pt x="1546" y="373"/>
                  <a:pt x="1538" y="367"/>
                  <a:pt x="1528" y="364"/>
                </a:cubicBezTo>
                <a:cubicBezTo>
                  <a:pt x="1452" y="335"/>
                  <a:pt x="1444" y="337"/>
                  <a:pt x="1440" y="333"/>
                </a:cubicBezTo>
                <a:cubicBezTo>
                  <a:pt x="1412" y="329"/>
                  <a:pt x="1409" y="326"/>
                  <a:pt x="1409" y="330"/>
                </a:cubicBezTo>
                <a:cubicBezTo>
                  <a:pt x="1478" y="351"/>
                  <a:pt x="1489" y="352"/>
                  <a:pt x="1497" y="356"/>
                </a:cubicBezTo>
                <a:cubicBezTo>
                  <a:pt x="1540" y="378"/>
                  <a:pt x="1541" y="380"/>
                  <a:pt x="1546" y="379"/>
                </a:cubicBezTo>
                <a:cubicBezTo>
                  <a:pt x="1569" y="394"/>
                  <a:pt x="1574" y="397"/>
                  <a:pt x="1580" y="397"/>
                </a:cubicBezTo>
                <a:cubicBezTo>
                  <a:pt x="1624" y="422"/>
                  <a:pt x="1629" y="423"/>
                  <a:pt x="1634" y="425"/>
                </a:cubicBezTo>
                <a:cubicBezTo>
                  <a:pt x="1646" y="437"/>
                  <a:pt x="1652" y="436"/>
                  <a:pt x="1655" y="441"/>
                </a:cubicBezTo>
                <a:cubicBezTo>
                  <a:pt x="1683" y="456"/>
                  <a:pt x="1689" y="454"/>
                  <a:pt x="1689" y="461"/>
                </a:cubicBezTo>
                <a:cubicBezTo>
                  <a:pt x="1731" y="481"/>
                  <a:pt x="1736" y="482"/>
                  <a:pt x="1738" y="486"/>
                </a:cubicBezTo>
                <a:cubicBezTo>
                  <a:pt x="1766" y="502"/>
                  <a:pt x="1774" y="499"/>
                  <a:pt x="1776" y="503"/>
                </a:cubicBezTo>
                <a:cubicBezTo>
                  <a:pt x="1808" y="514"/>
                  <a:pt x="1813" y="515"/>
                  <a:pt x="1817" y="518"/>
                </a:cubicBezTo>
                <a:cubicBezTo>
                  <a:pt x="1835" y="524"/>
                  <a:pt x="1840" y="524"/>
                  <a:pt x="1843" y="527"/>
                </a:cubicBezTo>
                <a:cubicBezTo>
                  <a:pt x="1844" y="539"/>
                  <a:pt x="1833" y="532"/>
                  <a:pt x="1822" y="537"/>
                </a:cubicBezTo>
                <a:cubicBezTo>
                  <a:pt x="1763" y="519"/>
                  <a:pt x="1760" y="515"/>
                  <a:pt x="1756" y="513"/>
                </a:cubicBezTo>
                <a:cubicBezTo>
                  <a:pt x="1726" y="503"/>
                  <a:pt x="1719" y="500"/>
                  <a:pt x="1713" y="495"/>
                </a:cubicBezTo>
                <a:cubicBezTo>
                  <a:pt x="1680" y="476"/>
                  <a:pt x="1674" y="477"/>
                  <a:pt x="1671" y="473"/>
                </a:cubicBezTo>
                <a:cubicBezTo>
                  <a:pt x="1645" y="461"/>
                  <a:pt x="1644" y="455"/>
                  <a:pt x="1637" y="455"/>
                </a:cubicBezTo>
                <a:cubicBezTo>
                  <a:pt x="1601" y="434"/>
                  <a:pt x="1598" y="425"/>
                  <a:pt x="1590" y="426"/>
                </a:cubicBezTo>
                <a:cubicBezTo>
                  <a:pt x="1571" y="413"/>
                  <a:pt x="1568" y="411"/>
                  <a:pt x="1565" y="411"/>
                </a:cubicBezTo>
                <a:cubicBezTo>
                  <a:pt x="1547" y="395"/>
                  <a:pt x="1543" y="395"/>
                  <a:pt x="1540" y="393"/>
                </a:cubicBezTo>
                <a:cubicBezTo>
                  <a:pt x="1478" y="362"/>
                  <a:pt x="1474" y="356"/>
                  <a:pt x="1464" y="358"/>
                </a:cubicBezTo>
                <a:cubicBezTo>
                  <a:pt x="1433" y="346"/>
                  <a:pt x="1429" y="345"/>
                  <a:pt x="1426" y="343"/>
                </a:cubicBezTo>
                <a:cubicBezTo>
                  <a:pt x="1374" y="333"/>
                  <a:pt x="1366" y="332"/>
                  <a:pt x="1360" y="330"/>
                </a:cubicBezTo>
                <a:cubicBezTo>
                  <a:pt x="1329" y="331"/>
                  <a:pt x="1332" y="335"/>
                  <a:pt x="1340" y="331"/>
                </a:cubicBezTo>
                <a:cubicBezTo>
                  <a:pt x="1379" y="339"/>
                  <a:pt x="1390" y="339"/>
                  <a:pt x="1398" y="343"/>
                </a:cubicBezTo>
                <a:cubicBezTo>
                  <a:pt x="1435" y="353"/>
                  <a:pt x="1445" y="354"/>
                  <a:pt x="1452" y="360"/>
                </a:cubicBezTo>
                <a:cubicBezTo>
                  <a:pt x="1485" y="377"/>
                  <a:pt x="1496" y="378"/>
                  <a:pt x="1502" y="384"/>
                </a:cubicBezTo>
                <a:cubicBezTo>
                  <a:pt x="1541" y="399"/>
                  <a:pt x="1542" y="408"/>
                  <a:pt x="1549" y="409"/>
                </a:cubicBezTo>
                <a:cubicBezTo>
                  <a:pt x="1571" y="418"/>
                  <a:pt x="1568" y="428"/>
                  <a:pt x="1574" y="424"/>
                </a:cubicBezTo>
                <a:cubicBezTo>
                  <a:pt x="1592" y="440"/>
                  <a:pt x="1600" y="435"/>
                  <a:pt x="1599" y="442"/>
                </a:cubicBezTo>
                <a:cubicBezTo>
                  <a:pt x="1641" y="464"/>
                  <a:pt x="1644" y="471"/>
                  <a:pt x="1651" y="473"/>
                </a:cubicBezTo>
                <a:cubicBezTo>
                  <a:pt x="1673" y="488"/>
                  <a:pt x="1680" y="489"/>
                  <a:pt x="1686" y="493"/>
                </a:cubicBezTo>
                <a:cubicBezTo>
                  <a:pt x="1729" y="513"/>
                  <a:pt x="1736" y="515"/>
                  <a:pt x="1742" y="518"/>
                </a:cubicBezTo>
                <a:cubicBezTo>
                  <a:pt x="1788" y="534"/>
                  <a:pt x="1792" y="539"/>
                  <a:pt x="1801" y="539"/>
                </a:cubicBezTo>
                <a:cubicBezTo>
                  <a:pt x="1790" y="544"/>
                  <a:pt x="1783" y="547"/>
                  <a:pt x="1780" y="545"/>
                </a:cubicBezTo>
                <a:cubicBezTo>
                  <a:pt x="1738" y="528"/>
                  <a:pt x="1721" y="530"/>
                  <a:pt x="1713" y="519"/>
                </a:cubicBezTo>
                <a:cubicBezTo>
                  <a:pt x="1690" y="508"/>
                  <a:pt x="1683" y="507"/>
                  <a:pt x="1679" y="501"/>
                </a:cubicBezTo>
                <a:cubicBezTo>
                  <a:pt x="1636" y="472"/>
                  <a:pt x="1632" y="471"/>
                  <a:pt x="1629" y="470"/>
                </a:cubicBezTo>
                <a:cubicBezTo>
                  <a:pt x="1606" y="458"/>
                  <a:pt x="1604" y="451"/>
                  <a:pt x="1597" y="451"/>
                </a:cubicBezTo>
                <a:cubicBezTo>
                  <a:pt x="1563" y="430"/>
                  <a:pt x="1559" y="427"/>
                  <a:pt x="1554" y="424"/>
                </a:cubicBezTo>
                <a:cubicBezTo>
                  <a:pt x="1519" y="405"/>
                  <a:pt x="1516" y="400"/>
                  <a:pt x="1511" y="396"/>
                </a:cubicBezTo>
                <a:cubicBezTo>
                  <a:pt x="1476" y="378"/>
                  <a:pt x="1467" y="380"/>
                  <a:pt x="1465" y="373"/>
                </a:cubicBezTo>
                <a:cubicBezTo>
                  <a:pt x="1426" y="360"/>
                  <a:pt x="1420" y="358"/>
                  <a:pt x="1415" y="356"/>
                </a:cubicBezTo>
                <a:cubicBezTo>
                  <a:pt x="1375" y="348"/>
                  <a:pt x="1375" y="343"/>
                  <a:pt x="1369" y="346"/>
                </a:cubicBezTo>
                <a:cubicBezTo>
                  <a:pt x="1382" y="355"/>
                  <a:pt x="1389" y="351"/>
                  <a:pt x="1391" y="353"/>
                </a:cubicBezTo>
                <a:cubicBezTo>
                  <a:pt x="1446" y="377"/>
                  <a:pt x="1459" y="379"/>
                  <a:pt x="1470" y="386"/>
                </a:cubicBezTo>
                <a:cubicBezTo>
                  <a:pt x="1508" y="408"/>
                  <a:pt x="1515" y="409"/>
                  <a:pt x="1521" y="412"/>
                </a:cubicBezTo>
                <a:cubicBezTo>
                  <a:pt x="1575" y="451"/>
                  <a:pt x="1583" y="451"/>
                  <a:pt x="1588" y="455"/>
                </a:cubicBezTo>
                <a:cubicBezTo>
                  <a:pt x="1615" y="475"/>
                  <a:pt x="1622" y="471"/>
                  <a:pt x="1621" y="478"/>
                </a:cubicBezTo>
                <a:cubicBezTo>
                  <a:pt x="1649" y="495"/>
                  <a:pt x="1651" y="497"/>
                  <a:pt x="1654" y="499"/>
                </a:cubicBezTo>
                <a:cubicBezTo>
                  <a:pt x="1711" y="527"/>
                  <a:pt x="1711" y="533"/>
                  <a:pt x="1715" y="532"/>
                </a:cubicBezTo>
                <a:cubicBezTo>
                  <a:pt x="1752" y="544"/>
                  <a:pt x="1758" y="548"/>
                  <a:pt x="1765" y="550"/>
                </a:cubicBezTo>
                <a:cubicBezTo>
                  <a:pt x="1779" y="556"/>
                  <a:pt x="1783" y="556"/>
                  <a:pt x="1780" y="558"/>
                </a:cubicBezTo>
                <a:cubicBezTo>
                  <a:pt x="1702" y="547"/>
                  <a:pt x="1695" y="539"/>
                  <a:pt x="1685" y="535"/>
                </a:cubicBezTo>
                <a:cubicBezTo>
                  <a:pt x="1649" y="518"/>
                  <a:pt x="1646" y="517"/>
                  <a:pt x="1644" y="516"/>
                </a:cubicBezTo>
                <a:cubicBezTo>
                  <a:pt x="1614" y="502"/>
                  <a:pt x="1615" y="498"/>
                  <a:pt x="1614" y="497"/>
                </a:cubicBezTo>
                <a:cubicBezTo>
                  <a:pt x="1595" y="486"/>
                  <a:pt x="1585" y="484"/>
                  <a:pt x="1579" y="475"/>
                </a:cubicBezTo>
                <a:cubicBezTo>
                  <a:pt x="1537" y="447"/>
                  <a:pt x="1533" y="443"/>
                  <a:pt x="1528" y="442"/>
                </a:cubicBezTo>
                <a:cubicBezTo>
                  <a:pt x="1493" y="420"/>
                  <a:pt x="1484" y="415"/>
                  <a:pt x="1476" y="409"/>
                </a:cubicBezTo>
                <a:cubicBezTo>
                  <a:pt x="1431" y="388"/>
                  <a:pt x="1429" y="386"/>
                  <a:pt x="1425" y="387"/>
                </a:cubicBezTo>
                <a:cubicBezTo>
                  <a:pt x="1403" y="379"/>
                  <a:pt x="1396" y="375"/>
                  <a:pt x="1388" y="374"/>
                </a:cubicBezTo>
                <a:cubicBezTo>
                  <a:pt x="1367" y="367"/>
                  <a:pt x="1362" y="365"/>
                  <a:pt x="1355" y="366"/>
                </a:cubicBezTo>
                <a:cubicBezTo>
                  <a:pt x="1318" y="360"/>
                  <a:pt x="1310" y="352"/>
                  <a:pt x="1307" y="360"/>
                </a:cubicBezTo>
                <a:cubicBezTo>
                  <a:pt x="1345" y="366"/>
                  <a:pt x="1349" y="367"/>
                  <a:pt x="1351" y="369"/>
                </a:cubicBezTo>
                <a:cubicBezTo>
                  <a:pt x="1386" y="379"/>
                  <a:pt x="1390" y="380"/>
                  <a:pt x="1393" y="382"/>
                </a:cubicBezTo>
                <a:cubicBezTo>
                  <a:pt x="1423" y="399"/>
                  <a:pt x="1432" y="393"/>
                  <a:pt x="1434" y="397"/>
                </a:cubicBezTo>
                <a:cubicBezTo>
                  <a:pt x="1454" y="412"/>
                  <a:pt x="1462" y="407"/>
                  <a:pt x="1461" y="414"/>
                </a:cubicBezTo>
                <a:cubicBezTo>
                  <a:pt x="1510" y="441"/>
                  <a:pt x="1512" y="443"/>
                  <a:pt x="1515" y="444"/>
                </a:cubicBezTo>
                <a:cubicBezTo>
                  <a:pt x="1543" y="466"/>
                  <a:pt x="1550" y="462"/>
                  <a:pt x="1551" y="466"/>
                </a:cubicBezTo>
                <a:cubicBezTo>
                  <a:pt x="1571" y="481"/>
                  <a:pt x="1572" y="486"/>
                  <a:pt x="1576" y="486"/>
                </a:cubicBezTo>
                <a:cubicBezTo>
                  <a:pt x="1608" y="503"/>
                  <a:pt x="1609" y="508"/>
                  <a:pt x="1612" y="511"/>
                </a:cubicBezTo>
                <a:cubicBezTo>
                  <a:pt x="1647" y="524"/>
                  <a:pt x="1647" y="530"/>
                  <a:pt x="1651" y="532"/>
                </a:cubicBezTo>
                <a:cubicBezTo>
                  <a:pt x="1681" y="539"/>
                  <a:pt x="1682" y="546"/>
                  <a:pt x="1687" y="546"/>
                </a:cubicBezTo>
                <a:cubicBezTo>
                  <a:pt x="1722" y="557"/>
                  <a:pt x="1728" y="560"/>
                  <a:pt x="1734" y="562"/>
                </a:cubicBezTo>
                <a:cubicBezTo>
                  <a:pt x="1758" y="569"/>
                  <a:pt x="1752" y="572"/>
                  <a:pt x="1738" y="570"/>
                </a:cubicBezTo>
                <a:cubicBezTo>
                  <a:pt x="1665" y="552"/>
                  <a:pt x="1658" y="553"/>
                  <a:pt x="1652" y="552"/>
                </a:cubicBezTo>
                <a:cubicBezTo>
                  <a:pt x="1612" y="537"/>
                  <a:pt x="1614" y="527"/>
                  <a:pt x="1607" y="532"/>
                </a:cubicBezTo>
                <a:cubicBezTo>
                  <a:pt x="1584" y="521"/>
                  <a:pt x="1582" y="517"/>
                  <a:pt x="1579" y="514"/>
                </a:cubicBezTo>
                <a:cubicBezTo>
                  <a:pt x="1550" y="497"/>
                  <a:pt x="1547" y="498"/>
                  <a:pt x="1547" y="496"/>
                </a:cubicBezTo>
                <a:cubicBezTo>
                  <a:pt x="1532" y="482"/>
                  <a:pt x="1524" y="487"/>
                  <a:pt x="1524" y="480"/>
                </a:cubicBezTo>
                <a:cubicBezTo>
                  <a:pt x="1499" y="464"/>
                  <a:pt x="1491" y="463"/>
                  <a:pt x="1485" y="458"/>
                </a:cubicBezTo>
                <a:cubicBezTo>
                  <a:pt x="1459" y="445"/>
                  <a:pt x="1453" y="441"/>
                  <a:pt x="1446" y="439"/>
                </a:cubicBezTo>
                <a:cubicBezTo>
                  <a:pt x="1415" y="420"/>
                  <a:pt x="1408" y="423"/>
                  <a:pt x="1407" y="419"/>
                </a:cubicBezTo>
                <a:cubicBezTo>
                  <a:pt x="1383" y="409"/>
                  <a:pt x="1378" y="410"/>
                  <a:pt x="1374" y="410"/>
                </a:cubicBezTo>
                <a:cubicBezTo>
                  <a:pt x="1351" y="399"/>
                  <a:pt x="1343" y="404"/>
                  <a:pt x="1341" y="400"/>
                </a:cubicBezTo>
                <a:cubicBezTo>
                  <a:pt x="1337" y="401"/>
                  <a:pt x="1353" y="409"/>
                  <a:pt x="1372" y="412"/>
                </a:cubicBezTo>
                <a:cubicBezTo>
                  <a:pt x="1399" y="423"/>
                  <a:pt x="1401" y="424"/>
                  <a:pt x="1403" y="424"/>
                </a:cubicBezTo>
                <a:cubicBezTo>
                  <a:pt x="1429" y="440"/>
                  <a:pt x="1438" y="443"/>
                  <a:pt x="1447" y="445"/>
                </a:cubicBezTo>
                <a:cubicBezTo>
                  <a:pt x="1518" y="491"/>
                  <a:pt x="1524" y="489"/>
                  <a:pt x="1526" y="493"/>
                </a:cubicBezTo>
                <a:cubicBezTo>
                  <a:pt x="1550" y="509"/>
                  <a:pt x="1552" y="509"/>
                  <a:pt x="1554" y="510"/>
                </a:cubicBezTo>
                <a:cubicBezTo>
                  <a:pt x="1616" y="544"/>
                  <a:pt x="1623" y="549"/>
                  <a:pt x="1632" y="551"/>
                </a:cubicBezTo>
                <a:cubicBezTo>
                  <a:pt x="1674" y="567"/>
                  <a:pt x="1679" y="568"/>
                  <a:pt x="1682" y="571"/>
                </a:cubicBezTo>
                <a:cubicBezTo>
                  <a:pt x="1723" y="576"/>
                  <a:pt x="1729" y="583"/>
                  <a:pt x="1742" y="580"/>
                </a:cubicBezTo>
                <a:cubicBezTo>
                  <a:pt x="1759" y="590"/>
                  <a:pt x="1755" y="592"/>
                  <a:pt x="1754" y="589"/>
                </a:cubicBezTo>
                <a:cubicBezTo>
                  <a:pt x="1713" y="591"/>
                  <a:pt x="1708" y="586"/>
                  <a:pt x="1698" y="586"/>
                </a:cubicBezTo>
                <a:cubicBezTo>
                  <a:pt x="1654" y="574"/>
                  <a:pt x="1647" y="578"/>
                  <a:pt x="1646" y="576"/>
                </a:cubicBezTo>
                <a:cubicBezTo>
                  <a:pt x="1591" y="557"/>
                  <a:pt x="1586" y="553"/>
                  <a:pt x="1577" y="555"/>
                </a:cubicBezTo>
                <a:cubicBezTo>
                  <a:pt x="1551" y="536"/>
                  <a:pt x="1541" y="545"/>
                  <a:pt x="1543" y="536"/>
                </a:cubicBezTo>
                <a:cubicBezTo>
                  <a:pt x="1513" y="523"/>
                  <a:pt x="1510" y="521"/>
                  <a:pt x="1507" y="521"/>
                </a:cubicBezTo>
                <a:cubicBezTo>
                  <a:pt x="1477" y="507"/>
                  <a:pt x="1473" y="506"/>
                  <a:pt x="1472" y="500"/>
                </a:cubicBezTo>
                <a:cubicBezTo>
                  <a:pt x="1408" y="467"/>
                  <a:pt x="1397" y="459"/>
                  <a:pt x="1384" y="454"/>
                </a:cubicBezTo>
                <a:cubicBezTo>
                  <a:pt x="1343" y="434"/>
                  <a:pt x="1341" y="426"/>
                  <a:pt x="1333" y="426"/>
                </a:cubicBezTo>
                <a:cubicBezTo>
                  <a:pt x="1289" y="410"/>
                  <a:pt x="1284" y="405"/>
                  <a:pt x="1276" y="405"/>
                </a:cubicBezTo>
                <a:cubicBezTo>
                  <a:pt x="1253" y="397"/>
                  <a:pt x="1247" y="401"/>
                  <a:pt x="1246" y="397"/>
                </a:cubicBezTo>
                <a:cubicBezTo>
                  <a:pt x="1257" y="404"/>
                  <a:pt x="1261" y="408"/>
                  <a:pt x="1269" y="406"/>
                </a:cubicBezTo>
                <a:cubicBezTo>
                  <a:pt x="1312" y="423"/>
                  <a:pt x="1323" y="427"/>
                  <a:pt x="1332" y="433"/>
                </a:cubicBezTo>
                <a:cubicBezTo>
                  <a:pt x="1373" y="452"/>
                  <a:pt x="1380" y="461"/>
                  <a:pt x="1391" y="464"/>
                </a:cubicBezTo>
                <a:cubicBezTo>
                  <a:pt x="1429" y="487"/>
                  <a:pt x="1438" y="493"/>
                  <a:pt x="1448" y="498"/>
                </a:cubicBezTo>
                <a:cubicBezTo>
                  <a:pt x="1495" y="522"/>
                  <a:pt x="1497" y="523"/>
                  <a:pt x="1497" y="527"/>
                </a:cubicBezTo>
                <a:cubicBezTo>
                  <a:pt x="1546" y="551"/>
                  <a:pt x="1559" y="551"/>
                  <a:pt x="1567" y="559"/>
                </a:cubicBezTo>
                <a:cubicBezTo>
                  <a:pt x="1622" y="576"/>
                  <a:pt x="1626" y="580"/>
                  <a:pt x="1631" y="583"/>
                </a:cubicBezTo>
                <a:cubicBezTo>
                  <a:pt x="1662" y="587"/>
                  <a:pt x="1662" y="592"/>
                  <a:pt x="1668" y="589"/>
                </a:cubicBezTo>
                <a:cubicBezTo>
                  <a:pt x="1709" y="600"/>
                  <a:pt x="1718" y="597"/>
                  <a:pt x="1723" y="599"/>
                </a:cubicBezTo>
                <a:cubicBezTo>
                  <a:pt x="1724" y="608"/>
                  <a:pt x="1723" y="608"/>
                  <a:pt x="1722" y="606"/>
                </a:cubicBezTo>
                <a:cubicBezTo>
                  <a:pt x="1682" y="603"/>
                  <a:pt x="1670" y="604"/>
                  <a:pt x="1660" y="604"/>
                </a:cubicBezTo>
                <a:cubicBezTo>
                  <a:pt x="1606" y="587"/>
                  <a:pt x="1598" y="585"/>
                  <a:pt x="1591" y="581"/>
                </a:cubicBezTo>
                <a:cubicBezTo>
                  <a:pt x="1518" y="552"/>
                  <a:pt x="1512" y="547"/>
                  <a:pt x="1505" y="543"/>
                </a:cubicBezTo>
                <a:cubicBezTo>
                  <a:pt x="1461" y="517"/>
                  <a:pt x="1453" y="512"/>
                  <a:pt x="1445" y="508"/>
                </a:cubicBezTo>
                <a:cubicBezTo>
                  <a:pt x="1416" y="493"/>
                  <a:pt x="1413" y="488"/>
                  <a:pt x="1410" y="485"/>
                </a:cubicBezTo>
                <a:cubicBezTo>
                  <a:pt x="1380" y="471"/>
                  <a:pt x="1374" y="471"/>
                  <a:pt x="1371" y="466"/>
                </a:cubicBezTo>
                <a:cubicBezTo>
                  <a:pt x="1302" y="432"/>
                  <a:pt x="1301" y="425"/>
                  <a:pt x="1293" y="429"/>
                </a:cubicBezTo>
                <a:cubicBezTo>
                  <a:pt x="1283" y="430"/>
                  <a:pt x="1290" y="428"/>
                  <a:pt x="1294" y="433"/>
                </a:cubicBezTo>
                <a:cubicBezTo>
                  <a:pt x="1362" y="468"/>
                  <a:pt x="1370" y="477"/>
                  <a:pt x="1382" y="479"/>
                </a:cubicBezTo>
                <a:cubicBezTo>
                  <a:pt x="1400" y="491"/>
                  <a:pt x="1406" y="491"/>
                  <a:pt x="1410" y="496"/>
                </a:cubicBezTo>
                <a:cubicBezTo>
                  <a:pt x="1443" y="513"/>
                  <a:pt x="1445" y="520"/>
                  <a:pt x="1452" y="520"/>
                </a:cubicBezTo>
                <a:cubicBezTo>
                  <a:pt x="1488" y="537"/>
                  <a:pt x="1488" y="547"/>
                  <a:pt x="1496" y="545"/>
                </a:cubicBezTo>
                <a:cubicBezTo>
                  <a:pt x="1533" y="569"/>
                  <a:pt x="1543" y="571"/>
                  <a:pt x="1548" y="578"/>
                </a:cubicBezTo>
                <a:cubicBezTo>
                  <a:pt x="1580" y="584"/>
                  <a:pt x="1582" y="594"/>
                  <a:pt x="1593" y="592"/>
                </a:cubicBezTo>
                <a:cubicBezTo>
                  <a:pt x="1620" y="603"/>
                  <a:pt x="1621" y="605"/>
                  <a:pt x="1624" y="604"/>
                </a:cubicBezTo>
                <a:cubicBezTo>
                  <a:pt x="1657" y="614"/>
                  <a:pt x="1662" y="613"/>
                  <a:pt x="1667" y="611"/>
                </a:cubicBezTo>
                <a:cubicBezTo>
                  <a:pt x="1692" y="626"/>
                  <a:pt x="1685" y="617"/>
                  <a:pt x="1681" y="622"/>
                </a:cubicBezTo>
                <a:cubicBezTo>
                  <a:pt x="1593" y="615"/>
                  <a:pt x="1584" y="614"/>
                  <a:pt x="1575" y="613"/>
                </a:cubicBezTo>
                <a:cubicBezTo>
                  <a:pt x="1546" y="601"/>
                  <a:pt x="1538" y="605"/>
                  <a:pt x="1535" y="602"/>
                </a:cubicBezTo>
                <a:cubicBezTo>
                  <a:pt x="1505" y="591"/>
                  <a:pt x="1501" y="590"/>
                  <a:pt x="1497" y="587"/>
                </a:cubicBezTo>
                <a:cubicBezTo>
                  <a:pt x="1464" y="574"/>
                  <a:pt x="1462" y="573"/>
                  <a:pt x="1461" y="571"/>
                </a:cubicBezTo>
                <a:cubicBezTo>
                  <a:pt x="1444" y="564"/>
                  <a:pt x="1441" y="561"/>
                  <a:pt x="1437" y="560"/>
                </a:cubicBezTo>
                <a:cubicBezTo>
                  <a:pt x="1396" y="533"/>
                  <a:pt x="1390" y="529"/>
                  <a:pt x="1384" y="523"/>
                </a:cubicBezTo>
                <a:cubicBezTo>
                  <a:pt x="1348" y="497"/>
                  <a:pt x="1334" y="487"/>
                  <a:pt x="1322" y="474"/>
                </a:cubicBezTo>
                <a:cubicBezTo>
                  <a:pt x="1288" y="447"/>
                  <a:pt x="1282" y="448"/>
                  <a:pt x="1280" y="442"/>
                </a:cubicBezTo>
                <a:cubicBezTo>
                  <a:pt x="1254" y="427"/>
                  <a:pt x="1251" y="424"/>
                  <a:pt x="1246" y="424"/>
                </a:cubicBezTo>
                <a:cubicBezTo>
                  <a:pt x="1239" y="423"/>
                  <a:pt x="1244" y="426"/>
                  <a:pt x="1247" y="430"/>
                </a:cubicBezTo>
                <a:cubicBezTo>
                  <a:pt x="1267" y="440"/>
                  <a:pt x="1271" y="443"/>
                  <a:pt x="1275" y="447"/>
                </a:cubicBezTo>
                <a:cubicBezTo>
                  <a:pt x="1323" y="484"/>
                  <a:pt x="1331" y="493"/>
                  <a:pt x="1339" y="500"/>
                </a:cubicBezTo>
                <a:cubicBezTo>
                  <a:pt x="1401" y="544"/>
                  <a:pt x="1408" y="552"/>
                  <a:pt x="1418" y="557"/>
                </a:cubicBezTo>
                <a:cubicBezTo>
                  <a:pt x="1436" y="571"/>
                  <a:pt x="1444" y="569"/>
                  <a:pt x="1446" y="576"/>
                </a:cubicBezTo>
                <a:cubicBezTo>
                  <a:pt x="1503" y="601"/>
                  <a:pt x="1515" y="599"/>
                  <a:pt x="1520" y="607"/>
                </a:cubicBezTo>
                <a:cubicBezTo>
                  <a:pt x="1568" y="619"/>
                  <a:pt x="1585" y="625"/>
                  <a:pt x="1606" y="627"/>
                </a:cubicBezTo>
                <a:cubicBezTo>
                  <a:pt x="1641" y="631"/>
                  <a:pt x="1645" y="634"/>
                  <a:pt x="1651" y="632"/>
                </a:cubicBezTo>
                <a:cubicBezTo>
                  <a:pt x="1618" y="637"/>
                  <a:pt x="1616" y="637"/>
                  <a:pt x="1608" y="636"/>
                </a:cubicBezTo>
                <a:cubicBezTo>
                  <a:pt x="1567" y="628"/>
                  <a:pt x="1562" y="625"/>
                  <a:pt x="1555" y="625"/>
                </a:cubicBezTo>
                <a:cubicBezTo>
                  <a:pt x="1534" y="620"/>
                  <a:pt x="1531" y="619"/>
                  <a:pt x="1529" y="616"/>
                </a:cubicBezTo>
                <a:cubicBezTo>
                  <a:pt x="1499" y="609"/>
                  <a:pt x="1498" y="606"/>
                  <a:pt x="1496" y="605"/>
                </a:cubicBezTo>
                <a:cubicBezTo>
                  <a:pt x="1453" y="583"/>
                  <a:pt x="1451" y="582"/>
                  <a:pt x="1447" y="582"/>
                </a:cubicBezTo>
                <a:cubicBezTo>
                  <a:pt x="1415" y="563"/>
                  <a:pt x="1404" y="558"/>
                  <a:pt x="1393" y="552"/>
                </a:cubicBezTo>
                <a:cubicBezTo>
                  <a:pt x="1381" y="541"/>
                  <a:pt x="1375" y="541"/>
                  <a:pt x="1373" y="536"/>
                </a:cubicBezTo>
                <a:cubicBezTo>
                  <a:pt x="1299" y="486"/>
                  <a:pt x="1294" y="478"/>
                  <a:pt x="1286" y="474"/>
                </a:cubicBezTo>
                <a:cubicBezTo>
                  <a:pt x="1274" y="462"/>
                  <a:pt x="1268" y="463"/>
                  <a:pt x="1265" y="458"/>
                </a:cubicBezTo>
                <a:cubicBezTo>
                  <a:pt x="1227" y="434"/>
                  <a:pt x="1225" y="430"/>
                  <a:pt x="1218" y="431"/>
                </a:cubicBezTo>
                <a:cubicBezTo>
                  <a:pt x="1245" y="452"/>
                  <a:pt x="1249" y="454"/>
                  <a:pt x="1254" y="456"/>
                </a:cubicBezTo>
                <a:cubicBezTo>
                  <a:pt x="1273" y="470"/>
                  <a:pt x="1275" y="472"/>
                  <a:pt x="1277" y="474"/>
                </a:cubicBezTo>
                <a:cubicBezTo>
                  <a:pt x="1295" y="490"/>
                  <a:pt x="1297" y="491"/>
                  <a:pt x="1300" y="492"/>
                </a:cubicBezTo>
                <a:cubicBezTo>
                  <a:pt x="1374" y="550"/>
                  <a:pt x="1391" y="560"/>
                  <a:pt x="1408" y="572"/>
                </a:cubicBezTo>
                <a:cubicBezTo>
                  <a:pt x="1492" y="612"/>
                  <a:pt x="1496" y="615"/>
                  <a:pt x="1500" y="617"/>
                </a:cubicBezTo>
                <a:cubicBezTo>
                  <a:pt x="1529" y="631"/>
                  <a:pt x="1535" y="628"/>
                  <a:pt x="1536" y="631"/>
                </a:cubicBezTo>
                <a:cubicBezTo>
                  <a:pt x="1564" y="637"/>
                  <a:pt x="1570" y="637"/>
                  <a:pt x="1575" y="639"/>
                </a:cubicBezTo>
                <a:cubicBezTo>
                  <a:pt x="1630" y="648"/>
                  <a:pt x="1639" y="643"/>
                  <a:pt x="1641" y="649"/>
                </a:cubicBezTo>
                <a:cubicBezTo>
                  <a:pt x="1616" y="651"/>
                  <a:pt x="1609" y="655"/>
                  <a:pt x="1608" y="651"/>
                </a:cubicBezTo>
                <a:cubicBezTo>
                  <a:pt x="1511" y="636"/>
                  <a:pt x="1504" y="634"/>
                  <a:pt x="1496" y="633"/>
                </a:cubicBezTo>
                <a:cubicBezTo>
                  <a:pt x="1421" y="596"/>
                  <a:pt x="1414" y="600"/>
                  <a:pt x="1412" y="598"/>
                </a:cubicBezTo>
                <a:cubicBezTo>
                  <a:pt x="1378" y="578"/>
                  <a:pt x="1373" y="574"/>
                  <a:pt x="1368" y="570"/>
                </a:cubicBezTo>
                <a:cubicBezTo>
                  <a:pt x="1339" y="548"/>
                  <a:pt x="1329" y="538"/>
                  <a:pt x="1316" y="531"/>
                </a:cubicBezTo>
                <a:cubicBezTo>
                  <a:pt x="1280" y="494"/>
                  <a:pt x="1271" y="495"/>
                  <a:pt x="1268" y="486"/>
                </a:cubicBezTo>
                <a:cubicBezTo>
                  <a:pt x="1258" y="473"/>
                  <a:pt x="1254" y="485"/>
                  <a:pt x="1259" y="483"/>
                </a:cubicBezTo>
                <a:cubicBezTo>
                  <a:pt x="1281" y="508"/>
                  <a:pt x="1287" y="506"/>
                  <a:pt x="1286" y="512"/>
                </a:cubicBezTo>
                <a:cubicBezTo>
                  <a:pt x="1320" y="539"/>
                  <a:pt x="1329" y="550"/>
                  <a:pt x="1341" y="555"/>
                </a:cubicBezTo>
                <a:cubicBezTo>
                  <a:pt x="1379" y="584"/>
                  <a:pt x="1383" y="593"/>
                  <a:pt x="1394" y="592"/>
                </a:cubicBezTo>
                <a:cubicBezTo>
                  <a:pt x="1424" y="609"/>
                  <a:pt x="1430" y="615"/>
                  <a:pt x="1438" y="617"/>
                </a:cubicBezTo>
                <a:cubicBezTo>
                  <a:pt x="1466" y="632"/>
                  <a:pt x="1473" y="632"/>
                  <a:pt x="1478" y="632"/>
                </a:cubicBezTo>
                <a:cubicBezTo>
                  <a:pt x="1542" y="650"/>
                  <a:pt x="1551" y="659"/>
                  <a:pt x="1567" y="656"/>
                </a:cubicBezTo>
                <a:cubicBezTo>
                  <a:pt x="1589" y="662"/>
                  <a:pt x="1592" y="664"/>
                  <a:pt x="1595" y="664"/>
                </a:cubicBezTo>
                <a:cubicBezTo>
                  <a:pt x="1555" y="665"/>
                  <a:pt x="1549" y="669"/>
                  <a:pt x="1547" y="666"/>
                </a:cubicBezTo>
                <a:cubicBezTo>
                  <a:pt x="1487" y="658"/>
                  <a:pt x="1484" y="657"/>
                  <a:pt x="1481" y="656"/>
                </a:cubicBezTo>
                <a:cubicBezTo>
                  <a:pt x="1433" y="643"/>
                  <a:pt x="1421" y="636"/>
                  <a:pt x="1408" y="632"/>
                </a:cubicBezTo>
                <a:cubicBezTo>
                  <a:pt x="1354" y="601"/>
                  <a:pt x="1350" y="598"/>
                  <a:pt x="1346" y="596"/>
                </a:cubicBezTo>
                <a:cubicBezTo>
                  <a:pt x="1333" y="588"/>
                  <a:pt x="1334" y="584"/>
                  <a:pt x="1332" y="583"/>
                </a:cubicBezTo>
                <a:cubicBezTo>
                  <a:pt x="1306" y="568"/>
                  <a:pt x="1292" y="554"/>
                  <a:pt x="1274" y="545"/>
                </a:cubicBezTo>
                <a:cubicBezTo>
                  <a:pt x="1221" y="514"/>
                  <a:pt x="1213" y="518"/>
                  <a:pt x="1211" y="512"/>
                </a:cubicBezTo>
                <a:cubicBezTo>
                  <a:pt x="1178" y="504"/>
                  <a:pt x="1176" y="502"/>
                  <a:pt x="1172" y="504"/>
                </a:cubicBezTo>
                <a:cubicBezTo>
                  <a:pt x="1192" y="514"/>
                  <a:pt x="1200" y="513"/>
                  <a:pt x="1205" y="518"/>
                </a:cubicBezTo>
                <a:cubicBezTo>
                  <a:pt x="1278" y="558"/>
                  <a:pt x="1289" y="560"/>
                  <a:pt x="1294" y="570"/>
                </a:cubicBezTo>
                <a:cubicBezTo>
                  <a:pt x="1336" y="596"/>
                  <a:pt x="1337" y="599"/>
                  <a:pt x="1340" y="600"/>
                </a:cubicBezTo>
                <a:cubicBezTo>
                  <a:pt x="1380" y="627"/>
                  <a:pt x="1387" y="635"/>
                  <a:pt x="1399" y="635"/>
                </a:cubicBezTo>
                <a:cubicBezTo>
                  <a:pt x="1436" y="655"/>
                  <a:pt x="1447" y="659"/>
                  <a:pt x="1461" y="658"/>
                </a:cubicBezTo>
                <a:cubicBezTo>
                  <a:pt x="1487" y="664"/>
                  <a:pt x="1488" y="669"/>
                  <a:pt x="1492" y="670"/>
                </a:cubicBezTo>
                <a:cubicBezTo>
                  <a:pt x="1538" y="679"/>
                  <a:pt x="1550" y="675"/>
                  <a:pt x="1556" y="680"/>
                </a:cubicBezTo>
                <a:cubicBezTo>
                  <a:pt x="1519" y="683"/>
                  <a:pt x="1520" y="675"/>
                  <a:pt x="1513" y="677"/>
                </a:cubicBezTo>
                <a:cubicBezTo>
                  <a:pt x="1499" y="674"/>
                  <a:pt x="1492" y="677"/>
                  <a:pt x="1488" y="675"/>
                </a:cubicBezTo>
                <a:cubicBezTo>
                  <a:pt x="1432" y="662"/>
                  <a:pt x="1430" y="659"/>
                  <a:pt x="1428" y="659"/>
                </a:cubicBezTo>
                <a:cubicBezTo>
                  <a:pt x="1407" y="653"/>
                  <a:pt x="1398" y="651"/>
                  <a:pt x="1391" y="648"/>
                </a:cubicBezTo>
                <a:cubicBezTo>
                  <a:pt x="1354" y="632"/>
                  <a:pt x="1348" y="632"/>
                  <a:pt x="1345" y="630"/>
                </a:cubicBezTo>
                <a:cubicBezTo>
                  <a:pt x="1322" y="615"/>
                  <a:pt x="1316" y="617"/>
                  <a:pt x="1313" y="613"/>
                </a:cubicBezTo>
                <a:cubicBezTo>
                  <a:pt x="1279" y="594"/>
                  <a:pt x="1276" y="591"/>
                  <a:pt x="1271" y="590"/>
                </a:cubicBezTo>
                <a:cubicBezTo>
                  <a:pt x="1238" y="568"/>
                  <a:pt x="1232" y="570"/>
                  <a:pt x="1230" y="566"/>
                </a:cubicBezTo>
                <a:cubicBezTo>
                  <a:pt x="1190" y="554"/>
                  <a:pt x="1189" y="549"/>
                  <a:pt x="1182" y="550"/>
                </a:cubicBezTo>
                <a:cubicBezTo>
                  <a:pt x="1139" y="548"/>
                  <a:pt x="1134" y="547"/>
                  <a:pt x="1126" y="547"/>
                </a:cubicBezTo>
                <a:cubicBezTo>
                  <a:pt x="1156" y="555"/>
                  <a:pt x="1170" y="550"/>
                  <a:pt x="1177" y="556"/>
                </a:cubicBezTo>
                <a:cubicBezTo>
                  <a:pt x="1230" y="573"/>
                  <a:pt x="1232" y="576"/>
                  <a:pt x="1234" y="579"/>
                </a:cubicBezTo>
                <a:cubicBezTo>
                  <a:pt x="1286" y="604"/>
                  <a:pt x="1288" y="608"/>
                  <a:pt x="1291" y="611"/>
                </a:cubicBezTo>
                <a:cubicBezTo>
                  <a:pt x="1326" y="629"/>
                  <a:pt x="1333" y="632"/>
                  <a:pt x="1339" y="635"/>
                </a:cubicBezTo>
                <a:cubicBezTo>
                  <a:pt x="1354" y="643"/>
                  <a:pt x="1358" y="644"/>
                  <a:pt x="1355" y="646"/>
                </a:cubicBezTo>
                <a:cubicBezTo>
                  <a:pt x="1332" y="636"/>
                  <a:pt x="1330" y="635"/>
                  <a:pt x="1326" y="635"/>
                </a:cubicBezTo>
                <a:cubicBezTo>
                  <a:pt x="1294" y="620"/>
                  <a:pt x="1289" y="619"/>
                  <a:pt x="1283" y="619"/>
                </a:cubicBezTo>
                <a:cubicBezTo>
                  <a:pt x="1231" y="596"/>
                  <a:pt x="1222" y="592"/>
                  <a:pt x="1212" y="589"/>
                </a:cubicBezTo>
                <a:cubicBezTo>
                  <a:pt x="1134" y="577"/>
                  <a:pt x="1120" y="579"/>
                  <a:pt x="1108" y="579"/>
                </a:cubicBezTo>
                <a:cubicBezTo>
                  <a:pt x="1062" y="594"/>
                  <a:pt x="1067" y="589"/>
                  <a:pt x="1076" y="589"/>
                </a:cubicBezTo>
                <a:cubicBezTo>
                  <a:pt x="1157" y="587"/>
                  <a:pt x="1166" y="585"/>
                  <a:pt x="1173" y="585"/>
                </a:cubicBezTo>
                <a:cubicBezTo>
                  <a:pt x="1205" y="597"/>
                  <a:pt x="1212" y="594"/>
                  <a:pt x="1213" y="598"/>
                </a:cubicBezTo>
                <a:cubicBezTo>
                  <a:pt x="1245" y="611"/>
                  <a:pt x="1259" y="614"/>
                  <a:pt x="1270" y="621"/>
                </a:cubicBezTo>
                <a:cubicBezTo>
                  <a:pt x="1316" y="636"/>
                  <a:pt x="1321" y="639"/>
                  <a:pt x="1326" y="644"/>
                </a:cubicBezTo>
                <a:cubicBezTo>
                  <a:pt x="1370" y="662"/>
                  <a:pt x="1377" y="664"/>
                  <a:pt x="1383" y="667"/>
                </a:cubicBezTo>
                <a:cubicBezTo>
                  <a:pt x="1436" y="683"/>
                  <a:pt x="1437" y="688"/>
                  <a:pt x="1444" y="685"/>
                </a:cubicBezTo>
                <a:cubicBezTo>
                  <a:pt x="1504" y="697"/>
                  <a:pt x="1508" y="695"/>
                  <a:pt x="1512" y="695"/>
                </a:cubicBezTo>
                <a:cubicBezTo>
                  <a:pt x="1536" y="698"/>
                  <a:pt x="1543" y="693"/>
                  <a:pt x="1544" y="698"/>
                </a:cubicBezTo>
                <a:cubicBezTo>
                  <a:pt x="1486" y="702"/>
                  <a:pt x="1471" y="703"/>
                  <a:pt x="1456" y="703"/>
                </a:cubicBezTo>
                <a:cubicBezTo>
                  <a:pt x="1429" y="698"/>
                  <a:pt x="1423" y="696"/>
                  <a:pt x="1415" y="697"/>
                </a:cubicBezTo>
                <a:cubicBezTo>
                  <a:pt x="1353" y="677"/>
                  <a:pt x="1348" y="673"/>
                  <a:pt x="1340" y="675"/>
                </a:cubicBezTo>
                <a:cubicBezTo>
                  <a:pt x="1312" y="661"/>
                  <a:pt x="1304" y="658"/>
                  <a:pt x="1295" y="656"/>
                </a:cubicBezTo>
                <a:cubicBezTo>
                  <a:pt x="1258" y="637"/>
                  <a:pt x="1253" y="638"/>
                  <a:pt x="1247" y="638"/>
                </a:cubicBezTo>
                <a:cubicBezTo>
                  <a:pt x="1196" y="619"/>
                  <a:pt x="1187" y="623"/>
                  <a:pt x="1186" y="618"/>
                </a:cubicBezTo>
                <a:cubicBezTo>
                  <a:pt x="1157" y="610"/>
                  <a:pt x="1149" y="614"/>
                  <a:pt x="1147" y="610"/>
                </a:cubicBezTo>
                <a:cubicBezTo>
                  <a:pt x="1083" y="616"/>
                  <a:pt x="1084" y="621"/>
                  <a:pt x="1078" y="620"/>
                </a:cubicBezTo>
                <a:cubicBezTo>
                  <a:pt x="1150" y="620"/>
                  <a:pt x="1157" y="619"/>
                  <a:pt x="1160" y="623"/>
                </a:cubicBezTo>
                <a:cubicBezTo>
                  <a:pt x="1199" y="630"/>
                  <a:pt x="1204" y="632"/>
                  <a:pt x="1209" y="634"/>
                </a:cubicBezTo>
                <a:cubicBezTo>
                  <a:pt x="1228" y="642"/>
                  <a:pt x="1238" y="637"/>
                  <a:pt x="1239" y="644"/>
                </a:cubicBezTo>
                <a:cubicBezTo>
                  <a:pt x="1313" y="668"/>
                  <a:pt x="1320" y="677"/>
                  <a:pt x="1332" y="679"/>
                </a:cubicBezTo>
                <a:cubicBezTo>
                  <a:pt x="1381" y="698"/>
                  <a:pt x="1390" y="695"/>
                  <a:pt x="1393" y="701"/>
                </a:cubicBezTo>
                <a:cubicBezTo>
                  <a:pt x="1304" y="679"/>
                  <a:pt x="1301" y="674"/>
                  <a:pt x="1293" y="674"/>
                </a:cubicBezTo>
                <a:cubicBezTo>
                  <a:pt x="1253" y="666"/>
                  <a:pt x="1252" y="659"/>
                  <a:pt x="1244" y="661"/>
                </a:cubicBezTo>
                <a:cubicBezTo>
                  <a:pt x="1190" y="645"/>
                  <a:pt x="1182" y="646"/>
                  <a:pt x="1177" y="644"/>
                </a:cubicBezTo>
                <a:cubicBezTo>
                  <a:pt x="1102" y="645"/>
                  <a:pt x="1100" y="643"/>
                  <a:pt x="1084" y="646"/>
                </a:cubicBezTo>
                <a:cubicBezTo>
                  <a:pt x="1038" y="654"/>
                  <a:pt x="1027" y="657"/>
                  <a:pt x="1016" y="660"/>
                </a:cubicBezTo>
                <a:cubicBezTo>
                  <a:pt x="1009" y="671"/>
                  <a:pt x="1023" y="663"/>
                  <a:pt x="1040" y="658"/>
                </a:cubicBezTo>
                <a:cubicBezTo>
                  <a:pt x="1127" y="644"/>
                  <a:pt x="1133" y="653"/>
                  <a:pt x="1142" y="648"/>
                </a:cubicBezTo>
                <a:cubicBezTo>
                  <a:pt x="1168" y="650"/>
                  <a:pt x="1171" y="650"/>
                  <a:pt x="1174" y="652"/>
                </a:cubicBezTo>
                <a:cubicBezTo>
                  <a:pt x="1216" y="663"/>
                  <a:pt x="1230" y="664"/>
                  <a:pt x="1243" y="668"/>
                </a:cubicBezTo>
                <a:cubicBezTo>
                  <a:pt x="1286" y="682"/>
                  <a:pt x="1293" y="683"/>
                  <a:pt x="1300" y="684"/>
                </a:cubicBezTo>
                <a:cubicBezTo>
                  <a:pt x="1341" y="697"/>
                  <a:pt x="1345" y="698"/>
                  <a:pt x="1347" y="700"/>
                </a:cubicBezTo>
                <a:cubicBezTo>
                  <a:pt x="1407" y="712"/>
                  <a:pt x="1415" y="717"/>
                  <a:pt x="1425" y="717"/>
                </a:cubicBezTo>
                <a:cubicBezTo>
                  <a:pt x="1468" y="727"/>
                  <a:pt x="1479" y="717"/>
                  <a:pt x="1479" y="723"/>
                </a:cubicBezTo>
                <a:cubicBezTo>
                  <a:pt x="1425" y="732"/>
                  <a:pt x="1411" y="731"/>
                  <a:pt x="1397" y="731"/>
                </a:cubicBezTo>
                <a:cubicBezTo>
                  <a:pt x="1367" y="724"/>
                  <a:pt x="1361" y="728"/>
                  <a:pt x="1360" y="724"/>
                </a:cubicBezTo>
                <a:cubicBezTo>
                  <a:pt x="1304" y="710"/>
                  <a:pt x="1299" y="708"/>
                  <a:pt x="1293" y="708"/>
                </a:cubicBezTo>
                <a:cubicBezTo>
                  <a:pt x="1240" y="696"/>
                  <a:pt x="1239" y="689"/>
                  <a:pt x="1232" y="690"/>
                </a:cubicBezTo>
                <a:cubicBezTo>
                  <a:pt x="1148" y="668"/>
                  <a:pt x="1139" y="669"/>
                  <a:pt x="1132" y="666"/>
                </a:cubicBezTo>
                <a:cubicBezTo>
                  <a:pt x="1108" y="662"/>
                  <a:pt x="1101" y="667"/>
                  <a:pt x="1101" y="663"/>
                </a:cubicBezTo>
                <a:cubicBezTo>
                  <a:pt x="1074" y="662"/>
                  <a:pt x="1066" y="667"/>
                  <a:pt x="1065" y="662"/>
                </a:cubicBezTo>
                <a:cubicBezTo>
                  <a:pt x="1055" y="666"/>
                  <a:pt x="1086" y="668"/>
                  <a:pt x="1116" y="671"/>
                </a:cubicBezTo>
                <a:cubicBezTo>
                  <a:pt x="1206" y="690"/>
                  <a:pt x="1212" y="689"/>
                  <a:pt x="1215" y="693"/>
                </a:cubicBezTo>
                <a:cubicBezTo>
                  <a:pt x="1240" y="698"/>
                  <a:pt x="1245" y="703"/>
                  <a:pt x="1254" y="704"/>
                </a:cubicBezTo>
                <a:cubicBezTo>
                  <a:pt x="1310" y="722"/>
                  <a:pt x="1318" y="725"/>
                  <a:pt x="1325" y="729"/>
                </a:cubicBezTo>
                <a:cubicBezTo>
                  <a:pt x="1364" y="740"/>
                  <a:pt x="1374" y="733"/>
                  <a:pt x="1374" y="740"/>
                </a:cubicBezTo>
                <a:cubicBezTo>
                  <a:pt x="1411" y="742"/>
                  <a:pt x="1411" y="738"/>
                  <a:pt x="1414" y="743"/>
                </a:cubicBezTo>
                <a:cubicBezTo>
                  <a:pt x="1303" y="732"/>
                  <a:pt x="1295" y="732"/>
                  <a:pt x="1290" y="728"/>
                </a:cubicBezTo>
                <a:cubicBezTo>
                  <a:pt x="1255" y="719"/>
                  <a:pt x="1240" y="716"/>
                  <a:pt x="1225" y="713"/>
                </a:cubicBezTo>
                <a:cubicBezTo>
                  <a:pt x="1158" y="693"/>
                  <a:pt x="1147" y="697"/>
                  <a:pt x="1142" y="693"/>
                </a:cubicBezTo>
                <a:cubicBezTo>
                  <a:pt x="1067" y="682"/>
                  <a:pt x="1060" y="680"/>
                  <a:pt x="1051" y="680"/>
                </a:cubicBezTo>
                <a:cubicBezTo>
                  <a:pt x="1019" y="689"/>
                  <a:pt x="1034" y="691"/>
                  <a:pt x="1054" y="687"/>
                </a:cubicBezTo>
                <a:cubicBezTo>
                  <a:pt x="1119" y="691"/>
                  <a:pt x="1120" y="700"/>
                  <a:pt x="1129" y="697"/>
                </a:cubicBezTo>
                <a:cubicBezTo>
                  <a:pt x="1178" y="710"/>
                  <a:pt x="1192" y="710"/>
                  <a:pt x="1203" y="715"/>
                </a:cubicBezTo>
                <a:cubicBezTo>
                  <a:pt x="1244" y="728"/>
                  <a:pt x="1252" y="727"/>
                  <a:pt x="1257" y="730"/>
                </a:cubicBezTo>
                <a:cubicBezTo>
                  <a:pt x="1283" y="735"/>
                  <a:pt x="1286" y="740"/>
                  <a:pt x="1294" y="739"/>
                </a:cubicBezTo>
                <a:cubicBezTo>
                  <a:pt x="1351" y="756"/>
                  <a:pt x="1361" y="747"/>
                  <a:pt x="1361" y="753"/>
                </a:cubicBezTo>
                <a:cubicBezTo>
                  <a:pt x="1380" y="756"/>
                  <a:pt x="1376" y="760"/>
                  <a:pt x="1362" y="762"/>
                </a:cubicBezTo>
                <a:cubicBezTo>
                  <a:pt x="1315" y="757"/>
                  <a:pt x="1314" y="755"/>
                  <a:pt x="1310" y="756"/>
                </a:cubicBezTo>
                <a:cubicBezTo>
                  <a:pt x="1291" y="749"/>
                  <a:pt x="1286" y="752"/>
                  <a:pt x="1285" y="749"/>
                </a:cubicBezTo>
                <a:cubicBezTo>
                  <a:pt x="1265" y="745"/>
                  <a:pt x="1264" y="743"/>
                  <a:pt x="1260" y="745"/>
                </a:cubicBezTo>
                <a:cubicBezTo>
                  <a:pt x="1206" y="729"/>
                  <a:pt x="1199" y="730"/>
                  <a:pt x="1196" y="725"/>
                </a:cubicBezTo>
                <a:cubicBezTo>
                  <a:pt x="1126" y="707"/>
                  <a:pt x="1120" y="706"/>
                  <a:pt x="1113" y="707"/>
                </a:cubicBezTo>
                <a:cubicBezTo>
                  <a:pt x="1142" y="713"/>
                  <a:pt x="1148" y="722"/>
                  <a:pt x="1162" y="720"/>
                </a:cubicBezTo>
                <a:cubicBezTo>
                  <a:pt x="1229" y="744"/>
                  <a:pt x="1232" y="748"/>
                  <a:pt x="1238" y="749"/>
                </a:cubicBezTo>
                <a:cubicBezTo>
                  <a:pt x="1266" y="755"/>
                  <a:pt x="1278" y="756"/>
                  <a:pt x="1287" y="762"/>
                </a:cubicBezTo>
                <a:cubicBezTo>
                  <a:pt x="1327" y="768"/>
                  <a:pt x="1331" y="770"/>
                  <a:pt x="1339" y="768"/>
                </a:cubicBezTo>
                <a:cubicBezTo>
                  <a:pt x="1311" y="775"/>
                  <a:pt x="1304" y="771"/>
                  <a:pt x="1291" y="774"/>
                </a:cubicBezTo>
                <a:cubicBezTo>
                  <a:pt x="1247" y="759"/>
                  <a:pt x="1242" y="760"/>
                  <a:pt x="1238" y="760"/>
                </a:cubicBezTo>
                <a:cubicBezTo>
                  <a:pt x="1210" y="756"/>
                  <a:pt x="1208" y="753"/>
                  <a:pt x="1203" y="753"/>
                </a:cubicBezTo>
                <a:cubicBezTo>
                  <a:pt x="1153" y="739"/>
                  <a:pt x="1142" y="743"/>
                  <a:pt x="1136" y="738"/>
                </a:cubicBezTo>
                <a:cubicBezTo>
                  <a:pt x="1065" y="736"/>
                  <a:pt x="1052" y="738"/>
                  <a:pt x="1039" y="740"/>
                </a:cubicBezTo>
                <a:cubicBezTo>
                  <a:pt x="1001" y="753"/>
                  <a:pt x="1000" y="758"/>
                  <a:pt x="992" y="758"/>
                </a:cubicBezTo>
                <a:cubicBezTo>
                  <a:pt x="998" y="764"/>
                  <a:pt x="1000" y="760"/>
                  <a:pt x="1005" y="757"/>
                </a:cubicBezTo>
                <a:cubicBezTo>
                  <a:pt x="1082" y="742"/>
                  <a:pt x="1087" y="741"/>
                  <a:pt x="1092" y="739"/>
                </a:cubicBezTo>
                <a:cubicBezTo>
                  <a:pt x="1123" y="744"/>
                  <a:pt x="1129" y="748"/>
                  <a:pt x="1138" y="747"/>
                </a:cubicBezTo>
                <a:cubicBezTo>
                  <a:pt x="1211" y="765"/>
                  <a:pt x="1220" y="764"/>
                  <a:pt x="1228" y="766"/>
                </a:cubicBezTo>
                <a:cubicBezTo>
                  <a:pt x="1279" y="775"/>
                  <a:pt x="1279" y="782"/>
                  <a:pt x="1286" y="780"/>
                </a:cubicBezTo>
                <a:cubicBezTo>
                  <a:pt x="1318" y="788"/>
                  <a:pt x="1327" y="783"/>
                  <a:pt x="1328" y="790"/>
                </a:cubicBezTo>
                <a:cubicBezTo>
                  <a:pt x="1241" y="786"/>
                  <a:pt x="1232" y="784"/>
                  <a:pt x="1222" y="783"/>
                </a:cubicBezTo>
                <a:cubicBezTo>
                  <a:pt x="1192" y="776"/>
                  <a:pt x="1187" y="776"/>
                  <a:pt x="1181" y="777"/>
                </a:cubicBezTo>
                <a:cubicBezTo>
                  <a:pt x="1149" y="770"/>
                  <a:pt x="1146" y="766"/>
                  <a:pt x="1140" y="769"/>
                </a:cubicBezTo>
                <a:cubicBezTo>
                  <a:pt x="1088" y="767"/>
                  <a:pt x="1068" y="764"/>
                  <a:pt x="1046" y="766"/>
                </a:cubicBezTo>
                <a:cubicBezTo>
                  <a:pt x="971" y="785"/>
                  <a:pt x="962" y="782"/>
                  <a:pt x="964" y="787"/>
                </a:cubicBezTo>
                <a:cubicBezTo>
                  <a:pt x="983" y="786"/>
                  <a:pt x="994" y="781"/>
                  <a:pt x="1006" y="777"/>
                </a:cubicBezTo>
                <a:cubicBezTo>
                  <a:pt x="1067" y="772"/>
                  <a:pt x="1071" y="774"/>
                  <a:pt x="1076" y="773"/>
                </a:cubicBezTo>
                <a:cubicBezTo>
                  <a:pt x="1106" y="776"/>
                  <a:pt x="1115" y="770"/>
                  <a:pt x="1117" y="775"/>
                </a:cubicBezTo>
                <a:cubicBezTo>
                  <a:pt x="1191" y="786"/>
                  <a:pt x="1211" y="787"/>
                  <a:pt x="1228" y="793"/>
                </a:cubicBezTo>
                <a:cubicBezTo>
                  <a:pt x="1281" y="803"/>
                  <a:pt x="1277" y="804"/>
                  <a:pt x="1276" y="802"/>
                </a:cubicBezTo>
                <a:cubicBezTo>
                  <a:pt x="1242" y="800"/>
                  <a:pt x="1229" y="800"/>
                  <a:pt x="1218" y="799"/>
                </a:cubicBezTo>
                <a:cubicBezTo>
                  <a:pt x="1129" y="795"/>
                  <a:pt x="1128" y="790"/>
                  <a:pt x="1122" y="792"/>
                </a:cubicBezTo>
                <a:cubicBezTo>
                  <a:pt x="971" y="817"/>
                  <a:pt x="962" y="818"/>
                  <a:pt x="957" y="822"/>
                </a:cubicBezTo>
                <a:cubicBezTo>
                  <a:pt x="931" y="836"/>
                  <a:pt x="925" y="840"/>
                  <a:pt x="918" y="844"/>
                </a:cubicBezTo>
                <a:cubicBezTo>
                  <a:pt x="915" y="851"/>
                  <a:pt x="927" y="844"/>
                  <a:pt x="937" y="836"/>
                </a:cubicBezTo>
                <a:cubicBezTo>
                  <a:pt x="967" y="824"/>
                  <a:pt x="968" y="824"/>
                  <a:pt x="970" y="821"/>
                </a:cubicBezTo>
                <a:cubicBezTo>
                  <a:pt x="988" y="819"/>
                  <a:pt x="997" y="815"/>
                  <a:pt x="1010" y="812"/>
                </a:cubicBezTo>
                <a:cubicBezTo>
                  <a:pt x="1118" y="803"/>
                  <a:pt x="1124" y="799"/>
                  <a:pt x="1126" y="802"/>
                </a:cubicBezTo>
                <a:cubicBezTo>
                  <a:pt x="1151" y="804"/>
                  <a:pt x="1155" y="804"/>
                  <a:pt x="1159" y="803"/>
                </a:cubicBezTo>
                <a:cubicBezTo>
                  <a:pt x="1188" y="806"/>
                  <a:pt x="1197" y="803"/>
                  <a:pt x="1202" y="808"/>
                </a:cubicBezTo>
                <a:cubicBezTo>
                  <a:pt x="1137" y="807"/>
                  <a:pt x="1132" y="808"/>
                  <a:pt x="1129" y="806"/>
                </a:cubicBezTo>
                <a:cubicBezTo>
                  <a:pt x="1007" y="827"/>
                  <a:pt x="987" y="836"/>
                  <a:pt x="958" y="843"/>
                </a:cubicBezTo>
                <a:cubicBezTo>
                  <a:pt x="933" y="859"/>
                  <a:pt x="923" y="861"/>
                  <a:pt x="918" y="866"/>
                </a:cubicBezTo>
                <a:cubicBezTo>
                  <a:pt x="898" y="891"/>
                  <a:pt x="901" y="878"/>
                  <a:pt x="915" y="873"/>
                </a:cubicBezTo>
                <a:cubicBezTo>
                  <a:pt x="944" y="858"/>
                  <a:pt x="947" y="856"/>
                  <a:pt x="949" y="854"/>
                </a:cubicBezTo>
                <a:cubicBezTo>
                  <a:pt x="992" y="838"/>
                  <a:pt x="1000" y="841"/>
                  <a:pt x="999" y="836"/>
                </a:cubicBezTo>
                <a:cubicBezTo>
                  <a:pt x="1049" y="824"/>
                  <a:pt x="1051" y="821"/>
                  <a:pt x="1058" y="821"/>
                </a:cubicBezTo>
                <a:cubicBezTo>
                  <a:pt x="1141" y="816"/>
                  <a:pt x="1140" y="815"/>
                  <a:pt x="1146" y="816"/>
                </a:cubicBezTo>
                <a:cubicBezTo>
                  <a:pt x="1178" y="815"/>
                  <a:pt x="1186" y="820"/>
                  <a:pt x="1200" y="818"/>
                </a:cubicBezTo>
                <a:cubicBezTo>
                  <a:pt x="1212" y="833"/>
                  <a:pt x="1196" y="824"/>
                  <a:pt x="1177" y="826"/>
                </a:cubicBezTo>
                <a:cubicBezTo>
                  <a:pt x="1028" y="844"/>
                  <a:pt x="1022" y="846"/>
                  <a:pt x="1014" y="847"/>
                </a:cubicBezTo>
                <a:cubicBezTo>
                  <a:pt x="992" y="855"/>
                  <a:pt x="977" y="859"/>
                  <a:pt x="966" y="864"/>
                </a:cubicBezTo>
                <a:cubicBezTo>
                  <a:pt x="916" y="894"/>
                  <a:pt x="905" y="894"/>
                  <a:pt x="904" y="900"/>
                </a:cubicBezTo>
                <a:cubicBezTo>
                  <a:pt x="980" y="863"/>
                  <a:pt x="990" y="863"/>
                  <a:pt x="994" y="859"/>
                </a:cubicBezTo>
                <a:cubicBezTo>
                  <a:pt x="1024" y="851"/>
                  <a:pt x="1039" y="847"/>
                  <a:pt x="1056" y="844"/>
                </a:cubicBezTo>
                <a:cubicBezTo>
                  <a:pt x="1146" y="832"/>
                  <a:pt x="1149" y="836"/>
                  <a:pt x="1156" y="834"/>
                </a:cubicBezTo>
                <a:cubicBezTo>
                  <a:pt x="1103" y="846"/>
                  <a:pt x="1103" y="849"/>
                  <a:pt x="1099" y="849"/>
                </a:cubicBezTo>
                <a:cubicBezTo>
                  <a:pt x="1074" y="856"/>
                  <a:pt x="1075" y="852"/>
                  <a:pt x="1071" y="856"/>
                </a:cubicBezTo>
                <a:cubicBezTo>
                  <a:pt x="1014" y="877"/>
                  <a:pt x="1004" y="885"/>
                  <a:pt x="989" y="889"/>
                </a:cubicBezTo>
                <a:cubicBezTo>
                  <a:pt x="937" y="920"/>
                  <a:pt x="924" y="917"/>
                  <a:pt x="927" y="927"/>
                </a:cubicBezTo>
                <a:cubicBezTo>
                  <a:pt x="944" y="914"/>
                  <a:pt x="953" y="913"/>
                  <a:pt x="957" y="908"/>
                </a:cubicBezTo>
                <a:cubicBezTo>
                  <a:pt x="1079" y="868"/>
                  <a:pt x="1081" y="859"/>
                  <a:pt x="1085" y="860"/>
                </a:cubicBezTo>
                <a:cubicBezTo>
                  <a:pt x="1115" y="856"/>
                  <a:pt x="1123" y="851"/>
                  <a:pt x="1124" y="856"/>
                </a:cubicBezTo>
                <a:cubicBezTo>
                  <a:pt x="1048" y="892"/>
                  <a:pt x="1037" y="891"/>
                  <a:pt x="1034" y="896"/>
                </a:cubicBezTo>
                <a:cubicBezTo>
                  <a:pt x="995" y="917"/>
                  <a:pt x="985" y="917"/>
                  <a:pt x="986" y="925"/>
                </a:cubicBezTo>
                <a:cubicBezTo>
                  <a:pt x="1060" y="887"/>
                  <a:pt x="1082" y="881"/>
                  <a:pt x="1101" y="871"/>
                </a:cubicBezTo>
                <a:cubicBezTo>
                  <a:pt x="1190" y="845"/>
                  <a:pt x="1192" y="840"/>
                  <a:pt x="1201" y="839"/>
                </a:cubicBezTo>
                <a:cubicBezTo>
                  <a:pt x="1214" y="839"/>
                  <a:pt x="1208" y="844"/>
                  <a:pt x="1196" y="845"/>
                </a:cubicBezTo>
                <a:cubicBezTo>
                  <a:pt x="1124" y="887"/>
                  <a:pt x="1112" y="885"/>
                  <a:pt x="1111" y="891"/>
                </a:cubicBezTo>
                <a:cubicBezTo>
                  <a:pt x="1040" y="922"/>
                  <a:pt x="1032" y="930"/>
                  <a:pt x="1019" y="934"/>
                </a:cubicBezTo>
                <a:cubicBezTo>
                  <a:pt x="994" y="953"/>
                  <a:pt x="987" y="952"/>
                  <a:pt x="987" y="956"/>
                </a:cubicBezTo>
                <a:cubicBezTo>
                  <a:pt x="936" y="987"/>
                  <a:pt x="933" y="989"/>
                  <a:pt x="932" y="992"/>
                </a:cubicBezTo>
                <a:cubicBezTo>
                  <a:pt x="945" y="988"/>
                  <a:pt x="958" y="980"/>
                  <a:pt x="970" y="972"/>
                </a:cubicBezTo>
                <a:cubicBezTo>
                  <a:pt x="999" y="956"/>
                  <a:pt x="1004" y="952"/>
                  <a:pt x="1010" y="947"/>
                </a:cubicBezTo>
                <a:cubicBezTo>
                  <a:pt x="1093" y="911"/>
                  <a:pt x="1102" y="904"/>
                  <a:pt x="1115" y="899"/>
                </a:cubicBezTo>
                <a:cubicBezTo>
                  <a:pt x="1139" y="885"/>
                  <a:pt x="1151" y="883"/>
                  <a:pt x="1150" y="886"/>
                </a:cubicBezTo>
                <a:cubicBezTo>
                  <a:pt x="1128" y="905"/>
                  <a:pt x="1125" y="907"/>
                  <a:pt x="1120" y="907"/>
                </a:cubicBezTo>
                <a:cubicBezTo>
                  <a:pt x="1090" y="934"/>
                  <a:pt x="1084" y="937"/>
                  <a:pt x="1082" y="943"/>
                </a:cubicBezTo>
                <a:cubicBezTo>
                  <a:pt x="1020" y="991"/>
                  <a:pt x="998" y="1003"/>
                  <a:pt x="978" y="1017"/>
                </a:cubicBezTo>
                <a:cubicBezTo>
                  <a:pt x="941" y="1045"/>
                  <a:pt x="928" y="1040"/>
                  <a:pt x="930" y="1046"/>
                </a:cubicBezTo>
                <a:cubicBezTo>
                  <a:pt x="921" y="1048"/>
                  <a:pt x="938" y="1050"/>
                  <a:pt x="941" y="1042"/>
                </a:cubicBezTo>
                <a:cubicBezTo>
                  <a:pt x="977" y="1024"/>
                  <a:pt x="978" y="1024"/>
                  <a:pt x="980" y="1023"/>
                </a:cubicBezTo>
                <a:cubicBezTo>
                  <a:pt x="1005" y="1006"/>
                  <a:pt x="1009" y="1003"/>
                  <a:pt x="1013" y="1000"/>
                </a:cubicBezTo>
                <a:cubicBezTo>
                  <a:pt x="1093" y="947"/>
                  <a:pt x="1094" y="941"/>
                  <a:pt x="1102" y="939"/>
                </a:cubicBezTo>
                <a:cubicBezTo>
                  <a:pt x="1124" y="923"/>
                  <a:pt x="1125" y="913"/>
                  <a:pt x="1127" y="919"/>
                </a:cubicBezTo>
                <a:cubicBezTo>
                  <a:pt x="1102" y="949"/>
                  <a:pt x="1088" y="952"/>
                  <a:pt x="1086" y="962"/>
                </a:cubicBezTo>
                <a:cubicBezTo>
                  <a:pt x="1026" y="1003"/>
                  <a:pt x="1022" y="1013"/>
                  <a:pt x="1009" y="1016"/>
                </a:cubicBezTo>
                <a:cubicBezTo>
                  <a:pt x="974" y="1039"/>
                  <a:pt x="965" y="1044"/>
                  <a:pt x="956" y="1050"/>
                </a:cubicBezTo>
                <a:cubicBezTo>
                  <a:pt x="944" y="1063"/>
                  <a:pt x="956" y="1056"/>
                  <a:pt x="971" y="1049"/>
                </a:cubicBezTo>
                <a:cubicBezTo>
                  <a:pt x="996" y="1034"/>
                  <a:pt x="1001" y="1029"/>
                  <a:pt x="1009" y="1027"/>
                </a:cubicBezTo>
                <a:cubicBezTo>
                  <a:pt x="1066" y="985"/>
                  <a:pt x="1076" y="984"/>
                  <a:pt x="1078" y="977"/>
                </a:cubicBezTo>
                <a:cubicBezTo>
                  <a:pt x="1127" y="934"/>
                  <a:pt x="1130" y="932"/>
                  <a:pt x="1134" y="931"/>
                </a:cubicBezTo>
                <a:cubicBezTo>
                  <a:pt x="1159" y="903"/>
                  <a:pt x="1165" y="900"/>
                  <a:pt x="1172" y="896"/>
                </a:cubicBezTo>
                <a:cubicBezTo>
                  <a:pt x="1209" y="866"/>
                  <a:pt x="1212" y="862"/>
                  <a:pt x="1216" y="859"/>
                </a:cubicBezTo>
                <a:cubicBezTo>
                  <a:pt x="1239" y="845"/>
                  <a:pt x="1244" y="841"/>
                  <a:pt x="1252" y="839"/>
                </a:cubicBezTo>
                <a:cubicBezTo>
                  <a:pt x="1222" y="871"/>
                  <a:pt x="1212" y="871"/>
                  <a:pt x="1210" y="878"/>
                </a:cubicBezTo>
                <a:cubicBezTo>
                  <a:pt x="1167" y="923"/>
                  <a:pt x="1164" y="928"/>
                  <a:pt x="1158" y="931"/>
                </a:cubicBezTo>
                <a:cubicBezTo>
                  <a:pt x="1105" y="979"/>
                  <a:pt x="1096" y="989"/>
                  <a:pt x="1083" y="996"/>
                </a:cubicBezTo>
                <a:cubicBezTo>
                  <a:pt x="1060" y="1010"/>
                  <a:pt x="1059" y="1017"/>
                  <a:pt x="1049" y="1017"/>
                </a:cubicBezTo>
                <a:cubicBezTo>
                  <a:pt x="1009" y="1042"/>
                  <a:pt x="1008" y="1047"/>
                  <a:pt x="999" y="1046"/>
                </a:cubicBezTo>
                <a:cubicBezTo>
                  <a:pt x="1010" y="1045"/>
                  <a:pt x="1018" y="1046"/>
                  <a:pt x="1019" y="1043"/>
                </a:cubicBezTo>
                <a:cubicBezTo>
                  <a:pt x="1042" y="1033"/>
                  <a:pt x="1041" y="1028"/>
                  <a:pt x="1047" y="1029"/>
                </a:cubicBezTo>
                <a:cubicBezTo>
                  <a:pt x="1083" y="1001"/>
                  <a:pt x="1094" y="1001"/>
                  <a:pt x="1096" y="996"/>
                </a:cubicBezTo>
                <a:cubicBezTo>
                  <a:pt x="1125" y="978"/>
                  <a:pt x="1132" y="967"/>
                  <a:pt x="1143" y="959"/>
                </a:cubicBezTo>
                <a:cubicBezTo>
                  <a:pt x="1161" y="941"/>
                  <a:pt x="1167" y="938"/>
                  <a:pt x="1172" y="933"/>
                </a:cubicBezTo>
                <a:cubicBezTo>
                  <a:pt x="1182" y="914"/>
                  <a:pt x="1188" y="915"/>
                  <a:pt x="1190" y="912"/>
                </a:cubicBezTo>
                <a:cubicBezTo>
                  <a:pt x="1250" y="864"/>
                  <a:pt x="1235" y="870"/>
                  <a:pt x="1231" y="883"/>
                </a:cubicBezTo>
                <a:cubicBezTo>
                  <a:pt x="1206" y="904"/>
                  <a:pt x="1210" y="911"/>
                  <a:pt x="1203" y="910"/>
                </a:cubicBezTo>
                <a:cubicBezTo>
                  <a:pt x="1169" y="949"/>
                  <a:pt x="1164" y="950"/>
                  <a:pt x="1164" y="955"/>
                </a:cubicBezTo>
                <a:cubicBezTo>
                  <a:pt x="1132" y="987"/>
                  <a:pt x="1124" y="990"/>
                  <a:pt x="1121" y="996"/>
                </a:cubicBezTo>
                <a:cubicBezTo>
                  <a:pt x="1053" y="1048"/>
                  <a:pt x="1050" y="1050"/>
                  <a:pt x="1049" y="1053"/>
                </a:cubicBezTo>
                <a:cubicBezTo>
                  <a:pt x="1028" y="1067"/>
                  <a:pt x="1023" y="1068"/>
                  <a:pt x="1021" y="1071"/>
                </a:cubicBezTo>
                <a:cubicBezTo>
                  <a:pt x="1074" y="1047"/>
                  <a:pt x="1077" y="1034"/>
                  <a:pt x="1094" y="1029"/>
                </a:cubicBezTo>
                <a:cubicBezTo>
                  <a:pt x="1127" y="1000"/>
                  <a:pt x="1131" y="995"/>
                  <a:pt x="1138" y="993"/>
                </a:cubicBezTo>
                <a:cubicBezTo>
                  <a:pt x="1170" y="960"/>
                  <a:pt x="1175" y="957"/>
                  <a:pt x="1179" y="952"/>
                </a:cubicBezTo>
                <a:cubicBezTo>
                  <a:pt x="1266" y="861"/>
                  <a:pt x="1268" y="852"/>
                  <a:pt x="1278" y="848"/>
                </a:cubicBezTo>
                <a:cubicBezTo>
                  <a:pt x="1310" y="817"/>
                  <a:pt x="1311" y="812"/>
                  <a:pt x="1318" y="812"/>
                </a:cubicBezTo>
                <a:cubicBezTo>
                  <a:pt x="1337" y="798"/>
                  <a:pt x="1338" y="794"/>
                  <a:pt x="1340" y="797"/>
                </a:cubicBezTo>
                <a:cubicBezTo>
                  <a:pt x="1320" y="818"/>
                  <a:pt x="1310" y="821"/>
                  <a:pt x="1305" y="827"/>
                </a:cubicBezTo>
                <a:cubicBezTo>
                  <a:pt x="1272" y="863"/>
                  <a:pt x="1269" y="865"/>
                  <a:pt x="1266" y="868"/>
                </a:cubicBezTo>
                <a:cubicBezTo>
                  <a:pt x="1240" y="900"/>
                  <a:pt x="1232" y="904"/>
                  <a:pt x="1230" y="912"/>
                </a:cubicBezTo>
                <a:cubicBezTo>
                  <a:pt x="1205" y="941"/>
                  <a:pt x="1195" y="952"/>
                  <a:pt x="1184" y="962"/>
                </a:cubicBezTo>
                <a:cubicBezTo>
                  <a:pt x="1136" y="1004"/>
                  <a:pt x="1131" y="1018"/>
                  <a:pt x="1115" y="1026"/>
                </a:cubicBezTo>
                <a:cubicBezTo>
                  <a:pt x="1086" y="1052"/>
                  <a:pt x="1078" y="1051"/>
                  <a:pt x="1079" y="1057"/>
                </a:cubicBezTo>
                <a:cubicBezTo>
                  <a:pt x="1113" y="1033"/>
                  <a:pt x="1124" y="1028"/>
                  <a:pt x="1130" y="1021"/>
                </a:cubicBezTo>
                <a:cubicBezTo>
                  <a:pt x="1187" y="966"/>
                  <a:pt x="1196" y="966"/>
                  <a:pt x="1196" y="960"/>
                </a:cubicBezTo>
                <a:cubicBezTo>
                  <a:pt x="1240" y="913"/>
                  <a:pt x="1240" y="908"/>
                  <a:pt x="1247" y="907"/>
                </a:cubicBezTo>
                <a:cubicBezTo>
                  <a:pt x="1258" y="891"/>
                  <a:pt x="1263" y="890"/>
                  <a:pt x="1263" y="886"/>
                </a:cubicBezTo>
                <a:cubicBezTo>
                  <a:pt x="1296" y="857"/>
                  <a:pt x="1296" y="847"/>
                  <a:pt x="1304" y="843"/>
                </a:cubicBezTo>
                <a:cubicBezTo>
                  <a:pt x="1319" y="829"/>
                  <a:pt x="1320" y="826"/>
                  <a:pt x="1321" y="829"/>
                </a:cubicBezTo>
                <a:cubicBezTo>
                  <a:pt x="1305" y="848"/>
                  <a:pt x="1301" y="850"/>
                  <a:pt x="1299" y="853"/>
                </a:cubicBezTo>
                <a:cubicBezTo>
                  <a:pt x="1280" y="873"/>
                  <a:pt x="1274" y="888"/>
                  <a:pt x="1260" y="897"/>
                </a:cubicBezTo>
                <a:cubicBezTo>
                  <a:pt x="1250" y="921"/>
                  <a:pt x="1239" y="921"/>
                  <a:pt x="1240" y="930"/>
                </a:cubicBezTo>
                <a:cubicBezTo>
                  <a:pt x="1219" y="954"/>
                  <a:pt x="1214" y="955"/>
                  <a:pt x="1214" y="959"/>
                </a:cubicBezTo>
                <a:cubicBezTo>
                  <a:pt x="1153" y="1020"/>
                  <a:pt x="1147" y="1023"/>
                  <a:pt x="1145" y="1029"/>
                </a:cubicBezTo>
                <a:cubicBezTo>
                  <a:pt x="1092" y="1073"/>
                  <a:pt x="1084" y="1075"/>
                  <a:pt x="1078" y="1079"/>
                </a:cubicBezTo>
                <a:cubicBezTo>
                  <a:pt x="1049" y="1099"/>
                  <a:pt x="1040" y="1097"/>
                  <a:pt x="1040" y="1101"/>
                </a:cubicBezTo>
                <a:cubicBezTo>
                  <a:pt x="1032" y="1111"/>
                  <a:pt x="1047" y="1102"/>
                  <a:pt x="1060" y="1100"/>
                </a:cubicBezTo>
                <a:cubicBezTo>
                  <a:pt x="1109" y="1066"/>
                  <a:pt x="1122" y="1059"/>
                  <a:pt x="1133" y="1049"/>
                </a:cubicBezTo>
                <a:cubicBezTo>
                  <a:pt x="1174" y="1010"/>
                  <a:pt x="1187" y="1001"/>
                  <a:pt x="1195" y="989"/>
                </a:cubicBezTo>
                <a:cubicBezTo>
                  <a:pt x="1215" y="970"/>
                  <a:pt x="1221" y="965"/>
                  <a:pt x="1225" y="959"/>
                </a:cubicBezTo>
                <a:cubicBezTo>
                  <a:pt x="1259" y="917"/>
                  <a:pt x="1260" y="913"/>
                  <a:pt x="1265" y="912"/>
                </a:cubicBezTo>
                <a:cubicBezTo>
                  <a:pt x="1297" y="873"/>
                  <a:pt x="1300" y="866"/>
                  <a:pt x="1305" y="861"/>
                </a:cubicBezTo>
                <a:cubicBezTo>
                  <a:pt x="1383" y="782"/>
                  <a:pt x="1385" y="780"/>
                  <a:pt x="1385" y="778"/>
                </a:cubicBezTo>
                <a:cubicBezTo>
                  <a:pt x="1409" y="773"/>
                  <a:pt x="1402" y="775"/>
                  <a:pt x="1399" y="780"/>
                </a:cubicBezTo>
                <a:cubicBezTo>
                  <a:pt x="1372" y="809"/>
                  <a:pt x="1370" y="815"/>
                  <a:pt x="1363" y="817"/>
                </a:cubicBezTo>
                <a:cubicBezTo>
                  <a:pt x="1334" y="859"/>
                  <a:pt x="1336" y="867"/>
                  <a:pt x="1328" y="868"/>
                </a:cubicBezTo>
                <a:cubicBezTo>
                  <a:pt x="1317" y="891"/>
                  <a:pt x="1311" y="890"/>
                  <a:pt x="1313" y="895"/>
                </a:cubicBezTo>
                <a:cubicBezTo>
                  <a:pt x="1281" y="937"/>
                  <a:pt x="1275" y="940"/>
                  <a:pt x="1274" y="946"/>
                </a:cubicBezTo>
                <a:cubicBezTo>
                  <a:pt x="1245" y="976"/>
                  <a:pt x="1245" y="983"/>
                  <a:pt x="1239" y="986"/>
                </a:cubicBezTo>
                <a:cubicBezTo>
                  <a:pt x="1200" y="1032"/>
                  <a:pt x="1193" y="1033"/>
                  <a:pt x="1191" y="1039"/>
                </a:cubicBezTo>
                <a:cubicBezTo>
                  <a:pt x="1145" y="1080"/>
                  <a:pt x="1138" y="1082"/>
                  <a:pt x="1135" y="1086"/>
                </a:cubicBezTo>
                <a:cubicBezTo>
                  <a:pt x="1085" y="1120"/>
                  <a:pt x="1080" y="1120"/>
                  <a:pt x="1079" y="1123"/>
                </a:cubicBezTo>
                <a:cubicBezTo>
                  <a:pt x="1119" y="1106"/>
                  <a:pt x="1123" y="1103"/>
                  <a:pt x="1126" y="1099"/>
                </a:cubicBezTo>
                <a:cubicBezTo>
                  <a:pt x="1159" y="1076"/>
                  <a:pt x="1165" y="1073"/>
                  <a:pt x="1167" y="1067"/>
                </a:cubicBezTo>
                <a:cubicBezTo>
                  <a:pt x="1200" y="1044"/>
                  <a:pt x="1196" y="1035"/>
                  <a:pt x="1206" y="1036"/>
                </a:cubicBezTo>
                <a:cubicBezTo>
                  <a:pt x="1247" y="991"/>
                  <a:pt x="1255" y="984"/>
                  <a:pt x="1261" y="975"/>
                </a:cubicBezTo>
                <a:cubicBezTo>
                  <a:pt x="1275" y="953"/>
                  <a:pt x="1282" y="954"/>
                  <a:pt x="1281" y="949"/>
                </a:cubicBezTo>
                <a:cubicBezTo>
                  <a:pt x="1307" y="922"/>
                  <a:pt x="1306" y="914"/>
                  <a:pt x="1312" y="913"/>
                </a:cubicBezTo>
                <a:cubicBezTo>
                  <a:pt x="1326" y="889"/>
                  <a:pt x="1332" y="880"/>
                  <a:pt x="1338" y="870"/>
                </a:cubicBezTo>
                <a:cubicBezTo>
                  <a:pt x="1367" y="825"/>
                  <a:pt x="1385" y="812"/>
                  <a:pt x="1399" y="795"/>
                </a:cubicBezTo>
                <a:cubicBezTo>
                  <a:pt x="1439" y="757"/>
                  <a:pt x="1439" y="750"/>
                  <a:pt x="1449" y="751"/>
                </a:cubicBezTo>
                <a:cubicBezTo>
                  <a:pt x="1375" y="857"/>
                  <a:pt x="1363" y="865"/>
                  <a:pt x="1361" y="879"/>
                </a:cubicBezTo>
                <a:cubicBezTo>
                  <a:pt x="1346" y="897"/>
                  <a:pt x="1345" y="900"/>
                  <a:pt x="1346" y="904"/>
                </a:cubicBezTo>
                <a:cubicBezTo>
                  <a:pt x="1326" y="929"/>
                  <a:pt x="1328" y="937"/>
                  <a:pt x="1319" y="938"/>
                </a:cubicBezTo>
                <a:cubicBezTo>
                  <a:pt x="1302" y="971"/>
                  <a:pt x="1298" y="971"/>
                  <a:pt x="1296" y="973"/>
                </a:cubicBezTo>
                <a:cubicBezTo>
                  <a:pt x="1279" y="998"/>
                  <a:pt x="1276" y="1003"/>
                  <a:pt x="1271" y="1006"/>
                </a:cubicBezTo>
                <a:cubicBezTo>
                  <a:pt x="1232" y="1053"/>
                  <a:pt x="1222" y="1060"/>
                  <a:pt x="1216" y="1069"/>
                </a:cubicBezTo>
                <a:cubicBezTo>
                  <a:pt x="1197" y="1083"/>
                  <a:pt x="1193" y="1088"/>
                  <a:pt x="1189" y="1092"/>
                </a:cubicBezTo>
                <a:cubicBezTo>
                  <a:pt x="1158" y="1118"/>
                  <a:pt x="1152" y="1120"/>
                  <a:pt x="1148" y="1124"/>
                </a:cubicBezTo>
                <a:cubicBezTo>
                  <a:pt x="1140" y="1133"/>
                  <a:pt x="1146" y="1132"/>
                  <a:pt x="1149" y="1128"/>
                </a:cubicBezTo>
                <a:cubicBezTo>
                  <a:pt x="1198" y="1096"/>
                  <a:pt x="1201" y="1086"/>
                  <a:pt x="1212" y="1081"/>
                </a:cubicBezTo>
                <a:cubicBezTo>
                  <a:pt x="1258" y="1034"/>
                  <a:pt x="1262" y="1031"/>
                  <a:pt x="1266" y="1027"/>
                </a:cubicBezTo>
                <a:cubicBezTo>
                  <a:pt x="1285" y="1010"/>
                  <a:pt x="1287" y="999"/>
                  <a:pt x="1295" y="993"/>
                </a:cubicBezTo>
                <a:cubicBezTo>
                  <a:pt x="1309" y="971"/>
                  <a:pt x="1311" y="969"/>
                  <a:pt x="1313" y="968"/>
                </a:cubicBezTo>
                <a:cubicBezTo>
                  <a:pt x="1331" y="939"/>
                  <a:pt x="1336" y="936"/>
                  <a:pt x="1340" y="932"/>
                </a:cubicBezTo>
                <a:cubicBezTo>
                  <a:pt x="1349" y="909"/>
                  <a:pt x="1355" y="910"/>
                  <a:pt x="1353" y="905"/>
                </a:cubicBezTo>
                <a:cubicBezTo>
                  <a:pt x="1363" y="887"/>
                  <a:pt x="1367" y="888"/>
                  <a:pt x="1367" y="887"/>
                </a:cubicBezTo>
                <a:cubicBezTo>
                  <a:pt x="1378" y="861"/>
                  <a:pt x="1381" y="858"/>
                  <a:pt x="1386" y="855"/>
                </a:cubicBezTo>
                <a:cubicBezTo>
                  <a:pt x="1404" y="824"/>
                  <a:pt x="1403" y="817"/>
                  <a:pt x="1410" y="815"/>
                </a:cubicBezTo>
                <a:cubicBezTo>
                  <a:pt x="1431" y="782"/>
                  <a:pt x="1438" y="775"/>
                  <a:pt x="1445" y="767"/>
                </a:cubicBezTo>
                <a:cubicBezTo>
                  <a:pt x="1483" y="743"/>
                  <a:pt x="1475" y="742"/>
                  <a:pt x="1475" y="748"/>
                </a:cubicBezTo>
                <a:cubicBezTo>
                  <a:pt x="1453" y="775"/>
                  <a:pt x="1451" y="780"/>
                  <a:pt x="1446" y="782"/>
                </a:cubicBezTo>
                <a:cubicBezTo>
                  <a:pt x="1434" y="807"/>
                  <a:pt x="1432" y="808"/>
                  <a:pt x="1431" y="809"/>
                </a:cubicBezTo>
                <a:cubicBezTo>
                  <a:pt x="1421" y="835"/>
                  <a:pt x="1414" y="839"/>
                  <a:pt x="1413" y="848"/>
                </a:cubicBezTo>
                <a:cubicBezTo>
                  <a:pt x="1399" y="870"/>
                  <a:pt x="1400" y="871"/>
                  <a:pt x="1400" y="872"/>
                </a:cubicBezTo>
                <a:cubicBezTo>
                  <a:pt x="1396" y="885"/>
                  <a:pt x="1392" y="888"/>
                  <a:pt x="1390" y="892"/>
                </a:cubicBezTo>
                <a:cubicBezTo>
                  <a:pt x="1377" y="923"/>
                  <a:pt x="1372" y="929"/>
                  <a:pt x="1372" y="939"/>
                </a:cubicBezTo>
                <a:cubicBezTo>
                  <a:pt x="1362" y="957"/>
                  <a:pt x="1363" y="961"/>
                  <a:pt x="1361" y="961"/>
                </a:cubicBezTo>
                <a:cubicBezTo>
                  <a:pt x="1326" y="1038"/>
                  <a:pt x="1327" y="1048"/>
                  <a:pt x="1319" y="1053"/>
                </a:cubicBezTo>
                <a:cubicBezTo>
                  <a:pt x="1288" y="1101"/>
                  <a:pt x="1283" y="1108"/>
                  <a:pt x="1280" y="1116"/>
                </a:cubicBezTo>
                <a:cubicBezTo>
                  <a:pt x="1261" y="1138"/>
                  <a:pt x="1258" y="1140"/>
                  <a:pt x="1256" y="1144"/>
                </a:cubicBezTo>
                <a:cubicBezTo>
                  <a:pt x="1240" y="1168"/>
                  <a:pt x="1231" y="1166"/>
                  <a:pt x="1230" y="1171"/>
                </a:cubicBezTo>
                <a:cubicBezTo>
                  <a:pt x="1264" y="1144"/>
                  <a:pt x="1269" y="1134"/>
                  <a:pt x="1277" y="1127"/>
                </a:cubicBezTo>
                <a:cubicBezTo>
                  <a:pt x="1297" y="1098"/>
                  <a:pt x="1302" y="1099"/>
                  <a:pt x="1300" y="1094"/>
                </a:cubicBezTo>
                <a:cubicBezTo>
                  <a:pt x="1317" y="1073"/>
                  <a:pt x="1319" y="1071"/>
                  <a:pt x="1323" y="1070"/>
                </a:cubicBezTo>
                <a:cubicBezTo>
                  <a:pt x="1336" y="1043"/>
                  <a:pt x="1339" y="1039"/>
                  <a:pt x="1340" y="1034"/>
                </a:cubicBezTo>
                <a:cubicBezTo>
                  <a:pt x="1364" y="977"/>
                  <a:pt x="1371" y="968"/>
                  <a:pt x="1371" y="955"/>
                </a:cubicBezTo>
                <a:cubicBezTo>
                  <a:pt x="1391" y="915"/>
                  <a:pt x="1395" y="910"/>
                  <a:pt x="1397" y="904"/>
                </a:cubicBezTo>
                <a:cubicBezTo>
                  <a:pt x="1407" y="879"/>
                  <a:pt x="1410" y="874"/>
                  <a:pt x="1412" y="868"/>
                </a:cubicBezTo>
                <a:cubicBezTo>
                  <a:pt x="1421" y="842"/>
                  <a:pt x="1430" y="841"/>
                  <a:pt x="1431" y="834"/>
                </a:cubicBezTo>
                <a:cubicBezTo>
                  <a:pt x="1448" y="807"/>
                  <a:pt x="1452" y="796"/>
                  <a:pt x="1457" y="784"/>
                </a:cubicBezTo>
                <a:cubicBezTo>
                  <a:pt x="1479" y="764"/>
                  <a:pt x="1477" y="759"/>
                  <a:pt x="1479" y="756"/>
                </a:cubicBezTo>
                <a:cubicBezTo>
                  <a:pt x="1499" y="740"/>
                  <a:pt x="1500" y="734"/>
                  <a:pt x="1507" y="731"/>
                </a:cubicBezTo>
                <a:cubicBezTo>
                  <a:pt x="1497" y="749"/>
                  <a:pt x="1499" y="752"/>
                  <a:pt x="1498" y="753"/>
                </a:cubicBezTo>
                <a:cubicBezTo>
                  <a:pt x="1475" y="794"/>
                  <a:pt x="1472" y="800"/>
                  <a:pt x="1467" y="805"/>
                </a:cubicBezTo>
                <a:cubicBezTo>
                  <a:pt x="1456" y="837"/>
                  <a:pt x="1455" y="840"/>
                  <a:pt x="1452" y="843"/>
                </a:cubicBezTo>
                <a:cubicBezTo>
                  <a:pt x="1435" y="888"/>
                  <a:pt x="1432" y="895"/>
                  <a:pt x="1427" y="901"/>
                </a:cubicBezTo>
                <a:cubicBezTo>
                  <a:pt x="1402" y="970"/>
                  <a:pt x="1407" y="978"/>
                  <a:pt x="1401" y="978"/>
                </a:cubicBezTo>
                <a:cubicBezTo>
                  <a:pt x="1387" y="1021"/>
                  <a:pt x="1381" y="1027"/>
                  <a:pt x="1378" y="1034"/>
                </a:cubicBezTo>
                <a:cubicBezTo>
                  <a:pt x="1360" y="1067"/>
                  <a:pt x="1357" y="1070"/>
                  <a:pt x="1357" y="1075"/>
                </a:cubicBezTo>
                <a:cubicBezTo>
                  <a:pt x="1322" y="1125"/>
                  <a:pt x="1315" y="1126"/>
                  <a:pt x="1313" y="1129"/>
                </a:cubicBezTo>
                <a:cubicBezTo>
                  <a:pt x="1325" y="1123"/>
                  <a:pt x="1326" y="1118"/>
                  <a:pt x="1331" y="1115"/>
                </a:cubicBezTo>
                <a:cubicBezTo>
                  <a:pt x="1341" y="1100"/>
                  <a:pt x="1349" y="1100"/>
                  <a:pt x="1347" y="1092"/>
                </a:cubicBezTo>
                <a:cubicBezTo>
                  <a:pt x="1369" y="1067"/>
                  <a:pt x="1368" y="1060"/>
                  <a:pt x="1374" y="1059"/>
                </a:cubicBezTo>
                <a:cubicBezTo>
                  <a:pt x="1382" y="1041"/>
                  <a:pt x="1385" y="1037"/>
                  <a:pt x="1389" y="1034"/>
                </a:cubicBezTo>
                <a:cubicBezTo>
                  <a:pt x="1413" y="982"/>
                  <a:pt x="1409" y="972"/>
                  <a:pt x="1415" y="969"/>
                </a:cubicBezTo>
                <a:cubicBezTo>
                  <a:pt x="1422" y="940"/>
                  <a:pt x="1428" y="941"/>
                  <a:pt x="1424" y="934"/>
                </a:cubicBezTo>
                <a:cubicBezTo>
                  <a:pt x="1466" y="845"/>
                  <a:pt x="1463" y="834"/>
                  <a:pt x="1472" y="831"/>
                </a:cubicBezTo>
                <a:cubicBezTo>
                  <a:pt x="1490" y="787"/>
                  <a:pt x="1488" y="783"/>
                  <a:pt x="1490" y="781"/>
                </a:cubicBezTo>
                <a:cubicBezTo>
                  <a:pt x="1514" y="740"/>
                  <a:pt x="1518" y="731"/>
                  <a:pt x="1526" y="723"/>
                </a:cubicBezTo>
                <a:cubicBezTo>
                  <a:pt x="1526" y="736"/>
                  <a:pt x="1523" y="739"/>
                  <a:pt x="1520" y="742"/>
                </a:cubicBezTo>
                <a:cubicBezTo>
                  <a:pt x="1505" y="769"/>
                  <a:pt x="1502" y="773"/>
                  <a:pt x="1500" y="777"/>
                </a:cubicBezTo>
                <a:cubicBezTo>
                  <a:pt x="1474" y="831"/>
                  <a:pt x="1473" y="841"/>
                  <a:pt x="1466" y="847"/>
                </a:cubicBezTo>
                <a:cubicBezTo>
                  <a:pt x="1452" y="905"/>
                  <a:pt x="1448" y="907"/>
                  <a:pt x="1449" y="912"/>
                </a:cubicBezTo>
                <a:cubicBezTo>
                  <a:pt x="1437" y="938"/>
                  <a:pt x="1441" y="944"/>
                  <a:pt x="1437" y="945"/>
                </a:cubicBezTo>
                <a:cubicBezTo>
                  <a:pt x="1425" y="1007"/>
                  <a:pt x="1422" y="1012"/>
                  <a:pt x="1419" y="1017"/>
                </a:cubicBezTo>
                <a:cubicBezTo>
                  <a:pt x="1394" y="1087"/>
                  <a:pt x="1391" y="1089"/>
                  <a:pt x="1393" y="1093"/>
                </a:cubicBezTo>
                <a:cubicBezTo>
                  <a:pt x="1381" y="1111"/>
                  <a:pt x="1379" y="1113"/>
                  <a:pt x="1377" y="1116"/>
                </a:cubicBezTo>
                <a:cubicBezTo>
                  <a:pt x="1358" y="1151"/>
                  <a:pt x="1350" y="1152"/>
                  <a:pt x="1350" y="1158"/>
                </a:cubicBezTo>
                <a:cubicBezTo>
                  <a:pt x="1373" y="1127"/>
                  <a:pt x="1385" y="1125"/>
                  <a:pt x="1384" y="1115"/>
                </a:cubicBezTo>
                <a:cubicBezTo>
                  <a:pt x="1405" y="1084"/>
                  <a:pt x="1402" y="1079"/>
                  <a:pt x="1408" y="1079"/>
                </a:cubicBezTo>
                <a:cubicBezTo>
                  <a:pt x="1416" y="1052"/>
                  <a:pt x="1422" y="1046"/>
                  <a:pt x="1423" y="1037"/>
                </a:cubicBezTo>
                <a:cubicBezTo>
                  <a:pt x="1444" y="980"/>
                  <a:pt x="1442" y="968"/>
                  <a:pt x="1447" y="961"/>
                </a:cubicBezTo>
                <a:cubicBezTo>
                  <a:pt x="1459" y="887"/>
                  <a:pt x="1471" y="875"/>
                  <a:pt x="1472" y="855"/>
                </a:cubicBezTo>
                <a:cubicBezTo>
                  <a:pt x="1491" y="823"/>
                  <a:pt x="1488" y="817"/>
                  <a:pt x="1494" y="818"/>
                </a:cubicBezTo>
                <a:cubicBezTo>
                  <a:pt x="1507" y="774"/>
                  <a:pt x="1517" y="775"/>
                  <a:pt x="1516" y="769"/>
                </a:cubicBezTo>
                <a:cubicBezTo>
                  <a:pt x="1545" y="733"/>
                  <a:pt x="1541" y="724"/>
                  <a:pt x="1548" y="724"/>
                </a:cubicBezTo>
                <a:cubicBezTo>
                  <a:pt x="1567" y="700"/>
                  <a:pt x="1568" y="698"/>
                  <a:pt x="1572" y="697"/>
                </a:cubicBezTo>
                <a:cubicBezTo>
                  <a:pt x="1565" y="709"/>
                  <a:pt x="1566" y="712"/>
                  <a:pt x="1564" y="712"/>
                </a:cubicBezTo>
                <a:cubicBezTo>
                  <a:pt x="1548" y="738"/>
                  <a:pt x="1542" y="752"/>
                  <a:pt x="1533" y="762"/>
                </a:cubicBezTo>
                <a:cubicBezTo>
                  <a:pt x="1527" y="793"/>
                  <a:pt x="1516" y="796"/>
                  <a:pt x="1519" y="807"/>
                </a:cubicBezTo>
                <a:cubicBezTo>
                  <a:pt x="1509" y="836"/>
                  <a:pt x="1506" y="843"/>
                  <a:pt x="1502" y="849"/>
                </a:cubicBezTo>
                <a:cubicBezTo>
                  <a:pt x="1486" y="911"/>
                  <a:pt x="1479" y="924"/>
                  <a:pt x="1479" y="942"/>
                </a:cubicBezTo>
                <a:cubicBezTo>
                  <a:pt x="1466" y="979"/>
                  <a:pt x="1459" y="986"/>
                  <a:pt x="1458" y="997"/>
                </a:cubicBezTo>
                <a:cubicBezTo>
                  <a:pt x="1439" y="1041"/>
                  <a:pt x="1437" y="1046"/>
                  <a:pt x="1437" y="1052"/>
                </a:cubicBezTo>
                <a:cubicBezTo>
                  <a:pt x="1421" y="1085"/>
                  <a:pt x="1419" y="1087"/>
                  <a:pt x="1417" y="1089"/>
                </a:cubicBezTo>
                <a:cubicBezTo>
                  <a:pt x="1406" y="1111"/>
                  <a:pt x="1401" y="1119"/>
                  <a:pt x="1395" y="1126"/>
                </a:cubicBezTo>
                <a:cubicBezTo>
                  <a:pt x="1373" y="1155"/>
                  <a:pt x="1373" y="1163"/>
                  <a:pt x="1364" y="1165"/>
                </a:cubicBezTo>
                <a:cubicBezTo>
                  <a:pt x="1358" y="1177"/>
                  <a:pt x="1365" y="1179"/>
                  <a:pt x="1366" y="1175"/>
                </a:cubicBezTo>
                <a:cubicBezTo>
                  <a:pt x="1386" y="1144"/>
                  <a:pt x="1394" y="1143"/>
                  <a:pt x="1394" y="1137"/>
                </a:cubicBezTo>
                <a:cubicBezTo>
                  <a:pt x="1431" y="1081"/>
                  <a:pt x="1439" y="1061"/>
                  <a:pt x="1448" y="1043"/>
                </a:cubicBezTo>
                <a:cubicBezTo>
                  <a:pt x="1464" y="1004"/>
                  <a:pt x="1466" y="993"/>
                  <a:pt x="1471" y="984"/>
                </a:cubicBezTo>
                <a:cubicBezTo>
                  <a:pt x="1496" y="912"/>
                  <a:pt x="1499" y="902"/>
                  <a:pt x="1501" y="892"/>
                </a:cubicBezTo>
                <a:cubicBezTo>
                  <a:pt x="1512" y="850"/>
                  <a:pt x="1519" y="842"/>
                  <a:pt x="1521" y="831"/>
                </a:cubicBezTo>
                <a:cubicBezTo>
                  <a:pt x="1539" y="782"/>
                  <a:pt x="1541" y="778"/>
                  <a:pt x="1541" y="772"/>
                </a:cubicBezTo>
                <a:cubicBezTo>
                  <a:pt x="1564" y="728"/>
                  <a:pt x="1567" y="727"/>
                  <a:pt x="1568" y="725"/>
                </a:cubicBezTo>
                <a:cubicBezTo>
                  <a:pt x="1586" y="705"/>
                  <a:pt x="1586" y="702"/>
                  <a:pt x="1588" y="701"/>
                </a:cubicBezTo>
                <a:cubicBezTo>
                  <a:pt x="1587" y="710"/>
                  <a:pt x="1582" y="711"/>
                  <a:pt x="1582" y="715"/>
                </a:cubicBezTo>
                <a:cubicBezTo>
                  <a:pt x="1565" y="759"/>
                  <a:pt x="1557" y="757"/>
                  <a:pt x="1560" y="764"/>
                </a:cubicBezTo>
                <a:cubicBezTo>
                  <a:pt x="1544" y="799"/>
                  <a:pt x="1545" y="808"/>
                  <a:pt x="1540" y="814"/>
                </a:cubicBezTo>
                <a:cubicBezTo>
                  <a:pt x="1522" y="867"/>
                  <a:pt x="1526" y="885"/>
                  <a:pt x="1517" y="893"/>
                </a:cubicBezTo>
                <a:cubicBezTo>
                  <a:pt x="1511" y="951"/>
                  <a:pt x="1505" y="961"/>
                  <a:pt x="1502" y="974"/>
                </a:cubicBezTo>
                <a:cubicBezTo>
                  <a:pt x="1488" y="1033"/>
                  <a:pt x="1487" y="1036"/>
                  <a:pt x="1488" y="1040"/>
                </a:cubicBezTo>
                <a:cubicBezTo>
                  <a:pt x="1472" y="1091"/>
                  <a:pt x="1465" y="1093"/>
                  <a:pt x="1465" y="1100"/>
                </a:cubicBezTo>
                <a:cubicBezTo>
                  <a:pt x="1449" y="1137"/>
                  <a:pt x="1447" y="1140"/>
                  <a:pt x="1446" y="1143"/>
                </a:cubicBezTo>
                <a:cubicBezTo>
                  <a:pt x="1454" y="1132"/>
                  <a:pt x="1459" y="1129"/>
                  <a:pt x="1461" y="1123"/>
                </a:cubicBezTo>
                <a:cubicBezTo>
                  <a:pt x="1487" y="1072"/>
                  <a:pt x="1483" y="1063"/>
                  <a:pt x="1489" y="1060"/>
                </a:cubicBezTo>
                <a:cubicBezTo>
                  <a:pt x="1500" y="1013"/>
                  <a:pt x="1511" y="1017"/>
                  <a:pt x="1507" y="1010"/>
                </a:cubicBezTo>
                <a:cubicBezTo>
                  <a:pt x="1511" y="959"/>
                  <a:pt x="1522" y="958"/>
                  <a:pt x="1517" y="946"/>
                </a:cubicBezTo>
                <a:cubicBezTo>
                  <a:pt x="1527" y="897"/>
                  <a:pt x="1531" y="894"/>
                  <a:pt x="1529" y="887"/>
                </a:cubicBezTo>
                <a:cubicBezTo>
                  <a:pt x="1547" y="822"/>
                  <a:pt x="1551" y="815"/>
                  <a:pt x="1554" y="807"/>
                </a:cubicBezTo>
                <a:cubicBezTo>
                  <a:pt x="1573" y="742"/>
                  <a:pt x="1585" y="745"/>
                  <a:pt x="1582" y="738"/>
                </a:cubicBezTo>
                <a:cubicBezTo>
                  <a:pt x="1593" y="722"/>
                  <a:pt x="1591" y="719"/>
                  <a:pt x="1594" y="718"/>
                </a:cubicBezTo>
                <a:cubicBezTo>
                  <a:pt x="1619" y="684"/>
                  <a:pt x="1616" y="687"/>
                  <a:pt x="1615" y="692"/>
                </a:cubicBezTo>
                <a:cubicBezTo>
                  <a:pt x="1599" y="715"/>
                  <a:pt x="1601" y="718"/>
                  <a:pt x="1598" y="719"/>
                </a:cubicBezTo>
                <a:cubicBezTo>
                  <a:pt x="1585" y="740"/>
                  <a:pt x="1585" y="746"/>
                  <a:pt x="1581" y="749"/>
                </a:cubicBezTo>
                <a:cubicBezTo>
                  <a:pt x="1568" y="794"/>
                  <a:pt x="1561" y="795"/>
                  <a:pt x="1562" y="801"/>
                </a:cubicBezTo>
                <a:cubicBezTo>
                  <a:pt x="1546" y="844"/>
                  <a:pt x="1548" y="851"/>
                  <a:pt x="1545" y="855"/>
                </a:cubicBezTo>
                <a:cubicBezTo>
                  <a:pt x="1538" y="894"/>
                  <a:pt x="1537" y="904"/>
                  <a:pt x="1536" y="914"/>
                </a:cubicBezTo>
                <a:cubicBezTo>
                  <a:pt x="1529" y="960"/>
                  <a:pt x="1529" y="966"/>
                  <a:pt x="1526" y="969"/>
                </a:cubicBezTo>
                <a:cubicBezTo>
                  <a:pt x="1512" y="1031"/>
                  <a:pt x="1515" y="1039"/>
                  <a:pt x="1513" y="1043"/>
                </a:cubicBezTo>
                <a:cubicBezTo>
                  <a:pt x="1500" y="1088"/>
                  <a:pt x="1491" y="1087"/>
                  <a:pt x="1493" y="1095"/>
                </a:cubicBezTo>
                <a:cubicBezTo>
                  <a:pt x="1496" y="1099"/>
                  <a:pt x="1498" y="1092"/>
                  <a:pt x="1501" y="1087"/>
                </a:cubicBezTo>
                <a:cubicBezTo>
                  <a:pt x="1520" y="1044"/>
                  <a:pt x="1523" y="1037"/>
                  <a:pt x="1524" y="1030"/>
                </a:cubicBezTo>
                <a:cubicBezTo>
                  <a:pt x="1535" y="1007"/>
                  <a:pt x="1530" y="996"/>
                  <a:pt x="1534" y="990"/>
                </a:cubicBezTo>
                <a:cubicBezTo>
                  <a:pt x="1547" y="920"/>
                  <a:pt x="1543" y="912"/>
                  <a:pt x="1546" y="908"/>
                </a:cubicBezTo>
                <a:cubicBezTo>
                  <a:pt x="1558" y="848"/>
                  <a:pt x="1560" y="836"/>
                  <a:pt x="1564" y="825"/>
                </a:cubicBezTo>
                <a:cubicBezTo>
                  <a:pt x="1596" y="749"/>
                  <a:pt x="1597" y="736"/>
                  <a:pt x="1604" y="727"/>
                </a:cubicBezTo>
                <a:cubicBezTo>
                  <a:pt x="1617" y="708"/>
                  <a:pt x="1618" y="702"/>
                  <a:pt x="1621" y="697"/>
                </a:cubicBezTo>
                <a:cubicBezTo>
                  <a:pt x="1645" y="666"/>
                  <a:pt x="1646" y="660"/>
                  <a:pt x="1649" y="655"/>
                </a:cubicBezTo>
                <a:cubicBezTo>
                  <a:pt x="1664" y="655"/>
                  <a:pt x="1660" y="659"/>
                  <a:pt x="1655" y="663"/>
                </a:cubicBezTo>
                <a:cubicBezTo>
                  <a:pt x="1646" y="680"/>
                  <a:pt x="1644" y="682"/>
                  <a:pt x="1640" y="683"/>
                </a:cubicBezTo>
                <a:cubicBezTo>
                  <a:pt x="1628" y="709"/>
                  <a:pt x="1626" y="711"/>
                  <a:pt x="1624" y="712"/>
                </a:cubicBezTo>
                <a:cubicBezTo>
                  <a:pt x="1609" y="739"/>
                  <a:pt x="1613" y="749"/>
                  <a:pt x="1606" y="751"/>
                </a:cubicBezTo>
                <a:cubicBezTo>
                  <a:pt x="1591" y="789"/>
                  <a:pt x="1590" y="796"/>
                  <a:pt x="1586" y="801"/>
                </a:cubicBezTo>
                <a:cubicBezTo>
                  <a:pt x="1573" y="863"/>
                  <a:pt x="1567" y="866"/>
                  <a:pt x="1571" y="877"/>
                </a:cubicBezTo>
                <a:cubicBezTo>
                  <a:pt x="1569" y="1011"/>
                  <a:pt x="1566" y="1004"/>
                  <a:pt x="1567" y="1000"/>
                </a:cubicBezTo>
                <a:cubicBezTo>
                  <a:pt x="1584" y="947"/>
                  <a:pt x="1586" y="936"/>
                  <a:pt x="1591" y="926"/>
                </a:cubicBezTo>
                <a:cubicBezTo>
                  <a:pt x="1618" y="817"/>
                  <a:pt x="1621" y="806"/>
                  <a:pt x="1623" y="794"/>
                </a:cubicBezTo>
                <a:cubicBezTo>
                  <a:pt x="1638" y="752"/>
                  <a:pt x="1642" y="741"/>
                  <a:pt x="1647" y="730"/>
                </a:cubicBezTo>
                <a:cubicBezTo>
                  <a:pt x="1665" y="691"/>
                  <a:pt x="1667" y="688"/>
                  <a:pt x="1670" y="686"/>
                </a:cubicBezTo>
                <a:cubicBezTo>
                  <a:pt x="1680" y="666"/>
                  <a:pt x="1683" y="662"/>
                  <a:pt x="1685" y="657"/>
                </a:cubicBezTo>
                <a:cubicBezTo>
                  <a:pt x="1698" y="643"/>
                  <a:pt x="1698" y="640"/>
                  <a:pt x="1701" y="639"/>
                </a:cubicBezTo>
                <a:cubicBezTo>
                  <a:pt x="1715" y="633"/>
                  <a:pt x="1706" y="644"/>
                  <a:pt x="1697" y="655"/>
                </a:cubicBezTo>
                <a:cubicBezTo>
                  <a:pt x="1662" y="708"/>
                  <a:pt x="1663" y="716"/>
                  <a:pt x="1658" y="719"/>
                </a:cubicBezTo>
                <a:cubicBezTo>
                  <a:pt x="1644" y="762"/>
                  <a:pt x="1639" y="772"/>
                  <a:pt x="1639" y="785"/>
                </a:cubicBezTo>
                <a:cubicBezTo>
                  <a:pt x="1619" y="855"/>
                  <a:pt x="1616" y="860"/>
                  <a:pt x="1616" y="867"/>
                </a:cubicBezTo>
                <a:cubicBezTo>
                  <a:pt x="1604" y="896"/>
                  <a:pt x="1606" y="912"/>
                  <a:pt x="1600" y="923"/>
                </a:cubicBezTo>
                <a:cubicBezTo>
                  <a:pt x="1589" y="968"/>
                  <a:pt x="1585" y="973"/>
                  <a:pt x="1586" y="981"/>
                </a:cubicBezTo>
                <a:cubicBezTo>
                  <a:pt x="1573" y="1022"/>
                  <a:pt x="1565" y="1025"/>
                  <a:pt x="1566" y="1033"/>
                </a:cubicBezTo>
                <a:cubicBezTo>
                  <a:pt x="1553" y="1054"/>
                  <a:pt x="1550" y="1059"/>
                  <a:pt x="1545" y="1063"/>
                </a:cubicBezTo>
                <a:cubicBezTo>
                  <a:pt x="1509" y="1110"/>
                  <a:pt x="1503" y="1109"/>
                  <a:pt x="1506" y="1115"/>
                </a:cubicBezTo>
                <a:cubicBezTo>
                  <a:pt x="1523" y="1102"/>
                  <a:pt x="1526" y="1099"/>
                  <a:pt x="1529" y="1095"/>
                </a:cubicBezTo>
                <a:cubicBezTo>
                  <a:pt x="1541" y="1079"/>
                  <a:pt x="1546" y="1077"/>
                  <a:pt x="1547" y="1072"/>
                </a:cubicBezTo>
                <a:cubicBezTo>
                  <a:pt x="1566" y="1044"/>
                  <a:pt x="1569" y="1040"/>
                  <a:pt x="1573" y="1036"/>
                </a:cubicBezTo>
                <a:close/>
                <a:moveTo>
                  <a:pt x="1704" y="888"/>
                </a:moveTo>
                <a:cubicBezTo>
                  <a:pt x="1709" y="888"/>
                  <a:pt x="1703" y="895"/>
                  <a:pt x="1704" y="897"/>
                </a:cubicBezTo>
                <a:cubicBezTo>
                  <a:pt x="1680" y="926"/>
                  <a:pt x="1684" y="933"/>
                  <a:pt x="1677" y="933"/>
                </a:cubicBezTo>
                <a:cubicBezTo>
                  <a:pt x="1692" y="888"/>
                  <a:pt x="1696" y="888"/>
                  <a:pt x="1694" y="884"/>
                </a:cubicBezTo>
                <a:cubicBezTo>
                  <a:pt x="1720" y="791"/>
                  <a:pt x="1729" y="785"/>
                  <a:pt x="1725" y="772"/>
                </a:cubicBezTo>
                <a:cubicBezTo>
                  <a:pt x="1737" y="743"/>
                  <a:pt x="1738" y="735"/>
                  <a:pt x="1742" y="729"/>
                </a:cubicBezTo>
                <a:cubicBezTo>
                  <a:pt x="1754" y="700"/>
                  <a:pt x="1755" y="692"/>
                  <a:pt x="1761" y="688"/>
                </a:cubicBezTo>
                <a:cubicBezTo>
                  <a:pt x="1767" y="673"/>
                  <a:pt x="1768" y="669"/>
                  <a:pt x="1770" y="666"/>
                </a:cubicBezTo>
                <a:cubicBezTo>
                  <a:pt x="1790" y="634"/>
                  <a:pt x="1785" y="626"/>
                  <a:pt x="1792" y="627"/>
                </a:cubicBezTo>
                <a:cubicBezTo>
                  <a:pt x="1795" y="624"/>
                  <a:pt x="1796" y="629"/>
                  <a:pt x="1795" y="633"/>
                </a:cubicBezTo>
                <a:cubicBezTo>
                  <a:pt x="1779" y="657"/>
                  <a:pt x="1783" y="666"/>
                  <a:pt x="1777" y="667"/>
                </a:cubicBezTo>
                <a:cubicBezTo>
                  <a:pt x="1760" y="709"/>
                  <a:pt x="1759" y="717"/>
                  <a:pt x="1754" y="722"/>
                </a:cubicBezTo>
                <a:cubicBezTo>
                  <a:pt x="1745" y="753"/>
                  <a:pt x="1749" y="759"/>
                  <a:pt x="1745" y="759"/>
                </a:cubicBezTo>
                <a:cubicBezTo>
                  <a:pt x="1733" y="796"/>
                  <a:pt x="1737" y="802"/>
                  <a:pt x="1733" y="803"/>
                </a:cubicBezTo>
                <a:cubicBezTo>
                  <a:pt x="1722" y="841"/>
                  <a:pt x="1717" y="851"/>
                  <a:pt x="1715" y="864"/>
                </a:cubicBezTo>
                <a:cubicBezTo>
                  <a:pt x="1700" y="892"/>
                  <a:pt x="1704" y="892"/>
                  <a:pt x="1704" y="888"/>
                </a:cubicBezTo>
                <a:close/>
                <a:moveTo>
                  <a:pt x="1534" y="299"/>
                </a:moveTo>
                <a:cubicBezTo>
                  <a:pt x="1541" y="296"/>
                  <a:pt x="1544" y="300"/>
                  <a:pt x="1551" y="298"/>
                </a:cubicBezTo>
                <a:cubicBezTo>
                  <a:pt x="1606" y="305"/>
                  <a:pt x="1609" y="310"/>
                  <a:pt x="1615" y="309"/>
                </a:cubicBezTo>
                <a:cubicBezTo>
                  <a:pt x="1665" y="320"/>
                  <a:pt x="1668" y="324"/>
                  <a:pt x="1675" y="322"/>
                </a:cubicBezTo>
                <a:cubicBezTo>
                  <a:pt x="1725" y="336"/>
                  <a:pt x="1725" y="345"/>
                  <a:pt x="1732" y="343"/>
                </a:cubicBezTo>
                <a:cubicBezTo>
                  <a:pt x="1776" y="364"/>
                  <a:pt x="1782" y="363"/>
                  <a:pt x="1783" y="369"/>
                </a:cubicBezTo>
                <a:cubicBezTo>
                  <a:pt x="1805" y="373"/>
                  <a:pt x="1804" y="382"/>
                  <a:pt x="1812" y="379"/>
                </a:cubicBezTo>
                <a:cubicBezTo>
                  <a:pt x="1845" y="400"/>
                  <a:pt x="1856" y="399"/>
                  <a:pt x="1863" y="406"/>
                </a:cubicBezTo>
                <a:cubicBezTo>
                  <a:pt x="1911" y="424"/>
                  <a:pt x="1920" y="418"/>
                  <a:pt x="1923" y="421"/>
                </a:cubicBezTo>
                <a:cubicBezTo>
                  <a:pt x="1958" y="431"/>
                  <a:pt x="1968" y="425"/>
                  <a:pt x="1969" y="431"/>
                </a:cubicBezTo>
                <a:cubicBezTo>
                  <a:pt x="1954" y="441"/>
                  <a:pt x="1952" y="436"/>
                  <a:pt x="1948" y="435"/>
                </a:cubicBezTo>
                <a:cubicBezTo>
                  <a:pt x="1904" y="430"/>
                  <a:pt x="1898" y="426"/>
                  <a:pt x="1891" y="425"/>
                </a:cubicBezTo>
                <a:cubicBezTo>
                  <a:pt x="1826" y="407"/>
                  <a:pt x="1828" y="397"/>
                  <a:pt x="1822" y="400"/>
                </a:cubicBezTo>
                <a:cubicBezTo>
                  <a:pt x="1792" y="385"/>
                  <a:pt x="1790" y="382"/>
                  <a:pt x="1786" y="382"/>
                </a:cubicBezTo>
                <a:cubicBezTo>
                  <a:pt x="1758" y="367"/>
                  <a:pt x="1754" y="368"/>
                  <a:pt x="1754" y="365"/>
                </a:cubicBezTo>
                <a:cubicBezTo>
                  <a:pt x="1735" y="356"/>
                  <a:pt x="1730" y="353"/>
                  <a:pt x="1723" y="351"/>
                </a:cubicBezTo>
                <a:cubicBezTo>
                  <a:pt x="1699" y="338"/>
                  <a:pt x="1689" y="341"/>
                  <a:pt x="1684" y="336"/>
                </a:cubicBezTo>
                <a:cubicBezTo>
                  <a:pt x="1637" y="322"/>
                  <a:pt x="1631" y="319"/>
                  <a:pt x="1625" y="316"/>
                </a:cubicBezTo>
                <a:cubicBezTo>
                  <a:pt x="1552" y="306"/>
                  <a:pt x="1547" y="305"/>
                  <a:pt x="1542" y="306"/>
                </a:cubicBezTo>
                <a:cubicBezTo>
                  <a:pt x="1519" y="295"/>
                  <a:pt x="1527" y="303"/>
                  <a:pt x="1534" y="299"/>
                </a:cubicBezTo>
                <a:close/>
                <a:moveTo>
                  <a:pt x="1968" y="449"/>
                </a:moveTo>
                <a:cubicBezTo>
                  <a:pt x="1969" y="454"/>
                  <a:pt x="1963" y="455"/>
                  <a:pt x="1960" y="452"/>
                </a:cubicBezTo>
                <a:cubicBezTo>
                  <a:pt x="1960" y="449"/>
                  <a:pt x="1965" y="450"/>
                  <a:pt x="1968" y="449"/>
                </a:cubicBezTo>
                <a:close/>
                <a:moveTo>
                  <a:pt x="1567" y="324"/>
                </a:moveTo>
                <a:cubicBezTo>
                  <a:pt x="1564" y="319"/>
                  <a:pt x="1555" y="323"/>
                  <a:pt x="1551" y="320"/>
                </a:cubicBezTo>
                <a:cubicBezTo>
                  <a:pt x="1450" y="299"/>
                  <a:pt x="1460" y="303"/>
                  <a:pt x="1463" y="303"/>
                </a:cubicBezTo>
                <a:cubicBezTo>
                  <a:pt x="1502" y="303"/>
                  <a:pt x="1506" y="306"/>
                  <a:pt x="1511" y="307"/>
                </a:cubicBezTo>
                <a:cubicBezTo>
                  <a:pt x="1565" y="311"/>
                  <a:pt x="1566" y="318"/>
                  <a:pt x="1572" y="316"/>
                </a:cubicBezTo>
                <a:cubicBezTo>
                  <a:pt x="1642" y="329"/>
                  <a:pt x="1649" y="335"/>
                  <a:pt x="1660" y="336"/>
                </a:cubicBezTo>
                <a:cubicBezTo>
                  <a:pt x="1704" y="352"/>
                  <a:pt x="1706" y="355"/>
                  <a:pt x="1710" y="354"/>
                </a:cubicBezTo>
                <a:cubicBezTo>
                  <a:pt x="1734" y="367"/>
                  <a:pt x="1739" y="368"/>
                  <a:pt x="1744" y="370"/>
                </a:cubicBezTo>
                <a:cubicBezTo>
                  <a:pt x="1759" y="383"/>
                  <a:pt x="1767" y="380"/>
                  <a:pt x="1770" y="382"/>
                </a:cubicBezTo>
                <a:cubicBezTo>
                  <a:pt x="1788" y="392"/>
                  <a:pt x="1791" y="396"/>
                  <a:pt x="1797" y="395"/>
                </a:cubicBezTo>
                <a:cubicBezTo>
                  <a:pt x="1858" y="428"/>
                  <a:pt x="1872" y="424"/>
                  <a:pt x="1879" y="432"/>
                </a:cubicBezTo>
                <a:cubicBezTo>
                  <a:pt x="1917" y="440"/>
                  <a:pt x="1925" y="442"/>
                  <a:pt x="1932" y="444"/>
                </a:cubicBezTo>
                <a:cubicBezTo>
                  <a:pt x="1950" y="451"/>
                  <a:pt x="1943" y="456"/>
                  <a:pt x="1942" y="451"/>
                </a:cubicBezTo>
                <a:cubicBezTo>
                  <a:pt x="1913" y="449"/>
                  <a:pt x="1907" y="449"/>
                  <a:pt x="1902" y="447"/>
                </a:cubicBezTo>
                <a:cubicBezTo>
                  <a:pt x="1879" y="443"/>
                  <a:pt x="1872" y="443"/>
                  <a:pt x="1869" y="438"/>
                </a:cubicBezTo>
                <a:cubicBezTo>
                  <a:pt x="1814" y="426"/>
                  <a:pt x="1813" y="418"/>
                  <a:pt x="1804" y="421"/>
                </a:cubicBezTo>
                <a:cubicBezTo>
                  <a:pt x="1757" y="398"/>
                  <a:pt x="1753" y="395"/>
                  <a:pt x="1748" y="393"/>
                </a:cubicBezTo>
                <a:cubicBezTo>
                  <a:pt x="1726" y="379"/>
                  <a:pt x="1714" y="379"/>
                  <a:pt x="1706" y="372"/>
                </a:cubicBezTo>
                <a:cubicBezTo>
                  <a:pt x="1669" y="351"/>
                  <a:pt x="1663" y="354"/>
                  <a:pt x="1663" y="351"/>
                </a:cubicBezTo>
                <a:cubicBezTo>
                  <a:pt x="1643" y="344"/>
                  <a:pt x="1639" y="340"/>
                  <a:pt x="1632" y="341"/>
                </a:cubicBezTo>
                <a:cubicBezTo>
                  <a:pt x="1598" y="327"/>
                  <a:pt x="1591" y="328"/>
                  <a:pt x="1585" y="327"/>
                </a:cubicBezTo>
                <a:close/>
                <a:moveTo>
                  <a:pt x="1948" y="481"/>
                </a:moveTo>
                <a:cubicBezTo>
                  <a:pt x="1943" y="482"/>
                  <a:pt x="1946" y="488"/>
                  <a:pt x="1940" y="487"/>
                </a:cubicBezTo>
                <a:cubicBezTo>
                  <a:pt x="1944" y="482"/>
                  <a:pt x="1944" y="475"/>
                  <a:pt x="1953" y="474"/>
                </a:cubicBezTo>
                <a:cubicBezTo>
                  <a:pt x="1955" y="479"/>
                  <a:pt x="1949" y="479"/>
                  <a:pt x="1948" y="481"/>
                </a:cubicBezTo>
                <a:close/>
                <a:moveTo>
                  <a:pt x="1923" y="470"/>
                </a:moveTo>
                <a:cubicBezTo>
                  <a:pt x="1920" y="466"/>
                  <a:pt x="1912" y="469"/>
                  <a:pt x="1907" y="466"/>
                </a:cubicBezTo>
                <a:cubicBezTo>
                  <a:pt x="1879" y="465"/>
                  <a:pt x="1874" y="467"/>
                  <a:pt x="1873" y="464"/>
                </a:cubicBezTo>
                <a:cubicBezTo>
                  <a:pt x="1838" y="455"/>
                  <a:pt x="1833" y="454"/>
                  <a:pt x="1829" y="452"/>
                </a:cubicBezTo>
                <a:cubicBezTo>
                  <a:pt x="1753" y="419"/>
                  <a:pt x="1749" y="416"/>
                  <a:pt x="1745" y="414"/>
                </a:cubicBezTo>
                <a:cubicBezTo>
                  <a:pt x="1687" y="386"/>
                  <a:pt x="1681" y="389"/>
                  <a:pt x="1680" y="385"/>
                </a:cubicBezTo>
                <a:cubicBezTo>
                  <a:pt x="1662" y="375"/>
                  <a:pt x="1659" y="374"/>
                  <a:pt x="1656" y="374"/>
                </a:cubicBezTo>
                <a:cubicBezTo>
                  <a:pt x="1619" y="357"/>
                  <a:pt x="1617" y="350"/>
                  <a:pt x="1610" y="352"/>
                </a:cubicBezTo>
                <a:cubicBezTo>
                  <a:pt x="1571" y="325"/>
                  <a:pt x="1576" y="333"/>
                  <a:pt x="1579" y="330"/>
                </a:cubicBezTo>
                <a:cubicBezTo>
                  <a:pt x="1615" y="345"/>
                  <a:pt x="1630" y="345"/>
                  <a:pt x="1640" y="350"/>
                </a:cubicBezTo>
                <a:cubicBezTo>
                  <a:pt x="1669" y="363"/>
                  <a:pt x="1671" y="364"/>
                  <a:pt x="1672" y="367"/>
                </a:cubicBezTo>
                <a:cubicBezTo>
                  <a:pt x="1726" y="389"/>
                  <a:pt x="1726" y="395"/>
                  <a:pt x="1730" y="394"/>
                </a:cubicBezTo>
                <a:cubicBezTo>
                  <a:pt x="1758" y="411"/>
                  <a:pt x="1765" y="409"/>
                  <a:pt x="1769" y="414"/>
                </a:cubicBezTo>
                <a:cubicBezTo>
                  <a:pt x="1815" y="430"/>
                  <a:pt x="1822" y="439"/>
                  <a:pt x="1838" y="437"/>
                </a:cubicBezTo>
                <a:cubicBezTo>
                  <a:pt x="1891" y="455"/>
                  <a:pt x="1892" y="458"/>
                  <a:pt x="1895" y="458"/>
                </a:cubicBezTo>
                <a:cubicBezTo>
                  <a:pt x="1925" y="456"/>
                  <a:pt x="1939" y="461"/>
                  <a:pt x="1947" y="464"/>
                </a:cubicBezTo>
                <a:cubicBezTo>
                  <a:pt x="1946" y="472"/>
                  <a:pt x="1931" y="465"/>
                  <a:pt x="1923" y="470"/>
                </a:cubicBezTo>
                <a:close/>
                <a:moveTo>
                  <a:pt x="1923" y="528"/>
                </a:moveTo>
                <a:cubicBezTo>
                  <a:pt x="1926" y="518"/>
                  <a:pt x="1933" y="511"/>
                  <a:pt x="1938" y="503"/>
                </a:cubicBezTo>
                <a:cubicBezTo>
                  <a:pt x="1972" y="476"/>
                  <a:pt x="1969" y="477"/>
                  <a:pt x="1969" y="479"/>
                </a:cubicBezTo>
                <a:cubicBezTo>
                  <a:pt x="1958" y="497"/>
                  <a:pt x="1958" y="501"/>
                  <a:pt x="1956" y="504"/>
                </a:cubicBezTo>
                <a:cubicBezTo>
                  <a:pt x="1932" y="538"/>
                  <a:pt x="1936" y="549"/>
                  <a:pt x="1929" y="553"/>
                </a:cubicBezTo>
                <a:cubicBezTo>
                  <a:pt x="1901" y="608"/>
                  <a:pt x="1903" y="613"/>
                  <a:pt x="1901" y="616"/>
                </a:cubicBezTo>
                <a:cubicBezTo>
                  <a:pt x="1866" y="694"/>
                  <a:pt x="1857" y="699"/>
                  <a:pt x="1856" y="708"/>
                </a:cubicBezTo>
                <a:cubicBezTo>
                  <a:pt x="1838" y="738"/>
                  <a:pt x="1833" y="746"/>
                  <a:pt x="1828" y="753"/>
                </a:cubicBezTo>
                <a:cubicBezTo>
                  <a:pt x="1818" y="768"/>
                  <a:pt x="1816" y="771"/>
                  <a:pt x="1814" y="775"/>
                </a:cubicBezTo>
                <a:cubicBezTo>
                  <a:pt x="1784" y="808"/>
                  <a:pt x="1782" y="812"/>
                  <a:pt x="1780" y="815"/>
                </a:cubicBezTo>
                <a:cubicBezTo>
                  <a:pt x="1787" y="794"/>
                  <a:pt x="1788" y="787"/>
                  <a:pt x="1791" y="782"/>
                </a:cubicBezTo>
                <a:cubicBezTo>
                  <a:pt x="1812" y="744"/>
                  <a:pt x="1811" y="736"/>
                  <a:pt x="1815" y="731"/>
                </a:cubicBezTo>
                <a:cubicBezTo>
                  <a:pt x="1845" y="671"/>
                  <a:pt x="1848" y="658"/>
                  <a:pt x="1853" y="647"/>
                </a:cubicBezTo>
                <a:cubicBezTo>
                  <a:pt x="1865" y="618"/>
                  <a:pt x="1870" y="618"/>
                  <a:pt x="1870" y="615"/>
                </a:cubicBezTo>
                <a:cubicBezTo>
                  <a:pt x="1884" y="588"/>
                  <a:pt x="1881" y="581"/>
                  <a:pt x="1886" y="581"/>
                </a:cubicBezTo>
                <a:cubicBezTo>
                  <a:pt x="1902" y="555"/>
                  <a:pt x="1903" y="553"/>
                  <a:pt x="1902" y="549"/>
                </a:cubicBezTo>
                <a:close/>
                <a:moveTo>
                  <a:pt x="1897" y="530"/>
                </a:moveTo>
                <a:cubicBezTo>
                  <a:pt x="1900" y="530"/>
                  <a:pt x="1902" y="528"/>
                  <a:pt x="1902" y="525"/>
                </a:cubicBezTo>
                <a:cubicBezTo>
                  <a:pt x="1921" y="520"/>
                  <a:pt x="1910" y="520"/>
                  <a:pt x="1909" y="526"/>
                </a:cubicBezTo>
                <a:cubicBezTo>
                  <a:pt x="1880" y="565"/>
                  <a:pt x="1883" y="570"/>
                  <a:pt x="1880" y="571"/>
                </a:cubicBezTo>
                <a:cubicBezTo>
                  <a:pt x="1866" y="602"/>
                  <a:pt x="1857" y="609"/>
                  <a:pt x="1858" y="621"/>
                </a:cubicBezTo>
                <a:cubicBezTo>
                  <a:pt x="1825" y="682"/>
                  <a:pt x="1824" y="691"/>
                  <a:pt x="1818" y="697"/>
                </a:cubicBezTo>
                <a:cubicBezTo>
                  <a:pt x="1794" y="747"/>
                  <a:pt x="1794" y="753"/>
                  <a:pt x="1791" y="758"/>
                </a:cubicBezTo>
                <a:cubicBezTo>
                  <a:pt x="1780" y="779"/>
                  <a:pt x="1781" y="783"/>
                  <a:pt x="1778" y="784"/>
                </a:cubicBezTo>
                <a:cubicBezTo>
                  <a:pt x="1763" y="815"/>
                  <a:pt x="1763" y="820"/>
                  <a:pt x="1761" y="825"/>
                </a:cubicBezTo>
                <a:cubicBezTo>
                  <a:pt x="1742" y="853"/>
                  <a:pt x="1738" y="859"/>
                  <a:pt x="1730" y="862"/>
                </a:cubicBezTo>
                <a:cubicBezTo>
                  <a:pt x="1712" y="896"/>
                  <a:pt x="1713" y="894"/>
                  <a:pt x="1714" y="893"/>
                </a:cubicBezTo>
                <a:cubicBezTo>
                  <a:pt x="1733" y="846"/>
                  <a:pt x="1741" y="839"/>
                  <a:pt x="1745" y="830"/>
                </a:cubicBezTo>
                <a:cubicBezTo>
                  <a:pt x="1765" y="800"/>
                  <a:pt x="1765" y="788"/>
                  <a:pt x="1771" y="781"/>
                </a:cubicBezTo>
                <a:cubicBezTo>
                  <a:pt x="1785" y="750"/>
                  <a:pt x="1782" y="742"/>
                  <a:pt x="1786" y="739"/>
                </a:cubicBezTo>
                <a:cubicBezTo>
                  <a:pt x="1790" y="719"/>
                  <a:pt x="1799" y="720"/>
                  <a:pt x="1796" y="712"/>
                </a:cubicBezTo>
                <a:cubicBezTo>
                  <a:pt x="1816" y="669"/>
                  <a:pt x="1812" y="661"/>
                  <a:pt x="1818" y="660"/>
                </a:cubicBezTo>
                <a:cubicBezTo>
                  <a:pt x="1829" y="643"/>
                  <a:pt x="1826" y="635"/>
                  <a:pt x="1833" y="633"/>
                </a:cubicBezTo>
                <a:cubicBezTo>
                  <a:pt x="1843" y="612"/>
                  <a:pt x="1842" y="605"/>
                  <a:pt x="1845" y="599"/>
                </a:cubicBezTo>
                <a:cubicBezTo>
                  <a:pt x="1856" y="588"/>
                  <a:pt x="1855" y="583"/>
                  <a:pt x="1859" y="581"/>
                </a:cubicBezTo>
                <a:cubicBezTo>
                  <a:pt x="1885" y="546"/>
                  <a:pt x="1893" y="540"/>
                  <a:pt x="1897" y="530"/>
                </a:cubicBezTo>
                <a:close/>
                <a:moveTo>
                  <a:pt x="1824" y="596"/>
                </a:moveTo>
                <a:cubicBezTo>
                  <a:pt x="1827" y="593"/>
                  <a:pt x="1832" y="591"/>
                  <a:pt x="1831" y="584"/>
                </a:cubicBezTo>
                <a:cubicBezTo>
                  <a:pt x="1861" y="547"/>
                  <a:pt x="1867" y="544"/>
                  <a:pt x="1869" y="540"/>
                </a:cubicBezTo>
                <a:cubicBezTo>
                  <a:pt x="1888" y="530"/>
                  <a:pt x="1879" y="535"/>
                  <a:pt x="1880" y="538"/>
                </a:cubicBezTo>
                <a:cubicBezTo>
                  <a:pt x="1870" y="552"/>
                  <a:pt x="1866" y="551"/>
                  <a:pt x="1867" y="553"/>
                </a:cubicBezTo>
                <a:cubicBezTo>
                  <a:pt x="1850" y="569"/>
                  <a:pt x="1854" y="575"/>
                  <a:pt x="1850" y="576"/>
                </a:cubicBezTo>
                <a:cubicBezTo>
                  <a:pt x="1822" y="623"/>
                  <a:pt x="1825" y="632"/>
                  <a:pt x="1818" y="633"/>
                </a:cubicBezTo>
                <a:cubicBezTo>
                  <a:pt x="1805" y="665"/>
                  <a:pt x="1801" y="669"/>
                  <a:pt x="1801" y="674"/>
                </a:cubicBezTo>
                <a:cubicBezTo>
                  <a:pt x="1786" y="713"/>
                  <a:pt x="1784" y="727"/>
                  <a:pt x="1776" y="736"/>
                </a:cubicBezTo>
                <a:cubicBezTo>
                  <a:pt x="1773" y="758"/>
                  <a:pt x="1767" y="757"/>
                  <a:pt x="1768" y="762"/>
                </a:cubicBezTo>
                <a:cubicBezTo>
                  <a:pt x="1745" y="811"/>
                  <a:pt x="1743" y="823"/>
                  <a:pt x="1736" y="832"/>
                </a:cubicBezTo>
                <a:cubicBezTo>
                  <a:pt x="1737" y="820"/>
                  <a:pt x="1738" y="815"/>
                  <a:pt x="1741" y="813"/>
                </a:cubicBezTo>
                <a:cubicBezTo>
                  <a:pt x="1751" y="780"/>
                  <a:pt x="1752" y="770"/>
                  <a:pt x="1754" y="762"/>
                </a:cubicBezTo>
                <a:cubicBezTo>
                  <a:pt x="1769" y="712"/>
                  <a:pt x="1770" y="705"/>
                  <a:pt x="1774" y="701"/>
                </a:cubicBezTo>
                <a:cubicBezTo>
                  <a:pt x="1782" y="677"/>
                  <a:pt x="1787" y="673"/>
                  <a:pt x="1791" y="669"/>
                </a:cubicBezTo>
                <a:cubicBezTo>
                  <a:pt x="1796" y="652"/>
                  <a:pt x="1795" y="650"/>
                  <a:pt x="1796" y="648"/>
                </a:cubicBezTo>
                <a:cubicBezTo>
                  <a:pt x="1802" y="634"/>
                  <a:pt x="1807" y="627"/>
                  <a:pt x="1811" y="619"/>
                </a:cubicBezTo>
                <a:close/>
                <a:moveTo>
                  <a:pt x="1818" y="584"/>
                </a:moveTo>
                <a:cubicBezTo>
                  <a:pt x="1823" y="584"/>
                  <a:pt x="1819" y="591"/>
                  <a:pt x="1817" y="591"/>
                </a:cubicBezTo>
                <a:cubicBezTo>
                  <a:pt x="1813" y="593"/>
                  <a:pt x="1817" y="600"/>
                  <a:pt x="1809" y="599"/>
                </a:cubicBezTo>
                <a:cubicBezTo>
                  <a:pt x="1809" y="592"/>
                  <a:pt x="1818" y="591"/>
                  <a:pt x="1818" y="584"/>
                </a:cubicBezTo>
                <a:close/>
                <a:moveTo>
                  <a:pt x="1372" y="654"/>
                </a:moveTo>
                <a:cubicBezTo>
                  <a:pt x="1369" y="651"/>
                  <a:pt x="1365" y="650"/>
                  <a:pt x="1362" y="649"/>
                </a:cubicBezTo>
                <a:cubicBezTo>
                  <a:pt x="1364" y="641"/>
                  <a:pt x="1368" y="652"/>
                  <a:pt x="1373" y="649"/>
                </a:cubicBezTo>
                <a:cubicBezTo>
                  <a:pt x="1376" y="652"/>
                  <a:pt x="1379" y="652"/>
                  <a:pt x="1383" y="654"/>
                </a:cubicBezTo>
                <a:cubicBezTo>
                  <a:pt x="1381" y="662"/>
                  <a:pt x="1377" y="650"/>
                  <a:pt x="1372" y="654"/>
                </a:cubicBezTo>
                <a:close/>
                <a:moveTo>
                  <a:pt x="1400" y="662"/>
                </a:moveTo>
                <a:cubicBezTo>
                  <a:pt x="1395" y="661"/>
                  <a:pt x="1390" y="659"/>
                  <a:pt x="1386" y="658"/>
                </a:cubicBezTo>
                <a:cubicBezTo>
                  <a:pt x="1387" y="652"/>
                  <a:pt x="1393" y="662"/>
                  <a:pt x="1399" y="658"/>
                </a:cubicBezTo>
                <a:cubicBezTo>
                  <a:pt x="1402" y="661"/>
                  <a:pt x="1407" y="664"/>
                  <a:pt x="1413" y="664"/>
                </a:cubicBezTo>
                <a:cubicBezTo>
                  <a:pt x="1412" y="669"/>
                  <a:pt x="1402" y="664"/>
                  <a:pt x="1400" y="662"/>
                </a:cubicBezTo>
                <a:close/>
                <a:moveTo>
                  <a:pt x="1440" y="675"/>
                </a:moveTo>
                <a:cubicBezTo>
                  <a:pt x="1434" y="672"/>
                  <a:pt x="1443" y="674"/>
                  <a:pt x="1446" y="674"/>
                </a:cubicBezTo>
                <a:cubicBezTo>
                  <a:pt x="1445" y="678"/>
                  <a:pt x="1442" y="675"/>
                  <a:pt x="1440" y="675"/>
                </a:cubicBezTo>
                <a:close/>
                <a:moveTo>
                  <a:pt x="1398" y="704"/>
                </a:moveTo>
                <a:cubicBezTo>
                  <a:pt x="1398" y="699"/>
                  <a:pt x="1406" y="702"/>
                  <a:pt x="1407" y="703"/>
                </a:cubicBezTo>
                <a:cubicBezTo>
                  <a:pt x="1407" y="709"/>
                  <a:pt x="1402" y="701"/>
                  <a:pt x="1398" y="704"/>
                </a:cubicBezTo>
                <a:close/>
                <a:moveTo>
                  <a:pt x="1433" y="709"/>
                </a:moveTo>
                <a:cubicBezTo>
                  <a:pt x="1426" y="706"/>
                  <a:pt x="1436" y="708"/>
                  <a:pt x="1439" y="708"/>
                </a:cubicBezTo>
                <a:cubicBezTo>
                  <a:pt x="1438" y="712"/>
                  <a:pt x="1435" y="709"/>
                  <a:pt x="1433" y="709"/>
                </a:cubicBezTo>
                <a:close/>
                <a:moveTo>
                  <a:pt x="1135" y="916"/>
                </a:moveTo>
                <a:cubicBezTo>
                  <a:pt x="1134" y="916"/>
                  <a:pt x="1132" y="916"/>
                  <a:pt x="1131" y="916"/>
                </a:cubicBezTo>
                <a:cubicBezTo>
                  <a:pt x="1129" y="912"/>
                  <a:pt x="1133" y="912"/>
                  <a:pt x="1137" y="911"/>
                </a:cubicBezTo>
                <a:cubicBezTo>
                  <a:pt x="1137" y="913"/>
                  <a:pt x="1135" y="913"/>
                  <a:pt x="1135" y="916"/>
                </a:cubicBezTo>
                <a:close/>
                <a:moveTo>
                  <a:pt x="1156" y="896"/>
                </a:moveTo>
                <a:cubicBezTo>
                  <a:pt x="1150" y="895"/>
                  <a:pt x="1160" y="891"/>
                  <a:pt x="1159" y="887"/>
                </a:cubicBezTo>
                <a:cubicBezTo>
                  <a:pt x="1162" y="887"/>
                  <a:pt x="1165" y="886"/>
                  <a:pt x="1165" y="884"/>
                </a:cubicBezTo>
                <a:cubicBezTo>
                  <a:pt x="1172" y="888"/>
                  <a:pt x="1156" y="891"/>
                  <a:pt x="1156" y="896"/>
                </a:cubicBezTo>
                <a:close/>
                <a:moveTo>
                  <a:pt x="1242" y="819"/>
                </a:moveTo>
                <a:cubicBezTo>
                  <a:pt x="1244" y="815"/>
                  <a:pt x="1243" y="813"/>
                  <a:pt x="1240" y="810"/>
                </a:cubicBezTo>
                <a:cubicBezTo>
                  <a:pt x="1230" y="814"/>
                  <a:pt x="1224" y="810"/>
                  <a:pt x="1216" y="810"/>
                </a:cubicBezTo>
                <a:cubicBezTo>
                  <a:pt x="1208" y="811"/>
                  <a:pt x="1221" y="804"/>
                  <a:pt x="1220" y="809"/>
                </a:cubicBezTo>
                <a:cubicBezTo>
                  <a:pt x="1236" y="806"/>
                  <a:pt x="1246" y="812"/>
                  <a:pt x="1260" y="811"/>
                </a:cubicBezTo>
                <a:cubicBezTo>
                  <a:pt x="1258" y="816"/>
                  <a:pt x="1246" y="815"/>
                  <a:pt x="1242" y="819"/>
                </a:cubicBezTo>
                <a:close/>
                <a:moveTo>
                  <a:pt x="1266" y="830"/>
                </a:moveTo>
                <a:cubicBezTo>
                  <a:pt x="1267" y="826"/>
                  <a:pt x="1271" y="823"/>
                  <a:pt x="1276" y="822"/>
                </a:cubicBezTo>
                <a:cubicBezTo>
                  <a:pt x="1275" y="826"/>
                  <a:pt x="1271" y="828"/>
                  <a:pt x="1266" y="830"/>
                </a:cubicBezTo>
                <a:close/>
                <a:moveTo>
                  <a:pt x="1416" y="743"/>
                </a:moveTo>
                <a:cubicBezTo>
                  <a:pt x="1418" y="736"/>
                  <a:pt x="1425" y="744"/>
                  <a:pt x="1432" y="740"/>
                </a:cubicBezTo>
                <a:cubicBezTo>
                  <a:pt x="1431" y="749"/>
                  <a:pt x="1421" y="745"/>
                  <a:pt x="1416" y="743"/>
                </a:cubicBezTo>
                <a:close/>
                <a:moveTo>
                  <a:pt x="1655" y="687"/>
                </a:moveTo>
                <a:cubicBezTo>
                  <a:pt x="1656" y="691"/>
                  <a:pt x="1654" y="693"/>
                  <a:pt x="1654" y="696"/>
                </a:cubicBezTo>
                <a:cubicBezTo>
                  <a:pt x="1650" y="699"/>
                  <a:pt x="1647" y="704"/>
                  <a:pt x="1645" y="709"/>
                </a:cubicBezTo>
                <a:cubicBezTo>
                  <a:pt x="1645" y="715"/>
                  <a:pt x="1640" y="718"/>
                  <a:pt x="1639" y="723"/>
                </a:cubicBezTo>
                <a:cubicBezTo>
                  <a:pt x="1636" y="727"/>
                  <a:pt x="1636" y="733"/>
                  <a:pt x="1633" y="737"/>
                </a:cubicBezTo>
                <a:cubicBezTo>
                  <a:pt x="1630" y="748"/>
                  <a:pt x="1623" y="755"/>
                  <a:pt x="1623" y="768"/>
                </a:cubicBezTo>
                <a:cubicBezTo>
                  <a:pt x="1616" y="776"/>
                  <a:pt x="1617" y="789"/>
                  <a:pt x="1610" y="797"/>
                </a:cubicBezTo>
                <a:cubicBezTo>
                  <a:pt x="1609" y="821"/>
                  <a:pt x="1604" y="841"/>
                  <a:pt x="1595" y="859"/>
                </a:cubicBezTo>
                <a:cubicBezTo>
                  <a:pt x="1596" y="871"/>
                  <a:pt x="1592" y="880"/>
                  <a:pt x="1592" y="891"/>
                </a:cubicBezTo>
                <a:cubicBezTo>
                  <a:pt x="1586" y="898"/>
                  <a:pt x="1588" y="910"/>
                  <a:pt x="1583" y="917"/>
                </a:cubicBezTo>
                <a:cubicBezTo>
                  <a:pt x="1583" y="928"/>
                  <a:pt x="1578" y="936"/>
                  <a:pt x="1577" y="947"/>
                </a:cubicBezTo>
                <a:cubicBezTo>
                  <a:pt x="1576" y="956"/>
                  <a:pt x="1570" y="963"/>
                  <a:pt x="1571" y="974"/>
                </a:cubicBezTo>
                <a:cubicBezTo>
                  <a:pt x="1562" y="968"/>
                  <a:pt x="1575" y="961"/>
                  <a:pt x="1569" y="950"/>
                </a:cubicBezTo>
                <a:cubicBezTo>
                  <a:pt x="1570" y="943"/>
                  <a:pt x="1571" y="934"/>
                  <a:pt x="1569" y="924"/>
                </a:cubicBezTo>
                <a:cubicBezTo>
                  <a:pt x="1572" y="920"/>
                  <a:pt x="1570" y="912"/>
                  <a:pt x="1572" y="908"/>
                </a:cubicBezTo>
                <a:cubicBezTo>
                  <a:pt x="1572" y="902"/>
                  <a:pt x="1574" y="897"/>
                  <a:pt x="1577" y="894"/>
                </a:cubicBezTo>
                <a:cubicBezTo>
                  <a:pt x="1575" y="882"/>
                  <a:pt x="1582" y="875"/>
                  <a:pt x="1580" y="862"/>
                </a:cubicBezTo>
                <a:cubicBezTo>
                  <a:pt x="1585" y="854"/>
                  <a:pt x="1584" y="841"/>
                  <a:pt x="1588" y="832"/>
                </a:cubicBezTo>
                <a:cubicBezTo>
                  <a:pt x="1591" y="823"/>
                  <a:pt x="1595" y="814"/>
                  <a:pt x="1596" y="804"/>
                </a:cubicBezTo>
                <a:cubicBezTo>
                  <a:pt x="1599" y="800"/>
                  <a:pt x="1599" y="794"/>
                  <a:pt x="1602" y="789"/>
                </a:cubicBezTo>
                <a:cubicBezTo>
                  <a:pt x="1603" y="787"/>
                  <a:pt x="1604" y="784"/>
                  <a:pt x="1603" y="780"/>
                </a:cubicBezTo>
                <a:cubicBezTo>
                  <a:pt x="1606" y="781"/>
                  <a:pt x="1606" y="778"/>
                  <a:pt x="1606" y="775"/>
                </a:cubicBezTo>
                <a:cubicBezTo>
                  <a:pt x="1611" y="767"/>
                  <a:pt x="1612" y="757"/>
                  <a:pt x="1619" y="751"/>
                </a:cubicBezTo>
                <a:cubicBezTo>
                  <a:pt x="1619" y="744"/>
                  <a:pt x="1623" y="742"/>
                  <a:pt x="1626" y="739"/>
                </a:cubicBezTo>
                <a:cubicBezTo>
                  <a:pt x="1625" y="735"/>
                  <a:pt x="1628" y="734"/>
                  <a:pt x="1627" y="730"/>
                </a:cubicBezTo>
                <a:cubicBezTo>
                  <a:pt x="1631" y="730"/>
                  <a:pt x="1630" y="727"/>
                  <a:pt x="1630" y="724"/>
                </a:cubicBezTo>
                <a:cubicBezTo>
                  <a:pt x="1636" y="723"/>
                  <a:pt x="1632" y="715"/>
                  <a:pt x="1637" y="712"/>
                </a:cubicBezTo>
                <a:cubicBezTo>
                  <a:pt x="1637" y="706"/>
                  <a:pt x="1642" y="705"/>
                  <a:pt x="1641" y="698"/>
                </a:cubicBezTo>
                <a:cubicBezTo>
                  <a:pt x="1648" y="694"/>
                  <a:pt x="1652" y="687"/>
                  <a:pt x="1656" y="680"/>
                </a:cubicBezTo>
                <a:cubicBezTo>
                  <a:pt x="1661" y="679"/>
                  <a:pt x="1657" y="687"/>
                  <a:pt x="1655" y="687"/>
                </a:cubicBezTo>
                <a:close/>
                <a:moveTo>
                  <a:pt x="2606" y="35"/>
                </a:moveTo>
                <a:cubicBezTo>
                  <a:pt x="2599" y="41"/>
                  <a:pt x="2596" y="51"/>
                  <a:pt x="2588" y="56"/>
                </a:cubicBezTo>
                <a:cubicBezTo>
                  <a:pt x="2562" y="100"/>
                  <a:pt x="2557" y="112"/>
                  <a:pt x="2547" y="120"/>
                </a:cubicBezTo>
                <a:cubicBezTo>
                  <a:pt x="2515" y="157"/>
                  <a:pt x="2517" y="164"/>
                  <a:pt x="2512" y="163"/>
                </a:cubicBezTo>
                <a:cubicBezTo>
                  <a:pt x="2498" y="179"/>
                  <a:pt x="2493" y="184"/>
                  <a:pt x="2490" y="189"/>
                </a:cubicBezTo>
                <a:cubicBezTo>
                  <a:pt x="2471" y="199"/>
                  <a:pt x="2475" y="208"/>
                  <a:pt x="2469" y="207"/>
                </a:cubicBezTo>
                <a:cubicBezTo>
                  <a:pt x="2445" y="224"/>
                  <a:pt x="2450" y="235"/>
                  <a:pt x="2442" y="233"/>
                </a:cubicBezTo>
                <a:cubicBezTo>
                  <a:pt x="2418" y="259"/>
                  <a:pt x="2417" y="261"/>
                  <a:pt x="2416" y="261"/>
                </a:cubicBezTo>
                <a:cubicBezTo>
                  <a:pt x="2399" y="277"/>
                  <a:pt x="2396" y="284"/>
                  <a:pt x="2392" y="290"/>
                </a:cubicBezTo>
                <a:cubicBezTo>
                  <a:pt x="2384" y="304"/>
                  <a:pt x="2387" y="303"/>
                  <a:pt x="2388" y="301"/>
                </a:cubicBezTo>
                <a:cubicBezTo>
                  <a:pt x="2423" y="265"/>
                  <a:pt x="2425" y="260"/>
                  <a:pt x="2429" y="257"/>
                </a:cubicBezTo>
                <a:cubicBezTo>
                  <a:pt x="2444" y="240"/>
                  <a:pt x="2450" y="237"/>
                  <a:pt x="2453" y="233"/>
                </a:cubicBezTo>
                <a:cubicBezTo>
                  <a:pt x="2474" y="214"/>
                  <a:pt x="2481" y="207"/>
                  <a:pt x="2490" y="200"/>
                </a:cubicBezTo>
                <a:cubicBezTo>
                  <a:pt x="2538" y="145"/>
                  <a:pt x="2544" y="137"/>
                  <a:pt x="2551" y="131"/>
                </a:cubicBezTo>
                <a:cubicBezTo>
                  <a:pt x="2594" y="76"/>
                  <a:pt x="2597" y="66"/>
                  <a:pt x="2602" y="56"/>
                </a:cubicBezTo>
                <a:cubicBezTo>
                  <a:pt x="2614" y="35"/>
                  <a:pt x="2615" y="32"/>
                  <a:pt x="2617" y="30"/>
                </a:cubicBezTo>
                <a:cubicBezTo>
                  <a:pt x="2632" y="3"/>
                  <a:pt x="2632" y="1"/>
                  <a:pt x="2633" y="0"/>
                </a:cubicBezTo>
                <a:cubicBezTo>
                  <a:pt x="2619" y="13"/>
                  <a:pt x="2613" y="14"/>
                  <a:pt x="2612" y="19"/>
                </a:cubicBezTo>
                <a:close/>
                <a:moveTo>
                  <a:pt x="2684" y="26"/>
                </a:moveTo>
                <a:cubicBezTo>
                  <a:pt x="2685" y="29"/>
                  <a:pt x="2687" y="30"/>
                  <a:pt x="2687" y="35"/>
                </a:cubicBezTo>
                <a:cubicBezTo>
                  <a:pt x="2698" y="65"/>
                  <a:pt x="2702" y="73"/>
                  <a:pt x="2706" y="80"/>
                </a:cubicBezTo>
                <a:cubicBezTo>
                  <a:pt x="2728" y="129"/>
                  <a:pt x="2728" y="136"/>
                  <a:pt x="2730" y="141"/>
                </a:cubicBezTo>
                <a:cubicBezTo>
                  <a:pt x="2753" y="174"/>
                  <a:pt x="2752" y="178"/>
                  <a:pt x="2754" y="179"/>
                </a:cubicBezTo>
                <a:cubicBezTo>
                  <a:pt x="2777" y="216"/>
                  <a:pt x="2779" y="226"/>
                  <a:pt x="2787" y="231"/>
                </a:cubicBezTo>
                <a:cubicBezTo>
                  <a:pt x="2810" y="267"/>
                  <a:pt x="2809" y="274"/>
                  <a:pt x="2813" y="277"/>
                </a:cubicBezTo>
                <a:cubicBezTo>
                  <a:pt x="2841" y="314"/>
                  <a:pt x="2834" y="311"/>
                  <a:pt x="2833" y="303"/>
                </a:cubicBezTo>
                <a:cubicBezTo>
                  <a:pt x="2810" y="258"/>
                  <a:pt x="2808" y="251"/>
                  <a:pt x="2802" y="246"/>
                </a:cubicBezTo>
                <a:cubicBezTo>
                  <a:pt x="2778" y="204"/>
                  <a:pt x="2773" y="199"/>
                  <a:pt x="2772" y="192"/>
                </a:cubicBezTo>
                <a:cubicBezTo>
                  <a:pt x="2764" y="178"/>
                  <a:pt x="2759" y="179"/>
                  <a:pt x="2759" y="174"/>
                </a:cubicBezTo>
                <a:cubicBezTo>
                  <a:pt x="2730" y="126"/>
                  <a:pt x="2729" y="108"/>
                  <a:pt x="2721" y="96"/>
                </a:cubicBezTo>
                <a:cubicBezTo>
                  <a:pt x="2698" y="41"/>
                  <a:pt x="2697" y="22"/>
                  <a:pt x="2689" y="11"/>
                </a:cubicBezTo>
                <a:cubicBezTo>
                  <a:pt x="2678" y="3"/>
                  <a:pt x="2678" y="6"/>
                  <a:pt x="2680" y="8"/>
                </a:cubicBezTo>
                <a:close/>
                <a:moveTo>
                  <a:pt x="2336" y="19"/>
                </a:moveTo>
                <a:cubicBezTo>
                  <a:pt x="2346" y="21"/>
                  <a:pt x="2343" y="8"/>
                  <a:pt x="2351" y="6"/>
                </a:cubicBezTo>
                <a:cubicBezTo>
                  <a:pt x="2352" y="5"/>
                  <a:pt x="2354" y="2"/>
                  <a:pt x="2355" y="0"/>
                </a:cubicBezTo>
                <a:cubicBezTo>
                  <a:pt x="2349" y="0"/>
                  <a:pt x="2349" y="0"/>
                  <a:pt x="2349" y="0"/>
                </a:cubicBezTo>
                <a:cubicBezTo>
                  <a:pt x="2348" y="2"/>
                  <a:pt x="2347" y="3"/>
                  <a:pt x="2346" y="4"/>
                </a:cubicBezTo>
                <a:cubicBezTo>
                  <a:pt x="2344" y="5"/>
                  <a:pt x="2342" y="7"/>
                  <a:pt x="2342" y="11"/>
                </a:cubicBezTo>
                <a:cubicBezTo>
                  <a:pt x="2340" y="13"/>
                  <a:pt x="2338" y="15"/>
                  <a:pt x="2336" y="17"/>
                </a:cubicBezTo>
                <a:cubicBezTo>
                  <a:pt x="2332" y="17"/>
                  <a:pt x="2334" y="23"/>
                  <a:pt x="2331" y="24"/>
                </a:cubicBezTo>
                <a:cubicBezTo>
                  <a:pt x="2333" y="30"/>
                  <a:pt x="2327" y="28"/>
                  <a:pt x="2327" y="32"/>
                </a:cubicBezTo>
                <a:cubicBezTo>
                  <a:pt x="2334" y="32"/>
                  <a:pt x="2335" y="26"/>
                  <a:pt x="2336" y="19"/>
                </a:cubicBezTo>
                <a:close/>
                <a:moveTo>
                  <a:pt x="2793" y="46"/>
                </a:moveTo>
                <a:cubicBezTo>
                  <a:pt x="2793" y="52"/>
                  <a:pt x="2795" y="57"/>
                  <a:pt x="2800" y="59"/>
                </a:cubicBezTo>
                <a:cubicBezTo>
                  <a:pt x="2798" y="68"/>
                  <a:pt x="2804" y="69"/>
                  <a:pt x="2804" y="76"/>
                </a:cubicBezTo>
                <a:cubicBezTo>
                  <a:pt x="2809" y="78"/>
                  <a:pt x="2806" y="87"/>
                  <a:pt x="2811" y="89"/>
                </a:cubicBezTo>
                <a:cubicBezTo>
                  <a:pt x="2812" y="94"/>
                  <a:pt x="2813" y="100"/>
                  <a:pt x="2815" y="104"/>
                </a:cubicBezTo>
                <a:cubicBezTo>
                  <a:pt x="2818" y="115"/>
                  <a:pt x="2822" y="123"/>
                  <a:pt x="2824" y="135"/>
                </a:cubicBezTo>
                <a:cubicBezTo>
                  <a:pt x="2827" y="138"/>
                  <a:pt x="2827" y="144"/>
                  <a:pt x="2828" y="150"/>
                </a:cubicBezTo>
                <a:cubicBezTo>
                  <a:pt x="2830" y="155"/>
                  <a:pt x="2833" y="159"/>
                  <a:pt x="2833" y="165"/>
                </a:cubicBezTo>
                <a:cubicBezTo>
                  <a:pt x="2835" y="170"/>
                  <a:pt x="2835" y="176"/>
                  <a:pt x="2837" y="181"/>
                </a:cubicBezTo>
                <a:cubicBezTo>
                  <a:pt x="2841" y="184"/>
                  <a:pt x="2836" y="197"/>
                  <a:pt x="2844" y="196"/>
                </a:cubicBezTo>
                <a:cubicBezTo>
                  <a:pt x="2842" y="176"/>
                  <a:pt x="2835" y="161"/>
                  <a:pt x="2833" y="141"/>
                </a:cubicBezTo>
                <a:cubicBezTo>
                  <a:pt x="2827" y="124"/>
                  <a:pt x="2822" y="107"/>
                  <a:pt x="2817" y="89"/>
                </a:cubicBezTo>
                <a:cubicBezTo>
                  <a:pt x="2818" y="84"/>
                  <a:pt x="2821" y="81"/>
                  <a:pt x="2820" y="74"/>
                </a:cubicBezTo>
                <a:cubicBezTo>
                  <a:pt x="2815" y="58"/>
                  <a:pt x="2811" y="43"/>
                  <a:pt x="2806" y="28"/>
                </a:cubicBezTo>
                <a:cubicBezTo>
                  <a:pt x="2804" y="25"/>
                  <a:pt x="2804" y="20"/>
                  <a:pt x="2802" y="17"/>
                </a:cubicBezTo>
                <a:cubicBezTo>
                  <a:pt x="2801" y="13"/>
                  <a:pt x="2801" y="8"/>
                  <a:pt x="2798" y="6"/>
                </a:cubicBezTo>
                <a:cubicBezTo>
                  <a:pt x="2798" y="4"/>
                  <a:pt x="2797" y="2"/>
                  <a:pt x="2797" y="0"/>
                </a:cubicBezTo>
                <a:cubicBezTo>
                  <a:pt x="2790" y="0"/>
                  <a:pt x="2790" y="0"/>
                  <a:pt x="2790" y="0"/>
                </a:cubicBezTo>
                <a:cubicBezTo>
                  <a:pt x="2791" y="4"/>
                  <a:pt x="2792" y="7"/>
                  <a:pt x="2793" y="11"/>
                </a:cubicBezTo>
                <a:cubicBezTo>
                  <a:pt x="2797" y="15"/>
                  <a:pt x="2798" y="22"/>
                  <a:pt x="2800" y="28"/>
                </a:cubicBezTo>
                <a:cubicBezTo>
                  <a:pt x="2803" y="32"/>
                  <a:pt x="2802" y="40"/>
                  <a:pt x="2806" y="43"/>
                </a:cubicBezTo>
                <a:cubicBezTo>
                  <a:pt x="2808" y="56"/>
                  <a:pt x="2814" y="65"/>
                  <a:pt x="2815" y="78"/>
                </a:cubicBezTo>
                <a:cubicBezTo>
                  <a:pt x="2806" y="70"/>
                  <a:pt x="2808" y="50"/>
                  <a:pt x="2798" y="43"/>
                </a:cubicBezTo>
                <a:cubicBezTo>
                  <a:pt x="2799" y="34"/>
                  <a:pt x="2792" y="32"/>
                  <a:pt x="2789" y="26"/>
                </a:cubicBezTo>
                <a:cubicBezTo>
                  <a:pt x="2787" y="20"/>
                  <a:pt x="2782" y="17"/>
                  <a:pt x="2780" y="11"/>
                </a:cubicBezTo>
                <a:cubicBezTo>
                  <a:pt x="2778" y="8"/>
                  <a:pt x="2776" y="4"/>
                  <a:pt x="2775" y="0"/>
                </a:cubicBezTo>
                <a:cubicBezTo>
                  <a:pt x="2765" y="0"/>
                  <a:pt x="2765" y="0"/>
                  <a:pt x="2765" y="0"/>
                </a:cubicBezTo>
                <a:cubicBezTo>
                  <a:pt x="2770" y="7"/>
                  <a:pt x="2773" y="15"/>
                  <a:pt x="2778" y="22"/>
                </a:cubicBezTo>
                <a:cubicBezTo>
                  <a:pt x="2783" y="30"/>
                  <a:pt x="2786" y="40"/>
                  <a:pt x="2793" y="46"/>
                </a:cubicBezTo>
                <a:close/>
                <a:moveTo>
                  <a:pt x="2852" y="11"/>
                </a:moveTo>
                <a:cubicBezTo>
                  <a:pt x="2852" y="20"/>
                  <a:pt x="2857" y="25"/>
                  <a:pt x="2859" y="32"/>
                </a:cubicBezTo>
                <a:cubicBezTo>
                  <a:pt x="2857" y="39"/>
                  <a:pt x="2863" y="39"/>
                  <a:pt x="2861" y="46"/>
                </a:cubicBezTo>
                <a:cubicBezTo>
                  <a:pt x="2861" y="51"/>
                  <a:pt x="2862" y="56"/>
                  <a:pt x="2865" y="59"/>
                </a:cubicBezTo>
                <a:cubicBezTo>
                  <a:pt x="2867" y="43"/>
                  <a:pt x="2860" y="35"/>
                  <a:pt x="2859" y="22"/>
                </a:cubicBezTo>
                <a:cubicBezTo>
                  <a:pt x="2858" y="15"/>
                  <a:pt x="2856" y="10"/>
                  <a:pt x="2854" y="4"/>
                </a:cubicBezTo>
                <a:cubicBezTo>
                  <a:pt x="2855" y="2"/>
                  <a:pt x="2854" y="1"/>
                  <a:pt x="2854" y="0"/>
                </a:cubicBezTo>
                <a:cubicBezTo>
                  <a:pt x="2849" y="0"/>
                  <a:pt x="2849" y="0"/>
                  <a:pt x="2849" y="0"/>
                </a:cubicBezTo>
                <a:cubicBezTo>
                  <a:pt x="2851" y="3"/>
                  <a:pt x="2848" y="10"/>
                  <a:pt x="2852" y="11"/>
                </a:cubicBezTo>
                <a:close/>
                <a:moveTo>
                  <a:pt x="2386" y="46"/>
                </a:moveTo>
                <a:cubicBezTo>
                  <a:pt x="2379" y="43"/>
                  <a:pt x="2380" y="49"/>
                  <a:pt x="2377" y="50"/>
                </a:cubicBezTo>
                <a:cubicBezTo>
                  <a:pt x="2377" y="53"/>
                  <a:pt x="2370" y="58"/>
                  <a:pt x="2375" y="59"/>
                </a:cubicBezTo>
                <a:cubicBezTo>
                  <a:pt x="2383" y="52"/>
                  <a:pt x="2389" y="44"/>
                  <a:pt x="2399" y="39"/>
                </a:cubicBezTo>
                <a:cubicBezTo>
                  <a:pt x="2399" y="32"/>
                  <a:pt x="2410" y="36"/>
                  <a:pt x="2410" y="28"/>
                </a:cubicBezTo>
                <a:cubicBezTo>
                  <a:pt x="2413" y="28"/>
                  <a:pt x="2413" y="24"/>
                  <a:pt x="2416" y="24"/>
                </a:cubicBezTo>
                <a:cubicBezTo>
                  <a:pt x="2420" y="23"/>
                  <a:pt x="2418" y="16"/>
                  <a:pt x="2423" y="17"/>
                </a:cubicBezTo>
                <a:cubicBezTo>
                  <a:pt x="2429" y="16"/>
                  <a:pt x="2428" y="8"/>
                  <a:pt x="2436" y="8"/>
                </a:cubicBezTo>
                <a:cubicBezTo>
                  <a:pt x="2436" y="5"/>
                  <a:pt x="2438" y="2"/>
                  <a:pt x="2440" y="0"/>
                </a:cubicBezTo>
                <a:cubicBezTo>
                  <a:pt x="2432" y="0"/>
                  <a:pt x="2432" y="0"/>
                  <a:pt x="2432" y="0"/>
                </a:cubicBezTo>
                <a:cubicBezTo>
                  <a:pt x="2430" y="2"/>
                  <a:pt x="2428" y="3"/>
                  <a:pt x="2427" y="6"/>
                </a:cubicBezTo>
                <a:cubicBezTo>
                  <a:pt x="2422" y="10"/>
                  <a:pt x="2417" y="14"/>
                  <a:pt x="2414" y="19"/>
                </a:cubicBezTo>
                <a:cubicBezTo>
                  <a:pt x="2406" y="21"/>
                  <a:pt x="2406" y="30"/>
                  <a:pt x="2399" y="32"/>
                </a:cubicBezTo>
                <a:cubicBezTo>
                  <a:pt x="2393" y="31"/>
                  <a:pt x="2395" y="37"/>
                  <a:pt x="2392" y="39"/>
                </a:cubicBezTo>
                <a:cubicBezTo>
                  <a:pt x="2387" y="39"/>
                  <a:pt x="2385" y="41"/>
                  <a:pt x="2386" y="46"/>
                </a:cubicBezTo>
                <a:close/>
                <a:moveTo>
                  <a:pt x="2569" y="59"/>
                </a:moveTo>
                <a:cubicBezTo>
                  <a:pt x="2566" y="59"/>
                  <a:pt x="2566" y="62"/>
                  <a:pt x="2567" y="65"/>
                </a:cubicBezTo>
                <a:cubicBezTo>
                  <a:pt x="2549" y="87"/>
                  <a:pt x="2548" y="92"/>
                  <a:pt x="2543" y="93"/>
                </a:cubicBezTo>
                <a:cubicBezTo>
                  <a:pt x="2513" y="133"/>
                  <a:pt x="2508" y="135"/>
                  <a:pt x="2508" y="141"/>
                </a:cubicBezTo>
                <a:cubicBezTo>
                  <a:pt x="2473" y="177"/>
                  <a:pt x="2469" y="180"/>
                  <a:pt x="2466" y="185"/>
                </a:cubicBezTo>
                <a:cubicBezTo>
                  <a:pt x="2441" y="207"/>
                  <a:pt x="2443" y="212"/>
                  <a:pt x="2438" y="211"/>
                </a:cubicBezTo>
                <a:cubicBezTo>
                  <a:pt x="2407" y="240"/>
                  <a:pt x="2405" y="242"/>
                  <a:pt x="2405" y="246"/>
                </a:cubicBezTo>
                <a:cubicBezTo>
                  <a:pt x="2379" y="268"/>
                  <a:pt x="2378" y="282"/>
                  <a:pt x="2366" y="285"/>
                </a:cubicBezTo>
                <a:cubicBezTo>
                  <a:pt x="2344" y="325"/>
                  <a:pt x="2345" y="329"/>
                  <a:pt x="2342" y="329"/>
                </a:cubicBezTo>
                <a:cubicBezTo>
                  <a:pt x="2361" y="305"/>
                  <a:pt x="2369" y="301"/>
                  <a:pt x="2370" y="290"/>
                </a:cubicBezTo>
                <a:cubicBezTo>
                  <a:pt x="2392" y="267"/>
                  <a:pt x="2393" y="265"/>
                  <a:pt x="2397" y="266"/>
                </a:cubicBezTo>
                <a:cubicBezTo>
                  <a:pt x="2413" y="243"/>
                  <a:pt x="2418" y="242"/>
                  <a:pt x="2423" y="240"/>
                </a:cubicBezTo>
                <a:cubicBezTo>
                  <a:pt x="2446" y="214"/>
                  <a:pt x="2452" y="213"/>
                  <a:pt x="2455" y="209"/>
                </a:cubicBezTo>
                <a:cubicBezTo>
                  <a:pt x="2475" y="187"/>
                  <a:pt x="2477" y="185"/>
                  <a:pt x="2479" y="183"/>
                </a:cubicBezTo>
                <a:cubicBezTo>
                  <a:pt x="2492" y="165"/>
                  <a:pt x="2498" y="167"/>
                  <a:pt x="2497" y="161"/>
                </a:cubicBezTo>
                <a:cubicBezTo>
                  <a:pt x="2517" y="136"/>
                  <a:pt x="2528" y="137"/>
                  <a:pt x="2527" y="128"/>
                </a:cubicBezTo>
                <a:cubicBezTo>
                  <a:pt x="2563" y="79"/>
                  <a:pt x="2568" y="75"/>
                  <a:pt x="2573" y="72"/>
                </a:cubicBezTo>
                <a:cubicBezTo>
                  <a:pt x="2585" y="53"/>
                  <a:pt x="2586" y="50"/>
                  <a:pt x="2586" y="46"/>
                </a:cubicBezTo>
                <a:cubicBezTo>
                  <a:pt x="2615" y="7"/>
                  <a:pt x="2616" y="4"/>
                  <a:pt x="2617" y="0"/>
                </a:cubicBezTo>
                <a:cubicBezTo>
                  <a:pt x="2600" y="13"/>
                  <a:pt x="2595" y="15"/>
                  <a:pt x="2595" y="22"/>
                </a:cubicBezTo>
                <a:cubicBezTo>
                  <a:pt x="2579" y="41"/>
                  <a:pt x="2576" y="52"/>
                  <a:pt x="2569" y="59"/>
                </a:cubicBezTo>
                <a:close/>
                <a:moveTo>
                  <a:pt x="2351" y="28"/>
                </a:moveTo>
                <a:cubicBezTo>
                  <a:pt x="2351" y="32"/>
                  <a:pt x="2348" y="32"/>
                  <a:pt x="2346" y="35"/>
                </a:cubicBezTo>
                <a:cubicBezTo>
                  <a:pt x="2343" y="38"/>
                  <a:pt x="2340" y="42"/>
                  <a:pt x="2338" y="46"/>
                </a:cubicBezTo>
                <a:cubicBezTo>
                  <a:pt x="2333" y="44"/>
                  <a:pt x="2331" y="57"/>
                  <a:pt x="2336" y="59"/>
                </a:cubicBezTo>
                <a:cubicBezTo>
                  <a:pt x="2341" y="44"/>
                  <a:pt x="2352" y="36"/>
                  <a:pt x="2362" y="26"/>
                </a:cubicBezTo>
                <a:cubicBezTo>
                  <a:pt x="2366" y="20"/>
                  <a:pt x="2371" y="15"/>
                  <a:pt x="2377" y="11"/>
                </a:cubicBezTo>
                <a:cubicBezTo>
                  <a:pt x="2379" y="8"/>
                  <a:pt x="2383" y="6"/>
                  <a:pt x="2383" y="2"/>
                </a:cubicBezTo>
                <a:cubicBezTo>
                  <a:pt x="2385" y="1"/>
                  <a:pt x="2387" y="2"/>
                  <a:pt x="2388" y="0"/>
                </a:cubicBezTo>
                <a:cubicBezTo>
                  <a:pt x="2380" y="0"/>
                  <a:pt x="2380" y="0"/>
                  <a:pt x="2380" y="0"/>
                </a:cubicBezTo>
                <a:cubicBezTo>
                  <a:pt x="2378" y="2"/>
                  <a:pt x="2375" y="3"/>
                  <a:pt x="2375" y="6"/>
                </a:cubicBezTo>
                <a:cubicBezTo>
                  <a:pt x="2369" y="7"/>
                  <a:pt x="2367" y="12"/>
                  <a:pt x="2364" y="15"/>
                </a:cubicBezTo>
                <a:cubicBezTo>
                  <a:pt x="2363" y="20"/>
                  <a:pt x="2356" y="19"/>
                  <a:pt x="2357" y="26"/>
                </a:cubicBezTo>
                <a:cubicBezTo>
                  <a:pt x="2354" y="26"/>
                  <a:pt x="2353" y="27"/>
                  <a:pt x="2351" y="28"/>
                </a:cubicBezTo>
                <a:close/>
                <a:moveTo>
                  <a:pt x="2438" y="72"/>
                </a:moveTo>
                <a:cubicBezTo>
                  <a:pt x="2435" y="76"/>
                  <a:pt x="2432" y="80"/>
                  <a:pt x="2427" y="83"/>
                </a:cubicBezTo>
                <a:cubicBezTo>
                  <a:pt x="2425" y="89"/>
                  <a:pt x="2420" y="91"/>
                  <a:pt x="2416" y="96"/>
                </a:cubicBezTo>
                <a:cubicBezTo>
                  <a:pt x="2413" y="100"/>
                  <a:pt x="2407" y="101"/>
                  <a:pt x="2405" y="107"/>
                </a:cubicBezTo>
                <a:cubicBezTo>
                  <a:pt x="2403" y="112"/>
                  <a:pt x="2397" y="114"/>
                  <a:pt x="2394" y="120"/>
                </a:cubicBezTo>
                <a:cubicBezTo>
                  <a:pt x="2388" y="128"/>
                  <a:pt x="2381" y="137"/>
                  <a:pt x="2377" y="148"/>
                </a:cubicBezTo>
                <a:cubicBezTo>
                  <a:pt x="2372" y="151"/>
                  <a:pt x="2371" y="158"/>
                  <a:pt x="2368" y="163"/>
                </a:cubicBezTo>
                <a:cubicBezTo>
                  <a:pt x="2365" y="163"/>
                  <a:pt x="2367" y="169"/>
                  <a:pt x="2364" y="170"/>
                </a:cubicBezTo>
                <a:cubicBezTo>
                  <a:pt x="2362" y="172"/>
                  <a:pt x="2361" y="176"/>
                  <a:pt x="2362" y="181"/>
                </a:cubicBezTo>
                <a:cubicBezTo>
                  <a:pt x="2366" y="181"/>
                  <a:pt x="2367" y="179"/>
                  <a:pt x="2366" y="174"/>
                </a:cubicBezTo>
                <a:cubicBezTo>
                  <a:pt x="2369" y="173"/>
                  <a:pt x="2370" y="171"/>
                  <a:pt x="2370" y="168"/>
                </a:cubicBezTo>
                <a:cubicBezTo>
                  <a:pt x="2377" y="166"/>
                  <a:pt x="2375" y="156"/>
                  <a:pt x="2381" y="155"/>
                </a:cubicBezTo>
                <a:cubicBezTo>
                  <a:pt x="2385" y="142"/>
                  <a:pt x="2395" y="136"/>
                  <a:pt x="2399" y="124"/>
                </a:cubicBezTo>
                <a:cubicBezTo>
                  <a:pt x="2408" y="118"/>
                  <a:pt x="2413" y="108"/>
                  <a:pt x="2423" y="102"/>
                </a:cubicBezTo>
                <a:cubicBezTo>
                  <a:pt x="2424" y="96"/>
                  <a:pt x="2429" y="94"/>
                  <a:pt x="2434" y="91"/>
                </a:cubicBezTo>
                <a:cubicBezTo>
                  <a:pt x="2434" y="84"/>
                  <a:pt x="2443" y="85"/>
                  <a:pt x="2445" y="78"/>
                </a:cubicBezTo>
                <a:cubicBezTo>
                  <a:pt x="2449" y="76"/>
                  <a:pt x="2453" y="72"/>
                  <a:pt x="2455" y="67"/>
                </a:cubicBezTo>
                <a:cubicBezTo>
                  <a:pt x="2456" y="64"/>
                  <a:pt x="2460" y="65"/>
                  <a:pt x="2462" y="63"/>
                </a:cubicBezTo>
                <a:cubicBezTo>
                  <a:pt x="2459" y="56"/>
                  <a:pt x="2469" y="61"/>
                  <a:pt x="2466" y="54"/>
                </a:cubicBezTo>
                <a:cubicBezTo>
                  <a:pt x="2472" y="53"/>
                  <a:pt x="2475" y="48"/>
                  <a:pt x="2479" y="46"/>
                </a:cubicBezTo>
                <a:cubicBezTo>
                  <a:pt x="2479" y="37"/>
                  <a:pt x="2489" y="39"/>
                  <a:pt x="2490" y="32"/>
                </a:cubicBezTo>
                <a:cubicBezTo>
                  <a:pt x="2500" y="20"/>
                  <a:pt x="2512" y="11"/>
                  <a:pt x="2523" y="0"/>
                </a:cubicBezTo>
                <a:cubicBezTo>
                  <a:pt x="2509" y="0"/>
                  <a:pt x="2509" y="0"/>
                  <a:pt x="2509" y="0"/>
                </a:cubicBezTo>
                <a:cubicBezTo>
                  <a:pt x="2508" y="1"/>
                  <a:pt x="2507" y="2"/>
                  <a:pt x="2506" y="2"/>
                </a:cubicBezTo>
                <a:cubicBezTo>
                  <a:pt x="2506" y="6"/>
                  <a:pt x="2504" y="8"/>
                  <a:pt x="2501" y="8"/>
                </a:cubicBezTo>
                <a:cubicBezTo>
                  <a:pt x="2498" y="9"/>
                  <a:pt x="2500" y="14"/>
                  <a:pt x="2495" y="13"/>
                </a:cubicBezTo>
                <a:cubicBezTo>
                  <a:pt x="2494" y="16"/>
                  <a:pt x="2491" y="16"/>
                  <a:pt x="2490" y="19"/>
                </a:cubicBezTo>
                <a:cubicBezTo>
                  <a:pt x="2490" y="23"/>
                  <a:pt x="2483" y="21"/>
                  <a:pt x="2484" y="26"/>
                </a:cubicBezTo>
                <a:cubicBezTo>
                  <a:pt x="2468" y="41"/>
                  <a:pt x="2454" y="57"/>
                  <a:pt x="2438" y="72"/>
                </a:cubicBezTo>
                <a:close/>
                <a:moveTo>
                  <a:pt x="2508" y="35"/>
                </a:moveTo>
                <a:cubicBezTo>
                  <a:pt x="2506" y="40"/>
                  <a:pt x="2501" y="40"/>
                  <a:pt x="2499" y="46"/>
                </a:cubicBezTo>
                <a:cubicBezTo>
                  <a:pt x="2484" y="62"/>
                  <a:pt x="2478" y="60"/>
                  <a:pt x="2479" y="65"/>
                </a:cubicBezTo>
                <a:cubicBezTo>
                  <a:pt x="2463" y="80"/>
                  <a:pt x="2459" y="80"/>
                  <a:pt x="2458" y="83"/>
                </a:cubicBezTo>
                <a:cubicBezTo>
                  <a:pt x="2444" y="102"/>
                  <a:pt x="2434" y="106"/>
                  <a:pt x="2427" y="113"/>
                </a:cubicBezTo>
                <a:cubicBezTo>
                  <a:pt x="2414" y="132"/>
                  <a:pt x="2408" y="130"/>
                  <a:pt x="2410" y="135"/>
                </a:cubicBezTo>
                <a:cubicBezTo>
                  <a:pt x="2383" y="161"/>
                  <a:pt x="2382" y="173"/>
                  <a:pt x="2375" y="179"/>
                </a:cubicBezTo>
                <a:cubicBezTo>
                  <a:pt x="2355" y="218"/>
                  <a:pt x="2355" y="224"/>
                  <a:pt x="2351" y="224"/>
                </a:cubicBezTo>
                <a:cubicBezTo>
                  <a:pt x="2344" y="254"/>
                  <a:pt x="2335" y="259"/>
                  <a:pt x="2342" y="261"/>
                </a:cubicBezTo>
                <a:cubicBezTo>
                  <a:pt x="2366" y="200"/>
                  <a:pt x="2372" y="200"/>
                  <a:pt x="2373" y="196"/>
                </a:cubicBezTo>
                <a:cubicBezTo>
                  <a:pt x="2395" y="169"/>
                  <a:pt x="2391" y="160"/>
                  <a:pt x="2397" y="161"/>
                </a:cubicBezTo>
                <a:cubicBezTo>
                  <a:pt x="2420" y="141"/>
                  <a:pt x="2418" y="135"/>
                  <a:pt x="2421" y="133"/>
                </a:cubicBezTo>
                <a:cubicBezTo>
                  <a:pt x="2456" y="96"/>
                  <a:pt x="2463" y="93"/>
                  <a:pt x="2466" y="87"/>
                </a:cubicBezTo>
                <a:cubicBezTo>
                  <a:pt x="2495" y="64"/>
                  <a:pt x="2495" y="59"/>
                  <a:pt x="2499" y="59"/>
                </a:cubicBezTo>
                <a:cubicBezTo>
                  <a:pt x="2518" y="37"/>
                  <a:pt x="2524" y="32"/>
                  <a:pt x="2530" y="28"/>
                </a:cubicBezTo>
                <a:cubicBezTo>
                  <a:pt x="2545" y="8"/>
                  <a:pt x="2549" y="7"/>
                  <a:pt x="2551" y="4"/>
                </a:cubicBezTo>
                <a:cubicBezTo>
                  <a:pt x="2541" y="2"/>
                  <a:pt x="2540" y="3"/>
                  <a:pt x="2538" y="4"/>
                </a:cubicBezTo>
                <a:close/>
                <a:moveTo>
                  <a:pt x="3098" y="2129"/>
                </a:moveTo>
                <a:cubicBezTo>
                  <a:pt x="3093" y="2124"/>
                  <a:pt x="3098" y="2119"/>
                  <a:pt x="3093" y="2113"/>
                </a:cubicBezTo>
                <a:cubicBezTo>
                  <a:pt x="3086" y="2064"/>
                  <a:pt x="3077" y="2058"/>
                  <a:pt x="3079" y="2054"/>
                </a:cubicBezTo>
                <a:cubicBezTo>
                  <a:pt x="3040" y="1980"/>
                  <a:pt x="3047" y="1984"/>
                  <a:pt x="3048" y="1988"/>
                </a:cubicBezTo>
                <a:cubicBezTo>
                  <a:pt x="3064" y="2024"/>
                  <a:pt x="3062" y="2030"/>
                  <a:pt x="3069" y="2036"/>
                </a:cubicBezTo>
                <a:cubicBezTo>
                  <a:pt x="3073" y="2062"/>
                  <a:pt x="3074" y="2065"/>
                  <a:pt x="3078" y="2069"/>
                </a:cubicBezTo>
                <a:cubicBezTo>
                  <a:pt x="3075" y="2066"/>
                  <a:pt x="3067" y="2062"/>
                  <a:pt x="3071" y="2058"/>
                </a:cubicBezTo>
                <a:cubicBezTo>
                  <a:pt x="3019" y="1980"/>
                  <a:pt x="3021" y="1968"/>
                  <a:pt x="3011" y="1974"/>
                </a:cubicBezTo>
                <a:cubicBezTo>
                  <a:pt x="3035" y="2011"/>
                  <a:pt x="3044" y="2015"/>
                  <a:pt x="3046" y="2019"/>
                </a:cubicBezTo>
                <a:cubicBezTo>
                  <a:pt x="3060" y="2063"/>
                  <a:pt x="3065" y="2068"/>
                  <a:pt x="3067" y="2073"/>
                </a:cubicBezTo>
                <a:cubicBezTo>
                  <a:pt x="3073" y="2103"/>
                  <a:pt x="3074" y="2105"/>
                  <a:pt x="3071" y="2107"/>
                </a:cubicBezTo>
                <a:cubicBezTo>
                  <a:pt x="3078" y="2130"/>
                  <a:pt x="3077" y="2132"/>
                  <a:pt x="3077" y="2134"/>
                </a:cubicBezTo>
                <a:cubicBezTo>
                  <a:pt x="3065" y="2103"/>
                  <a:pt x="3062" y="2098"/>
                  <a:pt x="3061" y="2093"/>
                </a:cubicBezTo>
                <a:cubicBezTo>
                  <a:pt x="3054" y="2074"/>
                  <a:pt x="3050" y="2071"/>
                  <a:pt x="3051" y="2069"/>
                </a:cubicBezTo>
                <a:cubicBezTo>
                  <a:pt x="2992" y="2001"/>
                  <a:pt x="2987" y="1997"/>
                  <a:pt x="2983" y="1990"/>
                </a:cubicBezTo>
                <a:cubicBezTo>
                  <a:pt x="3043" y="2076"/>
                  <a:pt x="3050" y="2086"/>
                  <a:pt x="3056" y="2097"/>
                </a:cubicBezTo>
                <a:cubicBezTo>
                  <a:pt x="3062" y="2124"/>
                  <a:pt x="3060" y="2124"/>
                  <a:pt x="3060" y="2125"/>
                </a:cubicBezTo>
                <a:cubicBezTo>
                  <a:pt x="3064" y="2144"/>
                  <a:pt x="3068" y="2146"/>
                  <a:pt x="3068" y="2147"/>
                </a:cubicBezTo>
                <a:cubicBezTo>
                  <a:pt x="3078" y="2160"/>
                  <a:pt x="3078" y="2160"/>
                  <a:pt x="3078" y="2160"/>
                </a:cubicBezTo>
                <a:cubicBezTo>
                  <a:pt x="3079" y="2148"/>
                  <a:pt x="3079" y="2154"/>
                  <a:pt x="3079" y="2160"/>
                </a:cubicBezTo>
                <a:cubicBezTo>
                  <a:pt x="3087" y="2158"/>
                  <a:pt x="3088" y="2155"/>
                  <a:pt x="3088" y="2153"/>
                </a:cubicBezTo>
                <a:cubicBezTo>
                  <a:pt x="3082" y="2102"/>
                  <a:pt x="3079" y="2093"/>
                  <a:pt x="3077" y="2085"/>
                </a:cubicBezTo>
                <a:cubicBezTo>
                  <a:pt x="3087" y="2106"/>
                  <a:pt x="3084" y="2112"/>
                  <a:pt x="3088" y="2118"/>
                </a:cubicBezTo>
                <a:cubicBezTo>
                  <a:pt x="3091" y="2155"/>
                  <a:pt x="3092" y="2158"/>
                  <a:pt x="3093" y="2160"/>
                </a:cubicBezTo>
                <a:cubicBezTo>
                  <a:pt x="3101" y="2149"/>
                  <a:pt x="3096" y="2139"/>
                  <a:pt x="3098" y="2129"/>
                </a:cubicBezTo>
                <a:close/>
                <a:moveTo>
                  <a:pt x="2730" y="4"/>
                </a:moveTo>
                <a:cubicBezTo>
                  <a:pt x="2730" y="10"/>
                  <a:pt x="2731" y="13"/>
                  <a:pt x="2735" y="15"/>
                </a:cubicBezTo>
                <a:cubicBezTo>
                  <a:pt x="2759" y="58"/>
                  <a:pt x="2759" y="68"/>
                  <a:pt x="2765" y="72"/>
                </a:cubicBezTo>
                <a:cubicBezTo>
                  <a:pt x="2788" y="115"/>
                  <a:pt x="2789" y="123"/>
                  <a:pt x="2793" y="128"/>
                </a:cubicBezTo>
                <a:cubicBezTo>
                  <a:pt x="2807" y="153"/>
                  <a:pt x="2810" y="159"/>
                  <a:pt x="2815" y="163"/>
                </a:cubicBezTo>
                <a:cubicBezTo>
                  <a:pt x="2837" y="203"/>
                  <a:pt x="2835" y="211"/>
                  <a:pt x="2839" y="211"/>
                </a:cubicBezTo>
                <a:cubicBezTo>
                  <a:pt x="2837" y="204"/>
                  <a:pt x="2837" y="199"/>
                  <a:pt x="2837" y="194"/>
                </a:cubicBezTo>
                <a:cubicBezTo>
                  <a:pt x="2804" y="142"/>
                  <a:pt x="2807" y="132"/>
                  <a:pt x="2802" y="131"/>
                </a:cubicBezTo>
                <a:cubicBezTo>
                  <a:pt x="2780" y="92"/>
                  <a:pt x="2781" y="90"/>
                  <a:pt x="2780" y="89"/>
                </a:cubicBezTo>
                <a:cubicBezTo>
                  <a:pt x="2772" y="61"/>
                  <a:pt x="2764" y="63"/>
                  <a:pt x="2765" y="56"/>
                </a:cubicBezTo>
                <a:cubicBezTo>
                  <a:pt x="2742" y="16"/>
                  <a:pt x="2749" y="13"/>
                  <a:pt x="2741" y="13"/>
                </a:cubicBezTo>
                <a:cubicBezTo>
                  <a:pt x="2727" y="2"/>
                  <a:pt x="2728" y="4"/>
                  <a:pt x="2730" y="4"/>
                </a:cubicBezTo>
                <a:close/>
                <a:moveTo>
                  <a:pt x="2729" y="2032"/>
                </a:moveTo>
                <a:cubicBezTo>
                  <a:pt x="2713" y="2020"/>
                  <a:pt x="2697" y="2002"/>
                  <a:pt x="2681" y="1987"/>
                </a:cubicBezTo>
                <a:cubicBezTo>
                  <a:pt x="2676" y="1986"/>
                  <a:pt x="2671" y="1980"/>
                  <a:pt x="2665" y="1978"/>
                </a:cubicBezTo>
                <a:cubicBezTo>
                  <a:pt x="2660" y="1970"/>
                  <a:pt x="2655" y="1972"/>
                  <a:pt x="2650" y="1965"/>
                </a:cubicBezTo>
                <a:cubicBezTo>
                  <a:pt x="2648" y="1962"/>
                  <a:pt x="2645" y="1963"/>
                  <a:pt x="2643" y="1960"/>
                </a:cubicBezTo>
                <a:cubicBezTo>
                  <a:pt x="2642" y="1961"/>
                  <a:pt x="2634" y="1956"/>
                  <a:pt x="2637" y="1962"/>
                </a:cubicBezTo>
                <a:cubicBezTo>
                  <a:pt x="2645" y="1963"/>
                  <a:pt x="2653" y="1974"/>
                  <a:pt x="2662" y="1978"/>
                </a:cubicBezTo>
                <a:cubicBezTo>
                  <a:pt x="2672" y="1992"/>
                  <a:pt x="2683" y="1992"/>
                  <a:pt x="2693" y="2006"/>
                </a:cubicBezTo>
                <a:cubicBezTo>
                  <a:pt x="2696" y="2004"/>
                  <a:pt x="2694" y="2010"/>
                  <a:pt x="2697" y="2008"/>
                </a:cubicBezTo>
                <a:cubicBezTo>
                  <a:pt x="2699" y="2011"/>
                  <a:pt x="2702" y="2014"/>
                  <a:pt x="2704" y="2016"/>
                </a:cubicBezTo>
                <a:cubicBezTo>
                  <a:pt x="2709" y="2024"/>
                  <a:pt x="2715" y="2026"/>
                  <a:pt x="2720" y="2031"/>
                </a:cubicBezTo>
                <a:cubicBezTo>
                  <a:pt x="2743" y="2058"/>
                  <a:pt x="2766" y="2084"/>
                  <a:pt x="2789" y="2110"/>
                </a:cubicBezTo>
                <a:cubicBezTo>
                  <a:pt x="2794" y="2119"/>
                  <a:pt x="2805" y="2136"/>
                  <a:pt x="2811" y="2146"/>
                </a:cubicBezTo>
                <a:cubicBezTo>
                  <a:pt x="2815" y="2150"/>
                  <a:pt x="2819" y="2155"/>
                  <a:pt x="2822" y="2160"/>
                </a:cubicBezTo>
                <a:cubicBezTo>
                  <a:pt x="2833" y="2160"/>
                  <a:pt x="2833" y="2160"/>
                  <a:pt x="2833" y="2160"/>
                </a:cubicBezTo>
                <a:cubicBezTo>
                  <a:pt x="2819" y="2141"/>
                  <a:pt x="2808" y="2121"/>
                  <a:pt x="2793" y="2101"/>
                </a:cubicBezTo>
                <a:cubicBezTo>
                  <a:pt x="2769" y="2071"/>
                  <a:pt x="2752" y="2059"/>
                  <a:pt x="2729" y="2032"/>
                </a:cubicBezTo>
                <a:close/>
                <a:moveTo>
                  <a:pt x="2593" y="2068"/>
                </a:moveTo>
                <a:cubicBezTo>
                  <a:pt x="2590" y="2060"/>
                  <a:pt x="2586" y="2052"/>
                  <a:pt x="2577" y="2043"/>
                </a:cubicBezTo>
                <a:cubicBezTo>
                  <a:pt x="2574" y="2034"/>
                  <a:pt x="2569" y="2024"/>
                  <a:pt x="2561" y="2015"/>
                </a:cubicBezTo>
                <a:cubicBezTo>
                  <a:pt x="2556" y="2010"/>
                  <a:pt x="2562" y="2004"/>
                  <a:pt x="2554" y="2003"/>
                </a:cubicBezTo>
                <a:cubicBezTo>
                  <a:pt x="2558" y="1999"/>
                  <a:pt x="2542" y="1993"/>
                  <a:pt x="2547" y="1989"/>
                </a:cubicBezTo>
                <a:cubicBezTo>
                  <a:pt x="2539" y="1985"/>
                  <a:pt x="2535" y="1972"/>
                  <a:pt x="2527" y="1963"/>
                </a:cubicBezTo>
                <a:cubicBezTo>
                  <a:pt x="2522" y="1953"/>
                  <a:pt x="2513" y="1943"/>
                  <a:pt x="2507" y="1934"/>
                </a:cubicBezTo>
                <a:cubicBezTo>
                  <a:pt x="2502" y="1938"/>
                  <a:pt x="2505" y="1942"/>
                  <a:pt x="2510" y="1946"/>
                </a:cubicBezTo>
                <a:cubicBezTo>
                  <a:pt x="2509" y="1950"/>
                  <a:pt x="2514" y="1955"/>
                  <a:pt x="2518" y="1959"/>
                </a:cubicBezTo>
                <a:cubicBezTo>
                  <a:pt x="2522" y="1968"/>
                  <a:pt x="2528" y="1977"/>
                  <a:pt x="2536" y="1987"/>
                </a:cubicBezTo>
                <a:cubicBezTo>
                  <a:pt x="2535" y="1994"/>
                  <a:pt x="2547" y="2003"/>
                  <a:pt x="2549" y="2011"/>
                </a:cubicBezTo>
                <a:cubicBezTo>
                  <a:pt x="2552" y="2015"/>
                  <a:pt x="2550" y="2018"/>
                  <a:pt x="2556" y="2022"/>
                </a:cubicBezTo>
                <a:cubicBezTo>
                  <a:pt x="2553" y="2026"/>
                  <a:pt x="2564" y="2031"/>
                  <a:pt x="2561" y="2035"/>
                </a:cubicBezTo>
                <a:cubicBezTo>
                  <a:pt x="2574" y="2053"/>
                  <a:pt x="2580" y="2063"/>
                  <a:pt x="2590" y="2081"/>
                </a:cubicBezTo>
                <a:cubicBezTo>
                  <a:pt x="2617" y="2114"/>
                  <a:pt x="2628" y="2123"/>
                  <a:pt x="2652" y="2158"/>
                </a:cubicBezTo>
                <a:cubicBezTo>
                  <a:pt x="2653" y="2159"/>
                  <a:pt x="2654" y="2160"/>
                  <a:pt x="2655" y="2160"/>
                </a:cubicBezTo>
                <a:cubicBezTo>
                  <a:pt x="2668" y="2160"/>
                  <a:pt x="2668" y="2160"/>
                  <a:pt x="2668" y="2160"/>
                </a:cubicBezTo>
                <a:cubicBezTo>
                  <a:pt x="2649" y="2138"/>
                  <a:pt x="2635" y="2118"/>
                  <a:pt x="2614" y="2095"/>
                </a:cubicBezTo>
                <a:cubicBezTo>
                  <a:pt x="2611" y="2088"/>
                  <a:pt x="2603" y="2079"/>
                  <a:pt x="2593" y="2068"/>
                </a:cubicBezTo>
                <a:close/>
                <a:moveTo>
                  <a:pt x="2526" y="2071"/>
                </a:moveTo>
                <a:cubicBezTo>
                  <a:pt x="2526" y="2071"/>
                  <a:pt x="2524" y="2072"/>
                  <a:pt x="2524" y="2072"/>
                </a:cubicBezTo>
                <a:cubicBezTo>
                  <a:pt x="2524" y="2072"/>
                  <a:pt x="2519" y="2060"/>
                  <a:pt x="2519" y="2060"/>
                </a:cubicBezTo>
                <a:cubicBezTo>
                  <a:pt x="2518" y="2058"/>
                  <a:pt x="2517" y="2058"/>
                  <a:pt x="2516" y="2056"/>
                </a:cubicBezTo>
                <a:cubicBezTo>
                  <a:pt x="2506" y="2038"/>
                  <a:pt x="2496" y="2020"/>
                  <a:pt x="2481" y="2000"/>
                </a:cubicBezTo>
                <a:cubicBezTo>
                  <a:pt x="2460" y="1977"/>
                  <a:pt x="2453" y="1962"/>
                  <a:pt x="2430" y="1938"/>
                </a:cubicBezTo>
                <a:cubicBezTo>
                  <a:pt x="2422" y="1935"/>
                  <a:pt x="2415" y="1922"/>
                  <a:pt x="2408" y="1922"/>
                </a:cubicBezTo>
                <a:cubicBezTo>
                  <a:pt x="2410" y="1925"/>
                  <a:pt x="2411" y="1927"/>
                  <a:pt x="2413" y="1929"/>
                </a:cubicBezTo>
                <a:cubicBezTo>
                  <a:pt x="2415" y="1931"/>
                  <a:pt x="2418" y="1930"/>
                  <a:pt x="2416" y="1932"/>
                </a:cubicBezTo>
                <a:cubicBezTo>
                  <a:pt x="2421" y="1940"/>
                  <a:pt x="2420" y="1938"/>
                  <a:pt x="2426" y="1944"/>
                </a:cubicBezTo>
                <a:cubicBezTo>
                  <a:pt x="2435" y="1954"/>
                  <a:pt x="2444" y="1964"/>
                  <a:pt x="2452" y="1973"/>
                </a:cubicBezTo>
                <a:cubicBezTo>
                  <a:pt x="2451" y="1975"/>
                  <a:pt x="2451" y="1975"/>
                  <a:pt x="2452" y="1976"/>
                </a:cubicBezTo>
                <a:cubicBezTo>
                  <a:pt x="2455" y="1979"/>
                  <a:pt x="2459" y="1978"/>
                  <a:pt x="2458" y="1983"/>
                </a:cubicBezTo>
                <a:cubicBezTo>
                  <a:pt x="2462" y="1988"/>
                  <a:pt x="2466" y="1993"/>
                  <a:pt x="2471" y="1998"/>
                </a:cubicBezTo>
                <a:cubicBezTo>
                  <a:pt x="2468" y="2002"/>
                  <a:pt x="2478" y="2008"/>
                  <a:pt x="2480" y="2012"/>
                </a:cubicBezTo>
                <a:cubicBezTo>
                  <a:pt x="2478" y="2017"/>
                  <a:pt x="2488" y="2022"/>
                  <a:pt x="2490" y="2027"/>
                </a:cubicBezTo>
                <a:cubicBezTo>
                  <a:pt x="2495" y="2040"/>
                  <a:pt x="2506" y="2054"/>
                  <a:pt x="2511" y="2067"/>
                </a:cubicBezTo>
                <a:cubicBezTo>
                  <a:pt x="2516" y="2080"/>
                  <a:pt x="2531" y="2094"/>
                  <a:pt x="2534" y="2107"/>
                </a:cubicBezTo>
                <a:cubicBezTo>
                  <a:pt x="2540" y="2104"/>
                  <a:pt x="2536" y="2112"/>
                  <a:pt x="2540" y="2114"/>
                </a:cubicBezTo>
                <a:cubicBezTo>
                  <a:pt x="2544" y="2118"/>
                  <a:pt x="2540" y="2119"/>
                  <a:pt x="2546" y="2120"/>
                </a:cubicBezTo>
                <a:cubicBezTo>
                  <a:pt x="2542" y="2123"/>
                  <a:pt x="2550" y="2127"/>
                  <a:pt x="2551" y="2130"/>
                </a:cubicBezTo>
                <a:cubicBezTo>
                  <a:pt x="2557" y="2134"/>
                  <a:pt x="2555" y="2137"/>
                  <a:pt x="2558" y="2141"/>
                </a:cubicBezTo>
                <a:cubicBezTo>
                  <a:pt x="2564" y="2148"/>
                  <a:pt x="2569" y="2154"/>
                  <a:pt x="2573" y="2160"/>
                </a:cubicBezTo>
                <a:cubicBezTo>
                  <a:pt x="2586" y="2160"/>
                  <a:pt x="2586" y="2160"/>
                  <a:pt x="2586" y="2160"/>
                </a:cubicBezTo>
                <a:cubicBezTo>
                  <a:pt x="2570" y="2139"/>
                  <a:pt x="2553" y="2118"/>
                  <a:pt x="2541" y="2095"/>
                </a:cubicBezTo>
                <a:cubicBezTo>
                  <a:pt x="2533" y="2089"/>
                  <a:pt x="2531" y="2079"/>
                  <a:pt x="2526" y="2071"/>
                </a:cubicBezTo>
                <a:close/>
                <a:moveTo>
                  <a:pt x="2594" y="2142"/>
                </a:moveTo>
                <a:cubicBezTo>
                  <a:pt x="2588" y="2138"/>
                  <a:pt x="2596" y="2135"/>
                  <a:pt x="2590" y="2131"/>
                </a:cubicBezTo>
                <a:cubicBezTo>
                  <a:pt x="2586" y="2134"/>
                  <a:pt x="2585" y="2126"/>
                  <a:pt x="2584" y="2124"/>
                </a:cubicBezTo>
                <a:cubicBezTo>
                  <a:pt x="2581" y="2120"/>
                  <a:pt x="2578" y="2123"/>
                  <a:pt x="2575" y="2118"/>
                </a:cubicBezTo>
                <a:cubicBezTo>
                  <a:pt x="2581" y="2115"/>
                  <a:pt x="2567" y="2111"/>
                  <a:pt x="2573" y="2108"/>
                </a:cubicBezTo>
                <a:cubicBezTo>
                  <a:pt x="2572" y="2105"/>
                  <a:pt x="2564" y="2101"/>
                  <a:pt x="2567" y="2098"/>
                </a:cubicBezTo>
                <a:cubicBezTo>
                  <a:pt x="2564" y="2092"/>
                  <a:pt x="2558" y="2085"/>
                  <a:pt x="2556" y="2079"/>
                </a:cubicBezTo>
                <a:cubicBezTo>
                  <a:pt x="2545" y="2066"/>
                  <a:pt x="2543" y="2053"/>
                  <a:pt x="2530" y="2039"/>
                </a:cubicBezTo>
                <a:cubicBezTo>
                  <a:pt x="2520" y="2018"/>
                  <a:pt x="2508" y="1996"/>
                  <a:pt x="2494" y="1975"/>
                </a:cubicBezTo>
                <a:cubicBezTo>
                  <a:pt x="2486" y="1969"/>
                  <a:pt x="2487" y="1968"/>
                  <a:pt x="2481" y="1960"/>
                </a:cubicBezTo>
                <a:cubicBezTo>
                  <a:pt x="2474" y="1955"/>
                  <a:pt x="2476" y="1956"/>
                  <a:pt x="2469" y="1950"/>
                </a:cubicBezTo>
                <a:cubicBezTo>
                  <a:pt x="2464" y="1944"/>
                  <a:pt x="2459" y="1938"/>
                  <a:pt x="2453" y="1932"/>
                </a:cubicBezTo>
                <a:cubicBezTo>
                  <a:pt x="2450" y="1930"/>
                  <a:pt x="2448" y="1922"/>
                  <a:pt x="2445" y="1925"/>
                </a:cubicBezTo>
                <a:cubicBezTo>
                  <a:pt x="2442" y="1923"/>
                  <a:pt x="2439" y="1915"/>
                  <a:pt x="2436" y="1918"/>
                </a:cubicBezTo>
                <a:cubicBezTo>
                  <a:pt x="2438" y="1927"/>
                  <a:pt x="2447" y="1931"/>
                  <a:pt x="2453" y="1938"/>
                </a:cubicBezTo>
                <a:cubicBezTo>
                  <a:pt x="2469" y="1956"/>
                  <a:pt x="2486" y="1976"/>
                  <a:pt x="2499" y="1993"/>
                </a:cubicBezTo>
                <a:cubicBezTo>
                  <a:pt x="2501" y="2004"/>
                  <a:pt x="2507" y="2011"/>
                  <a:pt x="2511" y="2017"/>
                </a:cubicBezTo>
                <a:cubicBezTo>
                  <a:pt x="2515" y="2027"/>
                  <a:pt x="2522" y="2037"/>
                  <a:pt x="2525" y="2046"/>
                </a:cubicBezTo>
                <a:cubicBezTo>
                  <a:pt x="2532" y="2052"/>
                  <a:pt x="2530" y="2058"/>
                  <a:pt x="2537" y="2064"/>
                </a:cubicBezTo>
                <a:cubicBezTo>
                  <a:pt x="2536" y="2070"/>
                  <a:pt x="2547" y="2077"/>
                  <a:pt x="2545" y="2083"/>
                </a:cubicBezTo>
                <a:cubicBezTo>
                  <a:pt x="2554" y="2096"/>
                  <a:pt x="2560" y="2108"/>
                  <a:pt x="2566" y="2120"/>
                </a:cubicBezTo>
                <a:cubicBezTo>
                  <a:pt x="2570" y="2125"/>
                  <a:pt x="2575" y="2130"/>
                  <a:pt x="2579" y="2135"/>
                </a:cubicBezTo>
                <a:cubicBezTo>
                  <a:pt x="2583" y="2143"/>
                  <a:pt x="2590" y="2152"/>
                  <a:pt x="2595" y="2160"/>
                </a:cubicBezTo>
                <a:cubicBezTo>
                  <a:pt x="2607" y="2160"/>
                  <a:pt x="2607" y="2160"/>
                  <a:pt x="2607" y="2160"/>
                </a:cubicBezTo>
                <a:cubicBezTo>
                  <a:pt x="2605" y="2158"/>
                  <a:pt x="2603" y="2156"/>
                  <a:pt x="2601" y="2153"/>
                </a:cubicBezTo>
                <a:cubicBezTo>
                  <a:pt x="2601" y="2150"/>
                  <a:pt x="2598" y="2146"/>
                  <a:pt x="2594" y="2142"/>
                </a:cubicBezTo>
                <a:close/>
                <a:moveTo>
                  <a:pt x="2754" y="2103"/>
                </a:moveTo>
                <a:cubicBezTo>
                  <a:pt x="2742" y="2089"/>
                  <a:pt x="2730" y="2080"/>
                  <a:pt x="2724" y="2069"/>
                </a:cubicBezTo>
                <a:cubicBezTo>
                  <a:pt x="2673" y="2020"/>
                  <a:pt x="2658" y="2006"/>
                  <a:pt x="2642" y="1992"/>
                </a:cubicBezTo>
                <a:cubicBezTo>
                  <a:pt x="2611" y="1967"/>
                  <a:pt x="2603" y="1971"/>
                  <a:pt x="2595" y="1958"/>
                </a:cubicBezTo>
                <a:cubicBezTo>
                  <a:pt x="2552" y="1947"/>
                  <a:pt x="2570" y="1954"/>
                  <a:pt x="2579" y="1969"/>
                </a:cubicBezTo>
                <a:cubicBezTo>
                  <a:pt x="2603" y="1993"/>
                  <a:pt x="2607" y="1992"/>
                  <a:pt x="2605" y="1996"/>
                </a:cubicBezTo>
                <a:cubicBezTo>
                  <a:pt x="2621" y="2013"/>
                  <a:pt x="2630" y="2011"/>
                  <a:pt x="2630" y="2018"/>
                </a:cubicBezTo>
                <a:cubicBezTo>
                  <a:pt x="2705" y="2088"/>
                  <a:pt x="2711" y="2097"/>
                  <a:pt x="2730" y="2115"/>
                </a:cubicBezTo>
                <a:cubicBezTo>
                  <a:pt x="2774" y="2160"/>
                  <a:pt x="2774" y="2160"/>
                  <a:pt x="2774" y="2160"/>
                </a:cubicBezTo>
                <a:cubicBezTo>
                  <a:pt x="2687" y="2056"/>
                  <a:pt x="2675" y="2048"/>
                  <a:pt x="2664" y="2034"/>
                </a:cubicBezTo>
                <a:cubicBezTo>
                  <a:pt x="2639" y="2016"/>
                  <a:pt x="2640" y="2011"/>
                  <a:pt x="2634" y="2009"/>
                </a:cubicBezTo>
                <a:cubicBezTo>
                  <a:pt x="2590" y="1961"/>
                  <a:pt x="2592" y="1965"/>
                  <a:pt x="2595" y="1967"/>
                </a:cubicBezTo>
                <a:cubicBezTo>
                  <a:pt x="2643" y="2000"/>
                  <a:pt x="2660" y="2019"/>
                  <a:pt x="2677" y="2032"/>
                </a:cubicBezTo>
                <a:cubicBezTo>
                  <a:pt x="2722" y="2081"/>
                  <a:pt x="2728" y="2091"/>
                  <a:pt x="2740" y="2104"/>
                </a:cubicBezTo>
                <a:cubicBezTo>
                  <a:pt x="2743" y="2107"/>
                  <a:pt x="2746" y="2106"/>
                  <a:pt x="2746" y="2107"/>
                </a:cubicBezTo>
                <a:cubicBezTo>
                  <a:pt x="2776" y="2144"/>
                  <a:pt x="2782" y="2152"/>
                  <a:pt x="2788" y="2160"/>
                </a:cubicBezTo>
                <a:cubicBezTo>
                  <a:pt x="2766" y="2118"/>
                  <a:pt x="2761" y="2111"/>
                  <a:pt x="2754" y="2103"/>
                </a:cubicBezTo>
                <a:close/>
                <a:moveTo>
                  <a:pt x="2693" y="2110"/>
                </a:moveTo>
                <a:cubicBezTo>
                  <a:pt x="2696" y="2104"/>
                  <a:pt x="2682" y="2098"/>
                  <a:pt x="2684" y="2092"/>
                </a:cubicBezTo>
                <a:cubicBezTo>
                  <a:pt x="2662" y="2071"/>
                  <a:pt x="2655" y="2066"/>
                  <a:pt x="2644" y="2057"/>
                </a:cubicBezTo>
                <a:cubicBezTo>
                  <a:pt x="2578" y="1981"/>
                  <a:pt x="2570" y="1972"/>
                  <a:pt x="2560" y="1960"/>
                </a:cubicBezTo>
                <a:cubicBezTo>
                  <a:pt x="2548" y="1932"/>
                  <a:pt x="2535" y="1928"/>
                  <a:pt x="2540" y="1925"/>
                </a:cubicBezTo>
                <a:cubicBezTo>
                  <a:pt x="2520" y="1893"/>
                  <a:pt x="2526" y="1881"/>
                  <a:pt x="2517" y="1885"/>
                </a:cubicBezTo>
                <a:cubicBezTo>
                  <a:pt x="2536" y="1948"/>
                  <a:pt x="2536" y="1956"/>
                  <a:pt x="2544" y="1966"/>
                </a:cubicBezTo>
                <a:cubicBezTo>
                  <a:pt x="2562" y="2002"/>
                  <a:pt x="2567" y="2009"/>
                  <a:pt x="2571" y="2017"/>
                </a:cubicBezTo>
                <a:cubicBezTo>
                  <a:pt x="2647" y="2106"/>
                  <a:pt x="2655" y="2116"/>
                  <a:pt x="2663" y="2125"/>
                </a:cubicBezTo>
                <a:cubicBezTo>
                  <a:pt x="2703" y="2158"/>
                  <a:pt x="2696" y="2155"/>
                  <a:pt x="2695" y="2152"/>
                </a:cubicBezTo>
                <a:cubicBezTo>
                  <a:pt x="2672" y="2122"/>
                  <a:pt x="2670" y="2119"/>
                  <a:pt x="2667" y="2116"/>
                </a:cubicBezTo>
                <a:cubicBezTo>
                  <a:pt x="2636" y="2077"/>
                  <a:pt x="2632" y="2073"/>
                  <a:pt x="2628" y="2069"/>
                </a:cubicBezTo>
                <a:cubicBezTo>
                  <a:pt x="2551" y="1971"/>
                  <a:pt x="2541" y="1952"/>
                  <a:pt x="2535" y="1933"/>
                </a:cubicBezTo>
                <a:cubicBezTo>
                  <a:pt x="2537" y="1931"/>
                  <a:pt x="2537" y="1933"/>
                  <a:pt x="2538" y="1936"/>
                </a:cubicBezTo>
                <a:cubicBezTo>
                  <a:pt x="2555" y="1961"/>
                  <a:pt x="2559" y="1971"/>
                  <a:pt x="2566" y="1981"/>
                </a:cubicBezTo>
                <a:cubicBezTo>
                  <a:pt x="2684" y="2109"/>
                  <a:pt x="2700" y="2128"/>
                  <a:pt x="2712" y="2137"/>
                </a:cubicBezTo>
                <a:cubicBezTo>
                  <a:pt x="2738" y="2156"/>
                  <a:pt x="2735" y="2152"/>
                  <a:pt x="2733" y="2148"/>
                </a:cubicBezTo>
                <a:close/>
                <a:moveTo>
                  <a:pt x="2591" y="2098"/>
                </a:moveTo>
                <a:cubicBezTo>
                  <a:pt x="2574" y="2082"/>
                  <a:pt x="2569" y="2066"/>
                  <a:pt x="2557" y="2050"/>
                </a:cubicBezTo>
                <a:cubicBezTo>
                  <a:pt x="2542" y="2025"/>
                  <a:pt x="2544" y="2022"/>
                  <a:pt x="2540" y="2018"/>
                </a:cubicBezTo>
                <a:cubicBezTo>
                  <a:pt x="2518" y="1973"/>
                  <a:pt x="2511" y="1965"/>
                  <a:pt x="2510" y="1957"/>
                </a:cubicBezTo>
                <a:cubicBezTo>
                  <a:pt x="2495" y="1931"/>
                  <a:pt x="2489" y="1936"/>
                  <a:pt x="2497" y="1942"/>
                </a:cubicBezTo>
                <a:cubicBezTo>
                  <a:pt x="2510" y="1978"/>
                  <a:pt x="2514" y="1981"/>
                  <a:pt x="2516" y="1984"/>
                </a:cubicBezTo>
                <a:cubicBezTo>
                  <a:pt x="2525" y="2012"/>
                  <a:pt x="2529" y="2015"/>
                  <a:pt x="2531" y="2017"/>
                </a:cubicBezTo>
                <a:cubicBezTo>
                  <a:pt x="2543" y="2038"/>
                  <a:pt x="2539" y="2041"/>
                  <a:pt x="2543" y="2044"/>
                </a:cubicBezTo>
                <a:cubicBezTo>
                  <a:pt x="2576" y="2100"/>
                  <a:pt x="2580" y="2103"/>
                  <a:pt x="2582" y="2106"/>
                </a:cubicBezTo>
                <a:cubicBezTo>
                  <a:pt x="2599" y="2132"/>
                  <a:pt x="2603" y="2135"/>
                  <a:pt x="2605" y="2138"/>
                </a:cubicBezTo>
                <a:cubicBezTo>
                  <a:pt x="2623" y="2154"/>
                  <a:pt x="2621" y="2156"/>
                  <a:pt x="2622" y="2158"/>
                </a:cubicBezTo>
                <a:cubicBezTo>
                  <a:pt x="2623" y="2145"/>
                  <a:pt x="2610" y="2129"/>
                  <a:pt x="2597" y="2113"/>
                </a:cubicBezTo>
                <a:close/>
                <a:moveTo>
                  <a:pt x="3033" y="2114"/>
                </a:moveTo>
                <a:cubicBezTo>
                  <a:pt x="3034" y="2107"/>
                  <a:pt x="3026" y="2100"/>
                  <a:pt x="3027" y="2094"/>
                </a:cubicBezTo>
                <a:cubicBezTo>
                  <a:pt x="3015" y="2078"/>
                  <a:pt x="3010" y="2064"/>
                  <a:pt x="2999" y="2048"/>
                </a:cubicBezTo>
                <a:cubicBezTo>
                  <a:pt x="2993" y="2042"/>
                  <a:pt x="2987" y="2035"/>
                  <a:pt x="2982" y="2029"/>
                </a:cubicBezTo>
                <a:cubicBezTo>
                  <a:pt x="2976" y="2019"/>
                  <a:pt x="2974" y="2020"/>
                  <a:pt x="2966" y="2011"/>
                </a:cubicBezTo>
                <a:cubicBezTo>
                  <a:pt x="2959" y="2006"/>
                  <a:pt x="2963" y="2002"/>
                  <a:pt x="2957" y="1998"/>
                </a:cubicBezTo>
                <a:cubicBezTo>
                  <a:pt x="2951" y="1998"/>
                  <a:pt x="2953" y="1992"/>
                  <a:pt x="2952" y="1991"/>
                </a:cubicBezTo>
                <a:cubicBezTo>
                  <a:pt x="2951" y="1991"/>
                  <a:pt x="2950" y="1993"/>
                  <a:pt x="2949" y="1991"/>
                </a:cubicBezTo>
                <a:cubicBezTo>
                  <a:pt x="2945" y="1988"/>
                  <a:pt x="2942" y="1983"/>
                  <a:pt x="2937" y="1978"/>
                </a:cubicBezTo>
                <a:cubicBezTo>
                  <a:pt x="2933" y="1980"/>
                  <a:pt x="2929" y="1969"/>
                  <a:pt x="2925" y="1971"/>
                </a:cubicBezTo>
                <a:cubicBezTo>
                  <a:pt x="2921" y="1969"/>
                  <a:pt x="2917" y="1962"/>
                  <a:pt x="2913" y="1967"/>
                </a:cubicBezTo>
                <a:cubicBezTo>
                  <a:pt x="2922" y="1978"/>
                  <a:pt x="2932" y="1982"/>
                  <a:pt x="2941" y="1989"/>
                </a:cubicBezTo>
                <a:cubicBezTo>
                  <a:pt x="2945" y="1997"/>
                  <a:pt x="2946" y="1998"/>
                  <a:pt x="2955" y="2005"/>
                </a:cubicBezTo>
                <a:cubicBezTo>
                  <a:pt x="2959" y="2009"/>
                  <a:pt x="2957" y="2013"/>
                  <a:pt x="2962" y="2017"/>
                </a:cubicBezTo>
                <a:cubicBezTo>
                  <a:pt x="2976" y="2032"/>
                  <a:pt x="2989" y="2047"/>
                  <a:pt x="2995" y="2057"/>
                </a:cubicBezTo>
                <a:cubicBezTo>
                  <a:pt x="3002" y="2065"/>
                  <a:pt x="3006" y="2073"/>
                  <a:pt x="3009" y="2080"/>
                </a:cubicBezTo>
                <a:cubicBezTo>
                  <a:pt x="3013" y="2084"/>
                  <a:pt x="3016" y="2088"/>
                  <a:pt x="3013" y="2091"/>
                </a:cubicBezTo>
                <a:cubicBezTo>
                  <a:pt x="3017" y="2095"/>
                  <a:pt x="3020" y="2099"/>
                  <a:pt x="3020" y="2102"/>
                </a:cubicBezTo>
                <a:cubicBezTo>
                  <a:pt x="3026" y="2117"/>
                  <a:pt x="3033" y="2132"/>
                  <a:pt x="3039" y="2147"/>
                </a:cubicBezTo>
                <a:cubicBezTo>
                  <a:pt x="3040" y="2151"/>
                  <a:pt x="3041" y="2156"/>
                  <a:pt x="3042" y="2160"/>
                </a:cubicBezTo>
                <a:cubicBezTo>
                  <a:pt x="3052" y="2160"/>
                  <a:pt x="3052" y="2160"/>
                  <a:pt x="3052" y="2160"/>
                </a:cubicBezTo>
                <a:cubicBezTo>
                  <a:pt x="3049" y="2152"/>
                  <a:pt x="3045" y="2143"/>
                  <a:pt x="3046" y="2135"/>
                </a:cubicBezTo>
                <a:cubicBezTo>
                  <a:pt x="3039" y="2128"/>
                  <a:pt x="3040" y="2121"/>
                  <a:pt x="3033" y="2114"/>
                </a:cubicBezTo>
                <a:close/>
                <a:moveTo>
                  <a:pt x="2537" y="2130"/>
                </a:moveTo>
                <a:cubicBezTo>
                  <a:pt x="2524" y="2116"/>
                  <a:pt x="2523" y="2103"/>
                  <a:pt x="2514" y="2093"/>
                </a:cubicBezTo>
                <a:cubicBezTo>
                  <a:pt x="2504" y="2070"/>
                  <a:pt x="2497" y="2066"/>
                  <a:pt x="2499" y="2063"/>
                </a:cubicBezTo>
                <a:cubicBezTo>
                  <a:pt x="2497" y="2052"/>
                  <a:pt x="2484" y="2048"/>
                  <a:pt x="2489" y="2045"/>
                </a:cubicBezTo>
                <a:cubicBezTo>
                  <a:pt x="2476" y="2022"/>
                  <a:pt x="2468" y="2018"/>
                  <a:pt x="2471" y="2015"/>
                </a:cubicBezTo>
                <a:cubicBezTo>
                  <a:pt x="2435" y="1967"/>
                  <a:pt x="2425" y="1955"/>
                  <a:pt x="2414" y="1943"/>
                </a:cubicBezTo>
                <a:cubicBezTo>
                  <a:pt x="2373" y="1912"/>
                  <a:pt x="2369" y="1896"/>
                  <a:pt x="2364" y="1900"/>
                </a:cubicBezTo>
                <a:cubicBezTo>
                  <a:pt x="2381" y="1915"/>
                  <a:pt x="2378" y="1916"/>
                  <a:pt x="2380" y="1918"/>
                </a:cubicBezTo>
                <a:cubicBezTo>
                  <a:pt x="2388" y="1923"/>
                  <a:pt x="2388" y="1926"/>
                  <a:pt x="2389" y="1927"/>
                </a:cubicBezTo>
                <a:cubicBezTo>
                  <a:pt x="2400" y="1940"/>
                  <a:pt x="2408" y="1942"/>
                  <a:pt x="2409" y="1947"/>
                </a:cubicBezTo>
                <a:cubicBezTo>
                  <a:pt x="2443" y="1995"/>
                  <a:pt x="2452" y="1999"/>
                  <a:pt x="2449" y="2002"/>
                </a:cubicBezTo>
                <a:cubicBezTo>
                  <a:pt x="2487" y="2063"/>
                  <a:pt x="2491" y="2067"/>
                  <a:pt x="2487" y="2070"/>
                </a:cubicBezTo>
                <a:cubicBezTo>
                  <a:pt x="2506" y="2104"/>
                  <a:pt x="2514" y="2108"/>
                  <a:pt x="2512" y="2112"/>
                </a:cubicBezTo>
                <a:cubicBezTo>
                  <a:pt x="2539" y="2152"/>
                  <a:pt x="2543" y="2157"/>
                  <a:pt x="2546" y="2160"/>
                </a:cubicBezTo>
                <a:cubicBezTo>
                  <a:pt x="2540" y="2140"/>
                  <a:pt x="2541" y="2135"/>
                  <a:pt x="2537" y="2130"/>
                </a:cubicBezTo>
                <a:close/>
                <a:moveTo>
                  <a:pt x="2359" y="2098"/>
                </a:moveTo>
                <a:cubicBezTo>
                  <a:pt x="2355" y="2093"/>
                  <a:pt x="2356" y="2088"/>
                  <a:pt x="2351" y="2082"/>
                </a:cubicBezTo>
                <a:cubicBezTo>
                  <a:pt x="2335" y="2044"/>
                  <a:pt x="2331" y="2038"/>
                  <a:pt x="2328" y="2033"/>
                </a:cubicBezTo>
                <a:cubicBezTo>
                  <a:pt x="2301" y="1982"/>
                  <a:pt x="2293" y="1965"/>
                  <a:pt x="2285" y="1948"/>
                </a:cubicBezTo>
                <a:cubicBezTo>
                  <a:pt x="2224" y="1882"/>
                  <a:pt x="2221" y="1878"/>
                  <a:pt x="2218" y="1874"/>
                </a:cubicBezTo>
                <a:cubicBezTo>
                  <a:pt x="2188" y="1841"/>
                  <a:pt x="2182" y="1834"/>
                  <a:pt x="2176" y="1827"/>
                </a:cubicBezTo>
                <a:cubicBezTo>
                  <a:pt x="2168" y="1800"/>
                  <a:pt x="2167" y="1797"/>
                  <a:pt x="2164" y="1793"/>
                </a:cubicBezTo>
                <a:cubicBezTo>
                  <a:pt x="2171" y="1829"/>
                  <a:pt x="2175" y="1832"/>
                  <a:pt x="2177" y="1835"/>
                </a:cubicBezTo>
                <a:cubicBezTo>
                  <a:pt x="2193" y="1872"/>
                  <a:pt x="2204" y="1885"/>
                  <a:pt x="2212" y="1897"/>
                </a:cubicBezTo>
                <a:cubicBezTo>
                  <a:pt x="2261" y="1978"/>
                  <a:pt x="2271" y="1983"/>
                  <a:pt x="2264" y="1987"/>
                </a:cubicBezTo>
                <a:cubicBezTo>
                  <a:pt x="2277" y="2021"/>
                  <a:pt x="2288" y="2026"/>
                  <a:pt x="2285" y="2030"/>
                </a:cubicBezTo>
                <a:cubicBezTo>
                  <a:pt x="2303" y="2068"/>
                  <a:pt x="2301" y="2072"/>
                  <a:pt x="2302" y="2076"/>
                </a:cubicBezTo>
                <a:cubicBezTo>
                  <a:pt x="2322" y="2110"/>
                  <a:pt x="2320" y="2114"/>
                  <a:pt x="2324" y="2118"/>
                </a:cubicBezTo>
                <a:cubicBezTo>
                  <a:pt x="2337" y="2145"/>
                  <a:pt x="2350" y="2149"/>
                  <a:pt x="2344" y="2152"/>
                </a:cubicBezTo>
                <a:cubicBezTo>
                  <a:pt x="2314" y="2125"/>
                  <a:pt x="2312" y="2120"/>
                  <a:pt x="2308" y="2120"/>
                </a:cubicBezTo>
                <a:cubicBezTo>
                  <a:pt x="2286" y="2084"/>
                  <a:pt x="2287" y="2074"/>
                  <a:pt x="2278" y="2062"/>
                </a:cubicBezTo>
                <a:cubicBezTo>
                  <a:pt x="2250" y="1984"/>
                  <a:pt x="2245" y="1972"/>
                  <a:pt x="2241" y="1961"/>
                </a:cubicBezTo>
                <a:cubicBezTo>
                  <a:pt x="2207" y="1901"/>
                  <a:pt x="2203" y="1897"/>
                  <a:pt x="2199" y="1893"/>
                </a:cubicBezTo>
                <a:cubicBezTo>
                  <a:pt x="2180" y="1859"/>
                  <a:pt x="2173" y="1847"/>
                  <a:pt x="2168" y="1834"/>
                </a:cubicBezTo>
                <a:cubicBezTo>
                  <a:pt x="2156" y="1801"/>
                  <a:pt x="2161" y="1800"/>
                  <a:pt x="2155" y="1799"/>
                </a:cubicBezTo>
                <a:cubicBezTo>
                  <a:pt x="2162" y="1855"/>
                  <a:pt x="2173" y="1859"/>
                  <a:pt x="2171" y="1863"/>
                </a:cubicBezTo>
                <a:cubicBezTo>
                  <a:pt x="2220" y="1937"/>
                  <a:pt x="2218" y="1940"/>
                  <a:pt x="2219" y="1942"/>
                </a:cubicBezTo>
                <a:cubicBezTo>
                  <a:pt x="2235" y="1976"/>
                  <a:pt x="2242" y="1984"/>
                  <a:pt x="2242" y="1992"/>
                </a:cubicBezTo>
                <a:cubicBezTo>
                  <a:pt x="2250" y="2025"/>
                  <a:pt x="2261" y="2035"/>
                  <a:pt x="2259" y="2044"/>
                </a:cubicBezTo>
                <a:cubicBezTo>
                  <a:pt x="2271" y="2072"/>
                  <a:pt x="2281" y="2080"/>
                  <a:pt x="2279" y="2087"/>
                </a:cubicBezTo>
                <a:cubicBezTo>
                  <a:pt x="2297" y="2123"/>
                  <a:pt x="2306" y="2127"/>
                  <a:pt x="2303" y="2130"/>
                </a:cubicBezTo>
                <a:cubicBezTo>
                  <a:pt x="2288" y="2117"/>
                  <a:pt x="2278" y="2115"/>
                  <a:pt x="2273" y="2107"/>
                </a:cubicBezTo>
                <a:cubicBezTo>
                  <a:pt x="2244" y="2046"/>
                  <a:pt x="2250" y="2043"/>
                  <a:pt x="2247" y="2040"/>
                </a:cubicBezTo>
                <a:cubicBezTo>
                  <a:pt x="2239" y="2016"/>
                  <a:pt x="2232" y="2013"/>
                  <a:pt x="2235" y="2010"/>
                </a:cubicBezTo>
                <a:cubicBezTo>
                  <a:pt x="2222" y="1977"/>
                  <a:pt x="2214" y="1973"/>
                  <a:pt x="2218" y="1970"/>
                </a:cubicBezTo>
                <a:cubicBezTo>
                  <a:pt x="2196" y="1923"/>
                  <a:pt x="2187" y="1916"/>
                  <a:pt x="2188" y="1909"/>
                </a:cubicBezTo>
                <a:cubicBezTo>
                  <a:pt x="2172" y="1880"/>
                  <a:pt x="2172" y="1877"/>
                  <a:pt x="2170" y="1879"/>
                </a:cubicBezTo>
                <a:cubicBezTo>
                  <a:pt x="2148" y="1849"/>
                  <a:pt x="2146" y="1846"/>
                  <a:pt x="2140" y="1841"/>
                </a:cubicBezTo>
                <a:cubicBezTo>
                  <a:pt x="2122" y="1818"/>
                  <a:pt x="2120" y="1815"/>
                  <a:pt x="2120" y="1812"/>
                </a:cubicBezTo>
                <a:cubicBezTo>
                  <a:pt x="2133" y="1844"/>
                  <a:pt x="2148" y="1854"/>
                  <a:pt x="2149" y="1862"/>
                </a:cubicBezTo>
                <a:cubicBezTo>
                  <a:pt x="2163" y="1878"/>
                  <a:pt x="2160" y="1878"/>
                  <a:pt x="2166" y="1882"/>
                </a:cubicBezTo>
                <a:cubicBezTo>
                  <a:pt x="2182" y="1914"/>
                  <a:pt x="2180" y="1918"/>
                  <a:pt x="2184" y="1921"/>
                </a:cubicBezTo>
                <a:cubicBezTo>
                  <a:pt x="2203" y="1968"/>
                  <a:pt x="2210" y="1974"/>
                  <a:pt x="2209" y="1980"/>
                </a:cubicBezTo>
                <a:cubicBezTo>
                  <a:pt x="2222" y="2004"/>
                  <a:pt x="2224" y="2008"/>
                  <a:pt x="2224" y="2011"/>
                </a:cubicBezTo>
                <a:cubicBezTo>
                  <a:pt x="2245" y="2053"/>
                  <a:pt x="2243" y="2065"/>
                  <a:pt x="2251" y="2077"/>
                </a:cubicBezTo>
                <a:cubicBezTo>
                  <a:pt x="2258" y="2112"/>
                  <a:pt x="2252" y="2108"/>
                  <a:pt x="2246" y="2105"/>
                </a:cubicBezTo>
                <a:cubicBezTo>
                  <a:pt x="2234" y="2075"/>
                  <a:pt x="2228" y="2071"/>
                  <a:pt x="2230" y="2067"/>
                </a:cubicBezTo>
                <a:cubicBezTo>
                  <a:pt x="2214" y="2023"/>
                  <a:pt x="2210" y="2019"/>
                  <a:pt x="2210" y="2014"/>
                </a:cubicBezTo>
                <a:cubicBezTo>
                  <a:pt x="2191" y="1966"/>
                  <a:pt x="2190" y="1957"/>
                  <a:pt x="2183" y="1948"/>
                </a:cubicBezTo>
                <a:cubicBezTo>
                  <a:pt x="2115" y="1843"/>
                  <a:pt x="2109" y="1836"/>
                  <a:pt x="2102" y="1828"/>
                </a:cubicBezTo>
                <a:cubicBezTo>
                  <a:pt x="2084" y="1810"/>
                  <a:pt x="2089" y="1820"/>
                  <a:pt x="2100" y="1829"/>
                </a:cubicBezTo>
                <a:cubicBezTo>
                  <a:pt x="2180" y="1968"/>
                  <a:pt x="2187" y="1974"/>
                  <a:pt x="2184" y="1979"/>
                </a:cubicBezTo>
                <a:cubicBezTo>
                  <a:pt x="2204" y="2026"/>
                  <a:pt x="2202" y="2030"/>
                  <a:pt x="2207" y="2034"/>
                </a:cubicBezTo>
                <a:cubicBezTo>
                  <a:pt x="2222" y="2075"/>
                  <a:pt x="2224" y="2079"/>
                  <a:pt x="2224" y="2083"/>
                </a:cubicBezTo>
                <a:cubicBezTo>
                  <a:pt x="2213" y="2080"/>
                  <a:pt x="2204" y="2073"/>
                  <a:pt x="2206" y="2067"/>
                </a:cubicBezTo>
                <a:cubicBezTo>
                  <a:pt x="2183" y="2022"/>
                  <a:pt x="2178" y="2013"/>
                  <a:pt x="2178" y="2005"/>
                </a:cubicBezTo>
                <a:cubicBezTo>
                  <a:pt x="2150" y="1952"/>
                  <a:pt x="2156" y="1949"/>
                  <a:pt x="2153" y="1946"/>
                </a:cubicBezTo>
                <a:cubicBezTo>
                  <a:pt x="2092" y="1848"/>
                  <a:pt x="2086" y="1839"/>
                  <a:pt x="2080" y="1830"/>
                </a:cubicBezTo>
                <a:cubicBezTo>
                  <a:pt x="2028" y="1770"/>
                  <a:pt x="2025" y="1766"/>
                  <a:pt x="2021" y="1765"/>
                </a:cubicBezTo>
                <a:cubicBezTo>
                  <a:pt x="2015" y="1759"/>
                  <a:pt x="2018" y="1765"/>
                  <a:pt x="2019" y="1767"/>
                </a:cubicBezTo>
                <a:cubicBezTo>
                  <a:pt x="2031" y="1783"/>
                  <a:pt x="2032" y="1782"/>
                  <a:pt x="2034" y="1783"/>
                </a:cubicBezTo>
                <a:cubicBezTo>
                  <a:pt x="2080" y="1843"/>
                  <a:pt x="2084" y="1849"/>
                  <a:pt x="2088" y="1855"/>
                </a:cubicBezTo>
                <a:cubicBezTo>
                  <a:pt x="2107" y="1882"/>
                  <a:pt x="2113" y="1894"/>
                  <a:pt x="2121" y="1907"/>
                </a:cubicBezTo>
                <a:cubicBezTo>
                  <a:pt x="2133" y="1930"/>
                  <a:pt x="2135" y="1937"/>
                  <a:pt x="2142" y="1943"/>
                </a:cubicBezTo>
                <a:cubicBezTo>
                  <a:pt x="2150" y="1967"/>
                  <a:pt x="2149" y="1968"/>
                  <a:pt x="2153" y="1969"/>
                </a:cubicBezTo>
                <a:cubicBezTo>
                  <a:pt x="2176" y="2038"/>
                  <a:pt x="2182" y="2045"/>
                  <a:pt x="2184" y="2051"/>
                </a:cubicBezTo>
                <a:cubicBezTo>
                  <a:pt x="2178" y="2070"/>
                  <a:pt x="2180" y="2060"/>
                  <a:pt x="2175" y="2057"/>
                </a:cubicBezTo>
                <a:cubicBezTo>
                  <a:pt x="2153" y="2021"/>
                  <a:pt x="2158" y="2016"/>
                  <a:pt x="2151" y="2010"/>
                </a:cubicBezTo>
                <a:cubicBezTo>
                  <a:pt x="2121" y="1936"/>
                  <a:pt x="2119" y="1926"/>
                  <a:pt x="2108" y="1915"/>
                </a:cubicBezTo>
                <a:cubicBezTo>
                  <a:pt x="2036" y="1803"/>
                  <a:pt x="2040" y="1801"/>
                  <a:pt x="2034" y="1797"/>
                </a:cubicBezTo>
                <a:cubicBezTo>
                  <a:pt x="2007" y="1765"/>
                  <a:pt x="2005" y="1763"/>
                  <a:pt x="2003" y="1761"/>
                </a:cubicBezTo>
                <a:cubicBezTo>
                  <a:pt x="1972" y="1730"/>
                  <a:pt x="1967" y="1720"/>
                  <a:pt x="1962" y="1724"/>
                </a:cubicBezTo>
                <a:cubicBezTo>
                  <a:pt x="1992" y="1755"/>
                  <a:pt x="1992" y="1758"/>
                  <a:pt x="1992" y="1759"/>
                </a:cubicBezTo>
                <a:cubicBezTo>
                  <a:pt x="2021" y="1792"/>
                  <a:pt x="2020" y="1796"/>
                  <a:pt x="2026" y="1801"/>
                </a:cubicBezTo>
                <a:cubicBezTo>
                  <a:pt x="2060" y="1845"/>
                  <a:pt x="2062" y="1850"/>
                  <a:pt x="2064" y="1855"/>
                </a:cubicBezTo>
                <a:cubicBezTo>
                  <a:pt x="2095" y="1898"/>
                  <a:pt x="2096" y="1916"/>
                  <a:pt x="2112" y="1935"/>
                </a:cubicBezTo>
                <a:cubicBezTo>
                  <a:pt x="2128" y="1975"/>
                  <a:pt x="2126" y="1980"/>
                  <a:pt x="2133" y="1986"/>
                </a:cubicBezTo>
                <a:cubicBezTo>
                  <a:pt x="2155" y="2039"/>
                  <a:pt x="2153" y="2043"/>
                  <a:pt x="2157" y="2046"/>
                </a:cubicBezTo>
                <a:cubicBezTo>
                  <a:pt x="2137" y="2045"/>
                  <a:pt x="2142" y="2043"/>
                  <a:pt x="2142" y="2042"/>
                </a:cubicBezTo>
                <a:cubicBezTo>
                  <a:pt x="2135" y="2030"/>
                  <a:pt x="2128" y="2031"/>
                  <a:pt x="2127" y="2026"/>
                </a:cubicBezTo>
                <a:cubicBezTo>
                  <a:pt x="2111" y="1989"/>
                  <a:pt x="2109" y="1986"/>
                  <a:pt x="2107" y="1983"/>
                </a:cubicBezTo>
                <a:cubicBezTo>
                  <a:pt x="2085" y="1918"/>
                  <a:pt x="2078" y="1914"/>
                  <a:pt x="2079" y="1911"/>
                </a:cubicBezTo>
                <a:cubicBezTo>
                  <a:pt x="2055" y="1866"/>
                  <a:pt x="2049" y="1852"/>
                  <a:pt x="2041" y="1838"/>
                </a:cubicBezTo>
                <a:cubicBezTo>
                  <a:pt x="1965" y="1757"/>
                  <a:pt x="1962" y="1741"/>
                  <a:pt x="1957" y="1746"/>
                </a:cubicBezTo>
                <a:cubicBezTo>
                  <a:pt x="2003" y="1791"/>
                  <a:pt x="2001" y="1802"/>
                  <a:pt x="2007" y="1806"/>
                </a:cubicBezTo>
                <a:cubicBezTo>
                  <a:pt x="2039" y="1854"/>
                  <a:pt x="2043" y="1857"/>
                  <a:pt x="2046" y="1860"/>
                </a:cubicBezTo>
                <a:cubicBezTo>
                  <a:pt x="2065" y="1901"/>
                  <a:pt x="2070" y="1913"/>
                  <a:pt x="2074" y="1925"/>
                </a:cubicBezTo>
                <a:cubicBezTo>
                  <a:pt x="2084" y="1955"/>
                  <a:pt x="2091" y="1959"/>
                  <a:pt x="2088" y="1961"/>
                </a:cubicBezTo>
                <a:cubicBezTo>
                  <a:pt x="2109" y="2008"/>
                  <a:pt x="2111" y="2011"/>
                  <a:pt x="2111" y="2014"/>
                </a:cubicBezTo>
                <a:cubicBezTo>
                  <a:pt x="2084" y="2001"/>
                  <a:pt x="2083" y="1990"/>
                  <a:pt x="2078" y="1979"/>
                </a:cubicBezTo>
                <a:cubicBezTo>
                  <a:pt x="2058" y="1935"/>
                  <a:pt x="2059" y="1924"/>
                  <a:pt x="2051" y="1913"/>
                </a:cubicBezTo>
                <a:cubicBezTo>
                  <a:pt x="2005" y="1834"/>
                  <a:pt x="1999" y="1823"/>
                  <a:pt x="1992" y="1811"/>
                </a:cubicBezTo>
                <a:cubicBezTo>
                  <a:pt x="1942" y="1756"/>
                  <a:pt x="1938" y="1745"/>
                  <a:pt x="1934" y="1752"/>
                </a:cubicBezTo>
                <a:cubicBezTo>
                  <a:pt x="2017" y="1869"/>
                  <a:pt x="2028" y="1877"/>
                  <a:pt x="2027" y="1885"/>
                </a:cubicBezTo>
                <a:cubicBezTo>
                  <a:pt x="2063" y="1966"/>
                  <a:pt x="2065" y="1973"/>
                  <a:pt x="2067" y="1980"/>
                </a:cubicBezTo>
                <a:cubicBezTo>
                  <a:pt x="2065" y="1992"/>
                  <a:pt x="2057" y="1989"/>
                  <a:pt x="2060" y="1986"/>
                </a:cubicBezTo>
                <a:cubicBezTo>
                  <a:pt x="2045" y="1948"/>
                  <a:pt x="2043" y="1946"/>
                  <a:pt x="2043" y="1943"/>
                </a:cubicBezTo>
                <a:cubicBezTo>
                  <a:pt x="2023" y="1902"/>
                  <a:pt x="2017" y="1897"/>
                  <a:pt x="2017" y="1893"/>
                </a:cubicBezTo>
                <a:cubicBezTo>
                  <a:pt x="2004" y="1865"/>
                  <a:pt x="1997" y="1860"/>
                  <a:pt x="1998" y="1855"/>
                </a:cubicBezTo>
                <a:cubicBezTo>
                  <a:pt x="1963" y="1808"/>
                  <a:pt x="1953" y="1796"/>
                  <a:pt x="1940" y="1775"/>
                </a:cubicBezTo>
                <a:cubicBezTo>
                  <a:pt x="1905" y="1717"/>
                  <a:pt x="1893" y="1717"/>
                  <a:pt x="1896" y="1709"/>
                </a:cubicBezTo>
                <a:cubicBezTo>
                  <a:pt x="1877" y="1696"/>
                  <a:pt x="1887" y="1701"/>
                  <a:pt x="1884" y="1705"/>
                </a:cubicBezTo>
                <a:cubicBezTo>
                  <a:pt x="1901" y="1729"/>
                  <a:pt x="1903" y="1740"/>
                  <a:pt x="1915" y="1751"/>
                </a:cubicBezTo>
                <a:cubicBezTo>
                  <a:pt x="1973" y="1832"/>
                  <a:pt x="1981" y="1851"/>
                  <a:pt x="1997" y="1870"/>
                </a:cubicBezTo>
                <a:cubicBezTo>
                  <a:pt x="2010" y="1904"/>
                  <a:pt x="2014" y="1909"/>
                  <a:pt x="2017" y="1913"/>
                </a:cubicBezTo>
                <a:cubicBezTo>
                  <a:pt x="2030" y="1939"/>
                  <a:pt x="2036" y="1949"/>
                  <a:pt x="2039" y="1958"/>
                </a:cubicBezTo>
                <a:cubicBezTo>
                  <a:pt x="2048" y="1982"/>
                  <a:pt x="2048" y="1987"/>
                  <a:pt x="2045" y="1985"/>
                </a:cubicBezTo>
                <a:cubicBezTo>
                  <a:pt x="2031" y="1963"/>
                  <a:pt x="2024" y="1958"/>
                  <a:pt x="2019" y="1952"/>
                </a:cubicBezTo>
                <a:cubicBezTo>
                  <a:pt x="1966" y="1858"/>
                  <a:pt x="1972" y="1850"/>
                  <a:pt x="1964" y="1850"/>
                </a:cubicBezTo>
                <a:cubicBezTo>
                  <a:pt x="1953" y="1828"/>
                  <a:pt x="1951" y="1823"/>
                  <a:pt x="1948" y="1818"/>
                </a:cubicBezTo>
                <a:cubicBezTo>
                  <a:pt x="1895" y="1732"/>
                  <a:pt x="1891" y="1727"/>
                  <a:pt x="1888" y="1723"/>
                </a:cubicBezTo>
                <a:cubicBezTo>
                  <a:pt x="1919" y="1786"/>
                  <a:pt x="1923" y="1796"/>
                  <a:pt x="1930" y="1807"/>
                </a:cubicBezTo>
                <a:cubicBezTo>
                  <a:pt x="1947" y="1834"/>
                  <a:pt x="1951" y="1837"/>
                  <a:pt x="1950" y="1839"/>
                </a:cubicBezTo>
                <a:cubicBezTo>
                  <a:pt x="1975" y="1882"/>
                  <a:pt x="1974" y="1885"/>
                  <a:pt x="1977" y="1888"/>
                </a:cubicBezTo>
                <a:cubicBezTo>
                  <a:pt x="1992" y="1925"/>
                  <a:pt x="2004" y="1931"/>
                  <a:pt x="1999" y="1935"/>
                </a:cubicBezTo>
                <a:cubicBezTo>
                  <a:pt x="2013" y="1957"/>
                  <a:pt x="2017" y="1963"/>
                  <a:pt x="2017" y="1969"/>
                </a:cubicBezTo>
                <a:cubicBezTo>
                  <a:pt x="2004" y="1947"/>
                  <a:pt x="1994" y="1941"/>
                  <a:pt x="1991" y="1936"/>
                </a:cubicBezTo>
                <a:cubicBezTo>
                  <a:pt x="1972" y="1896"/>
                  <a:pt x="1966" y="1889"/>
                  <a:pt x="1964" y="1882"/>
                </a:cubicBezTo>
                <a:cubicBezTo>
                  <a:pt x="1925" y="1808"/>
                  <a:pt x="1925" y="1804"/>
                  <a:pt x="1915" y="1797"/>
                </a:cubicBezTo>
                <a:cubicBezTo>
                  <a:pt x="1867" y="1736"/>
                  <a:pt x="1869" y="1724"/>
                  <a:pt x="1860" y="1730"/>
                </a:cubicBezTo>
                <a:cubicBezTo>
                  <a:pt x="1899" y="1781"/>
                  <a:pt x="1901" y="1790"/>
                  <a:pt x="1916" y="1808"/>
                </a:cubicBezTo>
                <a:cubicBezTo>
                  <a:pt x="1941" y="1843"/>
                  <a:pt x="1937" y="1847"/>
                  <a:pt x="1943" y="1851"/>
                </a:cubicBezTo>
                <a:cubicBezTo>
                  <a:pt x="1973" y="1924"/>
                  <a:pt x="1975" y="1926"/>
                  <a:pt x="1978" y="1931"/>
                </a:cubicBezTo>
                <a:cubicBezTo>
                  <a:pt x="1970" y="1937"/>
                  <a:pt x="1972" y="1932"/>
                  <a:pt x="1965" y="1927"/>
                </a:cubicBezTo>
                <a:cubicBezTo>
                  <a:pt x="1952" y="1892"/>
                  <a:pt x="1945" y="1884"/>
                  <a:pt x="1941" y="1876"/>
                </a:cubicBezTo>
                <a:cubicBezTo>
                  <a:pt x="1925" y="1837"/>
                  <a:pt x="1914" y="1832"/>
                  <a:pt x="1916" y="1828"/>
                </a:cubicBezTo>
                <a:cubicBezTo>
                  <a:pt x="1875" y="1771"/>
                  <a:pt x="1871" y="1766"/>
                  <a:pt x="1867" y="1761"/>
                </a:cubicBezTo>
                <a:cubicBezTo>
                  <a:pt x="1850" y="1739"/>
                  <a:pt x="1837" y="1733"/>
                  <a:pt x="1834" y="1724"/>
                </a:cubicBezTo>
                <a:cubicBezTo>
                  <a:pt x="1831" y="1727"/>
                  <a:pt x="1840" y="1739"/>
                  <a:pt x="1859" y="1759"/>
                </a:cubicBezTo>
                <a:cubicBezTo>
                  <a:pt x="1929" y="1870"/>
                  <a:pt x="1932" y="1882"/>
                  <a:pt x="1940" y="1894"/>
                </a:cubicBezTo>
                <a:cubicBezTo>
                  <a:pt x="1955" y="1926"/>
                  <a:pt x="1962" y="1930"/>
                  <a:pt x="1956" y="1933"/>
                </a:cubicBezTo>
                <a:cubicBezTo>
                  <a:pt x="1948" y="1914"/>
                  <a:pt x="1940" y="1910"/>
                  <a:pt x="1939" y="1907"/>
                </a:cubicBezTo>
                <a:cubicBezTo>
                  <a:pt x="1901" y="1834"/>
                  <a:pt x="1882" y="1810"/>
                  <a:pt x="1865" y="1786"/>
                </a:cubicBezTo>
                <a:cubicBezTo>
                  <a:pt x="1823" y="1743"/>
                  <a:pt x="1820" y="1733"/>
                  <a:pt x="1816" y="1736"/>
                </a:cubicBezTo>
                <a:cubicBezTo>
                  <a:pt x="1800" y="1727"/>
                  <a:pt x="1800" y="1727"/>
                  <a:pt x="1808" y="1734"/>
                </a:cubicBezTo>
                <a:cubicBezTo>
                  <a:pt x="1845" y="1773"/>
                  <a:pt x="1851" y="1780"/>
                  <a:pt x="1857" y="1787"/>
                </a:cubicBezTo>
                <a:cubicBezTo>
                  <a:pt x="1914" y="1883"/>
                  <a:pt x="1922" y="1889"/>
                  <a:pt x="1921" y="1893"/>
                </a:cubicBezTo>
                <a:cubicBezTo>
                  <a:pt x="1911" y="1899"/>
                  <a:pt x="1910" y="1880"/>
                  <a:pt x="1897" y="1865"/>
                </a:cubicBezTo>
                <a:cubicBezTo>
                  <a:pt x="1850" y="1801"/>
                  <a:pt x="1840" y="1789"/>
                  <a:pt x="1832" y="1778"/>
                </a:cubicBezTo>
                <a:cubicBezTo>
                  <a:pt x="1783" y="1729"/>
                  <a:pt x="1776" y="1719"/>
                  <a:pt x="1768" y="1715"/>
                </a:cubicBezTo>
                <a:cubicBezTo>
                  <a:pt x="1752" y="1711"/>
                  <a:pt x="1762" y="1716"/>
                  <a:pt x="1772" y="1723"/>
                </a:cubicBezTo>
                <a:cubicBezTo>
                  <a:pt x="1813" y="1762"/>
                  <a:pt x="1814" y="1765"/>
                  <a:pt x="1814" y="1767"/>
                </a:cubicBezTo>
                <a:cubicBezTo>
                  <a:pt x="1834" y="1793"/>
                  <a:pt x="1840" y="1799"/>
                  <a:pt x="1844" y="1808"/>
                </a:cubicBezTo>
                <a:cubicBezTo>
                  <a:pt x="1893" y="1871"/>
                  <a:pt x="1889" y="1874"/>
                  <a:pt x="1893" y="1877"/>
                </a:cubicBezTo>
                <a:cubicBezTo>
                  <a:pt x="1882" y="1864"/>
                  <a:pt x="1878" y="1863"/>
                  <a:pt x="1874" y="1856"/>
                </a:cubicBezTo>
                <a:cubicBezTo>
                  <a:pt x="1833" y="1802"/>
                  <a:pt x="1826" y="1794"/>
                  <a:pt x="1819" y="1786"/>
                </a:cubicBezTo>
                <a:cubicBezTo>
                  <a:pt x="1773" y="1738"/>
                  <a:pt x="1769" y="1738"/>
                  <a:pt x="1765" y="1734"/>
                </a:cubicBezTo>
                <a:cubicBezTo>
                  <a:pt x="1760" y="1738"/>
                  <a:pt x="1770" y="1737"/>
                  <a:pt x="1766" y="1742"/>
                </a:cubicBezTo>
                <a:cubicBezTo>
                  <a:pt x="1803" y="1777"/>
                  <a:pt x="1807" y="1785"/>
                  <a:pt x="1813" y="1785"/>
                </a:cubicBezTo>
                <a:cubicBezTo>
                  <a:pt x="1829" y="1807"/>
                  <a:pt x="1825" y="1810"/>
                  <a:pt x="1831" y="1813"/>
                </a:cubicBezTo>
                <a:cubicBezTo>
                  <a:pt x="1813" y="1794"/>
                  <a:pt x="1808" y="1796"/>
                  <a:pt x="1805" y="1790"/>
                </a:cubicBezTo>
                <a:cubicBezTo>
                  <a:pt x="1754" y="1747"/>
                  <a:pt x="1750" y="1740"/>
                  <a:pt x="1745" y="1738"/>
                </a:cubicBezTo>
                <a:cubicBezTo>
                  <a:pt x="1769" y="1764"/>
                  <a:pt x="1779" y="1774"/>
                  <a:pt x="1790" y="1782"/>
                </a:cubicBezTo>
                <a:cubicBezTo>
                  <a:pt x="1832" y="1841"/>
                  <a:pt x="1845" y="1847"/>
                  <a:pt x="1842" y="1852"/>
                </a:cubicBezTo>
                <a:cubicBezTo>
                  <a:pt x="1793" y="1807"/>
                  <a:pt x="1776" y="1786"/>
                  <a:pt x="1752" y="1769"/>
                </a:cubicBezTo>
                <a:cubicBezTo>
                  <a:pt x="1766" y="1787"/>
                  <a:pt x="1777" y="1798"/>
                  <a:pt x="1788" y="1810"/>
                </a:cubicBezTo>
                <a:cubicBezTo>
                  <a:pt x="1812" y="1838"/>
                  <a:pt x="1805" y="1839"/>
                  <a:pt x="1803" y="1837"/>
                </a:cubicBezTo>
                <a:cubicBezTo>
                  <a:pt x="1781" y="1826"/>
                  <a:pt x="1776" y="1821"/>
                  <a:pt x="1770" y="1820"/>
                </a:cubicBezTo>
                <a:cubicBezTo>
                  <a:pt x="1726" y="1790"/>
                  <a:pt x="1728" y="1785"/>
                  <a:pt x="1721" y="1787"/>
                </a:cubicBezTo>
                <a:cubicBezTo>
                  <a:pt x="1746" y="1808"/>
                  <a:pt x="1748" y="1812"/>
                  <a:pt x="1751" y="1811"/>
                </a:cubicBezTo>
                <a:cubicBezTo>
                  <a:pt x="1774" y="1830"/>
                  <a:pt x="1769" y="1830"/>
                  <a:pt x="1768" y="1830"/>
                </a:cubicBezTo>
                <a:cubicBezTo>
                  <a:pt x="1762" y="1829"/>
                  <a:pt x="1758" y="1825"/>
                  <a:pt x="1757" y="1825"/>
                </a:cubicBezTo>
                <a:cubicBezTo>
                  <a:pt x="1733" y="1815"/>
                  <a:pt x="1722" y="1808"/>
                  <a:pt x="1711" y="1802"/>
                </a:cubicBezTo>
                <a:cubicBezTo>
                  <a:pt x="1668" y="1781"/>
                  <a:pt x="1665" y="1767"/>
                  <a:pt x="1662" y="1772"/>
                </a:cubicBezTo>
                <a:cubicBezTo>
                  <a:pt x="1716" y="1810"/>
                  <a:pt x="1719" y="1814"/>
                  <a:pt x="1721" y="1816"/>
                </a:cubicBezTo>
                <a:cubicBezTo>
                  <a:pt x="1754" y="1831"/>
                  <a:pt x="1760" y="1834"/>
                  <a:pt x="1766" y="1838"/>
                </a:cubicBezTo>
                <a:cubicBezTo>
                  <a:pt x="1741" y="1835"/>
                  <a:pt x="1730" y="1831"/>
                  <a:pt x="1719" y="1827"/>
                </a:cubicBezTo>
                <a:cubicBezTo>
                  <a:pt x="1667" y="1800"/>
                  <a:pt x="1664" y="1802"/>
                  <a:pt x="1662" y="1799"/>
                </a:cubicBezTo>
                <a:cubicBezTo>
                  <a:pt x="1679" y="1814"/>
                  <a:pt x="1683" y="1818"/>
                  <a:pt x="1687" y="1817"/>
                </a:cubicBezTo>
                <a:cubicBezTo>
                  <a:pt x="1763" y="1850"/>
                  <a:pt x="1779" y="1856"/>
                  <a:pt x="1795" y="1858"/>
                </a:cubicBezTo>
                <a:cubicBezTo>
                  <a:pt x="1811" y="1866"/>
                  <a:pt x="1816" y="1856"/>
                  <a:pt x="1820" y="1863"/>
                </a:cubicBezTo>
                <a:cubicBezTo>
                  <a:pt x="1850" y="1871"/>
                  <a:pt x="1857" y="1864"/>
                  <a:pt x="1862" y="1875"/>
                </a:cubicBezTo>
                <a:cubicBezTo>
                  <a:pt x="1842" y="1876"/>
                  <a:pt x="1840" y="1873"/>
                  <a:pt x="1838" y="1874"/>
                </a:cubicBezTo>
                <a:cubicBezTo>
                  <a:pt x="1781" y="1864"/>
                  <a:pt x="1772" y="1865"/>
                  <a:pt x="1764" y="1866"/>
                </a:cubicBezTo>
                <a:cubicBezTo>
                  <a:pt x="1697" y="1850"/>
                  <a:pt x="1680" y="1845"/>
                  <a:pt x="1664" y="1837"/>
                </a:cubicBezTo>
                <a:cubicBezTo>
                  <a:pt x="1641" y="1830"/>
                  <a:pt x="1651" y="1834"/>
                  <a:pt x="1660" y="1843"/>
                </a:cubicBezTo>
                <a:cubicBezTo>
                  <a:pt x="1703" y="1857"/>
                  <a:pt x="1709" y="1862"/>
                  <a:pt x="1715" y="1862"/>
                </a:cubicBezTo>
                <a:cubicBezTo>
                  <a:pt x="1776" y="1874"/>
                  <a:pt x="1779" y="1875"/>
                  <a:pt x="1782" y="1876"/>
                </a:cubicBezTo>
                <a:cubicBezTo>
                  <a:pt x="1814" y="1881"/>
                  <a:pt x="1817" y="1882"/>
                  <a:pt x="1820" y="1880"/>
                </a:cubicBezTo>
                <a:cubicBezTo>
                  <a:pt x="1859" y="1887"/>
                  <a:pt x="1867" y="1889"/>
                  <a:pt x="1874" y="1888"/>
                </a:cubicBezTo>
                <a:cubicBezTo>
                  <a:pt x="1891" y="1901"/>
                  <a:pt x="1888" y="1900"/>
                  <a:pt x="1886" y="1895"/>
                </a:cubicBezTo>
                <a:cubicBezTo>
                  <a:pt x="1852" y="1893"/>
                  <a:pt x="1845" y="1895"/>
                  <a:pt x="1840" y="1892"/>
                </a:cubicBezTo>
                <a:cubicBezTo>
                  <a:pt x="1795" y="1885"/>
                  <a:pt x="1789" y="1891"/>
                  <a:pt x="1783" y="1887"/>
                </a:cubicBezTo>
                <a:cubicBezTo>
                  <a:pt x="1718" y="1880"/>
                  <a:pt x="1711" y="1879"/>
                  <a:pt x="1705" y="1877"/>
                </a:cubicBezTo>
                <a:cubicBezTo>
                  <a:pt x="1657" y="1869"/>
                  <a:pt x="1650" y="1862"/>
                  <a:pt x="1644" y="1861"/>
                </a:cubicBezTo>
                <a:cubicBezTo>
                  <a:pt x="1600" y="1841"/>
                  <a:pt x="1597" y="1831"/>
                  <a:pt x="1593" y="1833"/>
                </a:cubicBezTo>
                <a:cubicBezTo>
                  <a:pt x="1597" y="1840"/>
                  <a:pt x="1599" y="1842"/>
                  <a:pt x="1602" y="1843"/>
                </a:cubicBezTo>
                <a:cubicBezTo>
                  <a:pt x="1641" y="1869"/>
                  <a:pt x="1637" y="1872"/>
                  <a:pt x="1643" y="1876"/>
                </a:cubicBezTo>
                <a:cubicBezTo>
                  <a:pt x="1683" y="1894"/>
                  <a:pt x="1693" y="1901"/>
                  <a:pt x="1703" y="1902"/>
                </a:cubicBezTo>
                <a:cubicBezTo>
                  <a:pt x="1750" y="1920"/>
                  <a:pt x="1751" y="1916"/>
                  <a:pt x="1753" y="1916"/>
                </a:cubicBezTo>
                <a:cubicBezTo>
                  <a:pt x="1774" y="1922"/>
                  <a:pt x="1784" y="1924"/>
                  <a:pt x="1794" y="1923"/>
                </a:cubicBezTo>
                <a:cubicBezTo>
                  <a:pt x="1830" y="1924"/>
                  <a:pt x="1835" y="1925"/>
                  <a:pt x="1840" y="1926"/>
                </a:cubicBezTo>
                <a:cubicBezTo>
                  <a:pt x="1877" y="1930"/>
                  <a:pt x="1883" y="1925"/>
                  <a:pt x="1888" y="1925"/>
                </a:cubicBezTo>
                <a:cubicBezTo>
                  <a:pt x="1940" y="1939"/>
                  <a:pt x="1943" y="1934"/>
                  <a:pt x="1946" y="1941"/>
                </a:cubicBezTo>
                <a:cubicBezTo>
                  <a:pt x="1906" y="1945"/>
                  <a:pt x="1904" y="1942"/>
                  <a:pt x="1901" y="1943"/>
                </a:cubicBezTo>
                <a:cubicBezTo>
                  <a:pt x="1865" y="1942"/>
                  <a:pt x="1860" y="1941"/>
                  <a:pt x="1855" y="1940"/>
                </a:cubicBezTo>
                <a:cubicBezTo>
                  <a:pt x="1837" y="1942"/>
                  <a:pt x="1834" y="1939"/>
                  <a:pt x="1832" y="1940"/>
                </a:cubicBezTo>
                <a:cubicBezTo>
                  <a:pt x="1785" y="1936"/>
                  <a:pt x="1774" y="1934"/>
                  <a:pt x="1764" y="1932"/>
                </a:cubicBezTo>
                <a:cubicBezTo>
                  <a:pt x="1714" y="1916"/>
                  <a:pt x="1708" y="1920"/>
                  <a:pt x="1704" y="1913"/>
                </a:cubicBezTo>
                <a:cubicBezTo>
                  <a:pt x="1661" y="1902"/>
                  <a:pt x="1658" y="1892"/>
                  <a:pt x="1654" y="1899"/>
                </a:cubicBezTo>
                <a:cubicBezTo>
                  <a:pt x="1721" y="1926"/>
                  <a:pt x="1728" y="1931"/>
                  <a:pt x="1735" y="1935"/>
                </a:cubicBezTo>
                <a:cubicBezTo>
                  <a:pt x="1769" y="1942"/>
                  <a:pt x="1772" y="1946"/>
                  <a:pt x="1776" y="1942"/>
                </a:cubicBezTo>
                <a:cubicBezTo>
                  <a:pt x="1811" y="1952"/>
                  <a:pt x="1815" y="1945"/>
                  <a:pt x="1819" y="1951"/>
                </a:cubicBezTo>
                <a:cubicBezTo>
                  <a:pt x="1842" y="1951"/>
                  <a:pt x="1846" y="1953"/>
                  <a:pt x="1850" y="1950"/>
                </a:cubicBezTo>
                <a:cubicBezTo>
                  <a:pt x="1909" y="1952"/>
                  <a:pt x="1915" y="1954"/>
                  <a:pt x="1922" y="1953"/>
                </a:cubicBezTo>
                <a:cubicBezTo>
                  <a:pt x="1939" y="1951"/>
                  <a:pt x="1941" y="1956"/>
                  <a:pt x="1944" y="1952"/>
                </a:cubicBezTo>
                <a:cubicBezTo>
                  <a:pt x="1969" y="1956"/>
                  <a:pt x="1972" y="1958"/>
                  <a:pt x="1976" y="1959"/>
                </a:cubicBezTo>
                <a:cubicBezTo>
                  <a:pt x="1965" y="1961"/>
                  <a:pt x="1960" y="1960"/>
                  <a:pt x="1954" y="1957"/>
                </a:cubicBezTo>
                <a:cubicBezTo>
                  <a:pt x="1914" y="1964"/>
                  <a:pt x="1909" y="1955"/>
                  <a:pt x="1903" y="1961"/>
                </a:cubicBezTo>
                <a:cubicBezTo>
                  <a:pt x="1880" y="1964"/>
                  <a:pt x="1875" y="1959"/>
                  <a:pt x="1869" y="1959"/>
                </a:cubicBezTo>
                <a:cubicBezTo>
                  <a:pt x="1815" y="1960"/>
                  <a:pt x="1813" y="1960"/>
                  <a:pt x="1810" y="1958"/>
                </a:cubicBezTo>
                <a:cubicBezTo>
                  <a:pt x="1782" y="1951"/>
                  <a:pt x="1779" y="1954"/>
                  <a:pt x="1777" y="1953"/>
                </a:cubicBezTo>
                <a:cubicBezTo>
                  <a:pt x="1748" y="1947"/>
                  <a:pt x="1746" y="1947"/>
                  <a:pt x="1743" y="1948"/>
                </a:cubicBezTo>
                <a:cubicBezTo>
                  <a:pt x="1712" y="1936"/>
                  <a:pt x="1706" y="1934"/>
                  <a:pt x="1701" y="1929"/>
                </a:cubicBezTo>
                <a:cubicBezTo>
                  <a:pt x="1717" y="1946"/>
                  <a:pt x="1727" y="1946"/>
                  <a:pt x="1737" y="1953"/>
                </a:cubicBezTo>
                <a:cubicBezTo>
                  <a:pt x="1812" y="1968"/>
                  <a:pt x="1818" y="1971"/>
                  <a:pt x="1823" y="1970"/>
                </a:cubicBezTo>
                <a:cubicBezTo>
                  <a:pt x="1845" y="1969"/>
                  <a:pt x="1847" y="1974"/>
                  <a:pt x="1850" y="1970"/>
                </a:cubicBezTo>
                <a:cubicBezTo>
                  <a:pt x="1872" y="1968"/>
                  <a:pt x="1875" y="1968"/>
                  <a:pt x="1877" y="1972"/>
                </a:cubicBezTo>
                <a:cubicBezTo>
                  <a:pt x="1901" y="1970"/>
                  <a:pt x="1907" y="1971"/>
                  <a:pt x="1913" y="1970"/>
                </a:cubicBezTo>
                <a:cubicBezTo>
                  <a:pt x="1996" y="1976"/>
                  <a:pt x="2007" y="1978"/>
                  <a:pt x="2019" y="1982"/>
                </a:cubicBezTo>
                <a:cubicBezTo>
                  <a:pt x="1956" y="1985"/>
                  <a:pt x="1952" y="1983"/>
                  <a:pt x="1948" y="1983"/>
                </a:cubicBezTo>
                <a:cubicBezTo>
                  <a:pt x="1865" y="1989"/>
                  <a:pt x="1861" y="1990"/>
                  <a:pt x="1858" y="1989"/>
                </a:cubicBezTo>
                <a:cubicBezTo>
                  <a:pt x="1842" y="1988"/>
                  <a:pt x="1838" y="1989"/>
                  <a:pt x="1835" y="1989"/>
                </a:cubicBezTo>
                <a:cubicBezTo>
                  <a:pt x="1791" y="1980"/>
                  <a:pt x="1783" y="1979"/>
                  <a:pt x="1775" y="1975"/>
                </a:cubicBezTo>
                <a:cubicBezTo>
                  <a:pt x="1733" y="1968"/>
                  <a:pt x="1738" y="1969"/>
                  <a:pt x="1743" y="1971"/>
                </a:cubicBezTo>
                <a:cubicBezTo>
                  <a:pt x="1801" y="1990"/>
                  <a:pt x="1807" y="1993"/>
                  <a:pt x="1813" y="1994"/>
                </a:cubicBezTo>
                <a:cubicBezTo>
                  <a:pt x="1848" y="2002"/>
                  <a:pt x="1853" y="1994"/>
                  <a:pt x="1857" y="1999"/>
                </a:cubicBezTo>
                <a:cubicBezTo>
                  <a:pt x="1893" y="1996"/>
                  <a:pt x="1901" y="1998"/>
                  <a:pt x="1910" y="1996"/>
                </a:cubicBezTo>
                <a:cubicBezTo>
                  <a:pt x="1965" y="1991"/>
                  <a:pt x="1969" y="1993"/>
                  <a:pt x="1974" y="1989"/>
                </a:cubicBezTo>
                <a:cubicBezTo>
                  <a:pt x="2013" y="1993"/>
                  <a:pt x="2016" y="1991"/>
                  <a:pt x="2020" y="1996"/>
                </a:cubicBezTo>
                <a:cubicBezTo>
                  <a:pt x="2003" y="2000"/>
                  <a:pt x="1999" y="1994"/>
                  <a:pt x="1995" y="1997"/>
                </a:cubicBezTo>
                <a:cubicBezTo>
                  <a:pt x="1946" y="1996"/>
                  <a:pt x="1936" y="2007"/>
                  <a:pt x="1928" y="2000"/>
                </a:cubicBezTo>
                <a:cubicBezTo>
                  <a:pt x="1842" y="2015"/>
                  <a:pt x="1833" y="2014"/>
                  <a:pt x="1825" y="2015"/>
                </a:cubicBezTo>
                <a:cubicBezTo>
                  <a:pt x="1794" y="2010"/>
                  <a:pt x="1786" y="2016"/>
                  <a:pt x="1779" y="2012"/>
                </a:cubicBezTo>
                <a:cubicBezTo>
                  <a:pt x="1727" y="2002"/>
                  <a:pt x="1720" y="1995"/>
                  <a:pt x="1712" y="1998"/>
                </a:cubicBezTo>
                <a:cubicBezTo>
                  <a:pt x="1766" y="2016"/>
                  <a:pt x="1769" y="2018"/>
                  <a:pt x="1772" y="2021"/>
                </a:cubicBezTo>
                <a:cubicBezTo>
                  <a:pt x="1866" y="2024"/>
                  <a:pt x="1878" y="2021"/>
                  <a:pt x="1890" y="2019"/>
                </a:cubicBezTo>
                <a:cubicBezTo>
                  <a:pt x="1932" y="2010"/>
                  <a:pt x="1937" y="2015"/>
                  <a:pt x="1943" y="2010"/>
                </a:cubicBezTo>
                <a:cubicBezTo>
                  <a:pt x="1974" y="2009"/>
                  <a:pt x="1986" y="2010"/>
                  <a:pt x="1999" y="2005"/>
                </a:cubicBezTo>
                <a:cubicBezTo>
                  <a:pt x="2065" y="2015"/>
                  <a:pt x="2062" y="2015"/>
                  <a:pt x="2059" y="2014"/>
                </a:cubicBezTo>
                <a:cubicBezTo>
                  <a:pt x="2033" y="2015"/>
                  <a:pt x="2030" y="2011"/>
                  <a:pt x="2026" y="2013"/>
                </a:cubicBezTo>
                <a:cubicBezTo>
                  <a:pt x="1966" y="2015"/>
                  <a:pt x="1964" y="2014"/>
                  <a:pt x="1961" y="2015"/>
                </a:cubicBezTo>
                <a:cubicBezTo>
                  <a:pt x="1902" y="2024"/>
                  <a:pt x="1881" y="2032"/>
                  <a:pt x="1861" y="2033"/>
                </a:cubicBezTo>
                <a:cubicBezTo>
                  <a:pt x="1842" y="2035"/>
                  <a:pt x="1837" y="2035"/>
                  <a:pt x="1831" y="2036"/>
                </a:cubicBezTo>
                <a:cubicBezTo>
                  <a:pt x="1814" y="2032"/>
                  <a:pt x="1811" y="2034"/>
                  <a:pt x="1809" y="2032"/>
                </a:cubicBezTo>
                <a:cubicBezTo>
                  <a:pt x="1760" y="2026"/>
                  <a:pt x="1750" y="2023"/>
                  <a:pt x="1740" y="2023"/>
                </a:cubicBezTo>
                <a:cubicBezTo>
                  <a:pt x="1786" y="2037"/>
                  <a:pt x="1792" y="2040"/>
                  <a:pt x="1799" y="2038"/>
                </a:cubicBezTo>
                <a:cubicBezTo>
                  <a:pt x="1827" y="2043"/>
                  <a:pt x="1835" y="2045"/>
                  <a:pt x="1843" y="2043"/>
                </a:cubicBezTo>
                <a:cubicBezTo>
                  <a:pt x="1876" y="2042"/>
                  <a:pt x="1885" y="2038"/>
                  <a:pt x="1893" y="2037"/>
                </a:cubicBezTo>
                <a:cubicBezTo>
                  <a:pt x="1933" y="2027"/>
                  <a:pt x="1936" y="2029"/>
                  <a:pt x="1940" y="2030"/>
                </a:cubicBezTo>
                <a:cubicBezTo>
                  <a:pt x="1985" y="2019"/>
                  <a:pt x="1987" y="2022"/>
                  <a:pt x="1990" y="2021"/>
                </a:cubicBezTo>
                <a:cubicBezTo>
                  <a:pt x="2030" y="2021"/>
                  <a:pt x="2034" y="2027"/>
                  <a:pt x="2039" y="2022"/>
                </a:cubicBezTo>
                <a:cubicBezTo>
                  <a:pt x="2066" y="2021"/>
                  <a:pt x="2068" y="2028"/>
                  <a:pt x="2072" y="2025"/>
                </a:cubicBezTo>
                <a:cubicBezTo>
                  <a:pt x="2080" y="2034"/>
                  <a:pt x="2073" y="2035"/>
                  <a:pt x="2065" y="2031"/>
                </a:cubicBezTo>
                <a:cubicBezTo>
                  <a:pt x="2026" y="2036"/>
                  <a:pt x="2022" y="2032"/>
                  <a:pt x="2019" y="2034"/>
                </a:cubicBezTo>
                <a:cubicBezTo>
                  <a:pt x="1978" y="2039"/>
                  <a:pt x="1973" y="2041"/>
                  <a:pt x="1969" y="2040"/>
                </a:cubicBezTo>
                <a:cubicBezTo>
                  <a:pt x="1930" y="2047"/>
                  <a:pt x="1920" y="2051"/>
                  <a:pt x="1911" y="2053"/>
                </a:cubicBezTo>
                <a:cubicBezTo>
                  <a:pt x="1865" y="2061"/>
                  <a:pt x="1863" y="2058"/>
                  <a:pt x="1861" y="2059"/>
                </a:cubicBezTo>
                <a:cubicBezTo>
                  <a:pt x="1819" y="2062"/>
                  <a:pt x="1815" y="2058"/>
                  <a:pt x="1810" y="2060"/>
                </a:cubicBezTo>
                <a:cubicBezTo>
                  <a:pt x="1790" y="2059"/>
                  <a:pt x="1785" y="2058"/>
                  <a:pt x="1781" y="2057"/>
                </a:cubicBezTo>
                <a:cubicBezTo>
                  <a:pt x="1776" y="2063"/>
                  <a:pt x="1780" y="2063"/>
                  <a:pt x="1785" y="2065"/>
                </a:cubicBezTo>
                <a:cubicBezTo>
                  <a:pt x="1807" y="2068"/>
                  <a:pt x="1810" y="2068"/>
                  <a:pt x="1812" y="2067"/>
                </a:cubicBezTo>
                <a:cubicBezTo>
                  <a:pt x="1856" y="2069"/>
                  <a:pt x="1858" y="2069"/>
                  <a:pt x="1860" y="2068"/>
                </a:cubicBezTo>
                <a:cubicBezTo>
                  <a:pt x="1886" y="2067"/>
                  <a:pt x="1888" y="2068"/>
                  <a:pt x="1890" y="2066"/>
                </a:cubicBezTo>
                <a:cubicBezTo>
                  <a:pt x="1917" y="2057"/>
                  <a:pt x="1921" y="2064"/>
                  <a:pt x="1926" y="2060"/>
                </a:cubicBezTo>
                <a:cubicBezTo>
                  <a:pt x="1980" y="2047"/>
                  <a:pt x="1989" y="2048"/>
                  <a:pt x="1999" y="2042"/>
                </a:cubicBezTo>
                <a:cubicBezTo>
                  <a:pt x="2018" y="2044"/>
                  <a:pt x="2020" y="2045"/>
                  <a:pt x="2023" y="2042"/>
                </a:cubicBezTo>
                <a:cubicBezTo>
                  <a:pt x="2061" y="2040"/>
                  <a:pt x="2065" y="2040"/>
                  <a:pt x="2069" y="2042"/>
                </a:cubicBezTo>
                <a:cubicBezTo>
                  <a:pt x="2089" y="2045"/>
                  <a:pt x="2092" y="2044"/>
                  <a:pt x="2090" y="2047"/>
                </a:cubicBezTo>
                <a:cubicBezTo>
                  <a:pt x="2039" y="2050"/>
                  <a:pt x="2025" y="2060"/>
                  <a:pt x="2012" y="2057"/>
                </a:cubicBezTo>
                <a:cubicBezTo>
                  <a:pt x="1987" y="2061"/>
                  <a:pt x="1980" y="2066"/>
                  <a:pt x="1973" y="2065"/>
                </a:cubicBezTo>
                <a:cubicBezTo>
                  <a:pt x="1926" y="2080"/>
                  <a:pt x="1920" y="2077"/>
                  <a:pt x="1914" y="2080"/>
                </a:cubicBezTo>
                <a:cubicBezTo>
                  <a:pt x="1848" y="2084"/>
                  <a:pt x="1842" y="2084"/>
                  <a:pt x="1836" y="2084"/>
                </a:cubicBezTo>
                <a:cubicBezTo>
                  <a:pt x="1809" y="2083"/>
                  <a:pt x="1802" y="2084"/>
                  <a:pt x="1796" y="2081"/>
                </a:cubicBezTo>
                <a:cubicBezTo>
                  <a:pt x="1781" y="2083"/>
                  <a:pt x="1784" y="2084"/>
                  <a:pt x="1786" y="2087"/>
                </a:cubicBezTo>
                <a:cubicBezTo>
                  <a:pt x="1816" y="2091"/>
                  <a:pt x="1822" y="2088"/>
                  <a:pt x="1828" y="2091"/>
                </a:cubicBezTo>
                <a:cubicBezTo>
                  <a:pt x="1850" y="2093"/>
                  <a:pt x="1855" y="2091"/>
                  <a:pt x="1860" y="2092"/>
                </a:cubicBezTo>
                <a:cubicBezTo>
                  <a:pt x="1880" y="2093"/>
                  <a:pt x="1882" y="2090"/>
                  <a:pt x="1885" y="2090"/>
                </a:cubicBezTo>
                <a:cubicBezTo>
                  <a:pt x="1905" y="2093"/>
                  <a:pt x="1908" y="2086"/>
                  <a:pt x="1911" y="2090"/>
                </a:cubicBezTo>
                <a:cubicBezTo>
                  <a:pt x="1936" y="2089"/>
                  <a:pt x="1929" y="2089"/>
                  <a:pt x="1925" y="2090"/>
                </a:cubicBezTo>
                <a:cubicBezTo>
                  <a:pt x="1905" y="2095"/>
                  <a:pt x="1902" y="2094"/>
                  <a:pt x="1900" y="2094"/>
                </a:cubicBezTo>
                <a:cubicBezTo>
                  <a:pt x="1830" y="2102"/>
                  <a:pt x="1814" y="2103"/>
                  <a:pt x="1798" y="2100"/>
                </a:cubicBezTo>
                <a:cubicBezTo>
                  <a:pt x="1757" y="2101"/>
                  <a:pt x="1753" y="2092"/>
                  <a:pt x="1748" y="2100"/>
                </a:cubicBezTo>
                <a:cubicBezTo>
                  <a:pt x="1799" y="2109"/>
                  <a:pt x="1804" y="2109"/>
                  <a:pt x="1810" y="2110"/>
                </a:cubicBezTo>
                <a:cubicBezTo>
                  <a:pt x="1851" y="2110"/>
                  <a:pt x="1853" y="2109"/>
                  <a:pt x="1856" y="2110"/>
                </a:cubicBezTo>
                <a:cubicBezTo>
                  <a:pt x="1890" y="2107"/>
                  <a:pt x="1892" y="2108"/>
                  <a:pt x="1895" y="2105"/>
                </a:cubicBezTo>
                <a:cubicBezTo>
                  <a:pt x="1913" y="2105"/>
                  <a:pt x="1916" y="2100"/>
                  <a:pt x="1918" y="2102"/>
                </a:cubicBezTo>
                <a:cubicBezTo>
                  <a:pt x="1977" y="2083"/>
                  <a:pt x="1987" y="2085"/>
                  <a:pt x="1999" y="2078"/>
                </a:cubicBezTo>
                <a:cubicBezTo>
                  <a:pt x="2053" y="2068"/>
                  <a:pt x="2058" y="2069"/>
                  <a:pt x="2064" y="2070"/>
                </a:cubicBezTo>
                <a:cubicBezTo>
                  <a:pt x="2099" y="2065"/>
                  <a:pt x="2102" y="2065"/>
                  <a:pt x="2104" y="2066"/>
                </a:cubicBezTo>
                <a:cubicBezTo>
                  <a:pt x="2123" y="2069"/>
                  <a:pt x="2131" y="2064"/>
                  <a:pt x="2127" y="2069"/>
                </a:cubicBezTo>
                <a:cubicBezTo>
                  <a:pt x="2075" y="2080"/>
                  <a:pt x="2071" y="2079"/>
                  <a:pt x="2067" y="2079"/>
                </a:cubicBezTo>
                <a:cubicBezTo>
                  <a:pt x="2020" y="2094"/>
                  <a:pt x="2011" y="2100"/>
                  <a:pt x="2002" y="2098"/>
                </a:cubicBezTo>
                <a:cubicBezTo>
                  <a:pt x="1963" y="2116"/>
                  <a:pt x="1959" y="2109"/>
                  <a:pt x="1954" y="2116"/>
                </a:cubicBezTo>
                <a:cubicBezTo>
                  <a:pt x="1851" y="2138"/>
                  <a:pt x="1844" y="2132"/>
                  <a:pt x="1836" y="2136"/>
                </a:cubicBezTo>
                <a:cubicBezTo>
                  <a:pt x="1826" y="2142"/>
                  <a:pt x="1836" y="2142"/>
                  <a:pt x="1846" y="2142"/>
                </a:cubicBezTo>
                <a:cubicBezTo>
                  <a:pt x="1867" y="2140"/>
                  <a:pt x="1872" y="2144"/>
                  <a:pt x="1877" y="2141"/>
                </a:cubicBezTo>
                <a:cubicBezTo>
                  <a:pt x="1913" y="2139"/>
                  <a:pt x="1919" y="2132"/>
                  <a:pt x="1924" y="2134"/>
                </a:cubicBezTo>
                <a:cubicBezTo>
                  <a:pt x="1959" y="2125"/>
                  <a:pt x="1964" y="2124"/>
                  <a:pt x="1970" y="2120"/>
                </a:cubicBezTo>
                <a:cubicBezTo>
                  <a:pt x="2007" y="2106"/>
                  <a:pt x="2013" y="2108"/>
                  <a:pt x="2020" y="2105"/>
                </a:cubicBezTo>
                <a:cubicBezTo>
                  <a:pt x="2040" y="2100"/>
                  <a:pt x="2044" y="2093"/>
                  <a:pt x="2047" y="2096"/>
                </a:cubicBezTo>
                <a:cubicBezTo>
                  <a:pt x="2086" y="2089"/>
                  <a:pt x="2094" y="2082"/>
                  <a:pt x="2100" y="2084"/>
                </a:cubicBezTo>
                <a:cubicBezTo>
                  <a:pt x="2135" y="2086"/>
                  <a:pt x="2139" y="2077"/>
                  <a:pt x="2142" y="2079"/>
                </a:cubicBezTo>
                <a:cubicBezTo>
                  <a:pt x="2159" y="2083"/>
                  <a:pt x="2154" y="2082"/>
                  <a:pt x="2150" y="2081"/>
                </a:cubicBezTo>
                <a:cubicBezTo>
                  <a:pt x="2117" y="2084"/>
                  <a:pt x="2111" y="2088"/>
                  <a:pt x="2106" y="2088"/>
                </a:cubicBezTo>
                <a:cubicBezTo>
                  <a:pt x="2041" y="2104"/>
                  <a:pt x="2035" y="2114"/>
                  <a:pt x="2030" y="2111"/>
                </a:cubicBezTo>
                <a:cubicBezTo>
                  <a:pt x="1993" y="2122"/>
                  <a:pt x="1991" y="2126"/>
                  <a:pt x="1991" y="2128"/>
                </a:cubicBezTo>
                <a:cubicBezTo>
                  <a:pt x="1972" y="2138"/>
                  <a:pt x="1964" y="2127"/>
                  <a:pt x="1967" y="2134"/>
                </a:cubicBezTo>
                <a:cubicBezTo>
                  <a:pt x="1927" y="2146"/>
                  <a:pt x="1921" y="2143"/>
                  <a:pt x="1915" y="2148"/>
                </a:cubicBezTo>
                <a:cubicBezTo>
                  <a:pt x="1877" y="2147"/>
                  <a:pt x="1871" y="2154"/>
                  <a:pt x="1865" y="2154"/>
                </a:cubicBezTo>
                <a:cubicBezTo>
                  <a:pt x="1843" y="2149"/>
                  <a:pt x="1837" y="2158"/>
                  <a:pt x="1831" y="2151"/>
                </a:cubicBezTo>
                <a:cubicBezTo>
                  <a:pt x="1792" y="2150"/>
                  <a:pt x="1787" y="2142"/>
                  <a:pt x="1781" y="2146"/>
                </a:cubicBezTo>
                <a:cubicBezTo>
                  <a:pt x="1821" y="2158"/>
                  <a:pt x="1829" y="2160"/>
                  <a:pt x="1837" y="2160"/>
                </a:cubicBezTo>
                <a:cubicBezTo>
                  <a:pt x="1845" y="2160"/>
                  <a:pt x="1845" y="2160"/>
                  <a:pt x="1845" y="2160"/>
                </a:cubicBezTo>
                <a:cubicBezTo>
                  <a:pt x="1917" y="2153"/>
                  <a:pt x="1922" y="2158"/>
                  <a:pt x="1927" y="2152"/>
                </a:cubicBezTo>
                <a:cubicBezTo>
                  <a:pt x="1990" y="2138"/>
                  <a:pt x="2001" y="2131"/>
                  <a:pt x="2012" y="2129"/>
                </a:cubicBezTo>
                <a:cubicBezTo>
                  <a:pt x="2062" y="2106"/>
                  <a:pt x="2075" y="2111"/>
                  <a:pt x="2090" y="2102"/>
                </a:cubicBezTo>
                <a:cubicBezTo>
                  <a:pt x="2139" y="2090"/>
                  <a:pt x="2145" y="2096"/>
                  <a:pt x="2152" y="2091"/>
                </a:cubicBezTo>
                <a:cubicBezTo>
                  <a:pt x="2188" y="2096"/>
                  <a:pt x="2192" y="2094"/>
                  <a:pt x="2195" y="2094"/>
                </a:cubicBezTo>
                <a:cubicBezTo>
                  <a:pt x="2212" y="2100"/>
                  <a:pt x="2215" y="2098"/>
                  <a:pt x="2213" y="2101"/>
                </a:cubicBezTo>
                <a:cubicBezTo>
                  <a:pt x="2155" y="2109"/>
                  <a:pt x="2152" y="2110"/>
                  <a:pt x="2148" y="2109"/>
                </a:cubicBezTo>
                <a:cubicBezTo>
                  <a:pt x="2095" y="2129"/>
                  <a:pt x="2087" y="2129"/>
                  <a:pt x="2080" y="2134"/>
                </a:cubicBezTo>
                <a:cubicBezTo>
                  <a:pt x="2050" y="2142"/>
                  <a:pt x="2042" y="2150"/>
                  <a:pt x="2034" y="2151"/>
                </a:cubicBezTo>
                <a:cubicBezTo>
                  <a:pt x="2014" y="2160"/>
                  <a:pt x="2014" y="2160"/>
                  <a:pt x="2013" y="2160"/>
                </a:cubicBezTo>
                <a:cubicBezTo>
                  <a:pt x="2054" y="2153"/>
                  <a:pt x="2064" y="2154"/>
                  <a:pt x="2074" y="2148"/>
                </a:cubicBezTo>
                <a:cubicBezTo>
                  <a:pt x="2154" y="2114"/>
                  <a:pt x="2159" y="2123"/>
                  <a:pt x="2165" y="2115"/>
                </a:cubicBezTo>
                <a:cubicBezTo>
                  <a:pt x="2190" y="2117"/>
                  <a:pt x="2187" y="2113"/>
                  <a:pt x="2183" y="2119"/>
                </a:cubicBezTo>
                <a:cubicBezTo>
                  <a:pt x="2157" y="2125"/>
                  <a:pt x="2154" y="2123"/>
                  <a:pt x="2150" y="2125"/>
                </a:cubicBezTo>
                <a:cubicBezTo>
                  <a:pt x="2102" y="2142"/>
                  <a:pt x="2098" y="2146"/>
                  <a:pt x="2094" y="2147"/>
                </a:cubicBezTo>
                <a:cubicBezTo>
                  <a:pt x="2087" y="2160"/>
                  <a:pt x="2087" y="2160"/>
                  <a:pt x="2087" y="2160"/>
                </a:cubicBezTo>
                <a:cubicBezTo>
                  <a:pt x="2130" y="2147"/>
                  <a:pt x="2134" y="2139"/>
                  <a:pt x="2138" y="2141"/>
                </a:cubicBezTo>
                <a:cubicBezTo>
                  <a:pt x="2207" y="2127"/>
                  <a:pt x="2211" y="2122"/>
                  <a:pt x="2215" y="2123"/>
                </a:cubicBezTo>
                <a:cubicBezTo>
                  <a:pt x="2265" y="2131"/>
                  <a:pt x="2255" y="2136"/>
                  <a:pt x="2245" y="2134"/>
                </a:cubicBezTo>
                <a:cubicBezTo>
                  <a:pt x="2202" y="2144"/>
                  <a:pt x="2188" y="2144"/>
                  <a:pt x="2175" y="2150"/>
                </a:cubicBezTo>
                <a:cubicBezTo>
                  <a:pt x="2182" y="2158"/>
                  <a:pt x="2190" y="2154"/>
                  <a:pt x="2198" y="2153"/>
                </a:cubicBezTo>
                <a:cubicBezTo>
                  <a:pt x="2242" y="2147"/>
                  <a:pt x="2254" y="2144"/>
                  <a:pt x="2266" y="2142"/>
                </a:cubicBezTo>
                <a:cubicBezTo>
                  <a:pt x="2296" y="2149"/>
                  <a:pt x="2289" y="2141"/>
                  <a:pt x="2281" y="2149"/>
                </a:cubicBezTo>
                <a:cubicBezTo>
                  <a:pt x="2215" y="2160"/>
                  <a:pt x="2215" y="2160"/>
                  <a:pt x="2215" y="2160"/>
                </a:cubicBezTo>
                <a:cubicBezTo>
                  <a:pt x="2261" y="2163"/>
                  <a:pt x="2266" y="2158"/>
                  <a:pt x="2270" y="2159"/>
                </a:cubicBezTo>
                <a:cubicBezTo>
                  <a:pt x="2286" y="2157"/>
                  <a:pt x="2288" y="2158"/>
                  <a:pt x="2290" y="2159"/>
                </a:cubicBezTo>
                <a:cubicBezTo>
                  <a:pt x="2306" y="2159"/>
                  <a:pt x="2301" y="2160"/>
                  <a:pt x="2296" y="2159"/>
                </a:cubicBezTo>
                <a:cubicBezTo>
                  <a:pt x="2375" y="2159"/>
                  <a:pt x="2374" y="2158"/>
                  <a:pt x="2372" y="2157"/>
                </a:cubicBezTo>
                <a:cubicBezTo>
                  <a:pt x="2357" y="2145"/>
                  <a:pt x="2353" y="2143"/>
                  <a:pt x="2349" y="2136"/>
                </a:cubicBezTo>
                <a:cubicBezTo>
                  <a:pt x="2334" y="2103"/>
                  <a:pt x="2327" y="2099"/>
                  <a:pt x="2325" y="2096"/>
                </a:cubicBezTo>
                <a:cubicBezTo>
                  <a:pt x="2312" y="2069"/>
                  <a:pt x="2309" y="2062"/>
                  <a:pt x="2306" y="2055"/>
                </a:cubicBezTo>
                <a:cubicBezTo>
                  <a:pt x="2290" y="2013"/>
                  <a:pt x="2286" y="2009"/>
                  <a:pt x="2286" y="2006"/>
                </a:cubicBezTo>
                <a:cubicBezTo>
                  <a:pt x="2276" y="1972"/>
                  <a:pt x="2269" y="1966"/>
                  <a:pt x="2269" y="1960"/>
                </a:cubicBezTo>
                <a:cubicBezTo>
                  <a:pt x="2205" y="1870"/>
                  <a:pt x="2206" y="1871"/>
                  <a:pt x="2207" y="1872"/>
                </a:cubicBezTo>
                <a:cubicBezTo>
                  <a:pt x="2252" y="1922"/>
                  <a:pt x="2262" y="1928"/>
                  <a:pt x="2273" y="1948"/>
                </a:cubicBezTo>
                <a:cubicBezTo>
                  <a:pt x="2301" y="2003"/>
                  <a:pt x="2306" y="2005"/>
                  <a:pt x="2308" y="2010"/>
                </a:cubicBezTo>
                <a:cubicBezTo>
                  <a:pt x="2314" y="2029"/>
                  <a:pt x="2321" y="2036"/>
                  <a:pt x="2322" y="2043"/>
                </a:cubicBezTo>
                <a:cubicBezTo>
                  <a:pt x="2355" y="2106"/>
                  <a:pt x="2363" y="2126"/>
                  <a:pt x="2374" y="2146"/>
                </a:cubicBezTo>
                <a:cubicBezTo>
                  <a:pt x="2399" y="2160"/>
                  <a:pt x="2399" y="2160"/>
                  <a:pt x="2399" y="2160"/>
                </a:cubicBezTo>
                <a:close/>
                <a:moveTo>
                  <a:pt x="1838" y="1827"/>
                </a:moveTo>
                <a:cubicBezTo>
                  <a:pt x="1845" y="1821"/>
                  <a:pt x="1845" y="1838"/>
                  <a:pt x="1854" y="1842"/>
                </a:cubicBezTo>
                <a:cubicBezTo>
                  <a:pt x="1845" y="1846"/>
                  <a:pt x="1846" y="1833"/>
                  <a:pt x="1838" y="1827"/>
                </a:cubicBezTo>
                <a:close/>
                <a:moveTo>
                  <a:pt x="1853" y="1848"/>
                </a:moveTo>
                <a:cubicBezTo>
                  <a:pt x="1859" y="1847"/>
                  <a:pt x="1862" y="1858"/>
                  <a:pt x="1865" y="1862"/>
                </a:cubicBezTo>
                <a:cubicBezTo>
                  <a:pt x="1859" y="1863"/>
                  <a:pt x="1856" y="1852"/>
                  <a:pt x="1853" y="1848"/>
                </a:cubicBezTo>
                <a:close/>
                <a:moveTo>
                  <a:pt x="1645" y="1869"/>
                </a:moveTo>
                <a:cubicBezTo>
                  <a:pt x="1648" y="1868"/>
                  <a:pt x="1651" y="1869"/>
                  <a:pt x="1654" y="1872"/>
                </a:cubicBezTo>
                <a:cubicBezTo>
                  <a:pt x="1650" y="1878"/>
                  <a:pt x="1648" y="1871"/>
                  <a:pt x="1645" y="1869"/>
                </a:cubicBezTo>
                <a:close/>
                <a:moveTo>
                  <a:pt x="1907" y="1920"/>
                </a:moveTo>
                <a:cubicBezTo>
                  <a:pt x="1903" y="1914"/>
                  <a:pt x="1899" y="1920"/>
                  <a:pt x="1895" y="1916"/>
                </a:cubicBezTo>
                <a:cubicBezTo>
                  <a:pt x="1841" y="1913"/>
                  <a:pt x="1839" y="1913"/>
                  <a:pt x="1836" y="1915"/>
                </a:cubicBezTo>
                <a:cubicBezTo>
                  <a:pt x="1810" y="1916"/>
                  <a:pt x="1803" y="1912"/>
                  <a:pt x="1795" y="1914"/>
                </a:cubicBezTo>
                <a:cubicBezTo>
                  <a:pt x="1766" y="1908"/>
                  <a:pt x="1762" y="1912"/>
                  <a:pt x="1758" y="1909"/>
                </a:cubicBezTo>
                <a:cubicBezTo>
                  <a:pt x="1719" y="1899"/>
                  <a:pt x="1715" y="1899"/>
                  <a:pt x="1711" y="1898"/>
                </a:cubicBezTo>
                <a:cubicBezTo>
                  <a:pt x="1659" y="1869"/>
                  <a:pt x="1662" y="1879"/>
                  <a:pt x="1666" y="1876"/>
                </a:cubicBezTo>
                <a:cubicBezTo>
                  <a:pt x="1713" y="1885"/>
                  <a:pt x="1732" y="1891"/>
                  <a:pt x="1751" y="1894"/>
                </a:cubicBezTo>
                <a:cubicBezTo>
                  <a:pt x="1785" y="1897"/>
                  <a:pt x="1790" y="1895"/>
                  <a:pt x="1794" y="1900"/>
                </a:cubicBezTo>
                <a:cubicBezTo>
                  <a:pt x="1828" y="1901"/>
                  <a:pt x="1832" y="1905"/>
                  <a:pt x="1837" y="1903"/>
                </a:cubicBezTo>
                <a:cubicBezTo>
                  <a:pt x="1870" y="1907"/>
                  <a:pt x="1875" y="1907"/>
                  <a:pt x="1880" y="1906"/>
                </a:cubicBezTo>
                <a:cubicBezTo>
                  <a:pt x="1899" y="1909"/>
                  <a:pt x="1903" y="1916"/>
                  <a:pt x="1908" y="1914"/>
                </a:cubicBezTo>
                <a:cubicBezTo>
                  <a:pt x="1916" y="1920"/>
                  <a:pt x="1912" y="1920"/>
                  <a:pt x="1907" y="1920"/>
                </a:cubicBezTo>
                <a:close/>
                <a:moveTo>
                  <a:pt x="1952" y="1945"/>
                </a:moveTo>
                <a:cubicBezTo>
                  <a:pt x="1949" y="1940"/>
                  <a:pt x="1958" y="1939"/>
                  <a:pt x="1960" y="1944"/>
                </a:cubicBezTo>
                <a:cubicBezTo>
                  <a:pt x="1957" y="1945"/>
                  <a:pt x="1955" y="1943"/>
                  <a:pt x="1952" y="1945"/>
                </a:cubicBezTo>
                <a:close/>
                <a:moveTo>
                  <a:pt x="2090" y="2033"/>
                </a:moveTo>
                <a:cubicBezTo>
                  <a:pt x="2094" y="2028"/>
                  <a:pt x="2097" y="2030"/>
                  <a:pt x="2100" y="2035"/>
                </a:cubicBezTo>
                <a:cubicBezTo>
                  <a:pt x="2097" y="2036"/>
                  <a:pt x="2093" y="2037"/>
                  <a:pt x="2090" y="2033"/>
                </a:cubicBezTo>
                <a:close/>
                <a:moveTo>
                  <a:pt x="2417" y="2149"/>
                </a:moveTo>
                <a:cubicBezTo>
                  <a:pt x="2411" y="2141"/>
                  <a:pt x="2408" y="2133"/>
                  <a:pt x="2399" y="2124"/>
                </a:cubicBezTo>
                <a:cubicBezTo>
                  <a:pt x="2394" y="2113"/>
                  <a:pt x="2388" y="2102"/>
                  <a:pt x="2378" y="2090"/>
                </a:cubicBezTo>
                <a:cubicBezTo>
                  <a:pt x="2363" y="2061"/>
                  <a:pt x="2346" y="2031"/>
                  <a:pt x="2331" y="2001"/>
                </a:cubicBezTo>
                <a:cubicBezTo>
                  <a:pt x="2317" y="1971"/>
                  <a:pt x="2296" y="1941"/>
                  <a:pt x="2279" y="1911"/>
                </a:cubicBezTo>
                <a:cubicBezTo>
                  <a:pt x="2267" y="1900"/>
                  <a:pt x="2264" y="1893"/>
                  <a:pt x="2254" y="1886"/>
                </a:cubicBezTo>
                <a:cubicBezTo>
                  <a:pt x="2256" y="1883"/>
                  <a:pt x="2252" y="1884"/>
                  <a:pt x="2250" y="1881"/>
                </a:cubicBezTo>
                <a:cubicBezTo>
                  <a:pt x="2252" y="1878"/>
                  <a:pt x="2248" y="1876"/>
                  <a:pt x="2245" y="1876"/>
                </a:cubicBezTo>
                <a:cubicBezTo>
                  <a:pt x="2243" y="1872"/>
                  <a:pt x="2240" y="1865"/>
                  <a:pt x="2234" y="1869"/>
                </a:cubicBezTo>
                <a:cubicBezTo>
                  <a:pt x="2240" y="1873"/>
                  <a:pt x="2249" y="1891"/>
                  <a:pt x="2260" y="1896"/>
                </a:cubicBezTo>
                <a:cubicBezTo>
                  <a:pt x="2256" y="1900"/>
                  <a:pt x="2266" y="1904"/>
                  <a:pt x="2268" y="1909"/>
                </a:cubicBezTo>
                <a:cubicBezTo>
                  <a:pt x="2270" y="1913"/>
                  <a:pt x="2272" y="1918"/>
                  <a:pt x="2278" y="1923"/>
                </a:cubicBezTo>
                <a:cubicBezTo>
                  <a:pt x="2281" y="1932"/>
                  <a:pt x="2290" y="1941"/>
                  <a:pt x="2293" y="1950"/>
                </a:cubicBezTo>
                <a:cubicBezTo>
                  <a:pt x="2303" y="1969"/>
                  <a:pt x="2315" y="1987"/>
                  <a:pt x="2323" y="2005"/>
                </a:cubicBezTo>
                <a:cubicBezTo>
                  <a:pt x="2330" y="2014"/>
                  <a:pt x="2329" y="2023"/>
                  <a:pt x="2339" y="2032"/>
                </a:cubicBezTo>
                <a:cubicBezTo>
                  <a:pt x="2337" y="2041"/>
                  <a:pt x="2350" y="2051"/>
                  <a:pt x="2351" y="2059"/>
                </a:cubicBezTo>
                <a:cubicBezTo>
                  <a:pt x="2360" y="2069"/>
                  <a:pt x="2357" y="2077"/>
                  <a:pt x="2366" y="2087"/>
                </a:cubicBezTo>
                <a:cubicBezTo>
                  <a:pt x="2369" y="2096"/>
                  <a:pt x="2375" y="2105"/>
                  <a:pt x="2384" y="2114"/>
                </a:cubicBezTo>
                <a:cubicBezTo>
                  <a:pt x="2385" y="2119"/>
                  <a:pt x="2391" y="2125"/>
                  <a:pt x="2392" y="2130"/>
                </a:cubicBezTo>
                <a:cubicBezTo>
                  <a:pt x="2395" y="2133"/>
                  <a:pt x="2397" y="2136"/>
                  <a:pt x="2399" y="2138"/>
                </a:cubicBezTo>
                <a:cubicBezTo>
                  <a:pt x="2394" y="2141"/>
                  <a:pt x="2407" y="2145"/>
                  <a:pt x="2402" y="2148"/>
                </a:cubicBezTo>
                <a:cubicBezTo>
                  <a:pt x="2408" y="2151"/>
                  <a:pt x="2412" y="2156"/>
                  <a:pt x="2415" y="2160"/>
                </a:cubicBezTo>
                <a:cubicBezTo>
                  <a:pt x="2426" y="2160"/>
                  <a:pt x="2426" y="2160"/>
                  <a:pt x="2426" y="2160"/>
                </a:cubicBezTo>
                <a:cubicBezTo>
                  <a:pt x="2424" y="2157"/>
                  <a:pt x="2423" y="2154"/>
                  <a:pt x="2417" y="2149"/>
                </a:cubicBezTo>
                <a:close/>
                <a:moveTo>
                  <a:pt x="2465" y="2104"/>
                </a:moveTo>
                <a:cubicBezTo>
                  <a:pt x="2451" y="2090"/>
                  <a:pt x="2446" y="2076"/>
                  <a:pt x="2434" y="2062"/>
                </a:cubicBezTo>
                <a:cubicBezTo>
                  <a:pt x="2436" y="2059"/>
                  <a:pt x="2432" y="2056"/>
                  <a:pt x="2430" y="2054"/>
                </a:cubicBezTo>
                <a:cubicBezTo>
                  <a:pt x="2431" y="2051"/>
                  <a:pt x="2431" y="2049"/>
                  <a:pt x="2429" y="2046"/>
                </a:cubicBezTo>
                <a:cubicBezTo>
                  <a:pt x="2418" y="2032"/>
                  <a:pt x="2414" y="2018"/>
                  <a:pt x="2404" y="2004"/>
                </a:cubicBezTo>
                <a:cubicBezTo>
                  <a:pt x="2409" y="2001"/>
                  <a:pt x="2396" y="1997"/>
                  <a:pt x="2401" y="1995"/>
                </a:cubicBezTo>
                <a:cubicBezTo>
                  <a:pt x="2400" y="1991"/>
                  <a:pt x="2391" y="1987"/>
                  <a:pt x="2394" y="1983"/>
                </a:cubicBezTo>
                <a:cubicBezTo>
                  <a:pt x="2387" y="1978"/>
                  <a:pt x="2388" y="1966"/>
                  <a:pt x="2379" y="1965"/>
                </a:cubicBezTo>
                <a:cubicBezTo>
                  <a:pt x="2380" y="1970"/>
                  <a:pt x="2383" y="1973"/>
                  <a:pt x="2390" y="1982"/>
                </a:cubicBezTo>
                <a:cubicBezTo>
                  <a:pt x="2391" y="1985"/>
                  <a:pt x="2386" y="1987"/>
                  <a:pt x="2392" y="1991"/>
                </a:cubicBezTo>
                <a:cubicBezTo>
                  <a:pt x="2393" y="1994"/>
                  <a:pt x="2394" y="1997"/>
                  <a:pt x="2398" y="2001"/>
                </a:cubicBezTo>
                <a:cubicBezTo>
                  <a:pt x="2397" y="2007"/>
                  <a:pt x="2405" y="2015"/>
                  <a:pt x="2404" y="2021"/>
                </a:cubicBezTo>
                <a:cubicBezTo>
                  <a:pt x="2410" y="2025"/>
                  <a:pt x="2406" y="2027"/>
                  <a:pt x="2410" y="2031"/>
                </a:cubicBezTo>
                <a:cubicBezTo>
                  <a:pt x="2411" y="2035"/>
                  <a:pt x="2415" y="2038"/>
                  <a:pt x="2414" y="2042"/>
                </a:cubicBezTo>
                <a:cubicBezTo>
                  <a:pt x="2419" y="2045"/>
                  <a:pt x="2415" y="2048"/>
                  <a:pt x="2419" y="2051"/>
                </a:cubicBezTo>
                <a:cubicBezTo>
                  <a:pt x="2417" y="2055"/>
                  <a:pt x="2426" y="2059"/>
                  <a:pt x="2423" y="2063"/>
                </a:cubicBezTo>
                <a:cubicBezTo>
                  <a:pt x="2436" y="2077"/>
                  <a:pt x="2436" y="2084"/>
                  <a:pt x="2450" y="2100"/>
                </a:cubicBezTo>
                <a:cubicBezTo>
                  <a:pt x="2458" y="2115"/>
                  <a:pt x="2467" y="2122"/>
                  <a:pt x="2475" y="2139"/>
                </a:cubicBezTo>
                <a:cubicBezTo>
                  <a:pt x="2483" y="2146"/>
                  <a:pt x="2487" y="2153"/>
                  <a:pt x="2492" y="2160"/>
                </a:cubicBezTo>
                <a:cubicBezTo>
                  <a:pt x="2505" y="2160"/>
                  <a:pt x="2505" y="2160"/>
                  <a:pt x="2505" y="2160"/>
                </a:cubicBezTo>
                <a:cubicBezTo>
                  <a:pt x="2497" y="2148"/>
                  <a:pt x="2487" y="2136"/>
                  <a:pt x="2476" y="2123"/>
                </a:cubicBezTo>
                <a:cubicBezTo>
                  <a:pt x="2472" y="2113"/>
                  <a:pt x="2469" y="2112"/>
                  <a:pt x="2465" y="2104"/>
                </a:cubicBezTo>
                <a:close/>
                <a:moveTo>
                  <a:pt x="2502" y="2123"/>
                </a:moveTo>
                <a:cubicBezTo>
                  <a:pt x="2499" y="2119"/>
                  <a:pt x="2495" y="2114"/>
                  <a:pt x="2496" y="2109"/>
                </a:cubicBezTo>
                <a:cubicBezTo>
                  <a:pt x="2486" y="2106"/>
                  <a:pt x="2483" y="2091"/>
                  <a:pt x="2476" y="2083"/>
                </a:cubicBezTo>
                <a:cubicBezTo>
                  <a:pt x="2468" y="2080"/>
                  <a:pt x="2477" y="2070"/>
                  <a:pt x="2469" y="2072"/>
                </a:cubicBezTo>
                <a:cubicBezTo>
                  <a:pt x="2468" y="2067"/>
                  <a:pt x="2461" y="2062"/>
                  <a:pt x="2462" y="2057"/>
                </a:cubicBezTo>
                <a:cubicBezTo>
                  <a:pt x="2451" y="2047"/>
                  <a:pt x="2455" y="2038"/>
                  <a:pt x="2442" y="2028"/>
                </a:cubicBezTo>
                <a:cubicBezTo>
                  <a:pt x="2445" y="2023"/>
                  <a:pt x="2435" y="2018"/>
                  <a:pt x="2437" y="2013"/>
                </a:cubicBezTo>
                <a:cubicBezTo>
                  <a:pt x="2431" y="2007"/>
                  <a:pt x="2433" y="2002"/>
                  <a:pt x="2426" y="1996"/>
                </a:cubicBezTo>
                <a:cubicBezTo>
                  <a:pt x="2421" y="1985"/>
                  <a:pt x="2413" y="1974"/>
                  <a:pt x="2408" y="1963"/>
                </a:cubicBezTo>
                <a:cubicBezTo>
                  <a:pt x="2397" y="1949"/>
                  <a:pt x="2387" y="1934"/>
                  <a:pt x="2377" y="1920"/>
                </a:cubicBezTo>
                <a:cubicBezTo>
                  <a:pt x="2366" y="1914"/>
                  <a:pt x="2356" y="1898"/>
                  <a:pt x="2345" y="1887"/>
                </a:cubicBezTo>
                <a:cubicBezTo>
                  <a:pt x="2340" y="1882"/>
                  <a:pt x="2335" y="1882"/>
                  <a:pt x="2331" y="1874"/>
                </a:cubicBezTo>
                <a:cubicBezTo>
                  <a:pt x="2328" y="1871"/>
                  <a:pt x="2326" y="1869"/>
                  <a:pt x="2323" y="1866"/>
                </a:cubicBezTo>
                <a:cubicBezTo>
                  <a:pt x="2320" y="1870"/>
                  <a:pt x="2318" y="1858"/>
                  <a:pt x="2314" y="1865"/>
                </a:cubicBezTo>
                <a:cubicBezTo>
                  <a:pt x="2322" y="1870"/>
                  <a:pt x="2330" y="1882"/>
                  <a:pt x="2342" y="1890"/>
                </a:cubicBezTo>
                <a:cubicBezTo>
                  <a:pt x="2350" y="1903"/>
                  <a:pt x="2356" y="1909"/>
                  <a:pt x="2368" y="1920"/>
                </a:cubicBezTo>
                <a:cubicBezTo>
                  <a:pt x="2377" y="1936"/>
                  <a:pt x="2393" y="1953"/>
                  <a:pt x="2403" y="1970"/>
                </a:cubicBezTo>
                <a:cubicBezTo>
                  <a:pt x="2408" y="1979"/>
                  <a:pt x="2409" y="1987"/>
                  <a:pt x="2417" y="1996"/>
                </a:cubicBezTo>
                <a:cubicBezTo>
                  <a:pt x="2417" y="2004"/>
                  <a:pt x="2428" y="2013"/>
                  <a:pt x="2427" y="2021"/>
                </a:cubicBezTo>
                <a:cubicBezTo>
                  <a:pt x="2443" y="2039"/>
                  <a:pt x="2447" y="2055"/>
                  <a:pt x="2458" y="2073"/>
                </a:cubicBezTo>
                <a:cubicBezTo>
                  <a:pt x="2467" y="2083"/>
                  <a:pt x="2472" y="2093"/>
                  <a:pt x="2476" y="2103"/>
                </a:cubicBezTo>
                <a:cubicBezTo>
                  <a:pt x="2482" y="2104"/>
                  <a:pt x="2478" y="2105"/>
                  <a:pt x="2482" y="2110"/>
                </a:cubicBezTo>
                <a:cubicBezTo>
                  <a:pt x="2485" y="2114"/>
                  <a:pt x="2489" y="2117"/>
                  <a:pt x="2489" y="2121"/>
                </a:cubicBezTo>
                <a:cubicBezTo>
                  <a:pt x="2497" y="2124"/>
                  <a:pt x="2495" y="2133"/>
                  <a:pt x="2503" y="2141"/>
                </a:cubicBezTo>
                <a:cubicBezTo>
                  <a:pt x="2509" y="2149"/>
                  <a:pt x="2514" y="2154"/>
                  <a:pt x="2518" y="2160"/>
                </a:cubicBezTo>
                <a:cubicBezTo>
                  <a:pt x="2530" y="2160"/>
                  <a:pt x="2530" y="2160"/>
                  <a:pt x="2530" y="2160"/>
                </a:cubicBezTo>
                <a:cubicBezTo>
                  <a:pt x="2526" y="2154"/>
                  <a:pt x="2521" y="2148"/>
                  <a:pt x="2512" y="2138"/>
                </a:cubicBezTo>
                <a:cubicBezTo>
                  <a:pt x="2510" y="2133"/>
                  <a:pt x="2508" y="2129"/>
                  <a:pt x="2502" y="2123"/>
                </a:cubicBezTo>
                <a:close/>
                <a:moveTo>
                  <a:pt x="2459" y="2153"/>
                </a:moveTo>
                <a:cubicBezTo>
                  <a:pt x="2456" y="2150"/>
                  <a:pt x="2453" y="2146"/>
                  <a:pt x="2450" y="2143"/>
                </a:cubicBezTo>
                <a:cubicBezTo>
                  <a:pt x="2404" y="2065"/>
                  <a:pt x="2403" y="2059"/>
                  <a:pt x="2396" y="2051"/>
                </a:cubicBezTo>
                <a:cubicBezTo>
                  <a:pt x="2391" y="2028"/>
                  <a:pt x="2382" y="2020"/>
                  <a:pt x="2383" y="2014"/>
                </a:cubicBezTo>
                <a:cubicBezTo>
                  <a:pt x="2360" y="1965"/>
                  <a:pt x="2355" y="1958"/>
                  <a:pt x="2352" y="1951"/>
                </a:cubicBezTo>
                <a:cubicBezTo>
                  <a:pt x="2320" y="1909"/>
                  <a:pt x="2322" y="1898"/>
                  <a:pt x="2315" y="1902"/>
                </a:cubicBezTo>
                <a:cubicBezTo>
                  <a:pt x="2370" y="2007"/>
                  <a:pt x="2371" y="2014"/>
                  <a:pt x="2375" y="2021"/>
                </a:cubicBezTo>
                <a:cubicBezTo>
                  <a:pt x="2381" y="2054"/>
                  <a:pt x="2386" y="2049"/>
                  <a:pt x="2380" y="2043"/>
                </a:cubicBezTo>
                <a:cubicBezTo>
                  <a:pt x="2364" y="1998"/>
                  <a:pt x="2352" y="1991"/>
                  <a:pt x="2352" y="1985"/>
                </a:cubicBezTo>
                <a:cubicBezTo>
                  <a:pt x="2344" y="1962"/>
                  <a:pt x="2339" y="1955"/>
                  <a:pt x="2338" y="1949"/>
                </a:cubicBezTo>
                <a:cubicBezTo>
                  <a:pt x="2301" y="1894"/>
                  <a:pt x="2293" y="1879"/>
                  <a:pt x="2277" y="1863"/>
                </a:cubicBezTo>
                <a:cubicBezTo>
                  <a:pt x="2297" y="1890"/>
                  <a:pt x="2298" y="1894"/>
                  <a:pt x="2298" y="1897"/>
                </a:cubicBezTo>
                <a:cubicBezTo>
                  <a:pt x="2316" y="1928"/>
                  <a:pt x="2325" y="1935"/>
                  <a:pt x="2326" y="1942"/>
                </a:cubicBezTo>
                <a:cubicBezTo>
                  <a:pt x="2339" y="1986"/>
                  <a:pt x="2353" y="1990"/>
                  <a:pt x="2347" y="1993"/>
                </a:cubicBezTo>
                <a:cubicBezTo>
                  <a:pt x="2365" y="2028"/>
                  <a:pt x="2361" y="2031"/>
                  <a:pt x="2366" y="2034"/>
                </a:cubicBezTo>
                <a:cubicBezTo>
                  <a:pt x="2377" y="2059"/>
                  <a:pt x="2381" y="2062"/>
                  <a:pt x="2380" y="2066"/>
                </a:cubicBezTo>
                <a:cubicBezTo>
                  <a:pt x="2394" y="2093"/>
                  <a:pt x="2399" y="2101"/>
                  <a:pt x="2403" y="2106"/>
                </a:cubicBezTo>
                <a:cubicBezTo>
                  <a:pt x="2413" y="2118"/>
                  <a:pt x="2409" y="2121"/>
                  <a:pt x="2414" y="2125"/>
                </a:cubicBezTo>
                <a:cubicBezTo>
                  <a:pt x="2438" y="2159"/>
                  <a:pt x="2439" y="2160"/>
                  <a:pt x="2440" y="2160"/>
                </a:cubicBezTo>
                <a:cubicBezTo>
                  <a:pt x="2460" y="2160"/>
                  <a:pt x="2462" y="2156"/>
                  <a:pt x="2459" y="2153"/>
                </a:cubicBezTo>
                <a:close/>
                <a:moveTo>
                  <a:pt x="2392" y="2064"/>
                </a:moveTo>
                <a:cubicBezTo>
                  <a:pt x="2397" y="2062"/>
                  <a:pt x="2399" y="2073"/>
                  <a:pt x="2400" y="2077"/>
                </a:cubicBezTo>
                <a:cubicBezTo>
                  <a:pt x="2396" y="2078"/>
                  <a:pt x="2394" y="2067"/>
                  <a:pt x="2392" y="2064"/>
                </a:cubicBezTo>
                <a:close/>
                <a:moveTo>
                  <a:pt x="2400" y="2083"/>
                </a:moveTo>
                <a:cubicBezTo>
                  <a:pt x="2404" y="2080"/>
                  <a:pt x="2407" y="2089"/>
                  <a:pt x="2407" y="2091"/>
                </a:cubicBezTo>
                <a:cubicBezTo>
                  <a:pt x="2403" y="2094"/>
                  <a:pt x="2400" y="2084"/>
                  <a:pt x="2400" y="2083"/>
                </a:cubicBezTo>
                <a:close/>
                <a:moveTo>
                  <a:pt x="2867" y="2097"/>
                </a:moveTo>
                <a:cubicBezTo>
                  <a:pt x="2845" y="2071"/>
                  <a:pt x="2822" y="2045"/>
                  <a:pt x="2800" y="2020"/>
                </a:cubicBezTo>
                <a:cubicBezTo>
                  <a:pt x="2787" y="2012"/>
                  <a:pt x="2781" y="1993"/>
                  <a:pt x="2766" y="1994"/>
                </a:cubicBezTo>
                <a:cubicBezTo>
                  <a:pt x="2774" y="1997"/>
                  <a:pt x="2780" y="2010"/>
                  <a:pt x="2788" y="2013"/>
                </a:cubicBezTo>
                <a:cubicBezTo>
                  <a:pt x="2796" y="2027"/>
                  <a:pt x="2804" y="2030"/>
                  <a:pt x="2812" y="2044"/>
                </a:cubicBezTo>
                <a:cubicBezTo>
                  <a:pt x="2818" y="2047"/>
                  <a:pt x="2818" y="2053"/>
                  <a:pt x="2826" y="2060"/>
                </a:cubicBezTo>
                <a:cubicBezTo>
                  <a:pt x="2834" y="2069"/>
                  <a:pt x="2831" y="2068"/>
                  <a:pt x="2838" y="2076"/>
                </a:cubicBezTo>
                <a:cubicBezTo>
                  <a:pt x="2848" y="2083"/>
                  <a:pt x="2851" y="2096"/>
                  <a:pt x="2861" y="2103"/>
                </a:cubicBezTo>
                <a:cubicBezTo>
                  <a:pt x="2860" y="2107"/>
                  <a:pt x="2863" y="2112"/>
                  <a:pt x="2868" y="2117"/>
                </a:cubicBezTo>
                <a:cubicBezTo>
                  <a:pt x="2866" y="2122"/>
                  <a:pt x="2875" y="2128"/>
                  <a:pt x="2873" y="2133"/>
                </a:cubicBezTo>
                <a:cubicBezTo>
                  <a:pt x="2880" y="2142"/>
                  <a:pt x="2886" y="2151"/>
                  <a:pt x="2891" y="2160"/>
                </a:cubicBezTo>
                <a:cubicBezTo>
                  <a:pt x="2902" y="2160"/>
                  <a:pt x="2902" y="2160"/>
                  <a:pt x="2902" y="2160"/>
                </a:cubicBezTo>
                <a:cubicBezTo>
                  <a:pt x="2900" y="2157"/>
                  <a:pt x="2899" y="2155"/>
                  <a:pt x="2898" y="2151"/>
                </a:cubicBezTo>
                <a:cubicBezTo>
                  <a:pt x="2882" y="2133"/>
                  <a:pt x="2878" y="2115"/>
                  <a:pt x="2867" y="2097"/>
                </a:cubicBezTo>
                <a:close/>
                <a:moveTo>
                  <a:pt x="2925" y="2156"/>
                </a:moveTo>
                <a:cubicBezTo>
                  <a:pt x="2918" y="2156"/>
                  <a:pt x="2925" y="2151"/>
                  <a:pt x="2920" y="2147"/>
                </a:cubicBezTo>
                <a:cubicBezTo>
                  <a:pt x="2912" y="2136"/>
                  <a:pt x="2914" y="2134"/>
                  <a:pt x="2906" y="2124"/>
                </a:cubicBezTo>
                <a:cubicBezTo>
                  <a:pt x="2909" y="2121"/>
                  <a:pt x="2900" y="2116"/>
                  <a:pt x="2902" y="2113"/>
                </a:cubicBezTo>
                <a:cubicBezTo>
                  <a:pt x="2898" y="2109"/>
                  <a:pt x="2893" y="2104"/>
                  <a:pt x="2893" y="2100"/>
                </a:cubicBezTo>
                <a:cubicBezTo>
                  <a:pt x="2887" y="2091"/>
                  <a:pt x="2882" y="2083"/>
                  <a:pt x="2877" y="2074"/>
                </a:cubicBezTo>
                <a:cubicBezTo>
                  <a:pt x="2871" y="2068"/>
                  <a:pt x="2866" y="2062"/>
                  <a:pt x="2861" y="2056"/>
                </a:cubicBezTo>
                <a:cubicBezTo>
                  <a:pt x="2843" y="2043"/>
                  <a:pt x="2826" y="2021"/>
                  <a:pt x="2808" y="2009"/>
                </a:cubicBezTo>
                <a:cubicBezTo>
                  <a:pt x="2800" y="1999"/>
                  <a:pt x="2791" y="1996"/>
                  <a:pt x="2782" y="1986"/>
                </a:cubicBezTo>
                <a:cubicBezTo>
                  <a:pt x="2778" y="1981"/>
                  <a:pt x="2773" y="1984"/>
                  <a:pt x="2769" y="1977"/>
                </a:cubicBezTo>
                <a:cubicBezTo>
                  <a:pt x="2764" y="1972"/>
                  <a:pt x="2760" y="1969"/>
                  <a:pt x="2755" y="1969"/>
                </a:cubicBezTo>
                <a:cubicBezTo>
                  <a:pt x="2761" y="1976"/>
                  <a:pt x="2765" y="1974"/>
                  <a:pt x="2767" y="1982"/>
                </a:cubicBezTo>
                <a:cubicBezTo>
                  <a:pt x="2777" y="1985"/>
                  <a:pt x="2786" y="1998"/>
                  <a:pt x="2796" y="2006"/>
                </a:cubicBezTo>
                <a:cubicBezTo>
                  <a:pt x="2801" y="2013"/>
                  <a:pt x="2806" y="2014"/>
                  <a:pt x="2811" y="2019"/>
                </a:cubicBezTo>
                <a:cubicBezTo>
                  <a:pt x="2813" y="2021"/>
                  <a:pt x="2815" y="2025"/>
                  <a:pt x="2818" y="2024"/>
                </a:cubicBezTo>
                <a:cubicBezTo>
                  <a:pt x="2822" y="2026"/>
                  <a:pt x="2818" y="2034"/>
                  <a:pt x="2824" y="2031"/>
                </a:cubicBezTo>
                <a:cubicBezTo>
                  <a:pt x="2823" y="2036"/>
                  <a:pt x="2831" y="2036"/>
                  <a:pt x="2835" y="2044"/>
                </a:cubicBezTo>
                <a:cubicBezTo>
                  <a:pt x="2840" y="2050"/>
                  <a:pt x="2845" y="2054"/>
                  <a:pt x="2850" y="2057"/>
                </a:cubicBezTo>
                <a:cubicBezTo>
                  <a:pt x="2848" y="2060"/>
                  <a:pt x="2852" y="2062"/>
                  <a:pt x="2854" y="2062"/>
                </a:cubicBezTo>
                <a:cubicBezTo>
                  <a:pt x="2852" y="2065"/>
                  <a:pt x="2856" y="2067"/>
                  <a:pt x="2858" y="2067"/>
                </a:cubicBezTo>
                <a:cubicBezTo>
                  <a:pt x="2860" y="2072"/>
                  <a:pt x="2862" y="2074"/>
                  <a:pt x="2869" y="2078"/>
                </a:cubicBezTo>
                <a:cubicBezTo>
                  <a:pt x="2872" y="2087"/>
                  <a:pt x="2878" y="2097"/>
                  <a:pt x="2887" y="2106"/>
                </a:cubicBezTo>
                <a:cubicBezTo>
                  <a:pt x="2890" y="2112"/>
                  <a:pt x="2891" y="2117"/>
                  <a:pt x="2893" y="2123"/>
                </a:cubicBezTo>
                <a:cubicBezTo>
                  <a:pt x="2898" y="2120"/>
                  <a:pt x="2894" y="2128"/>
                  <a:pt x="2899" y="2130"/>
                </a:cubicBezTo>
                <a:cubicBezTo>
                  <a:pt x="2899" y="2136"/>
                  <a:pt x="2901" y="2132"/>
                  <a:pt x="2905" y="2136"/>
                </a:cubicBezTo>
                <a:cubicBezTo>
                  <a:pt x="2903" y="2142"/>
                  <a:pt x="2911" y="2148"/>
                  <a:pt x="2911" y="2154"/>
                </a:cubicBezTo>
                <a:cubicBezTo>
                  <a:pt x="2912" y="2159"/>
                  <a:pt x="2913" y="2156"/>
                  <a:pt x="2917" y="2160"/>
                </a:cubicBezTo>
                <a:cubicBezTo>
                  <a:pt x="2925" y="2160"/>
                  <a:pt x="2925" y="2160"/>
                  <a:pt x="2925" y="2160"/>
                </a:cubicBezTo>
                <a:cubicBezTo>
                  <a:pt x="2924" y="2159"/>
                  <a:pt x="2924" y="2158"/>
                  <a:pt x="2925" y="2156"/>
                </a:cubicBezTo>
                <a:close/>
                <a:moveTo>
                  <a:pt x="2984" y="2151"/>
                </a:moveTo>
                <a:cubicBezTo>
                  <a:pt x="2976" y="2138"/>
                  <a:pt x="2972" y="2125"/>
                  <a:pt x="2965" y="2113"/>
                </a:cubicBezTo>
                <a:cubicBezTo>
                  <a:pt x="2944" y="2085"/>
                  <a:pt x="2929" y="2066"/>
                  <a:pt x="2911" y="2044"/>
                </a:cubicBezTo>
                <a:cubicBezTo>
                  <a:pt x="2902" y="2037"/>
                  <a:pt x="2893" y="2028"/>
                  <a:pt x="2883" y="2019"/>
                </a:cubicBezTo>
                <a:cubicBezTo>
                  <a:pt x="2880" y="2020"/>
                  <a:pt x="2876" y="2016"/>
                  <a:pt x="2873" y="2014"/>
                </a:cubicBezTo>
                <a:cubicBezTo>
                  <a:pt x="2869" y="2018"/>
                  <a:pt x="2866" y="2004"/>
                  <a:pt x="2862" y="2008"/>
                </a:cubicBezTo>
                <a:cubicBezTo>
                  <a:pt x="2855" y="2002"/>
                  <a:pt x="2848" y="1997"/>
                  <a:pt x="2840" y="1996"/>
                </a:cubicBezTo>
                <a:cubicBezTo>
                  <a:pt x="2833" y="1988"/>
                  <a:pt x="2825" y="1988"/>
                  <a:pt x="2818" y="1981"/>
                </a:cubicBezTo>
                <a:cubicBezTo>
                  <a:pt x="2810" y="1980"/>
                  <a:pt x="2804" y="1964"/>
                  <a:pt x="2795" y="1971"/>
                </a:cubicBezTo>
                <a:cubicBezTo>
                  <a:pt x="2804" y="1978"/>
                  <a:pt x="2812" y="1981"/>
                  <a:pt x="2820" y="1990"/>
                </a:cubicBezTo>
                <a:cubicBezTo>
                  <a:pt x="2825" y="1992"/>
                  <a:pt x="2829" y="1996"/>
                  <a:pt x="2834" y="1999"/>
                </a:cubicBezTo>
                <a:cubicBezTo>
                  <a:pt x="2839" y="1996"/>
                  <a:pt x="2842" y="2006"/>
                  <a:pt x="2847" y="2004"/>
                </a:cubicBezTo>
                <a:cubicBezTo>
                  <a:pt x="2855" y="2014"/>
                  <a:pt x="2864" y="2015"/>
                  <a:pt x="2872" y="2023"/>
                </a:cubicBezTo>
                <a:cubicBezTo>
                  <a:pt x="2875" y="2021"/>
                  <a:pt x="2877" y="2030"/>
                  <a:pt x="2883" y="2028"/>
                </a:cubicBezTo>
                <a:cubicBezTo>
                  <a:pt x="2887" y="2035"/>
                  <a:pt x="2891" y="2037"/>
                  <a:pt x="2896" y="2040"/>
                </a:cubicBezTo>
                <a:cubicBezTo>
                  <a:pt x="2900" y="2047"/>
                  <a:pt x="2906" y="2059"/>
                  <a:pt x="2917" y="2065"/>
                </a:cubicBezTo>
                <a:cubicBezTo>
                  <a:pt x="2915" y="2069"/>
                  <a:pt x="2925" y="2074"/>
                  <a:pt x="2927" y="2079"/>
                </a:cubicBezTo>
                <a:cubicBezTo>
                  <a:pt x="2932" y="2085"/>
                  <a:pt x="2937" y="2090"/>
                  <a:pt x="2942" y="2096"/>
                </a:cubicBezTo>
                <a:cubicBezTo>
                  <a:pt x="2944" y="2102"/>
                  <a:pt x="2950" y="2108"/>
                  <a:pt x="2956" y="2115"/>
                </a:cubicBezTo>
                <a:cubicBezTo>
                  <a:pt x="2959" y="2123"/>
                  <a:pt x="2963" y="2131"/>
                  <a:pt x="2968" y="2139"/>
                </a:cubicBezTo>
                <a:cubicBezTo>
                  <a:pt x="2967" y="2143"/>
                  <a:pt x="2972" y="2148"/>
                  <a:pt x="2973" y="2152"/>
                </a:cubicBezTo>
                <a:cubicBezTo>
                  <a:pt x="2974" y="2155"/>
                  <a:pt x="2977" y="2158"/>
                  <a:pt x="2978" y="2160"/>
                </a:cubicBezTo>
                <a:cubicBezTo>
                  <a:pt x="2986" y="2160"/>
                  <a:pt x="2986" y="2160"/>
                  <a:pt x="2986" y="2160"/>
                </a:cubicBezTo>
                <a:cubicBezTo>
                  <a:pt x="2985" y="2157"/>
                  <a:pt x="2984" y="2154"/>
                  <a:pt x="2984" y="2151"/>
                </a:cubicBezTo>
                <a:close/>
                <a:moveTo>
                  <a:pt x="2933" y="2112"/>
                </a:moveTo>
                <a:cubicBezTo>
                  <a:pt x="2912" y="2088"/>
                  <a:pt x="2896" y="2065"/>
                  <a:pt x="2870" y="2037"/>
                </a:cubicBezTo>
                <a:cubicBezTo>
                  <a:pt x="2851" y="2023"/>
                  <a:pt x="2833" y="2005"/>
                  <a:pt x="2814" y="1993"/>
                </a:cubicBezTo>
                <a:cubicBezTo>
                  <a:pt x="2810" y="1987"/>
                  <a:pt x="2805" y="1991"/>
                  <a:pt x="2801" y="1984"/>
                </a:cubicBezTo>
                <a:cubicBezTo>
                  <a:pt x="2795" y="1984"/>
                  <a:pt x="2791" y="1977"/>
                  <a:pt x="2786" y="1977"/>
                </a:cubicBezTo>
                <a:cubicBezTo>
                  <a:pt x="2784" y="1975"/>
                  <a:pt x="2782" y="1974"/>
                  <a:pt x="2780" y="1974"/>
                </a:cubicBezTo>
                <a:cubicBezTo>
                  <a:pt x="2777" y="1971"/>
                  <a:pt x="2775" y="1967"/>
                  <a:pt x="2772" y="1968"/>
                </a:cubicBezTo>
                <a:cubicBezTo>
                  <a:pt x="2770" y="1966"/>
                  <a:pt x="2768" y="1962"/>
                  <a:pt x="2765" y="1963"/>
                </a:cubicBezTo>
                <a:cubicBezTo>
                  <a:pt x="2763" y="1960"/>
                  <a:pt x="2759" y="1961"/>
                  <a:pt x="2760" y="1965"/>
                </a:cubicBezTo>
                <a:cubicBezTo>
                  <a:pt x="2764" y="1964"/>
                  <a:pt x="2768" y="1967"/>
                  <a:pt x="2772" y="1972"/>
                </a:cubicBezTo>
                <a:cubicBezTo>
                  <a:pt x="2777" y="1974"/>
                  <a:pt x="2781" y="1979"/>
                  <a:pt x="2785" y="1980"/>
                </a:cubicBezTo>
                <a:cubicBezTo>
                  <a:pt x="2794" y="1986"/>
                  <a:pt x="2802" y="1990"/>
                  <a:pt x="2810" y="1999"/>
                </a:cubicBezTo>
                <a:cubicBezTo>
                  <a:pt x="2818" y="2006"/>
                  <a:pt x="2830" y="2007"/>
                  <a:pt x="2832" y="2017"/>
                </a:cubicBezTo>
                <a:cubicBezTo>
                  <a:pt x="2837" y="2017"/>
                  <a:pt x="2841" y="2021"/>
                  <a:pt x="2846" y="2026"/>
                </a:cubicBezTo>
                <a:cubicBezTo>
                  <a:pt x="2850" y="2033"/>
                  <a:pt x="2855" y="2032"/>
                  <a:pt x="2859" y="2038"/>
                </a:cubicBezTo>
                <a:cubicBezTo>
                  <a:pt x="2869" y="2049"/>
                  <a:pt x="2879" y="2061"/>
                  <a:pt x="2889" y="2072"/>
                </a:cubicBezTo>
                <a:cubicBezTo>
                  <a:pt x="2894" y="2076"/>
                  <a:pt x="2891" y="2080"/>
                  <a:pt x="2897" y="2085"/>
                </a:cubicBezTo>
                <a:cubicBezTo>
                  <a:pt x="2902" y="2090"/>
                  <a:pt x="2907" y="2096"/>
                  <a:pt x="2912" y="2101"/>
                </a:cubicBezTo>
                <a:cubicBezTo>
                  <a:pt x="2920" y="2107"/>
                  <a:pt x="2918" y="2115"/>
                  <a:pt x="2925" y="2116"/>
                </a:cubicBezTo>
                <a:cubicBezTo>
                  <a:pt x="2928" y="2119"/>
                  <a:pt x="2926" y="2121"/>
                  <a:pt x="2929" y="2124"/>
                </a:cubicBezTo>
                <a:cubicBezTo>
                  <a:pt x="2931" y="2127"/>
                  <a:pt x="2935" y="2130"/>
                  <a:pt x="2933" y="2132"/>
                </a:cubicBezTo>
                <a:cubicBezTo>
                  <a:pt x="2937" y="2138"/>
                  <a:pt x="2948" y="2144"/>
                  <a:pt x="2943" y="2150"/>
                </a:cubicBezTo>
                <a:cubicBezTo>
                  <a:pt x="2948" y="2150"/>
                  <a:pt x="2947" y="2156"/>
                  <a:pt x="2951" y="2160"/>
                </a:cubicBezTo>
                <a:cubicBezTo>
                  <a:pt x="2962" y="2160"/>
                  <a:pt x="2962" y="2160"/>
                  <a:pt x="2962" y="2160"/>
                </a:cubicBezTo>
                <a:cubicBezTo>
                  <a:pt x="2961" y="2159"/>
                  <a:pt x="2960" y="2157"/>
                  <a:pt x="2959" y="2155"/>
                </a:cubicBezTo>
                <a:cubicBezTo>
                  <a:pt x="2954" y="2141"/>
                  <a:pt x="2941" y="2126"/>
                  <a:pt x="2933" y="2112"/>
                </a:cubicBezTo>
                <a:close/>
                <a:moveTo>
                  <a:pt x="3015" y="2113"/>
                </a:moveTo>
                <a:cubicBezTo>
                  <a:pt x="3020" y="2110"/>
                  <a:pt x="3007" y="2106"/>
                  <a:pt x="3012" y="2103"/>
                </a:cubicBezTo>
                <a:cubicBezTo>
                  <a:pt x="3010" y="2100"/>
                  <a:pt x="3008" y="2097"/>
                  <a:pt x="3010" y="2094"/>
                </a:cubicBezTo>
                <a:cubicBezTo>
                  <a:pt x="2995" y="2074"/>
                  <a:pt x="2992" y="2063"/>
                  <a:pt x="2976" y="2045"/>
                </a:cubicBezTo>
                <a:cubicBezTo>
                  <a:pt x="2964" y="2035"/>
                  <a:pt x="2951" y="2024"/>
                  <a:pt x="2939" y="2017"/>
                </a:cubicBezTo>
                <a:cubicBezTo>
                  <a:pt x="2933" y="2010"/>
                  <a:pt x="2926" y="2010"/>
                  <a:pt x="2920" y="2001"/>
                </a:cubicBezTo>
                <a:cubicBezTo>
                  <a:pt x="2913" y="2001"/>
                  <a:pt x="2907" y="1991"/>
                  <a:pt x="2901" y="1992"/>
                </a:cubicBezTo>
                <a:cubicBezTo>
                  <a:pt x="2915" y="2006"/>
                  <a:pt x="2929" y="2015"/>
                  <a:pt x="2943" y="2025"/>
                </a:cubicBezTo>
                <a:cubicBezTo>
                  <a:pt x="2950" y="2033"/>
                  <a:pt x="2958" y="2039"/>
                  <a:pt x="2965" y="2043"/>
                </a:cubicBezTo>
                <a:cubicBezTo>
                  <a:pt x="2962" y="2047"/>
                  <a:pt x="2972" y="2052"/>
                  <a:pt x="2974" y="2056"/>
                </a:cubicBezTo>
                <a:cubicBezTo>
                  <a:pt x="2978" y="2061"/>
                  <a:pt x="2982" y="2066"/>
                  <a:pt x="2986" y="2071"/>
                </a:cubicBezTo>
                <a:cubicBezTo>
                  <a:pt x="2991" y="2078"/>
                  <a:pt x="2995" y="2092"/>
                  <a:pt x="3002" y="2095"/>
                </a:cubicBezTo>
                <a:cubicBezTo>
                  <a:pt x="2998" y="2100"/>
                  <a:pt x="3006" y="2107"/>
                  <a:pt x="3005" y="2112"/>
                </a:cubicBezTo>
                <a:cubicBezTo>
                  <a:pt x="3008" y="2118"/>
                  <a:pt x="3012" y="2124"/>
                  <a:pt x="3012" y="2130"/>
                </a:cubicBezTo>
                <a:cubicBezTo>
                  <a:pt x="3018" y="2140"/>
                  <a:pt x="3020" y="2150"/>
                  <a:pt x="3026" y="2160"/>
                </a:cubicBezTo>
                <a:cubicBezTo>
                  <a:pt x="3035" y="2160"/>
                  <a:pt x="3035" y="2160"/>
                  <a:pt x="3035" y="2160"/>
                </a:cubicBezTo>
                <a:cubicBezTo>
                  <a:pt x="3030" y="2151"/>
                  <a:pt x="3030" y="2142"/>
                  <a:pt x="3023" y="2132"/>
                </a:cubicBezTo>
                <a:cubicBezTo>
                  <a:pt x="3023" y="2126"/>
                  <a:pt x="3017" y="2119"/>
                  <a:pt x="3015" y="2113"/>
                </a:cubicBezTo>
                <a:close/>
                <a:moveTo>
                  <a:pt x="3006" y="2155"/>
                </a:moveTo>
                <a:cubicBezTo>
                  <a:pt x="3008" y="2139"/>
                  <a:pt x="2989" y="2121"/>
                  <a:pt x="2990" y="2105"/>
                </a:cubicBezTo>
                <a:cubicBezTo>
                  <a:pt x="2986" y="2100"/>
                  <a:pt x="2982" y="2095"/>
                  <a:pt x="2984" y="2091"/>
                </a:cubicBezTo>
                <a:cubicBezTo>
                  <a:pt x="2971" y="2074"/>
                  <a:pt x="2959" y="2055"/>
                  <a:pt x="2950" y="2042"/>
                </a:cubicBezTo>
                <a:cubicBezTo>
                  <a:pt x="2938" y="2031"/>
                  <a:pt x="2920" y="2017"/>
                  <a:pt x="2904" y="2003"/>
                </a:cubicBezTo>
                <a:cubicBezTo>
                  <a:pt x="2897" y="2003"/>
                  <a:pt x="2890" y="1997"/>
                  <a:pt x="2884" y="1993"/>
                </a:cubicBezTo>
                <a:cubicBezTo>
                  <a:pt x="2876" y="1993"/>
                  <a:pt x="2869" y="1982"/>
                  <a:pt x="2861" y="1984"/>
                </a:cubicBezTo>
                <a:cubicBezTo>
                  <a:pt x="2864" y="1987"/>
                  <a:pt x="2868" y="1986"/>
                  <a:pt x="2871" y="1992"/>
                </a:cubicBezTo>
                <a:cubicBezTo>
                  <a:pt x="2875" y="1991"/>
                  <a:pt x="2878" y="2000"/>
                  <a:pt x="2882" y="1997"/>
                </a:cubicBezTo>
                <a:cubicBezTo>
                  <a:pt x="2885" y="2002"/>
                  <a:pt x="2888" y="2003"/>
                  <a:pt x="2892" y="2003"/>
                </a:cubicBezTo>
                <a:cubicBezTo>
                  <a:pt x="2892" y="2006"/>
                  <a:pt x="2897" y="2009"/>
                  <a:pt x="2901" y="2009"/>
                </a:cubicBezTo>
                <a:cubicBezTo>
                  <a:pt x="2915" y="2021"/>
                  <a:pt x="2929" y="2033"/>
                  <a:pt x="2943" y="2045"/>
                </a:cubicBezTo>
                <a:cubicBezTo>
                  <a:pt x="2945" y="2047"/>
                  <a:pt x="2943" y="2049"/>
                  <a:pt x="2946" y="2051"/>
                </a:cubicBezTo>
                <a:cubicBezTo>
                  <a:pt x="2948" y="2053"/>
                  <a:pt x="2951" y="2052"/>
                  <a:pt x="2949" y="2054"/>
                </a:cubicBezTo>
                <a:cubicBezTo>
                  <a:pt x="2951" y="2059"/>
                  <a:pt x="2960" y="2063"/>
                  <a:pt x="2957" y="2067"/>
                </a:cubicBezTo>
                <a:cubicBezTo>
                  <a:pt x="2961" y="2072"/>
                  <a:pt x="2966" y="2076"/>
                  <a:pt x="2966" y="2080"/>
                </a:cubicBezTo>
                <a:cubicBezTo>
                  <a:pt x="2966" y="2085"/>
                  <a:pt x="2974" y="2090"/>
                  <a:pt x="2973" y="2095"/>
                </a:cubicBezTo>
                <a:cubicBezTo>
                  <a:pt x="2985" y="2112"/>
                  <a:pt x="2986" y="2129"/>
                  <a:pt x="2995" y="2147"/>
                </a:cubicBezTo>
                <a:cubicBezTo>
                  <a:pt x="2996" y="2151"/>
                  <a:pt x="2998" y="2156"/>
                  <a:pt x="2999" y="2160"/>
                </a:cubicBezTo>
                <a:cubicBezTo>
                  <a:pt x="3010" y="2160"/>
                  <a:pt x="3010" y="2160"/>
                  <a:pt x="3010" y="2160"/>
                </a:cubicBezTo>
                <a:cubicBezTo>
                  <a:pt x="3009" y="2159"/>
                  <a:pt x="3008" y="2157"/>
                  <a:pt x="3006" y="2155"/>
                </a:cubicBezTo>
                <a:close/>
                <a:moveTo>
                  <a:pt x="729" y="2129"/>
                </a:moveTo>
                <a:cubicBezTo>
                  <a:pt x="729" y="2126"/>
                  <a:pt x="729" y="2123"/>
                  <a:pt x="733" y="2124"/>
                </a:cubicBezTo>
                <a:cubicBezTo>
                  <a:pt x="753" y="2068"/>
                  <a:pt x="761" y="2070"/>
                  <a:pt x="759" y="2063"/>
                </a:cubicBezTo>
                <a:cubicBezTo>
                  <a:pt x="773" y="2016"/>
                  <a:pt x="777" y="2009"/>
                  <a:pt x="779" y="2000"/>
                </a:cubicBezTo>
                <a:cubicBezTo>
                  <a:pt x="790" y="1956"/>
                  <a:pt x="792" y="1944"/>
                  <a:pt x="793" y="1921"/>
                </a:cubicBezTo>
                <a:cubicBezTo>
                  <a:pt x="796" y="1847"/>
                  <a:pt x="795" y="1840"/>
                  <a:pt x="798" y="1837"/>
                </a:cubicBezTo>
                <a:cubicBezTo>
                  <a:pt x="793" y="1793"/>
                  <a:pt x="796" y="1792"/>
                  <a:pt x="794" y="1785"/>
                </a:cubicBezTo>
                <a:cubicBezTo>
                  <a:pt x="784" y="1845"/>
                  <a:pt x="785" y="1850"/>
                  <a:pt x="784" y="1854"/>
                </a:cubicBezTo>
                <a:cubicBezTo>
                  <a:pt x="770" y="1895"/>
                  <a:pt x="773" y="1909"/>
                  <a:pt x="766" y="1914"/>
                </a:cubicBezTo>
                <a:cubicBezTo>
                  <a:pt x="748" y="1953"/>
                  <a:pt x="745" y="1956"/>
                  <a:pt x="743" y="1959"/>
                </a:cubicBezTo>
                <a:cubicBezTo>
                  <a:pt x="726" y="1983"/>
                  <a:pt x="731" y="1992"/>
                  <a:pt x="723" y="1991"/>
                </a:cubicBezTo>
                <a:cubicBezTo>
                  <a:pt x="709" y="2014"/>
                  <a:pt x="707" y="2015"/>
                  <a:pt x="708" y="2019"/>
                </a:cubicBezTo>
                <a:cubicBezTo>
                  <a:pt x="674" y="2075"/>
                  <a:pt x="665" y="2079"/>
                  <a:pt x="665" y="2089"/>
                </a:cubicBezTo>
                <a:cubicBezTo>
                  <a:pt x="647" y="2122"/>
                  <a:pt x="642" y="2122"/>
                  <a:pt x="641" y="2126"/>
                </a:cubicBezTo>
                <a:cubicBezTo>
                  <a:pt x="625" y="2149"/>
                  <a:pt x="624" y="2156"/>
                  <a:pt x="620" y="2160"/>
                </a:cubicBezTo>
                <a:cubicBezTo>
                  <a:pt x="643" y="2138"/>
                  <a:pt x="647" y="2134"/>
                  <a:pt x="650" y="2130"/>
                </a:cubicBezTo>
                <a:cubicBezTo>
                  <a:pt x="684" y="2076"/>
                  <a:pt x="681" y="2069"/>
                  <a:pt x="685" y="2068"/>
                </a:cubicBezTo>
                <a:cubicBezTo>
                  <a:pt x="698" y="2051"/>
                  <a:pt x="699" y="2049"/>
                  <a:pt x="699" y="2045"/>
                </a:cubicBezTo>
                <a:cubicBezTo>
                  <a:pt x="720" y="2010"/>
                  <a:pt x="727" y="2010"/>
                  <a:pt x="726" y="2002"/>
                </a:cubicBezTo>
                <a:cubicBezTo>
                  <a:pt x="757" y="1966"/>
                  <a:pt x="748" y="1970"/>
                  <a:pt x="751" y="1974"/>
                </a:cubicBezTo>
                <a:cubicBezTo>
                  <a:pt x="732" y="2008"/>
                  <a:pt x="731" y="2023"/>
                  <a:pt x="724" y="2033"/>
                </a:cubicBezTo>
                <a:cubicBezTo>
                  <a:pt x="709" y="2059"/>
                  <a:pt x="707" y="2061"/>
                  <a:pt x="704" y="2063"/>
                </a:cubicBezTo>
                <a:cubicBezTo>
                  <a:pt x="677" y="2114"/>
                  <a:pt x="671" y="2113"/>
                  <a:pt x="671" y="2117"/>
                </a:cubicBezTo>
                <a:cubicBezTo>
                  <a:pt x="652" y="2143"/>
                  <a:pt x="652" y="2151"/>
                  <a:pt x="647" y="2154"/>
                </a:cubicBezTo>
                <a:cubicBezTo>
                  <a:pt x="657" y="2156"/>
                  <a:pt x="659" y="2152"/>
                  <a:pt x="662" y="2149"/>
                </a:cubicBezTo>
                <a:cubicBezTo>
                  <a:pt x="675" y="2126"/>
                  <a:pt x="679" y="2125"/>
                  <a:pt x="678" y="2121"/>
                </a:cubicBezTo>
                <a:cubicBezTo>
                  <a:pt x="714" y="2066"/>
                  <a:pt x="717" y="2065"/>
                  <a:pt x="717" y="2062"/>
                </a:cubicBezTo>
                <a:cubicBezTo>
                  <a:pt x="728" y="2047"/>
                  <a:pt x="726" y="2041"/>
                  <a:pt x="729" y="2041"/>
                </a:cubicBezTo>
                <a:cubicBezTo>
                  <a:pt x="740" y="2003"/>
                  <a:pt x="750" y="2005"/>
                  <a:pt x="748" y="1996"/>
                </a:cubicBezTo>
                <a:cubicBezTo>
                  <a:pt x="764" y="1960"/>
                  <a:pt x="761" y="1951"/>
                  <a:pt x="764" y="1947"/>
                </a:cubicBezTo>
                <a:cubicBezTo>
                  <a:pt x="796" y="1849"/>
                  <a:pt x="791" y="1858"/>
                  <a:pt x="791" y="1862"/>
                </a:cubicBezTo>
                <a:cubicBezTo>
                  <a:pt x="786" y="1901"/>
                  <a:pt x="782" y="1904"/>
                  <a:pt x="781" y="1908"/>
                </a:cubicBezTo>
                <a:cubicBezTo>
                  <a:pt x="772" y="1962"/>
                  <a:pt x="765" y="1962"/>
                  <a:pt x="766" y="1969"/>
                </a:cubicBezTo>
                <a:cubicBezTo>
                  <a:pt x="746" y="2037"/>
                  <a:pt x="738" y="2043"/>
                  <a:pt x="737" y="2054"/>
                </a:cubicBezTo>
                <a:cubicBezTo>
                  <a:pt x="716" y="2096"/>
                  <a:pt x="713" y="2097"/>
                  <a:pt x="714" y="2101"/>
                </a:cubicBezTo>
                <a:cubicBezTo>
                  <a:pt x="697" y="2124"/>
                  <a:pt x="696" y="2129"/>
                  <a:pt x="694" y="2133"/>
                </a:cubicBezTo>
                <a:cubicBezTo>
                  <a:pt x="679" y="2147"/>
                  <a:pt x="682" y="2155"/>
                  <a:pt x="678" y="2158"/>
                </a:cubicBezTo>
                <a:cubicBezTo>
                  <a:pt x="688" y="2156"/>
                  <a:pt x="691" y="2153"/>
                  <a:pt x="693" y="2149"/>
                </a:cubicBezTo>
                <a:cubicBezTo>
                  <a:pt x="704" y="2140"/>
                  <a:pt x="697" y="2130"/>
                  <a:pt x="705" y="2132"/>
                </a:cubicBezTo>
                <a:cubicBezTo>
                  <a:pt x="720" y="2101"/>
                  <a:pt x="726" y="2102"/>
                  <a:pt x="724" y="2096"/>
                </a:cubicBezTo>
                <a:cubicBezTo>
                  <a:pt x="745" y="2052"/>
                  <a:pt x="748" y="2046"/>
                  <a:pt x="753" y="2042"/>
                </a:cubicBezTo>
                <a:cubicBezTo>
                  <a:pt x="775" y="1963"/>
                  <a:pt x="776" y="1958"/>
                  <a:pt x="775" y="1953"/>
                </a:cubicBezTo>
                <a:cubicBezTo>
                  <a:pt x="783" y="1921"/>
                  <a:pt x="788" y="1921"/>
                  <a:pt x="786" y="1915"/>
                </a:cubicBezTo>
                <a:cubicBezTo>
                  <a:pt x="785" y="1961"/>
                  <a:pt x="781" y="1971"/>
                  <a:pt x="780" y="1983"/>
                </a:cubicBezTo>
                <a:cubicBezTo>
                  <a:pt x="765" y="2021"/>
                  <a:pt x="762" y="2030"/>
                  <a:pt x="760" y="2041"/>
                </a:cubicBezTo>
                <a:cubicBezTo>
                  <a:pt x="741" y="2077"/>
                  <a:pt x="740" y="2089"/>
                  <a:pt x="735" y="2097"/>
                </a:cubicBezTo>
                <a:cubicBezTo>
                  <a:pt x="715" y="2131"/>
                  <a:pt x="711" y="2140"/>
                  <a:pt x="708" y="2150"/>
                </a:cubicBezTo>
                <a:cubicBezTo>
                  <a:pt x="711" y="2160"/>
                  <a:pt x="711" y="2160"/>
                  <a:pt x="711" y="2160"/>
                </a:cubicBezTo>
                <a:cubicBezTo>
                  <a:pt x="719" y="2142"/>
                  <a:pt x="723" y="2142"/>
                  <a:pt x="723" y="2140"/>
                </a:cubicBezTo>
                <a:close/>
                <a:moveTo>
                  <a:pt x="2860" y="2138"/>
                </a:moveTo>
                <a:cubicBezTo>
                  <a:pt x="2860" y="2132"/>
                  <a:pt x="2854" y="2135"/>
                  <a:pt x="2854" y="2128"/>
                </a:cubicBezTo>
                <a:cubicBezTo>
                  <a:pt x="2845" y="2120"/>
                  <a:pt x="2844" y="2111"/>
                  <a:pt x="2838" y="2103"/>
                </a:cubicBezTo>
                <a:cubicBezTo>
                  <a:pt x="2828" y="2094"/>
                  <a:pt x="2828" y="2087"/>
                  <a:pt x="2819" y="2078"/>
                </a:cubicBezTo>
                <a:cubicBezTo>
                  <a:pt x="2818" y="2076"/>
                  <a:pt x="2815" y="2074"/>
                  <a:pt x="2816" y="2072"/>
                </a:cubicBezTo>
                <a:cubicBezTo>
                  <a:pt x="2815" y="2070"/>
                  <a:pt x="2817" y="2067"/>
                  <a:pt x="2814" y="2069"/>
                </a:cubicBezTo>
                <a:cubicBezTo>
                  <a:pt x="2807" y="2064"/>
                  <a:pt x="2810" y="2060"/>
                  <a:pt x="2805" y="2056"/>
                </a:cubicBezTo>
                <a:cubicBezTo>
                  <a:pt x="2797" y="2047"/>
                  <a:pt x="2797" y="2043"/>
                  <a:pt x="2789" y="2038"/>
                </a:cubicBezTo>
                <a:cubicBezTo>
                  <a:pt x="2789" y="2034"/>
                  <a:pt x="2785" y="2032"/>
                  <a:pt x="2782" y="2029"/>
                </a:cubicBezTo>
                <a:cubicBezTo>
                  <a:pt x="2776" y="2021"/>
                  <a:pt x="2773" y="2015"/>
                  <a:pt x="2765" y="2010"/>
                </a:cubicBezTo>
                <a:cubicBezTo>
                  <a:pt x="2762" y="2005"/>
                  <a:pt x="2762" y="2001"/>
                  <a:pt x="2757" y="1997"/>
                </a:cubicBezTo>
                <a:cubicBezTo>
                  <a:pt x="2748" y="1991"/>
                  <a:pt x="2740" y="1981"/>
                  <a:pt x="2732" y="1972"/>
                </a:cubicBezTo>
                <a:cubicBezTo>
                  <a:pt x="2721" y="1964"/>
                  <a:pt x="2710" y="1952"/>
                  <a:pt x="2698" y="1946"/>
                </a:cubicBezTo>
                <a:cubicBezTo>
                  <a:pt x="2693" y="1941"/>
                  <a:pt x="2687" y="1939"/>
                  <a:pt x="2682" y="1935"/>
                </a:cubicBezTo>
                <a:cubicBezTo>
                  <a:pt x="2676" y="1928"/>
                  <a:pt x="2670" y="1924"/>
                  <a:pt x="2664" y="1924"/>
                </a:cubicBezTo>
                <a:cubicBezTo>
                  <a:pt x="2685" y="1942"/>
                  <a:pt x="2706" y="1958"/>
                  <a:pt x="2727" y="1976"/>
                </a:cubicBezTo>
                <a:cubicBezTo>
                  <a:pt x="2744" y="1996"/>
                  <a:pt x="2765" y="2017"/>
                  <a:pt x="2777" y="2037"/>
                </a:cubicBezTo>
                <a:cubicBezTo>
                  <a:pt x="2781" y="2041"/>
                  <a:pt x="2786" y="2048"/>
                  <a:pt x="2790" y="2048"/>
                </a:cubicBezTo>
                <a:cubicBezTo>
                  <a:pt x="2785" y="2052"/>
                  <a:pt x="2800" y="2057"/>
                  <a:pt x="2796" y="2061"/>
                </a:cubicBezTo>
                <a:cubicBezTo>
                  <a:pt x="2798" y="2065"/>
                  <a:pt x="2807" y="2070"/>
                  <a:pt x="2804" y="2074"/>
                </a:cubicBezTo>
                <a:cubicBezTo>
                  <a:pt x="2815" y="2086"/>
                  <a:pt x="2813" y="2088"/>
                  <a:pt x="2822" y="2098"/>
                </a:cubicBezTo>
                <a:cubicBezTo>
                  <a:pt x="2826" y="2107"/>
                  <a:pt x="2835" y="2116"/>
                  <a:pt x="2839" y="2124"/>
                </a:cubicBezTo>
                <a:cubicBezTo>
                  <a:pt x="2845" y="2129"/>
                  <a:pt x="2842" y="2133"/>
                  <a:pt x="2848" y="2137"/>
                </a:cubicBezTo>
                <a:cubicBezTo>
                  <a:pt x="2855" y="2142"/>
                  <a:pt x="2850" y="2147"/>
                  <a:pt x="2854" y="2152"/>
                </a:cubicBezTo>
                <a:cubicBezTo>
                  <a:pt x="2857" y="2155"/>
                  <a:pt x="2859" y="2157"/>
                  <a:pt x="2862" y="2160"/>
                </a:cubicBezTo>
                <a:cubicBezTo>
                  <a:pt x="2873" y="2160"/>
                  <a:pt x="2873" y="2160"/>
                  <a:pt x="2873" y="2160"/>
                </a:cubicBezTo>
                <a:cubicBezTo>
                  <a:pt x="2870" y="2157"/>
                  <a:pt x="2867" y="2153"/>
                  <a:pt x="2864" y="2149"/>
                </a:cubicBezTo>
                <a:cubicBezTo>
                  <a:pt x="2867" y="2146"/>
                  <a:pt x="2858" y="2142"/>
                  <a:pt x="2860" y="2138"/>
                </a:cubicBezTo>
                <a:close/>
                <a:moveTo>
                  <a:pt x="796" y="1969"/>
                </a:moveTo>
                <a:cubicBezTo>
                  <a:pt x="799" y="1994"/>
                  <a:pt x="793" y="2012"/>
                  <a:pt x="792" y="2035"/>
                </a:cubicBezTo>
                <a:cubicBezTo>
                  <a:pt x="788" y="2035"/>
                  <a:pt x="791" y="2042"/>
                  <a:pt x="788" y="2043"/>
                </a:cubicBezTo>
                <a:cubicBezTo>
                  <a:pt x="785" y="2046"/>
                  <a:pt x="784" y="2049"/>
                  <a:pt x="785" y="2055"/>
                </a:cubicBezTo>
                <a:cubicBezTo>
                  <a:pt x="781" y="2055"/>
                  <a:pt x="784" y="2062"/>
                  <a:pt x="781" y="2064"/>
                </a:cubicBezTo>
                <a:cubicBezTo>
                  <a:pt x="778" y="2066"/>
                  <a:pt x="778" y="2071"/>
                  <a:pt x="777" y="2075"/>
                </a:cubicBezTo>
                <a:cubicBezTo>
                  <a:pt x="767" y="2082"/>
                  <a:pt x="766" y="2096"/>
                  <a:pt x="755" y="2103"/>
                </a:cubicBezTo>
                <a:cubicBezTo>
                  <a:pt x="749" y="2125"/>
                  <a:pt x="737" y="2143"/>
                  <a:pt x="726" y="2160"/>
                </a:cubicBezTo>
                <a:cubicBezTo>
                  <a:pt x="738" y="2160"/>
                  <a:pt x="738" y="2160"/>
                  <a:pt x="738" y="2160"/>
                </a:cubicBezTo>
                <a:cubicBezTo>
                  <a:pt x="740" y="2157"/>
                  <a:pt x="741" y="2154"/>
                  <a:pt x="743" y="2152"/>
                </a:cubicBezTo>
                <a:cubicBezTo>
                  <a:pt x="746" y="2142"/>
                  <a:pt x="753" y="2137"/>
                  <a:pt x="755" y="2127"/>
                </a:cubicBezTo>
                <a:cubicBezTo>
                  <a:pt x="758" y="2124"/>
                  <a:pt x="758" y="2119"/>
                  <a:pt x="761" y="2115"/>
                </a:cubicBezTo>
                <a:cubicBezTo>
                  <a:pt x="764" y="2112"/>
                  <a:pt x="766" y="2108"/>
                  <a:pt x="766" y="2102"/>
                </a:cubicBezTo>
                <a:cubicBezTo>
                  <a:pt x="773" y="2100"/>
                  <a:pt x="773" y="2092"/>
                  <a:pt x="778" y="2088"/>
                </a:cubicBezTo>
                <a:cubicBezTo>
                  <a:pt x="783" y="2083"/>
                  <a:pt x="783" y="2075"/>
                  <a:pt x="788" y="2070"/>
                </a:cubicBezTo>
                <a:cubicBezTo>
                  <a:pt x="788" y="2062"/>
                  <a:pt x="792" y="2057"/>
                  <a:pt x="793" y="2050"/>
                </a:cubicBezTo>
                <a:cubicBezTo>
                  <a:pt x="798" y="2045"/>
                  <a:pt x="796" y="2034"/>
                  <a:pt x="800" y="2030"/>
                </a:cubicBezTo>
                <a:cubicBezTo>
                  <a:pt x="801" y="2017"/>
                  <a:pt x="801" y="2004"/>
                  <a:pt x="802" y="1992"/>
                </a:cubicBezTo>
                <a:cubicBezTo>
                  <a:pt x="802" y="1988"/>
                  <a:pt x="802" y="1984"/>
                  <a:pt x="801" y="1979"/>
                </a:cubicBezTo>
                <a:cubicBezTo>
                  <a:pt x="800" y="1975"/>
                  <a:pt x="803" y="1966"/>
                  <a:pt x="796" y="1969"/>
                </a:cubicBezTo>
                <a:close/>
                <a:moveTo>
                  <a:pt x="632" y="2085"/>
                </a:moveTo>
                <a:cubicBezTo>
                  <a:pt x="639" y="2082"/>
                  <a:pt x="641" y="2073"/>
                  <a:pt x="648" y="2069"/>
                </a:cubicBezTo>
                <a:cubicBezTo>
                  <a:pt x="679" y="2024"/>
                  <a:pt x="680" y="2015"/>
                  <a:pt x="688" y="2011"/>
                </a:cubicBezTo>
                <a:cubicBezTo>
                  <a:pt x="698" y="1995"/>
                  <a:pt x="700" y="1994"/>
                  <a:pt x="702" y="1993"/>
                </a:cubicBezTo>
                <a:cubicBezTo>
                  <a:pt x="709" y="1979"/>
                  <a:pt x="711" y="1976"/>
                  <a:pt x="716" y="1974"/>
                </a:cubicBezTo>
                <a:cubicBezTo>
                  <a:pt x="740" y="1928"/>
                  <a:pt x="740" y="1923"/>
                  <a:pt x="745" y="1922"/>
                </a:cubicBezTo>
                <a:cubicBezTo>
                  <a:pt x="764" y="1882"/>
                  <a:pt x="767" y="1874"/>
                  <a:pt x="769" y="1866"/>
                </a:cubicBezTo>
                <a:cubicBezTo>
                  <a:pt x="779" y="1830"/>
                  <a:pt x="778" y="1830"/>
                  <a:pt x="779" y="1821"/>
                </a:cubicBezTo>
                <a:cubicBezTo>
                  <a:pt x="780" y="1813"/>
                  <a:pt x="775" y="1822"/>
                  <a:pt x="774" y="1835"/>
                </a:cubicBezTo>
                <a:cubicBezTo>
                  <a:pt x="762" y="1874"/>
                  <a:pt x="757" y="1877"/>
                  <a:pt x="755" y="1882"/>
                </a:cubicBezTo>
                <a:cubicBezTo>
                  <a:pt x="728" y="1935"/>
                  <a:pt x="723" y="1944"/>
                  <a:pt x="716" y="1952"/>
                </a:cubicBezTo>
                <a:cubicBezTo>
                  <a:pt x="707" y="1972"/>
                  <a:pt x="699" y="1973"/>
                  <a:pt x="699" y="1980"/>
                </a:cubicBezTo>
                <a:cubicBezTo>
                  <a:pt x="656" y="2040"/>
                  <a:pt x="650" y="2048"/>
                  <a:pt x="643" y="2056"/>
                </a:cubicBezTo>
                <a:cubicBezTo>
                  <a:pt x="618" y="2091"/>
                  <a:pt x="620" y="2096"/>
                  <a:pt x="617" y="2097"/>
                </a:cubicBezTo>
                <a:cubicBezTo>
                  <a:pt x="596" y="2127"/>
                  <a:pt x="594" y="2132"/>
                  <a:pt x="592" y="2138"/>
                </a:cubicBezTo>
                <a:cubicBezTo>
                  <a:pt x="581" y="2154"/>
                  <a:pt x="577" y="2156"/>
                  <a:pt x="576" y="2160"/>
                </a:cubicBezTo>
                <a:cubicBezTo>
                  <a:pt x="593" y="2151"/>
                  <a:pt x="595" y="2149"/>
                  <a:pt x="597" y="2147"/>
                </a:cubicBezTo>
                <a:close/>
                <a:moveTo>
                  <a:pt x="527" y="2119"/>
                </a:moveTo>
                <a:cubicBezTo>
                  <a:pt x="538" y="2111"/>
                  <a:pt x="537" y="2093"/>
                  <a:pt x="549" y="2087"/>
                </a:cubicBezTo>
                <a:cubicBezTo>
                  <a:pt x="562" y="2065"/>
                  <a:pt x="564" y="2058"/>
                  <a:pt x="570" y="2054"/>
                </a:cubicBezTo>
                <a:cubicBezTo>
                  <a:pt x="604" y="2015"/>
                  <a:pt x="605" y="2012"/>
                  <a:pt x="607" y="2008"/>
                </a:cubicBezTo>
                <a:cubicBezTo>
                  <a:pt x="621" y="1986"/>
                  <a:pt x="628" y="1985"/>
                  <a:pt x="629" y="1978"/>
                </a:cubicBezTo>
                <a:cubicBezTo>
                  <a:pt x="654" y="1948"/>
                  <a:pt x="657" y="1943"/>
                  <a:pt x="661" y="1939"/>
                </a:cubicBezTo>
                <a:cubicBezTo>
                  <a:pt x="683" y="1906"/>
                  <a:pt x="689" y="1903"/>
                  <a:pt x="693" y="1899"/>
                </a:cubicBezTo>
                <a:cubicBezTo>
                  <a:pt x="715" y="1866"/>
                  <a:pt x="713" y="1857"/>
                  <a:pt x="720" y="1856"/>
                </a:cubicBezTo>
                <a:cubicBezTo>
                  <a:pt x="738" y="1819"/>
                  <a:pt x="740" y="1813"/>
                  <a:pt x="743" y="1808"/>
                </a:cubicBezTo>
                <a:cubicBezTo>
                  <a:pt x="755" y="1770"/>
                  <a:pt x="760" y="1770"/>
                  <a:pt x="758" y="1764"/>
                </a:cubicBezTo>
                <a:cubicBezTo>
                  <a:pt x="748" y="1776"/>
                  <a:pt x="751" y="1782"/>
                  <a:pt x="748" y="1784"/>
                </a:cubicBezTo>
                <a:cubicBezTo>
                  <a:pt x="719" y="1836"/>
                  <a:pt x="716" y="1850"/>
                  <a:pt x="708" y="1859"/>
                </a:cubicBezTo>
                <a:cubicBezTo>
                  <a:pt x="681" y="1895"/>
                  <a:pt x="679" y="1902"/>
                  <a:pt x="676" y="1907"/>
                </a:cubicBezTo>
                <a:cubicBezTo>
                  <a:pt x="632" y="1957"/>
                  <a:pt x="630" y="1965"/>
                  <a:pt x="626" y="1970"/>
                </a:cubicBezTo>
                <a:cubicBezTo>
                  <a:pt x="604" y="1994"/>
                  <a:pt x="607" y="2001"/>
                  <a:pt x="599" y="2000"/>
                </a:cubicBezTo>
                <a:cubicBezTo>
                  <a:pt x="579" y="2025"/>
                  <a:pt x="577" y="2028"/>
                  <a:pt x="575" y="2030"/>
                </a:cubicBezTo>
                <a:cubicBezTo>
                  <a:pt x="541" y="2084"/>
                  <a:pt x="535" y="2083"/>
                  <a:pt x="536" y="2087"/>
                </a:cubicBezTo>
                <a:cubicBezTo>
                  <a:pt x="519" y="2123"/>
                  <a:pt x="515" y="2128"/>
                  <a:pt x="513" y="2135"/>
                </a:cubicBezTo>
                <a:cubicBezTo>
                  <a:pt x="505" y="2148"/>
                  <a:pt x="504" y="2152"/>
                  <a:pt x="503" y="2149"/>
                </a:cubicBezTo>
                <a:cubicBezTo>
                  <a:pt x="523" y="2073"/>
                  <a:pt x="531" y="2066"/>
                  <a:pt x="536" y="2057"/>
                </a:cubicBezTo>
                <a:cubicBezTo>
                  <a:pt x="557" y="2023"/>
                  <a:pt x="558" y="2021"/>
                  <a:pt x="559" y="2018"/>
                </a:cubicBezTo>
                <a:cubicBezTo>
                  <a:pt x="576" y="1990"/>
                  <a:pt x="580" y="1991"/>
                  <a:pt x="581" y="1990"/>
                </a:cubicBezTo>
                <a:cubicBezTo>
                  <a:pt x="594" y="1973"/>
                  <a:pt x="598" y="1963"/>
                  <a:pt x="607" y="1958"/>
                </a:cubicBezTo>
                <a:cubicBezTo>
                  <a:pt x="639" y="1919"/>
                  <a:pt x="644" y="1916"/>
                  <a:pt x="646" y="1911"/>
                </a:cubicBezTo>
                <a:cubicBezTo>
                  <a:pt x="671" y="1879"/>
                  <a:pt x="677" y="1871"/>
                  <a:pt x="684" y="1863"/>
                </a:cubicBezTo>
                <a:cubicBezTo>
                  <a:pt x="710" y="1821"/>
                  <a:pt x="711" y="1819"/>
                  <a:pt x="711" y="1815"/>
                </a:cubicBezTo>
                <a:cubicBezTo>
                  <a:pt x="721" y="1793"/>
                  <a:pt x="726" y="1787"/>
                  <a:pt x="728" y="1779"/>
                </a:cubicBezTo>
                <a:cubicBezTo>
                  <a:pt x="737" y="1759"/>
                  <a:pt x="740" y="1755"/>
                  <a:pt x="739" y="1748"/>
                </a:cubicBezTo>
                <a:cubicBezTo>
                  <a:pt x="749" y="1711"/>
                  <a:pt x="758" y="1704"/>
                  <a:pt x="751" y="1701"/>
                </a:cubicBezTo>
                <a:cubicBezTo>
                  <a:pt x="741" y="1737"/>
                  <a:pt x="739" y="1741"/>
                  <a:pt x="737" y="1743"/>
                </a:cubicBezTo>
                <a:cubicBezTo>
                  <a:pt x="723" y="1777"/>
                  <a:pt x="722" y="1781"/>
                  <a:pt x="720" y="1784"/>
                </a:cubicBezTo>
                <a:cubicBezTo>
                  <a:pt x="699" y="1812"/>
                  <a:pt x="704" y="1820"/>
                  <a:pt x="701" y="1822"/>
                </a:cubicBezTo>
                <a:cubicBezTo>
                  <a:pt x="683" y="1840"/>
                  <a:pt x="688" y="1849"/>
                  <a:pt x="681" y="1848"/>
                </a:cubicBezTo>
                <a:cubicBezTo>
                  <a:pt x="648" y="1893"/>
                  <a:pt x="646" y="1895"/>
                  <a:pt x="645" y="1898"/>
                </a:cubicBezTo>
                <a:cubicBezTo>
                  <a:pt x="620" y="1924"/>
                  <a:pt x="623" y="1930"/>
                  <a:pt x="619" y="1931"/>
                </a:cubicBezTo>
                <a:cubicBezTo>
                  <a:pt x="602" y="1950"/>
                  <a:pt x="597" y="1950"/>
                  <a:pt x="596" y="1954"/>
                </a:cubicBezTo>
                <a:cubicBezTo>
                  <a:pt x="576" y="1984"/>
                  <a:pt x="571" y="1984"/>
                  <a:pt x="568" y="1987"/>
                </a:cubicBezTo>
                <a:cubicBezTo>
                  <a:pt x="551" y="2020"/>
                  <a:pt x="544" y="2020"/>
                  <a:pt x="542" y="2024"/>
                </a:cubicBezTo>
                <a:cubicBezTo>
                  <a:pt x="532" y="2053"/>
                  <a:pt x="525" y="2052"/>
                  <a:pt x="525" y="2058"/>
                </a:cubicBezTo>
                <a:cubicBezTo>
                  <a:pt x="510" y="2092"/>
                  <a:pt x="506" y="2097"/>
                  <a:pt x="504" y="2103"/>
                </a:cubicBezTo>
                <a:cubicBezTo>
                  <a:pt x="494" y="2126"/>
                  <a:pt x="492" y="2119"/>
                  <a:pt x="495" y="2106"/>
                </a:cubicBezTo>
                <a:cubicBezTo>
                  <a:pt x="521" y="2035"/>
                  <a:pt x="521" y="2029"/>
                  <a:pt x="522" y="2023"/>
                </a:cubicBezTo>
                <a:cubicBezTo>
                  <a:pt x="542" y="1984"/>
                  <a:pt x="551" y="1988"/>
                  <a:pt x="548" y="1980"/>
                </a:cubicBezTo>
                <a:cubicBezTo>
                  <a:pt x="561" y="1958"/>
                  <a:pt x="565" y="1956"/>
                  <a:pt x="568" y="1954"/>
                </a:cubicBezTo>
                <a:cubicBezTo>
                  <a:pt x="588" y="1927"/>
                  <a:pt x="588" y="1924"/>
                  <a:pt x="590" y="1924"/>
                </a:cubicBezTo>
                <a:cubicBezTo>
                  <a:pt x="605" y="1911"/>
                  <a:pt x="601" y="1902"/>
                  <a:pt x="608" y="1903"/>
                </a:cubicBezTo>
                <a:cubicBezTo>
                  <a:pt x="626" y="1880"/>
                  <a:pt x="629" y="1872"/>
                  <a:pt x="634" y="1866"/>
                </a:cubicBezTo>
                <a:cubicBezTo>
                  <a:pt x="650" y="1842"/>
                  <a:pt x="654" y="1836"/>
                  <a:pt x="657" y="1830"/>
                </a:cubicBezTo>
                <a:cubicBezTo>
                  <a:pt x="680" y="1801"/>
                  <a:pt x="677" y="1794"/>
                  <a:pt x="681" y="1793"/>
                </a:cubicBezTo>
                <a:cubicBezTo>
                  <a:pt x="694" y="1771"/>
                  <a:pt x="693" y="1766"/>
                  <a:pt x="694" y="1762"/>
                </a:cubicBezTo>
                <a:cubicBezTo>
                  <a:pt x="707" y="1740"/>
                  <a:pt x="703" y="1731"/>
                  <a:pt x="707" y="1730"/>
                </a:cubicBezTo>
                <a:cubicBezTo>
                  <a:pt x="706" y="1726"/>
                  <a:pt x="697" y="1741"/>
                  <a:pt x="692" y="1760"/>
                </a:cubicBezTo>
                <a:cubicBezTo>
                  <a:pt x="678" y="1785"/>
                  <a:pt x="677" y="1787"/>
                  <a:pt x="676" y="1789"/>
                </a:cubicBezTo>
                <a:cubicBezTo>
                  <a:pt x="658" y="1813"/>
                  <a:pt x="654" y="1821"/>
                  <a:pt x="651" y="1830"/>
                </a:cubicBezTo>
                <a:cubicBezTo>
                  <a:pt x="598" y="1896"/>
                  <a:pt x="599" y="1902"/>
                  <a:pt x="595" y="1904"/>
                </a:cubicBezTo>
                <a:cubicBezTo>
                  <a:pt x="576" y="1926"/>
                  <a:pt x="576" y="1928"/>
                  <a:pt x="575" y="1930"/>
                </a:cubicBezTo>
                <a:cubicBezTo>
                  <a:pt x="534" y="1988"/>
                  <a:pt x="529" y="1994"/>
                  <a:pt x="525" y="2003"/>
                </a:cubicBezTo>
                <a:cubicBezTo>
                  <a:pt x="505" y="2043"/>
                  <a:pt x="504" y="2047"/>
                  <a:pt x="500" y="2051"/>
                </a:cubicBezTo>
                <a:cubicBezTo>
                  <a:pt x="491" y="2091"/>
                  <a:pt x="484" y="2096"/>
                  <a:pt x="485" y="2109"/>
                </a:cubicBezTo>
                <a:cubicBezTo>
                  <a:pt x="473" y="2124"/>
                  <a:pt x="472" y="2121"/>
                  <a:pt x="475" y="2120"/>
                </a:cubicBezTo>
                <a:cubicBezTo>
                  <a:pt x="477" y="2079"/>
                  <a:pt x="483" y="2074"/>
                  <a:pt x="484" y="2065"/>
                </a:cubicBezTo>
                <a:cubicBezTo>
                  <a:pt x="500" y="2022"/>
                  <a:pt x="497" y="2015"/>
                  <a:pt x="500" y="2014"/>
                </a:cubicBezTo>
                <a:cubicBezTo>
                  <a:pt x="524" y="1961"/>
                  <a:pt x="529" y="1957"/>
                  <a:pt x="528" y="1948"/>
                </a:cubicBezTo>
                <a:cubicBezTo>
                  <a:pt x="549" y="1923"/>
                  <a:pt x="542" y="1913"/>
                  <a:pt x="550" y="1916"/>
                </a:cubicBezTo>
                <a:cubicBezTo>
                  <a:pt x="566" y="1887"/>
                  <a:pt x="568" y="1885"/>
                  <a:pt x="569" y="1882"/>
                </a:cubicBezTo>
                <a:cubicBezTo>
                  <a:pt x="586" y="1853"/>
                  <a:pt x="587" y="1849"/>
                  <a:pt x="593" y="1850"/>
                </a:cubicBezTo>
                <a:cubicBezTo>
                  <a:pt x="633" y="1789"/>
                  <a:pt x="642" y="1779"/>
                  <a:pt x="649" y="1767"/>
                </a:cubicBezTo>
                <a:cubicBezTo>
                  <a:pt x="673" y="1728"/>
                  <a:pt x="682" y="1727"/>
                  <a:pt x="682" y="1719"/>
                </a:cubicBezTo>
                <a:cubicBezTo>
                  <a:pt x="703" y="1677"/>
                  <a:pt x="709" y="1673"/>
                  <a:pt x="709" y="1664"/>
                </a:cubicBezTo>
                <a:cubicBezTo>
                  <a:pt x="719" y="1643"/>
                  <a:pt x="716" y="1636"/>
                  <a:pt x="720" y="1635"/>
                </a:cubicBezTo>
                <a:cubicBezTo>
                  <a:pt x="713" y="1646"/>
                  <a:pt x="708" y="1649"/>
                  <a:pt x="709" y="1658"/>
                </a:cubicBezTo>
                <a:cubicBezTo>
                  <a:pt x="687" y="1698"/>
                  <a:pt x="683" y="1709"/>
                  <a:pt x="676" y="1717"/>
                </a:cubicBezTo>
                <a:cubicBezTo>
                  <a:pt x="652" y="1756"/>
                  <a:pt x="643" y="1762"/>
                  <a:pt x="638" y="1772"/>
                </a:cubicBezTo>
                <a:cubicBezTo>
                  <a:pt x="611" y="1808"/>
                  <a:pt x="605" y="1817"/>
                  <a:pt x="598" y="1825"/>
                </a:cubicBezTo>
                <a:cubicBezTo>
                  <a:pt x="570" y="1869"/>
                  <a:pt x="568" y="1871"/>
                  <a:pt x="564" y="1871"/>
                </a:cubicBezTo>
                <a:cubicBezTo>
                  <a:pt x="535" y="1917"/>
                  <a:pt x="533" y="1930"/>
                  <a:pt x="525" y="1937"/>
                </a:cubicBezTo>
                <a:cubicBezTo>
                  <a:pt x="502" y="1990"/>
                  <a:pt x="498" y="1994"/>
                  <a:pt x="494" y="1999"/>
                </a:cubicBezTo>
                <a:cubicBezTo>
                  <a:pt x="487" y="2028"/>
                  <a:pt x="482" y="2028"/>
                  <a:pt x="484" y="2034"/>
                </a:cubicBezTo>
                <a:cubicBezTo>
                  <a:pt x="469" y="2074"/>
                  <a:pt x="471" y="2083"/>
                  <a:pt x="468" y="2088"/>
                </a:cubicBezTo>
                <a:cubicBezTo>
                  <a:pt x="459" y="2089"/>
                  <a:pt x="460" y="2087"/>
                  <a:pt x="461" y="2086"/>
                </a:cubicBezTo>
                <a:cubicBezTo>
                  <a:pt x="469" y="2046"/>
                  <a:pt x="469" y="2035"/>
                  <a:pt x="470" y="2024"/>
                </a:cubicBezTo>
                <a:cubicBezTo>
                  <a:pt x="493" y="1973"/>
                  <a:pt x="496" y="1965"/>
                  <a:pt x="500" y="1959"/>
                </a:cubicBezTo>
                <a:cubicBezTo>
                  <a:pt x="538" y="1889"/>
                  <a:pt x="543" y="1883"/>
                  <a:pt x="547" y="1877"/>
                </a:cubicBezTo>
                <a:cubicBezTo>
                  <a:pt x="578" y="1836"/>
                  <a:pt x="584" y="1829"/>
                  <a:pt x="589" y="1821"/>
                </a:cubicBezTo>
                <a:cubicBezTo>
                  <a:pt x="607" y="1794"/>
                  <a:pt x="612" y="1792"/>
                  <a:pt x="615" y="1789"/>
                </a:cubicBezTo>
                <a:cubicBezTo>
                  <a:pt x="633" y="1760"/>
                  <a:pt x="634" y="1755"/>
                  <a:pt x="639" y="1752"/>
                </a:cubicBezTo>
                <a:cubicBezTo>
                  <a:pt x="679" y="1687"/>
                  <a:pt x="686" y="1688"/>
                  <a:pt x="684" y="1679"/>
                </a:cubicBezTo>
                <a:cubicBezTo>
                  <a:pt x="684" y="1668"/>
                  <a:pt x="684" y="1676"/>
                  <a:pt x="680" y="1680"/>
                </a:cubicBezTo>
                <a:cubicBezTo>
                  <a:pt x="637" y="1744"/>
                  <a:pt x="628" y="1750"/>
                  <a:pt x="624" y="1762"/>
                </a:cubicBezTo>
                <a:cubicBezTo>
                  <a:pt x="611" y="1778"/>
                  <a:pt x="610" y="1785"/>
                  <a:pt x="604" y="1788"/>
                </a:cubicBezTo>
                <a:cubicBezTo>
                  <a:pt x="583" y="1819"/>
                  <a:pt x="577" y="1821"/>
                  <a:pt x="576" y="1827"/>
                </a:cubicBezTo>
                <a:cubicBezTo>
                  <a:pt x="555" y="1861"/>
                  <a:pt x="545" y="1860"/>
                  <a:pt x="546" y="1868"/>
                </a:cubicBezTo>
                <a:cubicBezTo>
                  <a:pt x="519" y="1903"/>
                  <a:pt x="516" y="1912"/>
                  <a:pt x="508" y="1917"/>
                </a:cubicBezTo>
                <a:cubicBezTo>
                  <a:pt x="499" y="1947"/>
                  <a:pt x="488" y="1948"/>
                  <a:pt x="490" y="1960"/>
                </a:cubicBezTo>
                <a:cubicBezTo>
                  <a:pt x="476" y="1985"/>
                  <a:pt x="473" y="1985"/>
                  <a:pt x="474" y="1989"/>
                </a:cubicBezTo>
                <a:cubicBezTo>
                  <a:pt x="461" y="2021"/>
                  <a:pt x="461" y="2026"/>
                  <a:pt x="462" y="2031"/>
                </a:cubicBezTo>
                <a:cubicBezTo>
                  <a:pt x="445" y="2054"/>
                  <a:pt x="454" y="2048"/>
                  <a:pt x="450" y="2043"/>
                </a:cubicBezTo>
                <a:cubicBezTo>
                  <a:pt x="467" y="1957"/>
                  <a:pt x="468" y="1948"/>
                  <a:pt x="471" y="1939"/>
                </a:cubicBezTo>
                <a:cubicBezTo>
                  <a:pt x="485" y="1912"/>
                  <a:pt x="483" y="1904"/>
                  <a:pt x="485" y="1901"/>
                </a:cubicBezTo>
                <a:cubicBezTo>
                  <a:pt x="500" y="1872"/>
                  <a:pt x="501" y="1868"/>
                  <a:pt x="505" y="1865"/>
                </a:cubicBezTo>
                <a:cubicBezTo>
                  <a:pt x="521" y="1833"/>
                  <a:pt x="523" y="1832"/>
                  <a:pt x="524" y="1830"/>
                </a:cubicBezTo>
                <a:cubicBezTo>
                  <a:pt x="533" y="1814"/>
                  <a:pt x="536" y="1812"/>
                  <a:pt x="538" y="1808"/>
                </a:cubicBezTo>
                <a:cubicBezTo>
                  <a:pt x="569" y="1770"/>
                  <a:pt x="574" y="1764"/>
                  <a:pt x="580" y="1759"/>
                </a:cubicBezTo>
                <a:cubicBezTo>
                  <a:pt x="610" y="1726"/>
                  <a:pt x="622" y="1714"/>
                  <a:pt x="635" y="1702"/>
                </a:cubicBezTo>
                <a:cubicBezTo>
                  <a:pt x="667" y="1672"/>
                  <a:pt x="666" y="1666"/>
                  <a:pt x="672" y="1665"/>
                </a:cubicBezTo>
                <a:cubicBezTo>
                  <a:pt x="690" y="1640"/>
                  <a:pt x="693" y="1637"/>
                  <a:pt x="694" y="1633"/>
                </a:cubicBezTo>
                <a:cubicBezTo>
                  <a:pt x="695" y="1626"/>
                  <a:pt x="692" y="1630"/>
                  <a:pt x="687" y="1633"/>
                </a:cubicBezTo>
                <a:cubicBezTo>
                  <a:pt x="675" y="1652"/>
                  <a:pt x="672" y="1656"/>
                  <a:pt x="667" y="1659"/>
                </a:cubicBezTo>
                <a:cubicBezTo>
                  <a:pt x="626" y="1703"/>
                  <a:pt x="616" y="1710"/>
                  <a:pt x="608" y="1717"/>
                </a:cubicBezTo>
                <a:cubicBezTo>
                  <a:pt x="558" y="1774"/>
                  <a:pt x="548" y="1780"/>
                  <a:pt x="543" y="1790"/>
                </a:cubicBezTo>
                <a:cubicBezTo>
                  <a:pt x="527" y="1806"/>
                  <a:pt x="528" y="1814"/>
                  <a:pt x="521" y="1815"/>
                </a:cubicBezTo>
                <a:cubicBezTo>
                  <a:pt x="490" y="1870"/>
                  <a:pt x="490" y="1881"/>
                  <a:pt x="482" y="1886"/>
                </a:cubicBezTo>
                <a:cubicBezTo>
                  <a:pt x="465" y="1932"/>
                  <a:pt x="457" y="1948"/>
                  <a:pt x="453" y="1969"/>
                </a:cubicBezTo>
                <a:cubicBezTo>
                  <a:pt x="445" y="2003"/>
                  <a:pt x="442" y="2006"/>
                  <a:pt x="443" y="2013"/>
                </a:cubicBezTo>
                <a:cubicBezTo>
                  <a:pt x="442" y="1979"/>
                  <a:pt x="442" y="1977"/>
                  <a:pt x="444" y="1969"/>
                </a:cubicBezTo>
                <a:cubicBezTo>
                  <a:pt x="457" y="1930"/>
                  <a:pt x="460" y="1925"/>
                  <a:pt x="460" y="1918"/>
                </a:cubicBezTo>
                <a:cubicBezTo>
                  <a:pt x="468" y="1898"/>
                  <a:pt x="469" y="1895"/>
                  <a:pt x="472" y="1893"/>
                </a:cubicBezTo>
                <a:cubicBezTo>
                  <a:pt x="482" y="1864"/>
                  <a:pt x="486" y="1864"/>
                  <a:pt x="487" y="1861"/>
                </a:cubicBezTo>
                <a:cubicBezTo>
                  <a:pt x="513" y="1822"/>
                  <a:pt x="515" y="1819"/>
                  <a:pt x="514" y="1816"/>
                </a:cubicBezTo>
                <a:cubicBezTo>
                  <a:pt x="538" y="1785"/>
                  <a:pt x="543" y="1775"/>
                  <a:pt x="550" y="1765"/>
                </a:cubicBezTo>
                <a:cubicBezTo>
                  <a:pt x="563" y="1754"/>
                  <a:pt x="564" y="1748"/>
                  <a:pt x="569" y="1746"/>
                </a:cubicBezTo>
                <a:cubicBezTo>
                  <a:pt x="626" y="1679"/>
                  <a:pt x="635" y="1675"/>
                  <a:pt x="639" y="1667"/>
                </a:cubicBezTo>
                <a:cubicBezTo>
                  <a:pt x="652" y="1656"/>
                  <a:pt x="653" y="1650"/>
                  <a:pt x="658" y="1648"/>
                </a:cubicBezTo>
                <a:cubicBezTo>
                  <a:pt x="685" y="1613"/>
                  <a:pt x="690" y="1611"/>
                  <a:pt x="690" y="1605"/>
                </a:cubicBezTo>
                <a:cubicBezTo>
                  <a:pt x="666" y="1629"/>
                  <a:pt x="663" y="1633"/>
                  <a:pt x="661" y="1637"/>
                </a:cubicBezTo>
                <a:cubicBezTo>
                  <a:pt x="645" y="1655"/>
                  <a:pt x="642" y="1656"/>
                  <a:pt x="641" y="1658"/>
                </a:cubicBezTo>
                <a:cubicBezTo>
                  <a:pt x="623" y="1675"/>
                  <a:pt x="621" y="1677"/>
                  <a:pt x="621" y="1679"/>
                </a:cubicBezTo>
                <a:cubicBezTo>
                  <a:pt x="555" y="1747"/>
                  <a:pt x="542" y="1762"/>
                  <a:pt x="529" y="1778"/>
                </a:cubicBezTo>
                <a:cubicBezTo>
                  <a:pt x="480" y="1857"/>
                  <a:pt x="477" y="1861"/>
                  <a:pt x="474" y="1865"/>
                </a:cubicBezTo>
                <a:cubicBezTo>
                  <a:pt x="457" y="1892"/>
                  <a:pt x="460" y="1898"/>
                  <a:pt x="457" y="1899"/>
                </a:cubicBezTo>
                <a:cubicBezTo>
                  <a:pt x="448" y="1926"/>
                  <a:pt x="447" y="1932"/>
                  <a:pt x="444" y="1937"/>
                </a:cubicBezTo>
                <a:cubicBezTo>
                  <a:pt x="430" y="1990"/>
                  <a:pt x="434" y="2000"/>
                  <a:pt x="427" y="2001"/>
                </a:cubicBezTo>
                <a:cubicBezTo>
                  <a:pt x="428" y="1976"/>
                  <a:pt x="425" y="1969"/>
                  <a:pt x="429" y="1968"/>
                </a:cubicBezTo>
                <a:cubicBezTo>
                  <a:pt x="454" y="1873"/>
                  <a:pt x="457" y="1867"/>
                  <a:pt x="458" y="1859"/>
                </a:cubicBezTo>
                <a:cubicBezTo>
                  <a:pt x="503" y="1788"/>
                  <a:pt x="500" y="1781"/>
                  <a:pt x="503" y="1779"/>
                </a:cubicBezTo>
                <a:cubicBezTo>
                  <a:pt x="526" y="1748"/>
                  <a:pt x="531" y="1743"/>
                  <a:pt x="535" y="1738"/>
                </a:cubicBezTo>
                <a:cubicBezTo>
                  <a:pt x="560" y="1712"/>
                  <a:pt x="572" y="1703"/>
                  <a:pt x="580" y="1691"/>
                </a:cubicBezTo>
                <a:cubicBezTo>
                  <a:pt x="620" y="1659"/>
                  <a:pt x="620" y="1650"/>
                  <a:pt x="629" y="1648"/>
                </a:cubicBezTo>
                <a:cubicBezTo>
                  <a:pt x="643" y="1640"/>
                  <a:pt x="632" y="1634"/>
                  <a:pt x="633" y="1639"/>
                </a:cubicBezTo>
                <a:cubicBezTo>
                  <a:pt x="606" y="1659"/>
                  <a:pt x="608" y="1664"/>
                  <a:pt x="602" y="1663"/>
                </a:cubicBezTo>
                <a:cubicBezTo>
                  <a:pt x="571" y="1694"/>
                  <a:pt x="560" y="1701"/>
                  <a:pt x="553" y="1713"/>
                </a:cubicBezTo>
                <a:cubicBezTo>
                  <a:pt x="520" y="1748"/>
                  <a:pt x="511" y="1751"/>
                  <a:pt x="511" y="1761"/>
                </a:cubicBezTo>
                <a:cubicBezTo>
                  <a:pt x="490" y="1789"/>
                  <a:pt x="484" y="1795"/>
                  <a:pt x="481" y="1803"/>
                </a:cubicBezTo>
                <a:cubicBezTo>
                  <a:pt x="463" y="1829"/>
                  <a:pt x="463" y="1836"/>
                  <a:pt x="462" y="1841"/>
                </a:cubicBezTo>
                <a:cubicBezTo>
                  <a:pt x="437" y="1903"/>
                  <a:pt x="428" y="1911"/>
                  <a:pt x="428" y="1927"/>
                </a:cubicBezTo>
                <a:cubicBezTo>
                  <a:pt x="420" y="1948"/>
                  <a:pt x="418" y="1950"/>
                  <a:pt x="417" y="1954"/>
                </a:cubicBezTo>
                <a:cubicBezTo>
                  <a:pt x="420" y="1914"/>
                  <a:pt x="417" y="1907"/>
                  <a:pt x="420" y="1905"/>
                </a:cubicBezTo>
                <a:cubicBezTo>
                  <a:pt x="435" y="1847"/>
                  <a:pt x="437" y="1844"/>
                  <a:pt x="437" y="1841"/>
                </a:cubicBezTo>
                <a:cubicBezTo>
                  <a:pt x="456" y="1795"/>
                  <a:pt x="464" y="1784"/>
                  <a:pt x="470" y="1771"/>
                </a:cubicBezTo>
                <a:cubicBezTo>
                  <a:pt x="506" y="1721"/>
                  <a:pt x="509" y="1717"/>
                  <a:pt x="512" y="1713"/>
                </a:cubicBezTo>
                <a:cubicBezTo>
                  <a:pt x="521" y="1701"/>
                  <a:pt x="525" y="1702"/>
                  <a:pt x="526" y="1701"/>
                </a:cubicBezTo>
                <a:cubicBezTo>
                  <a:pt x="544" y="1677"/>
                  <a:pt x="559" y="1664"/>
                  <a:pt x="570" y="1648"/>
                </a:cubicBezTo>
                <a:cubicBezTo>
                  <a:pt x="607" y="1598"/>
                  <a:pt x="604" y="1589"/>
                  <a:pt x="610" y="1588"/>
                </a:cubicBezTo>
                <a:cubicBezTo>
                  <a:pt x="621" y="1556"/>
                  <a:pt x="624" y="1555"/>
                  <a:pt x="622" y="1550"/>
                </a:cubicBezTo>
                <a:cubicBezTo>
                  <a:pt x="610" y="1569"/>
                  <a:pt x="610" y="1577"/>
                  <a:pt x="605" y="1582"/>
                </a:cubicBezTo>
                <a:cubicBezTo>
                  <a:pt x="557" y="1650"/>
                  <a:pt x="554" y="1661"/>
                  <a:pt x="543" y="1665"/>
                </a:cubicBezTo>
                <a:cubicBezTo>
                  <a:pt x="512" y="1703"/>
                  <a:pt x="509" y="1704"/>
                  <a:pt x="509" y="1707"/>
                </a:cubicBezTo>
                <a:cubicBezTo>
                  <a:pt x="478" y="1744"/>
                  <a:pt x="469" y="1750"/>
                  <a:pt x="467" y="1762"/>
                </a:cubicBezTo>
                <a:cubicBezTo>
                  <a:pt x="443" y="1797"/>
                  <a:pt x="439" y="1807"/>
                  <a:pt x="438" y="1821"/>
                </a:cubicBezTo>
                <a:cubicBezTo>
                  <a:pt x="429" y="1846"/>
                  <a:pt x="423" y="1846"/>
                  <a:pt x="423" y="1851"/>
                </a:cubicBezTo>
                <a:cubicBezTo>
                  <a:pt x="408" y="1895"/>
                  <a:pt x="412" y="1908"/>
                  <a:pt x="405" y="1913"/>
                </a:cubicBezTo>
                <a:cubicBezTo>
                  <a:pt x="407" y="1876"/>
                  <a:pt x="415" y="1878"/>
                  <a:pt x="413" y="1871"/>
                </a:cubicBezTo>
                <a:cubicBezTo>
                  <a:pt x="418" y="1857"/>
                  <a:pt x="415" y="1850"/>
                  <a:pt x="418" y="1847"/>
                </a:cubicBezTo>
                <a:cubicBezTo>
                  <a:pt x="437" y="1792"/>
                  <a:pt x="440" y="1790"/>
                  <a:pt x="440" y="1788"/>
                </a:cubicBezTo>
                <a:cubicBezTo>
                  <a:pt x="448" y="1768"/>
                  <a:pt x="451" y="1760"/>
                  <a:pt x="455" y="1752"/>
                </a:cubicBezTo>
                <a:cubicBezTo>
                  <a:pt x="476" y="1717"/>
                  <a:pt x="475" y="1712"/>
                  <a:pt x="478" y="1709"/>
                </a:cubicBezTo>
                <a:cubicBezTo>
                  <a:pt x="495" y="1687"/>
                  <a:pt x="495" y="1681"/>
                  <a:pt x="498" y="1679"/>
                </a:cubicBezTo>
                <a:cubicBezTo>
                  <a:pt x="521" y="1647"/>
                  <a:pt x="524" y="1644"/>
                  <a:pt x="526" y="1640"/>
                </a:cubicBezTo>
                <a:cubicBezTo>
                  <a:pt x="551" y="1609"/>
                  <a:pt x="550" y="1603"/>
                  <a:pt x="554" y="1601"/>
                </a:cubicBezTo>
                <a:cubicBezTo>
                  <a:pt x="570" y="1563"/>
                  <a:pt x="576" y="1562"/>
                  <a:pt x="575" y="1556"/>
                </a:cubicBezTo>
                <a:cubicBezTo>
                  <a:pt x="581" y="1513"/>
                  <a:pt x="584" y="1508"/>
                  <a:pt x="584" y="1500"/>
                </a:cubicBezTo>
                <a:cubicBezTo>
                  <a:pt x="573" y="1529"/>
                  <a:pt x="577" y="1544"/>
                  <a:pt x="570" y="1550"/>
                </a:cubicBezTo>
                <a:cubicBezTo>
                  <a:pt x="548" y="1600"/>
                  <a:pt x="544" y="1602"/>
                  <a:pt x="541" y="1604"/>
                </a:cubicBezTo>
                <a:cubicBezTo>
                  <a:pt x="510" y="1653"/>
                  <a:pt x="506" y="1655"/>
                  <a:pt x="503" y="1657"/>
                </a:cubicBezTo>
                <a:cubicBezTo>
                  <a:pt x="481" y="1690"/>
                  <a:pt x="477" y="1696"/>
                  <a:pt x="474" y="1703"/>
                </a:cubicBezTo>
                <a:cubicBezTo>
                  <a:pt x="464" y="1717"/>
                  <a:pt x="463" y="1720"/>
                  <a:pt x="462" y="1717"/>
                </a:cubicBezTo>
                <a:cubicBezTo>
                  <a:pt x="474" y="1695"/>
                  <a:pt x="475" y="1693"/>
                  <a:pt x="475" y="1690"/>
                </a:cubicBezTo>
                <a:cubicBezTo>
                  <a:pt x="494" y="1659"/>
                  <a:pt x="495" y="1654"/>
                  <a:pt x="496" y="1649"/>
                </a:cubicBezTo>
                <a:cubicBezTo>
                  <a:pt x="525" y="1599"/>
                  <a:pt x="529" y="1590"/>
                  <a:pt x="533" y="1581"/>
                </a:cubicBezTo>
                <a:cubicBezTo>
                  <a:pt x="553" y="1505"/>
                  <a:pt x="553" y="1491"/>
                  <a:pt x="554" y="1479"/>
                </a:cubicBezTo>
                <a:cubicBezTo>
                  <a:pt x="544" y="1432"/>
                  <a:pt x="549" y="1437"/>
                  <a:pt x="547" y="1446"/>
                </a:cubicBezTo>
                <a:cubicBezTo>
                  <a:pt x="542" y="1527"/>
                  <a:pt x="542" y="1535"/>
                  <a:pt x="541" y="1543"/>
                </a:cubicBezTo>
                <a:cubicBezTo>
                  <a:pt x="526" y="1573"/>
                  <a:pt x="529" y="1580"/>
                  <a:pt x="524" y="1581"/>
                </a:cubicBezTo>
                <a:cubicBezTo>
                  <a:pt x="508" y="1611"/>
                  <a:pt x="503" y="1625"/>
                  <a:pt x="495" y="1636"/>
                </a:cubicBezTo>
                <a:cubicBezTo>
                  <a:pt x="475" y="1680"/>
                  <a:pt x="471" y="1684"/>
                  <a:pt x="466" y="1688"/>
                </a:cubicBezTo>
                <a:cubicBezTo>
                  <a:pt x="444" y="1731"/>
                  <a:pt x="441" y="1737"/>
                  <a:pt x="437" y="1743"/>
                </a:cubicBezTo>
                <a:cubicBezTo>
                  <a:pt x="416" y="1794"/>
                  <a:pt x="410" y="1794"/>
                  <a:pt x="413" y="1801"/>
                </a:cubicBezTo>
                <a:cubicBezTo>
                  <a:pt x="394" y="1860"/>
                  <a:pt x="396" y="1864"/>
                  <a:pt x="396" y="1868"/>
                </a:cubicBezTo>
                <a:cubicBezTo>
                  <a:pt x="390" y="1891"/>
                  <a:pt x="394" y="1899"/>
                  <a:pt x="389" y="1899"/>
                </a:cubicBezTo>
                <a:cubicBezTo>
                  <a:pt x="391" y="1841"/>
                  <a:pt x="392" y="1826"/>
                  <a:pt x="394" y="1811"/>
                </a:cubicBezTo>
                <a:cubicBezTo>
                  <a:pt x="401" y="1785"/>
                  <a:pt x="405" y="1780"/>
                  <a:pt x="404" y="1771"/>
                </a:cubicBezTo>
                <a:cubicBezTo>
                  <a:pt x="430" y="1712"/>
                  <a:pt x="435" y="1708"/>
                  <a:pt x="434" y="1699"/>
                </a:cubicBezTo>
                <a:cubicBezTo>
                  <a:pt x="451" y="1672"/>
                  <a:pt x="455" y="1665"/>
                  <a:pt x="457" y="1656"/>
                </a:cubicBezTo>
                <a:cubicBezTo>
                  <a:pt x="481" y="1622"/>
                  <a:pt x="480" y="1616"/>
                  <a:pt x="480" y="1611"/>
                </a:cubicBezTo>
                <a:cubicBezTo>
                  <a:pt x="505" y="1561"/>
                  <a:pt x="502" y="1553"/>
                  <a:pt x="507" y="1552"/>
                </a:cubicBezTo>
                <a:cubicBezTo>
                  <a:pt x="519" y="1524"/>
                  <a:pt x="515" y="1515"/>
                  <a:pt x="519" y="1514"/>
                </a:cubicBezTo>
                <a:cubicBezTo>
                  <a:pt x="520" y="1449"/>
                  <a:pt x="515" y="1450"/>
                  <a:pt x="517" y="1444"/>
                </a:cubicBezTo>
                <a:cubicBezTo>
                  <a:pt x="509" y="1516"/>
                  <a:pt x="509" y="1523"/>
                  <a:pt x="505" y="1526"/>
                </a:cubicBezTo>
                <a:cubicBezTo>
                  <a:pt x="494" y="1564"/>
                  <a:pt x="491" y="1568"/>
                  <a:pt x="489" y="1573"/>
                </a:cubicBezTo>
                <a:cubicBezTo>
                  <a:pt x="479" y="1592"/>
                  <a:pt x="483" y="1602"/>
                  <a:pt x="475" y="1602"/>
                </a:cubicBezTo>
                <a:cubicBezTo>
                  <a:pt x="443" y="1672"/>
                  <a:pt x="434" y="1679"/>
                  <a:pt x="431" y="1690"/>
                </a:cubicBezTo>
                <a:cubicBezTo>
                  <a:pt x="406" y="1738"/>
                  <a:pt x="409" y="1747"/>
                  <a:pt x="403" y="1749"/>
                </a:cubicBezTo>
                <a:cubicBezTo>
                  <a:pt x="434" y="1663"/>
                  <a:pt x="439" y="1660"/>
                  <a:pt x="440" y="1653"/>
                </a:cubicBezTo>
                <a:cubicBezTo>
                  <a:pt x="452" y="1614"/>
                  <a:pt x="459" y="1613"/>
                  <a:pt x="458" y="1606"/>
                </a:cubicBezTo>
                <a:cubicBezTo>
                  <a:pt x="480" y="1553"/>
                  <a:pt x="480" y="1545"/>
                  <a:pt x="482" y="1540"/>
                </a:cubicBezTo>
                <a:cubicBezTo>
                  <a:pt x="489" y="1465"/>
                  <a:pt x="491" y="1464"/>
                  <a:pt x="491" y="1448"/>
                </a:cubicBezTo>
                <a:cubicBezTo>
                  <a:pt x="487" y="1401"/>
                  <a:pt x="485" y="1390"/>
                  <a:pt x="484" y="1379"/>
                </a:cubicBezTo>
                <a:cubicBezTo>
                  <a:pt x="474" y="1371"/>
                  <a:pt x="480" y="1385"/>
                  <a:pt x="483" y="1403"/>
                </a:cubicBezTo>
                <a:cubicBezTo>
                  <a:pt x="487" y="1491"/>
                  <a:pt x="478" y="1495"/>
                  <a:pt x="482" y="1506"/>
                </a:cubicBezTo>
                <a:cubicBezTo>
                  <a:pt x="478" y="1531"/>
                  <a:pt x="477" y="1534"/>
                  <a:pt x="475" y="1537"/>
                </a:cubicBezTo>
                <a:cubicBezTo>
                  <a:pt x="459" y="1577"/>
                  <a:pt x="456" y="1591"/>
                  <a:pt x="451" y="1604"/>
                </a:cubicBezTo>
                <a:cubicBezTo>
                  <a:pt x="433" y="1645"/>
                  <a:pt x="431" y="1652"/>
                  <a:pt x="429" y="1658"/>
                </a:cubicBezTo>
                <a:cubicBezTo>
                  <a:pt x="412" y="1698"/>
                  <a:pt x="411" y="1701"/>
                  <a:pt x="408" y="1703"/>
                </a:cubicBezTo>
                <a:cubicBezTo>
                  <a:pt x="390" y="1762"/>
                  <a:pt x="384" y="1769"/>
                  <a:pt x="383" y="1779"/>
                </a:cubicBezTo>
                <a:cubicBezTo>
                  <a:pt x="369" y="1821"/>
                  <a:pt x="377" y="1833"/>
                  <a:pt x="371" y="1832"/>
                </a:cubicBezTo>
                <a:cubicBezTo>
                  <a:pt x="368" y="1777"/>
                  <a:pt x="371" y="1764"/>
                  <a:pt x="372" y="1749"/>
                </a:cubicBezTo>
                <a:cubicBezTo>
                  <a:pt x="382" y="1721"/>
                  <a:pt x="379" y="1714"/>
                  <a:pt x="383" y="1714"/>
                </a:cubicBezTo>
                <a:cubicBezTo>
                  <a:pt x="403" y="1659"/>
                  <a:pt x="406" y="1655"/>
                  <a:pt x="406" y="1649"/>
                </a:cubicBezTo>
                <a:cubicBezTo>
                  <a:pt x="424" y="1598"/>
                  <a:pt x="431" y="1597"/>
                  <a:pt x="431" y="1590"/>
                </a:cubicBezTo>
                <a:cubicBezTo>
                  <a:pt x="461" y="1509"/>
                  <a:pt x="462" y="1500"/>
                  <a:pt x="465" y="1494"/>
                </a:cubicBezTo>
                <a:cubicBezTo>
                  <a:pt x="472" y="1470"/>
                  <a:pt x="467" y="1462"/>
                  <a:pt x="472" y="1462"/>
                </a:cubicBezTo>
                <a:cubicBezTo>
                  <a:pt x="476" y="1437"/>
                  <a:pt x="471" y="1428"/>
                  <a:pt x="476" y="1427"/>
                </a:cubicBezTo>
                <a:cubicBezTo>
                  <a:pt x="473" y="1417"/>
                  <a:pt x="469" y="1447"/>
                  <a:pt x="462" y="1476"/>
                </a:cubicBezTo>
                <a:cubicBezTo>
                  <a:pt x="434" y="1564"/>
                  <a:pt x="433" y="1570"/>
                  <a:pt x="430" y="1573"/>
                </a:cubicBezTo>
                <a:cubicBezTo>
                  <a:pt x="422" y="1597"/>
                  <a:pt x="416" y="1602"/>
                  <a:pt x="415" y="1611"/>
                </a:cubicBezTo>
                <a:cubicBezTo>
                  <a:pt x="391" y="1664"/>
                  <a:pt x="387" y="1672"/>
                  <a:pt x="382" y="1679"/>
                </a:cubicBezTo>
                <a:cubicBezTo>
                  <a:pt x="367" y="1716"/>
                  <a:pt x="373" y="1726"/>
                  <a:pt x="366" y="1726"/>
                </a:cubicBezTo>
                <a:cubicBezTo>
                  <a:pt x="360" y="1762"/>
                  <a:pt x="364" y="1763"/>
                  <a:pt x="358" y="1766"/>
                </a:cubicBezTo>
                <a:cubicBezTo>
                  <a:pt x="381" y="1656"/>
                  <a:pt x="382" y="1648"/>
                  <a:pt x="386" y="1643"/>
                </a:cubicBezTo>
                <a:cubicBezTo>
                  <a:pt x="399" y="1610"/>
                  <a:pt x="404" y="1595"/>
                  <a:pt x="408" y="1581"/>
                </a:cubicBezTo>
                <a:cubicBezTo>
                  <a:pt x="436" y="1516"/>
                  <a:pt x="433" y="1505"/>
                  <a:pt x="438" y="1500"/>
                </a:cubicBezTo>
                <a:cubicBezTo>
                  <a:pt x="456" y="1427"/>
                  <a:pt x="459" y="1420"/>
                  <a:pt x="460" y="1411"/>
                </a:cubicBezTo>
                <a:cubicBezTo>
                  <a:pt x="455" y="1378"/>
                  <a:pt x="451" y="1393"/>
                  <a:pt x="453" y="1414"/>
                </a:cubicBezTo>
                <a:cubicBezTo>
                  <a:pt x="442" y="1477"/>
                  <a:pt x="433" y="1477"/>
                  <a:pt x="434" y="1487"/>
                </a:cubicBezTo>
                <a:cubicBezTo>
                  <a:pt x="416" y="1534"/>
                  <a:pt x="415" y="1548"/>
                  <a:pt x="409" y="1559"/>
                </a:cubicBezTo>
                <a:cubicBezTo>
                  <a:pt x="392" y="1598"/>
                  <a:pt x="391" y="1605"/>
                  <a:pt x="388" y="1610"/>
                </a:cubicBezTo>
                <a:cubicBezTo>
                  <a:pt x="380" y="1635"/>
                  <a:pt x="375" y="1638"/>
                  <a:pt x="376" y="1646"/>
                </a:cubicBezTo>
                <a:cubicBezTo>
                  <a:pt x="352" y="1701"/>
                  <a:pt x="360" y="1712"/>
                  <a:pt x="354" y="1711"/>
                </a:cubicBezTo>
                <a:cubicBezTo>
                  <a:pt x="350" y="1730"/>
                  <a:pt x="346" y="1726"/>
                  <a:pt x="345" y="1712"/>
                </a:cubicBezTo>
                <a:cubicBezTo>
                  <a:pt x="355" y="1665"/>
                  <a:pt x="358" y="1665"/>
                  <a:pt x="357" y="1661"/>
                </a:cubicBezTo>
                <a:cubicBezTo>
                  <a:pt x="366" y="1643"/>
                  <a:pt x="363" y="1637"/>
                  <a:pt x="366" y="1636"/>
                </a:cubicBezTo>
                <a:cubicBezTo>
                  <a:pt x="372" y="1617"/>
                  <a:pt x="374" y="1616"/>
                  <a:pt x="373" y="1612"/>
                </a:cubicBezTo>
                <a:cubicBezTo>
                  <a:pt x="395" y="1560"/>
                  <a:pt x="394" y="1553"/>
                  <a:pt x="400" y="1551"/>
                </a:cubicBezTo>
                <a:cubicBezTo>
                  <a:pt x="425" y="1482"/>
                  <a:pt x="427" y="1477"/>
                  <a:pt x="427" y="1470"/>
                </a:cubicBezTo>
                <a:cubicBezTo>
                  <a:pt x="418" y="1498"/>
                  <a:pt x="408" y="1504"/>
                  <a:pt x="408" y="1517"/>
                </a:cubicBezTo>
                <a:cubicBezTo>
                  <a:pt x="377" y="1581"/>
                  <a:pt x="373" y="1584"/>
                  <a:pt x="372" y="1590"/>
                </a:cubicBezTo>
                <a:cubicBezTo>
                  <a:pt x="363" y="1617"/>
                  <a:pt x="360" y="1628"/>
                  <a:pt x="353" y="1637"/>
                </a:cubicBezTo>
                <a:cubicBezTo>
                  <a:pt x="343" y="1676"/>
                  <a:pt x="340" y="1680"/>
                  <a:pt x="341" y="1688"/>
                </a:cubicBezTo>
                <a:cubicBezTo>
                  <a:pt x="338" y="1660"/>
                  <a:pt x="342" y="1652"/>
                  <a:pt x="340" y="1640"/>
                </a:cubicBezTo>
                <a:cubicBezTo>
                  <a:pt x="360" y="1597"/>
                  <a:pt x="360" y="1592"/>
                  <a:pt x="361" y="1588"/>
                </a:cubicBezTo>
                <a:cubicBezTo>
                  <a:pt x="367" y="1561"/>
                  <a:pt x="371" y="1559"/>
                  <a:pt x="371" y="1555"/>
                </a:cubicBezTo>
                <a:cubicBezTo>
                  <a:pt x="390" y="1506"/>
                  <a:pt x="387" y="1494"/>
                  <a:pt x="393" y="1490"/>
                </a:cubicBezTo>
                <a:cubicBezTo>
                  <a:pt x="403" y="1419"/>
                  <a:pt x="403" y="1406"/>
                  <a:pt x="402" y="1393"/>
                </a:cubicBezTo>
                <a:cubicBezTo>
                  <a:pt x="393" y="1354"/>
                  <a:pt x="388" y="1352"/>
                  <a:pt x="389" y="1344"/>
                </a:cubicBezTo>
                <a:cubicBezTo>
                  <a:pt x="382" y="1350"/>
                  <a:pt x="386" y="1352"/>
                  <a:pt x="388" y="1357"/>
                </a:cubicBezTo>
                <a:cubicBezTo>
                  <a:pt x="396" y="1435"/>
                  <a:pt x="396" y="1441"/>
                  <a:pt x="397" y="1446"/>
                </a:cubicBezTo>
                <a:cubicBezTo>
                  <a:pt x="389" y="1476"/>
                  <a:pt x="385" y="1481"/>
                  <a:pt x="384" y="1491"/>
                </a:cubicBezTo>
                <a:cubicBezTo>
                  <a:pt x="358" y="1561"/>
                  <a:pt x="358" y="1571"/>
                  <a:pt x="356" y="1578"/>
                </a:cubicBezTo>
                <a:cubicBezTo>
                  <a:pt x="341" y="1628"/>
                  <a:pt x="334" y="1627"/>
                  <a:pt x="335" y="1634"/>
                </a:cubicBezTo>
                <a:cubicBezTo>
                  <a:pt x="324" y="1665"/>
                  <a:pt x="328" y="1674"/>
                  <a:pt x="321" y="1674"/>
                </a:cubicBezTo>
                <a:cubicBezTo>
                  <a:pt x="334" y="1588"/>
                  <a:pt x="337" y="1580"/>
                  <a:pt x="340" y="1570"/>
                </a:cubicBezTo>
                <a:cubicBezTo>
                  <a:pt x="350" y="1541"/>
                  <a:pt x="350" y="1536"/>
                  <a:pt x="350" y="1530"/>
                </a:cubicBezTo>
                <a:cubicBezTo>
                  <a:pt x="360" y="1499"/>
                  <a:pt x="364" y="1497"/>
                  <a:pt x="363" y="1490"/>
                </a:cubicBezTo>
                <a:cubicBezTo>
                  <a:pt x="370" y="1438"/>
                  <a:pt x="375" y="1420"/>
                  <a:pt x="376" y="1397"/>
                </a:cubicBezTo>
                <a:cubicBezTo>
                  <a:pt x="365" y="1320"/>
                  <a:pt x="368" y="1312"/>
                  <a:pt x="363" y="1313"/>
                </a:cubicBezTo>
                <a:cubicBezTo>
                  <a:pt x="362" y="1332"/>
                  <a:pt x="366" y="1343"/>
                  <a:pt x="368" y="1356"/>
                </a:cubicBezTo>
                <a:cubicBezTo>
                  <a:pt x="367" y="1417"/>
                  <a:pt x="365" y="1421"/>
                  <a:pt x="365" y="1426"/>
                </a:cubicBezTo>
                <a:cubicBezTo>
                  <a:pt x="359" y="1455"/>
                  <a:pt x="363" y="1465"/>
                  <a:pt x="359" y="1466"/>
                </a:cubicBezTo>
                <a:cubicBezTo>
                  <a:pt x="340" y="1539"/>
                  <a:pt x="336" y="1559"/>
                  <a:pt x="329" y="1575"/>
                </a:cubicBezTo>
                <a:cubicBezTo>
                  <a:pt x="313" y="1626"/>
                  <a:pt x="312" y="1623"/>
                  <a:pt x="315" y="1622"/>
                </a:cubicBezTo>
                <a:cubicBezTo>
                  <a:pt x="321" y="1588"/>
                  <a:pt x="322" y="1576"/>
                  <a:pt x="324" y="1565"/>
                </a:cubicBezTo>
                <a:cubicBezTo>
                  <a:pt x="337" y="1477"/>
                  <a:pt x="342" y="1476"/>
                  <a:pt x="341" y="1469"/>
                </a:cubicBezTo>
                <a:cubicBezTo>
                  <a:pt x="333" y="1317"/>
                  <a:pt x="332" y="1308"/>
                  <a:pt x="330" y="1302"/>
                </a:cubicBezTo>
                <a:cubicBezTo>
                  <a:pt x="318" y="1275"/>
                  <a:pt x="315" y="1268"/>
                  <a:pt x="311" y="1262"/>
                </a:cubicBezTo>
                <a:cubicBezTo>
                  <a:pt x="305" y="1258"/>
                  <a:pt x="310" y="1270"/>
                  <a:pt x="317" y="1281"/>
                </a:cubicBezTo>
                <a:cubicBezTo>
                  <a:pt x="326" y="1312"/>
                  <a:pt x="326" y="1314"/>
                  <a:pt x="328" y="1315"/>
                </a:cubicBezTo>
                <a:cubicBezTo>
                  <a:pt x="329" y="1333"/>
                  <a:pt x="332" y="1343"/>
                  <a:pt x="333" y="1356"/>
                </a:cubicBezTo>
                <a:cubicBezTo>
                  <a:pt x="330" y="1464"/>
                  <a:pt x="334" y="1471"/>
                  <a:pt x="331" y="1472"/>
                </a:cubicBezTo>
                <a:cubicBezTo>
                  <a:pt x="326" y="1497"/>
                  <a:pt x="326" y="1501"/>
                  <a:pt x="326" y="1506"/>
                </a:cubicBezTo>
                <a:cubicBezTo>
                  <a:pt x="320" y="1533"/>
                  <a:pt x="322" y="1543"/>
                  <a:pt x="316" y="1548"/>
                </a:cubicBezTo>
                <a:cubicBezTo>
                  <a:pt x="325" y="1483"/>
                  <a:pt x="324" y="1478"/>
                  <a:pt x="326" y="1475"/>
                </a:cubicBezTo>
                <a:cubicBezTo>
                  <a:pt x="318" y="1352"/>
                  <a:pt x="312" y="1331"/>
                  <a:pt x="308" y="1301"/>
                </a:cubicBezTo>
                <a:cubicBezTo>
                  <a:pt x="295" y="1275"/>
                  <a:pt x="294" y="1264"/>
                  <a:pt x="289" y="1259"/>
                </a:cubicBezTo>
                <a:cubicBezTo>
                  <a:pt x="267" y="1237"/>
                  <a:pt x="279" y="1241"/>
                  <a:pt x="283" y="1255"/>
                </a:cubicBezTo>
                <a:cubicBezTo>
                  <a:pt x="295" y="1285"/>
                  <a:pt x="296" y="1289"/>
                  <a:pt x="298" y="1291"/>
                </a:cubicBezTo>
                <a:cubicBezTo>
                  <a:pt x="309" y="1335"/>
                  <a:pt x="306" y="1343"/>
                  <a:pt x="311" y="1343"/>
                </a:cubicBezTo>
                <a:cubicBezTo>
                  <a:pt x="317" y="1393"/>
                  <a:pt x="320" y="1396"/>
                  <a:pt x="319" y="1403"/>
                </a:cubicBezTo>
                <a:cubicBezTo>
                  <a:pt x="315" y="1486"/>
                  <a:pt x="316" y="1486"/>
                  <a:pt x="314" y="1491"/>
                </a:cubicBezTo>
                <a:cubicBezTo>
                  <a:pt x="313" y="1523"/>
                  <a:pt x="307" y="1531"/>
                  <a:pt x="307" y="1544"/>
                </a:cubicBezTo>
                <a:cubicBezTo>
                  <a:pt x="291" y="1555"/>
                  <a:pt x="301" y="1540"/>
                  <a:pt x="301" y="1520"/>
                </a:cubicBezTo>
                <a:cubicBezTo>
                  <a:pt x="300" y="1371"/>
                  <a:pt x="298" y="1365"/>
                  <a:pt x="298" y="1357"/>
                </a:cubicBezTo>
                <a:cubicBezTo>
                  <a:pt x="292" y="1333"/>
                  <a:pt x="291" y="1319"/>
                  <a:pt x="286" y="1307"/>
                </a:cubicBezTo>
                <a:cubicBezTo>
                  <a:pt x="262" y="1254"/>
                  <a:pt x="263" y="1243"/>
                  <a:pt x="258" y="1242"/>
                </a:cubicBezTo>
                <a:cubicBezTo>
                  <a:pt x="286" y="1321"/>
                  <a:pt x="285" y="1331"/>
                  <a:pt x="288" y="1336"/>
                </a:cubicBezTo>
                <a:cubicBezTo>
                  <a:pt x="293" y="1366"/>
                  <a:pt x="296" y="1381"/>
                  <a:pt x="297" y="1398"/>
                </a:cubicBezTo>
                <a:cubicBezTo>
                  <a:pt x="299" y="1489"/>
                  <a:pt x="294" y="1492"/>
                  <a:pt x="295" y="1499"/>
                </a:cubicBezTo>
                <a:cubicBezTo>
                  <a:pt x="290" y="1445"/>
                  <a:pt x="287" y="1444"/>
                  <a:pt x="287" y="1441"/>
                </a:cubicBezTo>
                <a:cubicBezTo>
                  <a:pt x="283" y="1415"/>
                  <a:pt x="287" y="1416"/>
                  <a:pt x="283" y="1412"/>
                </a:cubicBezTo>
                <a:cubicBezTo>
                  <a:pt x="269" y="1353"/>
                  <a:pt x="262" y="1342"/>
                  <a:pt x="259" y="1327"/>
                </a:cubicBezTo>
                <a:cubicBezTo>
                  <a:pt x="234" y="1272"/>
                  <a:pt x="238" y="1259"/>
                  <a:pt x="228" y="1261"/>
                </a:cubicBezTo>
                <a:cubicBezTo>
                  <a:pt x="239" y="1279"/>
                  <a:pt x="239" y="1288"/>
                  <a:pt x="244" y="1293"/>
                </a:cubicBezTo>
                <a:cubicBezTo>
                  <a:pt x="270" y="1419"/>
                  <a:pt x="279" y="1422"/>
                  <a:pt x="277" y="1426"/>
                </a:cubicBezTo>
                <a:cubicBezTo>
                  <a:pt x="278" y="1456"/>
                  <a:pt x="282" y="1465"/>
                  <a:pt x="278" y="1465"/>
                </a:cubicBezTo>
                <a:cubicBezTo>
                  <a:pt x="250" y="1385"/>
                  <a:pt x="252" y="1374"/>
                  <a:pt x="247" y="1371"/>
                </a:cubicBezTo>
                <a:cubicBezTo>
                  <a:pt x="231" y="1330"/>
                  <a:pt x="231" y="1320"/>
                  <a:pt x="224" y="1320"/>
                </a:cubicBezTo>
                <a:cubicBezTo>
                  <a:pt x="253" y="1397"/>
                  <a:pt x="257" y="1421"/>
                  <a:pt x="265" y="1440"/>
                </a:cubicBezTo>
                <a:cubicBezTo>
                  <a:pt x="281" y="1531"/>
                  <a:pt x="286" y="1534"/>
                  <a:pt x="285" y="1543"/>
                </a:cubicBezTo>
                <a:cubicBezTo>
                  <a:pt x="284" y="1556"/>
                  <a:pt x="280" y="1549"/>
                  <a:pt x="281" y="1537"/>
                </a:cubicBezTo>
                <a:cubicBezTo>
                  <a:pt x="247" y="1462"/>
                  <a:pt x="249" y="1450"/>
                  <a:pt x="244" y="1448"/>
                </a:cubicBezTo>
                <a:cubicBezTo>
                  <a:pt x="221" y="1375"/>
                  <a:pt x="214" y="1365"/>
                  <a:pt x="211" y="1352"/>
                </a:cubicBezTo>
                <a:cubicBezTo>
                  <a:pt x="195" y="1325"/>
                  <a:pt x="197" y="1318"/>
                  <a:pt x="193" y="1318"/>
                </a:cubicBezTo>
                <a:cubicBezTo>
                  <a:pt x="167" y="1263"/>
                  <a:pt x="166" y="1260"/>
                  <a:pt x="163" y="1259"/>
                </a:cubicBezTo>
                <a:cubicBezTo>
                  <a:pt x="165" y="1272"/>
                  <a:pt x="172" y="1286"/>
                  <a:pt x="179" y="1300"/>
                </a:cubicBezTo>
                <a:cubicBezTo>
                  <a:pt x="191" y="1329"/>
                  <a:pt x="195" y="1335"/>
                  <a:pt x="199" y="1342"/>
                </a:cubicBezTo>
                <a:cubicBezTo>
                  <a:pt x="226" y="1428"/>
                  <a:pt x="232" y="1438"/>
                  <a:pt x="235" y="1451"/>
                </a:cubicBezTo>
                <a:cubicBezTo>
                  <a:pt x="247" y="1477"/>
                  <a:pt x="248" y="1489"/>
                  <a:pt x="244" y="1487"/>
                </a:cubicBezTo>
                <a:cubicBezTo>
                  <a:pt x="228" y="1464"/>
                  <a:pt x="227" y="1461"/>
                  <a:pt x="227" y="1456"/>
                </a:cubicBezTo>
                <a:cubicBezTo>
                  <a:pt x="203" y="1423"/>
                  <a:pt x="201" y="1417"/>
                  <a:pt x="195" y="1414"/>
                </a:cubicBezTo>
                <a:cubicBezTo>
                  <a:pt x="155" y="1347"/>
                  <a:pt x="145" y="1324"/>
                  <a:pt x="133" y="1303"/>
                </a:cubicBezTo>
                <a:cubicBezTo>
                  <a:pt x="109" y="1262"/>
                  <a:pt x="115" y="1250"/>
                  <a:pt x="110" y="1252"/>
                </a:cubicBezTo>
                <a:cubicBezTo>
                  <a:pt x="109" y="1242"/>
                  <a:pt x="105" y="1259"/>
                  <a:pt x="113" y="1263"/>
                </a:cubicBezTo>
                <a:cubicBezTo>
                  <a:pt x="127" y="1300"/>
                  <a:pt x="126" y="1302"/>
                  <a:pt x="126" y="1303"/>
                </a:cubicBezTo>
                <a:cubicBezTo>
                  <a:pt x="141" y="1331"/>
                  <a:pt x="144" y="1335"/>
                  <a:pt x="146" y="1339"/>
                </a:cubicBezTo>
                <a:cubicBezTo>
                  <a:pt x="190" y="1424"/>
                  <a:pt x="196" y="1426"/>
                  <a:pt x="197" y="1434"/>
                </a:cubicBezTo>
                <a:cubicBezTo>
                  <a:pt x="210" y="1458"/>
                  <a:pt x="220" y="1459"/>
                  <a:pt x="214" y="1461"/>
                </a:cubicBezTo>
                <a:cubicBezTo>
                  <a:pt x="187" y="1433"/>
                  <a:pt x="186" y="1419"/>
                  <a:pt x="176" y="1416"/>
                </a:cubicBezTo>
                <a:cubicBezTo>
                  <a:pt x="141" y="1351"/>
                  <a:pt x="132" y="1347"/>
                  <a:pt x="131" y="1333"/>
                </a:cubicBezTo>
                <a:cubicBezTo>
                  <a:pt x="111" y="1296"/>
                  <a:pt x="107" y="1286"/>
                  <a:pt x="103" y="1276"/>
                </a:cubicBezTo>
                <a:cubicBezTo>
                  <a:pt x="91" y="1264"/>
                  <a:pt x="97" y="1277"/>
                  <a:pt x="102" y="1292"/>
                </a:cubicBezTo>
                <a:cubicBezTo>
                  <a:pt x="114" y="1318"/>
                  <a:pt x="118" y="1323"/>
                  <a:pt x="120" y="1332"/>
                </a:cubicBezTo>
                <a:cubicBezTo>
                  <a:pt x="155" y="1393"/>
                  <a:pt x="155" y="1404"/>
                  <a:pt x="162" y="1406"/>
                </a:cubicBezTo>
                <a:cubicBezTo>
                  <a:pt x="199" y="1459"/>
                  <a:pt x="201" y="1462"/>
                  <a:pt x="201" y="1466"/>
                </a:cubicBezTo>
                <a:cubicBezTo>
                  <a:pt x="226" y="1495"/>
                  <a:pt x="229" y="1501"/>
                  <a:pt x="233" y="1508"/>
                </a:cubicBezTo>
                <a:cubicBezTo>
                  <a:pt x="258" y="1549"/>
                  <a:pt x="262" y="1552"/>
                  <a:pt x="264" y="1556"/>
                </a:cubicBezTo>
                <a:cubicBezTo>
                  <a:pt x="275" y="1581"/>
                  <a:pt x="279" y="1585"/>
                  <a:pt x="280" y="1594"/>
                </a:cubicBezTo>
                <a:cubicBezTo>
                  <a:pt x="252" y="1560"/>
                  <a:pt x="253" y="1550"/>
                  <a:pt x="246" y="1548"/>
                </a:cubicBezTo>
                <a:cubicBezTo>
                  <a:pt x="206" y="1500"/>
                  <a:pt x="201" y="1497"/>
                  <a:pt x="199" y="1490"/>
                </a:cubicBezTo>
                <a:cubicBezTo>
                  <a:pt x="157" y="1432"/>
                  <a:pt x="148" y="1422"/>
                  <a:pt x="143" y="1409"/>
                </a:cubicBezTo>
                <a:cubicBezTo>
                  <a:pt x="131" y="1385"/>
                  <a:pt x="125" y="1383"/>
                  <a:pt x="125" y="1373"/>
                </a:cubicBezTo>
                <a:cubicBezTo>
                  <a:pt x="105" y="1330"/>
                  <a:pt x="100" y="1329"/>
                  <a:pt x="101" y="1320"/>
                </a:cubicBezTo>
                <a:cubicBezTo>
                  <a:pt x="102" y="1331"/>
                  <a:pt x="100" y="1339"/>
                  <a:pt x="103" y="1340"/>
                </a:cubicBezTo>
                <a:cubicBezTo>
                  <a:pt x="110" y="1364"/>
                  <a:pt x="115" y="1363"/>
                  <a:pt x="114" y="1370"/>
                </a:cubicBezTo>
                <a:cubicBezTo>
                  <a:pt x="137" y="1408"/>
                  <a:pt x="136" y="1419"/>
                  <a:pt x="141" y="1422"/>
                </a:cubicBezTo>
                <a:cubicBezTo>
                  <a:pt x="156" y="1453"/>
                  <a:pt x="166" y="1461"/>
                  <a:pt x="173" y="1473"/>
                </a:cubicBezTo>
                <a:cubicBezTo>
                  <a:pt x="189" y="1492"/>
                  <a:pt x="192" y="1499"/>
                  <a:pt x="195" y="1504"/>
                </a:cubicBezTo>
                <a:cubicBezTo>
                  <a:pt x="213" y="1516"/>
                  <a:pt x="212" y="1522"/>
                  <a:pt x="214" y="1524"/>
                </a:cubicBezTo>
                <a:cubicBezTo>
                  <a:pt x="255" y="1589"/>
                  <a:pt x="252" y="1574"/>
                  <a:pt x="239" y="1568"/>
                </a:cubicBezTo>
                <a:cubicBezTo>
                  <a:pt x="221" y="1541"/>
                  <a:pt x="214" y="1544"/>
                  <a:pt x="215" y="1537"/>
                </a:cubicBezTo>
                <a:cubicBezTo>
                  <a:pt x="180" y="1500"/>
                  <a:pt x="179" y="1495"/>
                  <a:pt x="175" y="1494"/>
                </a:cubicBezTo>
                <a:cubicBezTo>
                  <a:pt x="146" y="1459"/>
                  <a:pt x="144" y="1451"/>
                  <a:pt x="139" y="1447"/>
                </a:cubicBezTo>
                <a:cubicBezTo>
                  <a:pt x="94" y="1374"/>
                  <a:pt x="93" y="1370"/>
                  <a:pt x="90" y="1369"/>
                </a:cubicBezTo>
                <a:cubicBezTo>
                  <a:pt x="78" y="1346"/>
                  <a:pt x="78" y="1341"/>
                  <a:pt x="74" y="1340"/>
                </a:cubicBezTo>
                <a:cubicBezTo>
                  <a:pt x="93" y="1394"/>
                  <a:pt x="106" y="1399"/>
                  <a:pt x="108" y="1416"/>
                </a:cubicBezTo>
                <a:cubicBezTo>
                  <a:pt x="134" y="1452"/>
                  <a:pt x="138" y="1456"/>
                  <a:pt x="140" y="1464"/>
                </a:cubicBezTo>
                <a:cubicBezTo>
                  <a:pt x="169" y="1499"/>
                  <a:pt x="172" y="1505"/>
                  <a:pt x="176" y="1510"/>
                </a:cubicBezTo>
                <a:cubicBezTo>
                  <a:pt x="257" y="1606"/>
                  <a:pt x="266" y="1609"/>
                  <a:pt x="269" y="1619"/>
                </a:cubicBezTo>
                <a:cubicBezTo>
                  <a:pt x="296" y="1654"/>
                  <a:pt x="301" y="1655"/>
                  <a:pt x="300" y="1663"/>
                </a:cubicBezTo>
                <a:cubicBezTo>
                  <a:pt x="312" y="1683"/>
                  <a:pt x="316" y="1685"/>
                  <a:pt x="313" y="1686"/>
                </a:cubicBezTo>
                <a:cubicBezTo>
                  <a:pt x="294" y="1663"/>
                  <a:pt x="292" y="1654"/>
                  <a:pt x="286" y="1648"/>
                </a:cubicBezTo>
                <a:cubicBezTo>
                  <a:pt x="254" y="1611"/>
                  <a:pt x="253" y="1608"/>
                  <a:pt x="250" y="1605"/>
                </a:cubicBezTo>
                <a:cubicBezTo>
                  <a:pt x="221" y="1575"/>
                  <a:pt x="218" y="1567"/>
                  <a:pt x="210" y="1564"/>
                </a:cubicBezTo>
                <a:cubicBezTo>
                  <a:pt x="184" y="1536"/>
                  <a:pt x="174" y="1525"/>
                  <a:pt x="165" y="1512"/>
                </a:cubicBezTo>
                <a:cubicBezTo>
                  <a:pt x="129" y="1461"/>
                  <a:pt x="115" y="1454"/>
                  <a:pt x="110" y="1438"/>
                </a:cubicBezTo>
                <a:cubicBezTo>
                  <a:pt x="87" y="1406"/>
                  <a:pt x="88" y="1398"/>
                  <a:pt x="83" y="1398"/>
                </a:cubicBezTo>
                <a:cubicBezTo>
                  <a:pt x="103" y="1435"/>
                  <a:pt x="106" y="1446"/>
                  <a:pt x="113" y="1453"/>
                </a:cubicBezTo>
                <a:cubicBezTo>
                  <a:pt x="161" y="1516"/>
                  <a:pt x="160" y="1524"/>
                  <a:pt x="166" y="1526"/>
                </a:cubicBezTo>
                <a:cubicBezTo>
                  <a:pt x="208" y="1573"/>
                  <a:pt x="213" y="1575"/>
                  <a:pt x="214" y="1581"/>
                </a:cubicBezTo>
                <a:cubicBezTo>
                  <a:pt x="228" y="1594"/>
                  <a:pt x="228" y="1599"/>
                  <a:pt x="233" y="1600"/>
                </a:cubicBezTo>
                <a:cubicBezTo>
                  <a:pt x="258" y="1636"/>
                  <a:pt x="268" y="1637"/>
                  <a:pt x="271" y="1645"/>
                </a:cubicBezTo>
                <a:cubicBezTo>
                  <a:pt x="283" y="1662"/>
                  <a:pt x="286" y="1663"/>
                  <a:pt x="283" y="1664"/>
                </a:cubicBezTo>
                <a:cubicBezTo>
                  <a:pt x="266" y="1645"/>
                  <a:pt x="264" y="1642"/>
                  <a:pt x="262" y="1639"/>
                </a:cubicBezTo>
                <a:cubicBezTo>
                  <a:pt x="243" y="1618"/>
                  <a:pt x="229" y="1611"/>
                  <a:pt x="221" y="1596"/>
                </a:cubicBezTo>
                <a:cubicBezTo>
                  <a:pt x="199" y="1583"/>
                  <a:pt x="200" y="1572"/>
                  <a:pt x="191" y="1572"/>
                </a:cubicBezTo>
                <a:cubicBezTo>
                  <a:pt x="170" y="1549"/>
                  <a:pt x="170" y="1543"/>
                  <a:pt x="165" y="1543"/>
                </a:cubicBezTo>
                <a:cubicBezTo>
                  <a:pt x="111" y="1476"/>
                  <a:pt x="109" y="1469"/>
                  <a:pt x="103" y="1467"/>
                </a:cubicBezTo>
                <a:cubicBezTo>
                  <a:pt x="65" y="1409"/>
                  <a:pt x="64" y="1401"/>
                  <a:pt x="61" y="1395"/>
                </a:cubicBezTo>
                <a:cubicBezTo>
                  <a:pt x="44" y="1364"/>
                  <a:pt x="47" y="1355"/>
                  <a:pt x="43" y="1355"/>
                </a:cubicBezTo>
                <a:cubicBezTo>
                  <a:pt x="34" y="1346"/>
                  <a:pt x="41" y="1361"/>
                  <a:pt x="42" y="1375"/>
                </a:cubicBezTo>
                <a:cubicBezTo>
                  <a:pt x="70" y="1427"/>
                  <a:pt x="76" y="1441"/>
                  <a:pt x="84" y="1453"/>
                </a:cubicBezTo>
                <a:cubicBezTo>
                  <a:pt x="119" y="1498"/>
                  <a:pt x="126" y="1512"/>
                  <a:pt x="137" y="1521"/>
                </a:cubicBezTo>
                <a:cubicBezTo>
                  <a:pt x="155" y="1543"/>
                  <a:pt x="158" y="1549"/>
                  <a:pt x="164" y="1554"/>
                </a:cubicBezTo>
                <a:cubicBezTo>
                  <a:pt x="202" y="1593"/>
                  <a:pt x="206" y="1594"/>
                  <a:pt x="206" y="1599"/>
                </a:cubicBezTo>
                <a:cubicBezTo>
                  <a:pt x="242" y="1635"/>
                  <a:pt x="249" y="1638"/>
                  <a:pt x="253" y="1644"/>
                </a:cubicBezTo>
                <a:cubicBezTo>
                  <a:pt x="322" y="1730"/>
                  <a:pt x="324" y="1732"/>
                  <a:pt x="327" y="1733"/>
                </a:cubicBezTo>
                <a:cubicBezTo>
                  <a:pt x="330" y="1757"/>
                  <a:pt x="328" y="1750"/>
                  <a:pt x="324" y="1746"/>
                </a:cubicBezTo>
                <a:cubicBezTo>
                  <a:pt x="297" y="1716"/>
                  <a:pt x="292" y="1714"/>
                  <a:pt x="290" y="1707"/>
                </a:cubicBezTo>
                <a:cubicBezTo>
                  <a:pt x="252" y="1673"/>
                  <a:pt x="244" y="1674"/>
                  <a:pt x="244" y="1667"/>
                </a:cubicBezTo>
                <a:cubicBezTo>
                  <a:pt x="222" y="1653"/>
                  <a:pt x="223" y="1647"/>
                  <a:pt x="218" y="1649"/>
                </a:cubicBezTo>
                <a:cubicBezTo>
                  <a:pt x="180" y="1612"/>
                  <a:pt x="177" y="1606"/>
                  <a:pt x="172" y="1604"/>
                </a:cubicBezTo>
                <a:cubicBezTo>
                  <a:pt x="145" y="1572"/>
                  <a:pt x="138" y="1572"/>
                  <a:pt x="136" y="1565"/>
                </a:cubicBezTo>
                <a:cubicBezTo>
                  <a:pt x="94" y="1522"/>
                  <a:pt x="94" y="1514"/>
                  <a:pt x="89" y="1511"/>
                </a:cubicBezTo>
                <a:cubicBezTo>
                  <a:pt x="53" y="1462"/>
                  <a:pt x="51" y="1455"/>
                  <a:pt x="47" y="1451"/>
                </a:cubicBezTo>
                <a:cubicBezTo>
                  <a:pt x="19" y="1397"/>
                  <a:pt x="20" y="1392"/>
                  <a:pt x="17" y="1392"/>
                </a:cubicBezTo>
                <a:cubicBezTo>
                  <a:pt x="29" y="1432"/>
                  <a:pt x="32" y="1437"/>
                  <a:pt x="36" y="1441"/>
                </a:cubicBezTo>
                <a:cubicBezTo>
                  <a:pt x="55" y="1476"/>
                  <a:pt x="57" y="1482"/>
                  <a:pt x="63" y="1485"/>
                </a:cubicBezTo>
                <a:cubicBezTo>
                  <a:pt x="82" y="1520"/>
                  <a:pt x="91" y="1517"/>
                  <a:pt x="90" y="1527"/>
                </a:cubicBezTo>
                <a:cubicBezTo>
                  <a:pt x="130" y="1572"/>
                  <a:pt x="136" y="1582"/>
                  <a:pt x="144" y="1588"/>
                </a:cubicBezTo>
                <a:cubicBezTo>
                  <a:pt x="165" y="1605"/>
                  <a:pt x="163" y="1612"/>
                  <a:pt x="168" y="1611"/>
                </a:cubicBezTo>
                <a:cubicBezTo>
                  <a:pt x="192" y="1640"/>
                  <a:pt x="200" y="1639"/>
                  <a:pt x="201" y="1645"/>
                </a:cubicBezTo>
                <a:cubicBezTo>
                  <a:pt x="223" y="1662"/>
                  <a:pt x="231" y="1669"/>
                  <a:pt x="240" y="1676"/>
                </a:cubicBezTo>
                <a:cubicBezTo>
                  <a:pt x="282" y="1709"/>
                  <a:pt x="293" y="1729"/>
                  <a:pt x="308" y="1745"/>
                </a:cubicBezTo>
                <a:cubicBezTo>
                  <a:pt x="341" y="1789"/>
                  <a:pt x="348" y="1789"/>
                  <a:pt x="347" y="1799"/>
                </a:cubicBezTo>
                <a:cubicBezTo>
                  <a:pt x="249" y="1714"/>
                  <a:pt x="242" y="1702"/>
                  <a:pt x="229" y="1698"/>
                </a:cubicBezTo>
                <a:cubicBezTo>
                  <a:pt x="213" y="1681"/>
                  <a:pt x="209" y="1680"/>
                  <a:pt x="205" y="1680"/>
                </a:cubicBezTo>
                <a:cubicBezTo>
                  <a:pt x="183" y="1658"/>
                  <a:pt x="175" y="1658"/>
                  <a:pt x="175" y="1649"/>
                </a:cubicBezTo>
                <a:cubicBezTo>
                  <a:pt x="144" y="1629"/>
                  <a:pt x="144" y="1625"/>
                  <a:pt x="142" y="1623"/>
                </a:cubicBezTo>
                <a:cubicBezTo>
                  <a:pt x="119" y="1604"/>
                  <a:pt x="115" y="1600"/>
                  <a:pt x="112" y="1595"/>
                </a:cubicBezTo>
                <a:cubicBezTo>
                  <a:pt x="70" y="1551"/>
                  <a:pt x="64" y="1541"/>
                  <a:pt x="55" y="1533"/>
                </a:cubicBezTo>
                <a:cubicBezTo>
                  <a:pt x="43" y="1512"/>
                  <a:pt x="39" y="1508"/>
                  <a:pt x="36" y="1504"/>
                </a:cubicBezTo>
                <a:cubicBezTo>
                  <a:pt x="13" y="1470"/>
                  <a:pt x="12" y="1464"/>
                  <a:pt x="9" y="1460"/>
                </a:cubicBezTo>
                <a:cubicBezTo>
                  <a:pt x="0" y="1445"/>
                  <a:pt x="0" y="1449"/>
                  <a:pt x="0" y="1452"/>
                </a:cubicBezTo>
                <a:cubicBezTo>
                  <a:pt x="16" y="1485"/>
                  <a:pt x="21" y="1494"/>
                  <a:pt x="29" y="1500"/>
                </a:cubicBezTo>
                <a:cubicBezTo>
                  <a:pt x="68" y="1562"/>
                  <a:pt x="77" y="1567"/>
                  <a:pt x="80" y="1577"/>
                </a:cubicBezTo>
                <a:cubicBezTo>
                  <a:pt x="100" y="1594"/>
                  <a:pt x="101" y="1597"/>
                  <a:pt x="103" y="1598"/>
                </a:cubicBezTo>
                <a:cubicBezTo>
                  <a:pt x="135" y="1634"/>
                  <a:pt x="140" y="1632"/>
                  <a:pt x="139" y="1637"/>
                </a:cubicBezTo>
                <a:cubicBezTo>
                  <a:pt x="163" y="1650"/>
                  <a:pt x="163" y="1658"/>
                  <a:pt x="167" y="1661"/>
                </a:cubicBezTo>
                <a:cubicBezTo>
                  <a:pt x="193" y="1681"/>
                  <a:pt x="195" y="1682"/>
                  <a:pt x="197" y="1683"/>
                </a:cubicBezTo>
                <a:cubicBezTo>
                  <a:pt x="215" y="1700"/>
                  <a:pt x="218" y="1698"/>
                  <a:pt x="220" y="1699"/>
                </a:cubicBezTo>
                <a:cubicBezTo>
                  <a:pt x="230" y="1711"/>
                  <a:pt x="236" y="1712"/>
                  <a:pt x="239" y="1717"/>
                </a:cubicBezTo>
                <a:cubicBezTo>
                  <a:pt x="267" y="1736"/>
                  <a:pt x="274" y="1737"/>
                  <a:pt x="275" y="1743"/>
                </a:cubicBezTo>
                <a:cubicBezTo>
                  <a:pt x="302" y="1765"/>
                  <a:pt x="308" y="1766"/>
                  <a:pt x="310" y="1771"/>
                </a:cubicBezTo>
                <a:cubicBezTo>
                  <a:pt x="349" y="1821"/>
                  <a:pt x="357" y="1823"/>
                  <a:pt x="356" y="1836"/>
                </a:cubicBezTo>
                <a:cubicBezTo>
                  <a:pt x="331" y="1813"/>
                  <a:pt x="332" y="1805"/>
                  <a:pt x="326" y="1805"/>
                </a:cubicBezTo>
                <a:cubicBezTo>
                  <a:pt x="304" y="1782"/>
                  <a:pt x="298" y="1782"/>
                  <a:pt x="295" y="1779"/>
                </a:cubicBezTo>
                <a:cubicBezTo>
                  <a:pt x="282" y="1769"/>
                  <a:pt x="279" y="1766"/>
                  <a:pt x="277" y="1763"/>
                </a:cubicBezTo>
                <a:cubicBezTo>
                  <a:pt x="241" y="1743"/>
                  <a:pt x="238" y="1740"/>
                  <a:pt x="234" y="1739"/>
                </a:cubicBezTo>
                <a:cubicBezTo>
                  <a:pt x="227" y="1734"/>
                  <a:pt x="224" y="1735"/>
                  <a:pt x="222" y="1734"/>
                </a:cubicBezTo>
                <a:cubicBezTo>
                  <a:pt x="198" y="1718"/>
                  <a:pt x="195" y="1713"/>
                  <a:pt x="190" y="1714"/>
                </a:cubicBezTo>
                <a:cubicBezTo>
                  <a:pt x="156" y="1694"/>
                  <a:pt x="153" y="1694"/>
                  <a:pt x="154" y="1690"/>
                </a:cubicBezTo>
                <a:cubicBezTo>
                  <a:pt x="95" y="1661"/>
                  <a:pt x="89" y="1655"/>
                  <a:pt x="79" y="1654"/>
                </a:cubicBezTo>
                <a:cubicBezTo>
                  <a:pt x="34" y="1618"/>
                  <a:pt x="28" y="1612"/>
                  <a:pt x="21" y="1608"/>
                </a:cubicBezTo>
                <a:cubicBezTo>
                  <a:pt x="0" y="1597"/>
                  <a:pt x="0" y="1597"/>
                  <a:pt x="0" y="1597"/>
                </a:cubicBezTo>
                <a:cubicBezTo>
                  <a:pt x="18" y="1610"/>
                  <a:pt x="17" y="1616"/>
                  <a:pt x="22" y="1614"/>
                </a:cubicBezTo>
                <a:cubicBezTo>
                  <a:pt x="41" y="1634"/>
                  <a:pt x="43" y="1635"/>
                  <a:pt x="43" y="1639"/>
                </a:cubicBezTo>
                <a:cubicBezTo>
                  <a:pt x="69" y="1655"/>
                  <a:pt x="73" y="1658"/>
                  <a:pt x="77" y="1661"/>
                </a:cubicBezTo>
                <a:cubicBezTo>
                  <a:pt x="131" y="1690"/>
                  <a:pt x="139" y="1698"/>
                  <a:pt x="152" y="1699"/>
                </a:cubicBezTo>
                <a:cubicBezTo>
                  <a:pt x="190" y="1724"/>
                  <a:pt x="194" y="1728"/>
                  <a:pt x="200" y="1731"/>
                </a:cubicBezTo>
                <a:cubicBezTo>
                  <a:pt x="224" y="1743"/>
                  <a:pt x="229" y="1747"/>
                  <a:pt x="234" y="1750"/>
                </a:cubicBezTo>
                <a:cubicBezTo>
                  <a:pt x="259" y="1762"/>
                  <a:pt x="260" y="1770"/>
                  <a:pt x="266" y="1772"/>
                </a:cubicBezTo>
                <a:cubicBezTo>
                  <a:pt x="291" y="1792"/>
                  <a:pt x="302" y="1798"/>
                  <a:pt x="312" y="1804"/>
                </a:cubicBezTo>
                <a:cubicBezTo>
                  <a:pt x="330" y="1828"/>
                  <a:pt x="336" y="1826"/>
                  <a:pt x="338" y="1828"/>
                </a:cubicBezTo>
                <a:cubicBezTo>
                  <a:pt x="352" y="1850"/>
                  <a:pt x="358" y="1852"/>
                  <a:pt x="360" y="1859"/>
                </a:cubicBezTo>
                <a:cubicBezTo>
                  <a:pt x="343" y="1847"/>
                  <a:pt x="340" y="1848"/>
                  <a:pt x="340" y="1848"/>
                </a:cubicBezTo>
                <a:cubicBezTo>
                  <a:pt x="301" y="1820"/>
                  <a:pt x="296" y="1817"/>
                  <a:pt x="291" y="1812"/>
                </a:cubicBezTo>
                <a:cubicBezTo>
                  <a:pt x="261" y="1797"/>
                  <a:pt x="258" y="1795"/>
                  <a:pt x="255" y="1792"/>
                </a:cubicBezTo>
                <a:cubicBezTo>
                  <a:pt x="212" y="1770"/>
                  <a:pt x="205" y="1767"/>
                  <a:pt x="200" y="1761"/>
                </a:cubicBezTo>
                <a:cubicBezTo>
                  <a:pt x="134" y="1729"/>
                  <a:pt x="125" y="1733"/>
                  <a:pt x="126" y="1727"/>
                </a:cubicBezTo>
                <a:cubicBezTo>
                  <a:pt x="85" y="1708"/>
                  <a:pt x="80" y="1702"/>
                  <a:pt x="73" y="1698"/>
                </a:cubicBezTo>
                <a:cubicBezTo>
                  <a:pt x="42" y="1677"/>
                  <a:pt x="39" y="1673"/>
                  <a:pt x="34" y="1672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11" y="1654"/>
                  <a:pt x="11" y="1662"/>
                  <a:pt x="18" y="1661"/>
                </a:cubicBezTo>
                <a:cubicBezTo>
                  <a:pt x="41" y="1686"/>
                  <a:pt x="48" y="1685"/>
                  <a:pt x="49" y="1691"/>
                </a:cubicBezTo>
                <a:cubicBezTo>
                  <a:pt x="65" y="1701"/>
                  <a:pt x="69" y="1705"/>
                  <a:pt x="72" y="1709"/>
                </a:cubicBezTo>
                <a:cubicBezTo>
                  <a:pt x="121" y="1739"/>
                  <a:pt x="131" y="1736"/>
                  <a:pt x="133" y="1742"/>
                </a:cubicBezTo>
                <a:cubicBezTo>
                  <a:pt x="161" y="1752"/>
                  <a:pt x="160" y="1758"/>
                  <a:pt x="167" y="1755"/>
                </a:cubicBezTo>
                <a:cubicBezTo>
                  <a:pt x="252" y="1806"/>
                  <a:pt x="263" y="1804"/>
                  <a:pt x="265" y="1814"/>
                </a:cubicBezTo>
                <a:cubicBezTo>
                  <a:pt x="307" y="1836"/>
                  <a:pt x="311" y="1835"/>
                  <a:pt x="313" y="1837"/>
                </a:cubicBezTo>
                <a:cubicBezTo>
                  <a:pt x="351" y="1865"/>
                  <a:pt x="359" y="1870"/>
                  <a:pt x="366" y="1879"/>
                </a:cubicBezTo>
                <a:cubicBezTo>
                  <a:pt x="354" y="1877"/>
                  <a:pt x="351" y="1874"/>
                  <a:pt x="348" y="1871"/>
                </a:cubicBezTo>
                <a:cubicBezTo>
                  <a:pt x="323" y="1853"/>
                  <a:pt x="319" y="1850"/>
                  <a:pt x="316" y="1847"/>
                </a:cubicBezTo>
                <a:cubicBezTo>
                  <a:pt x="264" y="1815"/>
                  <a:pt x="254" y="1813"/>
                  <a:pt x="249" y="1806"/>
                </a:cubicBezTo>
                <a:cubicBezTo>
                  <a:pt x="193" y="1785"/>
                  <a:pt x="191" y="1782"/>
                  <a:pt x="186" y="1782"/>
                </a:cubicBezTo>
                <a:cubicBezTo>
                  <a:pt x="162" y="1768"/>
                  <a:pt x="155" y="1771"/>
                  <a:pt x="155" y="1767"/>
                </a:cubicBezTo>
                <a:cubicBezTo>
                  <a:pt x="94" y="1748"/>
                  <a:pt x="90" y="1744"/>
                  <a:pt x="85" y="1741"/>
                </a:cubicBezTo>
                <a:cubicBezTo>
                  <a:pt x="19" y="1708"/>
                  <a:pt x="17" y="1706"/>
                  <a:pt x="13" y="1707"/>
                </a:cubicBezTo>
                <a:cubicBezTo>
                  <a:pt x="0" y="1704"/>
                  <a:pt x="0" y="1704"/>
                  <a:pt x="0" y="1704"/>
                </a:cubicBezTo>
                <a:cubicBezTo>
                  <a:pt x="20" y="1720"/>
                  <a:pt x="26" y="1717"/>
                  <a:pt x="25" y="1723"/>
                </a:cubicBezTo>
                <a:cubicBezTo>
                  <a:pt x="51" y="1734"/>
                  <a:pt x="56" y="1741"/>
                  <a:pt x="66" y="1742"/>
                </a:cubicBezTo>
                <a:cubicBezTo>
                  <a:pt x="119" y="1769"/>
                  <a:pt x="131" y="1768"/>
                  <a:pt x="138" y="1775"/>
                </a:cubicBezTo>
                <a:cubicBezTo>
                  <a:pt x="210" y="1795"/>
                  <a:pt x="221" y="1808"/>
                  <a:pt x="241" y="1811"/>
                </a:cubicBezTo>
                <a:cubicBezTo>
                  <a:pt x="271" y="1833"/>
                  <a:pt x="277" y="1831"/>
                  <a:pt x="275" y="1837"/>
                </a:cubicBezTo>
                <a:cubicBezTo>
                  <a:pt x="318" y="1854"/>
                  <a:pt x="315" y="1864"/>
                  <a:pt x="321" y="1864"/>
                </a:cubicBezTo>
                <a:cubicBezTo>
                  <a:pt x="354" y="1897"/>
                  <a:pt x="363" y="1894"/>
                  <a:pt x="363" y="1901"/>
                </a:cubicBezTo>
                <a:cubicBezTo>
                  <a:pt x="385" y="1922"/>
                  <a:pt x="387" y="1924"/>
                  <a:pt x="387" y="1927"/>
                </a:cubicBezTo>
                <a:cubicBezTo>
                  <a:pt x="376" y="1919"/>
                  <a:pt x="373" y="1920"/>
                  <a:pt x="373" y="1918"/>
                </a:cubicBezTo>
                <a:cubicBezTo>
                  <a:pt x="349" y="1899"/>
                  <a:pt x="336" y="1892"/>
                  <a:pt x="327" y="1881"/>
                </a:cubicBezTo>
                <a:cubicBezTo>
                  <a:pt x="296" y="1872"/>
                  <a:pt x="295" y="1861"/>
                  <a:pt x="284" y="1863"/>
                </a:cubicBezTo>
                <a:cubicBezTo>
                  <a:pt x="256" y="1850"/>
                  <a:pt x="249" y="1846"/>
                  <a:pt x="243" y="1841"/>
                </a:cubicBezTo>
                <a:cubicBezTo>
                  <a:pt x="183" y="1819"/>
                  <a:pt x="172" y="1810"/>
                  <a:pt x="153" y="1808"/>
                </a:cubicBezTo>
                <a:cubicBezTo>
                  <a:pt x="118" y="1791"/>
                  <a:pt x="112" y="1783"/>
                  <a:pt x="101" y="1781"/>
                </a:cubicBezTo>
                <a:cubicBezTo>
                  <a:pt x="59" y="1758"/>
                  <a:pt x="55" y="1755"/>
                  <a:pt x="49" y="1755"/>
                </a:cubicBezTo>
                <a:cubicBezTo>
                  <a:pt x="18" y="1735"/>
                  <a:pt x="16" y="1733"/>
                  <a:pt x="14" y="1731"/>
                </a:cubicBezTo>
                <a:cubicBezTo>
                  <a:pt x="1" y="1723"/>
                  <a:pt x="0" y="1723"/>
                  <a:pt x="0" y="1722"/>
                </a:cubicBezTo>
                <a:cubicBezTo>
                  <a:pt x="20" y="1746"/>
                  <a:pt x="39" y="1755"/>
                  <a:pt x="56" y="1767"/>
                </a:cubicBezTo>
                <a:cubicBezTo>
                  <a:pt x="94" y="1787"/>
                  <a:pt x="104" y="1790"/>
                  <a:pt x="113" y="1796"/>
                </a:cubicBezTo>
                <a:cubicBezTo>
                  <a:pt x="181" y="1829"/>
                  <a:pt x="191" y="1832"/>
                  <a:pt x="201" y="1836"/>
                </a:cubicBezTo>
                <a:cubicBezTo>
                  <a:pt x="242" y="1852"/>
                  <a:pt x="249" y="1859"/>
                  <a:pt x="260" y="1862"/>
                </a:cubicBezTo>
                <a:cubicBezTo>
                  <a:pt x="306" y="1885"/>
                  <a:pt x="310" y="1888"/>
                  <a:pt x="316" y="1889"/>
                </a:cubicBezTo>
                <a:cubicBezTo>
                  <a:pt x="357" y="1916"/>
                  <a:pt x="358" y="1919"/>
                  <a:pt x="360" y="1921"/>
                </a:cubicBezTo>
                <a:cubicBezTo>
                  <a:pt x="377" y="1940"/>
                  <a:pt x="380" y="1940"/>
                  <a:pt x="381" y="1943"/>
                </a:cubicBezTo>
                <a:cubicBezTo>
                  <a:pt x="372" y="1941"/>
                  <a:pt x="372" y="1936"/>
                  <a:pt x="368" y="1935"/>
                </a:cubicBezTo>
                <a:cubicBezTo>
                  <a:pt x="327" y="1914"/>
                  <a:pt x="329" y="1906"/>
                  <a:pt x="322" y="1908"/>
                </a:cubicBezTo>
                <a:cubicBezTo>
                  <a:pt x="289" y="1888"/>
                  <a:pt x="279" y="1888"/>
                  <a:pt x="274" y="1883"/>
                </a:cubicBezTo>
                <a:cubicBezTo>
                  <a:pt x="223" y="1860"/>
                  <a:pt x="205" y="1861"/>
                  <a:pt x="198" y="1851"/>
                </a:cubicBezTo>
                <a:cubicBezTo>
                  <a:pt x="141" y="1840"/>
                  <a:pt x="132" y="1832"/>
                  <a:pt x="120" y="1828"/>
                </a:cubicBezTo>
                <a:cubicBezTo>
                  <a:pt x="62" y="1807"/>
                  <a:pt x="59" y="1807"/>
                  <a:pt x="55" y="1807"/>
                </a:cubicBezTo>
                <a:cubicBezTo>
                  <a:pt x="7" y="1785"/>
                  <a:pt x="5" y="1780"/>
                  <a:pt x="0" y="1778"/>
                </a:cubicBezTo>
                <a:cubicBezTo>
                  <a:pt x="11" y="1790"/>
                  <a:pt x="14" y="1795"/>
                  <a:pt x="21" y="1796"/>
                </a:cubicBezTo>
                <a:cubicBezTo>
                  <a:pt x="69" y="1822"/>
                  <a:pt x="73" y="1822"/>
                  <a:pt x="73" y="1825"/>
                </a:cubicBezTo>
                <a:cubicBezTo>
                  <a:pt x="107" y="1837"/>
                  <a:pt x="117" y="1835"/>
                  <a:pt x="121" y="1841"/>
                </a:cubicBezTo>
                <a:cubicBezTo>
                  <a:pt x="173" y="1856"/>
                  <a:pt x="180" y="1858"/>
                  <a:pt x="185" y="1863"/>
                </a:cubicBezTo>
                <a:cubicBezTo>
                  <a:pt x="244" y="1877"/>
                  <a:pt x="247" y="1885"/>
                  <a:pt x="257" y="1886"/>
                </a:cubicBezTo>
                <a:cubicBezTo>
                  <a:pt x="328" y="1923"/>
                  <a:pt x="333" y="1922"/>
                  <a:pt x="334" y="1927"/>
                </a:cubicBezTo>
                <a:cubicBezTo>
                  <a:pt x="357" y="1939"/>
                  <a:pt x="358" y="1941"/>
                  <a:pt x="359" y="1943"/>
                </a:cubicBezTo>
                <a:cubicBezTo>
                  <a:pt x="389" y="1965"/>
                  <a:pt x="397" y="1968"/>
                  <a:pt x="399" y="1977"/>
                </a:cubicBezTo>
                <a:cubicBezTo>
                  <a:pt x="374" y="1960"/>
                  <a:pt x="371" y="1957"/>
                  <a:pt x="367" y="1955"/>
                </a:cubicBezTo>
                <a:cubicBezTo>
                  <a:pt x="354" y="1942"/>
                  <a:pt x="348" y="1943"/>
                  <a:pt x="346" y="1939"/>
                </a:cubicBezTo>
                <a:cubicBezTo>
                  <a:pt x="304" y="1918"/>
                  <a:pt x="302" y="1914"/>
                  <a:pt x="296" y="1914"/>
                </a:cubicBezTo>
                <a:cubicBezTo>
                  <a:pt x="255" y="1891"/>
                  <a:pt x="250" y="1892"/>
                  <a:pt x="246" y="1889"/>
                </a:cubicBezTo>
                <a:cubicBezTo>
                  <a:pt x="214" y="1878"/>
                  <a:pt x="207" y="1878"/>
                  <a:pt x="204" y="1875"/>
                </a:cubicBezTo>
                <a:cubicBezTo>
                  <a:pt x="145" y="1856"/>
                  <a:pt x="139" y="1862"/>
                  <a:pt x="137" y="1855"/>
                </a:cubicBezTo>
                <a:cubicBezTo>
                  <a:pt x="80" y="1844"/>
                  <a:pt x="74" y="1838"/>
                  <a:pt x="63" y="1837"/>
                </a:cubicBezTo>
                <a:cubicBezTo>
                  <a:pt x="29" y="1820"/>
                  <a:pt x="21" y="1817"/>
                  <a:pt x="14" y="1812"/>
                </a:cubicBezTo>
                <a:cubicBezTo>
                  <a:pt x="3" y="1812"/>
                  <a:pt x="5" y="1813"/>
                  <a:pt x="7" y="1814"/>
                </a:cubicBezTo>
                <a:cubicBezTo>
                  <a:pt x="48" y="1839"/>
                  <a:pt x="54" y="1842"/>
                  <a:pt x="62" y="1843"/>
                </a:cubicBezTo>
                <a:cubicBezTo>
                  <a:pt x="83" y="1858"/>
                  <a:pt x="95" y="1854"/>
                  <a:pt x="100" y="1858"/>
                </a:cubicBezTo>
                <a:cubicBezTo>
                  <a:pt x="168" y="1879"/>
                  <a:pt x="177" y="1875"/>
                  <a:pt x="180" y="1879"/>
                </a:cubicBezTo>
                <a:cubicBezTo>
                  <a:pt x="238" y="1897"/>
                  <a:pt x="250" y="1901"/>
                  <a:pt x="261" y="1906"/>
                </a:cubicBezTo>
                <a:cubicBezTo>
                  <a:pt x="333" y="1945"/>
                  <a:pt x="345" y="1948"/>
                  <a:pt x="354" y="1956"/>
                </a:cubicBezTo>
                <a:cubicBezTo>
                  <a:pt x="371" y="1971"/>
                  <a:pt x="377" y="1972"/>
                  <a:pt x="381" y="1976"/>
                </a:cubicBezTo>
                <a:cubicBezTo>
                  <a:pt x="410" y="2003"/>
                  <a:pt x="416" y="2005"/>
                  <a:pt x="421" y="2008"/>
                </a:cubicBezTo>
                <a:cubicBezTo>
                  <a:pt x="419" y="2023"/>
                  <a:pt x="415" y="2019"/>
                  <a:pt x="412" y="2013"/>
                </a:cubicBezTo>
                <a:cubicBezTo>
                  <a:pt x="396" y="2002"/>
                  <a:pt x="394" y="2001"/>
                  <a:pt x="394" y="1997"/>
                </a:cubicBezTo>
                <a:cubicBezTo>
                  <a:pt x="369" y="1981"/>
                  <a:pt x="367" y="1980"/>
                  <a:pt x="366" y="1977"/>
                </a:cubicBezTo>
                <a:cubicBezTo>
                  <a:pt x="342" y="1959"/>
                  <a:pt x="331" y="1963"/>
                  <a:pt x="330" y="1956"/>
                </a:cubicBezTo>
                <a:cubicBezTo>
                  <a:pt x="293" y="1936"/>
                  <a:pt x="287" y="1934"/>
                  <a:pt x="282" y="1930"/>
                </a:cubicBezTo>
                <a:cubicBezTo>
                  <a:pt x="221" y="1911"/>
                  <a:pt x="220" y="1904"/>
                  <a:pt x="208" y="1907"/>
                </a:cubicBezTo>
                <a:cubicBezTo>
                  <a:pt x="75" y="1890"/>
                  <a:pt x="83" y="1888"/>
                  <a:pt x="87" y="1890"/>
                </a:cubicBezTo>
                <a:cubicBezTo>
                  <a:pt x="138" y="1913"/>
                  <a:pt x="148" y="1916"/>
                  <a:pt x="157" y="1922"/>
                </a:cubicBezTo>
                <a:cubicBezTo>
                  <a:pt x="263" y="1960"/>
                  <a:pt x="273" y="1964"/>
                  <a:pt x="285" y="1967"/>
                </a:cubicBezTo>
                <a:cubicBezTo>
                  <a:pt x="325" y="1987"/>
                  <a:pt x="336" y="1992"/>
                  <a:pt x="346" y="1998"/>
                </a:cubicBezTo>
                <a:cubicBezTo>
                  <a:pt x="383" y="2021"/>
                  <a:pt x="386" y="2023"/>
                  <a:pt x="387" y="2026"/>
                </a:cubicBezTo>
                <a:cubicBezTo>
                  <a:pt x="406" y="2038"/>
                  <a:pt x="410" y="2041"/>
                  <a:pt x="415" y="2044"/>
                </a:cubicBezTo>
                <a:cubicBezTo>
                  <a:pt x="427" y="2059"/>
                  <a:pt x="430" y="2059"/>
                  <a:pt x="431" y="2062"/>
                </a:cubicBezTo>
                <a:cubicBezTo>
                  <a:pt x="435" y="2076"/>
                  <a:pt x="425" y="2066"/>
                  <a:pt x="415" y="2057"/>
                </a:cubicBezTo>
                <a:cubicBezTo>
                  <a:pt x="366" y="2016"/>
                  <a:pt x="358" y="2016"/>
                  <a:pt x="355" y="2011"/>
                </a:cubicBezTo>
                <a:cubicBezTo>
                  <a:pt x="315" y="1992"/>
                  <a:pt x="305" y="1986"/>
                  <a:pt x="292" y="1984"/>
                </a:cubicBezTo>
                <a:cubicBezTo>
                  <a:pt x="225" y="1957"/>
                  <a:pt x="220" y="1954"/>
                  <a:pt x="214" y="1953"/>
                </a:cubicBezTo>
                <a:cubicBezTo>
                  <a:pt x="186" y="1938"/>
                  <a:pt x="170" y="1937"/>
                  <a:pt x="160" y="1930"/>
                </a:cubicBezTo>
                <a:cubicBezTo>
                  <a:pt x="116" y="1915"/>
                  <a:pt x="111" y="1911"/>
                  <a:pt x="104" y="1910"/>
                </a:cubicBezTo>
                <a:cubicBezTo>
                  <a:pt x="63" y="1893"/>
                  <a:pt x="62" y="1885"/>
                  <a:pt x="54" y="1885"/>
                </a:cubicBezTo>
                <a:cubicBezTo>
                  <a:pt x="34" y="1870"/>
                  <a:pt x="30" y="1866"/>
                  <a:pt x="26" y="1861"/>
                </a:cubicBezTo>
                <a:cubicBezTo>
                  <a:pt x="0" y="1847"/>
                  <a:pt x="1" y="1847"/>
                  <a:pt x="1" y="1848"/>
                </a:cubicBezTo>
                <a:cubicBezTo>
                  <a:pt x="22" y="1863"/>
                  <a:pt x="21" y="1872"/>
                  <a:pt x="29" y="1872"/>
                </a:cubicBezTo>
                <a:cubicBezTo>
                  <a:pt x="60" y="1894"/>
                  <a:pt x="65" y="1903"/>
                  <a:pt x="75" y="1906"/>
                </a:cubicBezTo>
                <a:cubicBezTo>
                  <a:pt x="112" y="1923"/>
                  <a:pt x="122" y="1926"/>
                  <a:pt x="131" y="1930"/>
                </a:cubicBezTo>
                <a:cubicBezTo>
                  <a:pt x="168" y="1943"/>
                  <a:pt x="174" y="1948"/>
                  <a:pt x="183" y="1948"/>
                </a:cubicBezTo>
                <a:cubicBezTo>
                  <a:pt x="235" y="1971"/>
                  <a:pt x="241" y="1975"/>
                  <a:pt x="252" y="1974"/>
                </a:cubicBezTo>
                <a:cubicBezTo>
                  <a:pt x="295" y="1992"/>
                  <a:pt x="297" y="1997"/>
                  <a:pt x="304" y="1995"/>
                </a:cubicBezTo>
                <a:cubicBezTo>
                  <a:pt x="355" y="2024"/>
                  <a:pt x="357" y="2025"/>
                  <a:pt x="359" y="2026"/>
                </a:cubicBezTo>
                <a:cubicBezTo>
                  <a:pt x="381" y="2040"/>
                  <a:pt x="384" y="2043"/>
                  <a:pt x="388" y="2045"/>
                </a:cubicBezTo>
                <a:cubicBezTo>
                  <a:pt x="384" y="2048"/>
                  <a:pt x="369" y="2044"/>
                  <a:pt x="359" y="2034"/>
                </a:cubicBezTo>
                <a:cubicBezTo>
                  <a:pt x="320" y="2025"/>
                  <a:pt x="323" y="2016"/>
                  <a:pt x="317" y="2018"/>
                </a:cubicBezTo>
                <a:cubicBezTo>
                  <a:pt x="276" y="2006"/>
                  <a:pt x="276" y="2002"/>
                  <a:pt x="274" y="2001"/>
                </a:cubicBezTo>
                <a:cubicBezTo>
                  <a:pt x="241" y="1995"/>
                  <a:pt x="240" y="1992"/>
                  <a:pt x="236" y="1993"/>
                </a:cubicBezTo>
                <a:cubicBezTo>
                  <a:pt x="210" y="1981"/>
                  <a:pt x="201" y="1985"/>
                  <a:pt x="200" y="1978"/>
                </a:cubicBezTo>
                <a:cubicBezTo>
                  <a:pt x="133" y="1960"/>
                  <a:pt x="123" y="1961"/>
                  <a:pt x="118" y="1957"/>
                </a:cubicBezTo>
                <a:cubicBezTo>
                  <a:pt x="100" y="1945"/>
                  <a:pt x="90" y="1952"/>
                  <a:pt x="93" y="1944"/>
                </a:cubicBezTo>
                <a:cubicBezTo>
                  <a:pt x="49" y="1931"/>
                  <a:pt x="58" y="1932"/>
                  <a:pt x="64" y="1937"/>
                </a:cubicBezTo>
                <a:cubicBezTo>
                  <a:pt x="80" y="1947"/>
                  <a:pt x="81" y="1949"/>
                  <a:pt x="82" y="1951"/>
                </a:cubicBezTo>
                <a:cubicBezTo>
                  <a:pt x="127" y="1968"/>
                  <a:pt x="132" y="1972"/>
                  <a:pt x="139" y="1973"/>
                </a:cubicBezTo>
                <a:cubicBezTo>
                  <a:pt x="182" y="1987"/>
                  <a:pt x="190" y="1982"/>
                  <a:pt x="190" y="1987"/>
                </a:cubicBezTo>
                <a:cubicBezTo>
                  <a:pt x="248" y="2008"/>
                  <a:pt x="257" y="2006"/>
                  <a:pt x="263" y="2008"/>
                </a:cubicBezTo>
                <a:cubicBezTo>
                  <a:pt x="311" y="2025"/>
                  <a:pt x="318" y="2027"/>
                  <a:pt x="322" y="2033"/>
                </a:cubicBezTo>
                <a:cubicBezTo>
                  <a:pt x="370" y="2056"/>
                  <a:pt x="375" y="2055"/>
                  <a:pt x="378" y="2057"/>
                </a:cubicBezTo>
                <a:cubicBezTo>
                  <a:pt x="437" y="2104"/>
                  <a:pt x="444" y="2102"/>
                  <a:pt x="443" y="2109"/>
                </a:cubicBezTo>
                <a:cubicBezTo>
                  <a:pt x="462" y="2130"/>
                  <a:pt x="464" y="2132"/>
                  <a:pt x="465" y="2134"/>
                </a:cubicBezTo>
                <a:cubicBezTo>
                  <a:pt x="457" y="2127"/>
                  <a:pt x="451" y="2128"/>
                  <a:pt x="451" y="2122"/>
                </a:cubicBezTo>
                <a:cubicBezTo>
                  <a:pt x="423" y="2104"/>
                  <a:pt x="417" y="2098"/>
                  <a:pt x="411" y="2092"/>
                </a:cubicBezTo>
                <a:cubicBezTo>
                  <a:pt x="362" y="2061"/>
                  <a:pt x="351" y="2061"/>
                  <a:pt x="345" y="2055"/>
                </a:cubicBezTo>
                <a:cubicBezTo>
                  <a:pt x="286" y="2031"/>
                  <a:pt x="275" y="2027"/>
                  <a:pt x="264" y="2021"/>
                </a:cubicBezTo>
                <a:cubicBezTo>
                  <a:pt x="230" y="2007"/>
                  <a:pt x="228" y="2010"/>
                  <a:pt x="226" y="2007"/>
                </a:cubicBezTo>
                <a:cubicBezTo>
                  <a:pt x="192" y="1997"/>
                  <a:pt x="187" y="1995"/>
                  <a:pt x="181" y="1992"/>
                </a:cubicBezTo>
                <a:cubicBezTo>
                  <a:pt x="108" y="1970"/>
                  <a:pt x="98" y="1960"/>
                  <a:pt x="83" y="1958"/>
                </a:cubicBezTo>
                <a:cubicBezTo>
                  <a:pt x="25" y="1928"/>
                  <a:pt x="23" y="1926"/>
                  <a:pt x="19" y="1925"/>
                </a:cubicBezTo>
                <a:cubicBezTo>
                  <a:pt x="40" y="1946"/>
                  <a:pt x="48" y="1943"/>
                  <a:pt x="49" y="1949"/>
                </a:cubicBezTo>
                <a:cubicBezTo>
                  <a:pt x="103" y="1971"/>
                  <a:pt x="111" y="1978"/>
                  <a:pt x="122" y="1981"/>
                </a:cubicBezTo>
                <a:cubicBezTo>
                  <a:pt x="192" y="2004"/>
                  <a:pt x="200" y="2010"/>
                  <a:pt x="211" y="2012"/>
                </a:cubicBezTo>
                <a:cubicBezTo>
                  <a:pt x="263" y="2031"/>
                  <a:pt x="270" y="2031"/>
                  <a:pt x="272" y="2036"/>
                </a:cubicBezTo>
                <a:cubicBezTo>
                  <a:pt x="314" y="2054"/>
                  <a:pt x="326" y="2056"/>
                  <a:pt x="335" y="2062"/>
                </a:cubicBezTo>
                <a:cubicBezTo>
                  <a:pt x="402" y="2103"/>
                  <a:pt x="410" y="2103"/>
                  <a:pt x="413" y="2109"/>
                </a:cubicBezTo>
                <a:cubicBezTo>
                  <a:pt x="439" y="2128"/>
                  <a:pt x="442" y="2130"/>
                  <a:pt x="445" y="2131"/>
                </a:cubicBezTo>
                <a:cubicBezTo>
                  <a:pt x="473" y="2160"/>
                  <a:pt x="473" y="2160"/>
                  <a:pt x="473" y="2160"/>
                </a:cubicBezTo>
                <a:cubicBezTo>
                  <a:pt x="521" y="2147"/>
                  <a:pt x="516" y="2139"/>
                  <a:pt x="524" y="2139"/>
                </a:cubicBezTo>
                <a:close/>
                <a:moveTo>
                  <a:pt x="452" y="1733"/>
                </a:moveTo>
                <a:cubicBezTo>
                  <a:pt x="454" y="1730"/>
                  <a:pt x="456" y="1727"/>
                  <a:pt x="458" y="1724"/>
                </a:cubicBezTo>
                <a:cubicBezTo>
                  <a:pt x="465" y="1726"/>
                  <a:pt x="453" y="1729"/>
                  <a:pt x="456" y="1735"/>
                </a:cubicBezTo>
                <a:cubicBezTo>
                  <a:pt x="453" y="1737"/>
                  <a:pt x="452" y="1741"/>
                  <a:pt x="450" y="1744"/>
                </a:cubicBezTo>
                <a:cubicBezTo>
                  <a:pt x="443" y="1741"/>
                  <a:pt x="454" y="1738"/>
                  <a:pt x="452" y="1733"/>
                </a:cubicBezTo>
                <a:close/>
                <a:moveTo>
                  <a:pt x="440" y="1760"/>
                </a:moveTo>
                <a:cubicBezTo>
                  <a:pt x="442" y="1755"/>
                  <a:pt x="444" y="1751"/>
                  <a:pt x="446" y="1746"/>
                </a:cubicBezTo>
                <a:cubicBezTo>
                  <a:pt x="452" y="1748"/>
                  <a:pt x="442" y="1753"/>
                  <a:pt x="445" y="1759"/>
                </a:cubicBezTo>
                <a:cubicBezTo>
                  <a:pt x="441" y="1763"/>
                  <a:pt x="438" y="1767"/>
                  <a:pt x="437" y="1773"/>
                </a:cubicBezTo>
                <a:cubicBezTo>
                  <a:pt x="432" y="1771"/>
                  <a:pt x="438" y="1762"/>
                  <a:pt x="440" y="1760"/>
                </a:cubicBezTo>
                <a:close/>
                <a:moveTo>
                  <a:pt x="424" y="1798"/>
                </a:moveTo>
                <a:cubicBezTo>
                  <a:pt x="427" y="1792"/>
                  <a:pt x="424" y="1802"/>
                  <a:pt x="424" y="1805"/>
                </a:cubicBezTo>
                <a:cubicBezTo>
                  <a:pt x="420" y="1803"/>
                  <a:pt x="423" y="1801"/>
                  <a:pt x="424" y="1798"/>
                </a:cubicBezTo>
                <a:close/>
                <a:moveTo>
                  <a:pt x="399" y="1754"/>
                </a:moveTo>
                <a:cubicBezTo>
                  <a:pt x="404" y="1754"/>
                  <a:pt x="400" y="1761"/>
                  <a:pt x="399" y="1763"/>
                </a:cubicBezTo>
                <a:cubicBezTo>
                  <a:pt x="393" y="1762"/>
                  <a:pt x="401" y="1758"/>
                  <a:pt x="399" y="1754"/>
                </a:cubicBezTo>
                <a:close/>
                <a:moveTo>
                  <a:pt x="390" y="1787"/>
                </a:moveTo>
                <a:cubicBezTo>
                  <a:pt x="394" y="1782"/>
                  <a:pt x="390" y="1791"/>
                  <a:pt x="390" y="1794"/>
                </a:cubicBezTo>
                <a:cubicBezTo>
                  <a:pt x="386" y="1793"/>
                  <a:pt x="390" y="1790"/>
                  <a:pt x="390" y="1787"/>
                </a:cubicBezTo>
                <a:close/>
                <a:moveTo>
                  <a:pt x="217" y="1469"/>
                </a:moveTo>
                <a:cubicBezTo>
                  <a:pt x="217" y="1468"/>
                  <a:pt x="217" y="1467"/>
                  <a:pt x="216" y="1465"/>
                </a:cubicBezTo>
                <a:cubicBezTo>
                  <a:pt x="221" y="1464"/>
                  <a:pt x="221" y="1468"/>
                  <a:pt x="221" y="1471"/>
                </a:cubicBezTo>
                <a:cubicBezTo>
                  <a:pt x="220" y="1471"/>
                  <a:pt x="219" y="1469"/>
                  <a:pt x="217" y="1469"/>
                </a:cubicBezTo>
                <a:close/>
                <a:moveTo>
                  <a:pt x="234" y="1492"/>
                </a:moveTo>
                <a:cubicBezTo>
                  <a:pt x="235" y="1486"/>
                  <a:pt x="239" y="1497"/>
                  <a:pt x="243" y="1496"/>
                </a:cubicBezTo>
                <a:cubicBezTo>
                  <a:pt x="243" y="1499"/>
                  <a:pt x="243" y="1502"/>
                  <a:pt x="245" y="1502"/>
                </a:cubicBezTo>
                <a:cubicBezTo>
                  <a:pt x="241" y="1509"/>
                  <a:pt x="239" y="1493"/>
                  <a:pt x="234" y="1492"/>
                </a:cubicBezTo>
                <a:close/>
                <a:moveTo>
                  <a:pt x="288" y="1609"/>
                </a:moveTo>
                <a:cubicBezTo>
                  <a:pt x="292" y="1610"/>
                  <a:pt x="294" y="1614"/>
                  <a:pt x="295" y="1619"/>
                </a:cubicBezTo>
                <a:cubicBezTo>
                  <a:pt x="291" y="1618"/>
                  <a:pt x="289" y="1614"/>
                  <a:pt x="288" y="1609"/>
                </a:cubicBezTo>
                <a:close/>
                <a:moveTo>
                  <a:pt x="307" y="1605"/>
                </a:moveTo>
                <a:cubicBezTo>
                  <a:pt x="302" y="1602"/>
                  <a:pt x="305" y="1590"/>
                  <a:pt x="301" y="1586"/>
                </a:cubicBezTo>
                <a:cubicBezTo>
                  <a:pt x="305" y="1588"/>
                  <a:pt x="307" y="1588"/>
                  <a:pt x="310" y="1585"/>
                </a:cubicBezTo>
                <a:cubicBezTo>
                  <a:pt x="308" y="1574"/>
                  <a:pt x="312" y="1569"/>
                  <a:pt x="313" y="1561"/>
                </a:cubicBezTo>
                <a:cubicBezTo>
                  <a:pt x="313" y="1553"/>
                  <a:pt x="319" y="1567"/>
                  <a:pt x="313" y="1565"/>
                </a:cubicBezTo>
                <a:cubicBezTo>
                  <a:pt x="315" y="1582"/>
                  <a:pt x="308" y="1591"/>
                  <a:pt x="307" y="1605"/>
                </a:cubicBezTo>
                <a:close/>
                <a:moveTo>
                  <a:pt x="359" y="1783"/>
                </a:moveTo>
                <a:cubicBezTo>
                  <a:pt x="351" y="1782"/>
                  <a:pt x="356" y="1772"/>
                  <a:pt x="358" y="1768"/>
                </a:cubicBezTo>
                <a:cubicBezTo>
                  <a:pt x="365" y="1770"/>
                  <a:pt x="356" y="1776"/>
                  <a:pt x="359" y="1783"/>
                </a:cubicBezTo>
                <a:close/>
                <a:moveTo>
                  <a:pt x="388" y="2010"/>
                </a:moveTo>
                <a:cubicBezTo>
                  <a:pt x="384" y="2012"/>
                  <a:pt x="382" y="2009"/>
                  <a:pt x="379" y="2009"/>
                </a:cubicBezTo>
                <a:cubicBezTo>
                  <a:pt x="376" y="2005"/>
                  <a:pt x="372" y="2001"/>
                  <a:pt x="368" y="1999"/>
                </a:cubicBezTo>
                <a:cubicBezTo>
                  <a:pt x="362" y="1998"/>
                  <a:pt x="359" y="1993"/>
                  <a:pt x="354" y="1991"/>
                </a:cubicBezTo>
                <a:cubicBezTo>
                  <a:pt x="350" y="1988"/>
                  <a:pt x="344" y="1987"/>
                  <a:pt x="340" y="1983"/>
                </a:cubicBezTo>
                <a:cubicBezTo>
                  <a:pt x="330" y="1979"/>
                  <a:pt x="323" y="1971"/>
                  <a:pt x="311" y="1970"/>
                </a:cubicBezTo>
                <a:cubicBezTo>
                  <a:pt x="304" y="1963"/>
                  <a:pt x="290" y="1963"/>
                  <a:pt x="284" y="1954"/>
                </a:cubicBezTo>
                <a:cubicBezTo>
                  <a:pt x="260" y="1951"/>
                  <a:pt x="240" y="1944"/>
                  <a:pt x="223" y="1932"/>
                </a:cubicBezTo>
                <a:cubicBezTo>
                  <a:pt x="211" y="1932"/>
                  <a:pt x="203" y="1927"/>
                  <a:pt x="192" y="1926"/>
                </a:cubicBezTo>
                <a:cubicBezTo>
                  <a:pt x="186" y="1920"/>
                  <a:pt x="173" y="1921"/>
                  <a:pt x="167" y="1915"/>
                </a:cubicBezTo>
                <a:cubicBezTo>
                  <a:pt x="156" y="1913"/>
                  <a:pt x="149" y="1908"/>
                  <a:pt x="138" y="1906"/>
                </a:cubicBezTo>
                <a:cubicBezTo>
                  <a:pt x="129" y="1903"/>
                  <a:pt x="123" y="1897"/>
                  <a:pt x="111" y="1897"/>
                </a:cubicBezTo>
                <a:cubicBezTo>
                  <a:pt x="119" y="1888"/>
                  <a:pt x="125" y="1901"/>
                  <a:pt x="135" y="1897"/>
                </a:cubicBezTo>
                <a:cubicBezTo>
                  <a:pt x="143" y="1899"/>
                  <a:pt x="151" y="1901"/>
                  <a:pt x="162" y="1900"/>
                </a:cubicBezTo>
                <a:cubicBezTo>
                  <a:pt x="165" y="1904"/>
                  <a:pt x="173" y="1902"/>
                  <a:pt x="177" y="1905"/>
                </a:cubicBezTo>
                <a:cubicBezTo>
                  <a:pt x="183" y="1906"/>
                  <a:pt x="188" y="1907"/>
                  <a:pt x="191" y="1911"/>
                </a:cubicBezTo>
                <a:cubicBezTo>
                  <a:pt x="203" y="1911"/>
                  <a:pt x="209" y="1918"/>
                  <a:pt x="222" y="1917"/>
                </a:cubicBezTo>
                <a:cubicBezTo>
                  <a:pt x="230" y="1923"/>
                  <a:pt x="243" y="1923"/>
                  <a:pt x="251" y="1928"/>
                </a:cubicBezTo>
                <a:cubicBezTo>
                  <a:pt x="260" y="1933"/>
                  <a:pt x="268" y="1937"/>
                  <a:pt x="278" y="1939"/>
                </a:cubicBezTo>
                <a:cubicBezTo>
                  <a:pt x="282" y="1943"/>
                  <a:pt x="288" y="1944"/>
                  <a:pt x="292" y="1947"/>
                </a:cubicBezTo>
                <a:cubicBezTo>
                  <a:pt x="294" y="1949"/>
                  <a:pt x="297" y="1949"/>
                  <a:pt x="301" y="1949"/>
                </a:cubicBezTo>
                <a:cubicBezTo>
                  <a:pt x="300" y="1953"/>
                  <a:pt x="303" y="1953"/>
                  <a:pt x="305" y="1953"/>
                </a:cubicBezTo>
                <a:cubicBezTo>
                  <a:pt x="313" y="1958"/>
                  <a:pt x="323" y="1961"/>
                  <a:pt x="328" y="1969"/>
                </a:cubicBezTo>
                <a:cubicBezTo>
                  <a:pt x="335" y="1968"/>
                  <a:pt x="337" y="1973"/>
                  <a:pt x="340" y="1977"/>
                </a:cubicBezTo>
                <a:cubicBezTo>
                  <a:pt x="344" y="1976"/>
                  <a:pt x="345" y="1979"/>
                  <a:pt x="349" y="1978"/>
                </a:cubicBezTo>
                <a:cubicBezTo>
                  <a:pt x="348" y="1982"/>
                  <a:pt x="351" y="1982"/>
                  <a:pt x="353" y="1982"/>
                </a:cubicBezTo>
                <a:cubicBezTo>
                  <a:pt x="354" y="1988"/>
                  <a:pt x="363" y="1986"/>
                  <a:pt x="365" y="1990"/>
                </a:cubicBezTo>
                <a:cubicBezTo>
                  <a:pt x="371" y="1991"/>
                  <a:pt x="372" y="1996"/>
                  <a:pt x="378" y="1996"/>
                </a:cubicBezTo>
                <a:cubicBezTo>
                  <a:pt x="382" y="2003"/>
                  <a:pt x="388" y="2008"/>
                  <a:pt x="395" y="2012"/>
                </a:cubicBezTo>
                <a:cubicBezTo>
                  <a:pt x="395" y="2018"/>
                  <a:pt x="388" y="2013"/>
                  <a:pt x="388" y="2010"/>
                </a:cubicBezTo>
                <a:close/>
                <a:moveTo>
                  <a:pt x="596" y="2107"/>
                </a:moveTo>
                <a:cubicBezTo>
                  <a:pt x="598" y="2103"/>
                  <a:pt x="602" y="2098"/>
                  <a:pt x="604" y="2094"/>
                </a:cubicBezTo>
                <a:cubicBezTo>
                  <a:pt x="619" y="2080"/>
                  <a:pt x="618" y="2072"/>
                  <a:pt x="622" y="2068"/>
                </a:cubicBezTo>
                <a:cubicBezTo>
                  <a:pt x="660" y="2019"/>
                  <a:pt x="661" y="2017"/>
                  <a:pt x="662" y="2015"/>
                </a:cubicBezTo>
                <a:cubicBezTo>
                  <a:pt x="680" y="1994"/>
                  <a:pt x="677" y="1985"/>
                  <a:pt x="684" y="1985"/>
                </a:cubicBezTo>
                <a:cubicBezTo>
                  <a:pt x="699" y="1956"/>
                  <a:pt x="701" y="1954"/>
                  <a:pt x="703" y="1953"/>
                </a:cubicBezTo>
                <a:cubicBezTo>
                  <a:pt x="735" y="1903"/>
                  <a:pt x="744" y="1884"/>
                  <a:pt x="752" y="1865"/>
                </a:cubicBezTo>
                <a:cubicBezTo>
                  <a:pt x="765" y="1831"/>
                  <a:pt x="766" y="1825"/>
                  <a:pt x="768" y="1820"/>
                </a:cubicBezTo>
                <a:cubicBezTo>
                  <a:pt x="769" y="1817"/>
                  <a:pt x="760" y="1822"/>
                  <a:pt x="761" y="1836"/>
                </a:cubicBezTo>
                <a:cubicBezTo>
                  <a:pt x="728" y="1898"/>
                  <a:pt x="723" y="1908"/>
                  <a:pt x="718" y="1917"/>
                </a:cubicBezTo>
                <a:cubicBezTo>
                  <a:pt x="702" y="1935"/>
                  <a:pt x="702" y="1939"/>
                  <a:pt x="700" y="1940"/>
                </a:cubicBezTo>
                <a:cubicBezTo>
                  <a:pt x="676" y="1974"/>
                  <a:pt x="673" y="1984"/>
                  <a:pt x="667" y="1991"/>
                </a:cubicBezTo>
                <a:cubicBezTo>
                  <a:pt x="648" y="2019"/>
                  <a:pt x="646" y="2019"/>
                  <a:pt x="647" y="2023"/>
                </a:cubicBezTo>
                <a:cubicBezTo>
                  <a:pt x="633" y="2043"/>
                  <a:pt x="628" y="2045"/>
                  <a:pt x="625" y="2048"/>
                </a:cubicBezTo>
                <a:cubicBezTo>
                  <a:pt x="609" y="2076"/>
                  <a:pt x="604" y="2078"/>
                  <a:pt x="601" y="2081"/>
                </a:cubicBezTo>
                <a:cubicBezTo>
                  <a:pt x="576" y="2118"/>
                  <a:pt x="578" y="2126"/>
                  <a:pt x="571" y="2127"/>
                </a:cubicBezTo>
                <a:cubicBezTo>
                  <a:pt x="556" y="2155"/>
                  <a:pt x="554" y="2157"/>
                  <a:pt x="553" y="2160"/>
                </a:cubicBezTo>
                <a:cubicBezTo>
                  <a:pt x="565" y="2157"/>
                  <a:pt x="568" y="2155"/>
                  <a:pt x="566" y="2151"/>
                </a:cubicBezTo>
                <a:cubicBezTo>
                  <a:pt x="593" y="2117"/>
                  <a:pt x="590" y="2108"/>
                  <a:pt x="596" y="2107"/>
                </a:cubicBezTo>
                <a:close/>
                <a:moveTo>
                  <a:pt x="556" y="2121"/>
                </a:moveTo>
                <a:cubicBezTo>
                  <a:pt x="555" y="2115"/>
                  <a:pt x="559" y="2113"/>
                  <a:pt x="561" y="2110"/>
                </a:cubicBezTo>
                <a:cubicBezTo>
                  <a:pt x="585" y="2064"/>
                  <a:pt x="590" y="2064"/>
                  <a:pt x="591" y="2060"/>
                </a:cubicBezTo>
                <a:cubicBezTo>
                  <a:pt x="608" y="2038"/>
                  <a:pt x="607" y="2033"/>
                  <a:pt x="610" y="2030"/>
                </a:cubicBezTo>
                <a:cubicBezTo>
                  <a:pt x="638" y="2004"/>
                  <a:pt x="636" y="1993"/>
                  <a:pt x="645" y="1992"/>
                </a:cubicBezTo>
                <a:cubicBezTo>
                  <a:pt x="664" y="1965"/>
                  <a:pt x="667" y="1963"/>
                  <a:pt x="666" y="1958"/>
                </a:cubicBezTo>
                <a:cubicBezTo>
                  <a:pt x="682" y="1941"/>
                  <a:pt x="684" y="1938"/>
                  <a:pt x="687" y="1937"/>
                </a:cubicBezTo>
                <a:cubicBezTo>
                  <a:pt x="710" y="1898"/>
                  <a:pt x="721" y="1889"/>
                  <a:pt x="726" y="1875"/>
                </a:cubicBezTo>
                <a:cubicBezTo>
                  <a:pt x="749" y="1838"/>
                  <a:pt x="750" y="1835"/>
                  <a:pt x="749" y="1830"/>
                </a:cubicBezTo>
                <a:cubicBezTo>
                  <a:pt x="766" y="1792"/>
                  <a:pt x="762" y="1780"/>
                  <a:pt x="770" y="1778"/>
                </a:cubicBezTo>
                <a:cubicBezTo>
                  <a:pt x="774" y="1706"/>
                  <a:pt x="781" y="1717"/>
                  <a:pt x="776" y="1719"/>
                </a:cubicBezTo>
                <a:cubicBezTo>
                  <a:pt x="771" y="1756"/>
                  <a:pt x="768" y="1760"/>
                  <a:pt x="767" y="1765"/>
                </a:cubicBezTo>
                <a:cubicBezTo>
                  <a:pt x="751" y="1811"/>
                  <a:pt x="751" y="1818"/>
                  <a:pt x="746" y="1819"/>
                </a:cubicBezTo>
                <a:cubicBezTo>
                  <a:pt x="726" y="1861"/>
                  <a:pt x="723" y="1864"/>
                  <a:pt x="721" y="1869"/>
                </a:cubicBezTo>
                <a:cubicBezTo>
                  <a:pt x="686" y="1918"/>
                  <a:pt x="687" y="1914"/>
                  <a:pt x="683" y="1918"/>
                </a:cubicBezTo>
                <a:cubicBezTo>
                  <a:pt x="665" y="1944"/>
                  <a:pt x="666" y="1949"/>
                  <a:pt x="661" y="1950"/>
                </a:cubicBezTo>
                <a:cubicBezTo>
                  <a:pt x="649" y="1969"/>
                  <a:pt x="647" y="1972"/>
                  <a:pt x="646" y="1975"/>
                </a:cubicBezTo>
                <a:cubicBezTo>
                  <a:pt x="622" y="2004"/>
                  <a:pt x="620" y="2011"/>
                  <a:pt x="614" y="2014"/>
                </a:cubicBezTo>
                <a:cubicBezTo>
                  <a:pt x="595" y="2042"/>
                  <a:pt x="587" y="2040"/>
                  <a:pt x="590" y="2047"/>
                </a:cubicBezTo>
                <a:cubicBezTo>
                  <a:pt x="566" y="2088"/>
                  <a:pt x="559" y="2090"/>
                  <a:pt x="556" y="2097"/>
                </a:cubicBezTo>
                <a:cubicBezTo>
                  <a:pt x="535" y="2141"/>
                  <a:pt x="528" y="2144"/>
                  <a:pt x="527" y="2151"/>
                </a:cubicBezTo>
                <a:cubicBezTo>
                  <a:pt x="533" y="2157"/>
                  <a:pt x="535" y="2153"/>
                  <a:pt x="538" y="2151"/>
                </a:cubicBezTo>
                <a:cubicBezTo>
                  <a:pt x="549" y="2125"/>
                  <a:pt x="552" y="2123"/>
                  <a:pt x="556" y="212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4BDC-A3E7-4317-A652-4C711537E6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419" y="0"/>
            <a:ext cx="753770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BAABD3-7850-4600-BF15-44633214A8E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98564" y="0"/>
            <a:ext cx="0" cy="685800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5FFF46-7665-4A66-A43B-FEE4EA3347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18324" y="4228554"/>
            <a:ext cx="13716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DFBF08-F951-4A77-87BB-C7732115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487" y="643467"/>
            <a:ext cx="6253571" cy="33798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930"/>
              </a:spcBef>
            </a:pPr>
            <a:r>
              <a:rPr lang="en-US" sz="5400" dirty="0"/>
              <a:t>Security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5BA57-A16F-4E68-869C-0CA9C76D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3709" y="4470840"/>
            <a:ext cx="6244349" cy="17436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ts val="930"/>
              </a:spcBef>
            </a:pPr>
            <a:r>
              <a:rPr lang="en-US" sz="2400" dirty="0"/>
              <a:t>Developing Bitcoin Systems Securely</a:t>
            </a:r>
          </a:p>
          <a:p>
            <a:pPr algn="l">
              <a:spcBef>
                <a:spcPts val="930"/>
              </a:spcBef>
            </a:pPr>
            <a:r>
              <a:rPr lang="en-US" sz="2400" dirty="0"/>
              <a:t>The Root of Trust</a:t>
            </a:r>
          </a:p>
        </p:txBody>
      </p:sp>
    </p:spTree>
    <p:extLst>
      <p:ext uri="{BB962C8B-B14F-4D97-AF65-F5344CB8AC3E}">
        <p14:creationId xmlns:p14="http://schemas.microsoft.com/office/powerpoint/2010/main" val="366278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442A-1C7A-411C-82E9-B3211B76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Security Principles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2F679F-5348-479A-99BD-26CF40595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28455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19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A481245-E32D-40D2-9757-7A241CFC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Traditional Payment Networks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4FD9FD-E9CE-4EB1-A647-64112F4B4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537857"/>
              </p:ext>
            </p:extLst>
          </p:nvPr>
        </p:nvGraphicFramePr>
        <p:xfrm>
          <a:off x="1846580" y="2438399"/>
          <a:ext cx="9701953" cy="4203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59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1245-E32D-40D2-9757-7A241CFC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End-to-End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B8BAC3-02E9-4724-A7E2-F96F619DF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342900"/>
              </p:ext>
            </p:extLst>
          </p:nvPr>
        </p:nvGraphicFramePr>
        <p:xfrm>
          <a:off x="2933700" y="2438399"/>
          <a:ext cx="8770938" cy="4419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10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BF45-744C-4B07-8AA4-59EEFB46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Network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6C5FB0-7AEE-49B2-B054-C13A1538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376606"/>
              </p:ext>
            </p:extLst>
          </p:nvPr>
        </p:nvGraphicFramePr>
        <p:xfrm>
          <a:off x="2933333" y="2438400"/>
          <a:ext cx="8770938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1608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410FE-716C-444E-8690-CD8035C2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Bitcoin’s Decentralized Security Model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170FC72-7399-41F2-9227-87C1BE344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94018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67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7850262-D8B1-4FC7-8F64-8740EE83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Developing Bitcoin Systems Securely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E81CF9-D541-40B8-966E-857753D6E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356577"/>
              </p:ext>
            </p:extLst>
          </p:nvPr>
        </p:nvGraphicFramePr>
        <p:xfrm>
          <a:off x="1846580" y="2438399"/>
          <a:ext cx="9701953" cy="4154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162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C76C052-D99B-42C8-A263-427B4618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Early Bitcoin Exchanges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B10DCD-0B19-47F9-AC71-B9B9D9FC4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629337"/>
              </p:ext>
            </p:extLst>
          </p:nvPr>
        </p:nvGraphicFramePr>
        <p:xfrm>
          <a:off x="1846580" y="2438399"/>
          <a:ext cx="9701953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27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A9704-8169-43F8-B295-5829A29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Taking Transactions “Off Blockchain”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DC19102-3B65-4ACC-841E-4683FDC1A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6466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364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38C81F6-27B3-42BF-B13B-BABBCCC1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Advantages of Bitcoin’s Security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9B4D1D-0FB2-43DA-91BE-4E280429D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016883"/>
              </p:ext>
            </p:extLst>
          </p:nvPr>
        </p:nvGraphicFramePr>
        <p:xfrm>
          <a:off x="1846580" y="2438399"/>
          <a:ext cx="9701953" cy="4122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621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D9713-DA3A-4F70-9BF2-96C6A061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The Root of Trust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43DEE6-7BFF-45C8-A239-4EB7565B9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0520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6556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E396D-7DEE-4319-B3F3-9B86914A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The Root of Trust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77BD27-D6F7-45DF-96DB-C4D4AA9EA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1558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929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396D-7DEE-4319-B3F3-9B86914A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The Root of Trust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F4085AC-76F6-4953-BD9C-21CA6D9E6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346386"/>
              </p:ext>
            </p:extLst>
          </p:nvPr>
        </p:nvGraphicFramePr>
        <p:xfrm>
          <a:off x="2933700" y="2129061"/>
          <a:ext cx="8770938" cy="4480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341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1F55-B7A5-4806-991D-9A2D7CFF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Security Dilemma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577010-4F8D-4779-9258-586DE0DE3A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993661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381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4AA504-A2D9-42E5-B886-BCD779EA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DD15D3-E82E-4413-86E6-FC45F8214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407503"/>
              </p:ext>
            </p:extLst>
          </p:nvPr>
        </p:nvGraphicFramePr>
        <p:xfrm>
          <a:off x="1846580" y="2222958"/>
          <a:ext cx="9701953" cy="445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241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38BCA-1986-4FD9-9C67-452818E5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Issues in Bitcoin Application Design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74336F-A681-4B21-B58D-C2C37240E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4661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6079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38BCA-1986-4FD9-9C67-452818E5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Issues in Bitcoin Application Design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16549-F611-4B9D-BDD4-9DD5D60FF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7953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7939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438BCA-1986-4FD9-9C67-452818E5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Examination of Security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30F0A0-849F-4D12-831F-2EA24A82F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722468"/>
              </p:ext>
            </p:extLst>
          </p:nvPr>
        </p:nvGraphicFramePr>
        <p:xfrm>
          <a:off x="1846580" y="2438399"/>
          <a:ext cx="9701953" cy="4122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3065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6A548-0EF5-4472-9A19-9904D619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Hacked Bitcoin Examples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7842C6-A96E-46CC-B22D-3B31C90B4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03994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5255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881CB0-1221-43BE-BE77-866AB4D5547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BD77A15-12B8-4FAB-A167-E0D60E5C92E2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D0DD1E-3DFD-459C-AF93-74007A3D127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1E32EF0-93A9-42DF-953A-1574E58C5864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73F2476-AF66-478D-98AC-4E572A85CCC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C1FF5215-F946-48D6-BA7C-5BCEBE2D166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E9B1CB7D-F5B1-40C6-9E55-F1314B9B581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0F5362-ECD6-4C1D-9DFE-15BF7094511A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64A62ED5-69F8-4A9A-959F-BDFA4CB006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50" y="26"/>
                </a:moveTo>
                <a:cubicBezTo>
                  <a:pt x="3150" y="29"/>
                  <a:pt x="3149" y="31"/>
                  <a:pt x="3148" y="33"/>
                </a:cubicBezTo>
                <a:cubicBezTo>
                  <a:pt x="3130" y="54"/>
                  <a:pt x="3133" y="63"/>
                  <a:pt x="3126" y="63"/>
                </a:cubicBezTo>
                <a:cubicBezTo>
                  <a:pt x="3111" y="92"/>
                  <a:pt x="3109" y="94"/>
                  <a:pt x="3107" y="95"/>
                </a:cubicBezTo>
                <a:cubicBezTo>
                  <a:pt x="3075" y="145"/>
                  <a:pt x="3066" y="164"/>
                  <a:pt x="3058" y="184"/>
                </a:cubicBezTo>
                <a:cubicBezTo>
                  <a:pt x="3045" y="217"/>
                  <a:pt x="3044" y="224"/>
                  <a:pt x="3042" y="229"/>
                </a:cubicBezTo>
                <a:cubicBezTo>
                  <a:pt x="3041" y="231"/>
                  <a:pt x="3050" y="226"/>
                  <a:pt x="3049" y="213"/>
                </a:cubicBezTo>
                <a:cubicBezTo>
                  <a:pt x="3082" y="150"/>
                  <a:pt x="3087" y="141"/>
                  <a:pt x="3092" y="131"/>
                </a:cubicBezTo>
                <a:cubicBezTo>
                  <a:pt x="3108" y="113"/>
                  <a:pt x="3108" y="109"/>
                  <a:pt x="3110" y="108"/>
                </a:cubicBezTo>
                <a:cubicBezTo>
                  <a:pt x="3133" y="75"/>
                  <a:pt x="3137" y="65"/>
                  <a:pt x="3143" y="57"/>
                </a:cubicBezTo>
                <a:cubicBezTo>
                  <a:pt x="3162" y="30"/>
                  <a:pt x="3164" y="29"/>
                  <a:pt x="3163" y="26"/>
                </a:cubicBezTo>
                <a:cubicBezTo>
                  <a:pt x="3177" y="5"/>
                  <a:pt x="3181" y="3"/>
                  <a:pt x="3185" y="0"/>
                </a:cubicBezTo>
                <a:cubicBezTo>
                  <a:pt x="3164" y="11"/>
                  <a:pt x="3161" y="22"/>
                  <a:pt x="3150" y="26"/>
                </a:cubicBezTo>
                <a:close/>
                <a:moveTo>
                  <a:pt x="3022" y="73"/>
                </a:moveTo>
                <a:cubicBezTo>
                  <a:pt x="3020" y="92"/>
                  <a:pt x="3018" y="104"/>
                  <a:pt x="3017" y="128"/>
                </a:cubicBezTo>
                <a:cubicBezTo>
                  <a:pt x="3014" y="201"/>
                  <a:pt x="3015" y="208"/>
                  <a:pt x="3012" y="211"/>
                </a:cubicBezTo>
                <a:cubicBezTo>
                  <a:pt x="3017" y="255"/>
                  <a:pt x="3014" y="257"/>
                  <a:pt x="3016" y="263"/>
                </a:cubicBezTo>
                <a:cubicBezTo>
                  <a:pt x="3026" y="204"/>
                  <a:pt x="3025" y="199"/>
                  <a:pt x="3026" y="195"/>
                </a:cubicBezTo>
                <a:cubicBezTo>
                  <a:pt x="3040" y="153"/>
                  <a:pt x="3037" y="139"/>
                  <a:pt x="3044" y="134"/>
                </a:cubicBezTo>
                <a:cubicBezTo>
                  <a:pt x="3062" y="96"/>
                  <a:pt x="3065" y="93"/>
                  <a:pt x="3067" y="89"/>
                </a:cubicBezTo>
                <a:cubicBezTo>
                  <a:pt x="3083" y="65"/>
                  <a:pt x="3079" y="56"/>
                  <a:pt x="3086" y="57"/>
                </a:cubicBezTo>
                <a:cubicBezTo>
                  <a:pt x="3101" y="34"/>
                  <a:pt x="3103" y="33"/>
                  <a:pt x="3102" y="30"/>
                </a:cubicBezTo>
                <a:cubicBezTo>
                  <a:pt x="3111" y="0"/>
                  <a:pt x="3111" y="0"/>
                  <a:pt x="3111" y="0"/>
                </a:cubicBezTo>
                <a:cubicBezTo>
                  <a:pt x="3095" y="21"/>
                  <a:pt x="3096" y="29"/>
                  <a:pt x="3089" y="31"/>
                </a:cubicBezTo>
                <a:cubicBezTo>
                  <a:pt x="3073" y="69"/>
                  <a:pt x="3062" y="72"/>
                  <a:pt x="3060" y="83"/>
                </a:cubicBezTo>
                <a:cubicBezTo>
                  <a:pt x="3064" y="58"/>
                  <a:pt x="3069" y="55"/>
                  <a:pt x="3068" y="47"/>
                </a:cubicBezTo>
                <a:cubicBezTo>
                  <a:pt x="3085" y="0"/>
                  <a:pt x="3085" y="0"/>
                  <a:pt x="3085" y="0"/>
                </a:cubicBezTo>
                <a:cubicBezTo>
                  <a:pt x="3079" y="13"/>
                  <a:pt x="3075" y="16"/>
                  <a:pt x="3075" y="23"/>
                </a:cubicBezTo>
                <a:cubicBezTo>
                  <a:pt x="3058" y="55"/>
                  <a:pt x="3058" y="62"/>
                  <a:pt x="3057" y="68"/>
                </a:cubicBezTo>
                <a:cubicBezTo>
                  <a:pt x="3042" y="112"/>
                  <a:pt x="3040" y="124"/>
                  <a:pt x="3035" y="133"/>
                </a:cubicBezTo>
                <a:cubicBezTo>
                  <a:pt x="3018" y="179"/>
                  <a:pt x="3022" y="177"/>
                  <a:pt x="3020" y="169"/>
                </a:cubicBezTo>
                <a:cubicBezTo>
                  <a:pt x="3028" y="127"/>
                  <a:pt x="3035" y="121"/>
                  <a:pt x="3035" y="109"/>
                </a:cubicBezTo>
                <a:cubicBezTo>
                  <a:pt x="3047" y="70"/>
                  <a:pt x="3049" y="60"/>
                  <a:pt x="3053" y="51"/>
                </a:cubicBezTo>
                <a:cubicBezTo>
                  <a:pt x="3062" y="0"/>
                  <a:pt x="3062" y="0"/>
                  <a:pt x="3062" y="0"/>
                </a:cubicBezTo>
                <a:cubicBezTo>
                  <a:pt x="3048" y="47"/>
                  <a:pt x="3041" y="63"/>
                  <a:pt x="3038" y="82"/>
                </a:cubicBezTo>
                <a:cubicBezTo>
                  <a:pt x="3027" y="111"/>
                  <a:pt x="3030" y="119"/>
                  <a:pt x="3025" y="120"/>
                </a:cubicBezTo>
                <a:cubicBezTo>
                  <a:pt x="3021" y="108"/>
                  <a:pt x="3025" y="106"/>
                  <a:pt x="3024" y="99"/>
                </a:cubicBezTo>
                <a:cubicBezTo>
                  <a:pt x="3037" y="45"/>
                  <a:pt x="3042" y="43"/>
                  <a:pt x="3041" y="36"/>
                </a:cubicBezTo>
                <a:cubicBezTo>
                  <a:pt x="3045" y="0"/>
                  <a:pt x="3045" y="0"/>
                  <a:pt x="3045" y="0"/>
                </a:cubicBezTo>
                <a:cubicBezTo>
                  <a:pt x="3030" y="52"/>
                  <a:pt x="3028" y="56"/>
                  <a:pt x="3028" y="61"/>
                </a:cubicBezTo>
                <a:close/>
                <a:moveTo>
                  <a:pt x="3116" y="46"/>
                </a:moveTo>
                <a:cubicBezTo>
                  <a:pt x="3116" y="49"/>
                  <a:pt x="3113" y="49"/>
                  <a:pt x="3112" y="51"/>
                </a:cubicBezTo>
                <a:cubicBezTo>
                  <a:pt x="3103" y="60"/>
                  <a:pt x="3105" y="64"/>
                  <a:pt x="3102" y="65"/>
                </a:cubicBezTo>
                <a:cubicBezTo>
                  <a:pt x="3077" y="100"/>
                  <a:pt x="3078" y="112"/>
                  <a:pt x="3069" y="115"/>
                </a:cubicBezTo>
                <a:cubicBezTo>
                  <a:pt x="3059" y="148"/>
                  <a:pt x="3051" y="151"/>
                  <a:pt x="3050" y="160"/>
                </a:cubicBezTo>
                <a:cubicBezTo>
                  <a:pt x="3033" y="198"/>
                  <a:pt x="3037" y="206"/>
                  <a:pt x="3031" y="207"/>
                </a:cubicBezTo>
                <a:cubicBezTo>
                  <a:pt x="3028" y="240"/>
                  <a:pt x="3021" y="246"/>
                  <a:pt x="3028" y="247"/>
                </a:cubicBezTo>
                <a:cubicBezTo>
                  <a:pt x="3044" y="193"/>
                  <a:pt x="3046" y="187"/>
                  <a:pt x="3047" y="180"/>
                </a:cubicBezTo>
                <a:cubicBezTo>
                  <a:pt x="3066" y="142"/>
                  <a:pt x="3070" y="131"/>
                  <a:pt x="3078" y="123"/>
                </a:cubicBezTo>
                <a:cubicBezTo>
                  <a:pt x="3099" y="87"/>
                  <a:pt x="3100" y="84"/>
                  <a:pt x="3101" y="82"/>
                </a:cubicBezTo>
                <a:cubicBezTo>
                  <a:pt x="3138" y="36"/>
                  <a:pt x="3139" y="23"/>
                  <a:pt x="3149" y="18"/>
                </a:cubicBezTo>
                <a:cubicBezTo>
                  <a:pt x="3145" y="6"/>
                  <a:pt x="3139" y="11"/>
                  <a:pt x="3136" y="19"/>
                </a:cubicBezTo>
                <a:close/>
                <a:moveTo>
                  <a:pt x="3177" y="40"/>
                </a:moveTo>
                <a:cubicBezTo>
                  <a:pt x="3172" y="44"/>
                  <a:pt x="3174" y="55"/>
                  <a:pt x="3165" y="56"/>
                </a:cubicBezTo>
                <a:cubicBezTo>
                  <a:pt x="3146" y="83"/>
                  <a:pt x="3143" y="85"/>
                  <a:pt x="3143" y="90"/>
                </a:cubicBezTo>
                <a:cubicBezTo>
                  <a:pt x="3128" y="108"/>
                  <a:pt x="3126" y="110"/>
                  <a:pt x="3123" y="111"/>
                </a:cubicBezTo>
                <a:cubicBezTo>
                  <a:pt x="3100" y="150"/>
                  <a:pt x="3089" y="160"/>
                  <a:pt x="3084" y="173"/>
                </a:cubicBezTo>
                <a:cubicBezTo>
                  <a:pt x="3061" y="210"/>
                  <a:pt x="3060" y="214"/>
                  <a:pt x="3061" y="218"/>
                </a:cubicBezTo>
                <a:cubicBezTo>
                  <a:pt x="3044" y="256"/>
                  <a:pt x="3048" y="268"/>
                  <a:pt x="3040" y="270"/>
                </a:cubicBezTo>
                <a:cubicBezTo>
                  <a:pt x="3036" y="343"/>
                  <a:pt x="3029" y="331"/>
                  <a:pt x="3034" y="330"/>
                </a:cubicBezTo>
                <a:cubicBezTo>
                  <a:pt x="3039" y="292"/>
                  <a:pt x="3042" y="288"/>
                  <a:pt x="3043" y="283"/>
                </a:cubicBezTo>
                <a:cubicBezTo>
                  <a:pt x="3059" y="238"/>
                  <a:pt x="3058" y="231"/>
                  <a:pt x="3064" y="229"/>
                </a:cubicBezTo>
                <a:cubicBezTo>
                  <a:pt x="3084" y="187"/>
                  <a:pt x="3087" y="184"/>
                  <a:pt x="3089" y="179"/>
                </a:cubicBezTo>
                <a:cubicBezTo>
                  <a:pt x="3124" y="131"/>
                  <a:pt x="3123" y="135"/>
                  <a:pt x="3127" y="131"/>
                </a:cubicBezTo>
                <a:cubicBezTo>
                  <a:pt x="3145" y="105"/>
                  <a:pt x="3144" y="100"/>
                  <a:pt x="3148" y="99"/>
                </a:cubicBezTo>
                <a:cubicBezTo>
                  <a:pt x="3161" y="79"/>
                  <a:pt x="3163" y="77"/>
                  <a:pt x="3164" y="74"/>
                </a:cubicBezTo>
                <a:cubicBezTo>
                  <a:pt x="3188" y="45"/>
                  <a:pt x="3190" y="38"/>
                  <a:pt x="3196" y="34"/>
                </a:cubicBezTo>
                <a:cubicBezTo>
                  <a:pt x="3215" y="7"/>
                  <a:pt x="3223" y="9"/>
                  <a:pt x="3220" y="2"/>
                </a:cubicBezTo>
                <a:cubicBezTo>
                  <a:pt x="3209" y="3"/>
                  <a:pt x="3209" y="7"/>
                  <a:pt x="3205" y="7"/>
                </a:cubicBezTo>
                <a:cubicBezTo>
                  <a:pt x="3184" y="32"/>
                  <a:pt x="3182" y="37"/>
                  <a:pt x="3177" y="40"/>
                </a:cubicBezTo>
                <a:close/>
                <a:moveTo>
                  <a:pt x="3014" y="80"/>
                </a:moveTo>
                <a:cubicBezTo>
                  <a:pt x="3011" y="54"/>
                  <a:pt x="3017" y="36"/>
                  <a:pt x="3018" y="14"/>
                </a:cubicBezTo>
                <a:cubicBezTo>
                  <a:pt x="3022" y="13"/>
                  <a:pt x="3019" y="6"/>
                  <a:pt x="3022" y="5"/>
                </a:cubicBezTo>
                <a:cubicBezTo>
                  <a:pt x="3023" y="4"/>
                  <a:pt x="3024" y="2"/>
                  <a:pt x="3025" y="0"/>
                </a:cubicBezTo>
                <a:cubicBezTo>
                  <a:pt x="3015" y="0"/>
                  <a:pt x="3015" y="0"/>
                  <a:pt x="3015" y="0"/>
                </a:cubicBezTo>
                <a:cubicBezTo>
                  <a:pt x="3012" y="6"/>
                  <a:pt x="3014" y="15"/>
                  <a:pt x="3009" y="19"/>
                </a:cubicBezTo>
                <a:cubicBezTo>
                  <a:pt x="3009" y="31"/>
                  <a:pt x="3009" y="44"/>
                  <a:pt x="3008" y="56"/>
                </a:cubicBezTo>
                <a:cubicBezTo>
                  <a:pt x="3008" y="60"/>
                  <a:pt x="3008" y="65"/>
                  <a:pt x="3009" y="69"/>
                </a:cubicBezTo>
                <a:cubicBezTo>
                  <a:pt x="3010" y="73"/>
                  <a:pt x="3007" y="82"/>
                  <a:pt x="3014" y="80"/>
                </a:cubicBezTo>
                <a:close/>
                <a:moveTo>
                  <a:pt x="2154" y="176"/>
                </a:moveTo>
                <a:cubicBezTo>
                  <a:pt x="2152" y="182"/>
                  <a:pt x="2146" y="191"/>
                  <a:pt x="2153" y="194"/>
                </a:cubicBezTo>
                <a:cubicBezTo>
                  <a:pt x="2159" y="188"/>
                  <a:pt x="2164" y="180"/>
                  <a:pt x="2169" y="171"/>
                </a:cubicBezTo>
                <a:cubicBezTo>
                  <a:pt x="2175" y="150"/>
                  <a:pt x="2180" y="133"/>
                  <a:pt x="2186" y="119"/>
                </a:cubicBezTo>
                <a:cubicBezTo>
                  <a:pt x="2187" y="111"/>
                  <a:pt x="2188" y="103"/>
                  <a:pt x="2192" y="94"/>
                </a:cubicBezTo>
                <a:cubicBezTo>
                  <a:pt x="2190" y="89"/>
                  <a:pt x="2193" y="91"/>
                  <a:pt x="2194" y="85"/>
                </a:cubicBezTo>
                <a:cubicBezTo>
                  <a:pt x="2196" y="81"/>
                  <a:pt x="2197" y="76"/>
                  <a:pt x="2199" y="71"/>
                </a:cubicBezTo>
                <a:cubicBezTo>
                  <a:pt x="2200" y="47"/>
                  <a:pt x="2202" y="27"/>
                  <a:pt x="2205" y="0"/>
                </a:cubicBezTo>
                <a:cubicBezTo>
                  <a:pt x="2197" y="0"/>
                  <a:pt x="2197" y="0"/>
                  <a:pt x="2197" y="0"/>
                </a:cubicBezTo>
                <a:cubicBezTo>
                  <a:pt x="2196" y="4"/>
                  <a:pt x="2196" y="9"/>
                  <a:pt x="2195" y="13"/>
                </a:cubicBezTo>
                <a:cubicBezTo>
                  <a:pt x="2197" y="21"/>
                  <a:pt x="2191" y="35"/>
                  <a:pt x="2194" y="40"/>
                </a:cubicBezTo>
                <a:cubicBezTo>
                  <a:pt x="2195" y="41"/>
                  <a:pt x="2191" y="42"/>
                  <a:pt x="2191" y="41"/>
                </a:cubicBezTo>
                <a:cubicBezTo>
                  <a:pt x="2191" y="46"/>
                  <a:pt x="2192" y="50"/>
                  <a:pt x="2192" y="55"/>
                </a:cubicBezTo>
                <a:cubicBezTo>
                  <a:pt x="2192" y="55"/>
                  <a:pt x="2189" y="55"/>
                  <a:pt x="2189" y="57"/>
                </a:cubicBezTo>
                <a:cubicBezTo>
                  <a:pt x="2189" y="57"/>
                  <a:pt x="2191" y="58"/>
                  <a:pt x="2191" y="59"/>
                </a:cubicBezTo>
                <a:cubicBezTo>
                  <a:pt x="2191" y="62"/>
                  <a:pt x="2192" y="64"/>
                  <a:pt x="2190" y="68"/>
                </a:cubicBezTo>
                <a:cubicBezTo>
                  <a:pt x="2187" y="76"/>
                  <a:pt x="2186" y="89"/>
                  <a:pt x="2181" y="93"/>
                </a:cubicBezTo>
                <a:cubicBezTo>
                  <a:pt x="2185" y="94"/>
                  <a:pt x="2179" y="102"/>
                  <a:pt x="2179" y="106"/>
                </a:cubicBezTo>
                <a:cubicBezTo>
                  <a:pt x="2181" y="109"/>
                  <a:pt x="2179" y="114"/>
                  <a:pt x="2177" y="119"/>
                </a:cubicBezTo>
                <a:cubicBezTo>
                  <a:pt x="2171" y="131"/>
                  <a:pt x="2167" y="145"/>
                  <a:pt x="2163" y="160"/>
                </a:cubicBezTo>
                <a:cubicBezTo>
                  <a:pt x="2162" y="164"/>
                  <a:pt x="2159" y="164"/>
                  <a:pt x="2158" y="168"/>
                </a:cubicBezTo>
                <a:cubicBezTo>
                  <a:pt x="2157" y="171"/>
                  <a:pt x="2157" y="176"/>
                  <a:pt x="2154" y="176"/>
                </a:cubicBezTo>
                <a:close/>
                <a:moveTo>
                  <a:pt x="2311" y="845"/>
                </a:moveTo>
                <a:cubicBezTo>
                  <a:pt x="2314" y="849"/>
                  <a:pt x="2316" y="854"/>
                  <a:pt x="2323" y="858"/>
                </a:cubicBezTo>
                <a:cubicBezTo>
                  <a:pt x="2344" y="898"/>
                  <a:pt x="2346" y="909"/>
                  <a:pt x="2357" y="917"/>
                </a:cubicBezTo>
                <a:cubicBezTo>
                  <a:pt x="2373" y="962"/>
                  <a:pt x="2374" y="968"/>
                  <a:pt x="2379" y="974"/>
                </a:cubicBezTo>
                <a:cubicBezTo>
                  <a:pt x="2402" y="1039"/>
                  <a:pt x="2405" y="1045"/>
                  <a:pt x="2406" y="1052"/>
                </a:cubicBezTo>
                <a:cubicBezTo>
                  <a:pt x="2428" y="1117"/>
                  <a:pt x="2430" y="1124"/>
                  <a:pt x="2429" y="1131"/>
                </a:cubicBezTo>
                <a:cubicBezTo>
                  <a:pt x="2441" y="1178"/>
                  <a:pt x="2454" y="1182"/>
                  <a:pt x="2448" y="1190"/>
                </a:cubicBezTo>
                <a:cubicBezTo>
                  <a:pt x="2462" y="1236"/>
                  <a:pt x="2466" y="1242"/>
                  <a:pt x="2469" y="1249"/>
                </a:cubicBezTo>
                <a:cubicBezTo>
                  <a:pt x="2482" y="1291"/>
                  <a:pt x="2482" y="1294"/>
                  <a:pt x="2486" y="1297"/>
                </a:cubicBezTo>
                <a:cubicBezTo>
                  <a:pt x="2499" y="1333"/>
                  <a:pt x="2498" y="1340"/>
                  <a:pt x="2504" y="1345"/>
                </a:cubicBezTo>
                <a:cubicBezTo>
                  <a:pt x="2523" y="1391"/>
                  <a:pt x="2526" y="1397"/>
                  <a:pt x="2531" y="1403"/>
                </a:cubicBezTo>
                <a:cubicBezTo>
                  <a:pt x="2541" y="1435"/>
                  <a:pt x="2545" y="1437"/>
                  <a:pt x="2548" y="1440"/>
                </a:cubicBezTo>
                <a:cubicBezTo>
                  <a:pt x="2563" y="1473"/>
                  <a:pt x="2567" y="1475"/>
                  <a:pt x="2567" y="1479"/>
                </a:cubicBezTo>
                <a:cubicBezTo>
                  <a:pt x="2616" y="1536"/>
                  <a:pt x="2619" y="1537"/>
                  <a:pt x="2623" y="1537"/>
                </a:cubicBezTo>
                <a:cubicBezTo>
                  <a:pt x="2627" y="1538"/>
                  <a:pt x="2626" y="1536"/>
                  <a:pt x="2624" y="1535"/>
                </a:cubicBezTo>
                <a:cubicBezTo>
                  <a:pt x="2576" y="1476"/>
                  <a:pt x="2567" y="1471"/>
                  <a:pt x="2569" y="1465"/>
                </a:cubicBezTo>
                <a:cubicBezTo>
                  <a:pt x="2557" y="1435"/>
                  <a:pt x="2550" y="1434"/>
                  <a:pt x="2552" y="1430"/>
                </a:cubicBezTo>
                <a:cubicBezTo>
                  <a:pt x="2534" y="1388"/>
                  <a:pt x="2528" y="1383"/>
                  <a:pt x="2527" y="1377"/>
                </a:cubicBezTo>
                <a:cubicBezTo>
                  <a:pt x="2513" y="1348"/>
                  <a:pt x="2509" y="1345"/>
                  <a:pt x="2506" y="1342"/>
                </a:cubicBezTo>
                <a:cubicBezTo>
                  <a:pt x="2504" y="1319"/>
                  <a:pt x="2497" y="1314"/>
                  <a:pt x="2498" y="1307"/>
                </a:cubicBezTo>
                <a:cubicBezTo>
                  <a:pt x="2481" y="1279"/>
                  <a:pt x="2493" y="1274"/>
                  <a:pt x="2484" y="1272"/>
                </a:cubicBezTo>
                <a:cubicBezTo>
                  <a:pt x="2476" y="1250"/>
                  <a:pt x="2478" y="1244"/>
                  <a:pt x="2473" y="1238"/>
                </a:cubicBezTo>
                <a:cubicBezTo>
                  <a:pt x="2460" y="1192"/>
                  <a:pt x="2460" y="1189"/>
                  <a:pt x="2458" y="1186"/>
                </a:cubicBezTo>
                <a:cubicBezTo>
                  <a:pt x="2450" y="1144"/>
                  <a:pt x="2438" y="1140"/>
                  <a:pt x="2441" y="1133"/>
                </a:cubicBezTo>
                <a:cubicBezTo>
                  <a:pt x="2428" y="1087"/>
                  <a:pt x="2424" y="1075"/>
                  <a:pt x="2416" y="1064"/>
                </a:cubicBezTo>
                <a:cubicBezTo>
                  <a:pt x="2410" y="1041"/>
                  <a:pt x="2411" y="1035"/>
                  <a:pt x="2407" y="1030"/>
                </a:cubicBezTo>
                <a:cubicBezTo>
                  <a:pt x="2387" y="974"/>
                  <a:pt x="2384" y="968"/>
                  <a:pt x="2380" y="962"/>
                </a:cubicBezTo>
                <a:cubicBezTo>
                  <a:pt x="2366" y="915"/>
                  <a:pt x="2355" y="909"/>
                  <a:pt x="2357" y="902"/>
                </a:cubicBezTo>
                <a:cubicBezTo>
                  <a:pt x="2339" y="870"/>
                  <a:pt x="2335" y="867"/>
                  <a:pt x="2335" y="864"/>
                </a:cubicBezTo>
                <a:cubicBezTo>
                  <a:pt x="2329" y="853"/>
                  <a:pt x="2327" y="850"/>
                  <a:pt x="2322" y="847"/>
                </a:cubicBezTo>
                <a:close/>
                <a:moveTo>
                  <a:pt x="2226" y="830"/>
                </a:moveTo>
                <a:cubicBezTo>
                  <a:pt x="2225" y="835"/>
                  <a:pt x="2237" y="841"/>
                  <a:pt x="2240" y="840"/>
                </a:cubicBezTo>
                <a:cubicBezTo>
                  <a:pt x="2280" y="885"/>
                  <a:pt x="2282" y="892"/>
                  <a:pt x="2288" y="898"/>
                </a:cubicBezTo>
                <a:cubicBezTo>
                  <a:pt x="2309" y="930"/>
                  <a:pt x="2309" y="932"/>
                  <a:pt x="2309" y="933"/>
                </a:cubicBezTo>
                <a:cubicBezTo>
                  <a:pt x="2324" y="964"/>
                  <a:pt x="2328" y="967"/>
                  <a:pt x="2329" y="970"/>
                </a:cubicBezTo>
                <a:cubicBezTo>
                  <a:pt x="2351" y="1008"/>
                  <a:pt x="2350" y="1015"/>
                  <a:pt x="2355" y="1021"/>
                </a:cubicBezTo>
                <a:cubicBezTo>
                  <a:pt x="2373" y="1067"/>
                  <a:pt x="2375" y="1070"/>
                  <a:pt x="2375" y="1074"/>
                </a:cubicBezTo>
                <a:cubicBezTo>
                  <a:pt x="2397" y="1132"/>
                  <a:pt x="2396" y="1135"/>
                  <a:pt x="2401" y="1138"/>
                </a:cubicBezTo>
                <a:cubicBezTo>
                  <a:pt x="2407" y="1163"/>
                  <a:pt x="2406" y="1167"/>
                  <a:pt x="2414" y="1170"/>
                </a:cubicBezTo>
                <a:cubicBezTo>
                  <a:pt x="2421" y="1203"/>
                  <a:pt x="2425" y="1211"/>
                  <a:pt x="2422" y="1220"/>
                </a:cubicBezTo>
                <a:cubicBezTo>
                  <a:pt x="2443" y="1271"/>
                  <a:pt x="2443" y="1273"/>
                  <a:pt x="2443" y="1276"/>
                </a:cubicBezTo>
                <a:cubicBezTo>
                  <a:pt x="2453" y="1306"/>
                  <a:pt x="2452" y="1312"/>
                  <a:pt x="2457" y="1317"/>
                </a:cubicBezTo>
                <a:cubicBezTo>
                  <a:pt x="2463" y="1344"/>
                  <a:pt x="2471" y="1346"/>
                  <a:pt x="2470" y="1349"/>
                </a:cubicBezTo>
                <a:cubicBezTo>
                  <a:pt x="2487" y="1386"/>
                  <a:pt x="2484" y="1392"/>
                  <a:pt x="2494" y="1396"/>
                </a:cubicBezTo>
                <a:cubicBezTo>
                  <a:pt x="2510" y="1433"/>
                  <a:pt x="2518" y="1438"/>
                  <a:pt x="2517" y="1443"/>
                </a:cubicBezTo>
                <a:cubicBezTo>
                  <a:pt x="2533" y="1461"/>
                  <a:pt x="2535" y="1463"/>
                  <a:pt x="2536" y="1466"/>
                </a:cubicBezTo>
                <a:cubicBezTo>
                  <a:pt x="2554" y="1485"/>
                  <a:pt x="2560" y="1493"/>
                  <a:pt x="2563" y="1489"/>
                </a:cubicBezTo>
                <a:cubicBezTo>
                  <a:pt x="2530" y="1445"/>
                  <a:pt x="2522" y="1441"/>
                  <a:pt x="2522" y="1436"/>
                </a:cubicBezTo>
                <a:cubicBezTo>
                  <a:pt x="2466" y="1320"/>
                  <a:pt x="2462" y="1316"/>
                  <a:pt x="2464" y="1311"/>
                </a:cubicBezTo>
                <a:cubicBezTo>
                  <a:pt x="2445" y="1263"/>
                  <a:pt x="2447" y="1258"/>
                  <a:pt x="2442" y="1254"/>
                </a:cubicBezTo>
                <a:cubicBezTo>
                  <a:pt x="2435" y="1229"/>
                  <a:pt x="2435" y="1227"/>
                  <a:pt x="2435" y="1224"/>
                </a:cubicBezTo>
                <a:cubicBezTo>
                  <a:pt x="2407" y="1143"/>
                  <a:pt x="2407" y="1133"/>
                  <a:pt x="2403" y="1124"/>
                </a:cubicBezTo>
                <a:cubicBezTo>
                  <a:pt x="2396" y="1104"/>
                  <a:pt x="2396" y="1099"/>
                  <a:pt x="2394" y="1094"/>
                </a:cubicBezTo>
                <a:cubicBezTo>
                  <a:pt x="2379" y="1056"/>
                  <a:pt x="2379" y="1054"/>
                  <a:pt x="2377" y="1052"/>
                </a:cubicBezTo>
                <a:cubicBezTo>
                  <a:pt x="2362" y="1018"/>
                  <a:pt x="2360" y="1013"/>
                  <a:pt x="2359" y="1008"/>
                </a:cubicBezTo>
                <a:cubicBezTo>
                  <a:pt x="2322" y="939"/>
                  <a:pt x="2316" y="929"/>
                  <a:pt x="2311" y="919"/>
                </a:cubicBezTo>
                <a:cubicBezTo>
                  <a:pt x="2268" y="860"/>
                  <a:pt x="2269" y="857"/>
                  <a:pt x="2267" y="855"/>
                </a:cubicBezTo>
                <a:cubicBezTo>
                  <a:pt x="2242" y="833"/>
                  <a:pt x="2236" y="829"/>
                  <a:pt x="2230" y="825"/>
                </a:cubicBezTo>
                <a:cubicBezTo>
                  <a:pt x="2215" y="829"/>
                  <a:pt x="2217" y="829"/>
                  <a:pt x="2219" y="829"/>
                </a:cubicBezTo>
                <a:close/>
                <a:moveTo>
                  <a:pt x="3510" y="16"/>
                </a:moveTo>
                <a:cubicBezTo>
                  <a:pt x="3524" y="18"/>
                  <a:pt x="3535" y="22"/>
                  <a:pt x="3546" y="27"/>
                </a:cubicBezTo>
                <a:cubicBezTo>
                  <a:pt x="3580" y="42"/>
                  <a:pt x="3582" y="38"/>
                  <a:pt x="3584" y="42"/>
                </a:cubicBezTo>
                <a:cubicBezTo>
                  <a:pt x="3618" y="52"/>
                  <a:pt x="3623" y="54"/>
                  <a:pt x="3628" y="56"/>
                </a:cubicBezTo>
                <a:cubicBezTo>
                  <a:pt x="3702" y="78"/>
                  <a:pt x="3712" y="88"/>
                  <a:pt x="3727" y="91"/>
                </a:cubicBezTo>
                <a:cubicBezTo>
                  <a:pt x="3785" y="120"/>
                  <a:pt x="3787" y="122"/>
                  <a:pt x="3791" y="123"/>
                </a:cubicBezTo>
                <a:cubicBezTo>
                  <a:pt x="3770" y="103"/>
                  <a:pt x="3762" y="105"/>
                  <a:pt x="3760" y="99"/>
                </a:cubicBezTo>
                <a:cubicBezTo>
                  <a:pt x="3707" y="77"/>
                  <a:pt x="3699" y="70"/>
                  <a:pt x="3688" y="67"/>
                </a:cubicBezTo>
                <a:cubicBezTo>
                  <a:pt x="3618" y="44"/>
                  <a:pt x="3610" y="38"/>
                  <a:pt x="3599" y="36"/>
                </a:cubicBezTo>
                <a:cubicBezTo>
                  <a:pt x="3547" y="17"/>
                  <a:pt x="3540" y="18"/>
                  <a:pt x="3538" y="12"/>
                </a:cubicBezTo>
                <a:cubicBezTo>
                  <a:pt x="3504" y="1"/>
                  <a:pt x="3503" y="1"/>
                  <a:pt x="3503" y="0"/>
                </a:cubicBezTo>
                <a:cubicBezTo>
                  <a:pt x="3495" y="8"/>
                  <a:pt x="3505" y="9"/>
                  <a:pt x="3510" y="16"/>
                </a:cubicBezTo>
                <a:close/>
                <a:moveTo>
                  <a:pt x="3427" y="20"/>
                </a:moveTo>
                <a:cubicBezTo>
                  <a:pt x="3431" y="23"/>
                  <a:pt x="3439" y="22"/>
                  <a:pt x="3441" y="28"/>
                </a:cubicBezTo>
                <a:cubicBezTo>
                  <a:pt x="3472" y="49"/>
                  <a:pt x="3482" y="47"/>
                  <a:pt x="3484" y="53"/>
                </a:cubicBezTo>
                <a:cubicBezTo>
                  <a:pt x="3561" y="81"/>
                  <a:pt x="3567" y="88"/>
                  <a:pt x="3580" y="88"/>
                </a:cubicBezTo>
                <a:cubicBezTo>
                  <a:pt x="3610" y="99"/>
                  <a:pt x="3608" y="105"/>
                  <a:pt x="3614" y="103"/>
                </a:cubicBezTo>
                <a:cubicBezTo>
                  <a:pt x="3673" y="129"/>
                  <a:pt x="3682" y="128"/>
                  <a:pt x="3686" y="133"/>
                </a:cubicBezTo>
                <a:cubicBezTo>
                  <a:pt x="3728" y="150"/>
                  <a:pt x="3736" y="150"/>
                  <a:pt x="3738" y="156"/>
                </a:cubicBezTo>
                <a:cubicBezTo>
                  <a:pt x="3766" y="171"/>
                  <a:pt x="3768" y="173"/>
                  <a:pt x="3770" y="175"/>
                </a:cubicBezTo>
                <a:cubicBezTo>
                  <a:pt x="3815" y="218"/>
                  <a:pt x="3820" y="221"/>
                  <a:pt x="3824" y="226"/>
                </a:cubicBezTo>
                <a:cubicBezTo>
                  <a:pt x="3840" y="232"/>
                  <a:pt x="3826" y="226"/>
                  <a:pt x="3823" y="217"/>
                </a:cubicBezTo>
                <a:cubicBezTo>
                  <a:pt x="3809" y="197"/>
                  <a:pt x="3803" y="200"/>
                  <a:pt x="3804" y="195"/>
                </a:cubicBezTo>
                <a:cubicBezTo>
                  <a:pt x="3780" y="170"/>
                  <a:pt x="3772" y="173"/>
                  <a:pt x="3772" y="166"/>
                </a:cubicBezTo>
                <a:cubicBezTo>
                  <a:pt x="3732" y="139"/>
                  <a:pt x="3725" y="141"/>
                  <a:pt x="3724" y="135"/>
                </a:cubicBezTo>
                <a:cubicBezTo>
                  <a:pt x="3672" y="119"/>
                  <a:pt x="3670" y="114"/>
                  <a:pt x="3665" y="113"/>
                </a:cubicBezTo>
                <a:cubicBezTo>
                  <a:pt x="3622" y="94"/>
                  <a:pt x="3612" y="93"/>
                  <a:pt x="3607" y="88"/>
                </a:cubicBezTo>
                <a:cubicBezTo>
                  <a:pt x="3553" y="69"/>
                  <a:pt x="3545" y="69"/>
                  <a:pt x="3539" y="65"/>
                </a:cubicBezTo>
                <a:cubicBezTo>
                  <a:pt x="3500" y="46"/>
                  <a:pt x="3489" y="45"/>
                  <a:pt x="3481" y="40"/>
                </a:cubicBezTo>
                <a:cubicBezTo>
                  <a:pt x="3448" y="23"/>
                  <a:pt x="3449" y="17"/>
                  <a:pt x="3444" y="19"/>
                </a:cubicBezTo>
                <a:cubicBezTo>
                  <a:pt x="3422" y="2"/>
                  <a:pt x="3421" y="1"/>
                  <a:pt x="3421" y="0"/>
                </a:cubicBezTo>
                <a:close/>
                <a:moveTo>
                  <a:pt x="2120" y="152"/>
                </a:moveTo>
                <a:cubicBezTo>
                  <a:pt x="2122" y="149"/>
                  <a:pt x="2127" y="152"/>
                  <a:pt x="2126" y="145"/>
                </a:cubicBezTo>
                <a:cubicBezTo>
                  <a:pt x="2128" y="141"/>
                  <a:pt x="2129" y="136"/>
                  <a:pt x="2130" y="132"/>
                </a:cubicBezTo>
                <a:cubicBezTo>
                  <a:pt x="2133" y="135"/>
                  <a:pt x="2137" y="123"/>
                  <a:pt x="2133" y="124"/>
                </a:cubicBezTo>
                <a:cubicBezTo>
                  <a:pt x="2133" y="119"/>
                  <a:pt x="2138" y="121"/>
                  <a:pt x="2138" y="114"/>
                </a:cubicBezTo>
                <a:cubicBezTo>
                  <a:pt x="2137" y="106"/>
                  <a:pt x="2141" y="96"/>
                  <a:pt x="2144" y="86"/>
                </a:cubicBezTo>
                <a:cubicBezTo>
                  <a:pt x="2144" y="69"/>
                  <a:pt x="2149" y="48"/>
                  <a:pt x="2154" y="28"/>
                </a:cubicBezTo>
                <a:cubicBezTo>
                  <a:pt x="2152" y="20"/>
                  <a:pt x="2156" y="9"/>
                  <a:pt x="2156" y="0"/>
                </a:cubicBezTo>
                <a:cubicBezTo>
                  <a:pt x="2146" y="0"/>
                  <a:pt x="2146" y="0"/>
                  <a:pt x="2146" y="0"/>
                </a:cubicBezTo>
                <a:cubicBezTo>
                  <a:pt x="2146" y="12"/>
                  <a:pt x="2145" y="24"/>
                  <a:pt x="2146" y="35"/>
                </a:cubicBezTo>
                <a:cubicBezTo>
                  <a:pt x="2140" y="38"/>
                  <a:pt x="2145" y="45"/>
                  <a:pt x="2140" y="53"/>
                </a:cubicBezTo>
                <a:cubicBezTo>
                  <a:pt x="2143" y="59"/>
                  <a:pt x="2137" y="69"/>
                  <a:pt x="2135" y="77"/>
                </a:cubicBezTo>
                <a:cubicBezTo>
                  <a:pt x="2143" y="79"/>
                  <a:pt x="2129" y="83"/>
                  <a:pt x="2136" y="84"/>
                </a:cubicBezTo>
                <a:cubicBezTo>
                  <a:pt x="2134" y="88"/>
                  <a:pt x="2133" y="92"/>
                  <a:pt x="2132" y="96"/>
                </a:cubicBezTo>
                <a:cubicBezTo>
                  <a:pt x="2127" y="106"/>
                  <a:pt x="2131" y="111"/>
                  <a:pt x="2127" y="120"/>
                </a:cubicBezTo>
                <a:cubicBezTo>
                  <a:pt x="2126" y="127"/>
                  <a:pt x="2123" y="131"/>
                  <a:pt x="2120" y="136"/>
                </a:cubicBezTo>
                <a:cubicBezTo>
                  <a:pt x="2119" y="142"/>
                  <a:pt x="2114" y="150"/>
                  <a:pt x="2120" y="152"/>
                </a:cubicBezTo>
                <a:close/>
                <a:moveTo>
                  <a:pt x="3473" y="21"/>
                </a:moveTo>
                <a:cubicBezTo>
                  <a:pt x="3474" y="26"/>
                  <a:pt x="3481" y="23"/>
                  <a:pt x="3482" y="27"/>
                </a:cubicBezTo>
                <a:cubicBezTo>
                  <a:pt x="3525" y="42"/>
                  <a:pt x="3529" y="41"/>
                  <a:pt x="3529" y="43"/>
                </a:cubicBezTo>
                <a:cubicBezTo>
                  <a:pt x="3556" y="50"/>
                  <a:pt x="3560" y="53"/>
                  <a:pt x="3565" y="54"/>
                </a:cubicBezTo>
                <a:cubicBezTo>
                  <a:pt x="3587" y="59"/>
                  <a:pt x="3590" y="63"/>
                  <a:pt x="3596" y="63"/>
                </a:cubicBezTo>
                <a:cubicBezTo>
                  <a:pt x="3658" y="81"/>
                  <a:pt x="3665" y="83"/>
                  <a:pt x="3672" y="84"/>
                </a:cubicBezTo>
                <a:cubicBezTo>
                  <a:pt x="3705" y="94"/>
                  <a:pt x="3704" y="100"/>
                  <a:pt x="3710" y="98"/>
                </a:cubicBezTo>
                <a:cubicBezTo>
                  <a:pt x="3741" y="113"/>
                  <a:pt x="3750" y="122"/>
                  <a:pt x="3762" y="128"/>
                </a:cubicBezTo>
                <a:cubicBezTo>
                  <a:pt x="3734" y="106"/>
                  <a:pt x="3735" y="102"/>
                  <a:pt x="3732" y="101"/>
                </a:cubicBezTo>
                <a:cubicBezTo>
                  <a:pt x="3703" y="87"/>
                  <a:pt x="3695" y="86"/>
                  <a:pt x="3691" y="80"/>
                </a:cubicBezTo>
                <a:cubicBezTo>
                  <a:pt x="3643" y="67"/>
                  <a:pt x="3634" y="68"/>
                  <a:pt x="3631" y="63"/>
                </a:cubicBezTo>
                <a:cubicBezTo>
                  <a:pt x="3595" y="53"/>
                  <a:pt x="3580" y="51"/>
                  <a:pt x="3566" y="45"/>
                </a:cubicBezTo>
                <a:cubicBezTo>
                  <a:pt x="3521" y="29"/>
                  <a:pt x="3512" y="29"/>
                  <a:pt x="3506" y="25"/>
                </a:cubicBezTo>
                <a:cubicBezTo>
                  <a:pt x="3450" y="1"/>
                  <a:pt x="3450" y="1"/>
                  <a:pt x="3449" y="0"/>
                </a:cubicBezTo>
                <a:cubicBezTo>
                  <a:pt x="3460" y="14"/>
                  <a:pt x="3465" y="20"/>
                  <a:pt x="3473" y="21"/>
                </a:cubicBezTo>
                <a:close/>
                <a:moveTo>
                  <a:pt x="3620" y="24"/>
                </a:moveTo>
                <a:cubicBezTo>
                  <a:pt x="3631" y="33"/>
                  <a:pt x="3648" y="37"/>
                  <a:pt x="3660" y="45"/>
                </a:cubicBezTo>
                <a:cubicBezTo>
                  <a:pt x="3693" y="63"/>
                  <a:pt x="3695" y="64"/>
                  <a:pt x="3697" y="64"/>
                </a:cubicBezTo>
                <a:cubicBezTo>
                  <a:pt x="3679" y="44"/>
                  <a:pt x="3672" y="47"/>
                  <a:pt x="3673" y="40"/>
                </a:cubicBezTo>
                <a:cubicBezTo>
                  <a:pt x="3676" y="28"/>
                  <a:pt x="3672" y="29"/>
                  <a:pt x="3670" y="27"/>
                </a:cubicBezTo>
                <a:cubicBezTo>
                  <a:pt x="3650" y="7"/>
                  <a:pt x="3647" y="4"/>
                  <a:pt x="3644" y="0"/>
                </a:cubicBezTo>
                <a:cubicBezTo>
                  <a:pt x="3635" y="4"/>
                  <a:pt x="3633" y="2"/>
                  <a:pt x="3633" y="1"/>
                </a:cubicBezTo>
                <a:cubicBezTo>
                  <a:pt x="3612" y="3"/>
                  <a:pt x="3615" y="4"/>
                  <a:pt x="3618" y="7"/>
                </a:cubicBezTo>
                <a:cubicBezTo>
                  <a:pt x="3628" y="5"/>
                  <a:pt x="3633" y="12"/>
                  <a:pt x="3636" y="12"/>
                </a:cubicBezTo>
                <a:cubicBezTo>
                  <a:pt x="3662" y="38"/>
                  <a:pt x="3670" y="35"/>
                  <a:pt x="3669" y="42"/>
                </a:cubicBezTo>
                <a:cubicBezTo>
                  <a:pt x="3626" y="22"/>
                  <a:pt x="3626" y="19"/>
                  <a:pt x="3622" y="19"/>
                </a:cubicBezTo>
                <a:cubicBezTo>
                  <a:pt x="3555" y="0"/>
                  <a:pt x="3555" y="0"/>
                  <a:pt x="3555" y="0"/>
                </a:cubicBezTo>
                <a:close/>
                <a:moveTo>
                  <a:pt x="3212" y="33"/>
                </a:moveTo>
                <a:cubicBezTo>
                  <a:pt x="3206" y="33"/>
                  <a:pt x="3205" y="37"/>
                  <a:pt x="3203" y="40"/>
                </a:cubicBezTo>
                <a:cubicBezTo>
                  <a:pt x="3189" y="62"/>
                  <a:pt x="3182" y="63"/>
                  <a:pt x="3181" y="70"/>
                </a:cubicBezTo>
                <a:cubicBezTo>
                  <a:pt x="3156" y="101"/>
                  <a:pt x="3153" y="105"/>
                  <a:pt x="3149" y="110"/>
                </a:cubicBezTo>
                <a:cubicBezTo>
                  <a:pt x="3127" y="142"/>
                  <a:pt x="3121" y="145"/>
                  <a:pt x="3117" y="149"/>
                </a:cubicBezTo>
                <a:cubicBezTo>
                  <a:pt x="3095" y="182"/>
                  <a:pt x="3097" y="191"/>
                  <a:pt x="3089" y="192"/>
                </a:cubicBezTo>
                <a:cubicBezTo>
                  <a:pt x="3072" y="230"/>
                  <a:pt x="3070" y="235"/>
                  <a:pt x="3067" y="240"/>
                </a:cubicBezTo>
                <a:cubicBezTo>
                  <a:pt x="3055" y="279"/>
                  <a:pt x="3050" y="279"/>
                  <a:pt x="3052" y="285"/>
                </a:cubicBezTo>
                <a:cubicBezTo>
                  <a:pt x="3062" y="273"/>
                  <a:pt x="3059" y="266"/>
                  <a:pt x="3062" y="264"/>
                </a:cubicBezTo>
                <a:cubicBezTo>
                  <a:pt x="3091" y="212"/>
                  <a:pt x="3094" y="199"/>
                  <a:pt x="3102" y="189"/>
                </a:cubicBezTo>
                <a:cubicBezTo>
                  <a:pt x="3129" y="153"/>
                  <a:pt x="3131" y="147"/>
                  <a:pt x="3134" y="141"/>
                </a:cubicBezTo>
                <a:cubicBezTo>
                  <a:pt x="3178" y="91"/>
                  <a:pt x="3180" y="84"/>
                  <a:pt x="3184" y="79"/>
                </a:cubicBezTo>
                <a:cubicBezTo>
                  <a:pt x="3206" y="54"/>
                  <a:pt x="3203" y="47"/>
                  <a:pt x="3210" y="48"/>
                </a:cubicBezTo>
                <a:cubicBezTo>
                  <a:pt x="3230" y="23"/>
                  <a:pt x="3232" y="21"/>
                  <a:pt x="3235" y="18"/>
                </a:cubicBezTo>
                <a:cubicBezTo>
                  <a:pt x="3236" y="0"/>
                  <a:pt x="3236" y="0"/>
                  <a:pt x="3236" y="0"/>
                </a:cubicBezTo>
                <a:close/>
                <a:moveTo>
                  <a:pt x="3233" y="56"/>
                </a:moveTo>
                <a:cubicBezTo>
                  <a:pt x="3233" y="58"/>
                  <a:pt x="3230" y="57"/>
                  <a:pt x="3229" y="58"/>
                </a:cubicBezTo>
                <a:cubicBezTo>
                  <a:pt x="3216" y="75"/>
                  <a:pt x="3212" y="85"/>
                  <a:pt x="3202" y="90"/>
                </a:cubicBezTo>
                <a:cubicBezTo>
                  <a:pt x="3171" y="129"/>
                  <a:pt x="3166" y="132"/>
                  <a:pt x="3164" y="137"/>
                </a:cubicBezTo>
                <a:cubicBezTo>
                  <a:pt x="3139" y="170"/>
                  <a:pt x="3133" y="178"/>
                  <a:pt x="3126" y="185"/>
                </a:cubicBezTo>
                <a:cubicBezTo>
                  <a:pt x="3100" y="228"/>
                  <a:pt x="3098" y="230"/>
                  <a:pt x="3099" y="233"/>
                </a:cubicBezTo>
                <a:cubicBezTo>
                  <a:pt x="3089" y="255"/>
                  <a:pt x="3084" y="261"/>
                  <a:pt x="3082" y="269"/>
                </a:cubicBezTo>
                <a:cubicBezTo>
                  <a:pt x="3073" y="289"/>
                  <a:pt x="3070" y="294"/>
                  <a:pt x="3071" y="301"/>
                </a:cubicBezTo>
                <a:cubicBezTo>
                  <a:pt x="3061" y="337"/>
                  <a:pt x="3052" y="344"/>
                  <a:pt x="3059" y="348"/>
                </a:cubicBezTo>
                <a:cubicBezTo>
                  <a:pt x="3069" y="311"/>
                  <a:pt x="3071" y="307"/>
                  <a:pt x="3073" y="305"/>
                </a:cubicBezTo>
                <a:cubicBezTo>
                  <a:pt x="3087" y="271"/>
                  <a:pt x="3088" y="268"/>
                  <a:pt x="3090" y="264"/>
                </a:cubicBezTo>
                <a:cubicBezTo>
                  <a:pt x="3111" y="237"/>
                  <a:pt x="3106" y="228"/>
                  <a:pt x="3109" y="226"/>
                </a:cubicBezTo>
                <a:cubicBezTo>
                  <a:pt x="3127" y="208"/>
                  <a:pt x="3122" y="199"/>
                  <a:pt x="3129" y="201"/>
                </a:cubicBezTo>
                <a:cubicBezTo>
                  <a:pt x="3162" y="155"/>
                  <a:pt x="3164" y="153"/>
                  <a:pt x="3165" y="150"/>
                </a:cubicBezTo>
                <a:cubicBezTo>
                  <a:pt x="3190" y="125"/>
                  <a:pt x="3187" y="118"/>
                  <a:pt x="3191" y="117"/>
                </a:cubicBezTo>
                <a:cubicBezTo>
                  <a:pt x="3208" y="99"/>
                  <a:pt x="3213" y="99"/>
                  <a:pt x="3214" y="94"/>
                </a:cubicBezTo>
                <a:cubicBezTo>
                  <a:pt x="3234" y="64"/>
                  <a:pt x="3239" y="64"/>
                  <a:pt x="3242" y="61"/>
                </a:cubicBezTo>
                <a:cubicBezTo>
                  <a:pt x="3259" y="28"/>
                  <a:pt x="3265" y="28"/>
                  <a:pt x="3268" y="25"/>
                </a:cubicBezTo>
                <a:cubicBezTo>
                  <a:pt x="3279" y="1"/>
                  <a:pt x="3279" y="1"/>
                  <a:pt x="3279" y="0"/>
                </a:cubicBezTo>
                <a:cubicBezTo>
                  <a:pt x="3256" y="19"/>
                  <a:pt x="3257" y="22"/>
                  <a:pt x="3257" y="25"/>
                </a:cubicBezTo>
                <a:cubicBezTo>
                  <a:pt x="3238" y="46"/>
                  <a:pt x="3237" y="52"/>
                  <a:pt x="3233" y="56"/>
                </a:cubicBezTo>
                <a:close/>
                <a:moveTo>
                  <a:pt x="3266" y="58"/>
                </a:moveTo>
                <a:cubicBezTo>
                  <a:pt x="3268" y="64"/>
                  <a:pt x="3258" y="61"/>
                  <a:pt x="3262" y="69"/>
                </a:cubicBezTo>
                <a:cubicBezTo>
                  <a:pt x="3249" y="91"/>
                  <a:pt x="3245" y="92"/>
                  <a:pt x="3242" y="94"/>
                </a:cubicBezTo>
                <a:cubicBezTo>
                  <a:pt x="3222" y="121"/>
                  <a:pt x="3222" y="124"/>
                  <a:pt x="3220" y="124"/>
                </a:cubicBezTo>
                <a:cubicBezTo>
                  <a:pt x="3204" y="138"/>
                  <a:pt x="3209" y="147"/>
                  <a:pt x="3202" y="145"/>
                </a:cubicBezTo>
                <a:cubicBezTo>
                  <a:pt x="3184" y="168"/>
                  <a:pt x="3181" y="176"/>
                  <a:pt x="3176" y="182"/>
                </a:cubicBezTo>
                <a:cubicBezTo>
                  <a:pt x="3160" y="206"/>
                  <a:pt x="3156" y="212"/>
                  <a:pt x="3152" y="219"/>
                </a:cubicBezTo>
                <a:cubicBezTo>
                  <a:pt x="3130" y="247"/>
                  <a:pt x="3133" y="254"/>
                  <a:pt x="3129" y="255"/>
                </a:cubicBezTo>
                <a:cubicBezTo>
                  <a:pt x="3116" y="278"/>
                  <a:pt x="3117" y="283"/>
                  <a:pt x="3116" y="287"/>
                </a:cubicBezTo>
                <a:cubicBezTo>
                  <a:pt x="3103" y="309"/>
                  <a:pt x="3107" y="317"/>
                  <a:pt x="3103" y="318"/>
                </a:cubicBezTo>
                <a:cubicBezTo>
                  <a:pt x="3104" y="323"/>
                  <a:pt x="3113" y="307"/>
                  <a:pt x="3118" y="289"/>
                </a:cubicBezTo>
                <a:cubicBezTo>
                  <a:pt x="3132" y="263"/>
                  <a:pt x="3133" y="261"/>
                  <a:pt x="3133" y="259"/>
                </a:cubicBezTo>
                <a:cubicBezTo>
                  <a:pt x="3152" y="235"/>
                  <a:pt x="3156" y="227"/>
                  <a:pt x="3159" y="218"/>
                </a:cubicBezTo>
                <a:cubicBezTo>
                  <a:pt x="3212" y="152"/>
                  <a:pt x="3211" y="146"/>
                  <a:pt x="3215" y="144"/>
                </a:cubicBezTo>
                <a:cubicBezTo>
                  <a:pt x="3233" y="123"/>
                  <a:pt x="3234" y="121"/>
                  <a:pt x="3235" y="119"/>
                </a:cubicBezTo>
                <a:cubicBezTo>
                  <a:pt x="3276" y="61"/>
                  <a:pt x="3281" y="54"/>
                  <a:pt x="3285" y="45"/>
                </a:cubicBezTo>
                <a:cubicBezTo>
                  <a:pt x="3304" y="7"/>
                  <a:pt x="3306" y="3"/>
                  <a:pt x="3307" y="0"/>
                </a:cubicBezTo>
                <a:cubicBezTo>
                  <a:pt x="3289" y="13"/>
                  <a:pt x="3289" y="20"/>
                  <a:pt x="3288" y="25"/>
                </a:cubicBezTo>
                <a:close/>
                <a:moveTo>
                  <a:pt x="3328" y="44"/>
                </a:moveTo>
                <a:cubicBezTo>
                  <a:pt x="3331" y="57"/>
                  <a:pt x="3320" y="58"/>
                  <a:pt x="3321" y="69"/>
                </a:cubicBezTo>
                <a:cubicBezTo>
                  <a:pt x="3291" y="125"/>
                  <a:pt x="3285" y="140"/>
                  <a:pt x="3274" y="151"/>
                </a:cubicBezTo>
                <a:cubicBezTo>
                  <a:pt x="3246" y="195"/>
                  <a:pt x="3240" y="199"/>
                  <a:pt x="3239" y="206"/>
                </a:cubicBezTo>
                <a:cubicBezTo>
                  <a:pt x="3207" y="239"/>
                  <a:pt x="3211" y="249"/>
                  <a:pt x="3203" y="248"/>
                </a:cubicBezTo>
                <a:cubicBezTo>
                  <a:pt x="3187" y="277"/>
                  <a:pt x="3183" y="280"/>
                  <a:pt x="3181" y="284"/>
                </a:cubicBezTo>
                <a:cubicBezTo>
                  <a:pt x="3135" y="346"/>
                  <a:pt x="3135" y="352"/>
                  <a:pt x="3131" y="356"/>
                </a:cubicBezTo>
                <a:cubicBezTo>
                  <a:pt x="3116" y="393"/>
                  <a:pt x="3117" y="386"/>
                  <a:pt x="3120" y="383"/>
                </a:cubicBezTo>
                <a:cubicBezTo>
                  <a:pt x="3155" y="333"/>
                  <a:pt x="3159" y="323"/>
                  <a:pt x="3168" y="316"/>
                </a:cubicBezTo>
                <a:cubicBezTo>
                  <a:pt x="3194" y="280"/>
                  <a:pt x="3194" y="276"/>
                  <a:pt x="3196" y="275"/>
                </a:cubicBezTo>
                <a:cubicBezTo>
                  <a:pt x="3222" y="247"/>
                  <a:pt x="3220" y="237"/>
                  <a:pt x="3226" y="235"/>
                </a:cubicBezTo>
                <a:cubicBezTo>
                  <a:pt x="3249" y="205"/>
                  <a:pt x="3250" y="199"/>
                  <a:pt x="3256" y="196"/>
                </a:cubicBezTo>
                <a:cubicBezTo>
                  <a:pt x="3279" y="168"/>
                  <a:pt x="3281" y="159"/>
                  <a:pt x="3286" y="152"/>
                </a:cubicBezTo>
                <a:cubicBezTo>
                  <a:pt x="3303" y="114"/>
                  <a:pt x="3312" y="117"/>
                  <a:pt x="3311" y="111"/>
                </a:cubicBezTo>
                <a:cubicBezTo>
                  <a:pt x="3332" y="68"/>
                  <a:pt x="3332" y="66"/>
                  <a:pt x="3332" y="64"/>
                </a:cubicBezTo>
                <a:cubicBezTo>
                  <a:pt x="3341" y="43"/>
                  <a:pt x="3345" y="38"/>
                  <a:pt x="3347" y="30"/>
                </a:cubicBezTo>
                <a:cubicBezTo>
                  <a:pt x="3353" y="4"/>
                  <a:pt x="3354" y="3"/>
                  <a:pt x="3355" y="0"/>
                </a:cubicBezTo>
                <a:cubicBezTo>
                  <a:pt x="3335" y="30"/>
                  <a:pt x="3335" y="40"/>
                  <a:pt x="3328" y="44"/>
                </a:cubicBezTo>
                <a:close/>
                <a:moveTo>
                  <a:pt x="3306" y="46"/>
                </a:moveTo>
                <a:cubicBezTo>
                  <a:pt x="3299" y="56"/>
                  <a:pt x="3294" y="69"/>
                  <a:pt x="3289" y="82"/>
                </a:cubicBezTo>
                <a:cubicBezTo>
                  <a:pt x="3270" y="121"/>
                  <a:pt x="3264" y="120"/>
                  <a:pt x="3266" y="125"/>
                </a:cubicBezTo>
                <a:cubicBezTo>
                  <a:pt x="3247" y="151"/>
                  <a:pt x="3249" y="157"/>
                  <a:pt x="3247" y="159"/>
                </a:cubicBezTo>
                <a:cubicBezTo>
                  <a:pt x="3229" y="187"/>
                  <a:pt x="3227" y="190"/>
                  <a:pt x="3223" y="190"/>
                </a:cubicBezTo>
                <a:cubicBezTo>
                  <a:pt x="3198" y="226"/>
                  <a:pt x="3193" y="239"/>
                  <a:pt x="3183" y="247"/>
                </a:cubicBezTo>
                <a:cubicBezTo>
                  <a:pt x="3145" y="300"/>
                  <a:pt x="3145" y="309"/>
                  <a:pt x="3137" y="311"/>
                </a:cubicBezTo>
                <a:cubicBezTo>
                  <a:pt x="3114" y="353"/>
                  <a:pt x="3112" y="359"/>
                  <a:pt x="3108" y="364"/>
                </a:cubicBezTo>
                <a:cubicBezTo>
                  <a:pt x="3095" y="396"/>
                  <a:pt x="3095" y="401"/>
                  <a:pt x="3093" y="404"/>
                </a:cubicBezTo>
                <a:cubicBezTo>
                  <a:pt x="3091" y="418"/>
                  <a:pt x="3095" y="414"/>
                  <a:pt x="3096" y="408"/>
                </a:cubicBezTo>
                <a:cubicBezTo>
                  <a:pt x="3109" y="368"/>
                  <a:pt x="3117" y="366"/>
                  <a:pt x="3116" y="359"/>
                </a:cubicBezTo>
                <a:cubicBezTo>
                  <a:pt x="3148" y="313"/>
                  <a:pt x="3149" y="307"/>
                  <a:pt x="3154" y="304"/>
                </a:cubicBezTo>
                <a:cubicBezTo>
                  <a:pt x="3186" y="258"/>
                  <a:pt x="3191" y="256"/>
                  <a:pt x="3192" y="249"/>
                </a:cubicBezTo>
                <a:cubicBezTo>
                  <a:pt x="3234" y="190"/>
                  <a:pt x="3236" y="186"/>
                  <a:pt x="3239" y="182"/>
                </a:cubicBezTo>
                <a:cubicBezTo>
                  <a:pt x="3255" y="158"/>
                  <a:pt x="3264" y="150"/>
                  <a:pt x="3267" y="138"/>
                </a:cubicBezTo>
                <a:cubicBezTo>
                  <a:pt x="3306" y="78"/>
                  <a:pt x="3301" y="66"/>
                  <a:pt x="3308" y="66"/>
                </a:cubicBezTo>
                <a:cubicBezTo>
                  <a:pt x="3324" y="32"/>
                  <a:pt x="3322" y="26"/>
                  <a:pt x="3325" y="25"/>
                </a:cubicBezTo>
                <a:cubicBezTo>
                  <a:pt x="3322" y="0"/>
                  <a:pt x="3322" y="0"/>
                  <a:pt x="3322" y="0"/>
                </a:cubicBezTo>
                <a:cubicBezTo>
                  <a:pt x="3310" y="26"/>
                  <a:pt x="3313" y="33"/>
                  <a:pt x="3310" y="35"/>
                </a:cubicBezTo>
                <a:close/>
                <a:moveTo>
                  <a:pt x="1833" y="144"/>
                </a:moveTo>
                <a:cubicBezTo>
                  <a:pt x="1834" y="148"/>
                  <a:pt x="1831" y="154"/>
                  <a:pt x="1834" y="158"/>
                </a:cubicBezTo>
                <a:cubicBezTo>
                  <a:pt x="1833" y="176"/>
                  <a:pt x="1836" y="192"/>
                  <a:pt x="1833" y="212"/>
                </a:cubicBezTo>
                <a:cubicBezTo>
                  <a:pt x="1835" y="220"/>
                  <a:pt x="1835" y="229"/>
                  <a:pt x="1835" y="238"/>
                </a:cubicBezTo>
                <a:cubicBezTo>
                  <a:pt x="1833" y="244"/>
                  <a:pt x="1838" y="245"/>
                  <a:pt x="1835" y="251"/>
                </a:cubicBezTo>
                <a:cubicBezTo>
                  <a:pt x="1841" y="253"/>
                  <a:pt x="1829" y="264"/>
                  <a:pt x="1838" y="264"/>
                </a:cubicBezTo>
                <a:cubicBezTo>
                  <a:pt x="1842" y="241"/>
                  <a:pt x="1841" y="220"/>
                  <a:pt x="1839" y="200"/>
                </a:cubicBezTo>
                <a:cubicBezTo>
                  <a:pt x="1843" y="193"/>
                  <a:pt x="1838" y="190"/>
                  <a:pt x="1842" y="183"/>
                </a:cubicBezTo>
                <a:cubicBezTo>
                  <a:pt x="1838" y="180"/>
                  <a:pt x="1844" y="172"/>
                  <a:pt x="1840" y="168"/>
                </a:cubicBezTo>
                <a:cubicBezTo>
                  <a:pt x="1842" y="156"/>
                  <a:pt x="1839" y="146"/>
                  <a:pt x="1841" y="135"/>
                </a:cubicBezTo>
                <a:cubicBezTo>
                  <a:pt x="1838" y="133"/>
                  <a:pt x="1840" y="132"/>
                  <a:pt x="1842" y="130"/>
                </a:cubicBezTo>
                <a:cubicBezTo>
                  <a:pt x="1842" y="128"/>
                  <a:pt x="1841" y="125"/>
                  <a:pt x="1839" y="123"/>
                </a:cubicBezTo>
                <a:cubicBezTo>
                  <a:pt x="1838" y="118"/>
                  <a:pt x="1843" y="111"/>
                  <a:pt x="1840" y="107"/>
                </a:cubicBezTo>
                <a:cubicBezTo>
                  <a:pt x="1841" y="96"/>
                  <a:pt x="1841" y="85"/>
                  <a:pt x="1840" y="75"/>
                </a:cubicBezTo>
                <a:cubicBezTo>
                  <a:pt x="1842" y="53"/>
                  <a:pt x="1847" y="28"/>
                  <a:pt x="1852" y="4"/>
                </a:cubicBezTo>
                <a:cubicBezTo>
                  <a:pt x="1853" y="3"/>
                  <a:pt x="1853" y="2"/>
                  <a:pt x="1853" y="0"/>
                </a:cubicBezTo>
                <a:cubicBezTo>
                  <a:pt x="1845" y="0"/>
                  <a:pt x="1845" y="0"/>
                  <a:pt x="1845" y="0"/>
                </a:cubicBezTo>
                <a:cubicBezTo>
                  <a:pt x="1842" y="19"/>
                  <a:pt x="1837" y="36"/>
                  <a:pt x="1834" y="51"/>
                </a:cubicBezTo>
                <a:cubicBezTo>
                  <a:pt x="1833" y="68"/>
                  <a:pt x="1832" y="87"/>
                  <a:pt x="1831" y="105"/>
                </a:cubicBezTo>
                <a:cubicBezTo>
                  <a:pt x="1833" y="113"/>
                  <a:pt x="1831" y="122"/>
                  <a:pt x="1833" y="130"/>
                </a:cubicBezTo>
                <a:cubicBezTo>
                  <a:pt x="1832" y="135"/>
                  <a:pt x="1833" y="139"/>
                  <a:pt x="1833" y="144"/>
                </a:cubicBezTo>
                <a:close/>
                <a:moveTo>
                  <a:pt x="0" y="2063"/>
                </a:moveTo>
                <a:cubicBezTo>
                  <a:pt x="0" y="2074"/>
                  <a:pt x="0" y="2074"/>
                  <a:pt x="0" y="2074"/>
                </a:cubicBezTo>
                <a:cubicBezTo>
                  <a:pt x="3" y="2076"/>
                  <a:pt x="5" y="2078"/>
                  <a:pt x="8" y="2080"/>
                </a:cubicBezTo>
                <a:cubicBezTo>
                  <a:pt x="33" y="2102"/>
                  <a:pt x="57" y="2123"/>
                  <a:pt x="79" y="2145"/>
                </a:cubicBezTo>
                <a:cubicBezTo>
                  <a:pt x="83" y="2150"/>
                  <a:pt x="87" y="2155"/>
                  <a:pt x="91" y="2160"/>
                </a:cubicBezTo>
                <a:cubicBezTo>
                  <a:pt x="99" y="2160"/>
                  <a:pt x="99" y="2160"/>
                  <a:pt x="99" y="2160"/>
                </a:cubicBezTo>
                <a:cubicBezTo>
                  <a:pt x="91" y="2149"/>
                  <a:pt x="84" y="2139"/>
                  <a:pt x="73" y="2128"/>
                </a:cubicBezTo>
                <a:cubicBezTo>
                  <a:pt x="49" y="2106"/>
                  <a:pt x="25" y="2082"/>
                  <a:pt x="0" y="2063"/>
                </a:cubicBezTo>
                <a:close/>
                <a:moveTo>
                  <a:pt x="3426" y="101"/>
                </a:moveTo>
                <a:cubicBezTo>
                  <a:pt x="3427" y="105"/>
                  <a:pt x="3433" y="102"/>
                  <a:pt x="3433" y="107"/>
                </a:cubicBezTo>
                <a:cubicBezTo>
                  <a:pt x="3466" y="129"/>
                  <a:pt x="3473" y="131"/>
                  <a:pt x="3477" y="137"/>
                </a:cubicBezTo>
                <a:cubicBezTo>
                  <a:pt x="3507" y="145"/>
                  <a:pt x="3507" y="155"/>
                  <a:pt x="3517" y="154"/>
                </a:cubicBezTo>
                <a:cubicBezTo>
                  <a:pt x="3564" y="174"/>
                  <a:pt x="3568" y="181"/>
                  <a:pt x="3578" y="180"/>
                </a:cubicBezTo>
                <a:cubicBezTo>
                  <a:pt x="3640" y="204"/>
                  <a:pt x="3649" y="204"/>
                  <a:pt x="3652" y="210"/>
                </a:cubicBezTo>
                <a:cubicBezTo>
                  <a:pt x="3735" y="234"/>
                  <a:pt x="3740" y="237"/>
                  <a:pt x="3746" y="238"/>
                </a:cubicBezTo>
                <a:cubicBezTo>
                  <a:pt x="3773" y="254"/>
                  <a:pt x="3787" y="255"/>
                  <a:pt x="3796" y="263"/>
                </a:cubicBezTo>
                <a:cubicBezTo>
                  <a:pt x="3834" y="280"/>
                  <a:pt x="3836" y="285"/>
                  <a:pt x="3840" y="287"/>
                </a:cubicBezTo>
                <a:cubicBezTo>
                  <a:pt x="3828" y="268"/>
                  <a:pt x="3815" y="266"/>
                  <a:pt x="3807" y="258"/>
                </a:cubicBezTo>
                <a:cubicBezTo>
                  <a:pt x="3762" y="240"/>
                  <a:pt x="3755" y="231"/>
                  <a:pt x="3741" y="230"/>
                </a:cubicBezTo>
                <a:cubicBezTo>
                  <a:pt x="3722" y="217"/>
                  <a:pt x="3714" y="217"/>
                  <a:pt x="3708" y="217"/>
                </a:cubicBezTo>
                <a:cubicBezTo>
                  <a:pt x="3661" y="197"/>
                  <a:pt x="3650" y="199"/>
                  <a:pt x="3645" y="195"/>
                </a:cubicBezTo>
                <a:cubicBezTo>
                  <a:pt x="3599" y="178"/>
                  <a:pt x="3586" y="177"/>
                  <a:pt x="3580" y="169"/>
                </a:cubicBezTo>
                <a:cubicBezTo>
                  <a:pt x="3514" y="144"/>
                  <a:pt x="3501" y="134"/>
                  <a:pt x="3483" y="130"/>
                </a:cubicBezTo>
                <a:cubicBezTo>
                  <a:pt x="3463" y="111"/>
                  <a:pt x="3458" y="112"/>
                  <a:pt x="3455" y="110"/>
                </a:cubicBezTo>
                <a:cubicBezTo>
                  <a:pt x="3436" y="101"/>
                  <a:pt x="3434" y="92"/>
                  <a:pt x="3425" y="90"/>
                </a:cubicBezTo>
                <a:cubicBezTo>
                  <a:pt x="3423" y="83"/>
                  <a:pt x="3430" y="83"/>
                  <a:pt x="3432" y="87"/>
                </a:cubicBezTo>
                <a:cubicBezTo>
                  <a:pt x="3449" y="100"/>
                  <a:pt x="3451" y="102"/>
                  <a:pt x="3455" y="101"/>
                </a:cubicBezTo>
                <a:cubicBezTo>
                  <a:pt x="3485" y="120"/>
                  <a:pt x="3492" y="126"/>
                  <a:pt x="3502" y="128"/>
                </a:cubicBezTo>
                <a:cubicBezTo>
                  <a:pt x="3535" y="145"/>
                  <a:pt x="3541" y="152"/>
                  <a:pt x="3552" y="153"/>
                </a:cubicBezTo>
                <a:cubicBezTo>
                  <a:pt x="3582" y="166"/>
                  <a:pt x="3589" y="165"/>
                  <a:pt x="3591" y="170"/>
                </a:cubicBezTo>
                <a:cubicBezTo>
                  <a:pt x="3647" y="181"/>
                  <a:pt x="3653" y="188"/>
                  <a:pt x="3664" y="189"/>
                </a:cubicBezTo>
                <a:cubicBezTo>
                  <a:pt x="3699" y="198"/>
                  <a:pt x="3710" y="200"/>
                  <a:pt x="3720" y="203"/>
                </a:cubicBezTo>
                <a:cubicBezTo>
                  <a:pt x="3763" y="221"/>
                  <a:pt x="3768" y="222"/>
                  <a:pt x="3774" y="223"/>
                </a:cubicBezTo>
                <a:cubicBezTo>
                  <a:pt x="3810" y="245"/>
                  <a:pt x="3813" y="246"/>
                  <a:pt x="3814" y="246"/>
                </a:cubicBezTo>
                <a:cubicBezTo>
                  <a:pt x="3799" y="228"/>
                  <a:pt x="3790" y="229"/>
                  <a:pt x="3787" y="222"/>
                </a:cubicBezTo>
                <a:cubicBezTo>
                  <a:pt x="3747" y="202"/>
                  <a:pt x="3743" y="201"/>
                  <a:pt x="3739" y="201"/>
                </a:cubicBezTo>
                <a:cubicBezTo>
                  <a:pt x="3695" y="187"/>
                  <a:pt x="3682" y="182"/>
                  <a:pt x="3664" y="183"/>
                </a:cubicBezTo>
                <a:cubicBezTo>
                  <a:pt x="3625" y="169"/>
                  <a:pt x="3620" y="165"/>
                  <a:pt x="3617" y="168"/>
                </a:cubicBezTo>
                <a:cubicBezTo>
                  <a:pt x="3539" y="138"/>
                  <a:pt x="3528" y="132"/>
                  <a:pt x="3518" y="127"/>
                </a:cubicBezTo>
                <a:cubicBezTo>
                  <a:pt x="3453" y="92"/>
                  <a:pt x="3452" y="89"/>
                  <a:pt x="3449" y="88"/>
                </a:cubicBezTo>
                <a:cubicBezTo>
                  <a:pt x="3426" y="67"/>
                  <a:pt x="3420" y="64"/>
                  <a:pt x="3415" y="62"/>
                </a:cubicBezTo>
                <a:cubicBezTo>
                  <a:pt x="3388" y="37"/>
                  <a:pt x="3389" y="32"/>
                  <a:pt x="3386" y="32"/>
                </a:cubicBezTo>
                <a:cubicBezTo>
                  <a:pt x="3402" y="34"/>
                  <a:pt x="3402" y="38"/>
                  <a:pt x="3404" y="39"/>
                </a:cubicBezTo>
                <a:cubicBezTo>
                  <a:pt x="3422" y="49"/>
                  <a:pt x="3421" y="55"/>
                  <a:pt x="3425" y="55"/>
                </a:cubicBezTo>
                <a:cubicBezTo>
                  <a:pt x="3447" y="71"/>
                  <a:pt x="3451" y="71"/>
                  <a:pt x="3451" y="75"/>
                </a:cubicBezTo>
                <a:cubicBezTo>
                  <a:pt x="3487" y="93"/>
                  <a:pt x="3490" y="98"/>
                  <a:pt x="3496" y="100"/>
                </a:cubicBezTo>
                <a:cubicBezTo>
                  <a:pt x="3542" y="119"/>
                  <a:pt x="3548" y="130"/>
                  <a:pt x="3564" y="131"/>
                </a:cubicBezTo>
                <a:cubicBezTo>
                  <a:pt x="3608" y="148"/>
                  <a:pt x="3621" y="146"/>
                  <a:pt x="3626" y="152"/>
                </a:cubicBezTo>
                <a:cubicBezTo>
                  <a:pt x="3717" y="160"/>
                  <a:pt x="3716" y="154"/>
                  <a:pt x="3710" y="155"/>
                </a:cubicBezTo>
                <a:cubicBezTo>
                  <a:pt x="3630" y="121"/>
                  <a:pt x="3616" y="106"/>
                  <a:pt x="3588" y="107"/>
                </a:cubicBezTo>
                <a:cubicBezTo>
                  <a:pt x="3522" y="77"/>
                  <a:pt x="3514" y="79"/>
                  <a:pt x="3512" y="73"/>
                </a:cubicBezTo>
                <a:cubicBezTo>
                  <a:pt x="3454" y="45"/>
                  <a:pt x="3444" y="40"/>
                  <a:pt x="3437" y="32"/>
                </a:cubicBezTo>
                <a:cubicBezTo>
                  <a:pt x="3419" y="23"/>
                  <a:pt x="3415" y="23"/>
                  <a:pt x="3416" y="19"/>
                </a:cubicBezTo>
                <a:cubicBezTo>
                  <a:pt x="3395" y="3"/>
                  <a:pt x="3393" y="2"/>
                  <a:pt x="3392" y="0"/>
                </a:cubicBezTo>
                <a:cubicBezTo>
                  <a:pt x="3358" y="12"/>
                  <a:pt x="3359" y="22"/>
                  <a:pt x="3360" y="31"/>
                </a:cubicBezTo>
                <a:cubicBezTo>
                  <a:pt x="3336" y="112"/>
                  <a:pt x="3336" y="117"/>
                  <a:pt x="3336" y="123"/>
                </a:cubicBezTo>
                <a:cubicBezTo>
                  <a:pt x="3321" y="150"/>
                  <a:pt x="3320" y="156"/>
                  <a:pt x="3317" y="159"/>
                </a:cubicBezTo>
                <a:cubicBezTo>
                  <a:pt x="3304" y="194"/>
                  <a:pt x="3296" y="199"/>
                  <a:pt x="3294" y="209"/>
                </a:cubicBezTo>
                <a:cubicBezTo>
                  <a:pt x="3283" y="219"/>
                  <a:pt x="3283" y="221"/>
                  <a:pt x="3282" y="223"/>
                </a:cubicBezTo>
                <a:cubicBezTo>
                  <a:pt x="3266" y="241"/>
                  <a:pt x="3269" y="250"/>
                  <a:pt x="3262" y="250"/>
                </a:cubicBezTo>
                <a:cubicBezTo>
                  <a:pt x="3229" y="295"/>
                  <a:pt x="3223" y="295"/>
                  <a:pt x="3221" y="299"/>
                </a:cubicBezTo>
                <a:cubicBezTo>
                  <a:pt x="3170" y="353"/>
                  <a:pt x="3162" y="358"/>
                  <a:pt x="3156" y="365"/>
                </a:cubicBezTo>
                <a:cubicBezTo>
                  <a:pt x="3137" y="388"/>
                  <a:pt x="3134" y="391"/>
                  <a:pt x="3132" y="395"/>
                </a:cubicBezTo>
                <a:cubicBezTo>
                  <a:pt x="3114" y="416"/>
                  <a:pt x="3113" y="418"/>
                  <a:pt x="3112" y="420"/>
                </a:cubicBezTo>
                <a:cubicBezTo>
                  <a:pt x="3122" y="411"/>
                  <a:pt x="3125" y="411"/>
                  <a:pt x="3126" y="408"/>
                </a:cubicBezTo>
                <a:cubicBezTo>
                  <a:pt x="3143" y="383"/>
                  <a:pt x="3152" y="383"/>
                  <a:pt x="3153" y="376"/>
                </a:cubicBezTo>
                <a:cubicBezTo>
                  <a:pt x="3211" y="324"/>
                  <a:pt x="3215" y="314"/>
                  <a:pt x="3224" y="308"/>
                </a:cubicBezTo>
                <a:cubicBezTo>
                  <a:pt x="3267" y="256"/>
                  <a:pt x="3271" y="256"/>
                  <a:pt x="3273" y="254"/>
                </a:cubicBezTo>
                <a:cubicBezTo>
                  <a:pt x="3290" y="222"/>
                  <a:pt x="3298" y="217"/>
                  <a:pt x="3300" y="208"/>
                </a:cubicBezTo>
                <a:cubicBezTo>
                  <a:pt x="3327" y="156"/>
                  <a:pt x="3333" y="155"/>
                  <a:pt x="3333" y="149"/>
                </a:cubicBezTo>
                <a:cubicBezTo>
                  <a:pt x="3360" y="77"/>
                  <a:pt x="3358" y="69"/>
                  <a:pt x="3360" y="66"/>
                </a:cubicBezTo>
                <a:cubicBezTo>
                  <a:pt x="3370" y="31"/>
                  <a:pt x="3365" y="21"/>
                  <a:pt x="3372" y="22"/>
                </a:cubicBezTo>
                <a:cubicBezTo>
                  <a:pt x="3365" y="85"/>
                  <a:pt x="3358" y="92"/>
                  <a:pt x="3362" y="97"/>
                </a:cubicBezTo>
                <a:cubicBezTo>
                  <a:pt x="3350" y="134"/>
                  <a:pt x="3348" y="136"/>
                  <a:pt x="3346" y="137"/>
                </a:cubicBezTo>
                <a:cubicBezTo>
                  <a:pt x="3335" y="157"/>
                  <a:pt x="3338" y="164"/>
                  <a:pt x="3334" y="164"/>
                </a:cubicBezTo>
                <a:cubicBezTo>
                  <a:pt x="3322" y="190"/>
                  <a:pt x="3320" y="192"/>
                  <a:pt x="3317" y="194"/>
                </a:cubicBezTo>
                <a:cubicBezTo>
                  <a:pt x="3288" y="230"/>
                  <a:pt x="3295" y="240"/>
                  <a:pt x="3289" y="240"/>
                </a:cubicBezTo>
                <a:cubicBezTo>
                  <a:pt x="3257" y="283"/>
                  <a:pt x="3258" y="287"/>
                  <a:pt x="3256" y="288"/>
                </a:cubicBezTo>
                <a:cubicBezTo>
                  <a:pt x="3239" y="311"/>
                  <a:pt x="3231" y="316"/>
                  <a:pt x="3225" y="323"/>
                </a:cubicBezTo>
                <a:cubicBezTo>
                  <a:pt x="3168" y="381"/>
                  <a:pt x="3169" y="385"/>
                  <a:pt x="3166" y="386"/>
                </a:cubicBezTo>
                <a:cubicBezTo>
                  <a:pt x="3148" y="408"/>
                  <a:pt x="3140" y="413"/>
                  <a:pt x="3136" y="421"/>
                </a:cubicBezTo>
                <a:cubicBezTo>
                  <a:pt x="3127" y="443"/>
                  <a:pt x="3128" y="438"/>
                  <a:pt x="3130" y="434"/>
                </a:cubicBezTo>
                <a:cubicBezTo>
                  <a:pt x="3153" y="408"/>
                  <a:pt x="3156" y="404"/>
                  <a:pt x="3159" y="400"/>
                </a:cubicBezTo>
                <a:cubicBezTo>
                  <a:pt x="3173" y="387"/>
                  <a:pt x="3177" y="383"/>
                  <a:pt x="3179" y="378"/>
                </a:cubicBezTo>
                <a:cubicBezTo>
                  <a:pt x="3197" y="369"/>
                  <a:pt x="3196" y="361"/>
                  <a:pt x="3202" y="359"/>
                </a:cubicBezTo>
                <a:cubicBezTo>
                  <a:pt x="3289" y="252"/>
                  <a:pt x="3303" y="239"/>
                  <a:pt x="3312" y="220"/>
                </a:cubicBezTo>
                <a:cubicBezTo>
                  <a:pt x="3339" y="180"/>
                  <a:pt x="3340" y="174"/>
                  <a:pt x="3344" y="170"/>
                </a:cubicBezTo>
                <a:cubicBezTo>
                  <a:pt x="3352" y="146"/>
                  <a:pt x="3355" y="145"/>
                  <a:pt x="3355" y="141"/>
                </a:cubicBezTo>
                <a:cubicBezTo>
                  <a:pt x="3368" y="101"/>
                  <a:pt x="3374" y="93"/>
                  <a:pt x="3374" y="81"/>
                </a:cubicBezTo>
                <a:cubicBezTo>
                  <a:pt x="3386" y="52"/>
                  <a:pt x="3387" y="59"/>
                  <a:pt x="3391" y="64"/>
                </a:cubicBezTo>
                <a:cubicBezTo>
                  <a:pt x="3383" y="109"/>
                  <a:pt x="3368" y="123"/>
                  <a:pt x="3368" y="151"/>
                </a:cubicBezTo>
                <a:cubicBezTo>
                  <a:pt x="3344" y="200"/>
                  <a:pt x="3339" y="213"/>
                  <a:pt x="3332" y="226"/>
                </a:cubicBezTo>
                <a:cubicBezTo>
                  <a:pt x="3301" y="269"/>
                  <a:pt x="3302" y="274"/>
                  <a:pt x="3301" y="278"/>
                </a:cubicBezTo>
                <a:cubicBezTo>
                  <a:pt x="3272" y="313"/>
                  <a:pt x="3268" y="314"/>
                  <a:pt x="3269" y="320"/>
                </a:cubicBezTo>
                <a:cubicBezTo>
                  <a:pt x="3225" y="362"/>
                  <a:pt x="3218" y="366"/>
                  <a:pt x="3213" y="372"/>
                </a:cubicBezTo>
                <a:cubicBezTo>
                  <a:pt x="3179" y="404"/>
                  <a:pt x="3178" y="407"/>
                  <a:pt x="3172" y="407"/>
                </a:cubicBezTo>
                <a:cubicBezTo>
                  <a:pt x="3180" y="408"/>
                  <a:pt x="3182" y="406"/>
                  <a:pt x="3185" y="404"/>
                </a:cubicBezTo>
                <a:cubicBezTo>
                  <a:pt x="3205" y="378"/>
                  <a:pt x="3215" y="382"/>
                  <a:pt x="3214" y="376"/>
                </a:cubicBezTo>
                <a:cubicBezTo>
                  <a:pt x="3265" y="334"/>
                  <a:pt x="3267" y="327"/>
                  <a:pt x="3271" y="322"/>
                </a:cubicBezTo>
                <a:cubicBezTo>
                  <a:pt x="3306" y="287"/>
                  <a:pt x="3304" y="280"/>
                  <a:pt x="3307" y="278"/>
                </a:cubicBezTo>
                <a:cubicBezTo>
                  <a:pt x="3333" y="243"/>
                  <a:pt x="3332" y="237"/>
                  <a:pt x="3337" y="236"/>
                </a:cubicBezTo>
                <a:cubicBezTo>
                  <a:pt x="3353" y="204"/>
                  <a:pt x="3355" y="198"/>
                  <a:pt x="3358" y="193"/>
                </a:cubicBezTo>
                <a:cubicBezTo>
                  <a:pt x="3386" y="121"/>
                  <a:pt x="3383" y="114"/>
                  <a:pt x="3385" y="113"/>
                </a:cubicBezTo>
                <a:cubicBezTo>
                  <a:pt x="3391" y="93"/>
                  <a:pt x="3387" y="87"/>
                  <a:pt x="3395" y="88"/>
                </a:cubicBezTo>
                <a:cubicBezTo>
                  <a:pt x="3390" y="147"/>
                  <a:pt x="3384" y="146"/>
                  <a:pt x="3386" y="152"/>
                </a:cubicBezTo>
                <a:cubicBezTo>
                  <a:pt x="3369" y="209"/>
                  <a:pt x="3374" y="218"/>
                  <a:pt x="3367" y="217"/>
                </a:cubicBezTo>
                <a:cubicBezTo>
                  <a:pt x="3331" y="288"/>
                  <a:pt x="3323" y="301"/>
                  <a:pt x="3317" y="314"/>
                </a:cubicBezTo>
                <a:cubicBezTo>
                  <a:pt x="3296" y="336"/>
                  <a:pt x="3293" y="336"/>
                  <a:pt x="3294" y="340"/>
                </a:cubicBezTo>
                <a:cubicBezTo>
                  <a:pt x="3283" y="348"/>
                  <a:pt x="3285" y="351"/>
                  <a:pt x="3284" y="351"/>
                </a:cubicBezTo>
                <a:cubicBezTo>
                  <a:pt x="3230" y="404"/>
                  <a:pt x="3232" y="418"/>
                  <a:pt x="3221" y="421"/>
                </a:cubicBezTo>
                <a:cubicBezTo>
                  <a:pt x="3201" y="467"/>
                  <a:pt x="3193" y="468"/>
                  <a:pt x="3195" y="476"/>
                </a:cubicBezTo>
                <a:cubicBezTo>
                  <a:pt x="3185" y="499"/>
                  <a:pt x="3182" y="502"/>
                  <a:pt x="3186" y="503"/>
                </a:cubicBezTo>
                <a:cubicBezTo>
                  <a:pt x="3209" y="452"/>
                  <a:pt x="3220" y="442"/>
                  <a:pt x="3224" y="428"/>
                </a:cubicBezTo>
                <a:cubicBezTo>
                  <a:pt x="3273" y="375"/>
                  <a:pt x="3279" y="367"/>
                  <a:pt x="3287" y="360"/>
                </a:cubicBezTo>
                <a:cubicBezTo>
                  <a:pt x="3305" y="342"/>
                  <a:pt x="3305" y="338"/>
                  <a:pt x="3307" y="337"/>
                </a:cubicBezTo>
                <a:cubicBezTo>
                  <a:pt x="3348" y="283"/>
                  <a:pt x="3350" y="279"/>
                  <a:pt x="3351" y="272"/>
                </a:cubicBezTo>
                <a:cubicBezTo>
                  <a:pt x="3379" y="229"/>
                  <a:pt x="3374" y="220"/>
                  <a:pt x="3378" y="218"/>
                </a:cubicBezTo>
                <a:cubicBezTo>
                  <a:pt x="3386" y="191"/>
                  <a:pt x="3387" y="187"/>
                  <a:pt x="3390" y="184"/>
                </a:cubicBezTo>
                <a:cubicBezTo>
                  <a:pt x="3406" y="145"/>
                  <a:pt x="3399" y="145"/>
                  <a:pt x="3404" y="153"/>
                </a:cubicBezTo>
                <a:cubicBezTo>
                  <a:pt x="3399" y="178"/>
                  <a:pt x="3398" y="180"/>
                  <a:pt x="3397" y="182"/>
                </a:cubicBezTo>
                <a:cubicBezTo>
                  <a:pt x="3387" y="219"/>
                  <a:pt x="3380" y="234"/>
                  <a:pt x="3376" y="251"/>
                </a:cubicBezTo>
                <a:cubicBezTo>
                  <a:pt x="3369" y="261"/>
                  <a:pt x="3370" y="263"/>
                  <a:pt x="3370" y="264"/>
                </a:cubicBezTo>
                <a:cubicBezTo>
                  <a:pt x="3349" y="302"/>
                  <a:pt x="3350" y="312"/>
                  <a:pt x="3343" y="317"/>
                </a:cubicBezTo>
                <a:cubicBezTo>
                  <a:pt x="3329" y="342"/>
                  <a:pt x="3327" y="345"/>
                  <a:pt x="3326" y="348"/>
                </a:cubicBezTo>
                <a:cubicBezTo>
                  <a:pt x="3309" y="373"/>
                  <a:pt x="3306" y="375"/>
                  <a:pt x="3306" y="380"/>
                </a:cubicBezTo>
                <a:cubicBezTo>
                  <a:pt x="3279" y="409"/>
                  <a:pt x="3279" y="415"/>
                  <a:pt x="3276" y="418"/>
                </a:cubicBezTo>
                <a:cubicBezTo>
                  <a:pt x="3256" y="453"/>
                  <a:pt x="3249" y="452"/>
                  <a:pt x="3250" y="459"/>
                </a:cubicBezTo>
                <a:cubicBezTo>
                  <a:pt x="3231" y="494"/>
                  <a:pt x="3234" y="503"/>
                  <a:pt x="3229" y="504"/>
                </a:cubicBezTo>
                <a:cubicBezTo>
                  <a:pt x="3228" y="556"/>
                  <a:pt x="3220" y="565"/>
                  <a:pt x="3229" y="567"/>
                </a:cubicBezTo>
                <a:cubicBezTo>
                  <a:pt x="3242" y="488"/>
                  <a:pt x="3247" y="481"/>
                  <a:pt x="3249" y="470"/>
                </a:cubicBezTo>
                <a:cubicBezTo>
                  <a:pt x="3269" y="440"/>
                  <a:pt x="3269" y="435"/>
                  <a:pt x="3275" y="435"/>
                </a:cubicBezTo>
                <a:cubicBezTo>
                  <a:pt x="3307" y="387"/>
                  <a:pt x="3311" y="385"/>
                  <a:pt x="3313" y="382"/>
                </a:cubicBezTo>
                <a:cubicBezTo>
                  <a:pt x="3339" y="343"/>
                  <a:pt x="3340" y="339"/>
                  <a:pt x="3342" y="336"/>
                </a:cubicBezTo>
                <a:cubicBezTo>
                  <a:pt x="3348" y="337"/>
                  <a:pt x="3342" y="339"/>
                  <a:pt x="3343" y="345"/>
                </a:cubicBezTo>
                <a:cubicBezTo>
                  <a:pt x="3330" y="361"/>
                  <a:pt x="3328" y="366"/>
                  <a:pt x="3327" y="372"/>
                </a:cubicBezTo>
                <a:cubicBezTo>
                  <a:pt x="3310" y="403"/>
                  <a:pt x="3307" y="407"/>
                  <a:pt x="3306" y="413"/>
                </a:cubicBezTo>
                <a:cubicBezTo>
                  <a:pt x="3272" y="477"/>
                  <a:pt x="3268" y="487"/>
                  <a:pt x="3266" y="499"/>
                </a:cubicBezTo>
                <a:cubicBezTo>
                  <a:pt x="3257" y="584"/>
                  <a:pt x="3258" y="602"/>
                  <a:pt x="3259" y="613"/>
                </a:cubicBezTo>
                <a:cubicBezTo>
                  <a:pt x="3262" y="591"/>
                  <a:pt x="3261" y="580"/>
                  <a:pt x="3260" y="569"/>
                </a:cubicBezTo>
                <a:cubicBezTo>
                  <a:pt x="3274" y="501"/>
                  <a:pt x="3273" y="491"/>
                  <a:pt x="3276" y="485"/>
                </a:cubicBezTo>
                <a:cubicBezTo>
                  <a:pt x="3286" y="463"/>
                  <a:pt x="3287" y="460"/>
                  <a:pt x="3290" y="458"/>
                </a:cubicBezTo>
                <a:cubicBezTo>
                  <a:pt x="3317" y="406"/>
                  <a:pt x="3319" y="398"/>
                  <a:pt x="3324" y="394"/>
                </a:cubicBezTo>
                <a:cubicBezTo>
                  <a:pt x="3347" y="355"/>
                  <a:pt x="3347" y="346"/>
                  <a:pt x="3354" y="342"/>
                </a:cubicBezTo>
                <a:cubicBezTo>
                  <a:pt x="3379" y="293"/>
                  <a:pt x="3383" y="279"/>
                  <a:pt x="3390" y="267"/>
                </a:cubicBezTo>
                <a:cubicBezTo>
                  <a:pt x="3402" y="242"/>
                  <a:pt x="3400" y="232"/>
                  <a:pt x="3407" y="229"/>
                </a:cubicBezTo>
                <a:cubicBezTo>
                  <a:pt x="3419" y="181"/>
                  <a:pt x="3415" y="173"/>
                  <a:pt x="3416" y="169"/>
                </a:cubicBezTo>
                <a:cubicBezTo>
                  <a:pt x="3428" y="157"/>
                  <a:pt x="3419" y="164"/>
                  <a:pt x="3420" y="174"/>
                </a:cubicBezTo>
                <a:cubicBezTo>
                  <a:pt x="3412" y="238"/>
                  <a:pt x="3415" y="245"/>
                  <a:pt x="3412" y="246"/>
                </a:cubicBezTo>
                <a:cubicBezTo>
                  <a:pt x="3399" y="288"/>
                  <a:pt x="3396" y="301"/>
                  <a:pt x="3388" y="311"/>
                </a:cubicBezTo>
                <a:cubicBezTo>
                  <a:pt x="3370" y="349"/>
                  <a:pt x="3371" y="354"/>
                  <a:pt x="3370" y="358"/>
                </a:cubicBezTo>
                <a:cubicBezTo>
                  <a:pt x="3348" y="399"/>
                  <a:pt x="3344" y="406"/>
                  <a:pt x="3341" y="415"/>
                </a:cubicBezTo>
                <a:cubicBezTo>
                  <a:pt x="3323" y="443"/>
                  <a:pt x="3322" y="453"/>
                  <a:pt x="3318" y="460"/>
                </a:cubicBezTo>
                <a:cubicBezTo>
                  <a:pt x="3302" y="501"/>
                  <a:pt x="3300" y="505"/>
                  <a:pt x="3300" y="510"/>
                </a:cubicBezTo>
                <a:cubicBezTo>
                  <a:pt x="3292" y="547"/>
                  <a:pt x="3289" y="556"/>
                  <a:pt x="3288" y="567"/>
                </a:cubicBezTo>
                <a:cubicBezTo>
                  <a:pt x="3294" y="608"/>
                  <a:pt x="3292" y="615"/>
                  <a:pt x="3298" y="613"/>
                </a:cubicBezTo>
                <a:cubicBezTo>
                  <a:pt x="3303" y="514"/>
                  <a:pt x="3308" y="512"/>
                  <a:pt x="3308" y="505"/>
                </a:cubicBezTo>
                <a:cubicBezTo>
                  <a:pt x="3321" y="471"/>
                  <a:pt x="3323" y="471"/>
                  <a:pt x="3323" y="467"/>
                </a:cubicBezTo>
                <a:cubicBezTo>
                  <a:pt x="3336" y="433"/>
                  <a:pt x="3345" y="427"/>
                  <a:pt x="3348" y="415"/>
                </a:cubicBezTo>
                <a:cubicBezTo>
                  <a:pt x="3384" y="349"/>
                  <a:pt x="3387" y="338"/>
                  <a:pt x="3392" y="329"/>
                </a:cubicBezTo>
                <a:cubicBezTo>
                  <a:pt x="3401" y="322"/>
                  <a:pt x="3392" y="343"/>
                  <a:pt x="3383" y="364"/>
                </a:cubicBezTo>
                <a:cubicBezTo>
                  <a:pt x="3368" y="400"/>
                  <a:pt x="3367" y="406"/>
                  <a:pt x="3365" y="411"/>
                </a:cubicBezTo>
                <a:cubicBezTo>
                  <a:pt x="3348" y="447"/>
                  <a:pt x="3349" y="456"/>
                  <a:pt x="3344" y="459"/>
                </a:cubicBezTo>
                <a:cubicBezTo>
                  <a:pt x="3328" y="515"/>
                  <a:pt x="3325" y="520"/>
                  <a:pt x="3325" y="528"/>
                </a:cubicBezTo>
                <a:cubicBezTo>
                  <a:pt x="3318" y="606"/>
                  <a:pt x="3323" y="617"/>
                  <a:pt x="3318" y="620"/>
                </a:cubicBezTo>
                <a:cubicBezTo>
                  <a:pt x="3332" y="669"/>
                  <a:pt x="3325" y="683"/>
                  <a:pt x="3332" y="682"/>
                </a:cubicBezTo>
                <a:cubicBezTo>
                  <a:pt x="3326" y="633"/>
                  <a:pt x="3325" y="621"/>
                  <a:pt x="3324" y="609"/>
                </a:cubicBezTo>
                <a:cubicBezTo>
                  <a:pt x="3333" y="543"/>
                  <a:pt x="3329" y="535"/>
                  <a:pt x="3330" y="532"/>
                </a:cubicBezTo>
                <a:cubicBezTo>
                  <a:pt x="3338" y="510"/>
                  <a:pt x="3335" y="503"/>
                  <a:pt x="3339" y="503"/>
                </a:cubicBezTo>
                <a:cubicBezTo>
                  <a:pt x="3360" y="438"/>
                  <a:pt x="3365" y="434"/>
                  <a:pt x="3366" y="427"/>
                </a:cubicBezTo>
                <a:cubicBezTo>
                  <a:pt x="3388" y="388"/>
                  <a:pt x="3385" y="376"/>
                  <a:pt x="3391" y="372"/>
                </a:cubicBezTo>
                <a:cubicBezTo>
                  <a:pt x="3405" y="344"/>
                  <a:pt x="3402" y="337"/>
                  <a:pt x="3406" y="336"/>
                </a:cubicBezTo>
                <a:cubicBezTo>
                  <a:pt x="3431" y="261"/>
                  <a:pt x="3430" y="249"/>
                  <a:pt x="3436" y="242"/>
                </a:cubicBezTo>
                <a:cubicBezTo>
                  <a:pt x="3440" y="222"/>
                  <a:pt x="3448" y="227"/>
                  <a:pt x="3442" y="233"/>
                </a:cubicBezTo>
                <a:cubicBezTo>
                  <a:pt x="3435" y="304"/>
                  <a:pt x="3435" y="312"/>
                  <a:pt x="3433" y="317"/>
                </a:cubicBezTo>
                <a:cubicBezTo>
                  <a:pt x="3426" y="349"/>
                  <a:pt x="3415" y="355"/>
                  <a:pt x="3417" y="373"/>
                </a:cubicBezTo>
                <a:cubicBezTo>
                  <a:pt x="3398" y="409"/>
                  <a:pt x="3395" y="419"/>
                  <a:pt x="3390" y="429"/>
                </a:cubicBezTo>
                <a:cubicBezTo>
                  <a:pt x="3374" y="468"/>
                  <a:pt x="3369" y="477"/>
                  <a:pt x="3364" y="486"/>
                </a:cubicBezTo>
                <a:cubicBezTo>
                  <a:pt x="3350" y="555"/>
                  <a:pt x="3342" y="561"/>
                  <a:pt x="3343" y="564"/>
                </a:cubicBezTo>
                <a:cubicBezTo>
                  <a:pt x="3337" y="589"/>
                  <a:pt x="3341" y="597"/>
                  <a:pt x="3336" y="597"/>
                </a:cubicBezTo>
                <a:cubicBezTo>
                  <a:pt x="3336" y="631"/>
                  <a:pt x="3331" y="635"/>
                  <a:pt x="3333" y="645"/>
                </a:cubicBezTo>
                <a:cubicBezTo>
                  <a:pt x="3351" y="557"/>
                  <a:pt x="3354" y="542"/>
                  <a:pt x="3360" y="530"/>
                </a:cubicBezTo>
                <a:cubicBezTo>
                  <a:pt x="3380" y="472"/>
                  <a:pt x="3380" y="468"/>
                  <a:pt x="3384" y="469"/>
                </a:cubicBezTo>
                <a:cubicBezTo>
                  <a:pt x="3401" y="432"/>
                  <a:pt x="3401" y="421"/>
                  <a:pt x="3407" y="415"/>
                </a:cubicBezTo>
                <a:cubicBezTo>
                  <a:pt x="3429" y="360"/>
                  <a:pt x="3431" y="352"/>
                  <a:pt x="3435" y="345"/>
                </a:cubicBezTo>
                <a:cubicBezTo>
                  <a:pt x="3442" y="313"/>
                  <a:pt x="3444" y="307"/>
                  <a:pt x="3447" y="301"/>
                </a:cubicBezTo>
                <a:cubicBezTo>
                  <a:pt x="3455" y="291"/>
                  <a:pt x="3449" y="295"/>
                  <a:pt x="3453" y="298"/>
                </a:cubicBezTo>
                <a:cubicBezTo>
                  <a:pt x="3425" y="410"/>
                  <a:pt x="3420" y="410"/>
                  <a:pt x="3422" y="416"/>
                </a:cubicBezTo>
                <a:cubicBezTo>
                  <a:pt x="3393" y="478"/>
                  <a:pt x="3393" y="496"/>
                  <a:pt x="3385" y="506"/>
                </a:cubicBezTo>
                <a:cubicBezTo>
                  <a:pt x="3370" y="564"/>
                  <a:pt x="3362" y="575"/>
                  <a:pt x="3360" y="591"/>
                </a:cubicBezTo>
                <a:cubicBezTo>
                  <a:pt x="3351" y="652"/>
                  <a:pt x="3352" y="666"/>
                  <a:pt x="3353" y="681"/>
                </a:cubicBezTo>
                <a:cubicBezTo>
                  <a:pt x="3358" y="622"/>
                  <a:pt x="3364" y="612"/>
                  <a:pt x="3363" y="597"/>
                </a:cubicBezTo>
                <a:cubicBezTo>
                  <a:pt x="3380" y="557"/>
                  <a:pt x="3378" y="549"/>
                  <a:pt x="3383" y="546"/>
                </a:cubicBezTo>
                <a:cubicBezTo>
                  <a:pt x="3402" y="483"/>
                  <a:pt x="3407" y="480"/>
                  <a:pt x="3406" y="472"/>
                </a:cubicBezTo>
                <a:cubicBezTo>
                  <a:pt x="3425" y="437"/>
                  <a:pt x="3422" y="430"/>
                  <a:pt x="3425" y="429"/>
                </a:cubicBezTo>
                <a:cubicBezTo>
                  <a:pt x="3438" y="397"/>
                  <a:pt x="3437" y="388"/>
                  <a:pt x="3442" y="384"/>
                </a:cubicBezTo>
                <a:cubicBezTo>
                  <a:pt x="3455" y="332"/>
                  <a:pt x="3460" y="332"/>
                  <a:pt x="3457" y="326"/>
                </a:cubicBezTo>
                <a:cubicBezTo>
                  <a:pt x="3463" y="349"/>
                  <a:pt x="3458" y="358"/>
                  <a:pt x="3458" y="372"/>
                </a:cubicBezTo>
                <a:cubicBezTo>
                  <a:pt x="3450" y="388"/>
                  <a:pt x="3451" y="393"/>
                  <a:pt x="3451" y="396"/>
                </a:cubicBezTo>
                <a:cubicBezTo>
                  <a:pt x="3444" y="416"/>
                  <a:pt x="3442" y="417"/>
                  <a:pt x="3442" y="421"/>
                </a:cubicBezTo>
                <a:cubicBezTo>
                  <a:pt x="3431" y="446"/>
                  <a:pt x="3430" y="460"/>
                  <a:pt x="3424" y="468"/>
                </a:cubicBezTo>
                <a:cubicBezTo>
                  <a:pt x="3407" y="509"/>
                  <a:pt x="3401" y="518"/>
                  <a:pt x="3397" y="529"/>
                </a:cubicBezTo>
                <a:cubicBezTo>
                  <a:pt x="3383" y="583"/>
                  <a:pt x="3376" y="592"/>
                  <a:pt x="3382" y="596"/>
                </a:cubicBezTo>
                <a:cubicBezTo>
                  <a:pt x="3409" y="524"/>
                  <a:pt x="3412" y="513"/>
                  <a:pt x="3417" y="504"/>
                </a:cubicBezTo>
                <a:cubicBezTo>
                  <a:pt x="3441" y="458"/>
                  <a:pt x="3440" y="453"/>
                  <a:pt x="3440" y="450"/>
                </a:cubicBezTo>
                <a:cubicBezTo>
                  <a:pt x="3457" y="405"/>
                  <a:pt x="3457" y="398"/>
                  <a:pt x="3462" y="396"/>
                </a:cubicBezTo>
                <a:cubicBezTo>
                  <a:pt x="3472" y="356"/>
                  <a:pt x="3467" y="344"/>
                  <a:pt x="3476" y="344"/>
                </a:cubicBezTo>
                <a:cubicBezTo>
                  <a:pt x="3464" y="412"/>
                  <a:pt x="3465" y="422"/>
                  <a:pt x="3460" y="426"/>
                </a:cubicBezTo>
                <a:cubicBezTo>
                  <a:pt x="3449" y="464"/>
                  <a:pt x="3445" y="466"/>
                  <a:pt x="3446" y="471"/>
                </a:cubicBezTo>
                <a:cubicBezTo>
                  <a:pt x="3438" y="502"/>
                  <a:pt x="3433" y="506"/>
                  <a:pt x="3433" y="516"/>
                </a:cubicBezTo>
                <a:cubicBezTo>
                  <a:pt x="3417" y="568"/>
                  <a:pt x="3415" y="576"/>
                  <a:pt x="3410" y="581"/>
                </a:cubicBezTo>
                <a:cubicBezTo>
                  <a:pt x="3410" y="660"/>
                  <a:pt x="3412" y="665"/>
                  <a:pt x="3412" y="672"/>
                </a:cubicBezTo>
                <a:cubicBezTo>
                  <a:pt x="3426" y="706"/>
                  <a:pt x="3422" y="719"/>
                  <a:pt x="3430" y="717"/>
                </a:cubicBezTo>
                <a:cubicBezTo>
                  <a:pt x="3420" y="681"/>
                  <a:pt x="3418" y="669"/>
                  <a:pt x="3415" y="659"/>
                </a:cubicBezTo>
                <a:cubicBezTo>
                  <a:pt x="3417" y="602"/>
                  <a:pt x="3414" y="595"/>
                  <a:pt x="3417" y="593"/>
                </a:cubicBezTo>
                <a:cubicBezTo>
                  <a:pt x="3434" y="546"/>
                  <a:pt x="3431" y="525"/>
                  <a:pt x="3442" y="515"/>
                </a:cubicBezTo>
                <a:cubicBezTo>
                  <a:pt x="3458" y="465"/>
                  <a:pt x="3460" y="456"/>
                  <a:pt x="3461" y="448"/>
                </a:cubicBezTo>
                <a:cubicBezTo>
                  <a:pt x="3477" y="411"/>
                  <a:pt x="3477" y="404"/>
                  <a:pt x="3480" y="401"/>
                </a:cubicBezTo>
                <a:cubicBezTo>
                  <a:pt x="3493" y="395"/>
                  <a:pt x="3485" y="406"/>
                  <a:pt x="3486" y="425"/>
                </a:cubicBezTo>
                <a:cubicBezTo>
                  <a:pt x="3466" y="480"/>
                  <a:pt x="3469" y="488"/>
                  <a:pt x="3464" y="490"/>
                </a:cubicBezTo>
                <a:cubicBezTo>
                  <a:pt x="3457" y="522"/>
                  <a:pt x="3453" y="524"/>
                  <a:pt x="3454" y="532"/>
                </a:cubicBezTo>
                <a:cubicBezTo>
                  <a:pt x="3444" y="561"/>
                  <a:pt x="3446" y="568"/>
                  <a:pt x="3444" y="572"/>
                </a:cubicBezTo>
                <a:cubicBezTo>
                  <a:pt x="3437" y="682"/>
                  <a:pt x="3434" y="691"/>
                  <a:pt x="3439" y="719"/>
                </a:cubicBezTo>
                <a:cubicBezTo>
                  <a:pt x="3448" y="743"/>
                  <a:pt x="3450" y="749"/>
                  <a:pt x="3457" y="750"/>
                </a:cubicBezTo>
                <a:cubicBezTo>
                  <a:pt x="3444" y="682"/>
                  <a:pt x="3442" y="668"/>
                  <a:pt x="3441" y="655"/>
                </a:cubicBezTo>
                <a:cubicBezTo>
                  <a:pt x="3449" y="616"/>
                  <a:pt x="3442" y="615"/>
                  <a:pt x="3447" y="611"/>
                </a:cubicBezTo>
                <a:cubicBezTo>
                  <a:pt x="3451" y="571"/>
                  <a:pt x="3456" y="564"/>
                  <a:pt x="3456" y="554"/>
                </a:cubicBezTo>
                <a:cubicBezTo>
                  <a:pt x="3482" y="464"/>
                  <a:pt x="3487" y="456"/>
                  <a:pt x="3488" y="446"/>
                </a:cubicBezTo>
                <a:cubicBezTo>
                  <a:pt x="3494" y="430"/>
                  <a:pt x="3499" y="432"/>
                  <a:pt x="3495" y="433"/>
                </a:cubicBezTo>
                <a:cubicBezTo>
                  <a:pt x="3483" y="507"/>
                  <a:pt x="3473" y="525"/>
                  <a:pt x="3476" y="554"/>
                </a:cubicBezTo>
                <a:cubicBezTo>
                  <a:pt x="3469" y="597"/>
                  <a:pt x="3466" y="612"/>
                  <a:pt x="3465" y="629"/>
                </a:cubicBezTo>
                <a:cubicBezTo>
                  <a:pt x="3479" y="752"/>
                  <a:pt x="3485" y="750"/>
                  <a:pt x="3485" y="755"/>
                </a:cubicBezTo>
                <a:cubicBezTo>
                  <a:pt x="3499" y="791"/>
                  <a:pt x="3500" y="794"/>
                  <a:pt x="3503" y="795"/>
                </a:cubicBezTo>
                <a:cubicBezTo>
                  <a:pt x="3492" y="758"/>
                  <a:pt x="3488" y="746"/>
                  <a:pt x="3484" y="744"/>
                </a:cubicBezTo>
                <a:cubicBezTo>
                  <a:pt x="3481" y="733"/>
                  <a:pt x="3481" y="729"/>
                  <a:pt x="3481" y="729"/>
                </a:cubicBezTo>
                <a:cubicBezTo>
                  <a:pt x="3475" y="679"/>
                  <a:pt x="3475" y="662"/>
                  <a:pt x="3473" y="646"/>
                </a:cubicBezTo>
                <a:cubicBezTo>
                  <a:pt x="3481" y="573"/>
                  <a:pt x="3482" y="570"/>
                  <a:pt x="3481" y="565"/>
                </a:cubicBezTo>
                <a:cubicBezTo>
                  <a:pt x="3488" y="543"/>
                  <a:pt x="3484" y="535"/>
                  <a:pt x="3485" y="532"/>
                </a:cubicBezTo>
                <a:cubicBezTo>
                  <a:pt x="3494" y="519"/>
                  <a:pt x="3487" y="532"/>
                  <a:pt x="3488" y="551"/>
                </a:cubicBezTo>
                <a:cubicBezTo>
                  <a:pt x="3483" y="582"/>
                  <a:pt x="3481" y="591"/>
                  <a:pt x="3481" y="600"/>
                </a:cubicBezTo>
                <a:cubicBezTo>
                  <a:pt x="3506" y="747"/>
                  <a:pt x="3504" y="754"/>
                  <a:pt x="3507" y="755"/>
                </a:cubicBezTo>
                <a:cubicBezTo>
                  <a:pt x="3522" y="799"/>
                  <a:pt x="3528" y="803"/>
                  <a:pt x="3531" y="811"/>
                </a:cubicBezTo>
                <a:cubicBezTo>
                  <a:pt x="3524" y="788"/>
                  <a:pt x="3521" y="783"/>
                  <a:pt x="3520" y="776"/>
                </a:cubicBezTo>
                <a:cubicBezTo>
                  <a:pt x="3511" y="743"/>
                  <a:pt x="3507" y="733"/>
                  <a:pt x="3503" y="723"/>
                </a:cubicBezTo>
                <a:cubicBezTo>
                  <a:pt x="3500" y="696"/>
                  <a:pt x="3497" y="689"/>
                  <a:pt x="3495" y="682"/>
                </a:cubicBezTo>
                <a:cubicBezTo>
                  <a:pt x="3491" y="631"/>
                  <a:pt x="3491" y="616"/>
                  <a:pt x="3490" y="599"/>
                </a:cubicBezTo>
                <a:cubicBezTo>
                  <a:pt x="3495" y="554"/>
                  <a:pt x="3495" y="550"/>
                  <a:pt x="3497" y="548"/>
                </a:cubicBezTo>
                <a:cubicBezTo>
                  <a:pt x="3502" y="498"/>
                  <a:pt x="3505" y="494"/>
                  <a:pt x="3506" y="489"/>
                </a:cubicBezTo>
                <a:cubicBezTo>
                  <a:pt x="3506" y="547"/>
                  <a:pt x="3503" y="566"/>
                  <a:pt x="3502" y="585"/>
                </a:cubicBezTo>
                <a:cubicBezTo>
                  <a:pt x="3515" y="692"/>
                  <a:pt x="3511" y="695"/>
                  <a:pt x="3512" y="698"/>
                </a:cubicBezTo>
                <a:cubicBezTo>
                  <a:pt x="3528" y="752"/>
                  <a:pt x="3532" y="765"/>
                  <a:pt x="3537" y="775"/>
                </a:cubicBezTo>
                <a:cubicBezTo>
                  <a:pt x="3550" y="790"/>
                  <a:pt x="3543" y="782"/>
                  <a:pt x="3539" y="771"/>
                </a:cubicBezTo>
                <a:cubicBezTo>
                  <a:pt x="3522" y="708"/>
                  <a:pt x="3521" y="704"/>
                  <a:pt x="3519" y="702"/>
                </a:cubicBezTo>
                <a:cubicBezTo>
                  <a:pt x="3511" y="634"/>
                  <a:pt x="3511" y="615"/>
                  <a:pt x="3509" y="600"/>
                </a:cubicBezTo>
                <a:cubicBezTo>
                  <a:pt x="3520" y="547"/>
                  <a:pt x="3511" y="533"/>
                  <a:pt x="3520" y="534"/>
                </a:cubicBezTo>
                <a:cubicBezTo>
                  <a:pt x="3524" y="611"/>
                  <a:pt x="3521" y="619"/>
                  <a:pt x="3526" y="619"/>
                </a:cubicBezTo>
                <a:cubicBezTo>
                  <a:pt x="3528" y="645"/>
                  <a:pt x="3532" y="649"/>
                  <a:pt x="3531" y="660"/>
                </a:cubicBezTo>
                <a:cubicBezTo>
                  <a:pt x="3556" y="737"/>
                  <a:pt x="3561" y="744"/>
                  <a:pt x="3562" y="760"/>
                </a:cubicBezTo>
                <a:cubicBezTo>
                  <a:pt x="3585" y="787"/>
                  <a:pt x="3582" y="784"/>
                  <a:pt x="3579" y="783"/>
                </a:cubicBezTo>
                <a:cubicBezTo>
                  <a:pt x="3560" y="729"/>
                  <a:pt x="3552" y="701"/>
                  <a:pt x="3543" y="672"/>
                </a:cubicBezTo>
                <a:cubicBezTo>
                  <a:pt x="3532" y="618"/>
                  <a:pt x="3532" y="614"/>
                  <a:pt x="3532" y="609"/>
                </a:cubicBezTo>
                <a:cubicBezTo>
                  <a:pt x="3535" y="597"/>
                  <a:pt x="3540" y="609"/>
                  <a:pt x="3544" y="622"/>
                </a:cubicBezTo>
                <a:cubicBezTo>
                  <a:pt x="3564" y="685"/>
                  <a:pt x="3567" y="689"/>
                  <a:pt x="3569" y="696"/>
                </a:cubicBezTo>
                <a:cubicBezTo>
                  <a:pt x="3585" y="716"/>
                  <a:pt x="3578" y="710"/>
                  <a:pt x="3575" y="700"/>
                </a:cubicBezTo>
                <a:cubicBezTo>
                  <a:pt x="3544" y="591"/>
                  <a:pt x="3539" y="578"/>
                  <a:pt x="3533" y="566"/>
                </a:cubicBezTo>
                <a:cubicBezTo>
                  <a:pt x="3524" y="501"/>
                  <a:pt x="3524" y="496"/>
                  <a:pt x="3524" y="492"/>
                </a:cubicBezTo>
                <a:cubicBezTo>
                  <a:pt x="3538" y="519"/>
                  <a:pt x="3540" y="534"/>
                  <a:pt x="3545" y="545"/>
                </a:cubicBezTo>
                <a:cubicBezTo>
                  <a:pt x="3565" y="611"/>
                  <a:pt x="3571" y="614"/>
                  <a:pt x="3572" y="622"/>
                </a:cubicBezTo>
                <a:cubicBezTo>
                  <a:pt x="3605" y="698"/>
                  <a:pt x="3603" y="709"/>
                  <a:pt x="3609" y="711"/>
                </a:cubicBezTo>
                <a:cubicBezTo>
                  <a:pt x="3621" y="744"/>
                  <a:pt x="3629" y="753"/>
                  <a:pt x="3632" y="766"/>
                </a:cubicBezTo>
                <a:cubicBezTo>
                  <a:pt x="3648" y="791"/>
                  <a:pt x="3648" y="793"/>
                  <a:pt x="3650" y="793"/>
                </a:cubicBezTo>
                <a:cubicBezTo>
                  <a:pt x="3633" y="742"/>
                  <a:pt x="3627" y="742"/>
                  <a:pt x="3626" y="738"/>
                </a:cubicBezTo>
                <a:cubicBezTo>
                  <a:pt x="3609" y="692"/>
                  <a:pt x="3602" y="684"/>
                  <a:pt x="3600" y="670"/>
                </a:cubicBezTo>
                <a:cubicBezTo>
                  <a:pt x="3573" y="591"/>
                  <a:pt x="3570" y="586"/>
                  <a:pt x="3569" y="578"/>
                </a:cubicBezTo>
                <a:cubicBezTo>
                  <a:pt x="3567" y="568"/>
                  <a:pt x="3571" y="572"/>
                  <a:pt x="3573" y="578"/>
                </a:cubicBezTo>
                <a:cubicBezTo>
                  <a:pt x="3589" y="595"/>
                  <a:pt x="3591" y="601"/>
                  <a:pt x="3593" y="607"/>
                </a:cubicBezTo>
                <a:cubicBezTo>
                  <a:pt x="3615" y="642"/>
                  <a:pt x="3619" y="647"/>
                  <a:pt x="3622" y="651"/>
                </a:cubicBezTo>
                <a:cubicBezTo>
                  <a:pt x="3682" y="757"/>
                  <a:pt x="3686" y="769"/>
                  <a:pt x="3692" y="779"/>
                </a:cubicBezTo>
                <a:cubicBezTo>
                  <a:pt x="3700" y="801"/>
                  <a:pt x="3701" y="805"/>
                  <a:pt x="3701" y="809"/>
                </a:cubicBezTo>
                <a:cubicBezTo>
                  <a:pt x="3698" y="773"/>
                  <a:pt x="3692" y="767"/>
                  <a:pt x="3689" y="758"/>
                </a:cubicBezTo>
                <a:cubicBezTo>
                  <a:pt x="3682" y="741"/>
                  <a:pt x="3677" y="738"/>
                  <a:pt x="3678" y="732"/>
                </a:cubicBezTo>
                <a:cubicBezTo>
                  <a:pt x="3657" y="683"/>
                  <a:pt x="3641" y="668"/>
                  <a:pt x="3631" y="646"/>
                </a:cubicBezTo>
                <a:cubicBezTo>
                  <a:pt x="3609" y="610"/>
                  <a:pt x="3605" y="606"/>
                  <a:pt x="3603" y="600"/>
                </a:cubicBezTo>
                <a:cubicBezTo>
                  <a:pt x="3602" y="588"/>
                  <a:pt x="3604" y="593"/>
                  <a:pt x="3605" y="598"/>
                </a:cubicBezTo>
                <a:cubicBezTo>
                  <a:pt x="3636" y="646"/>
                  <a:pt x="3645" y="650"/>
                  <a:pt x="3649" y="660"/>
                </a:cubicBezTo>
                <a:cubicBezTo>
                  <a:pt x="3683" y="718"/>
                  <a:pt x="3683" y="724"/>
                  <a:pt x="3687" y="727"/>
                </a:cubicBezTo>
                <a:cubicBezTo>
                  <a:pt x="3711" y="775"/>
                  <a:pt x="3709" y="785"/>
                  <a:pt x="3715" y="787"/>
                </a:cubicBezTo>
                <a:cubicBezTo>
                  <a:pt x="3704" y="756"/>
                  <a:pt x="3706" y="749"/>
                  <a:pt x="3703" y="748"/>
                </a:cubicBezTo>
                <a:cubicBezTo>
                  <a:pt x="3683" y="705"/>
                  <a:pt x="3676" y="692"/>
                  <a:pt x="3670" y="678"/>
                </a:cubicBezTo>
                <a:cubicBezTo>
                  <a:pt x="3642" y="629"/>
                  <a:pt x="3632" y="620"/>
                  <a:pt x="3626" y="607"/>
                </a:cubicBezTo>
                <a:cubicBezTo>
                  <a:pt x="3605" y="580"/>
                  <a:pt x="3601" y="579"/>
                  <a:pt x="3601" y="574"/>
                </a:cubicBezTo>
                <a:cubicBezTo>
                  <a:pt x="3573" y="536"/>
                  <a:pt x="3569" y="530"/>
                  <a:pt x="3565" y="524"/>
                </a:cubicBezTo>
                <a:cubicBezTo>
                  <a:pt x="3546" y="487"/>
                  <a:pt x="3541" y="488"/>
                  <a:pt x="3543" y="482"/>
                </a:cubicBezTo>
                <a:cubicBezTo>
                  <a:pt x="3536" y="457"/>
                  <a:pt x="3537" y="465"/>
                  <a:pt x="3542" y="469"/>
                </a:cubicBezTo>
                <a:cubicBezTo>
                  <a:pt x="3566" y="506"/>
                  <a:pt x="3571" y="510"/>
                  <a:pt x="3575" y="514"/>
                </a:cubicBezTo>
                <a:cubicBezTo>
                  <a:pt x="3616" y="563"/>
                  <a:pt x="3621" y="567"/>
                  <a:pt x="3623" y="575"/>
                </a:cubicBezTo>
                <a:cubicBezTo>
                  <a:pt x="3671" y="639"/>
                  <a:pt x="3669" y="646"/>
                  <a:pt x="3672" y="648"/>
                </a:cubicBezTo>
                <a:cubicBezTo>
                  <a:pt x="3691" y="678"/>
                  <a:pt x="3690" y="689"/>
                  <a:pt x="3695" y="692"/>
                </a:cubicBezTo>
                <a:cubicBezTo>
                  <a:pt x="3712" y="731"/>
                  <a:pt x="3709" y="741"/>
                  <a:pt x="3716" y="741"/>
                </a:cubicBezTo>
                <a:cubicBezTo>
                  <a:pt x="3708" y="703"/>
                  <a:pt x="3703" y="704"/>
                  <a:pt x="3704" y="698"/>
                </a:cubicBezTo>
                <a:cubicBezTo>
                  <a:pt x="3691" y="675"/>
                  <a:pt x="3692" y="664"/>
                  <a:pt x="3686" y="662"/>
                </a:cubicBezTo>
                <a:cubicBezTo>
                  <a:pt x="3670" y="620"/>
                  <a:pt x="3664" y="622"/>
                  <a:pt x="3664" y="618"/>
                </a:cubicBezTo>
                <a:cubicBezTo>
                  <a:pt x="3633" y="576"/>
                  <a:pt x="3635" y="569"/>
                  <a:pt x="3632" y="567"/>
                </a:cubicBezTo>
                <a:cubicBezTo>
                  <a:pt x="3612" y="544"/>
                  <a:pt x="3609" y="542"/>
                  <a:pt x="3608" y="538"/>
                </a:cubicBezTo>
                <a:cubicBezTo>
                  <a:pt x="3595" y="520"/>
                  <a:pt x="3590" y="520"/>
                  <a:pt x="3589" y="516"/>
                </a:cubicBezTo>
                <a:cubicBezTo>
                  <a:pt x="3575" y="485"/>
                  <a:pt x="3576" y="492"/>
                  <a:pt x="3583" y="494"/>
                </a:cubicBezTo>
                <a:cubicBezTo>
                  <a:pt x="3605" y="518"/>
                  <a:pt x="3612" y="530"/>
                  <a:pt x="3621" y="540"/>
                </a:cubicBezTo>
                <a:cubicBezTo>
                  <a:pt x="3637" y="562"/>
                  <a:pt x="3646" y="562"/>
                  <a:pt x="3647" y="571"/>
                </a:cubicBezTo>
                <a:cubicBezTo>
                  <a:pt x="3679" y="613"/>
                  <a:pt x="3687" y="624"/>
                  <a:pt x="3693" y="637"/>
                </a:cubicBezTo>
                <a:cubicBezTo>
                  <a:pt x="3722" y="683"/>
                  <a:pt x="3722" y="688"/>
                  <a:pt x="3725" y="690"/>
                </a:cubicBezTo>
                <a:cubicBezTo>
                  <a:pt x="3736" y="699"/>
                  <a:pt x="3730" y="697"/>
                  <a:pt x="3730" y="687"/>
                </a:cubicBezTo>
                <a:cubicBezTo>
                  <a:pt x="3696" y="629"/>
                  <a:pt x="3695" y="622"/>
                  <a:pt x="3690" y="618"/>
                </a:cubicBezTo>
                <a:cubicBezTo>
                  <a:pt x="3664" y="581"/>
                  <a:pt x="3661" y="574"/>
                  <a:pt x="3658" y="568"/>
                </a:cubicBezTo>
                <a:cubicBezTo>
                  <a:pt x="3624" y="530"/>
                  <a:pt x="3617" y="519"/>
                  <a:pt x="3608" y="510"/>
                </a:cubicBezTo>
                <a:cubicBezTo>
                  <a:pt x="3534" y="424"/>
                  <a:pt x="3528" y="418"/>
                  <a:pt x="3524" y="409"/>
                </a:cubicBezTo>
                <a:cubicBezTo>
                  <a:pt x="3505" y="384"/>
                  <a:pt x="3506" y="376"/>
                  <a:pt x="3500" y="376"/>
                </a:cubicBezTo>
                <a:cubicBezTo>
                  <a:pt x="3502" y="363"/>
                  <a:pt x="3500" y="371"/>
                  <a:pt x="3504" y="371"/>
                </a:cubicBezTo>
                <a:cubicBezTo>
                  <a:pt x="3530" y="404"/>
                  <a:pt x="3532" y="412"/>
                  <a:pt x="3538" y="417"/>
                </a:cubicBezTo>
                <a:cubicBezTo>
                  <a:pt x="3562" y="446"/>
                  <a:pt x="3566" y="447"/>
                  <a:pt x="3567" y="452"/>
                </a:cubicBezTo>
                <a:cubicBezTo>
                  <a:pt x="3602" y="487"/>
                  <a:pt x="3602" y="492"/>
                  <a:pt x="3607" y="493"/>
                </a:cubicBezTo>
                <a:cubicBezTo>
                  <a:pt x="3650" y="542"/>
                  <a:pt x="3656" y="546"/>
                  <a:pt x="3659" y="555"/>
                </a:cubicBezTo>
                <a:cubicBezTo>
                  <a:pt x="3706" y="616"/>
                  <a:pt x="3708" y="625"/>
                  <a:pt x="3715" y="629"/>
                </a:cubicBezTo>
                <a:cubicBezTo>
                  <a:pt x="3727" y="644"/>
                  <a:pt x="3724" y="639"/>
                  <a:pt x="3720" y="638"/>
                </a:cubicBezTo>
                <a:cubicBezTo>
                  <a:pt x="3689" y="575"/>
                  <a:pt x="3675" y="561"/>
                  <a:pt x="3663" y="546"/>
                </a:cubicBezTo>
                <a:cubicBezTo>
                  <a:pt x="3641" y="512"/>
                  <a:pt x="3631" y="508"/>
                  <a:pt x="3625" y="500"/>
                </a:cubicBezTo>
                <a:cubicBezTo>
                  <a:pt x="3592" y="468"/>
                  <a:pt x="3591" y="465"/>
                  <a:pt x="3591" y="461"/>
                </a:cubicBezTo>
                <a:cubicBezTo>
                  <a:pt x="3577" y="443"/>
                  <a:pt x="3570" y="445"/>
                  <a:pt x="3570" y="438"/>
                </a:cubicBezTo>
                <a:cubicBezTo>
                  <a:pt x="3535" y="402"/>
                  <a:pt x="3533" y="398"/>
                  <a:pt x="3532" y="393"/>
                </a:cubicBezTo>
                <a:cubicBezTo>
                  <a:pt x="3530" y="387"/>
                  <a:pt x="3532" y="390"/>
                  <a:pt x="3534" y="393"/>
                </a:cubicBezTo>
                <a:cubicBezTo>
                  <a:pt x="3549" y="412"/>
                  <a:pt x="3552" y="411"/>
                  <a:pt x="3553" y="413"/>
                </a:cubicBezTo>
                <a:cubicBezTo>
                  <a:pt x="3592" y="453"/>
                  <a:pt x="3594" y="455"/>
                  <a:pt x="3596" y="458"/>
                </a:cubicBezTo>
                <a:cubicBezTo>
                  <a:pt x="3621" y="483"/>
                  <a:pt x="3627" y="485"/>
                  <a:pt x="3631" y="491"/>
                </a:cubicBezTo>
                <a:cubicBezTo>
                  <a:pt x="3653" y="516"/>
                  <a:pt x="3661" y="526"/>
                  <a:pt x="3669" y="536"/>
                </a:cubicBezTo>
                <a:cubicBezTo>
                  <a:pt x="3710" y="588"/>
                  <a:pt x="3713" y="595"/>
                  <a:pt x="3719" y="598"/>
                </a:cubicBezTo>
                <a:cubicBezTo>
                  <a:pt x="3754" y="657"/>
                  <a:pt x="3756" y="665"/>
                  <a:pt x="3759" y="672"/>
                </a:cubicBezTo>
                <a:cubicBezTo>
                  <a:pt x="3769" y="696"/>
                  <a:pt x="3765" y="705"/>
                  <a:pt x="3770" y="704"/>
                </a:cubicBezTo>
                <a:cubicBezTo>
                  <a:pt x="3763" y="670"/>
                  <a:pt x="3763" y="659"/>
                  <a:pt x="3758" y="655"/>
                </a:cubicBezTo>
                <a:cubicBezTo>
                  <a:pt x="3722" y="590"/>
                  <a:pt x="3717" y="586"/>
                  <a:pt x="3713" y="579"/>
                </a:cubicBezTo>
                <a:cubicBezTo>
                  <a:pt x="3668" y="527"/>
                  <a:pt x="3671" y="520"/>
                  <a:pt x="3668" y="519"/>
                </a:cubicBezTo>
                <a:cubicBezTo>
                  <a:pt x="3638" y="483"/>
                  <a:pt x="3626" y="475"/>
                  <a:pt x="3618" y="463"/>
                </a:cubicBezTo>
                <a:cubicBezTo>
                  <a:pt x="3597" y="446"/>
                  <a:pt x="3593" y="439"/>
                  <a:pt x="3587" y="435"/>
                </a:cubicBezTo>
                <a:cubicBezTo>
                  <a:pt x="3544" y="388"/>
                  <a:pt x="3531" y="373"/>
                  <a:pt x="3516" y="359"/>
                </a:cubicBezTo>
                <a:cubicBezTo>
                  <a:pt x="3482" y="312"/>
                  <a:pt x="3483" y="307"/>
                  <a:pt x="3480" y="307"/>
                </a:cubicBezTo>
                <a:cubicBezTo>
                  <a:pt x="3491" y="306"/>
                  <a:pt x="3495" y="310"/>
                  <a:pt x="3498" y="315"/>
                </a:cubicBezTo>
                <a:cubicBezTo>
                  <a:pt x="3528" y="347"/>
                  <a:pt x="3536" y="354"/>
                  <a:pt x="3543" y="362"/>
                </a:cubicBezTo>
                <a:cubicBezTo>
                  <a:pt x="3574" y="381"/>
                  <a:pt x="3571" y="392"/>
                  <a:pt x="3580" y="390"/>
                </a:cubicBezTo>
                <a:cubicBezTo>
                  <a:pt x="3598" y="407"/>
                  <a:pt x="3606" y="414"/>
                  <a:pt x="3615" y="420"/>
                </a:cubicBezTo>
                <a:cubicBezTo>
                  <a:pt x="3642" y="449"/>
                  <a:pt x="3647" y="454"/>
                  <a:pt x="3650" y="457"/>
                </a:cubicBezTo>
                <a:cubicBezTo>
                  <a:pt x="3680" y="486"/>
                  <a:pt x="3682" y="493"/>
                  <a:pt x="3686" y="498"/>
                </a:cubicBezTo>
                <a:cubicBezTo>
                  <a:pt x="3724" y="544"/>
                  <a:pt x="3729" y="547"/>
                  <a:pt x="3731" y="554"/>
                </a:cubicBezTo>
                <a:cubicBezTo>
                  <a:pt x="3765" y="605"/>
                  <a:pt x="3771" y="607"/>
                  <a:pt x="3773" y="614"/>
                </a:cubicBezTo>
                <a:cubicBezTo>
                  <a:pt x="3793" y="649"/>
                  <a:pt x="3792" y="642"/>
                  <a:pt x="3790" y="637"/>
                </a:cubicBezTo>
                <a:cubicBezTo>
                  <a:pt x="3772" y="601"/>
                  <a:pt x="3770" y="595"/>
                  <a:pt x="3765" y="593"/>
                </a:cubicBezTo>
                <a:cubicBezTo>
                  <a:pt x="3747" y="556"/>
                  <a:pt x="3740" y="557"/>
                  <a:pt x="3740" y="549"/>
                </a:cubicBezTo>
                <a:cubicBezTo>
                  <a:pt x="3716" y="518"/>
                  <a:pt x="3713" y="513"/>
                  <a:pt x="3708" y="510"/>
                </a:cubicBezTo>
                <a:cubicBezTo>
                  <a:pt x="3663" y="455"/>
                  <a:pt x="3658" y="453"/>
                  <a:pt x="3656" y="448"/>
                </a:cubicBezTo>
                <a:cubicBezTo>
                  <a:pt x="3639" y="433"/>
                  <a:pt x="3635" y="430"/>
                  <a:pt x="3631" y="428"/>
                </a:cubicBezTo>
                <a:cubicBezTo>
                  <a:pt x="3606" y="403"/>
                  <a:pt x="3605" y="400"/>
                  <a:pt x="3602" y="399"/>
                </a:cubicBezTo>
                <a:cubicBezTo>
                  <a:pt x="3568" y="367"/>
                  <a:pt x="3560" y="369"/>
                  <a:pt x="3558" y="363"/>
                </a:cubicBezTo>
                <a:cubicBezTo>
                  <a:pt x="3494" y="295"/>
                  <a:pt x="3486" y="288"/>
                  <a:pt x="3480" y="279"/>
                </a:cubicBezTo>
                <a:cubicBezTo>
                  <a:pt x="3472" y="259"/>
                  <a:pt x="3480" y="269"/>
                  <a:pt x="3487" y="280"/>
                </a:cubicBezTo>
                <a:cubicBezTo>
                  <a:pt x="3581" y="355"/>
                  <a:pt x="3584" y="357"/>
                  <a:pt x="3588" y="356"/>
                </a:cubicBezTo>
                <a:cubicBezTo>
                  <a:pt x="3607" y="371"/>
                  <a:pt x="3608" y="375"/>
                  <a:pt x="3614" y="374"/>
                </a:cubicBezTo>
                <a:cubicBezTo>
                  <a:pt x="3644" y="397"/>
                  <a:pt x="3643" y="407"/>
                  <a:pt x="3651" y="406"/>
                </a:cubicBezTo>
                <a:cubicBezTo>
                  <a:pt x="3671" y="425"/>
                  <a:pt x="3673" y="426"/>
                  <a:pt x="3674" y="429"/>
                </a:cubicBezTo>
                <a:cubicBezTo>
                  <a:pt x="3702" y="457"/>
                  <a:pt x="3707" y="461"/>
                  <a:pt x="3710" y="466"/>
                </a:cubicBezTo>
                <a:cubicBezTo>
                  <a:pt x="3755" y="519"/>
                  <a:pt x="3757" y="520"/>
                  <a:pt x="3760" y="521"/>
                </a:cubicBezTo>
                <a:cubicBezTo>
                  <a:pt x="3775" y="552"/>
                  <a:pt x="3783" y="552"/>
                  <a:pt x="3784" y="559"/>
                </a:cubicBezTo>
                <a:cubicBezTo>
                  <a:pt x="3802" y="592"/>
                  <a:pt x="3803" y="594"/>
                  <a:pt x="3806" y="594"/>
                </a:cubicBezTo>
                <a:cubicBezTo>
                  <a:pt x="3803" y="583"/>
                  <a:pt x="3803" y="576"/>
                  <a:pt x="3798" y="573"/>
                </a:cubicBezTo>
                <a:cubicBezTo>
                  <a:pt x="3759" y="513"/>
                  <a:pt x="3754" y="504"/>
                  <a:pt x="3747" y="496"/>
                </a:cubicBezTo>
                <a:cubicBezTo>
                  <a:pt x="3718" y="457"/>
                  <a:pt x="3712" y="459"/>
                  <a:pt x="3713" y="455"/>
                </a:cubicBezTo>
                <a:cubicBezTo>
                  <a:pt x="3682" y="427"/>
                  <a:pt x="3680" y="421"/>
                  <a:pt x="3676" y="418"/>
                </a:cubicBezTo>
                <a:cubicBezTo>
                  <a:pt x="3660" y="405"/>
                  <a:pt x="3655" y="404"/>
                  <a:pt x="3655" y="397"/>
                </a:cubicBezTo>
                <a:cubicBezTo>
                  <a:pt x="3624" y="378"/>
                  <a:pt x="3624" y="370"/>
                  <a:pt x="3618" y="369"/>
                </a:cubicBezTo>
                <a:cubicBezTo>
                  <a:pt x="3604" y="356"/>
                  <a:pt x="3600" y="353"/>
                  <a:pt x="3595" y="351"/>
                </a:cubicBezTo>
                <a:cubicBezTo>
                  <a:pt x="3588" y="343"/>
                  <a:pt x="3585" y="343"/>
                  <a:pt x="3583" y="341"/>
                </a:cubicBezTo>
                <a:cubicBezTo>
                  <a:pt x="3552" y="324"/>
                  <a:pt x="3552" y="316"/>
                  <a:pt x="3546" y="315"/>
                </a:cubicBezTo>
                <a:cubicBezTo>
                  <a:pt x="3518" y="293"/>
                  <a:pt x="3513" y="292"/>
                  <a:pt x="3511" y="287"/>
                </a:cubicBezTo>
                <a:cubicBezTo>
                  <a:pt x="3473" y="249"/>
                  <a:pt x="3471" y="239"/>
                  <a:pt x="3464" y="236"/>
                </a:cubicBezTo>
                <a:cubicBezTo>
                  <a:pt x="3464" y="229"/>
                  <a:pt x="3471" y="229"/>
                  <a:pt x="3475" y="233"/>
                </a:cubicBezTo>
                <a:cubicBezTo>
                  <a:pt x="3498" y="257"/>
                  <a:pt x="3501" y="260"/>
                  <a:pt x="3505" y="262"/>
                </a:cubicBezTo>
                <a:cubicBezTo>
                  <a:pt x="3519" y="277"/>
                  <a:pt x="3523" y="275"/>
                  <a:pt x="3524" y="278"/>
                </a:cubicBezTo>
                <a:cubicBezTo>
                  <a:pt x="3556" y="301"/>
                  <a:pt x="3562" y="300"/>
                  <a:pt x="3565" y="303"/>
                </a:cubicBezTo>
                <a:cubicBezTo>
                  <a:pt x="3580" y="312"/>
                  <a:pt x="3580" y="313"/>
                  <a:pt x="3581" y="313"/>
                </a:cubicBezTo>
                <a:cubicBezTo>
                  <a:pt x="3601" y="325"/>
                  <a:pt x="3604" y="326"/>
                  <a:pt x="3608" y="329"/>
                </a:cubicBezTo>
                <a:cubicBezTo>
                  <a:pt x="3643" y="351"/>
                  <a:pt x="3649" y="350"/>
                  <a:pt x="3652" y="354"/>
                </a:cubicBezTo>
                <a:cubicBezTo>
                  <a:pt x="3678" y="367"/>
                  <a:pt x="3693" y="375"/>
                  <a:pt x="3708" y="383"/>
                </a:cubicBezTo>
                <a:cubicBezTo>
                  <a:pt x="3760" y="411"/>
                  <a:pt x="3762" y="421"/>
                  <a:pt x="3770" y="424"/>
                </a:cubicBezTo>
                <a:cubicBezTo>
                  <a:pt x="3809" y="461"/>
                  <a:pt x="3812" y="463"/>
                  <a:pt x="3815" y="467"/>
                </a:cubicBezTo>
                <a:cubicBezTo>
                  <a:pt x="3834" y="487"/>
                  <a:pt x="3838" y="487"/>
                  <a:pt x="3840" y="490"/>
                </a:cubicBezTo>
                <a:cubicBezTo>
                  <a:pt x="3834" y="475"/>
                  <a:pt x="3825" y="469"/>
                  <a:pt x="3819" y="460"/>
                </a:cubicBezTo>
                <a:cubicBezTo>
                  <a:pt x="3792" y="438"/>
                  <a:pt x="3793" y="432"/>
                  <a:pt x="3788" y="434"/>
                </a:cubicBezTo>
                <a:cubicBezTo>
                  <a:pt x="3769" y="415"/>
                  <a:pt x="3767" y="413"/>
                  <a:pt x="3767" y="409"/>
                </a:cubicBezTo>
                <a:cubicBezTo>
                  <a:pt x="3741" y="393"/>
                  <a:pt x="3737" y="390"/>
                  <a:pt x="3733" y="388"/>
                </a:cubicBezTo>
                <a:cubicBezTo>
                  <a:pt x="3678" y="358"/>
                  <a:pt x="3671" y="350"/>
                  <a:pt x="3658" y="349"/>
                </a:cubicBezTo>
                <a:cubicBezTo>
                  <a:pt x="3620" y="324"/>
                  <a:pt x="3616" y="320"/>
                  <a:pt x="3610" y="318"/>
                </a:cubicBezTo>
                <a:cubicBezTo>
                  <a:pt x="3586" y="305"/>
                  <a:pt x="3581" y="301"/>
                  <a:pt x="3576" y="298"/>
                </a:cubicBezTo>
                <a:cubicBezTo>
                  <a:pt x="3551" y="286"/>
                  <a:pt x="3550" y="278"/>
                  <a:pt x="3543" y="276"/>
                </a:cubicBezTo>
                <a:cubicBezTo>
                  <a:pt x="3518" y="256"/>
                  <a:pt x="3508" y="251"/>
                  <a:pt x="3497" y="245"/>
                </a:cubicBezTo>
                <a:cubicBezTo>
                  <a:pt x="3480" y="220"/>
                  <a:pt x="3474" y="222"/>
                  <a:pt x="3472" y="220"/>
                </a:cubicBezTo>
                <a:cubicBezTo>
                  <a:pt x="3458" y="198"/>
                  <a:pt x="3452" y="196"/>
                  <a:pt x="3450" y="189"/>
                </a:cubicBezTo>
                <a:cubicBezTo>
                  <a:pt x="3467" y="202"/>
                  <a:pt x="3470" y="200"/>
                  <a:pt x="3470" y="201"/>
                </a:cubicBezTo>
                <a:cubicBezTo>
                  <a:pt x="3508" y="228"/>
                  <a:pt x="3514" y="232"/>
                  <a:pt x="3519" y="237"/>
                </a:cubicBezTo>
                <a:cubicBezTo>
                  <a:pt x="3549" y="252"/>
                  <a:pt x="3552" y="253"/>
                  <a:pt x="3555" y="256"/>
                </a:cubicBezTo>
                <a:cubicBezTo>
                  <a:pt x="3598" y="278"/>
                  <a:pt x="3605" y="282"/>
                  <a:pt x="3610" y="287"/>
                </a:cubicBezTo>
                <a:cubicBezTo>
                  <a:pt x="3676" y="320"/>
                  <a:pt x="3685" y="315"/>
                  <a:pt x="3684" y="321"/>
                </a:cubicBezTo>
                <a:cubicBezTo>
                  <a:pt x="3725" y="340"/>
                  <a:pt x="3730" y="346"/>
                  <a:pt x="3737" y="350"/>
                </a:cubicBezTo>
                <a:cubicBezTo>
                  <a:pt x="3768" y="372"/>
                  <a:pt x="3771" y="375"/>
                  <a:pt x="3776" y="376"/>
                </a:cubicBezTo>
                <a:cubicBezTo>
                  <a:pt x="3822" y="416"/>
                  <a:pt x="3821" y="423"/>
                  <a:pt x="3825" y="425"/>
                </a:cubicBezTo>
                <a:cubicBezTo>
                  <a:pt x="3836" y="427"/>
                  <a:pt x="3826" y="425"/>
                  <a:pt x="3824" y="414"/>
                </a:cubicBezTo>
                <a:cubicBezTo>
                  <a:pt x="3808" y="399"/>
                  <a:pt x="3802" y="401"/>
                  <a:pt x="3803" y="396"/>
                </a:cubicBezTo>
                <a:cubicBezTo>
                  <a:pt x="3777" y="374"/>
                  <a:pt x="3776" y="369"/>
                  <a:pt x="3771" y="367"/>
                </a:cubicBezTo>
                <a:cubicBezTo>
                  <a:pt x="3753" y="354"/>
                  <a:pt x="3751" y="352"/>
                  <a:pt x="3750" y="349"/>
                </a:cubicBezTo>
                <a:cubicBezTo>
                  <a:pt x="3700" y="322"/>
                  <a:pt x="3698" y="317"/>
                  <a:pt x="3690" y="316"/>
                </a:cubicBezTo>
                <a:cubicBezTo>
                  <a:pt x="3657" y="299"/>
                  <a:pt x="3656" y="297"/>
                  <a:pt x="3652" y="297"/>
                </a:cubicBezTo>
                <a:cubicBezTo>
                  <a:pt x="3597" y="265"/>
                  <a:pt x="3579" y="257"/>
                  <a:pt x="3561" y="251"/>
                </a:cubicBezTo>
                <a:cubicBezTo>
                  <a:pt x="3513" y="220"/>
                  <a:pt x="3507" y="220"/>
                  <a:pt x="3504" y="216"/>
                </a:cubicBezTo>
                <a:cubicBezTo>
                  <a:pt x="3485" y="199"/>
                  <a:pt x="3474" y="197"/>
                  <a:pt x="3469" y="188"/>
                </a:cubicBezTo>
                <a:cubicBezTo>
                  <a:pt x="3442" y="157"/>
                  <a:pt x="3447" y="163"/>
                  <a:pt x="3453" y="169"/>
                </a:cubicBezTo>
                <a:cubicBezTo>
                  <a:pt x="3478" y="187"/>
                  <a:pt x="3481" y="189"/>
                  <a:pt x="3483" y="193"/>
                </a:cubicBezTo>
                <a:cubicBezTo>
                  <a:pt x="3525" y="218"/>
                  <a:pt x="3531" y="224"/>
                  <a:pt x="3538" y="229"/>
                </a:cubicBezTo>
                <a:cubicBezTo>
                  <a:pt x="3595" y="256"/>
                  <a:pt x="3603" y="260"/>
                  <a:pt x="3610" y="265"/>
                </a:cubicBezTo>
                <a:cubicBezTo>
                  <a:pt x="3642" y="275"/>
                  <a:pt x="3644" y="276"/>
                  <a:pt x="3646" y="278"/>
                </a:cubicBezTo>
                <a:cubicBezTo>
                  <a:pt x="3697" y="296"/>
                  <a:pt x="3705" y="296"/>
                  <a:pt x="3709" y="300"/>
                </a:cubicBezTo>
                <a:cubicBezTo>
                  <a:pt x="3768" y="328"/>
                  <a:pt x="3781" y="331"/>
                  <a:pt x="3788" y="340"/>
                </a:cubicBezTo>
                <a:cubicBezTo>
                  <a:pt x="3806" y="351"/>
                  <a:pt x="3808" y="353"/>
                  <a:pt x="3811" y="354"/>
                </a:cubicBezTo>
                <a:cubicBezTo>
                  <a:pt x="3833" y="374"/>
                  <a:pt x="3837" y="374"/>
                  <a:pt x="3840" y="376"/>
                </a:cubicBezTo>
                <a:cubicBezTo>
                  <a:pt x="3829" y="365"/>
                  <a:pt x="3828" y="354"/>
                  <a:pt x="3818" y="353"/>
                </a:cubicBezTo>
                <a:cubicBezTo>
                  <a:pt x="3790" y="329"/>
                  <a:pt x="3784" y="331"/>
                  <a:pt x="3785" y="325"/>
                </a:cubicBezTo>
                <a:cubicBezTo>
                  <a:pt x="3759" y="314"/>
                  <a:pt x="3754" y="308"/>
                  <a:pt x="3744" y="306"/>
                </a:cubicBezTo>
                <a:cubicBezTo>
                  <a:pt x="3691" y="279"/>
                  <a:pt x="3678" y="280"/>
                  <a:pt x="3672" y="274"/>
                </a:cubicBezTo>
                <a:cubicBezTo>
                  <a:pt x="3600" y="254"/>
                  <a:pt x="3589" y="241"/>
                  <a:pt x="3569" y="237"/>
                </a:cubicBezTo>
                <a:cubicBezTo>
                  <a:pt x="3539" y="215"/>
                  <a:pt x="3533" y="217"/>
                  <a:pt x="3534" y="211"/>
                </a:cubicBezTo>
                <a:cubicBezTo>
                  <a:pt x="3492" y="194"/>
                  <a:pt x="3495" y="184"/>
                  <a:pt x="3489" y="184"/>
                </a:cubicBezTo>
                <a:cubicBezTo>
                  <a:pt x="3456" y="152"/>
                  <a:pt x="3447" y="155"/>
                  <a:pt x="3447" y="148"/>
                </a:cubicBezTo>
                <a:cubicBezTo>
                  <a:pt x="3425" y="126"/>
                  <a:pt x="3423" y="125"/>
                  <a:pt x="3423" y="121"/>
                </a:cubicBezTo>
                <a:cubicBezTo>
                  <a:pt x="3434" y="129"/>
                  <a:pt x="3437" y="129"/>
                  <a:pt x="3437" y="131"/>
                </a:cubicBezTo>
                <a:cubicBezTo>
                  <a:pt x="3461" y="150"/>
                  <a:pt x="3474" y="156"/>
                  <a:pt x="3483" y="167"/>
                </a:cubicBezTo>
                <a:cubicBezTo>
                  <a:pt x="3514" y="176"/>
                  <a:pt x="3515" y="187"/>
                  <a:pt x="3526" y="186"/>
                </a:cubicBezTo>
                <a:cubicBezTo>
                  <a:pt x="3554" y="198"/>
                  <a:pt x="3561" y="202"/>
                  <a:pt x="3567" y="207"/>
                </a:cubicBezTo>
                <a:cubicBezTo>
                  <a:pt x="3627" y="229"/>
                  <a:pt x="3638" y="238"/>
                  <a:pt x="3657" y="240"/>
                </a:cubicBezTo>
                <a:cubicBezTo>
                  <a:pt x="3691" y="257"/>
                  <a:pt x="3698" y="265"/>
                  <a:pt x="3709" y="267"/>
                </a:cubicBezTo>
                <a:cubicBezTo>
                  <a:pt x="3751" y="290"/>
                  <a:pt x="3755" y="293"/>
                  <a:pt x="3761" y="294"/>
                </a:cubicBezTo>
                <a:cubicBezTo>
                  <a:pt x="3792" y="313"/>
                  <a:pt x="3794" y="315"/>
                  <a:pt x="3795" y="318"/>
                </a:cubicBezTo>
                <a:cubicBezTo>
                  <a:pt x="3817" y="331"/>
                  <a:pt x="3824" y="336"/>
                  <a:pt x="3830" y="344"/>
                </a:cubicBezTo>
                <a:cubicBezTo>
                  <a:pt x="3837" y="339"/>
                  <a:pt x="3833" y="338"/>
                  <a:pt x="3829" y="335"/>
                </a:cubicBezTo>
                <a:cubicBezTo>
                  <a:pt x="3748" y="279"/>
                  <a:pt x="3746" y="274"/>
                  <a:pt x="3738" y="276"/>
                </a:cubicBezTo>
                <a:cubicBezTo>
                  <a:pt x="3689" y="246"/>
                  <a:pt x="3677" y="244"/>
                  <a:pt x="3670" y="237"/>
                </a:cubicBezTo>
                <a:cubicBezTo>
                  <a:pt x="3605" y="209"/>
                  <a:pt x="3600" y="207"/>
                  <a:pt x="3593" y="207"/>
                </a:cubicBezTo>
                <a:cubicBezTo>
                  <a:pt x="3541" y="181"/>
                  <a:pt x="3531" y="177"/>
                  <a:pt x="3521" y="173"/>
                </a:cubicBezTo>
                <a:cubicBezTo>
                  <a:pt x="3487" y="152"/>
                  <a:pt x="3476" y="148"/>
                  <a:pt x="3468" y="142"/>
                </a:cubicBezTo>
                <a:cubicBezTo>
                  <a:pt x="3450" y="123"/>
                  <a:pt x="3447" y="124"/>
                  <a:pt x="3445" y="122"/>
                </a:cubicBezTo>
                <a:cubicBezTo>
                  <a:pt x="3426" y="105"/>
                  <a:pt x="3423" y="102"/>
                  <a:pt x="3426" y="101"/>
                </a:cubicBezTo>
                <a:close/>
                <a:moveTo>
                  <a:pt x="3422" y="38"/>
                </a:moveTo>
                <a:cubicBezTo>
                  <a:pt x="3426" y="37"/>
                  <a:pt x="3428" y="39"/>
                  <a:pt x="3431" y="39"/>
                </a:cubicBezTo>
                <a:cubicBezTo>
                  <a:pt x="3434" y="44"/>
                  <a:pt x="3437" y="47"/>
                  <a:pt x="3442" y="50"/>
                </a:cubicBezTo>
                <a:cubicBezTo>
                  <a:pt x="3448" y="51"/>
                  <a:pt x="3451" y="55"/>
                  <a:pt x="3456" y="57"/>
                </a:cubicBezTo>
                <a:cubicBezTo>
                  <a:pt x="3460" y="61"/>
                  <a:pt x="3466" y="61"/>
                  <a:pt x="3470" y="65"/>
                </a:cubicBezTo>
                <a:cubicBezTo>
                  <a:pt x="3480" y="69"/>
                  <a:pt x="3486" y="77"/>
                  <a:pt x="3499" y="78"/>
                </a:cubicBezTo>
                <a:cubicBezTo>
                  <a:pt x="3506" y="86"/>
                  <a:pt x="3520" y="86"/>
                  <a:pt x="3526" y="94"/>
                </a:cubicBezTo>
                <a:cubicBezTo>
                  <a:pt x="3550" y="97"/>
                  <a:pt x="3570" y="105"/>
                  <a:pt x="3587" y="116"/>
                </a:cubicBezTo>
                <a:cubicBezTo>
                  <a:pt x="3599" y="116"/>
                  <a:pt x="3607" y="121"/>
                  <a:pt x="3618" y="122"/>
                </a:cubicBezTo>
                <a:cubicBezTo>
                  <a:pt x="3624" y="128"/>
                  <a:pt x="3636" y="128"/>
                  <a:pt x="3643" y="134"/>
                </a:cubicBezTo>
                <a:cubicBezTo>
                  <a:pt x="3653" y="135"/>
                  <a:pt x="3661" y="141"/>
                  <a:pt x="3672" y="143"/>
                </a:cubicBezTo>
                <a:cubicBezTo>
                  <a:pt x="3681" y="145"/>
                  <a:pt x="3687" y="152"/>
                  <a:pt x="3699" y="152"/>
                </a:cubicBezTo>
                <a:cubicBezTo>
                  <a:pt x="3691" y="160"/>
                  <a:pt x="3685" y="147"/>
                  <a:pt x="3674" y="151"/>
                </a:cubicBezTo>
                <a:cubicBezTo>
                  <a:pt x="3667" y="149"/>
                  <a:pt x="3659" y="148"/>
                  <a:pt x="3648" y="149"/>
                </a:cubicBezTo>
                <a:cubicBezTo>
                  <a:pt x="3645" y="145"/>
                  <a:pt x="3637" y="146"/>
                  <a:pt x="3632" y="143"/>
                </a:cubicBezTo>
                <a:cubicBezTo>
                  <a:pt x="3627" y="143"/>
                  <a:pt x="3622" y="141"/>
                  <a:pt x="3619" y="138"/>
                </a:cubicBezTo>
                <a:cubicBezTo>
                  <a:pt x="3607" y="137"/>
                  <a:pt x="3600" y="131"/>
                  <a:pt x="3588" y="131"/>
                </a:cubicBezTo>
                <a:cubicBezTo>
                  <a:pt x="3580" y="125"/>
                  <a:pt x="3567" y="125"/>
                  <a:pt x="3559" y="120"/>
                </a:cubicBezTo>
                <a:cubicBezTo>
                  <a:pt x="3550" y="116"/>
                  <a:pt x="3542" y="111"/>
                  <a:pt x="3532" y="109"/>
                </a:cubicBezTo>
                <a:cubicBezTo>
                  <a:pt x="3528" y="105"/>
                  <a:pt x="3522" y="104"/>
                  <a:pt x="3518" y="101"/>
                </a:cubicBezTo>
                <a:cubicBezTo>
                  <a:pt x="3516" y="100"/>
                  <a:pt x="3513" y="99"/>
                  <a:pt x="3509" y="100"/>
                </a:cubicBezTo>
                <a:cubicBezTo>
                  <a:pt x="3510" y="96"/>
                  <a:pt x="3507" y="96"/>
                  <a:pt x="3504" y="95"/>
                </a:cubicBezTo>
                <a:cubicBezTo>
                  <a:pt x="3497" y="90"/>
                  <a:pt x="3487" y="87"/>
                  <a:pt x="3481" y="80"/>
                </a:cubicBezTo>
                <a:cubicBezTo>
                  <a:pt x="3475" y="80"/>
                  <a:pt x="3473" y="75"/>
                  <a:pt x="3470" y="72"/>
                </a:cubicBezTo>
                <a:cubicBezTo>
                  <a:pt x="3466" y="72"/>
                  <a:pt x="3465" y="69"/>
                  <a:pt x="3461" y="70"/>
                </a:cubicBezTo>
                <a:cubicBezTo>
                  <a:pt x="3462" y="66"/>
                  <a:pt x="3459" y="66"/>
                  <a:pt x="3456" y="66"/>
                </a:cubicBezTo>
                <a:cubicBezTo>
                  <a:pt x="3455" y="60"/>
                  <a:pt x="3447" y="63"/>
                  <a:pt x="3445" y="58"/>
                </a:cubicBezTo>
                <a:cubicBezTo>
                  <a:pt x="3439" y="58"/>
                  <a:pt x="3438" y="52"/>
                  <a:pt x="3431" y="53"/>
                </a:cubicBezTo>
                <a:cubicBezTo>
                  <a:pt x="3428" y="45"/>
                  <a:pt x="3422" y="40"/>
                  <a:pt x="3415" y="36"/>
                </a:cubicBezTo>
                <a:cubicBezTo>
                  <a:pt x="3415" y="31"/>
                  <a:pt x="3422" y="35"/>
                  <a:pt x="3422" y="38"/>
                </a:cubicBezTo>
                <a:close/>
                <a:moveTo>
                  <a:pt x="3358" y="316"/>
                </a:moveTo>
                <a:cubicBezTo>
                  <a:pt x="3355" y="318"/>
                  <a:pt x="3354" y="322"/>
                  <a:pt x="3352" y="325"/>
                </a:cubicBezTo>
                <a:cubicBezTo>
                  <a:pt x="3345" y="322"/>
                  <a:pt x="3356" y="319"/>
                  <a:pt x="3354" y="314"/>
                </a:cubicBezTo>
                <a:cubicBezTo>
                  <a:pt x="3356" y="311"/>
                  <a:pt x="3358" y="308"/>
                  <a:pt x="3360" y="305"/>
                </a:cubicBezTo>
                <a:cubicBezTo>
                  <a:pt x="3367" y="307"/>
                  <a:pt x="3355" y="310"/>
                  <a:pt x="3358" y="316"/>
                </a:cubicBezTo>
                <a:close/>
                <a:moveTo>
                  <a:pt x="3369" y="289"/>
                </a:moveTo>
                <a:cubicBezTo>
                  <a:pt x="3368" y="293"/>
                  <a:pt x="3366" y="297"/>
                  <a:pt x="3364" y="302"/>
                </a:cubicBezTo>
                <a:cubicBezTo>
                  <a:pt x="3358" y="300"/>
                  <a:pt x="3368" y="295"/>
                  <a:pt x="3365" y="289"/>
                </a:cubicBezTo>
                <a:cubicBezTo>
                  <a:pt x="3369" y="286"/>
                  <a:pt x="3372" y="281"/>
                  <a:pt x="3373" y="275"/>
                </a:cubicBezTo>
                <a:cubicBezTo>
                  <a:pt x="3378" y="277"/>
                  <a:pt x="3371" y="286"/>
                  <a:pt x="3369" y="289"/>
                </a:cubicBezTo>
                <a:close/>
                <a:moveTo>
                  <a:pt x="3386" y="250"/>
                </a:moveTo>
                <a:cubicBezTo>
                  <a:pt x="3383" y="256"/>
                  <a:pt x="3386" y="247"/>
                  <a:pt x="3386" y="244"/>
                </a:cubicBezTo>
                <a:cubicBezTo>
                  <a:pt x="3390" y="245"/>
                  <a:pt x="3387" y="248"/>
                  <a:pt x="3386" y="250"/>
                </a:cubicBezTo>
                <a:close/>
                <a:moveTo>
                  <a:pt x="3411" y="294"/>
                </a:moveTo>
                <a:cubicBezTo>
                  <a:pt x="3406" y="294"/>
                  <a:pt x="3410" y="287"/>
                  <a:pt x="3411" y="286"/>
                </a:cubicBezTo>
                <a:cubicBezTo>
                  <a:pt x="3417" y="287"/>
                  <a:pt x="3409" y="290"/>
                  <a:pt x="3411" y="294"/>
                </a:cubicBezTo>
                <a:close/>
                <a:moveTo>
                  <a:pt x="3420" y="261"/>
                </a:moveTo>
                <a:cubicBezTo>
                  <a:pt x="3416" y="267"/>
                  <a:pt x="3419" y="257"/>
                  <a:pt x="3419" y="254"/>
                </a:cubicBezTo>
                <a:cubicBezTo>
                  <a:pt x="3423" y="256"/>
                  <a:pt x="3420" y="258"/>
                  <a:pt x="3420" y="261"/>
                </a:cubicBezTo>
                <a:close/>
                <a:moveTo>
                  <a:pt x="3593" y="579"/>
                </a:moveTo>
                <a:cubicBezTo>
                  <a:pt x="3593" y="580"/>
                  <a:pt x="3593" y="582"/>
                  <a:pt x="3593" y="583"/>
                </a:cubicBezTo>
                <a:cubicBezTo>
                  <a:pt x="3589" y="585"/>
                  <a:pt x="3589" y="580"/>
                  <a:pt x="3589" y="577"/>
                </a:cubicBezTo>
                <a:cubicBezTo>
                  <a:pt x="3590" y="577"/>
                  <a:pt x="3591" y="579"/>
                  <a:pt x="3593" y="579"/>
                </a:cubicBezTo>
                <a:close/>
                <a:moveTo>
                  <a:pt x="3576" y="556"/>
                </a:moveTo>
                <a:cubicBezTo>
                  <a:pt x="3575" y="562"/>
                  <a:pt x="3571" y="551"/>
                  <a:pt x="3567" y="552"/>
                </a:cubicBezTo>
                <a:cubicBezTo>
                  <a:pt x="3567" y="549"/>
                  <a:pt x="3567" y="546"/>
                  <a:pt x="3565" y="546"/>
                </a:cubicBezTo>
                <a:cubicBezTo>
                  <a:pt x="3569" y="539"/>
                  <a:pt x="3571" y="556"/>
                  <a:pt x="3576" y="556"/>
                </a:cubicBezTo>
                <a:close/>
                <a:moveTo>
                  <a:pt x="3522" y="440"/>
                </a:moveTo>
                <a:cubicBezTo>
                  <a:pt x="3518" y="438"/>
                  <a:pt x="3516" y="434"/>
                  <a:pt x="3515" y="429"/>
                </a:cubicBezTo>
                <a:cubicBezTo>
                  <a:pt x="3519" y="430"/>
                  <a:pt x="3521" y="435"/>
                  <a:pt x="3522" y="440"/>
                </a:cubicBezTo>
                <a:close/>
                <a:moveTo>
                  <a:pt x="3503" y="443"/>
                </a:moveTo>
                <a:cubicBezTo>
                  <a:pt x="3507" y="446"/>
                  <a:pt x="3504" y="458"/>
                  <a:pt x="3508" y="462"/>
                </a:cubicBezTo>
                <a:cubicBezTo>
                  <a:pt x="3505" y="460"/>
                  <a:pt x="3503" y="460"/>
                  <a:pt x="3500" y="463"/>
                </a:cubicBezTo>
                <a:cubicBezTo>
                  <a:pt x="3502" y="474"/>
                  <a:pt x="3498" y="479"/>
                  <a:pt x="3497" y="487"/>
                </a:cubicBezTo>
                <a:cubicBezTo>
                  <a:pt x="3497" y="495"/>
                  <a:pt x="3491" y="481"/>
                  <a:pt x="3497" y="483"/>
                </a:cubicBezTo>
                <a:cubicBezTo>
                  <a:pt x="3495" y="466"/>
                  <a:pt x="3502" y="458"/>
                  <a:pt x="3503" y="443"/>
                </a:cubicBezTo>
                <a:close/>
                <a:moveTo>
                  <a:pt x="3451" y="265"/>
                </a:moveTo>
                <a:cubicBezTo>
                  <a:pt x="3459" y="267"/>
                  <a:pt x="3454" y="277"/>
                  <a:pt x="3452" y="281"/>
                </a:cubicBezTo>
                <a:cubicBezTo>
                  <a:pt x="3445" y="278"/>
                  <a:pt x="3454" y="272"/>
                  <a:pt x="3451" y="265"/>
                </a:cubicBezTo>
                <a:close/>
                <a:moveTo>
                  <a:pt x="57" y="2139"/>
                </a:moveTo>
                <a:cubicBezTo>
                  <a:pt x="52" y="2141"/>
                  <a:pt x="48" y="2128"/>
                  <a:pt x="43" y="2130"/>
                </a:cubicBezTo>
                <a:cubicBezTo>
                  <a:pt x="38" y="2120"/>
                  <a:pt x="28" y="2117"/>
                  <a:pt x="18" y="2109"/>
                </a:cubicBezTo>
                <a:cubicBezTo>
                  <a:pt x="12" y="2104"/>
                  <a:pt x="6" y="2099"/>
                  <a:pt x="0" y="2093"/>
                </a:cubicBezTo>
                <a:cubicBezTo>
                  <a:pt x="0" y="2105"/>
                  <a:pt x="0" y="2105"/>
                  <a:pt x="0" y="2105"/>
                </a:cubicBezTo>
                <a:cubicBezTo>
                  <a:pt x="5" y="2108"/>
                  <a:pt x="10" y="2111"/>
                  <a:pt x="15" y="2115"/>
                </a:cubicBezTo>
                <a:cubicBezTo>
                  <a:pt x="29" y="2128"/>
                  <a:pt x="43" y="2139"/>
                  <a:pt x="58" y="2150"/>
                </a:cubicBezTo>
                <a:cubicBezTo>
                  <a:pt x="60" y="2153"/>
                  <a:pt x="64" y="2157"/>
                  <a:pt x="67" y="2160"/>
                </a:cubicBezTo>
                <a:cubicBezTo>
                  <a:pt x="74" y="2160"/>
                  <a:pt x="74" y="2160"/>
                  <a:pt x="74" y="2160"/>
                </a:cubicBezTo>
                <a:cubicBezTo>
                  <a:pt x="72" y="2157"/>
                  <a:pt x="69" y="2154"/>
                  <a:pt x="67" y="2150"/>
                </a:cubicBezTo>
                <a:cubicBezTo>
                  <a:pt x="61" y="2143"/>
                  <a:pt x="59" y="2146"/>
                  <a:pt x="57" y="2139"/>
                </a:cubicBezTo>
                <a:close/>
                <a:moveTo>
                  <a:pt x="0" y="2131"/>
                </a:moveTo>
                <a:cubicBezTo>
                  <a:pt x="0" y="2152"/>
                  <a:pt x="0" y="2152"/>
                  <a:pt x="0" y="2152"/>
                </a:cubicBezTo>
                <a:cubicBezTo>
                  <a:pt x="2" y="2155"/>
                  <a:pt x="4" y="2158"/>
                  <a:pt x="6" y="2160"/>
                </a:cubicBezTo>
                <a:cubicBezTo>
                  <a:pt x="18" y="2160"/>
                  <a:pt x="18" y="2160"/>
                  <a:pt x="18" y="2160"/>
                </a:cubicBezTo>
                <a:cubicBezTo>
                  <a:pt x="15" y="2155"/>
                  <a:pt x="11" y="2149"/>
                  <a:pt x="5" y="2144"/>
                </a:cubicBezTo>
                <a:cubicBezTo>
                  <a:pt x="4" y="2139"/>
                  <a:pt x="2" y="2135"/>
                  <a:pt x="0" y="2131"/>
                </a:cubicBezTo>
                <a:close/>
                <a:moveTo>
                  <a:pt x="1714" y="33"/>
                </a:moveTo>
                <a:cubicBezTo>
                  <a:pt x="1718" y="31"/>
                  <a:pt x="1719" y="23"/>
                  <a:pt x="1721" y="17"/>
                </a:cubicBezTo>
                <a:cubicBezTo>
                  <a:pt x="1726" y="16"/>
                  <a:pt x="1724" y="2"/>
                  <a:pt x="1730" y="2"/>
                </a:cubicBezTo>
                <a:cubicBezTo>
                  <a:pt x="1730" y="1"/>
                  <a:pt x="1730" y="1"/>
                  <a:pt x="1730" y="0"/>
                </a:cubicBezTo>
                <a:cubicBezTo>
                  <a:pt x="1723" y="0"/>
                  <a:pt x="1723" y="0"/>
                  <a:pt x="1723" y="0"/>
                </a:cubicBezTo>
                <a:cubicBezTo>
                  <a:pt x="1720" y="5"/>
                  <a:pt x="1718" y="9"/>
                  <a:pt x="1715" y="13"/>
                </a:cubicBezTo>
                <a:cubicBezTo>
                  <a:pt x="1710" y="27"/>
                  <a:pt x="1705" y="42"/>
                  <a:pt x="1699" y="54"/>
                </a:cubicBezTo>
                <a:cubicBezTo>
                  <a:pt x="1702" y="61"/>
                  <a:pt x="1694" y="63"/>
                  <a:pt x="1693" y="72"/>
                </a:cubicBezTo>
                <a:cubicBezTo>
                  <a:pt x="1691" y="82"/>
                  <a:pt x="1692" y="83"/>
                  <a:pt x="1687" y="91"/>
                </a:cubicBezTo>
                <a:cubicBezTo>
                  <a:pt x="1685" y="88"/>
                  <a:pt x="1688" y="82"/>
                  <a:pt x="1687" y="77"/>
                </a:cubicBezTo>
                <a:cubicBezTo>
                  <a:pt x="1688" y="73"/>
                  <a:pt x="1690" y="68"/>
                  <a:pt x="1691" y="63"/>
                </a:cubicBezTo>
                <a:cubicBezTo>
                  <a:pt x="1692" y="53"/>
                  <a:pt x="1693" y="52"/>
                  <a:pt x="1696" y="39"/>
                </a:cubicBezTo>
                <a:cubicBezTo>
                  <a:pt x="1699" y="24"/>
                  <a:pt x="1705" y="13"/>
                  <a:pt x="1710" y="0"/>
                </a:cubicBezTo>
                <a:cubicBezTo>
                  <a:pt x="1703" y="0"/>
                  <a:pt x="1703" y="0"/>
                  <a:pt x="1703" y="0"/>
                </a:cubicBezTo>
                <a:cubicBezTo>
                  <a:pt x="1695" y="24"/>
                  <a:pt x="1693" y="32"/>
                  <a:pt x="1684" y="65"/>
                </a:cubicBezTo>
                <a:cubicBezTo>
                  <a:pt x="1684" y="77"/>
                  <a:pt x="1684" y="89"/>
                  <a:pt x="1679" y="103"/>
                </a:cubicBezTo>
                <a:cubicBezTo>
                  <a:pt x="1682" y="103"/>
                  <a:pt x="1685" y="103"/>
                  <a:pt x="1682" y="101"/>
                </a:cubicBezTo>
                <a:cubicBezTo>
                  <a:pt x="1684" y="98"/>
                  <a:pt x="1686" y="102"/>
                  <a:pt x="1686" y="104"/>
                </a:cubicBezTo>
                <a:cubicBezTo>
                  <a:pt x="1686" y="109"/>
                  <a:pt x="1678" y="118"/>
                  <a:pt x="1686" y="118"/>
                </a:cubicBezTo>
                <a:cubicBezTo>
                  <a:pt x="1691" y="95"/>
                  <a:pt x="1698" y="83"/>
                  <a:pt x="1700" y="65"/>
                </a:cubicBezTo>
                <a:cubicBezTo>
                  <a:pt x="1705" y="57"/>
                  <a:pt x="1709" y="44"/>
                  <a:pt x="1714" y="33"/>
                </a:cubicBezTo>
                <a:close/>
                <a:moveTo>
                  <a:pt x="3158" y="1807"/>
                </a:moveTo>
                <a:cubicBezTo>
                  <a:pt x="3155" y="1805"/>
                  <a:pt x="3153" y="1805"/>
                  <a:pt x="3151" y="1805"/>
                </a:cubicBezTo>
                <a:cubicBezTo>
                  <a:pt x="3135" y="1790"/>
                  <a:pt x="3132" y="1787"/>
                  <a:pt x="3131" y="1789"/>
                </a:cubicBezTo>
                <a:cubicBezTo>
                  <a:pt x="3095" y="1762"/>
                  <a:pt x="3093" y="1759"/>
                  <a:pt x="3083" y="1754"/>
                </a:cubicBezTo>
                <a:cubicBezTo>
                  <a:pt x="3060" y="1715"/>
                  <a:pt x="3059" y="1709"/>
                  <a:pt x="3057" y="1703"/>
                </a:cubicBezTo>
                <a:cubicBezTo>
                  <a:pt x="3049" y="1705"/>
                  <a:pt x="3054" y="1709"/>
                  <a:pt x="3051" y="1715"/>
                </a:cubicBezTo>
                <a:cubicBezTo>
                  <a:pt x="3069" y="1745"/>
                  <a:pt x="3066" y="1750"/>
                  <a:pt x="3073" y="1753"/>
                </a:cubicBezTo>
                <a:cubicBezTo>
                  <a:pt x="3064" y="1757"/>
                  <a:pt x="3058" y="1755"/>
                  <a:pt x="3052" y="1750"/>
                </a:cubicBezTo>
                <a:cubicBezTo>
                  <a:pt x="3027" y="1719"/>
                  <a:pt x="3031" y="1715"/>
                  <a:pt x="3024" y="1713"/>
                </a:cubicBezTo>
                <a:cubicBezTo>
                  <a:pt x="3006" y="1687"/>
                  <a:pt x="3005" y="1680"/>
                  <a:pt x="2998" y="1674"/>
                </a:cubicBezTo>
                <a:cubicBezTo>
                  <a:pt x="2974" y="1614"/>
                  <a:pt x="2974" y="1605"/>
                  <a:pt x="2968" y="1597"/>
                </a:cubicBezTo>
                <a:cubicBezTo>
                  <a:pt x="2960" y="1561"/>
                  <a:pt x="2955" y="1552"/>
                  <a:pt x="2954" y="1543"/>
                </a:cubicBezTo>
                <a:cubicBezTo>
                  <a:pt x="2942" y="1487"/>
                  <a:pt x="2938" y="1485"/>
                  <a:pt x="2939" y="1483"/>
                </a:cubicBezTo>
                <a:cubicBezTo>
                  <a:pt x="2932" y="1458"/>
                  <a:pt x="2930" y="1454"/>
                  <a:pt x="2926" y="1451"/>
                </a:cubicBezTo>
                <a:cubicBezTo>
                  <a:pt x="2918" y="1423"/>
                  <a:pt x="2918" y="1412"/>
                  <a:pt x="2913" y="1416"/>
                </a:cubicBezTo>
                <a:cubicBezTo>
                  <a:pt x="2922" y="1441"/>
                  <a:pt x="2923" y="1444"/>
                  <a:pt x="2924" y="1447"/>
                </a:cubicBezTo>
                <a:cubicBezTo>
                  <a:pt x="2933" y="1489"/>
                  <a:pt x="2937" y="1499"/>
                  <a:pt x="2939" y="1510"/>
                </a:cubicBezTo>
                <a:cubicBezTo>
                  <a:pt x="2947" y="1546"/>
                  <a:pt x="2946" y="1552"/>
                  <a:pt x="2950" y="1556"/>
                </a:cubicBezTo>
                <a:cubicBezTo>
                  <a:pt x="2955" y="1583"/>
                  <a:pt x="2959" y="1585"/>
                  <a:pt x="2955" y="1588"/>
                </a:cubicBezTo>
                <a:cubicBezTo>
                  <a:pt x="2965" y="1615"/>
                  <a:pt x="2972" y="1624"/>
                  <a:pt x="2974" y="1635"/>
                </a:cubicBezTo>
                <a:cubicBezTo>
                  <a:pt x="3005" y="1703"/>
                  <a:pt x="3014" y="1707"/>
                  <a:pt x="3013" y="1713"/>
                </a:cubicBezTo>
                <a:cubicBezTo>
                  <a:pt x="3012" y="1729"/>
                  <a:pt x="3007" y="1712"/>
                  <a:pt x="2996" y="1704"/>
                </a:cubicBezTo>
                <a:cubicBezTo>
                  <a:pt x="2983" y="1672"/>
                  <a:pt x="2975" y="1670"/>
                  <a:pt x="2977" y="1666"/>
                </a:cubicBezTo>
                <a:cubicBezTo>
                  <a:pt x="2961" y="1640"/>
                  <a:pt x="2961" y="1632"/>
                  <a:pt x="2956" y="1626"/>
                </a:cubicBezTo>
                <a:cubicBezTo>
                  <a:pt x="2948" y="1598"/>
                  <a:pt x="2946" y="1591"/>
                  <a:pt x="2945" y="1584"/>
                </a:cubicBezTo>
                <a:cubicBezTo>
                  <a:pt x="2934" y="1529"/>
                  <a:pt x="2935" y="1525"/>
                  <a:pt x="2934" y="1522"/>
                </a:cubicBezTo>
                <a:cubicBezTo>
                  <a:pt x="2931" y="1493"/>
                  <a:pt x="2927" y="1487"/>
                  <a:pt x="2928" y="1479"/>
                </a:cubicBezTo>
                <a:cubicBezTo>
                  <a:pt x="2906" y="1410"/>
                  <a:pt x="2905" y="1403"/>
                  <a:pt x="2902" y="1396"/>
                </a:cubicBezTo>
                <a:cubicBezTo>
                  <a:pt x="2891" y="1385"/>
                  <a:pt x="2900" y="1391"/>
                  <a:pt x="2900" y="1400"/>
                </a:cubicBezTo>
                <a:cubicBezTo>
                  <a:pt x="2911" y="1442"/>
                  <a:pt x="2915" y="1445"/>
                  <a:pt x="2913" y="1450"/>
                </a:cubicBezTo>
                <a:cubicBezTo>
                  <a:pt x="2922" y="1477"/>
                  <a:pt x="2920" y="1480"/>
                  <a:pt x="2921" y="1482"/>
                </a:cubicBezTo>
                <a:cubicBezTo>
                  <a:pt x="2923" y="1506"/>
                  <a:pt x="2930" y="1509"/>
                  <a:pt x="2926" y="1514"/>
                </a:cubicBezTo>
                <a:cubicBezTo>
                  <a:pt x="2937" y="1582"/>
                  <a:pt x="2936" y="1585"/>
                  <a:pt x="2938" y="1587"/>
                </a:cubicBezTo>
                <a:cubicBezTo>
                  <a:pt x="2946" y="1620"/>
                  <a:pt x="2947" y="1623"/>
                  <a:pt x="2947" y="1628"/>
                </a:cubicBezTo>
                <a:cubicBezTo>
                  <a:pt x="2952" y="1638"/>
                  <a:pt x="2959" y="1643"/>
                  <a:pt x="2958" y="1648"/>
                </a:cubicBezTo>
                <a:cubicBezTo>
                  <a:pt x="2970" y="1669"/>
                  <a:pt x="2970" y="1675"/>
                  <a:pt x="2975" y="1680"/>
                </a:cubicBezTo>
                <a:cubicBezTo>
                  <a:pt x="2985" y="1703"/>
                  <a:pt x="2991" y="1708"/>
                  <a:pt x="2992" y="1715"/>
                </a:cubicBezTo>
                <a:cubicBezTo>
                  <a:pt x="2960" y="1672"/>
                  <a:pt x="2952" y="1665"/>
                  <a:pt x="2949" y="1657"/>
                </a:cubicBezTo>
                <a:cubicBezTo>
                  <a:pt x="2930" y="1604"/>
                  <a:pt x="2923" y="1599"/>
                  <a:pt x="2923" y="1593"/>
                </a:cubicBezTo>
                <a:cubicBezTo>
                  <a:pt x="2916" y="1554"/>
                  <a:pt x="2909" y="1552"/>
                  <a:pt x="2911" y="1548"/>
                </a:cubicBezTo>
                <a:cubicBezTo>
                  <a:pt x="2903" y="1513"/>
                  <a:pt x="2903" y="1506"/>
                  <a:pt x="2901" y="1500"/>
                </a:cubicBezTo>
                <a:cubicBezTo>
                  <a:pt x="2897" y="1475"/>
                  <a:pt x="2894" y="1469"/>
                  <a:pt x="2895" y="1462"/>
                </a:cubicBezTo>
                <a:cubicBezTo>
                  <a:pt x="2886" y="1404"/>
                  <a:pt x="2880" y="1402"/>
                  <a:pt x="2879" y="1399"/>
                </a:cubicBezTo>
                <a:cubicBezTo>
                  <a:pt x="2849" y="1306"/>
                  <a:pt x="2845" y="1298"/>
                  <a:pt x="2848" y="1289"/>
                </a:cubicBezTo>
                <a:cubicBezTo>
                  <a:pt x="2840" y="1270"/>
                  <a:pt x="2841" y="1277"/>
                  <a:pt x="2844" y="1284"/>
                </a:cubicBezTo>
                <a:cubicBezTo>
                  <a:pt x="2845" y="1328"/>
                  <a:pt x="2844" y="1332"/>
                  <a:pt x="2849" y="1334"/>
                </a:cubicBezTo>
                <a:cubicBezTo>
                  <a:pt x="2853" y="1401"/>
                  <a:pt x="2850" y="1416"/>
                  <a:pt x="2854" y="1429"/>
                </a:cubicBezTo>
                <a:cubicBezTo>
                  <a:pt x="2854" y="1447"/>
                  <a:pt x="2859" y="1448"/>
                  <a:pt x="2855" y="1451"/>
                </a:cubicBezTo>
                <a:cubicBezTo>
                  <a:pt x="2860" y="1486"/>
                  <a:pt x="2863" y="1500"/>
                  <a:pt x="2863" y="1514"/>
                </a:cubicBezTo>
                <a:cubicBezTo>
                  <a:pt x="2878" y="1567"/>
                  <a:pt x="2875" y="1571"/>
                  <a:pt x="2878" y="1574"/>
                </a:cubicBezTo>
                <a:cubicBezTo>
                  <a:pt x="2882" y="1588"/>
                  <a:pt x="2881" y="1592"/>
                  <a:pt x="2886" y="1594"/>
                </a:cubicBezTo>
                <a:cubicBezTo>
                  <a:pt x="2895" y="1630"/>
                  <a:pt x="2905" y="1631"/>
                  <a:pt x="2897" y="1633"/>
                </a:cubicBezTo>
                <a:cubicBezTo>
                  <a:pt x="2887" y="1603"/>
                  <a:pt x="2880" y="1602"/>
                  <a:pt x="2877" y="1599"/>
                </a:cubicBezTo>
                <a:cubicBezTo>
                  <a:pt x="2871" y="1576"/>
                  <a:pt x="2870" y="1573"/>
                  <a:pt x="2870" y="1571"/>
                </a:cubicBezTo>
                <a:cubicBezTo>
                  <a:pt x="2856" y="1524"/>
                  <a:pt x="2855" y="1519"/>
                  <a:pt x="2855" y="1514"/>
                </a:cubicBezTo>
                <a:cubicBezTo>
                  <a:pt x="2847" y="1481"/>
                  <a:pt x="2848" y="1476"/>
                  <a:pt x="2844" y="1472"/>
                </a:cubicBezTo>
                <a:cubicBezTo>
                  <a:pt x="2834" y="1424"/>
                  <a:pt x="2823" y="1421"/>
                  <a:pt x="2829" y="1415"/>
                </a:cubicBezTo>
                <a:cubicBezTo>
                  <a:pt x="2807" y="1354"/>
                  <a:pt x="2797" y="1336"/>
                  <a:pt x="2792" y="1317"/>
                </a:cubicBezTo>
                <a:cubicBezTo>
                  <a:pt x="2772" y="1287"/>
                  <a:pt x="2779" y="1281"/>
                  <a:pt x="2772" y="1278"/>
                </a:cubicBezTo>
                <a:cubicBezTo>
                  <a:pt x="2760" y="1259"/>
                  <a:pt x="2763" y="1254"/>
                  <a:pt x="2758" y="1250"/>
                </a:cubicBezTo>
                <a:cubicBezTo>
                  <a:pt x="2739" y="1219"/>
                  <a:pt x="2740" y="1214"/>
                  <a:pt x="2733" y="1210"/>
                </a:cubicBezTo>
                <a:cubicBezTo>
                  <a:pt x="2704" y="1176"/>
                  <a:pt x="2698" y="1167"/>
                  <a:pt x="2691" y="1158"/>
                </a:cubicBezTo>
                <a:cubicBezTo>
                  <a:pt x="2677" y="1152"/>
                  <a:pt x="2667" y="1150"/>
                  <a:pt x="2672" y="1156"/>
                </a:cubicBezTo>
                <a:cubicBezTo>
                  <a:pt x="2687" y="1171"/>
                  <a:pt x="2696" y="1174"/>
                  <a:pt x="2701" y="1178"/>
                </a:cubicBezTo>
                <a:cubicBezTo>
                  <a:pt x="2719" y="1217"/>
                  <a:pt x="2727" y="1221"/>
                  <a:pt x="2727" y="1227"/>
                </a:cubicBezTo>
                <a:cubicBezTo>
                  <a:pt x="2742" y="1266"/>
                  <a:pt x="2752" y="1271"/>
                  <a:pt x="2751" y="1277"/>
                </a:cubicBezTo>
                <a:cubicBezTo>
                  <a:pt x="2767" y="1314"/>
                  <a:pt x="2767" y="1317"/>
                  <a:pt x="2771" y="1319"/>
                </a:cubicBezTo>
                <a:cubicBezTo>
                  <a:pt x="2780" y="1351"/>
                  <a:pt x="2787" y="1356"/>
                  <a:pt x="2786" y="1363"/>
                </a:cubicBezTo>
                <a:cubicBezTo>
                  <a:pt x="2796" y="1382"/>
                  <a:pt x="2794" y="1385"/>
                  <a:pt x="2795" y="1388"/>
                </a:cubicBezTo>
                <a:cubicBezTo>
                  <a:pt x="2803" y="1417"/>
                  <a:pt x="2805" y="1420"/>
                  <a:pt x="2809" y="1423"/>
                </a:cubicBezTo>
                <a:cubicBezTo>
                  <a:pt x="2813" y="1444"/>
                  <a:pt x="2814" y="1447"/>
                  <a:pt x="2811" y="1450"/>
                </a:cubicBezTo>
                <a:cubicBezTo>
                  <a:pt x="2825" y="1491"/>
                  <a:pt x="2828" y="1493"/>
                  <a:pt x="2828" y="1496"/>
                </a:cubicBezTo>
                <a:cubicBezTo>
                  <a:pt x="2835" y="1522"/>
                  <a:pt x="2836" y="1525"/>
                  <a:pt x="2839" y="1527"/>
                </a:cubicBezTo>
                <a:cubicBezTo>
                  <a:pt x="2851" y="1580"/>
                  <a:pt x="2853" y="1585"/>
                  <a:pt x="2858" y="1589"/>
                </a:cubicBezTo>
                <a:cubicBezTo>
                  <a:pt x="2886" y="1644"/>
                  <a:pt x="2890" y="1655"/>
                  <a:pt x="2897" y="1665"/>
                </a:cubicBezTo>
                <a:cubicBezTo>
                  <a:pt x="2908" y="1689"/>
                  <a:pt x="2910" y="1697"/>
                  <a:pt x="2906" y="1694"/>
                </a:cubicBezTo>
                <a:cubicBezTo>
                  <a:pt x="2862" y="1637"/>
                  <a:pt x="2851" y="1606"/>
                  <a:pt x="2832" y="1577"/>
                </a:cubicBezTo>
                <a:cubicBezTo>
                  <a:pt x="2811" y="1528"/>
                  <a:pt x="2810" y="1524"/>
                  <a:pt x="2809" y="1520"/>
                </a:cubicBezTo>
                <a:cubicBezTo>
                  <a:pt x="2791" y="1470"/>
                  <a:pt x="2788" y="1454"/>
                  <a:pt x="2785" y="1438"/>
                </a:cubicBezTo>
                <a:cubicBezTo>
                  <a:pt x="2763" y="1361"/>
                  <a:pt x="2758" y="1353"/>
                  <a:pt x="2755" y="1345"/>
                </a:cubicBezTo>
                <a:cubicBezTo>
                  <a:pt x="2747" y="1318"/>
                  <a:pt x="2739" y="1315"/>
                  <a:pt x="2742" y="1310"/>
                </a:cubicBezTo>
                <a:cubicBezTo>
                  <a:pt x="2741" y="1318"/>
                  <a:pt x="2741" y="1322"/>
                  <a:pt x="2742" y="1326"/>
                </a:cubicBezTo>
                <a:cubicBezTo>
                  <a:pt x="2761" y="1380"/>
                  <a:pt x="2766" y="1383"/>
                  <a:pt x="2764" y="1388"/>
                </a:cubicBezTo>
                <a:cubicBezTo>
                  <a:pt x="2781" y="1433"/>
                  <a:pt x="2773" y="1439"/>
                  <a:pt x="2780" y="1443"/>
                </a:cubicBezTo>
                <a:cubicBezTo>
                  <a:pt x="2790" y="1491"/>
                  <a:pt x="2792" y="1496"/>
                  <a:pt x="2793" y="1501"/>
                </a:cubicBezTo>
                <a:cubicBezTo>
                  <a:pt x="2787" y="1502"/>
                  <a:pt x="2789" y="1498"/>
                  <a:pt x="2789" y="1496"/>
                </a:cubicBezTo>
                <a:cubicBezTo>
                  <a:pt x="2774" y="1451"/>
                  <a:pt x="2763" y="1443"/>
                  <a:pt x="2765" y="1433"/>
                </a:cubicBezTo>
                <a:cubicBezTo>
                  <a:pt x="2755" y="1409"/>
                  <a:pt x="2757" y="1406"/>
                  <a:pt x="2756" y="1403"/>
                </a:cubicBezTo>
                <a:cubicBezTo>
                  <a:pt x="2750" y="1380"/>
                  <a:pt x="2748" y="1378"/>
                  <a:pt x="2749" y="1375"/>
                </a:cubicBezTo>
                <a:cubicBezTo>
                  <a:pt x="2738" y="1336"/>
                  <a:pt x="2739" y="1326"/>
                  <a:pt x="2732" y="1317"/>
                </a:cubicBezTo>
                <a:cubicBezTo>
                  <a:pt x="2728" y="1292"/>
                  <a:pt x="2727" y="1288"/>
                  <a:pt x="2730" y="1289"/>
                </a:cubicBezTo>
                <a:cubicBezTo>
                  <a:pt x="2732" y="1282"/>
                  <a:pt x="2729" y="1282"/>
                  <a:pt x="2727" y="1282"/>
                </a:cubicBezTo>
                <a:cubicBezTo>
                  <a:pt x="2709" y="1224"/>
                  <a:pt x="2705" y="1217"/>
                  <a:pt x="2701" y="1210"/>
                </a:cubicBezTo>
                <a:cubicBezTo>
                  <a:pt x="2696" y="1199"/>
                  <a:pt x="2693" y="1203"/>
                  <a:pt x="2696" y="1206"/>
                </a:cubicBezTo>
                <a:cubicBezTo>
                  <a:pt x="2702" y="1235"/>
                  <a:pt x="2712" y="1241"/>
                  <a:pt x="2709" y="1249"/>
                </a:cubicBezTo>
                <a:cubicBezTo>
                  <a:pt x="2725" y="1297"/>
                  <a:pt x="2724" y="1301"/>
                  <a:pt x="2725" y="1304"/>
                </a:cubicBezTo>
                <a:cubicBezTo>
                  <a:pt x="2726" y="1320"/>
                  <a:pt x="2730" y="1323"/>
                  <a:pt x="2728" y="1327"/>
                </a:cubicBezTo>
                <a:cubicBezTo>
                  <a:pt x="2735" y="1366"/>
                  <a:pt x="2739" y="1368"/>
                  <a:pt x="2740" y="1372"/>
                </a:cubicBezTo>
                <a:cubicBezTo>
                  <a:pt x="2745" y="1391"/>
                  <a:pt x="2748" y="1399"/>
                  <a:pt x="2746" y="1407"/>
                </a:cubicBezTo>
                <a:cubicBezTo>
                  <a:pt x="2757" y="1429"/>
                  <a:pt x="2755" y="1432"/>
                  <a:pt x="2756" y="1435"/>
                </a:cubicBezTo>
                <a:cubicBezTo>
                  <a:pt x="2761" y="1455"/>
                  <a:pt x="2766" y="1459"/>
                  <a:pt x="2762" y="1465"/>
                </a:cubicBezTo>
                <a:cubicBezTo>
                  <a:pt x="2789" y="1521"/>
                  <a:pt x="2792" y="1525"/>
                  <a:pt x="2789" y="1530"/>
                </a:cubicBezTo>
                <a:cubicBezTo>
                  <a:pt x="2809" y="1580"/>
                  <a:pt x="2816" y="1588"/>
                  <a:pt x="2818" y="1597"/>
                </a:cubicBezTo>
                <a:cubicBezTo>
                  <a:pt x="2846" y="1638"/>
                  <a:pt x="2843" y="1644"/>
                  <a:pt x="2851" y="1647"/>
                </a:cubicBezTo>
                <a:cubicBezTo>
                  <a:pt x="2857" y="1651"/>
                  <a:pt x="2858" y="1648"/>
                  <a:pt x="2855" y="1645"/>
                </a:cubicBezTo>
                <a:cubicBezTo>
                  <a:pt x="2847" y="1622"/>
                  <a:pt x="2838" y="1620"/>
                  <a:pt x="2840" y="1616"/>
                </a:cubicBezTo>
                <a:cubicBezTo>
                  <a:pt x="2807" y="1551"/>
                  <a:pt x="2804" y="1544"/>
                  <a:pt x="2803" y="1537"/>
                </a:cubicBezTo>
                <a:cubicBezTo>
                  <a:pt x="2799" y="1521"/>
                  <a:pt x="2796" y="1518"/>
                  <a:pt x="2800" y="1519"/>
                </a:cubicBezTo>
                <a:cubicBezTo>
                  <a:pt x="2808" y="1542"/>
                  <a:pt x="2809" y="1548"/>
                  <a:pt x="2813" y="1554"/>
                </a:cubicBezTo>
                <a:cubicBezTo>
                  <a:pt x="2824" y="1583"/>
                  <a:pt x="2831" y="1585"/>
                  <a:pt x="2829" y="1588"/>
                </a:cubicBezTo>
                <a:cubicBezTo>
                  <a:pt x="2842" y="1611"/>
                  <a:pt x="2844" y="1617"/>
                  <a:pt x="2849" y="1622"/>
                </a:cubicBezTo>
                <a:cubicBezTo>
                  <a:pt x="2854" y="1643"/>
                  <a:pt x="2867" y="1644"/>
                  <a:pt x="2863" y="1648"/>
                </a:cubicBezTo>
                <a:cubicBezTo>
                  <a:pt x="2874" y="1665"/>
                  <a:pt x="2880" y="1668"/>
                  <a:pt x="2881" y="1672"/>
                </a:cubicBezTo>
                <a:cubicBezTo>
                  <a:pt x="2867" y="1679"/>
                  <a:pt x="2862" y="1674"/>
                  <a:pt x="2858" y="1675"/>
                </a:cubicBezTo>
                <a:cubicBezTo>
                  <a:pt x="2840" y="1657"/>
                  <a:pt x="2839" y="1651"/>
                  <a:pt x="2833" y="1646"/>
                </a:cubicBezTo>
                <a:cubicBezTo>
                  <a:pt x="2813" y="1626"/>
                  <a:pt x="2811" y="1624"/>
                  <a:pt x="2808" y="1621"/>
                </a:cubicBezTo>
                <a:cubicBezTo>
                  <a:pt x="2784" y="1586"/>
                  <a:pt x="2782" y="1584"/>
                  <a:pt x="2782" y="1581"/>
                </a:cubicBezTo>
                <a:cubicBezTo>
                  <a:pt x="2753" y="1534"/>
                  <a:pt x="2757" y="1527"/>
                  <a:pt x="2750" y="1522"/>
                </a:cubicBezTo>
                <a:cubicBezTo>
                  <a:pt x="2742" y="1503"/>
                  <a:pt x="2741" y="1500"/>
                  <a:pt x="2740" y="1498"/>
                </a:cubicBezTo>
                <a:cubicBezTo>
                  <a:pt x="2735" y="1477"/>
                  <a:pt x="2729" y="1475"/>
                  <a:pt x="2729" y="1472"/>
                </a:cubicBezTo>
                <a:cubicBezTo>
                  <a:pt x="2717" y="1432"/>
                  <a:pt x="2715" y="1427"/>
                  <a:pt x="2713" y="1422"/>
                </a:cubicBezTo>
                <a:cubicBezTo>
                  <a:pt x="2707" y="1382"/>
                  <a:pt x="2701" y="1380"/>
                  <a:pt x="2700" y="1377"/>
                </a:cubicBezTo>
                <a:cubicBezTo>
                  <a:pt x="2694" y="1327"/>
                  <a:pt x="2686" y="1323"/>
                  <a:pt x="2688" y="1316"/>
                </a:cubicBezTo>
                <a:cubicBezTo>
                  <a:pt x="2675" y="1280"/>
                  <a:pt x="2685" y="1274"/>
                  <a:pt x="2678" y="1273"/>
                </a:cubicBezTo>
                <a:cubicBezTo>
                  <a:pt x="2664" y="1216"/>
                  <a:pt x="2663" y="1205"/>
                  <a:pt x="2657" y="1194"/>
                </a:cubicBezTo>
                <a:cubicBezTo>
                  <a:pt x="2642" y="1140"/>
                  <a:pt x="2641" y="1137"/>
                  <a:pt x="2642" y="1134"/>
                </a:cubicBezTo>
                <a:cubicBezTo>
                  <a:pt x="2635" y="1113"/>
                  <a:pt x="2634" y="1110"/>
                  <a:pt x="2634" y="1107"/>
                </a:cubicBezTo>
                <a:cubicBezTo>
                  <a:pt x="2615" y="1061"/>
                  <a:pt x="2615" y="1053"/>
                  <a:pt x="2612" y="1045"/>
                </a:cubicBezTo>
                <a:cubicBezTo>
                  <a:pt x="2569" y="975"/>
                  <a:pt x="2573" y="967"/>
                  <a:pt x="2565" y="962"/>
                </a:cubicBezTo>
                <a:cubicBezTo>
                  <a:pt x="2564" y="964"/>
                  <a:pt x="2567" y="984"/>
                  <a:pt x="2581" y="1001"/>
                </a:cubicBezTo>
                <a:cubicBezTo>
                  <a:pt x="2593" y="1031"/>
                  <a:pt x="2587" y="1036"/>
                  <a:pt x="2590" y="1039"/>
                </a:cubicBezTo>
                <a:cubicBezTo>
                  <a:pt x="2593" y="1066"/>
                  <a:pt x="2592" y="1072"/>
                  <a:pt x="2598" y="1078"/>
                </a:cubicBezTo>
                <a:cubicBezTo>
                  <a:pt x="2600" y="1131"/>
                  <a:pt x="2604" y="1143"/>
                  <a:pt x="2603" y="1157"/>
                </a:cubicBezTo>
                <a:cubicBezTo>
                  <a:pt x="2611" y="1222"/>
                  <a:pt x="2612" y="1229"/>
                  <a:pt x="2611" y="1236"/>
                </a:cubicBezTo>
                <a:cubicBezTo>
                  <a:pt x="2616" y="1268"/>
                  <a:pt x="2615" y="1272"/>
                  <a:pt x="2616" y="1276"/>
                </a:cubicBezTo>
                <a:cubicBezTo>
                  <a:pt x="2627" y="1307"/>
                  <a:pt x="2618" y="1313"/>
                  <a:pt x="2624" y="1315"/>
                </a:cubicBezTo>
                <a:cubicBezTo>
                  <a:pt x="2624" y="1341"/>
                  <a:pt x="2628" y="1347"/>
                  <a:pt x="2630" y="1353"/>
                </a:cubicBezTo>
                <a:cubicBezTo>
                  <a:pt x="2640" y="1406"/>
                  <a:pt x="2644" y="1418"/>
                  <a:pt x="2648" y="1431"/>
                </a:cubicBezTo>
                <a:cubicBezTo>
                  <a:pt x="2672" y="1494"/>
                  <a:pt x="2679" y="1519"/>
                  <a:pt x="2697" y="1542"/>
                </a:cubicBezTo>
                <a:cubicBezTo>
                  <a:pt x="2719" y="1582"/>
                  <a:pt x="2726" y="1584"/>
                  <a:pt x="2725" y="1587"/>
                </a:cubicBezTo>
                <a:cubicBezTo>
                  <a:pt x="2737" y="1611"/>
                  <a:pt x="2733" y="1608"/>
                  <a:pt x="2729" y="1605"/>
                </a:cubicBezTo>
                <a:cubicBezTo>
                  <a:pt x="2723" y="1602"/>
                  <a:pt x="2721" y="1601"/>
                  <a:pt x="2719" y="1601"/>
                </a:cubicBezTo>
                <a:cubicBezTo>
                  <a:pt x="2684" y="1558"/>
                  <a:pt x="2688" y="1550"/>
                  <a:pt x="2678" y="1545"/>
                </a:cubicBezTo>
                <a:cubicBezTo>
                  <a:pt x="2663" y="1519"/>
                  <a:pt x="2656" y="1513"/>
                  <a:pt x="2657" y="1505"/>
                </a:cubicBezTo>
                <a:cubicBezTo>
                  <a:pt x="2638" y="1461"/>
                  <a:pt x="2631" y="1459"/>
                  <a:pt x="2633" y="1455"/>
                </a:cubicBezTo>
                <a:cubicBezTo>
                  <a:pt x="2618" y="1407"/>
                  <a:pt x="2611" y="1398"/>
                  <a:pt x="2615" y="1388"/>
                </a:cubicBezTo>
                <a:cubicBezTo>
                  <a:pt x="2603" y="1339"/>
                  <a:pt x="2605" y="1334"/>
                  <a:pt x="2601" y="1329"/>
                </a:cubicBezTo>
                <a:cubicBezTo>
                  <a:pt x="2603" y="1313"/>
                  <a:pt x="2596" y="1309"/>
                  <a:pt x="2601" y="1302"/>
                </a:cubicBezTo>
                <a:cubicBezTo>
                  <a:pt x="2595" y="1232"/>
                  <a:pt x="2596" y="1221"/>
                  <a:pt x="2593" y="1211"/>
                </a:cubicBezTo>
                <a:cubicBezTo>
                  <a:pt x="2593" y="1171"/>
                  <a:pt x="2592" y="1168"/>
                  <a:pt x="2592" y="1166"/>
                </a:cubicBezTo>
                <a:cubicBezTo>
                  <a:pt x="2585" y="1131"/>
                  <a:pt x="2588" y="1110"/>
                  <a:pt x="2585" y="1090"/>
                </a:cubicBezTo>
                <a:cubicBezTo>
                  <a:pt x="2577" y="1051"/>
                  <a:pt x="2577" y="1041"/>
                  <a:pt x="2571" y="1032"/>
                </a:cubicBezTo>
                <a:cubicBezTo>
                  <a:pt x="2548" y="965"/>
                  <a:pt x="2541" y="957"/>
                  <a:pt x="2540" y="948"/>
                </a:cubicBezTo>
                <a:cubicBezTo>
                  <a:pt x="2522" y="912"/>
                  <a:pt x="2517" y="903"/>
                  <a:pt x="2511" y="894"/>
                </a:cubicBezTo>
                <a:cubicBezTo>
                  <a:pt x="2495" y="873"/>
                  <a:pt x="2491" y="870"/>
                  <a:pt x="2489" y="872"/>
                </a:cubicBezTo>
                <a:cubicBezTo>
                  <a:pt x="2516" y="912"/>
                  <a:pt x="2519" y="916"/>
                  <a:pt x="2519" y="921"/>
                </a:cubicBezTo>
                <a:cubicBezTo>
                  <a:pt x="2535" y="961"/>
                  <a:pt x="2536" y="963"/>
                  <a:pt x="2537" y="964"/>
                </a:cubicBezTo>
                <a:cubicBezTo>
                  <a:pt x="2545" y="985"/>
                  <a:pt x="2546" y="987"/>
                  <a:pt x="2547" y="989"/>
                </a:cubicBezTo>
                <a:cubicBezTo>
                  <a:pt x="2553" y="1015"/>
                  <a:pt x="2554" y="1019"/>
                  <a:pt x="2556" y="1024"/>
                </a:cubicBezTo>
                <a:cubicBezTo>
                  <a:pt x="2563" y="1103"/>
                  <a:pt x="2562" y="1107"/>
                  <a:pt x="2564" y="1110"/>
                </a:cubicBezTo>
                <a:cubicBezTo>
                  <a:pt x="2564" y="1125"/>
                  <a:pt x="2564" y="1132"/>
                  <a:pt x="2566" y="1138"/>
                </a:cubicBezTo>
                <a:cubicBezTo>
                  <a:pt x="2561" y="1174"/>
                  <a:pt x="2570" y="1176"/>
                  <a:pt x="2567" y="1180"/>
                </a:cubicBezTo>
                <a:cubicBezTo>
                  <a:pt x="2571" y="1227"/>
                  <a:pt x="2573" y="1230"/>
                  <a:pt x="2570" y="1235"/>
                </a:cubicBezTo>
                <a:cubicBezTo>
                  <a:pt x="2573" y="1249"/>
                  <a:pt x="2574" y="1253"/>
                  <a:pt x="2573" y="1258"/>
                </a:cubicBezTo>
                <a:cubicBezTo>
                  <a:pt x="2576" y="1305"/>
                  <a:pt x="2575" y="1313"/>
                  <a:pt x="2575" y="1322"/>
                </a:cubicBezTo>
                <a:cubicBezTo>
                  <a:pt x="2578" y="1352"/>
                  <a:pt x="2579" y="1356"/>
                  <a:pt x="2584" y="1359"/>
                </a:cubicBezTo>
                <a:cubicBezTo>
                  <a:pt x="2589" y="1406"/>
                  <a:pt x="2594" y="1414"/>
                  <a:pt x="2593" y="1423"/>
                </a:cubicBezTo>
                <a:cubicBezTo>
                  <a:pt x="2604" y="1454"/>
                  <a:pt x="2606" y="1459"/>
                  <a:pt x="2608" y="1465"/>
                </a:cubicBezTo>
                <a:cubicBezTo>
                  <a:pt x="2608" y="1472"/>
                  <a:pt x="2606" y="1464"/>
                  <a:pt x="2600" y="1457"/>
                </a:cubicBezTo>
                <a:cubicBezTo>
                  <a:pt x="2589" y="1423"/>
                  <a:pt x="2580" y="1416"/>
                  <a:pt x="2578" y="1408"/>
                </a:cubicBezTo>
                <a:cubicBezTo>
                  <a:pt x="2568" y="1371"/>
                  <a:pt x="2571" y="1367"/>
                  <a:pt x="2570" y="1364"/>
                </a:cubicBezTo>
                <a:cubicBezTo>
                  <a:pt x="2564" y="1333"/>
                  <a:pt x="2563" y="1329"/>
                  <a:pt x="2562" y="1324"/>
                </a:cubicBezTo>
                <a:cubicBezTo>
                  <a:pt x="2557" y="1275"/>
                  <a:pt x="2551" y="1267"/>
                  <a:pt x="2555" y="1257"/>
                </a:cubicBezTo>
                <a:cubicBezTo>
                  <a:pt x="2545" y="1222"/>
                  <a:pt x="2544" y="1213"/>
                  <a:pt x="2543" y="1204"/>
                </a:cubicBezTo>
                <a:cubicBezTo>
                  <a:pt x="2538" y="1174"/>
                  <a:pt x="2541" y="1168"/>
                  <a:pt x="2538" y="1164"/>
                </a:cubicBezTo>
                <a:cubicBezTo>
                  <a:pt x="2538" y="1118"/>
                  <a:pt x="2536" y="1114"/>
                  <a:pt x="2535" y="1110"/>
                </a:cubicBezTo>
                <a:cubicBezTo>
                  <a:pt x="2523" y="1023"/>
                  <a:pt x="2516" y="1004"/>
                  <a:pt x="2513" y="985"/>
                </a:cubicBezTo>
                <a:cubicBezTo>
                  <a:pt x="2497" y="937"/>
                  <a:pt x="2492" y="933"/>
                  <a:pt x="2491" y="928"/>
                </a:cubicBezTo>
                <a:cubicBezTo>
                  <a:pt x="2456" y="864"/>
                  <a:pt x="2445" y="856"/>
                  <a:pt x="2440" y="847"/>
                </a:cubicBezTo>
                <a:cubicBezTo>
                  <a:pt x="2423" y="825"/>
                  <a:pt x="2418" y="822"/>
                  <a:pt x="2416" y="824"/>
                </a:cubicBezTo>
                <a:cubicBezTo>
                  <a:pt x="2466" y="889"/>
                  <a:pt x="2465" y="895"/>
                  <a:pt x="2471" y="899"/>
                </a:cubicBezTo>
                <a:cubicBezTo>
                  <a:pt x="2480" y="926"/>
                  <a:pt x="2487" y="927"/>
                  <a:pt x="2484" y="931"/>
                </a:cubicBezTo>
                <a:cubicBezTo>
                  <a:pt x="2502" y="971"/>
                  <a:pt x="2500" y="978"/>
                  <a:pt x="2504" y="984"/>
                </a:cubicBezTo>
                <a:cubicBezTo>
                  <a:pt x="2519" y="1035"/>
                  <a:pt x="2519" y="1048"/>
                  <a:pt x="2521" y="1061"/>
                </a:cubicBezTo>
                <a:cubicBezTo>
                  <a:pt x="2523" y="1094"/>
                  <a:pt x="2525" y="1097"/>
                  <a:pt x="2525" y="1101"/>
                </a:cubicBezTo>
                <a:cubicBezTo>
                  <a:pt x="2530" y="1187"/>
                  <a:pt x="2534" y="1193"/>
                  <a:pt x="2533" y="1200"/>
                </a:cubicBezTo>
                <a:cubicBezTo>
                  <a:pt x="2541" y="1242"/>
                  <a:pt x="2547" y="1244"/>
                  <a:pt x="2542" y="1248"/>
                </a:cubicBezTo>
                <a:cubicBezTo>
                  <a:pt x="2540" y="1238"/>
                  <a:pt x="2532" y="1221"/>
                  <a:pt x="2533" y="1203"/>
                </a:cubicBezTo>
                <a:cubicBezTo>
                  <a:pt x="2506" y="1094"/>
                  <a:pt x="2505" y="1090"/>
                  <a:pt x="2507" y="1085"/>
                </a:cubicBezTo>
                <a:cubicBezTo>
                  <a:pt x="2491" y="1037"/>
                  <a:pt x="2485" y="1030"/>
                  <a:pt x="2484" y="1021"/>
                </a:cubicBezTo>
                <a:cubicBezTo>
                  <a:pt x="2470" y="978"/>
                  <a:pt x="2464" y="974"/>
                  <a:pt x="2463" y="970"/>
                </a:cubicBezTo>
                <a:cubicBezTo>
                  <a:pt x="2425" y="913"/>
                  <a:pt x="2420" y="905"/>
                  <a:pt x="2415" y="896"/>
                </a:cubicBezTo>
                <a:cubicBezTo>
                  <a:pt x="2347" y="844"/>
                  <a:pt x="2367" y="846"/>
                  <a:pt x="2364" y="851"/>
                </a:cubicBezTo>
                <a:cubicBezTo>
                  <a:pt x="2398" y="881"/>
                  <a:pt x="2395" y="885"/>
                  <a:pt x="2401" y="887"/>
                </a:cubicBezTo>
                <a:cubicBezTo>
                  <a:pt x="2420" y="914"/>
                  <a:pt x="2421" y="917"/>
                  <a:pt x="2423" y="920"/>
                </a:cubicBezTo>
                <a:cubicBezTo>
                  <a:pt x="2470" y="1009"/>
                  <a:pt x="2477" y="1021"/>
                  <a:pt x="2479" y="1033"/>
                </a:cubicBezTo>
                <a:cubicBezTo>
                  <a:pt x="2487" y="1057"/>
                  <a:pt x="2492" y="1063"/>
                  <a:pt x="2491" y="1070"/>
                </a:cubicBezTo>
                <a:cubicBezTo>
                  <a:pt x="2500" y="1118"/>
                  <a:pt x="2507" y="1120"/>
                  <a:pt x="2505" y="1124"/>
                </a:cubicBezTo>
                <a:cubicBezTo>
                  <a:pt x="2516" y="1167"/>
                  <a:pt x="2521" y="1173"/>
                  <a:pt x="2519" y="1180"/>
                </a:cubicBezTo>
                <a:cubicBezTo>
                  <a:pt x="2529" y="1223"/>
                  <a:pt x="2528" y="1227"/>
                  <a:pt x="2528" y="1231"/>
                </a:cubicBezTo>
                <a:cubicBezTo>
                  <a:pt x="2535" y="1259"/>
                  <a:pt x="2536" y="1263"/>
                  <a:pt x="2535" y="1267"/>
                </a:cubicBezTo>
                <a:cubicBezTo>
                  <a:pt x="2543" y="1307"/>
                  <a:pt x="2545" y="1311"/>
                  <a:pt x="2545" y="1315"/>
                </a:cubicBezTo>
                <a:cubicBezTo>
                  <a:pt x="2549" y="1346"/>
                  <a:pt x="2551" y="1354"/>
                  <a:pt x="2556" y="1362"/>
                </a:cubicBezTo>
                <a:cubicBezTo>
                  <a:pt x="2566" y="1400"/>
                  <a:pt x="2567" y="1402"/>
                  <a:pt x="2567" y="1403"/>
                </a:cubicBezTo>
                <a:cubicBezTo>
                  <a:pt x="2547" y="1372"/>
                  <a:pt x="2545" y="1368"/>
                  <a:pt x="2541" y="1365"/>
                </a:cubicBezTo>
                <a:cubicBezTo>
                  <a:pt x="2530" y="1327"/>
                  <a:pt x="2528" y="1322"/>
                  <a:pt x="2528" y="1317"/>
                </a:cubicBezTo>
                <a:cubicBezTo>
                  <a:pt x="2519" y="1281"/>
                  <a:pt x="2515" y="1276"/>
                  <a:pt x="2514" y="1271"/>
                </a:cubicBezTo>
                <a:cubicBezTo>
                  <a:pt x="2501" y="1222"/>
                  <a:pt x="2501" y="1220"/>
                  <a:pt x="2503" y="1217"/>
                </a:cubicBezTo>
                <a:cubicBezTo>
                  <a:pt x="2493" y="1184"/>
                  <a:pt x="2494" y="1173"/>
                  <a:pt x="2489" y="1163"/>
                </a:cubicBezTo>
                <a:cubicBezTo>
                  <a:pt x="2478" y="1123"/>
                  <a:pt x="2479" y="1120"/>
                  <a:pt x="2477" y="1118"/>
                </a:cubicBezTo>
                <a:cubicBezTo>
                  <a:pt x="2465" y="1061"/>
                  <a:pt x="2464" y="1050"/>
                  <a:pt x="2458" y="1040"/>
                </a:cubicBezTo>
                <a:cubicBezTo>
                  <a:pt x="2438" y="969"/>
                  <a:pt x="2428" y="961"/>
                  <a:pt x="2429" y="950"/>
                </a:cubicBezTo>
                <a:cubicBezTo>
                  <a:pt x="2404" y="901"/>
                  <a:pt x="2405" y="895"/>
                  <a:pt x="2398" y="890"/>
                </a:cubicBezTo>
                <a:cubicBezTo>
                  <a:pt x="2373" y="865"/>
                  <a:pt x="2373" y="859"/>
                  <a:pt x="2370" y="861"/>
                </a:cubicBezTo>
                <a:cubicBezTo>
                  <a:pt x="2414" y="928"/>
                  <a:pt x="2413" y="940"/>
                  <a:pt x="2421" y="950"/>
                </a:cubicBezTo>
                <a:cubicBezTo>
                  <a:pt x="2424" y="979"/>
                  <a:pt x="2436" y="980"/>
                  <a:pt x="2433" y="984"/>
                </a:cubicBezTo>
                <a:cubicBezTo>
                  <a:pt x="2445" y="1019"/>
                  <a:pt x="2445" y="1021"/>
                  <a:pt x="2449" y="1023"/>
                </a:cubicBezTo>
                <a:cubicBezTo>
                  <a:pt x="2456" y="1056"/>
                  <a:pt x="2458" y="1061"/>
                  <a:pt x="2459" y="1067"/>
                </a:cubicBezTo>
                <a:cubicBezTo>
                  <a:pt x="2468" y="1089"/>
                  <a:pt x="2462" y="1096"/>
                  <a:pt x="2467" y="1101"/>
                </a:cubicBezTo>
                <a:cubicBezTo>
                  <a:pt x="2478" y="1155"/>
                  <a:pt x="2481" y="1157"/>
                  <a:pt x="2481" y="1160"/>
                </a:cubicBezTo>
                <a:cubicBezTo>
                  <a:pt x="2486" y="1197"/>
                  <a:pt x="2492" y="1207"/>
                  <a:pt x="2494" y="1218"/>
                </a:cubicBezTo>
                <a:cubicBezTo>
                  <a:pt x="2496" y="1246"/>
                  <a:pt x="2503" y="1248"/>
                  <a:pt x="2501" y="1252"/>
                </a:cubicBezTo>
                <a:cubicBezTo>
                  <a:pt x="2511" y="1278"/>
                  <a:pt x="2507" y="1282"/>
                  <a:pt x="2510" y="1284"/>
                </a:cubicBezTo>
                <a:cubicBezTo>
                  <a:pt x="2521" y="1328"/>
                  <a:pt x="2527" y="1339"/>
                  <a:pt x="2530" y="1350"/>
                </a:cubicBezTo>
                <a:cubicBezTo>
                  <a:pt x="2536" y="1372"/>
                  <a:pt x="2540" y="1377"/>
                  <a:pt x="2540" y="1382"/>
                </a:cubicBezTo>
                <a:cubicBezTo>
                  <a:pt x="2558" y="1416"/>
                  <a:pt x="2567" y="1421"/>
                  <a:pt x="2564" y="1428"/>
                </a:cubicBezTo>
                <a:cubicBezTo>
                  <a:pt x="2586" y="1475"/>
                  <a:pt x="2600" y="1476"/>
                  <a:pt x="2595" y="1480"/>
                </a:cubicBezTo>
                <a:cubicBezTo>
                  <a:pt x="2603" y="1500"/>
                  <a:pt x="2610" y="1502"/>
                  <a:pt x="2610" y="1505"/>
                </a:cubicBezTo>
                <a:cubicBezTo>
                  <a:pt x="2629" y="1535"/>
                  <a:pt x="2628" y="1540"/>
                  <a:pt x="2635" y="1543"/>
                </a:cubicBezTo>
                <a:cubicBezTo>
                  <a:pt x="2632" y="1550"/>
                  <a:pt x="2641" y="1552"/>
                  <a:pt x="2639" y="1556"/>
                </a:cubicBezTo>
                <a:cubicBezTo>
                  <a:pt x="2553" y="1493"/>
                  <a:pt x="2545" y="1489"/>
                  <a:pt x="2546" y="1483"/>
                </a:cubicBezTo>
                <a:cubicBezTo>
                  <a:pt x="2498" y="1431"/>
                  <a:pt x="2494" y="1426"/>
                  <a:pt x="2491" y="1420"/>
                </a:cubicBezTo>
                <a:cubicBezTo>
                  <a:pt x="2460" y="1376"/>
                  <a:pt x="2458" y="1364"/>
                  <a:pt x="2452" y="1353"/>
                </a:cubicBezTo>
                <a:cubicBezTo>
                  <a:pt x="2433" y="1313"/>
                  <a:pt x="2438" y="1305"/>
                  <a:pt x="2429" y="1301"/>
                </a:cubicBezTo>
                <a:cubicBezTo>
                  <a:pt x="2410" y="1264"/>
                  <a:pt x="2414" y="1260"/>
                  <a:pt x="2414" y="1257"/>
                </a:cubicBezTo>
                <a:cubicBezTo>
                  <a:pt x="2405" y="1236"/>
                  <a:pt x="2404" y="1233"/>
                  <a:pt x="2402" y="1231"/>
                </a:cubicBezTo>
                <a:cubicBezTo>
                  <a:pt x="2389" y="1192"/>
                  <a:pt x="2377" y="1192"/>
                  <a:pt x="2384" y="1187"/>
                </a:cubicBezTo>
                <a:cubicBezTo>
                  <a:pt x="2354" y="1133"/>
                  <a:pt x="2351" y="1121"/>
                  <a:pt x="2343" y="1110"/>
                </a:cubicBezTo>
                <a:cubicBezTo>
                  <a:pt x="2320" y="1065"/>
                  <a:pt x="2318" y="1062"/>
                  <a:pt x="2314" y="1060"/>
                </a:cubicBezTo>
                <a:cubicBezTo>
                  <a:pt x="2282" y="1003"/>
                  <a:pt x="2272" y="999"/>
                  <a:pt x="2273" y="992"/>
                </a:cubicBezTo>
                <a:cubicBezTo>
                  <a:pt x="2249" y="966"/>
                  <a:pt x="2245" y="954"/>
                  <a:pt x="2228" y="945"/>
                </a:cubicBezTo>
                <a:cubicBezTo>
                  <a:pt x="2207" y="915"/>
                  <a:pt x="2197" y="908"/>
                  <a:pt x="2190" y="901"/>
                </a:cubicBezTo>
                <a:cubicBezTo>
                  <a:pt x="2128" y="855"/>
                  <a:pt x="2122" y="846"/>
                  <a:pt x="2119" y="853"/>
                </a:cubicBezTo>
                <a:cubicBezTo>
                  <a:pt x="2131" y="868"/>
                  <a:pt x="2135" y="869"/>
                  <a:pt x="2138" y="869"/>
                </a:cubicBezTo>
                <a:cubicBezTo>
                  <a:pt x="2175" y="901"/>
                  <a:pt x="2188" y="909"/>
                  <a:pt x="2196" y="918"/>
                </a:cubicBezTo>
                <a:cubicBezTo>
                  <a:pt x="2232" y="953"/>
                  <a:pt x="2235" y="963"/>
                  <a:pt x="2245" y="971"/>
                </a:cubicBezTo>
                <a:cubicBezTo>
                  <a:pt x="2282" y="1016"/>
                  <a:pt x="2282" y="1022"/>
                  <a:pt x="2287" y="1026"/>
                </a:cubicBezTo>
                <a:cubicBezTo>
                  <a:pt x="2295" y="1045"/>
                  <a:pt x="2301" y="1049"/>
                  <a:pt x="2302" y="1054"/>
                </a:cubicBezTo>
                <a:cubicBezTo>
                  <a:pt x="2320" y="1087"/>
                  <a:pt x="2327" y="1091"/>
                  <a:pt x="2327" y="1096"/>
                </a:cubicBezTo>
                <a:cubicBezTo>
                  <a:pt x="2346" y="1129"/>
                  <a:pt x="2346" y="1134"/>
                  <a:pt x="2351" y="1139"/>
                </a:cubicBezTo>
                <a:cubicBezTo>
                  <a:pt x="2361" y="1163"/>
                  <a:pt x="2363" y="1166"/>
                  <a:pt x="2368" y="1168"/>
                </a:cubicBezTo>
                <a:cubicBezTo>
                  <a:pt x="2377" y="1209"/>
                  <a:pt x="2389" y="1211"/>
                  <a:pt x="2385" y="1217"/>
                </a:cubicBezTo>
                <a:cubicBezTo>
                  <a:pt x="2399" y="1258"/>
                  <a:pt x="2404" y="1262"/>
                  <a:pt x="2408" y="1266"/>
                </a:cubicBezTo>
                <a:cubicBezTo>
                  <a:pt x="2419" y="1293"/>
                  <a:pt x="2415" y="1298"/>
                  <a:pt x="2421" y="1301"/>
                </a:cubicBezTo>
                <a:cubicBezTo>
                  <a:pt x="2438" y="1342"/>
                  <a:pt x="2443" y="1346"/>
                  <a:pt x="2443" y="1350"/>
                </a:cubicBezTo>
                <a:cubicBezTo>
                  <a:pt x="2439" y="1341"/>
                  <a:pt x="2422" y="1324"/>
                  <a:pt x="2416" y="1305"/>
                </a:cubicBezTo>
                <a:cubicBezTo>
                  <a:pt x="2393" y="1273"/>
                  <a:pt x="2396" y="1267"/>
                  <a:pt x="2391" y="1263"/>
                </a:cubicBezTo>
                <a:cubicBezTo>
                  <a:pt x="2377" y="1239"/>
                  <a:pt x="2377" y="1237"/>
                  <a:pt x="2373" y="1235"/>
                </a:cubicBezTo>
                <a:cubicBezTo>
                  <a:pt x="2347" y="1182"/>
                  <a:pt x="2340" y="1173"/>
                  <a:pt x="2337" y="1164"/>
                </a:cubicBezTo>
                <a:cubicBezTo>
                  <a:pt x="2315" y="1131"/>
                  <a:pt x="2310" y="1126"/>
                  <a:pt x="2311" y="1120"/>
                </a:cubicBezTo>
                <a:cubicBezTo>
                  <a:pt x="2293" y="1094"/>
                  <a:pt x="2286" y="1084"/>
                  <a:pt x="2279" y="1073"/>
                </a:cubicBezTo>
                <a:cubicBezTo>
                  <a:pt x="2235" y="1000"/>
                  <a:pt x="2221" y="991"/>
                  <a:pt x="2215" y="980"/>
                </a:cubicBezTo>
                <a:cubicBezTo>
                  <a:pt x="2173" y="942"/>
                  <a:pt x="2176" y="938"/>
                  <a:pt x="2172" y="936"/>
                </a:cubicBezTo>
                <a:cubicBezTo>
                  <a:pt x="2117" y="899"/>
                  <a:pt x="2124" y="901"/>
                  <a:pt x="2127" y="904"/>
                </a:cubicBezTo>
                <a:cubicBezTo>
                  <a:pt x="2164" y="935"/>
                  <a:pt x="2173" y="946"/>
                  <a:pt x="2184" y="957"/>
                </a:cubicBezTo>
                <a:cubicBezTo>
                  <a:pt x="2206" y="984"/>
                  <a:pt x="2215" y="985"/>
                  <a:pt x="2212" y="989"/>
                </a:cubicBezTo>
                <a:cubicBezTo>
                  <a:pt x="2239" y="1031"/>
                  <a:pt x="2242" y="1033"/>
                  <a:pt x="2245" y="1034"/>
                </a:cubicBezTo>
                <a:cubicBezTo>
                  <a:pt x="2277" y="1078"/>
                  <a:pt x="2278" y="1086"/>
                  <a:pt x="2284" y="1094"/>
                </a:cubicBezTo>
                <a:cubicBezTo>
                  <a:pt x="2318" y="1152"/>
                  <a:pt x="2325" y="1160"/>
                  <a:pt x="2328" y="1168"/>
                </a:cubicBezTo>
                <a:cubicBezTo>
                  <a:pt x="2348" y="1210"/>
                  <a:pt x="2359" y="1213"/>
                  <a:pt x="2356" y="1218"/>
                </a:cubicBezTo>
                <a:cubicBezTo>
                  <a:pt x="2389" y="1274"/>
                  <a:pt x="2392" y="1282"/>
                  <a:pt x="2397" y="1290"/>
                </a:cubicBezTo>
                <a:cubicBezTo>
                  <a:pt x="2426" y="1344"/>
                  <a:pt x="2425" y="1350"/>
                  <a:pt x="2431" y="1349"/>
                </a:cubicBezTo>
                <a:cubicBezTo>
                  <a:pt x="2442" y="1375"/>
                  <a:pt x="2449" y="1379"/>
                  <a:pt x="2450" y="1383"/>
                </a:cubicBezTo>
                <a:cubicBezTo>
                  <a:pt x="2459" y="1401"/>
                  <a:pt x="2449" y="1394"/>
                  <a:pt x="2448" y="1390"/>
                </a:cubicBezTo>
                <a:cubicBezTo>
                  <a:pt x="2435" y="1366"/>
                  <a:pt x="2428" y="1370"/>
                  <a:pt x="2426" y="1364"/>
                </a:cubicBezTo>
                <a:cubicBezTo>
                  <a:pt x="2402" y="1323"/>
                  <a:pt x="2393" y="1316"/>
                  <a:pt x="2393" y="1308"/>
                </a:cubicBezTo>
                <a:cubicBezTo>
                  <a:pt x="2365" y="1270"/>
                  <a:pt x="2358" y="1255"/>
                  <a:pt x="2349" y="1240"/>
                </a:cubicBezTo>
                <a:cubicBezTo>
                  <a:pt x="2330" y="1210"/>
                  <a:pt x="2321" y="1202"/>
                  <a:pt x="2319" y="1194"/>
                </a:cubicBezTo>
                <a:cubicBezTo>
                  <a:pt x="2298" y="1164"/>
                  <a:pt x="2300" y="1156"/>
                  <a:pt x="2291" y="1149"/>
                </a:cubicBezTo>
                <a:cubicBezTo>
                  <a:pt x="2275" y="1118"/>
                  <a:pt x="2269" y="1111"/>
                  <a:pt x="2265" y="1103"/>
                </a:cubicBezTo>
                <a:cubicBezTo>
                  <a:pt x="2231" y="1042"/>
                  <a:pt x="2222" y="1040"/>
                  <a:pt x="2223" y="1035"/>
                </a:cubicBezTo>
                <a:cubicBezTo>
                  <a:pt x="2208" y="1017"/>
                  <a:pt x="2212" y="1014"/>
                  <a:pt x="2207" y="1012"/>
                </a:cubicBezTo>
                <a:cubicBezTo>
                  <a:pt x="2177" y="975"/>
                  <a:pt x="2180" y="972"/>
                  <a:pt x="2175" y="970"/>
                </a:cubicBezTo>
                <a:cubicBezTo>
                  <a:pt x="2160" y="950"/>
                  <a:pt x="2156" y="947"/>
                  <a:pt x="2156" y="944"/>
                </a:cubicBezTo>
                <a:cubicBezTo>
                  <a:pt x="2135" y="924"/>
                  <a:pt x="2131" y="922"/>
                  <a:pt x="2127" y="919"/>
                </a:cubicBezTo>
                <a:cubicBezTo>
                  <a:pt x="2066" y="879"/>
                  <a:pt x="2060" y="875"/>
                  <a:pt x="2053" y="870"/>
                </a:cubicBezTo>
                <a:cubicBezTo>
                  <a:pt x="2041" y="864"/>
                  <a:pt x="2045" y="872"/>
                  <a:pt x="2049" y="872"/>
                </a:cubicBezTo>
                <a:cubicBezTo>
                  <a:pt x="2083" y="887"/>
                  <a:pt x="2082" y="901"/>
                  <a:pt x="2086" y="895"/>
                </a:cubicBezTo>
                <a:cubicBezTo>
                  <a:pt x="2136" y="937"/>
                  <a:pt x="2158" y="956"/>
                  <a:pt x="2170" y="977"/>
                </a:cubicBezTo>
                <a:cubicBezTo>
                  <a:pt x="2201" y="1019"/>
                  <a:pt x="2207" y="1030"/>
                  <a:pt x="2215" y="1040"/>
                </a:cubicBezTo>
                <a:cubicBezTo>
                  <a:pt x="2242" y="1090"/>
                  <a:pt x="2250" y="1091"/>
                  <a:pt x="2249" y="1095"/>
                </a:cubicBezTo>
                <a:cubicBezTo>
                  <a:pt x="2279" y="1146"/>
                  <a:pt x="2287" y="1157"/>
                  <a:pt x="2295" y="1167"/>
                </a:cubicBezTo>
                <a:cubicBezTo>
                  <a:pt x="2319" y="1209"/>
                  <a:pt x="2324" y="1220"/>
                  <a:pt x="2334" y="1230"/>
                </a:cubicBezTo>
                <a:cubicBezTo>
                  <a:pt x="2378" y="1305"/>
                  <a:pt x="2386" y="1315"/>
                  <a:pt x="2391" y="1326"/>
                </a:cubicBezTo>
                <a:cubicBezTo>
                  <a:pt x="2425" y="1379"/>
                  <a:pt x="2446" y="1399"/>
                  <a:pt x="2462" y="1420"/>
                </a:cubicBezTo>
                <a:cubicBezTo>
                  <a:pt x="2493" y="1454"/>
                  <a:pt x="2509" y="1456"/>
                  <a:pt x="2502" y="1462"/>
                </a:cubicBezTo>
                <a:cubicBezTo>
                  <a:pt x="2420" y="1396"/>
                  <a:pt x="2419" y="1392"/>
                  <a:pt x="2415" y="1388"/>
                </a:cubicBezTo>
                <a:cubicBezTo>
                  <a:pt x="2373" y="1338"/>
                  <a:pt x="2363" y="1331"/>
                  <a:pt x="2362" y="1322"/>
                </a:cubicBezTo>
                <a:cubicBezTo>
                  <a:pt x="2329" y="1277"/>
                  <a:pt x="2324" y="1268"/>
                  <a:pt x="2317" y="1260"/>
                </a:cubicBezTo>
                <a:cubicBezTo>
                  <a:pt x="2273" y="1202"/>
                  <a:pt x="2274" y="1192"/>
                  <a:pt x="2265" y="1184"/>
                </a:cubicBezTo>
                <a:cubicBezTo>
                  <a:pt x="2231" y="1128"/>
                  <a:pt x="2228" y="1124"/>
                  <a:pt x="2224" y="1120"/>
                </a:cubicBezTo>
                <a:cubicBezTo>
                  <a:pt x="2206" y="1089"/>
                  <a:pt x="2206" y="1085"/>
                  <a:pt x="2201" y="1081"/>
                </a:cubicBezTo>
                <a:cubicBezTo>
                  <a:pt x="2145" y="996"/>
                  <a:pt x="2139" y="988"/>
                  <a:pt x="2132" y="980"/>
                </a:cubicBezTo>
                <a:cubicBezTo>
                  <a:pt x="2095" y="938"/>
                  <a:pt x="2082" y="921"/>
                  <a:pt x="2063" y="906"/>
                </a:cubicBezTo>
                <a:cubicBezTo>
                  <a:pt x="1958" y="846"/>
                  <a:pt x="1958" y="850"/>
                  <a:pt x="1960" y="848"/>
                </a:cubicBezTo>
                <a:cubicBezTo>
                  <a:pt x="1964" y="857"/>
                  <a:pt x="1973" y="868"/>
                  <a:pt x="1990" y="875"/>
                </a:cubicBezTo>
                <a:cubicBezTo>
                  <a:pt x="2029" y="915"/>
                  <a:pt x="2043" y="917"/>
                  <a:pt x="2042" y="922"/>
                </a:cubicBezTo>
                <a:cubicBezTo>
                  <a:pt x="2071" y="951"/>
                  <a:pt x="2074" y="955"/>
                  <a:pt x="2077" y="959"/>
                </a:cubicBezTo>
                <a:cubicBezTo>
                  <a:pt x="2113" y="1006"/>
                  <a:pt x="2117" y="1015"/>
                  <a:pt x="2123" y="1024"/>
                </a:cubicBezTo>
                <a:cubicBezTo>
                  <a:pt x="2145" y="1069"/>
                  <a:pt x="2158" y="1071"/>
                  <a:pt x="2153" y="1078"/>
                </a:cubicBezTo>
                <a:cubicBezTo>
                  <a:pt x="2060" y="980"/>
                  <a:pt x="2026" y="953"/>
                  <a:pt x="2003" y="933"/>
                </a:cubicBezTo>
                <a:cubicBezTo>
                  <a:pt x="1997" y="934"/>
                  <a:pt x="2030" y="962"/>
                  <a:pt x="2059" y="987"/>
                </a:cubicBezTo>
                <a:cubicBezTo>
                  <a:pt x="2135" y="1070"/>
                  <a:pt x="2141" y="1071"/>
                  <a:pt x="2140" y="1074"/>
                </a:cubicBezTo>
                <a:cubicBezTo>
                  <a:pt x="2158" y="1100"/>
                  <a:pt x="2165" y="1104"/>
                  <a:pt x="2166" y="1110"/>
                </a:cubicBezTo>
                <a:cubicBezTo>
                  <a:pt x="2185" y="1150"/>
                  <a:pt x="2199" y="1154"/>
                  <a:pt x="2198" y="1160"/>
                </a:cubicBezTo>
                <a:cubicBezTo>
                  <a:pt x="2229" y="1202"/>
                  <a:pt x="2233" y="1214"/>
                  <a:pt x="2241" y="1225"/>
                </a:cubicBezTo>
                <a:cubicBezTo>
                  <a:pt x="2280" y="1279"/>
                  <a:pt x="2285" y="1284"/>
                  <a:pt x="2287" y="1290"/>
                </a:cubicBezTo>
                <a:cubicBezTo>
                  <a:pt x="2310" y="1315"/>
                  <a:pt x="2308" y="1324"/>
                  <a:pt x="2312" y="1320"/>
                </a:cubicBezTo>
                <a:cubicBezTo>
                  <a:pt x="2334" y="1347"/>
                  <a:pt x="2343" y="1348"/>
                  <a:pt x="2340" y="1352"/>
                </a:cubicBezTo>
                <a:cubicBezTo>
                  <a:pt x="2304" y="1320"/>
                  <a:pt x="2297" y="1317"/>
                  <a:pt x="2298" y="1313"/>
                </a:cubicBezTo>
                <a:cubicBezTo>
                  <a:pt x="2267" y="1279"/>
                  <a:pt x="2258" y="1276"/>
                  <a:pt x="2259" y="1272"/>
                </a:cubicBezTo>
                <a:cubicBezTo>
                  <a:pt x="2207" y="1202"/>
                  <a:pt x="2201" y="1196"/>
                  <a:pt x="2194" y="1189"/>
                </a:cubicBezTo>
                <a:cubicBezTo>
                  <a:pt x="2163" y="1144"/>
                  <a:pt x="2160" y="1140"/>
                  <a:pt x="2155" y="1137"/>
                </a:cubicBezTo>
                <a:cubicBezTo>
                  <a:pt x="2105" y="1071"/>
                  <a:pt x="2089" y="1058"/>
                  <a:pt x="2076" y="1045"/>
                </a:cubicBezTo>
                <a:cubicBezTo>
                  <a:pt x="1943" y="937"/>
                  <a:pt x="1938" y="939"/>
                  <a:pt x="1930" y="932"/>
                </a:cubicBezTo>
                <a:cubicBezTo>
                  <a:pt x="1910" y="924"/>
                  <a:pt x="1912" y="926"/>
                  <a:pt x="1917" y="929"/>
                </a:cubicBezTo>
                <a:cubicBezTo>
                  <a:pt x="1950" y="953"/>
                  <a:pt x="1966" y="960"/>
                  <a:pt x="1975" y="967"/>
                </a:cubicBezTo>
                <a:cubicBezTo>
                  <a:pt x="2003" y="992"/>
                  <a:pt x="2017" y="997"/>
                  <a:pt x="2022" y="1007"/>
                </a:cubicBezTo>
                <a:cubicBezTo>
                  <a:pt x="2034" y="1020"/>
                  <a:pt x="2049" y="1023"/>
                  <a:pt x="2047" y="1028"/>
                </a:cubicBezTo>
                <a:cubicBezTo>
                  <a:pt x="2123" y="1110"/>
                  <a:pt x="2134" y="1117"/>
                  <a:pt x="2136" y="1127"/>
                </a:cubicBezTo>
                <a:cubicBezTo>
                  <a:pt x="2105" y="1093"/>
                  <a:pt x="2090" y="1093"/>
                  <a:pt x="2094" y="1088"/>
                </a:cubicBezTo>
                <a:cubicBezTo>
                  <a:pt x="1994" y="1026"/>
                  <a:pt x="1979" y="1015"/>
                  <a:pt x="1964" y="1007"/>
                </a:cubicBezTo>
                <a:cubicBezTo>
                  <a:pt x="1884" y="981"/>
                  <a:pt x="1880" y="980"/>
                  <a:pt x="1875" y="979"/>
                </a:cubicBezTo>
                <a:cubicBezTo>
                  <a:pt x="1802" y="959"/>
                  <a:pt x="1794" y="957"/>
                  <a:pt x="1785" y="954"/>
                </a:cubicBezTo>
                <a:cubicBezTo>
                  <a:pt x="1780" y="960"/>
                  <a:pt x="1800" y="964"/>
                  <a:pt x="1820" y="969"/>
                </a:cubicBezTo>
                <a:cubicBezTo>
                  <a:pt x="1861" y="984"/>
                  <a:pt x="1871" y="985"/>
                  <a:pt x="1882" y="989"/>
                </a:cubicBezTo>
                <a:cubicBezTo>
                  <a:pt x="1898" y="991"/>
                  <a:pt x="1904" y="998"/>
                  <a:pt x="1909" y="996"/>
                </a:cubicBezTo>
                <a:cubicBezTo>
                  <a:pt x="2016" y="1047"/>
                  <a:pt x="2029" y="1056"/>
                  <a:pt x="2042" y="1064"/>
                </a:cubicBezTo>
                <a:cubicBezTo>
                  <a:pt x="2139" y="1152"/>
                  <a:pt x="2153" y="1157"/>
                  <a:pt x="2152" y="1166"/>
                </a:cubicBezTo>
                <a:cubicBezTo>
                  <a:pt x="2037" y="1063"/>
                  <a:pt x="2028" y="1057"/>
                  <a:pt x="2019" y="1051"/>
                </a:cubicBezTo>
                <a:cubicBezTo>
                  <a:pt x="1918" y="1008"/>
                  <a:pt x="1913" y="1000"/>
                  <a:pt x="1910" y="1002"/>
                </a:cubicBezTo>
                <a:cubicBezTo>
                  <a:pt x="1880" y="995"/>
                  <a:pt x="1876" y="992"/>
                  <a:pt x="1872" y="993"/>
                </a:cubicBezTo>
                <a:cubicBezTo>
                  <a:pt x="1988" y="1044"/>
                  <a:pt x="1992" y="1046"/>
                  <a:pt x="2005" y="1053"/>
                </a:cubicBezTo>
                <a:cubicBezTo>
                  <a:pt x="2110" y="1134"/>
                  <a:pt x="2114" y="1139"/>
                  <a:pt x="2122" y="1144"/>
                </a:cubicBezTo>
                <a:cubicBezTo>
                  <a:pt x="2182" y="1205"/>
                  <a:pt x="2180" y="1210"/>
                  <a:pt x="2186" y="1213"/>
                </a:cubicBezTo>
                <a:cubicBezTo>
                  <a:pt x="2204" y="1238"/>
                  <a:pt x="2216" y="1240"/>
                  <a:pt x="2212" y="1245"/>
                </a:cubicBezTo>
                <a:cubicBezTo>
                  <a:pt x="2180" y="1218"/>
                  <a:pt x="2174" y="1210"/>
                  <a:pt x="2167" y="1202"/>
                </a:cubicBezTo>
                <a:cubicBezTo>
                  <a:pt x="2144" y="1177"/>
                  <a:pt x="2130" y="1177"/>
                  <a:pt x="2134" y="1173"/>
                </a:cubicBezTo>
                <a:cubicBezTo>
                  <a:pt x="2017" y="1102"/>
                  <a:pt x="2002" y="1093"/>
                  <a:pt x="1988" y="1086"/>
                </a:cubicBezTo>
                <a:cubicBezTo>
                  <a:pt x="1953" y="1072"/>
                  <a:pt x="1948" y="1063"/>
                  <a:pt x="1945" y="1071"/>
                </a:cubicBezTo>
                <a:cubicBezTo>
                  <a:pt x="2015" y="1108"/>
                  <a:pt x="2016" y="1110"/>
                  <a:pt x="2017" y="1108"/>
                </a:cubicBezTo>
                <a:cubicBezTo>
                  <a:pt x="2048" y="1127"/>
                  <a:pt x="2059" y="1131"/>
                  <a:pt x="2070" y="1140"/>
                </a:cubicBezTo>
                <a:cubicBezTo>
                  <a:pt x="2124" y="1179"/>
                  <a:pt x="2128" y="1181"/>
                  <a:pt x="2126" y="1185"/>
                </a:cubicBezTo>
                <a:cubicBezTo>
                  <a:pt x="1894" y="1067"/>
                  <a:pt x="1862" y="1046"/>
                  <a:pt x="1831" y="1031"/>
                </a:cubicBezTo>
                <a:cubicBezTo>
                  <a:pt x="1819" y="1028"/>
                  <a:pt x="1825" y="1032"/>
                  <a:pt x="1830" y="1036"/>
                </a:cubicBezTo>
                <a:cubicBezTo>
                  <a:pt x="1878" y="1062"/>
                  <a:pt x="1891" y="1074"/>
                  <a:pt x="1911" y="1079"/>
                </a:cubicBezTo>
                <a:cubicBezTo>
                  <a:pt x="2085" y="1172"/>
                  <a:pt x="2097" y="1179"/>
                  <a:pt x="2108" y="1184"/>
                </a:cubicBezTo>
                <a:cubicBezTo>
                  <a:pt x="2173" y="1234"/>
                  <a:pt x="2187" y="1235"/>
                  <a:pt x="2182" y="1239"/>
                </a:cubicBezTo>
                <a:cubicBezTo>
                  <a:pt x="2062" y="1185"/>
                  <a:pt x="2032" y="1171"/>
                  <a:pt x="2001" y="1152"/>
                </a:cubicBezTo>
                <a:cubicBezTo>
                  <a:pt x="1899" y="1094"/>
                  <a:pt x="1870" y="1065"/>
                  <a:pt x="1827" y="1044"/>
                </a:cubicBezTo>
                <a:cubicBezTo>
                  <a:pt x="1802" y="1021"/>
                  <a:pt x="1793" y="1020"/>
                  <a:pt x="1796" y="1016"/>
                </a:cubicBezTo>
                <a:cubicBezTo>
                  <a:pt x="1765" y="983"/>
                  <a:pt x="1759" y="982"/>
                  <a:pt x="1760" y="979"/>
                </a:cubicBezTo>
                <a:cubicBezTo>
                  <a:pt x="1750" y="965"/>
                  <a:pt x="1742" y="962"/>
                  <a:pt x="1742" y="964"/>
                </a:cubicBezTo>
                <a:cubicBezTo>
                  <a:pt x="1859" y="1073"/>
                  <a:pt x="1897" y="1098"/>
                  <a:pt x="1927" y="1122"/>
                </a:cubicBezTo>
                <a:cubicBezTo>
                  <a:pt x="1984" y="1157"/>
                  <a:pt x="1995" y="1155"/>
                  <a:pt x="1997" y="1163"/>
                </a:cubicBezTo>
                <a:cubicBezTo>
                  <a:pt x="2066" y="1192"/>
                  <a:pt x="2073" y="1204"/>
                  <a:pt x="2077" y="1200"/>
                </a:cubicBezTo>
                <a:cubicBezTo>
                  <a:pt x="1999" y="1181"/>
                  <a:pt x="1975" y="1172"/>
                  <a:pt x="1952" y="1164"/>
                </a:cubicBezTo>
                <a:cubicBezTo>
                  <a:pt x="1812" y="1102"/>
                  <a:pt x="1800" y="1107"/>
                  <a:pt x="1802" y="1101"/>
                </a:cubicBezTo>
                <a:cubicBezTo>
                  <a:pt x="1863" y="1135"/>
                  <a:pt x="1871" y="1147"/>
                  <a:pt x="1875" y="1145"/>
                </a:cubicBezTo>
                <a:cubicBezTo>
                  <a:pt x="1932" y="1163"/>
                  <a:pt x="1935" y="1166"/>
                  <a:pt x="1938" y="1168"/>
                </a:cubicBezTo>
                <a:cubicBezTo>
                  <a:pt x="1958" y="1170"/>
                  <a:pt x="1962" y="1178"/>
                  <a:pt x="1966" y="1178"/>
                </a:cubicBezTo>
                <a:cubicBezTo>
                  <a:pt x="1988" y="1181"/>
                  <a:pt x="1995" y="1191"/>
                  <a:pt x="2001" y="1189"/>
                </a:cubicBezTo>
                <a:cubicBezTo>
                  <a:pt x="2074" y="1212"/>
                  <a:pt x="2078" y="1217"/>
                  <a:pt x="2080" y="1215"/>
                </a:cubicBezTo>
                <a:cubicBezTo>
                  <a:pt x="2117" y="1228"/>
                  <a:pt x="2124" y="1232"/>
                  <a:pt x="2137" y="1235"/>
                </a:cubicBezTo>
                <a:cubicBezTo>
                  <a:pt x="2234" y="1279"/>
                  <a:pt x="2245" y="1287"/>
                  <a:pt x="2243" y="1292"/>
                </a:cubicBezTo>
                <a:cubicBezTo>
                  <a:pt x="2131" y="1245"/>
                  <a:pt x="2120" y="1242"/>
                  <a:pt x="2108" y="1239"/>
                </a:cubicBezTo>
                <a:cubicBezTo>
                  <a:pt x="2028" y="1217"/>
                  <a:pt x="2017" y="1216"/>
                  <a:pt x="2005" y="1213"/>
                </a:cubicBezTo>
                <a:cubicBezTo>
                  <a:pt x="1958" y="1197"/>
                  <a:pt x="1947" y="1195"/>
                  <a:pt x="1935" y="1192"/>
                </a:cubicBezTo>
                <a:cubicBezTo>
                  <a:pt x="1799" y="1116"/>
                  <a:pt x="1795" y="1118"/>
                  <a:pt x="1793" y="1116"/>
                </a:cubicBezTo>
                <a:cubicBezTo>
                  <a:pt x="1777" y="1110"/>
                  <a:pt x="1780" y="1101"/>
                  <a:pt x="1777" y="1100"/>
                </a:cubicBezTo>
                <a:cubicBezTo>
                  <a:pt x="1768" y="1091"/>
                  <a:pt x="1766" y="1092"/>
                  <a:pt x="1768" y="1094"/>
                </a:cubicBezTo>
                <a:cubicBezTo>
                  <a:pt x="1775" y="1110"/>
                  <a:pt x="1784" y="1111"/>
                  <a:pt x="1786" y="1114"/>
                </a:cubicBezTo>
                <a:cubicBezTo>
                  <a:pt x="1836" y="1150"/>
                  <a:pt x="1847" y="1161"/>
                  <a:pt x="1855" y="1163"/>
                </a:cubicBezTo>
                <a:cubicBezTo>
                  <a:pt x="1888" y="1188"/>
                  <a:pt x="1893" y="1191"/>
                  <a:pt x="1895" y="1189"/>
                </a:cubicBezTo>
                <a:cubicBezTo>
                  <a:pt x="1958" y="1223"/>
                  <a:pt x="1978" y="1230"/>
                  <a:pt x="2003" y="1240"/>
                </a:cubicBezTo>
                <a:cubicBezTo>
                  <a:pt x="2041" y="1245"/>
                  <a:pt x="2048" y="1253"/>
                  <a:pt x="2053" y="1252"/>
                </a:cubicBezTo>
                <a:cubicBezTo>
                  <a:pt x="2147" y="1279"/>
                  <a:pt x="2157" y="1282"/>
                  <a:pt x="2166" y="1286"/>
                </a:cubicBezTo>
                <a:cubicBezTo>
                  <a:pt x="2217" y="1301"/>
                  <a:pt x="2237" y="1308"/>
                  <a:pt x="2257" y="1315"/>
                </a:cubicBezTo>
                <a:cubicBezTo>
                  <a:pt x="2324" y="1358"/>
                  <a:pt x="2331" y="1352"/>
                  <a:pt x="2328" y="1357"/>
                </a:cubicBezTo>
                <a:cubicBezTo>
                  <a:pt x="2331" y="1361"/>
                  <a:pt x="2323" y="1361"/>
                  <a:pt x="2312" y="1354"/>
                </a:cubicBezTo>
                <a:cubicBezTo>
                  <a:pt x="2262" y="1327"/>
                  <a:pt x="2258" y="1327"/>
                  <a:pt x="2253" y="1325"/>
                </a:cubicBezTo>
                <a:cubicBezTo>
                  <a:pt x="2222" y="1313"/>
                  <a:pt x="2216" y="1307"/>
                  <a:pt x="2212" y="1308"/>
                </a:cubicBezTo>
                <a:cubicBezTo>
                  <a:pt x="2192" y="1303"/>
                  <a:pt x="2187" y="1302"/>
                  <a:pt x="2182" y="1302"/>
                </a:cubicBezTo>
                <a:cubicBezTo>
                  <a:pt x="2120" y="1285"/>
                  <a:pt x="2116" y="1290"/>
                  <a:pt x="2111" y="1286"/>
                </a:cubicBezTo>
                <a:cubicBezTo>
                  <a:pt x="2062" y="1273"/>
                  <a:pt x="2058" y="1275"/>
                  <a:pt x="2054" y="1274"/>
                </a:cubicBezTo>
                <a:cubicBezTo>
                  <a:pt x="2005" y="1263"/>
                  <a:pt x="2001" y="1263"/>
                  <a:pt x="1996" y="1262"/>
                </a:cubicBezTo>
                <a:cubicBezTo>
                  <a:pt x="1943" y="1252"/>
                  <a:pt x="1934" y="1249"/>
                  <a:pt x="1924" y="1245"/>
                </a:cubicBezTo>
                <a:cubicBezTo>
                  <a:pt x="1874" y="1231"/>
                  <a:pt x="1855" y="1225"/>
                  <a:pt x="1835" y="1217"/>
                </a:cubicBezTo>
                <a:cubicBezTo>
                  <a:pt x="1789" y="1181"/>
                  <a:pt x="1784" y="1176"/>
                  <a:pt x="1780" y="1181"/>
                </a:cubicBezTo>
                <a:cubicBezTo>
                  <a:pt x="1792" y="1194"/>
                  <a:pt x="1801" y="1197"/>
                  <a:pt x="1800" y="1202"/>
                </a:cubicBezTo>
                <a:cubicBezTo>
                  <a:pt x="1724" y="1168"/>
                  <a:pt x="1766" y="1186"/>
                  <a:pt x="1797" y="1207"/>
                </a:cubicBezTo>
                <a:cubicBezTo>
                  <a:pt x="1849" y="1237"/>
                  <a:pt x="1860" y="1244"/>
                  <a:pt x="1870" y="1251"/>
                </a:cubicBezTo>
                <a:cubicBezTo>
                  <a:pt x="2017" y="1319"/>
                  <a:pt x="2027" y="1321"/>
                  <a:pt x="2038" y="1326"/>
                </a:cubicBezTo>
                <a:cubicBezTo>
                  <a:pt x="2062" y="1334"/>
                  <a:pt x="2064" y="1329"/>
                  <a:pt x="2067" y="1332"/>
                </a:cubicBezTo>
                <a:cubicBezTo>
                  <a:pt x="2101" y="1345"/>
                  <a:pt x="2109" y="1344"/>
                  <a:pt x="2117" y="1348"/>
                </a:cubicBezTo>
                <a:cubicBezTo>
                  <a:pt x="2179" y="1365"/>
                  <a:pt x="2190" y="1363"/>
                  <a:pt x="2202" y="1370"/>
                </a:cubicBezTo>
                <a:cubicBezTo>
                  <a:pt x="2239" y="1378"/>
                  <a:pt x="2242" y="1381"/>
                  <a:pt x="2243" y="1379"/>
                </a:cubicBezTo>
                <a:cubicBezTo>
                  <a:pt x="2271" y="1395"/>
                  <a:pt x="2279" y="1390"/>
                  <a:pt x="2289" y="1396"/>
                </a:cubicBezTo>
                <a:cubicBezTo>
                  <a:pt x="2335" y="1407"/>
                  <a:pt x="2342" y="1415"/>
                  <a:pt x="2346" y="1413"/>
                </a:cubicBezTo>
                <a:cubicBezTo>
                  <a:pt x="2436" y="1455"/>
                  <a:pt x="2440" y="1458"/>
                  <a:pt x="2445" y="1461"/>
                </a:cubicBezTo>
                <a:cubicBezTo>
                  <a:pt x="2441" y="1460"/>
                  <a:pt x="2440" y="1470"/>
                  <a:pt x="2435" y="1465"/>
                </a:cubicBezTo>
                <a:cubicBezTo>
                  <a:pt x="2403" y="1446"/>
                  <a:pt x="2399" y="1444"/>
                  <a:pt x="2396" y="1441"/>
                </a:cubicBezTo>
                <a:cubicBezTo>
                  <a:pt x="2345" y="1421"/>
                  <a:pt x="2342" y="1417"/>
                  <a:pt x="2339" y="1419"/>
                </a:cubicBezTo>
                <a:cubicBezTo>
                  <a:pt x="2288" y="1400"/>
                  <a:pt x="2278" y="1399"/>
                  <a:pt x="2267" y="1395"/>
                </a:cubicBezTo>
                <a:cubicBezTo>
                  <a:pt x="2242" y="1393"/>
                  <a:pt x="2238" y="1387"/>
                  <a:pt x="2236" y="1390"/>
                </a:cubicBezTo>
                <a:cubicBezTo>
                  <a:pt x="2185" y="1383"/>
                  <a:pt x="2180" y="1381"/>
                  <a:pt x="2174" y="1380"/>
                </a:cubicBezTo>
                <a:cubicBezTo>
                  <a:pt x="2108" y="1367"/>
                  <a:pt x="2100" y="1369"/>
                  <a:pt x="2091" y="1364"/>
                </a:cubicBezTo>
                <a:cubicBezTo>
                  <a:pt x="2030" y="1352"/>
                  <a:pt x="2020" y="1345"/>
                  <a:pt x="2012" y="1348"/>
                </a:cubicBezTo>
                <a:cubicBezTo>
                  <a:pt x="1921" y="1321"/>
                  <a:pt x="1904" y="1314"/>
                  <a:pt x="1888" y="1310"/>
                </a:cubicBezTo>
                <a:cubicBezTo>
                  <a:pt x="1846" y="1294"/>
                  <a:pt x="1847" y="1280"/>
                  <a:pt x="1844" y="1286"/>
                </a:cubicBezTo>
                <a:cubicBezTo>
                  <a:pt x="1805" y="1264"/>
                  <a:pt x="1802" y="1260"/>
                  <a:pt x="1799" y="1256"/>
                </a:cubicBezTo>
                <a:cubicBezTo>
                  <a:pt x="1792" y="1262"/>
                  <a:pt x="1796" y="1264"/>
                  <a:pt x="1799" y="1267"/>
                </a:cubicBezTo>
                <a:cubicBezTo>
                  <a:pt x="1822" y="1281"/>
                  <a:pt x="1831" y="1288"/>
                  <a:pt x="1839" y="1293"/>
                </a:cubicBezTo>
                <a:cubicBezTo>
                  <a:pt x="1935" y="1335"/>
                  <a:pt x="1945" y="1339"/>
                  <a:pt x="1956" y="1342"/>
                </a:cubicBezTo>
                <a:cubicBezTo>
                  <a:pt x="1993" y="1352"/>
                  <a:pt x="1997" y="1353"/>
                  <a:pt x="2002" y="1352"/>
                </a:cubicBezTo>
                <a:cubicBezTo>
                  <a:pt x="2082" y="1371"/>
                  <a:pt x="2083" y="1372"/>
                  <a:pt x="2085" y="1373"/>
                </a:cubicBezTo>
                <a:cubicBezTo>
                  <a:pt x="2115" y="1375"/>
                  <a:pt x="2118" y="1381"/>
                  <a:pt x="2120" y="1378"/>
                </a:cubicBezTo>
                <a:cubicBezTo>
                  <a:pt x="2155" y="1386"/>
                  <a:pt x="2165" y="1383"/>
                  <a:pt x="2176" y="1389"/>
                </a:cubicBezTo>
                <a:cubicBezTo>
                  <a:pt x="2196" y="1393"/>
                  <a:pt x="2201" y="1391"/>
                  <a:pt x="2207" y="1394"/>
                </a:cubicBezTo>
                <a:cubicBezTo>
                  <a:pt x="2226" y="1393"/>
                  <a:pt x="2232" y="1397"/>
                  <a:pt x="2237" y="1396"/>
                </a:cubicBezTo>
                <a:cubicBezTo>
                  <a:pt x="2289" y="1410"/>
                  <a:pt x="2294" y="1408"/>
                  <a:pt x="2300" y="1412"/>
                </a:cubicBezTo>
                <a:cubicBezTo>
                  <a:pt x="2403" y="1451"/>
                  <a:pt x="2407" y="1454"/>
                  <a:pt x="2411" y="1457"/>
                </a:cubicBezTo>
                <a:cubicBezTo>
                  <a:pt x="2382" y="1460"/>
                  <a:pt x="2378" y="1455"/>
                  <a:pt x="2375" y="1456"/>
                </a:cubicBezTo>
                <a:cubicBezTo>
                  <a:pt x="2349" y="1454"/>
                  <a:pt x="2346" y="1457"/>
                  <a:pt x="2342" y="1455"/>
                </a:cubicBezTo>
                <a:cubicBezTo>
                  <a:pt x="2278" y="1447"/>
                  <a:pt x="2273" y="1444"/>
                  <a:pt x="2267" y="1445"/>
                </a:cubicBezTo>
                <a:cubicBezTo>
                  <a:pt x="2223" y="1440"/>
                  <a:pt x="2219" y="1437"/>
                  <a:pt x="2215" y="1433"/>
                </a:cubicBezTo>
                <a:cubicBezTo>
                  <a:pt x="2193" y="1431"/>
                  <a:pt x="2191" y="1434"/>
                  <a:pt x="2188" y="1434"/>
                </a:cubicBezTo>
                <a:cubicBezTo>
                  <a:pt x="2155" y="1427"/>
                  <a:pt x="2148" y="1421"/>
                  <a:pt x="2143" y="1423"/>
                </a:cubicBezTo>
                <a:cubicBezTo>
                  <a:pt x="2090" y="1417"/>
                  <a:pt x="2083" y="1408"/>
                  <a:pt x="2079" y="1413"/>
                </a:cubicBezTo>
                <a:cubicBezTo>
                  <a:pt x="1999" y="1398"/>
                  <a:pt x="1989" y="1393"/>
                  <a:pt x="1980" y="1392"/>
                </a:cubicBezTo>
                <a:cubicBezTo>
                  <a:pt x="1957" y="1385"/>
                  <a:pt x="1954" y="1382"/>
                  <a:pt x="1952" y="1384"/>
                </a:cubicBezTo>
                <a:cubicBezTo>
                  <a:pt x="1867" y="1355"/>
                  <a:pt x="1868" y="1352"/>
                  <a:pt x="1868" y="1352"/>
                </a:cubicBezTo>
                <a:cubicBezTo>
                  <a:pt x="1854" y="1345"/>
                  <a:pt x="1853" y="1346"/>
                  <a:pt x="1851" y="1346"/>
                </a:cubicBezTo>
                <a:cubicBezTo>
                  <a:pt x="1819" y="1330"/>
                  <a:pt x="1814" y="1322"/>
                  <a:pt x="1810" y="1321"/>
                </a:cubicBezTo>
                <a:cubicBezTo>
                  <a:pt x="1759" y="1288"/>
                  <a:pt x="1760" y="1285"/>
                  <a:pt x="1757" y="1283"/>
                </a:cubicBezTo>
                <a:cubicBezTo>
                  <a:pt x="1737" y="1278"/>
                  <a:pt x="1744" y="1285"/>
                  <a:pt x="1751" y="1292"/>
                </a:cubicBezTo>
                <a:cubicBezTo>
                  <a:pt x="1824" y="1336"/>
                  <a:pt x="1820" y="1339"/>
                  <a:pt x="1825" y="1342"/>
                </a:cubicBezTo>
                <a:cubicBezTo>
                  <a:pt x="1914" y="1376"/>
                  <a:pt x="1921" y="1385"/>
                  <a:pt x="1926" y="1383"/>
                </a:cubicBezTo>
                <a:cubicBezTo>
                  <a:pt x="1966" y="1396"/>
                  <a:pt x="1970" y="1399"/>
                  <a:pt x="1972" y="1397"/>
                </a:cubicBezTo>
                <a:cubicBezTo>
                  <a:pt x="2078" y="1420"/>
                  <a:pt x="2102" y="1426"/>
                  <a:pt x="2125" y="1426"/>
                </a:cubicBezTo>
                <a:cubicBezTo>
                  <a:pt x="2205" y="1443"/>
                  <a:pt x="2211" y="1443"/>
                  <a:pt x="2217" y="1442"/>
                </a:cubicBezTo>
                <a:cubicBezTo>
                  <a:pt x="2256" y="1449"/>
                  <a:pt x="2259" y="1450"/>
                  <a:pt x="2263" y="1452"/>
                </a:cubicBezTo>
                <a:cubicBezTo>
                  <a:pt x="2241" y="1449"/>
                  <a:pt x="2235" y="1450"/>
                  <a:pt x="2228" y="1453"/>
                </a:cubicBezTo>
                <a:cubicBezTo>
                  <a:pt x="2161" y="1450"/>
                  <a:pt x="2138" y="1452"/>
                  <a:pt x="2115" y="1453"/>
                </a:cubicBezTo>
                <a:cubicBezTo>
                  <a:pt x="2033" y="1453"/>
                  <a:pt x="2030" y="1453"/>
                  <a:pt x="2027" y="1452"/>
                </a:cubicBezTo>
                <a:cubicBezTo>
                  <a:pt x="1998" y="1450"/>
                  <a:pt x="1996" y="1456"/>
                  <a:pt x="1992" y="1450"/>
                </a:cubicBezTo>
                <a:cubicBezTo>
                  <a:pt x="1962" y="1449"/>
                  <a:pt x="1960" y="1455"/>
                  <a:pt x="1955" y="1449"/>
                </a:cubicBezTo>
                <a:cubicBezTo>
                  <a:pt x="1918" y="1451"/>
                  <a:pt x="1915" y="1451"/>
                  <a:pt x="1912" y="1452"/>
                </a:cubicBezTo>
                <a:cubicBezTo>
                  <a:pt x="1934" y="1456"/>
                  <a:pt x="1942" y="1456"/>
                  <a:pt x="1951" y="1457"/>
                </a:cubicBezTo>
                <a:cubicBezTo>
                  <a:pt x="1993" y="1458"/>
                  <a:pt x="1997" y="1456"/>
                  <a:pt x="2001" y="1459"/>
                </a:cubicBezTo>
                <a:cubicBezTo>
                  <a:pt x="2056" y="1461"/>
                  <a:pt x="2060" y="1459"/>
                  <a:pt x="2065" y="1462"/>
                </a:cubicBezTo>
                <a:cubicBezTo>
                  <a:pt x="2095" y="1465"/>
                  <a:pt x="2098" y="1457"/>
                  <a:pt x="2104" y="1462"/>
                </a:cubicBezTo>
                <a:cubicBezTo>
                  <a:pt x="2171" y="1462"/>
                  <a:pt x="2187" y="1459"/>
                  <a:pt x="2205" y="1461"/>
                </a:cubicBezTo>
                <a:cubicBezTo>
                  <a:pt x="2239" y="1464"/>
                  <a:pt x="2246" y="1458"/>
                  <a:pt x="2255" y="1463"/>
                </a:cubicBezTo>
                <a:cubicBezTo>
                  <a:pt x="2379" y="1467"/>
                  <a:pt x="2385" y="1469"/>
                  <a:pt x="2390" y="1469"/>
                </a:cubicBezTo>
                <a:cubicBezTo>
                  <a:pt x="2447" y="1477"/>
                  <a:pt x="2453" y="1485"/>
                  <a:pt x="2456" y="1481"/>
                </a:cubicBezTo>
                <a:cubicBezTo>
                  <a:pt x="2471" y="1483"/>
                  <a:pt x="2476" y="1485"/>
                  <a:pt x="2480" y="1484"/>
                </a:cubicBezTo>
                <a:cubicBezTo>
                  <a:pt x="2496" y="1492"/>
                  <a:pt x="2489" y="1491"/>
                  <a:pt x="2481" y="1490"/>
                </a:cubicBezTo>
                <a:cubicBezTo>
                  <a:pt x="2459" y="1486"/>
                  <a:pt x="2459" y="1488"/>
                  <a:pt x="2457" y="1487"/>
                </a:cubicBezTo>
                <a:cubicBezTo>
                  <a:pt x="2436" y="1484"/>
                  <a:pt x="2430" y="1485"/>
                  <a:pt x="2423" y="1483"/>
                </a:cubicBezTo>
                <a:cubicBezTo>
                  <a:pt x="2367" y="1482"/>
                  <a:pt x="2348" y="1479"/>
                  <a:pt x="2330" y="1481"/>
                </a:cubicBezTo>
                <a:cubicBezTo>
                  <a:pt x="2283" y="1485"/>
                  <a:pt x="2277" y="1479"/>
                  <a:pt x="2273" y="1480"/>
                </a:cubicBezTo>
                <a:cubicBezTo>
                  <a:pt x="2200" y="1484"/>
                  <a:pt x="2196" y="1487"/>
                  <a:pt x="2191" y="1488"/>
                </a:cubicBezTo>
                <a:cubicBezTo>
                  <a:pt x="2155" y="1488"/>
                  <a:pt x="2153" y="1490"/>
                  <a:pt x="2150" y="1487"/>
                </a:cubicBezTo>
                <a:cubicBezTo>
                  <a:pt x="2117" y="1486"/>
                  <a:pt x="2113" y="1490"/>
                  <a:pt x="2108" y="1488"/>
                </a:cubicBezTo>
                <a:cubicBezTo>
                  <a:pt x="2069" y="1483"/>
                  <a:pt x="2060" y="1487"/>
                  <a:pt x="2050" y="1484"/>
                </a:cubicBezTo>
                <a:cubicBezTo>
                  <a:pt x="1988" y="1472"/>
                  <a:pt x="1985" y="1477"/>
                  <a:pt x="1979" y="1473"/>
                </a:cubicBezTo>
                <a:cubicBezTo>
                  <a:pt x="1945" y="1469"/>
                  <a:pt x="1938" y="1456"/>
                  <a:pt x="1935" y="1464"/>
                </a:cubicBezTo>
                <a:cubicBezTo>
                  <a:pt x="2001" y="1482"/>
                  <a:pt x="2009" y="1487"/>
                  <a:pt x="2015" y="1486"/>
                </a:cubicBezTo>
                <a:cubicBezTo>
                  <a:pt x="2080" y="1493"/>
                  <a:pt x="2086" y="1494"/>
                  <a:pt x="2094" y="1497"/>
                </a:cubicBezTo>
                <a:cubicBezTo>
                  <a:pt x="2167" y="1495"/>
                  <a:pt x="2186" y="1498"/>
                  <a:pt x="2203" y="1494"/>
                </a:cubicBezTo>
                <a:cubicBezTo>
                  <a:pt x="2239" y="1495"/>
                  <a:pt x="2241" y="1492"/>
                  <a:pt x="2244" y="1492"/>
                </a:cubicBezTo>
                <a:cubicBezTo>
                  <a:pt x="2289" y="1487"/>
                  <a:pt x="2294" y="1490"/>
                  <a:pt x="2298" y="1489"/>
                </a:cubicBezTo>
                <a:cubicBezTo>
                  <a:pt x="2349" y="1491"/>
                  <a:pt x="2358" y="1488"/>
                  <a:pt x="2368" y="1491"/>
                </a:cubicBezTo>
                <a:cubicBezTo>
                  <a:pt x="2408" y="1491"/>
                  <a:pt x="2409" y="1489"/>
                  <a:pt x="2412" y="1491"/>
                </a:cubicBezTo>
                <a:cubicBezTo>
                  <a:pt x="2452" y="1494"/>
                  <a:pt x="2456" y="1493"/>
                  <a:pt x="2462" y="1498"/>
                </a:cubicBezTo>
                <a:cubicBezTo>
                  <a:pt x="2494" y="1499"/>
                  <a:pt x="2499" y="1504"/>
                  <a:pt x="2504" y="1503"/>
                </a:cubicBezTo>
                <a:cubicBezTo>
                  <a:pt x="2539" y="1513"/>
                  <a:pt x="2541" y="1511"/>
                  <a:pt x="2544" y="1514"/>
                </a:cubicBezTo>
                <a:cubicBezTo>
                  <a:pt x="2540" y="1522"/>
                  <a:pt x="2534" y="1517"/>
                  <a:pt x="2528" y="1514"/>
                </a:cubicBezTo>
                <a:cubicBezTo>
                  <a:pt x="2499" y="1515"/>
                  <a:pt x="2495" y="1516"/>
                  <a:pt x="2491" y="1515"/>
                </a:cubicBezTo>
                <a:cubicBezTo>
                  <a:pt x="2470" y="1517"/>
                  <a:pt x="2461" y="1511"/>
                  <a:pt x="2453" y="1516"/>
                </a:cubicBezTo>
                <a:cubicBezTo>
                  <a:pt x="2361" y="1511"/>
                  <a:pt x="2358" y="1522"/>
                  <a:pt x="2352" y="1514"/>
                </a:cubicBezTo>
                <a:cubicBezTo>
                  <a:pt x="2303" y="1521"/>
                  <a:pt x="2299" y="1520"/>
                  <a:pt x="2295" y="1521"/>
                </a:cubicBezTo>
                <a:cubicBezTo>
                  <a:pt x="2268" y="1522"/>
                  <a:pt x="2265" y="1529"/>
                  <a:pt x="2260" y="1526"/>
                </a:cubicBezTo>
                <a:cubicBezTo>
                  <a:pt x="2207" y="1533"/>
                  <a:pt x="2198" y="1529"/>
                  <a:pt x="2191" y="1533"/>
                </a:cubicBezTo>
                <a:cubicBezTo>
                  <a:pt x="2159" y="1533"/>
                  <a:pt x="2151" y="1531"/>
                  <a:pt x="2144" y="1533"/>
                </a:cubicBezTo>
                <a:cubicBezTo>
                  <a:pt x="2122" y="1534"/>
                  <a:pt x="2121" y="1537"/>
                  <a:pt x="2124" y="1535"/>
                </a:cubicBezTo>
                <a:cubicBezTo>
                  <a:pt x="2146" y="1533"/>
                  <a:pt x="2152" y="1539"/>
                  <a:pt x="2156" y="1538"/>
                </a:cubicBezTo>
                <a:cubicBezTo>
                  <a:pt x="2199" y="1537"/>
                  <a:pt x="2208" y="1537"/>
                  <a:pt x="2217" y="1537"/>
                </a:cubicBezTo>
                <a:cubicBezTo>
                  <a:pt x="2258" y="1531"/>
                  <a:pt x="2264" y="1537"/>
                  <a:pt x="2268" y="1534"/>
                </a:cubicBezTo>
                <a:cubicBezTo>
                  <a:pt x="2296" y="1526"/>
                  <a:pt x="2301" y="1531"/>
                  <a:pt x="2304" y="1527"/>
                </a:cubicBezTo>
                <a:cubicBezTo>
                  <a:pt x="2335" y="1525"/>
                  <a:pt x="2338" y="1528"/>
                  <a:pt x="2341" y="1528"/>
                </a:cubicBezTo>
                <a:cubicBezTo>
                  <a:pt x="2369" y="1527"/>
                  <a:pt x="2374" y="1522"/>
                  <a:pt x="2379" y="1525"/>
                </a:cubicBezTo>
                <a:cubicBezTo>
                  <a:pt x="2415" y="1519"/>
                  <a:pt x="2422" y="1529"/>
                  <a:pt x="2426" y="1521"/>
                </a:cubicBezTo>
                <a:cubicBezTo>
                  <a:pt x="2479" y="1523"/>
                  <a:pt x="2484" y="1524"/>
                  <a:pt x="2489" y="1524"/>
                </a:cubicBezTo>
                <a:cubicBezTo>
                  <a:pt x="2510" y="1525"/>
                  <a:pt x="2516" y="1524"/>
                  <a:pt x="2521" y="1524"/>
                </a:cubicBezTo>
                <a:cubicBezTo>
                  <a:pt x="2547" y="1526"/>
                  <a:pt x="2559" y="1534"/>
                  <a:pt x="2570" y="1533"/>
                </a:cubicBezTo>
                <a:cubicBezTo>
                  <a:pt x="2608" y="1551"/>
                  <a:pt x="2617" y="1556"/>
                  <a:pt x="2627" y="1558"/>
                </a:cubicBezTo>
                <a:cubicBezTo>
                  <a:pt x="2654" y="1575"/>
                  <a:pt x="2658" y="1582"/>
                  <a:pt x="2661" y="1578"/>
                </a:cubicBezTo>
                <a:cubicBezTo>
                  <a:pt x="2679" y="1592"/>
                  <a:pt x="2668" y="1591"/>
                  <a:pt x="2658" y="1587"/>
                </a:cubicBezTo>
                <a:cubicBezTo>
                  <a:pt x="2602" y="1571"/>
                  <a:pt x="2598" y="1576"/>
                  <a:pt x="2592" y="1572"/>
                </a:cubicBezTo>
                <a:cubicBezTo>
                  <a:pt x="2493" y="1566"/>
                  <a:pt x="2486" y="1559"/>
                  <a:pt x="2482" y="1564"/>
                </a:cubicBezTo>
                <a:cubicBezTo>
                  <a:pt x="2454" y="1559"/>
                  <a:pt x="2452" y="1559"/>
                  <a:pt x="2450" y="1561"/>
                </a:cubicBezTo>
                <a:cubicBezTo>
                  <a:pt x="2407" y="1554"/>
                  <a:pt x="2405" y="1561"/>
                  <a:pt x="2401" y="1560"/>
                </a:cubicBezTo>
                <a:cubicBezTo>
                  <a:pt x="2363" y="1561"/>
                  <a:pt x="2358" y="1554"/>
                  <a:pt x="2355" y="1558"/>
                </a:cubicBezTo>
                <a:cubicBezTo>
                  <a:pt x="2328" y="1563"/>
                  <a:pt x="2323" y="1555"/>
                  <a:pt x="2321" y="1561"/>
                </a:cubicBezTo>
                <a:cubicBezTo>
                  <a:pt x="2293" y="1560"/>
                  <a:pt x="2290" y="1562"/>
                  <a:pt x="2286" y="1562"/>
                </a:cubicBezTo>
                <a:cubicBezTo>
                  <a:pt x="2243" y="1564"/>
                  <a:pt x="2236" y="1566"/>
                  <a:pt x="2229" y="1566"/>
                </a:cubicBezTo>
                <a:cubicBezTo>
                  <a:pt x="2173" y="1564"/>
                  <a:pt x="2167" y="1569"/>
                  <a:pt x="2158" y="1566"/>
                </a:cubicBezTo>
                <a:cubicBezTo>
                  <a:pt x="2121" y="1565"/>
                  <a:pt x="2118" y="1572"/>
                  <a:pt x="2113" y="1567"/>
                </a:cubicBezTo>
                <a:cubicBezTo>
                  <a:pt x="2076" y="1567"/>
                  <a:pt x="2075" y="1564"/>
                  <a:pt x="2074" y="1562"/>
                </a:cubicBezTo>
                <a:cubicBezTo>
                  <a:pt x="2035" y="1553"/>
                  <a:pt x="2033" y="1551"/>
                  <a:pt x="2031" y="1549"/>
                </a:cubicBezTo>
                <a:cubicBezTo>
                  <a:pt x="2019" y="1549"/>
                  <a:pt x="2032" y="1553"/>
                  <a:pt x="2045" y="1559"/>
                </a:cubicBezTo>
                <a:cubicBezTo>
                  <a:pt x="2068" y="1563"/>
                  <a:pt x="2066" y="1572"/>
                  <a:pt x="2070" y="1568"/>
                </a:cubicBezTo>
                <a:cubicBezTo>
                  <a:pt x="2092" y="1572"/>
                  <a:pt x="2098" y="1570"/>
                  <a:pt x="2102" y="1576"/>
                </a:cubicBezTo>
                <a:cubicBezTo>
                  <a:pt x="2162" y="1582"/>
                  <a:pt x="2171" y="1587"/>
                  <a:pt x="2179" y="1585"/>
                </a:cubicBezTo>
                <a:cubicBezTo>
                  <a:pt x="2207" y="1588"/>
                  <a:pt x="2208" y="1584"/>
                  <a:pt x="2211" y="1585"/>
                </a:cubicBezTo>
                <a:cubicBezTo>
                  <a:pt x="2233" y="1583"/>
                  <a:pt x="2239" y="1590"/>
                  <a:pt x="2242" y="1585"/>
                </a:cubicBezTo>
                <a:cubicBezTo>
                  <a:pt x="2263" y="1586"/>
                  <a:pt x="2272" y="1586"/>
                  <a:pt x="2280" y="1587"/>
                </a:cubicBezTo>
                <a:cubicBezTo>
                  <a:pt x="2313" y="1585"/>
                  <a:pt x="2323" y="1589"/>
                  <a:pt x="2331" y="1589"/>
                </a:cubicBezTo>
                <a:cubicBezTo>
                  <a:pt x="2365" y="1592"/>
                  <a:pt x="2367" y="1591"/>
                  <a:pt x="2369" y="1591"/>
                </a:cubicBezTo>
                <a:cubicBezTo>
                  <a:pt x="2399" y="1594"/>
                  <a:pt x="2405" y="1600"/>
                  <a:pt x="2408" y="1596"/>
                </a:cubicBezTo>
                <a:cubicBezTo>
                  <a:pt x="2442" y="1597"/>
                  <a:pt x="2451" y="1602"/>
                  <a:pt x="2459" y="1598"/>
                </a:cubicBezTo>
                <a:cubicBezTo>
                  <a:pt x="2471" y="1601"/>
                  <a:pt x="2473" y="1601"/>
                  <a:pt x="2475" y="1601"/>
                </a:cubicBezTo>
                <a:cubicBezTo>
                  <a:pt x="2445" y="1606"/>
                  <a:pt x="2443" y="1607"/>
                  <a:pt x="2439" y="1604"/>
                </a:cubicBezTo>
                <a:cubicBezTo>
                  <a:pt x="2395" y="1607"/>
                  <a:pt x="2374" y="1608"/>
                  <a:pt x="2352" y="1609"/>
                </a:cubicBezTo>
                <a:cubicBezTo>
                  <a:pt x="2254" y="1621"/>
                  <a:pt x="2247" y="1616"/>
                  <a:pt x="2243" y="1620"/>
                </a:cubicBezTo>
                <a:cubicBezTo>
                  <a:pt x="2203" y="1616"/>
                  <a:pt x="2183" y="1620"/>
                  <a:pt x="2161" y="1620"/>
                </a:cubicBezTo>
                <a:cubicBezTo>
                  <a:pt x="2112" y="1621"/>
                  <a:pt x="2109" y="1622"/>
                  <a:pt x="2107" y="1623"/>
                </a:cubicBezTo>
                <a:cubicBezTo>
                  <a:pt x="2030" y="1621"/>
                  <a:pt x="2026" y="1616"/>
                  <a:pt x="2024" y="1618"/>
                </a:cubicBezTo>
                <a:cubicBezTo>
                  <a:pt x="1994" y="1611"/>
                  <a:pt x="1990" y="1617"/>
                  <a:pt x="1983" y="1612"/>
                </a:cubicBezTo>
                <a:cubicBezTo>
                  <a:pt x="1985" y="1614"/>
                  <a:pt x="1988" y="1619"/>
                  <a:pt x="1991" y="1617"/>
                </a:cubicBezTo>
                <a:cubicBezTo>
                  <a:pt x="2042" y="1624"/>
                  <a:pt x="2053" y="1625"/>
                  <a:pt x="2063" y="1626"/>
                </a:cubicBezTo>
                <a:cubicBezTo>
                  <a:pt x="2134" y="1631"/>
                  <a:pt x="2138" y="1625"/>
                  <a:pt x="2144" y="1627"/>
                </a:cubicBezTo>
                <a:cubicBezTo>
                  <a:pt x="2193" y="1623"/>
                  <a:pt x="2196" y="1627"/>
                  <a:pt x="2199" y="1627"/>
                </a:cubicBezTo>
                <a:cubicBezTo>
                  <a:pt x="2212" y="1625"/>
                  <a:pt x="2218" y="1627"/>
                  <a:pt x="2223" y="1625"/>
                </a:cubicBezTo>
                <a:cubicBezTo>
                  <a:pt x="2307" y="1624"/>
                  <a:pt x="2311" y="1617"/>
                  <a:pt x="2317" y="1622"/>
                </a:cubicBezTo>
                <a:cubicBezTo>
                  <a:pt x="2338" y="1618"/>
                  <a:pt x="2344" y="1620"/>
                  <a:pt x="2349" y="1617"/>
                </a:cubicBezTo>
                <a:cubicBezTo>
                  <a:pt x="2418" y="1614"/>
                  <a:pt x="2424" y="1617"/>
                  <a:pt x="2428" y="1612"/>
                </a:cubicBezTo>
                <a:cubicBezTo>
                  <a:pt x="2486" y="1613"/>
                  <a:pt x="2495" y="1611"/>
                  <a:pt x="2504" y="1613"/>
                </a:cubicBezTo>
                <a:cubicBezTo>
                  <a:pt x="2538" y="1616"/>
                  <a:pt x="2544" y="1614"/>
                  <a:pt x="2551" y="1618"/>
                </a:cubicBezTo>
                <a:cubicBezTo>
                  <a:pt x="2576" y="1617"/>
                  <a:pt x="2582" y="1619"/>
                  <a:pt x="2589" y="1619"/>
                </a:cubicBezTo>
                <a:cubicBezTo>
                  <a:pt x="2605" y="1620"/>
                  <a:pt x="2607" y="1617"/>
                  <a:pt x="2606" y="1621"/>
                </a:cubicBezTo>
                <a:cubicBezTo>
                  <a:pt x="2570" y="1626"/>
                  <a:pt x="2567" y="1624"/>
                  <a:pt x="2565" y="1624"/>
                </a:cubicBezTo>
                <a:cubicBezTo>
                  <a:pt x="2544" y="1626"/>
                  <a:pt x="2543" y="1633"/>
                  <a:pt x="2539" y="1631"/>
                </a:cubicBezTo>
                <a:cubicBezTo>
                  <a:pt x="2525" y="1626"/>
                  <a:pt x="2522" y="1626"/>
                  <a:pt x="2519" y="1625"/>
                </a:cubicBezTo>
                <a:cubicBezTo>
                  <a:pt x="2488" y="1626"/>
                  <a:pt x="2486" y="1632"/>
                  <a:pt x="2482" y="1630"/>
                </a:cubicBezTo>
                <a:cubicBezTo>
                  <a:pt x="2437" y="1636"/>
                  <a:pt x="2418" y="1631"/>
                  <a:pt x="2401" y="1638"/>
                </a:cubicBezTo>
                <a:cubicBezTo>
                  <a:pt x="2369" y="1638"/>
                  <a:pt x="2365" y="1641"/>
                  <a:pt x="2360" y="1640"/>
                </a:cubicBezTo>
                <a:cubicBezTo>
                  <a:pt x="2288" y="1646"/>
                  <a:pt x="2283" y="1643"/>
                  <a:pt x="2279" y="1644"/>
                </a:cubicBezTo>
                <a:cubicBezTo>
                  <a:pt x="2247" y="1646"/>
                  <a:pt x="2241" y="1643"/>
                  <a:pt x="2237" y="1644"/>
                </a:cubicBezTo>
                <a:cubicBezTo>
                  <a:pt x="2191" y="1641"/>
                  <a:pt x="2187" y="1648"/>
                  <a:pt x="2181" y="1641"/>
                </a:cubicBezTo>
                <a:cubicBezTo>
                  <a:pt x="2122" y="1643"/>
                  <a:pt x="2117" y="1637"/>
                  <a:pt x="2113" y="1638"/>
                </a:cubicBezTo>
                <a:cubicBezTo>
                  <a:pt x="2065" y="1636"/>
                  <a:pt x="2061" y="1637"/>
                  <a:pt x="2056" y="1637"/>
                </a:cubicBezTo>
                <a:cubicBezTo>
                  <a:pt x="2022" y="1634"/>
                  <a:pt x="2017" y="1630"/>
                  <a:pt x="2012" y="1631"/>
                </a:cubicBezTo>
                <a:cubicBezTo>
                  <a:pt x="2047" y="1640"/>
                  <a:pt x="2052" y="1641"/>
                  <a:pt x="2057" y="1640"/>
                </a:cubicBezTo>
                <a:cubicBezTo>
                  <a:pt x="2091" y="1647"/>
                  <a:pt x="2095" y="1643"/>
                  <a:pt x="2100" y="1645"/>
                </a:cubicBezTo>
                <a:cubicBezTo>
                  <a:pt x="2132" y="1645"/>
                  <a:pt x="2135" y="1647"/>
                  <a:pt x="2137" y="1649"/>
                </a:cubicBezTo>
                <a:cubicBezTo>
                  <a:pt x="2164" y="1651"/>
                  <a:pt x="2167" y="1648"/>
                  <a:pt x="2170" y="1650"/>
                </a:cubicBezTo>
                <a:cubicBezTo>
                  <a:pt x="2195" y="1655"/>
                  <a:pt x="2198" y="1646"/>
                  <a:pt x="2204" y="1651"/>
                </a:cubicBezTo>
                <a:cubicBezTo>
                  <a:pt x="2257" y="1652"/>
                  <a:pt x="2266" y="1651"/>
                  <a:pt x="2276" y="1652"/>
                </a:cubicBezTo>
                <a:cubicBezTo>
                  <a:pt x="2344" y="1649"/>
                  <a:pt x="2354" y="1649"/>
                  <a:pt x="2363" y="1647"/>
                </a:cubicBezTo>
                <a:cubicBezTo>
                  <a:pt x="2397" y="1650"/>
                  <a:pt x="2400" y="1643"/>
                  <a:pt x="2405" y="1644"/>
                </a:cubicBezTo>
                <a:cubicBezTo>
                  <a:pt x="2459" y="1643"/>
                  <a:pt x="2467" y="1634"/>
                  <a:pt x="2478" y="1640"/>
                </a:cubicBezTo>
                <a:cubicBezTo>
                  <a:pt x="2425" y="1649"/>
                  <a:pt x="2417" y="1651"/>
                  <a:pt x="2410" y="1652"/>
                </a:cubicBezTo>
                <a:cubicBezTo>
                  <a:pt x="2383" y="1656"/>
                  <a:pt x="2381" y="1661"/>
                  <a:pt x="2376" y="1659"/>
                </a:cubicBezTo>
                <a:cubicBezTo>
                  <a:pt x="2349" y="1660"/>
                  <a:pt x="2346" y="1666"/>
                  <a:pt x="2341" y="1661"/>
                </a:cubicBezTo>
                <a:cubicBezTo>
                  <a:pt x="2303" y="1667"/>
                  <a:pt x="2299" y="1668"/>
                  <a:pt x="2295" y="1667"/>
                </a:cubicBezTo>
                <a:cubicBezTo>
                  <a:pt x="2267" y="1667"/>
                  <a:pt x="2260" y="1667"/>
                  <a:pt x="2253" y="1668"/>
                </a:cubicBezTo>
                <a:cubicBezTo>
                  <a:pt x="2216" y="1663"/>
                  <a:pt x="2215" y="1672"/>
                  <a:pt x="2210" y="1669"/>
                </a:cubicBezTo>
                <a:cubicBezTo>
                  <a:pt x="2143" y="1667"/>
                  <a:pt x="2139" y="1664"/>
                  <a:pt x="2136" y="1669"/>
                </a:cubicBezTo>
                <a:cubicBezTo>
                  <a:pt x="2175" y="1676"/>
                  <a:pt x="2181" y="1672"/>
                  <a:pt x="2188" y="1675"/>
                </a:cubicBezTo>
                <a:cubicBezTo>
                  <a:pt x="2221" y="1675"/>
                  <a:pt x="2222" y="1675"/>
                  <a:pt x="2223" y="1672"/>
                </a:cubicBezTo>
                <a:cubicBezTo>
                  <a:pt x="2253" y="1672"/>
                  <a:pt x="2257" y="1673"/>
                  <a:pt x="2260" y="1676"/>
                </a:cubicBezTo>
                <a:cubicBezTo>
                  <a:pt x="2296" y="1677"/>
                  <a:pt x="2293" y="1681"/>
                  <a:pt x="2300" y="1684"/>
                </a:cubicBezTo>
                <a:cubicBezTo>
                  <a:pt x="2357" y="1678"/>
                  <a:pt x="2366" y="1682"/>
                  <a:pt x="2374" y="1678"/>
                </a:cubicBezTo>
                <a:cubicBezTo>
                  <a:pt x="2435" y="1674"/>
                  <a:pt x="2440" y="1673"/>
                  <a:pt x="2445" y="1673"/>
                </a:cubicBezTo>
                <a:cubicBezTo>
                  <a:pt x="2465" y="1667"/>
                  <a:pt x="2471" y="1669"/>
                  <a:pt x="2476" y="1667"/>
                </a:cubicBezTo>
                <a:cubicBezTo>
                  <a:pt x="2508" y="1661"/>
                  <a:pt x="2512" y="1666"/>
                  <a:pt x="2514" y="1664"/>
                </a:cubicBezTo>
                <a:cubicBezTo>
                  <a:pt x="2547" y="1662"/>
                  <a:pt x="2554" y="1661"/>
                  <a:pt x="2560" y="1658"/>
                </a:cubicBezTo>
                <a:cubicBezTo>
                  <a:pt x="2620" y="1652"/>
                  <a:pt x="2623" y="1651"/>
                  <a:pt x="2626" y="1650"/>
                </a:cubicBezTo>
                <a:cubicBezTo>
                  <a:pt x="2662" y="1652"/>
                  <a:pt x="2669" y="1652"/>
                  <a:pt x="2675" y="1651"/>
                </a:cubicBezTo>
                <a:cubicBezTo>
                  <a:pt x="2724" y="1652"/>
                  <a:pt x="2732" y="1655"/>
                  <a:pt x="2739" y="1654"/>
                </a:cubicBezTo>
                <a:cubicBezTo>
                  <a:pt x="2796" y="1661"/>
                  <a:pt x="2800" y="1664"/>
                  <a:pt x="2803" y="1663"/>
                </a:cubicBezTo>
                <a:cubicBezTo>
                  <a:pt x="2817" y="1678"/>
                  <a:pt x="2813" y="1673"/>
                  <a:pt x="2811" y="1675"/>
                </a:cubicBezTo>
                <a:cubicBezTo>
                  <a:pt x="2770" y="1672"/>
                  <a:pt x="2758" y="1673"/>
                  <a:pt x="2745" y="1671"/>
                </a:cubicBezTo>
                <a:cubicBezTo>
                  <a:pt x="2650" y="1676"/>
                  <a:pt x="2646" y="1683"/>
                  <a:pt x="2638" y="1679"/>
                </a:cubicBezTo>
                <a:cubicBezTo>
                  <a:pt x="2619" y="1686"/>
                  <a:pt x="2615" y="1682"/>
                  <a:pt x="2613" y="1685"/>
                </a:cubicBezTo>
                <a:cubicBezTo>
                  <a:pt x="2593" y="1688"/>
                  <a:pt x="2590" y="1688"/>
                  <a:pt x="2587" y="1689"/>
                </a:cubicBezTo>
                <a:cubicBezTo>
                  <a:pt x="2558" y="1695"/>
                  <a:pt x="2555" y="1695"/>
                  <a:pt x="2552" y="1697"/>
                </a:cubicBezTo>
                <a:cubicBezTo>
                  <a:pt x="2509" y="1701"/>
                  <a:pt x="2506" y="1705"/>
                  <a:pt x="2501" y="1700"/>
                </a:cubicBezTo>
                <a:cubicBezTo>
                  <a:pt x="2459" y="1707"/>
                  <a:pt x="2451" y="1707"/>
                  <a:pt x="2443" y="1708"/>
                </a:cubicBezTo>
                <a:cubicBezTo>
                  <a:pt x="2414" y="1713"/>
                  <a:pt x="2406" y="1710"/>
                  <a:pt x="2398" y="1713"/>
                </a:cubicBezTo>
                <a:cubicBezTo>
                  <a:pt x="2321" y="1710"/>
                  <a:pt x="2314" y="1713"/>
                  <a:pt x="2305" y="1711"/>
                </a:cubicBezTo>
                <a:cubicBezTo>
                  <a:pt x="2241" y="1703"/>
                  <a:pt x="2226" y="1705"/>
                  <a:pt x="2210" y="1700"/>
                </a:cubicBezTo>
                <a:cubicBezTo>
                  <a:pt x="2178" y="1697"/>
                  <a:pt x="2168" y="1688"/>
                  <a:pt x="2161" y="1691"/>
                </a:cubicBezTo>
                <a:cubicBezTo>
                  <a:pt x="2204" y="1705"/>
                  <a:pt x="2210" y="1706"/>
                  <a:pt x="2216" y="1707"/>
                </a:cubicBezTo>
                <a:cubicBezTo>
                  <a:pt x="2314" y="1720"/>
                  <a:pt x="2320" y="1719"/>
                  <a:pt x="2326" y="1719"/>
                </a:cubicBezTo>
                <a:cubicBezTo>
                  <a:pt x="2366" y="1716"/>
                  <a:pt x="2374" y="1724"/>
                  <a:pt x="2380" y="1721"/>
                </a:cubicBezTo>
                <a:cubicBezTo>
                  <a:pt x="2490" y="1712"/>
                  <a:pt x="2502" y="1711"/>
                  <a:pt x="2514" y="1711"/>
                </a:cubicBezTo>
                <a:cubicBezTo>
                  <a:pt x="2560" y="1701"/>
                  <a:pt x="2570" y="1701"/>
                  <a:pt x="2580" y="1700"/>
                </a:cubicBezTo>
                <a:cubicBezTo>
                  <a:pt x="2624" y="1689"/>
                  <a:pt x="2627" y="1689"/>
                  <a:pt x="2630" y="1691"/>
                </a:cubicBezTo>
                <a:cubicBezTo>
                  <a:pt x="2674" y="1686"/>
                  <a:pt x="2680" y="1685"/>
                  <a:pt x="2687" y="1685"/>
                </a:cubicBezTo>
                <a:cubicBezTo>
                  <a:pt x="2721" y="1678"/>
                  <a:pt x="2725" y="1684"/>
                  <a:pt x="2728" y="1681"/>
                </a:cubicBezTo>
                <a:cubicBezTo>
                  <a:pt x="2748" y="1684"/>
                  <a:pt x="2750" y="1680"/>
                  <a:pt x="2752" y="1681"/>
                </a:cubicBezTo>
                <a:cubicBezTo>
                  <a:pt x="2779" y="1689"/>
                  <a:pt x="2773" y="1678"/>
                  <a:pt x="2772" y="1686"/>
                </a:cubicBezTo>
                <a:cubicBezTo>
                  <a:pt x="2733" y="1690"/>
                  <a:pt x="2731" y="1691"/>
                  <a:pt x="2729" y="1692"/>
                </a:cubicBezTo>
                <a:cubicBezTo>
                  <a:pt x="2699" y="1696"/>
                  <a:pt x="2691" y="1701"/>
                  <a:pt x="2682" y="1703"/>
                </a:cubicBezTo>
                <a:cubicBezTo>
                  <a:pt x="2646" y="1707"/>
                  <a:pt x="2638" y="1713"/>
                  <a:pt x="2630" y="1715"/>
                </a:cubicBezTo>
                <a:cubicBezTo>
                  <a:pt x="2586" y="1730"/>
                  <a:pt x="2581" y="1731"/>
                  <a:pt x="2577" y="1732"/>
                </a:cubicBezTo>
                <a:cubicBezTo>
                  <a:pt x="2534" y="1747"/>
                  <a:pt x="2530" y="1748"/>
                  <a:pt x="2525" y="1750"/>
                </a:cubicBezTo>
                <a:cubicBezTo>
                  <a:pt x="2489" y="1754"/>
                  <a:pt x="2482" y="1764"/>
                  <a:pt x="2472" y="1759"/>
                </a:cubicBezTo>
                <a:cubicBezTo>
                  <a:pt x="2413" y="1764"/>
                  <a:pt x="2409" y="1766"/>
                  <a:pt x="2404" y="1766"/>
                </a:cubicBezTo>
                <a:cubicBezTo>
                  <a:pt x="2352" y="1766"/>
                  <a:pt x="2342" y="1760"/>
                  <a:pt x="2333" y="1763"/>
                </a:cubicBezTo>
                <a:cubicBezTo>
                  <a:pt x="2404" y="1770"/>
                  <a:pt x="2412" y="1772"/>
                  <a:pt x="2419" y="1771"/>
                </a:cubicBezTo>
                <a:cubicBezTo>
                  <a:pt x="2475" y="1765"/>
                  <a:pt x="2491" y="1769"/>
                  <a:pt x="2504" y="1762"/>
                </a:cubicBezTo>
                <a:cubicBezTo>
                  <a:pt x="2567" y="1744"/>
                  <a:pt x="2571" y="1747"/>
                  <a:pt x="2574" y="1740"/>
                </a:cubicBezTo>
                <a:cubicBezTo>
                  <a:pt x="2596" y="1732"/>
                  <a:pt x="2601" y="1738"/>
                  <a:pt x="2603" y="1731"/>
                </a:cubicBezTo>
                <a:cubicBezTo>
                  <a:pt x="2653" y="1722"/>
                  <a:pt x="2659" y="1714"/>
                  <a:pt x="2666" y="1712"/>
                </a:cubicBezTo>
                <a:cubicBezTo>
                  <a:pt x="2710" y="1703"/>
                  <a:pt x="2727" y="1700"/>
                  <a:pt x="2744" y="1697"/>
                </a:cubicBezTo>
                <a:cubicBezTo>
                  <a:pt x="2780" y="1698"/>
                  <a:pt x="2788" y="1692"/>
                  <a:pt x="2797" y="1695"/>
                </a:cubicBezTo>
                <a:cubicBezTo>
                  <a:pt x="2832" y="1693"/>
                  <a:pt x="2841" y="1692"/>
                  <a:pt x="2851" y="1697"/>
                </a:cubicBezTo>
                <a:cubicBezTo>
                  <a:pt x="2883" y="1700"/>
                  <a:pt x="2887" y="1701"/>
                  <a:pt x="2892" y="1703"/>
                </a:cubicBezTo>
                <a:cubicBezTo>
                  <a:pt x="2862" y="1708"/>
                  <a:pt x="2854" y="1704"/>
                  <a:pt x="2847" y="1707"/>
                </a:cubicBezTo>
                <a:cubicBezTo>
                  <a:pt x="2795" y="1706"/>
                  <a:pt x="2789" y="1714"/>
                  <a:pt x="2780" y="1710"/>
                </a:cubicBezTo>
                <a:cubicBezTo>
                  <a:pt x="2763" y="1715"/>
                  <a:pt x="2760" y="1712"/>
                  <a:pt x="2759" y="1714"/>
                </a:cubicBezTo>
                <a:cubicBezTo>
                  <a:pt x="2721" y="1718"/>
                  <a:pt x="2707" y="1724"/>
                  <a:pt x="2692" y="1724"/>
                </a:cubicBezTo>
                <a:cubicBezTo>
                  <a:pt x="2667" y="1732"/>
                  <a:pt x="2663" y="1731"/>
                  <a:pt x="2661" y="1735"/>
                </a:cubicBezTo>
                <a:cubicBezTo>
                  <a:pt x="2626" y="1745"/>
                  <a:pt x="2625" y="1745"/>
                  <a:pt x="2624" y="1748"/>
                </a:cubicBezTo>
                <a:cubicBezTo>
                  <a:pt x="2592" y="1757"/>
                  <a:pt x="2578" y="1764"/>
                  <a:pt x="2563" y="1768"/>
                </a:cubicBezTo>
                <a:cubicBezTo>
                  <a:pt x="2535" y="1773"/>
                  <a:pt x="2528" y="1777"/>
                  <a:pt x="2520" y="1781"/>
                </a:cubicBezTo>
                <a:cubicBezTo>
                  <a:pt x="2487" y="1781"/>
                  <a:pt x="2479" y="1784"/>
                  <a:pt x="2471" y="1785"/>
                </a:cubicBezTo>
                <a:cubicBezTo>
                  <a:pt x="2370" y="1780"/>
                  <a:pt x="2359" y="1771"/>
                  <a:pt x="2349" y="1774"/>
                </a:cubicBezTo>
                <a:cubicBezTo>
                  <a:pt x="2390" y="1781"/>
                  <a:pt x="2394" y="1787"/>
                  <a:pt x="2397" y="1785"/>
                </a:cubicBezTo>
                <a:cubicBezTo>
                  <a:pt x="2438" y="1786"/>
                  <a:pt x="2451" y="1790"/>
                  <a:pt x="2462" y="1789"/>
                </a:cubicBezTo>
                <a:cubicBezTo>
                  <a:pt x="2521" y="1786"/>
                  <a:pt x="2524" y="1785"/>
                  <a:pt x="2528" y="1786"/>
                </a:cubicBezTo>
                <a:cubicBezTo>
                  <a:pt x="2579" y="1770"/>
                  <a:pt x="2588" y="1769"/>
                  <a:pt x="2592" y="1768"/>
                </a:cubicBezTo>
                <a:cubicBezTo>
                  <a:pt x="2650" y="1747"/>
                  <a:pt x="2654" y="1746"/>
                  <a:pt x="2657" y="1746"/>
                </a:cubicBezTo>
                <a:cubicBezTo>
                  <a:pt x="2687" y="1734"/>
                  <a:pt x="2690" y="1734"/>
                  <a:pt x="2694" y="1737"/>
                </a:cubicBezTo>
                <a:cubicBezTo>
                  <a:pt x="2724" y="1724"/>
                  <a:pt x="2729" y="1728"/>
                  <a:pt x="2731" y="1727"/>
                </a:cubicBezTo>
                <a:cubicBezTo>
                  <a:pt x="2767" y="1722"/>
                  <a:pt x="2772" y="1720"/>
                  <a:pt x="2779" y="1723"/>
                </a:cubicBezTo>
                <a:cubicBezTo>
                  <a:pt x="2794" y="1720"/>
                  <a:pt x="2797" y="1718"/>
                  <a:pt x="2796" y="1721"/>
                </a:cubicBezTo>
                <a:cubicBezTo>
                  <a:pt x="2776" y="1728"/>
                  <a:pt x="2771" y="1730"/>
                  <a:pt x="2765" y="1732"/>
                </a:cubicBezTo>
                <a:cubicBezTo>
                  <a:pt x="2712" y="1755"/>
                  <a:pt x="2708" y="1762"/>
                  <a:pt x="2702" y="1760"/>
                </a:cubicBezTo>
                <a:cubicBezTo>
                  <a:pt x="2646" y="1781"/>
                  <a:pt x="2641" y="1788"/>
                  <a:pt x="2635" y="1789"/>
                </a:cubicBezTo>
                <a:cubicBezTo>
                  <a:pt x="2575" y="1810"/>
                  <a:pt x="2566" y="1802"/>
                  <a:pt x="2560" y="1807"/>
                </a:cubicBezTo>
                <a:cubicBezTo>
                  <a:pt x="2499" y="1820"/>
                  <a:pt x="2504" y="1816"/>
                  <a:pt x="2511" y="1819"/>
                </a:cubicBezTo>
                <a:cubicBezTo>
                  <a:pt x="2569" y="1813"/>
                  <a:pt x="2574" y="1809"/>
                  <a:pt x="2580" y="1813"/>
                </a:cubicBezTo>
                <a:cubicBezTo>
                  <a:pt x="2618" y="1802"/>
                  <a:pt x="2621" y="1802"/>
                  <a:pt x="2624" y="1803"/>
                </a:cubicBezTo>
                <a:cubicBezTo>
                  <a:pt x="2645" y="1797"/>
                  <a:pt x="2648" y="1796"/>
                  <a:pt x="2651" y="1794"/>
                </a:cubicBezTo>
                <a:cubicBezTo>
                  <a:pt x="2689" y="1774"/>
                  <a:pt x="2696" y="1779"/>
                  <a:pt x="2701" y="1773"/>
                </a:cubicBezTo>
                <a:cubicBezTo>
                  <a:pt x="2741" y="1756"/>
                  <a:pt x="2745" y="1746"/>
                  <a:pt x="2751" y="1749"/>
                </a:cubicBezTo>
                <a:cubicBezTo>
                  <a:pt x="2789" y="1733"/>
                  <a:pt x="2792" y="1733"/>
                  <a:pt x="2795" y="1730"/>
                </a:cubicBezTo>
                <a:cubicBezTo>
                  <a:pt x="2788" y="1740"/>
                  <a:pt x="2783" y="1735"/>
                  <a:pt x="2780" y="1741"/>
                </a:cubicBezTo>
                <a:cubicBezTo>
                  <a:pt x="2731" y="1774"/>
                  <a:pt x="2723" y="1772"/>
                  <a:pt x="2717" y="1781"/>
                </a:cubicBezTo>
                <a:cubicBezTo>
                  <a:pt x="2647" y="1806"/>
                  <a:pt x="2644" y="1811"/>
                  <a:pt x="2640" y="1810"/>
                </a:cubicBezTo>
                <a:cubicBezTo>
                  <a:pt x="2650" y="1810"/>
                  <a:pt x="2656" y="1813"/>
                  <a:pt x="2661" y="1809"/>
                </a:cubicBezTo>
                <a:cubicBezTo>
                  <a:pt x="2708" y="1802"/>
                  <a:pt x="2718" y="1795"/>
                  <a:pt x="2730" y="1797"/>
                </a:cubicBezTo>
                <a:cubicBezTo>
                  <a:pt x="2808" y="1776"/>
                  <a:pt x="2811" y="1768"/>
                  <a:pt x="2815" y="1767"/>
                </a:cubicBezTo>
                <a:cubicBezTo>
                  <a:pt x="2831" y="1757"/>
                  <a:pt x="2836" y="1762"/>
                  <a:pt x="2840" y="1758"/>
                </a:cubicBezTo>
                <a:cubicBezTo>
                  <a:pt x="2870" y="1752"/>
                  <a:pt x="2873" y="1743"/>
                  <a:pt x="2878" y="1747"/>
                </a:cubicBezTo>
                <a:cubicBezTo>
                  <a:pt x="2933" y="1737"/>
                  <a:pt x="2936" y="1737"/>
                  <a:pt x="2940" y="1738"/>
                </a:cubicBezTo>
                <a:cubicBezTo>
                  <a:pt x="2979" y="1744"/>
                  <a:pt x="2985" y="1741"/>
                  <a:pt x="2993" y="1744"/>
                </a:cubicBezTo>
                <a:cubicBezTo>
                  <a:pt x="3006" y="1750"/>
                  <a:pt x="3002" y="1756"/>
                  <a:pt x="2996" y="1751"/>
                </a:cubicBezTo>
                <a:cubicBezTo>
                  <a:pt x="2968" y="1752"/>
                  <a:pt x="2964" y="1751"/>
                  <a:pt x="2961" y="1749"/>
                </a:cubicBezTo>
                <a:cubicBezTo>
                  <a:pt x="2898" y="1754"/>
                  <a:pt x="2888" y="1762"/>
                  <a:pt x="2876" y="1758"/>
                </a:cubicBezTo>
                <a:cubicBezTo>
                  <a:pt x="2827" y="1782"/>
                  <a:pt x="2820" y="1785"/>
                  <a:pt x="2813" y="1787"/>
                </a:cubicBezTo>
                <a:cubicBezTo>
                  <a:pt x="2798" y="1797"/>
                  <a:pt x="2801" y="1795"/>
                  <a:pt x="2805" y="1795"/>
                </a:cubicBezTo>
                <a:cubicBezTo>
                  <a:pt x="2842" y="1780"/>
                  <a:pt x="2850" y="1784"/>
                  <a:pt x="2856" y="1776"/>
                </a:cubicBezTo>
                <a:cubicBezTo>
                  <a:pt x="2907" y="1764"/>
                  <a:pt x="2915" y="1765"/>
                  <a:pt x="2922" y="1760"/>
                </a:cubicBezTo>
                <a:cubicBezTo>
                  <a:pt x="2969" y="1757"/>
                  <a:pt x="2974" y="1763"/>
                  <a:pt x="2977" y="1760"/>
                </a:cubicBezTo>
                <a:cubicBezTo>
                  <a:pt x="3025" y="1770"/>
                  <a:pt x="3035" y="1767"/>
                  <a:pt x="3047" y="1773"/>
                </a:cubicBezTo>
                <a:cubicBezTo>
                  <a:pt x="3015" y="1779"/>
                  <a:pt x="3010" y="1773"/>
                  <a:pt x="3005" y="1776"/>
                </a:cubicBezTo>
                <a:cubicBezTo>
                  <a:pt x="3006" y="1780"/>
                  <a:pt x="3009" y="1784"/>
                  <a:pt x="3012" y="1786"/>
                </a:cubicBezTo>
                <a:cubicBezTo>
                  <a:pt x="2990" y="1813"/>
                  <a:pt x="2982" y="1817"/>
                  <a:pt x="2975" y="1826"/>
                </a:cubicBezTo>
                <a:cubicBezTo>
                  <a:pt x="3010" y="1818"/>
                  <a:pt x="3011" y="1815"/>
                  <a:pt x="3013" y="1816"/>
                </a:cubicBezTo>
                <a:cubicBezTo>
                  <a:pt x="3037" y="1804"/>
                  <a:pt x="3040" y="1802"/>
                  <a:pt x="3044" y="1802"/>
                </a:cubicBezTo>
                <a:cubicBezTo>
                  <a:pt x="3141" y="1829"/>
                  <a:pt x="3145" y="1819"/>
                  <a:pt x="3151" y="1821"/>
                </a:cubicBezTo>
                <a:close/>
                <a:moveTo>
                  <a:pt x="2862" y="1579"/>
                </a:moveTo>
                <a:cubicBezTo>
                  <a:pt x="2853" y="1564"/>
                  <a:pt x="2854" y="1547"/>
                  <a:pt x="2846" y="1531"/>
                </a:cubicBezTo>
                <a:cubicBezTo>
                  <a:pt x="2843" y="1511"/>
                  <a:pt x="2840" y="1510"/>
                  <a:pt x="2841" y="1507"/>
                </a:cubicBezTo>
                <a:cubicBezTo>
                  <a:pt x="2815" y="1429"/>
                  <a:pt x="2813" y="1421"/>
                  <a:pt x="2813" y="1412"/>
                </a:cubicBezTo>
                <a:cubicBezTo>
                  <a:pt x="2793" y="1358"/>
                  <a:pt x="2786" y="1351"/>
                  <a:pt x="2786" y="1342"/>
                </a:cubicBezTo>
                <a:cubicBezTo>
                  <a:pt x="2769" y="1304"/>
                  <a:pt x="2769" y="1300"/>
                  <a:pt x="2764" y="1296"/>
                </a:cubicBezTo>
                <a:cubicBezTo>
                  <a:pt x="2737" y="1243"/>
                  <a:pt x="2739" y="1234"/>
                  <a:pt x="2732" y="1227"/>
                </a:cubicBezTo>
                <a:cubicBezTo>
                  <a:pt x="2719" y="1202"/>
                  <a:pt x="2722" y="1202"/>
                  <a:pt x="2724" y="1204"/>
                </a:cubicBezTo>
                <a:cubicBezTo>
                  <a:pt x="2736" y="1222"/>
                  <a:pt x="2739" y="1227"/>
                  <a:pt x="2741" y="1233"/>
                </a:cubicBezTo>
                <a:cubicBezTo>
                  <a:pt x="2767" y="1280"/>
                  <a:pt x="2769" y="1283"/>
                  <a:pt x="2769" y="1286"/>
                </a:cubicBezTo>
                <a:cubicBezTo>
                  <a:pt x="2790" y="1326"/>
                  <a:pt x="2788" y="1332"/>
                  <a:pt x="2795" y="1337"/>
                </a:cubicBezTo>
                <a:cubicBezTo>
                  <a:pt x="2816" y="1408"/>
                  <a:pt x="2821" y="1417"/>
                  <a:pt x="2821" y="1428"/>
                </a:cubicBezTo>
                <a:cubicBezTo>
                  <a:pt x="2828" y="1445"/>
                  <a:pt x="2827" y="1448"/>
                  <a:pt x="2827" y="1450"/>
                </a:cubicBezTo>
                <a:cubicBezTo>
                  <a:pt x="2840" y="1494"/>
                  <a:pt x="2842" y="1499"/>
                  <a:pt x="2844" y="1504"/>
                </a:cubicBezTo>
                <a:cubicBezTo>
                  <a:pt x="2856" y="1554"/>
                  <a:pt x="2859" y="1558"/>
                  <a:pt x="2859" y="1564"/>
                </a:cubicBezTo>
                <a:close/>
                <a:moveTo>
                  <a:pt x="2583" y="1443"/>
                </a:moveTo>
                <a:cubicBezTo>
                  <a:pt x="2577" y="1441"/>
                  <a:pt x="2582" y="1437"/>
                  <a:pt x="2578" y="1434"/>
                </a:cubicBezTo>
                <a:cubicBezTo>
                  <a:pt x="2574" y="1428"/>
                  <a:pt x="2573" y="1422"/>
                  <a:pt x="2570" y="1416"/>
                </a:cubicBezTo>
                <a:cubicBezTo>
                  <a:pt x="2572" y="1413"/>
                  <a:pt x="2573" y="1418"/>
                  <a:pt x="2572" y="1420"/>
                </a:cubicBezTo>
                <a:cubicBezTo>
                  <a:pt x="2582" y="1429"/>
                  <a:pt x="2582" y="1440"/>
                  <a:pt x="2589" y="1449"/>
                </a:cubicBezTo>
                <a:cubicBezTo>
                  <a:pt x="2586" y="1453"/>
                  <a:pt x="2583" y="1445"/>
                  <a:pt x="2583" y="1443"/>
                </a:cubicBezTo>
                <a:close/>
                <a:moveTo>
                  <a:pt x="2161" y="1164"/>
                </a:moveTo>
                <a:cubicBezTo>
                  <a:pt x="2159" y="1156"/>
                  <a:pt x="2149" y="1149"/>
                  <a:pt x="2145" y="1141"/>
                </a:cubicBezTo>
                <a:cubicBezTo>
                  <a:pt x="2150" y="1136"/>
                  <a:pt x="2148" y="1145"/>
                  <a:pt x="2152" y="1146"/>
                </a:cubicBezTo>
                <a:cubicBezTo>
                  <a:pt x="2153" y="1148"/>
                  <a:pt x="2156" y="1151"/>
                  <a:pt x="2160" y="1153"/>
                </a:cubicBezTo>
                <a:cubicBezTo>
                  <a:pt x="2160" y="1160"/>
                  <a:pt x="2166" y="1166"/>
                  <a:pt x="2172" y="1172"/>
                </a:cubicBezTo>
                <a:cubicBezTo>
                  <a:pt x="2166" y="1176"/>
                  <a:pt x="2167" y="1165"/>
                  <a:pt x="2161" y="1164"/>
                </a:cubicBezTo>
                <a:close/>
                <a:moveTo>
                  <a:pt x="2176" y="1185"/>
                </a:moveTo>
                <a:cubicBezTo>
                  <a:pt x="2179" y="1177"/>
                  <a:pt x="2182" y="1189"/>
                  <a:pt x="2185" y="1191"/>
                </a:cubicBezTo>
                <a:cubicBezTo>
                  <a:pt x="2180" y="1195"/>
                  <a:pt x="2182" y="1185"/>
                  <a:pt x="2176" y="1185"/>
                </a:cubicBezTo>
                <a:close/>
                <a:moveTo>
                  <a:pt x="2197" y="1209"/>
                </a:moveTo>
                <a:cubicBezTo>
                  <a:pt x="2194" y="1203"/>
                  <a:pt x="2200" y="1211"/>
                  <a:pt x="2202" y="1213"/>
                </a:cubicBezTo>
                <a:cubicBezTo>
                  <a:pt x="2199" y="1215"/>
                  <a:pt x="2199" y="1211"/>
                  <a:pt x="2197" y="1209"/>
                </a:cubicBezTo>
                <a:close/>
                <a:moveTo>
                  <a:pt x="2096" y="1210"/>
                </a:moveTo>
                <a:cubicBezTo>
                  <a:pt x="2094" y="1207"/>
                  <a:pt x="2099" y="1209"/>
                  <a:pt x="2101" y="1211"/>
                </a:cubicBezTo>
                <a:cubicBezTo>
                  <a:pt x="2103" y="1214"/>
                  <a:pt x="2099" y="1212"/>
                  <a:pt x="2096" y="1210"/>
                </a:cubicBezTo>
                <a:close/>
                <a:moveTo>
                  <a:pt x="2214" y="1294"/>
                </a:moveTo>
                <a:cubicBezTo>
                  <a:pt x="2209" y="1289"/>
                  <a:pt x="2207" y="1293"/>
                  <a:pt x="2203" y="1289"/>
                </a:cubicBezTo>
                <a:cubicBezTo>
                  <a:pt x="2145" y="1278"/>
                  <a:pt x="2137" y="1269"/>
                  <a:pt x="2130" y="1270"/>
                </a:cubicBezTo>
                <a:cubicBezTo>
                  <a:pt x="2065" y="1252"/>
                  <a:pt x="2059" y="1244"/>
                  <a:pt x="2056" y="1247"/>
                </a:cubicBezTo>
                <a:cubicBezTo>
                  <a:pt x="2032" y="1238"/>
                  <a:pt x="2030" y="1242"/>
                  <a:pt x="2026" y="1237"/>
                </a:cubicBezTo>
                <a:cubicBezTo>
                  <a:pt x="1992" y="1231"/>
                  <a:pt x="1987" y="1224"/>
                  <a:pt x="1985" y="1228"/>
                </a:cubicBezTo>
                <a:cubicBezTo>
                  <a:pt x="1894" y="1185"/>
                  <a:pt x="1889" y="1182"/>
                  <a:pt x="1884" y="1179"/>
                </a:cubicBezTo>
                <a:cubicBezTo>
                  <a:pt x="1936" y="1199"/>
                  <a:pt x="1940" y="1202"/>
                  <a:pt x="1943" y="1200"/>
                </a:cubicBezTo>
                <a:cubicBezTo>
                  <a:pt x="1968" y="1208"/>
                  <a:pt x="1973" y="1214"/>
                  <a:pt x="1975" y="1211"/>
                </a:cubicBezTo>
                <a:cubicBezTo>
                  <a:pt x="2048" y="1233"/>
                  <a:pt x="2055" y="1236"/>
                  <a:pt x="2062" y="1235"/>
                </a:cubicBezTo>
                <a:cubicBezTo>
                  <a:pt x="2108" y="1244"/>
                  <a:pt x="2114" y="1253"/>
                  <a:pt x="2117" y="1250"/>
                </a:cubicBezTo>
                <a:cubicBezTo>
                  <a:pt x="2143" y="1262"/>
                  <a:pt x="2145" y="1257"/>
                  <a:pt x="2149" y="1261"/>
                </a:cubicBezTo>
                <a:cubicBezTo>
                  <a:pt x="2224" y="1291"/>
                  <a:pt x="2230" y="1292"/>
                  <a:pt x="2235" y="1297"/>
                </a:cubicBezTo>
                <a:close/>
                <a:moveTo>
                  <a:pt x="2235" y="1269"/>
                </a:moveTo>
                <a:cubicBezTo>
                  <a:pt x="2230" y="1265"/>
                  <a:pt x="2223" y="1262"/>
                  <a:pt x="2222" y="1257"/>
                </a:cubicBezTo>
                <a:cubicBezTo>
                  <a:pt x="2227" y="1254"/>
                  <a:pt x="2226" y="1264"/>
                  <a:pt x="2233" y="1265"/>
                </a:cubicBezTo>
                <a:cubicBezTo>
                  <a:pt x="2236" y="1266"/>
                  <a:pt x="2235" y="1268"/>
                  <a:pt x="2237" y="1270"/>
                </a:cubicBezTo>
                <a:cubicBezTo>
                  <a:pt x="2240" y="1272"/>
                  <a:pt x="2242" y="1273"/>
                  <a:pt x="2244" y="1275"/>
                </a:cubicBezTo>
                <a:cubicBezTo>
                  <a:pt x="2250" y="1281"/>
                  <a:pt x="2232" y="1272"/>
                  <a:pt x="2235" y="1269"/>
                </a:cubicBezTo>
                <a:close/>
                <a:moveTo>
                  <a:pt x="2448" y="1429"/>
                </a:moveTo>
                <a:cubicBezTo>
                  <a:pt x="2451" y="1431"/>
                  <a:pt x="2453" y="1432"/>
                  <a:pt x="2456" y="1434"/>
                </a:cubicBezTo>
                <a:cubicBezTo>
                  <a:pt x="2458" y="1437"/>
                  <a:pt x="2454" y="1436"/>
                  <a:pt x="2453" y="1434"/>
                </a:cubicBezTo>
                <a:cubicBezTo>
                  <a:pt x="2450" y="1433"/>
                  <a:pt x="2448" y="1431"/>
                  <a:pt x="2445" y="1430"/>
                </a:cubicBezTo>
                <a:cubicBezTo>
                  <a:pt x="2443" y="1427"/>
                  <a:pt x="2446" y="1428"/>
                  <a:pt x="2448" y="1429"/>
                </a:cubicBezTo>
                <a:close/>
                <a:moveTo>
                  <a:pt x="2359" y="1335"/>
                </a:moveTo>
                <a:cubicBezTo>
                  <a:pt x="2355" y="1338"/>
                  <a:pt x="2355" y="1333"/>
                  <a:pt x="2353" y="1332"/>
                </a:cubicBezTo>
                <a:cubicBezTo>
                  <a:pt x="2351" y="1325"/>
                  <a:pt x="2356" y="1333"/>
                  <a:pt x="2359" y="1335"/>
                </a:cubicBezTo>
                <a:close/>
                <a:moveTo>
                  <a:pt x="2273" y="1239"/>
                </a:moveTo>
                <a:cubicBezTo>
                  <a:pt x="2265" y="1229"/>
                  <a:pt x="2258" y="1219"/>
                  <a:pt x="2252" y="1209"/>
                </a:cubicBezTo>
                <a:cubicBezTo>
                  <a:pt x="2209" y="1141"/>
                  <a:pt x="2202" y="1137"/>
                  <a:pt x="2201" y="1131"/>
                </a:cubicBezTo>
                <a:cubicBezTo>
                  <a:pt x="2182" y="1105"/>
                  <a:pt x="2183" y="1103"/>
                  <a:pt x="2180" y="1101"/>
                </a:cubicBezTo>
                <a:cubicBezTo>
                  <a:pt x="2155" y="1064"/>
                  <a:pt x="2155" y="1058"/>
                  <a:pt x="2148" y="1054"/>
                </a:cubicBezTo>
                <a:cubicBezTo>
                  <a:pt x="2108" y="987"/>
                  <a:pt x="2105" y="982"/>
                  <a:pt x="2100" y="977"/>
                </a:cubicBezTo>
                <a:cubicBezTo>
                  <a:pt x="2088" y="959"/>
                  <a:pt x="2079" y="954"/>
                  <a:pt x="2077" y="948"/>
                </a:cubicBezTo>
                <a:cubicBezTo>
                  <a:pt x="2024" y="896"/>
                  <a:pt x="2010" y="887"/>
                  <a:pt x="2001" y="877"/>
                </a:cubicBezTo>
                <a:cubicBezTo>
                  <a:pt x="1972" y="854"/>
                  <a:pt x="1977" y="859"/>
                  <a:pt x="1982" y="859"/>
                </a:cubicBezTo>
                <a:cubicBezTo>
                  <a:pt x="2035" y="890"/>
                  <a:pt x="2044" y="903"/>
                  <a:pt x="2063" y="913"/>
                </a:cubicBezTo>
                <a:cubicBezTo>
                  <a:pt x="2104" y="956"/>
                  <a:pt x="2107" y="960"/>
                  <a:pt x="2108" y="964"/>
                </a:cubicBezTo>
                <a:cubicBezTo>
                  <a:pt x="2144" y="1006"/>
                  <a:pt x="2147" y="1010"/>
                  <a:pt x="2148" y="1014"/>
                </a:cubicBezTo>
                <a:cubicBezTo>
                  <a:pt x="2196" y="1085"/>
                  <a:pt x="2195" y="1090"/>
                  <a:pt x="2200" y="1094"/>
                </a:cubicBezTo>
                <a:cubicBezTo>
                  <a:pt x="2235" y="1150"/>
                  <a:pt x="2235" y="1155"/>
                  <a:pt x="2240" y="1159"/>
                </a:cubicBezTo>
                <a:cubicBezTo>
                  <a:pt x="2266" y="1203"/>
                  <a:pt x="2273" y="1206"/>
                  <a:pt x="2274" y="1211"/>
                </a:cubicBezTo>
                <a:cubicBezTo>
                  <a:pt x="2296" y="1240"/>
                  <a:pt x="2302" y="1258"/>
                  <a:pt x="2318" y="1274"/>
                </a:cubicBezTo>
                <a:cubicBezTo>
                  <a:pt x="2328" y="1293"/>
                  <a:pt x="2330" y="1297"/>
                  <a:pt x="2334" y="1301"/>
                </a:cubicBezTo>
                <a:cubicBezTo>
                  <a:pt x="2328" y="1309"/>
                  <a:pt x="2328" y="1303"/>
                  <a:pt x="2320" y="1299"/>
                </a:cubicBezTo>
                <a:cubicBezTo>
                  <a:pt x="2303" y="1273"/>
                  <a:pt x="2296" y="1272"/>
                  <a:pt x="2298" y="1269"/>
                </a:cubicBezTo>
                <a:cubicBezTo>
                  <a:pt x="2277" y="1244"/>
                  <a:pt x="2272" y="1242"/>
                  <a:pt x="2273" y="1239"/>
                </a:cubicBezTo>
                <a:close/>
                <a:moveTo>
                  <a:pt x="2317" y="1315"/>
                </a:moveTo>
                <a:cubicBezTo>
                  <a:pt x="2316" y="1310"/>
                  <a:pt x="2308" y="1306"/>
                  <a:pt x="2306" y="1300"/>
                </a:cubicBezTo>
                <a:cubicBezTo>
                  <a:pt x="2304" y="1295"/>
                  <a:pt x="2300" y="1291"/>
                  <a:pt x="2297" y="1286"/>
                </a:cubicBezTo>
                <a:cubicBezTo>
                  <a:pt x="2289" y="1277"/>
                  <a:pt x="2282" y="1267"/>
                  <a:pt x="2274" y="1258"/>
                </a:cubicBezTo>
                <a:cubicBezTo>
                  <a:pt x="2277" y="1256"/>
                  <a:pt x="2276" y="1260"/>
                  <a:pt x="2279" y="1262"/>
                </a:cubicBezTo>
                <a:cubicBezTo>
                  <a:pt x="2282" y="1263"/>
                  <a:pt x="2284" y="1265"/>
                  <a:pt x="2287" y="1266"/>
                </a:cubicBezTo>
                <a:cubicBezTo>
                  <a:pt x="2287" y="1272"/>
                  <a:pt x="2292" y="1277"/>
                  <a:pt x="2298" y="1282"/>
                </a:cubicBezTo>
                <a:cubicBezTo>
                  <a:pt x="2299" y="1287"/>
                  <a:pt x="2306" y="1291"/>
                  <a:pt x="2308" y="1297"/>
                </a:cubicBezTo>
                <a:cubicBezTo>
                  <a:pt x="2320" y="1305"/>
                  <a:pt x="2321" y="1316"/>
                  <a:pt x="2335" y="1324"/>
                </a:cubicBezTo>
                <a:cubicBezTo>
                  <a:pt x="2329" y="1330"/>
                  <a:pt x="2326" y="1318"/>
                  <a:pt x="2317" y="1315"/>
                </a:cubicBezTo>
                <a:close/>
                <a:moveTo>
                  <a:pt x="2334" y="1329"/>
                </a:moveTo>
                <a:cubicBezTo>
                  <a:pt x="2335" y="1328"/>
                  <a:pt x="2337" y="1329"/>
                  <a:pt x="2339" y="1330"/>
                </a:cubicBezTo>
                <a:cubicBezTo>
                  <a:pt x="2353" y="1342"/>
                  <a:pt x="2363" y="1355"/>
                  <a:pt x="2382" y="1367"/>
                </a:cubicBezTo>
                <a:cubicBezTo>
                  <a:pt x="2388" y="1372"/>
                  <a:pt x="2390" y="1378"/>
                  <a:pt x="2398" y="1382"/>
                </a:cubicBezTo>
                <a:cubicBezTo>
                  <a:pt x="2404" y="1383"/>
                  <a:pt x="2397" y="1394"/>
                  <a:pt x="2404" y="1389"/>
                </a:cubicBezTo>
                <a:cubicBezTo>
                  <a:pt x="2405" y="1393"/>
                  <a:pt x="2410" y="1395"/>
                  <a:pt x="2411" y="1399"/>
                </a:cubicBezTo>
                <a:cubicBezTo>
                  <a:pt x="2413" y="1402"/>
                  <a:pt x="2423" y="1404"/>
                  <a:pt x="2420" y="1408"/>
                </a:cubicBezTo>
                <a:cubicBezTo>
                  <a:pt x="2423" y="1410"/>
                  <a:pt x="2431" y="1412"/>
                  <a:pt x="2425" y="1416"/>
                </a:cubicBezTo>
                <a:cubicBezTo>
                  <a:pt x="2424" y="1411"/>
                  <a:pt x="2420" y="1415"/>
                  <a:pt x="2414" y="1409"/>
                </a:cubicBezTo>
                <a:cubicBezTo>
                  <a:pt x="2408" y="1407"/>
                  <a:pt x="2411" y="1402"/>
                  <a:pt x="2405" y="1400"/>
                </a:cubicBezTo>
                <a:cubicBezTo>
                  <a:pt x="2398" y="1396"/>
                  <a:pt x="2391" y="1391"/>
                  <a:pt x="2385" y="1387"/>
                </a:cubicBezTo>
                <a:cubicBezTo>
                  <a:pt x="2366" y="1368"/>
                  <a:pt x="2351" y="1348"/>
                  <a:pt x="2334" y="1329"/>
                </a:cubicBezTo>
                <a:close/>
                <a:moveTo>
                  <a:pt x="2489" y="1477"/>
                </a:moveTo>
                <a:cubicBezTo>
                  <a:pt x="2484" y="1476"/>
                  <a:pt x="2475" y="1475"/>
                  <a:pt x="2474" y="1469"/>
                </a:cubicBezTo>
                <a:cubicBezTo>
                  <a:pt x="2394" y="1424"/>
                  <a:pt x="2383" y="1424"/>
                  <a:pt x="2370" y="1413"/>
                </a:cubicBezTo>
                <a:cubicBezTo>
                  <a:pt x="2334" y="1402"/>
                  <a:pt x="2329" y="1399"/>
                  <a:pt x="2324" y="1399"/>
                </a:cubicBezTo>
                <a:cubicBezTo>
                  <a:pt x="2273" y="1380"/>
                  <a:pt x="2269" y="1381"/>
                  <a:pt x="2264" y="1379"/>
                </a:cubicBezTo>
                <a:cubicBezTo>
                  <a:pt x="2221" y="1363"/>
                  <a:pt x="2217" y="1365"/>
                  <a:pt x="2215" y="1363"/>
                </a:cubicBezTo>
                <a:cubicBezTo>
                  <a:pt x="2193" y="1359"/>
                  <a:pt x="2189" y="1356"/>
                  <a:pt x="2186" y="1354"/>
                </a:cubicBezTo>
                <a:cubicBezTo>
                  <a:pt x="2160" y="1349"/>
                  <a:pt x="2155" y="1345"/>
                  <a:pt x="2150" y="1346"/>
                </a:cubicBezTo>
                <a:cubicBezTo>
                  <a:pt x="2069" y="1323"/>
                  <a:pt x="2059" y="1322"/>
                  <a:pt x="2049" y="1320"/>
                </a:cubicBezTo>
                <a:cubicBezTo>
                  <a:pt x="2000" y="1301"/>
                  <a:pt x="1995" y="1302"/>
                  <a:pt x="1990" y="1299"/>
                </a:cubicBezTo>
                <a:cubicBezTo>
                  <a:pt x="1896" y="1255"/>
                  <a:pt x="1890" y="1251"/>
                  <a:pt x="1885" y="1248"/>
                </a:cubicBezTo>
                <a:cubicBezTo>
                  <a:pt x="1873" y="1238"/>
                  <a:pt x="1875" y="1238"/>
                  <a:pt x="1877" y="1240"/>
                </a:cubicBezTo>
                <a:cubicBezTo>
                  <a:pt x="1922" y="1254"/>
                  <a:pt x="1926" y="1252"/>
                  <a:pt x="1931" y="1258"/>
                </a:cubicBezTo>
                <a:cubicBezTo>
                  <a:pt x="1967" y="1262"/>
                  <a:pt x="1971" y="1268"/>
                  <a:pt x="1973" y="1265"/>
                </a:cubicBezTo>
                <a:cubicBezTo>
                  <a:pt x="2029" y="1276"/>
                  <a:pt x="2037" y="1284"/>
                  <a:pt x="2042" y="1279"/>
                </a:cubicBezTo>
                <a:cubicBezTo>
                  <a:pt x="2089" y="1292"/>
                  <a:pt x="2094" y="1289"/>
                  <a:pt x="2100" y="1294"/>
                </a:cubicBezTo>
                <a:cubicBezTo>
                  <a:pt x="2177" y="1307"/>
                  <a:pt x="2183" y="1311"/>
                  <a:pt x="2187" y="1310"/>
                </a:cubicBezTo>
                <a:cubicBezTo>
                  <a:pt x="2256" y="1336"/>
                  <a:pt x="2257" y="1330"/>
                  <a:pt x="2258" y="1337"/>
                </a:cubicBezTo>
                <a:cubicBezTo>
                  <a:pt x="2304" y="1360"/>
                  <a:pt x="2324" y="1367"/>
                  <a:pt x="2345" y="1379"/>
                </a:cubicBezTo>
                <a:cubicBezTo>
                  <a:pt x="2411" y="1419"/>
                  <a:pt x="2413" y="1422"/>
                  <a:pt x="2414" y="1425"/>
                </a:cubicBezTo>
                <a:cubicBezTo>
                  <a:pt x="2449" y="1443"/>
                  <a:pt x="2462" y="1451"/>
                  <a:pt x="2475" y="1460"/>
                </a:cubicBezTo>
                <a:close/>
                <a:moveTo>
                  <a:pt x="2508" y="1489"/>
                </a:moveTo>
                <a:cubicBezTo>
                  <a:pt x="2505" y="1480"/>
                  <a:pt x="2519" y="1488"/>
                  <a:pt x="2524" y="1492"/>
                </a:cubicBezTo>
                <a:cubicBezTo>
                  <a:pt x="2519" y="1495"/>
                  <a:pt x="2512" y="1487"/>
                  <a:pt x="2508" y="1489"/>
                </a:cubicBezTo>
                <a:close/>
                <a:moveTo>
                  <a:pt x="2534" y="1501"/>
                </a:moveTo>
                <a:cubicBezTo>
                  <a:pt x="2531" y="1500"/>
                  <a:pt x="2529" y="1498"/>
                  <a:pt x="2526" y="1497"/>
                </a:cubicBezTo>
                <a:cubicBezTo>
                  <a:pt x="2524" y="1494"/>
                  <a:pt x="2527" y="1495"/>
                  <a:pt x="2529" y="1496"/>
                </a:cubicBezTo>
                <a:cubicBezTo>
                  <a:pt x="2532" y="1498"/>
                  <a:pt x="2534" y="1499"/>
                  <a:pt x="2537" y="1501"/>
                </a:cubicBezTo>
                <a:cubicBezTo>
                  <a:pt x="2539" y="1504"/>
                  <a:pt x="2535" y="1503"/>
                  <a:pt x="2534" y="1501"/>
                </a:cubicBezTo>
                <a:close/>
                <a:moveTo>
                  <a:pt x="2300" y="1676"/>
                </a:moveTo>
                <a:cubicBezTo>
                  <a:pt x="2304" y="1674"/>
                  <a:pt x="2308" y="1671"/>
                  <a:pt x="2314" y="1675"/>
                </a:cubicBezTo>
                <a:cubicBezTo>
                  <a:pt x="2309" y="1676"/>
                  <a:pt x="2305" y="1679"/>
                  <a:pt x="2300" y="1676"/>
                </a:cubicBezTo>
                <a:close/>
                <a:moveTo>
                  <a:pt x="2329" y="1675"/>
                </a:moveTo>
                <a:cubicBezTo>
                  <a:pt x="2326" y="1677"/>
                  <a:pt x="2321" y="1673"/>
                  <a:pt x="2317" y="1677"/>
                </a:cubicBezTo>
                <a:cubicBezTo>
                  <a:pt x="2313" y="1672"/>
                  <a:pt x="2324" y="1676"/>
                  <a:pt x="2326" y="1672"/>
                </a:cubicBezTo>
                <a:cubicBezTo>
                  <a:pt x="2330" y="1673"/>
                  <a:pt x="2334" y="1672"/>
                  <a:pt x="2338" y="1670"/>
                </a:cubicBezTo>
                <a:cubicBezTo>
                  <a:pt x="2342" y="1675"/>
                  <a:pt x="2332" y="1675"/>
                  <a:pt x="2329" y="1675"/>
                </a:cubicBezTo>
                <a:close/>
                <a:moveTo>
                  <a:pt x="2742" y="1593"/>
                </a:moveTo>
                <a:cubicBezTo>
                  <a:pt x="2729" y="1584"/>
                  <a:pt x="2729" y="1573"/>
                  <a:pt x="2717" y="1564"/>
                </a:cubicBezTo>
                <a:cubicBezTo>
                  <a:pt x="2704" y="1537"/>
                  <a:pt x="2702" y="1535"/>
                  <a:pt x="2699" y="1533"/>
                </a:cubicBezTo>
                <a:cubicBezTo>
                  <a:pt x="2684" y="1506"/>
                  <a:pt x="2685" y="1504"/>
                  <a:pt x="2683" y="1501"/>
                </a:cubicBezTo>
                <a:cubicBezTo>
                  <a:pt x="2650" y="1418"/>
                  <a:pt x="2654" y="1414"/>
                  <a:pt x="2651" y="1412"/>
                </a:cubicBezTo>
                <a:cubicBezTo>
                  <a:pt x="2638" y="1362"/>
                  <a:pt x="2638" y="1351"/>
                  <a:pt x="2636" y="1339"/>
                </a:cubicBezTo>
                <a:cubicBezTo>
                  <a:pt x="2625" y="1301"/>
                  <a:pt x="2630" y="1294"/>
                  <a:pt x="2625" y="1290"/>
                </a:cubicBezTo>
                <a:cubicBezTo>
                  <a:pt x="2622" y="1250"/>
                  <a:pt x="2621" y="1245"/>
                  <a:pt x="2621" y="1240"/>
                </a:cubicBezTo>
                <a:cubicBezTo>
                  <a:pt x="2612" y="1150"/>
                  <a:pt x="2607" y="1129"/>
                  <a:pt x="2608" y="1106"/>
                </a:cubicBezTo>
                <a:cubicBezTo>
                  <a:pt x="2616" y="1110"/>
                  <a:pt x="2612" y="1115"/>
                  <a:pt x="2616" y="1119"/>
                </a:cubicBezTo>
                <a:cubicBezTo>
                  <a:pt x="2620" y="1134"/>
                  <a:pt x="2621" y="1138"/>
                  <a:pt x="2620" y="1143"/>
                </a:cubicBezTo>
                <a:cubicBezTo>
                  <a:pt x="2635" y="1209"/>
                  <a:pt x="2637" y="1213"/>
                  <a:pt x="2636" y="1218"/>
                </a:cubicBezTo>
                <a:cubicBezTo>
                  <a:pt x="2642" y="1252"/>
                  <a:pt x="2643" y="1257"/>
                  <a:pt x="2643" y="1263"/>
                </a:cubicBezTo>
                <a:cubicBezTo>
                  <a:pt x="2658" y="1309"/>
                  <a:pt x="2657" y="1314"/>
                  <a:pt x="2657" y="1319"/>
                </a:cubicBezTo>
                <a:cubicBezTo>
                  <a:pt x="2668" y="1364"/>
                  <a:pt x="2668" y="1366"/>
                  <a:pt x="2666" y="1370"/>
                </a:cubicBezTo>
                <a:cubicBezTo>
                  <a:pt x="2671" y="1392"/>
                  <a:pt x="2676" y="1393"/>
                  <a:pt x="2676" y="1394"/>
                </a:cubicBezTo>
                <a:cubicBezTo>
                  <a:pt x="2681" y="1409"/>
                  <a:pt x="2673" y="1415"/>
                  <a:pt x="2680" y="1419"/>
                </a:cubicBezTo>
                <a:cubicBezTo>
                  <a:pt x="2689" y="1457"/>
                  <a:pt x="2692" y="1466"/>
                  <a:pt x="2698" y="1475"/>
                </a:cubicBezTo>
                <a:cubicBezTo>
                  <a:pt x="2724" y="1549"/>
                  <a:pt x="2735" y="1567"/>
                  <a:pt x="2748" y="1584"/>
                </a:cubicBezTo>
                <a:cubicBezTo>
                  <a:pt x="2774" y="1618"/>
                  <a:pt x="2781" y="1626"/>
                  <a:pt x="2788" y="1634"/>
                </a:cubicBezTo>
                <a:cubicBezTo>
                  <a:pt x="2756" y="1619"/>
                  <a:pt x="2754" y="1614"/>
                  <a:pt x="2750" y="1609"/>
                </a:cubicBezTo>
                <a:close/>
                <a:moveTo>
                  <a:pt x="2716" y="1610"/>
                </a:moveTo>
                <a:cubicBezTo>
                  <a:pt x="2718" y="1613"/>
                  <a:pt x="2713" y="1611"/>
                  <a:pt x="2711" y="1609"/>
                </a:cubicBezTo>
                <a:cubicBezTo>
                  <a:pt x="2708" y="1605"/>
                  <a:pt x="2713" y="1608"/>
                  <a:pt x="2716" y="1610"/>
                </a:cubicBezTo>
                <a:close/>
                <a:moveTo>
                  <a:pt x="2687" y="1582"/>
                </a:moveTo>
                <a:cubicBezTo>
                  <a:pt x="2683" y="1586"/>
                  <a:pt x="2677" y="1577"/>
                  <a:pt x="2673" y="1576"/>
                </a:cubicBezTo>
                <a:cubicBezTo>
                  <a:pt x="2647" y="1538"/>
                  <a:pt x="2652" y="1531"/>
                  <a:pt x="2645" y="1526"/>
                </a:cubicBezTo>
                <a:cubicBezTo>
                  <a:pt x="2627" y="1486"/>
                  <a:pt x="2621" y="1477"/>
                  <a:pt x="2619" y="1467"/>
                </a:cubicBezTo>
                <a:cubicBezTo>
                  <a:pt x="2594" y="1380"/>
                  <a:pt x="2592" y="1371"/>
                  <a:pt x="2592" y="1362"/>
                </a:cubicBezTo>
                <a:cubicBezTo>
                  <a:pt x="2580" y="1281"/>
                  <a:pt x="2583" y="1276"/>
                  <a:pt x="2582" y="1272"/>
                </a:cubicBezTo>
                <a:cubicBezTo>
                  <a:pt x="2585" y="1242"/>
                  <a:pt x="2578" y="1239"/>
                  <a:pt x="2581" y="1234"/>
                </a:cubicBezTo>
                <a:cubicBezTo>
                  <a:pt x="2578" y="1214"/>
                  <a:pt x="2576" y="1213"/>
                  <a:pt x="2575" y="1212"/>
                </a:cubicBezTo>
                <a:cubicBezTo>
                  <a:pt x="2574" y="1144"/>
                  <a:pt x="2577" y="1139"/>
                  <a:pt x="2572" y="1137"/>
                </a:cubicBezTo>
                <a:cubicBezTo>
                  <a:pt x="2574" y="1098"/>
                  <a:pt x="2569" y="1092"/>
                  <a:pt x="2573" y="1085"/>
                </a:cubicBezTo>
                <a:cubicBezTo>
                  <a:pt x="2570" y="1056"/>
                  <a:pt x="2569" y="1050"/>
                  <a:pt x="2566" y="1044"/>
                </a:cubicBezTo>
                <a:cubicBezTo>
                  <a:pt x="2572" y="1064"/>
                  <a:pt x="2576" y="1069"/>
                  <a:pt x="2574" y="1075"/>
                </a:cubicBezTo>
                <a:cubicBezTo>
                  <a:pt x="2582" y="1149"/>
                  <a:pt x="2583" y="1152"/>
                  <a:pt x="2584" y="1155"/>
                </a:cubicBezTo>
                <a:cubicBezTo>
                  <a:pt x="2588" y="1193"/>
                  <a:pt x="2583" y="1206"/>
                  <a:pt x="2587" y="1217"/>
                </a:cubicBezTo>
                <a:cubicBezTo>
                  <a:pt x="2589" y="1273"/>
                  <a:pt x="2591" y="1275"/>
                  <a:pt x="2592" y="1276"/>
                </a:cubicBezTo>
                <a:cubicBezTo>
                  <a:pt x="2589" y="1301"/>
                  <a:pt x="2594" y="1311"/>
                  <a:pt x="2592" y="1323"/>
                </a:cubicBezTo>
                <a:cubicBezTo>
                  <a:pt x="2594" y="1347"/>
                  <a:pt x="2599" y="1352"/>
                  <a:pt x="2598" y="1358"/>
                </a:cubicBezTo>
                <a:cubicBezTo>
                  <a:pt x="2604" y="1388"/>
                  <a:pt x="2602" y="1391"/>
                  <a:pt x="2606" y="1393"/>
                </a:cubicBezTo>
                <a:cubicBezTo>
                  <a:pt x="2611" y="1423"/>
                  <a:pt x="2611" y="1425"/>
                  <a:pt x="2615" y="1427"/>
                </a:cubicBezTo>
                <a:cubicBezTo>
                  <a:pt x="2628" y="1467"/>
                  <a:pt x="2631" y="1472"/>
                  <a:pt x="2633" y="1478"/>
                </a:cubicBezTo>
                <a:cubicBezTo>
                  <a:pt x="2651" y="1517"/>
                  <a:pt x="2656" y="1521"/>
                  <a:pt x="2658" y="1527"/>
                </a:cubicBezTo>
                <a:cubicBezTo>
                  <a:pt x="2697" y="1593"/>
                  <a:pt x="2691" y="1584"/>
                  <a:pt x="2687" y="1582"/>
                </a:cubicBezTo>
                <a:close/>
                <a:moveTo>
                  <a:pt x="2144" y="1575"/>
                </a:moveTo>
                <a:cubicBezTo>
                  <a:pt x="2148" y="1570"/>
                  <a:pt x="2154" y="1577"/>
                  <a:pt x="2158" y="1574"/>
                </a:cubicBezTo>
                <a:cubicBezTo>
                  <a:pt x="2160" y="1578"/>
                  <a:pt x="2149" y="1578"/>
                  <a:pt x="2144" y="1575"/>
                </a:cubicBezTo>
                <a:close/>
                <a:moveTo>
                  <a:pt x="2526" y="1607"/>
                </a:moveTo>
                <a:cubicBezTo>
                  <a:pt x="2524" y="1607"/>
                  <a:pt x="2522" y="1607"/>
                  <a:pt x="2520" y="1605"/>
                </a:cubicBezTo>
                <a:cubicBezTo>
                  <a:pt x="2516" y="1609"/>
                  <a:pt x="2511" y="1603"/>
                  <a:pt x="2508" y="1607"/>
                </a:cubicBezTo>
                <a:cubicBezTo>
                  <a:pt x="2499" y="1605"/>
                  <a:pt x="2490" y="1605"/>
                  <a:pt x="2482" y="1606"/>
                </a:cubicBezTo>
                <a:cubicBezTo>
                  <a:pt x="2480" y="1603"/>
                  <a:pt x="2484" y="1601"/>
                  <a:pt x="2486" y="1604"/>
                </a:cubicBezTo>
                <a:cubicBezTo>
                  <a:pt x="2489" y="1602"/>
                  <a:pt x="2492" y="1603"/>
                  <a:pt x="2494" y="1601"/>
                </a:cubicBezTo>
                <a:cubicBezTo>
                  <a:pt x="2507" y="1605"/>
                  <a:pt x="2518" y="1601"/>
                  <a:pt x="2531" y="1604"/>
                </a:cubicBezTo>
                <a:cubicBezTo>
                  <a:pt x="2533" y="1608"/>
                  <a:pt x="2528" y="1604"/>
                  <a:pt x="2526" y="1607"/>
                </a:cubicBezTo>
                <a:close/>
                <a:moveTo>
                  <a:pt x="2567" y="1613"/>
                </a:moveTo>
                <a:cubicBezTo>
                  <a:pt x="2559" y="1606"/>
                  <a:pt x="2555" y="1614"/>
                  <a:pt x="2547" y="1607"/>
                </a:cubicBezTo>
                <a:cubicBezTo>
                  <a:pt x="2553" y="1605"/>
                  <a:pt x="2561" y="1610"/>
                  <a:pt x="2568" y="1608"/>
                </a:cubicBezTo>
                <a:cubicBezTo>
                  <a:pt x="2574" y="1610"/>
                  <a:pt x="2580" y="1607"/>
                  <a:pt x="2587" y="1610"/>
                </a:cubicBezTo>
                <a:cubicBezTo>
                  <a:pt x="2581" y="1615"/>
                  <a:pt x="2573" y="1607"/>
                  <a:pt x="2567" y="1613"/>
                </a:cubicBezTo>
                <a:close/>
                <a:moveTo>
                  <a:pt x="2540" y="1598"/>
                </a:moveTo>
                <a:cubicBezTo>
                  <a:pt x="2525" y="1593"/>
                  <a:pt x="2512" y="1597"/>
                  <a:pt x="2497" y="1592"/>
                </a:cubicBezTo>
                <a:cubicBezTo>
                  <a:pt x="2450" y="1595"/>
                  <a:pt x="2441" y="1586"/>
                  <a:pt x="2435" y="1590"/>
                </a:cubicBezTo>
                <a:cubicBezTo>
                  <a:pt x="2387" y="1588"/>
                  <a:pt x="2379" y="1582"/>
                  <a:pt x="2372" y="1583"/>
                </a:cubicBezTo>
                <a:cubicBezTo>
                  <a:pt x="2312" y="1577"/>
                  <a:pt x="2305" y="1580"/>
                  <a:pt x="2296" y="1579"/>
                </a:cubicBezTo>
                <a:cubicBezTo>
                  <a:pt x="2241" y="1575"/>
                  <a:pt x="2238" y="1581"/>
                  <a:pt x="2233" y="1579"/>
                </a:cubicBezTo>
                <a:cubicBezTo>
                  <a:pt x="2204" y="1581"/>
                  <a:pt x="2199" y="1578"/>
                  <a:pt x="2196" y="1580"/>
                </a:cubicBezTo>
                <a:cubicBezTo>
                  <a:pt x="2167" y="1578"/>
                  <a:pt x="2165" y="1578"/>
                  <a:pt x="2162" y="1576"/>
                </a:cubicBezTo>
                <a:cubicBezTo>
                  <a:pt x="2207" y="1569"/>
                  <a:pt x="2214" y="1577"/>
                  <a:pt x="2219" y="1572"/>
                </a:cubicBezTo>
                <a:cubicBezTo>
                  <a:pt x="2278" y="1569"/>
                  <a:pt x="2290" y="1571"/>
                  <a:pt x="2300" y="1569"/>
                </a:cubicBezTo>
                <a:cubicBezTo>
                  <a:pt x="2323" y="1569"/>
                  <a:pt x="2329" y="1569"/>
                  <a:pt x="2335" y="1568"/>
                </a:cubicBezTo>
                <a:cubicBezTo>
                  <a:pt x="2440" y="1571"/>
                  <a:pt x="2444" y="1568"/>
                  <a:pt x="2449" y="1566"/>
                </a:cubicBezTo>
                <a:cubicBezTo>
                  <a:pt x="2502" y="1575"/>
                  <a:pt x="2506" y="1569"/>
                  <a:pt x="2512" y="1573"/>
                </a:cubicBezTo>
                <a:cubicBezTo>
                  <a:pt x="2567" y="1582"/>
                  <a:pt x="2574" y="1579"/>
                  <a:pt x="2583" y="1581"/>
                </a:cubicBezTo>
                <a:cubicBezTo>
                  <a:pt x="2641" y="1590"/>
                  <a:pt x="2646" y="1593"/>
                  <a:pt x="2652" y="1596"/>
                </a:cubicBezTo>
                <a:cubicBezTo>
                  <a:pt x="2707" y="1622"/>
                  <a:pt x="2702" y="1616"/>
                  <a:pt x="2699" y="1619"/>
                </a:cubicBezTo>
                <a:cubicBezTo>
                  <a:pt x="2672" y="1612"/>
                  <a:pt x="2669" y="1612"/>
                  <a:pt x="2666" y="1613"/>
                </a:cubicBezTo>
                <a:cubicBezTo>
                  <a:pt x="2637" y="1606"/>
                  <a:pt x="2631" y="1611"/>
                  <a:pt x="2624" y="1606"/>
                </a:cubicBezTo>
                <a:close/>
                <a:moveTo>
                  <a:pt x="2597" y="1611"/>
                </a:moveTo>
                <a:cubicBezTo>
                  <a:pt x="2606" y="1607"/>
                  <a:pt x="2618" y="1619"/>
                  <a:pt x="2627" y="1613"/>
                </a:cubicBezTo>
                <a:cubicBezTo>
                  <a:pt x="2633" y="1619"/>
                  <a:pt x="2636" y="1614"/>
                  <a:pt x="2642" y="1618"/>
                </a:cubicBezTo>
                <a:cubicBezTo>
                  <a:pt x="2633" y="1621"/>
                  <a:pt x="2623" y="1619"/>
                  <a:pt x="2614" y="1621"/>
                </a:cubicBezTo>
                <a:cubicBezTo>
                  <a:pt x="2608" y="1613"/>
                  <a:pt x="2605" y="1615"/>
                  <a:pt x="2597" y="1611"/>
                </a:cubicBezTo>
                <a:close/>
                <a:moveTo>
                  <a:pt x="2763" y="1649"/>
                </a:moveTo>
                <a:cubicBezTo>
                  <a:pt x="2754" y="1649"/>
                  <a:pt x="2745" y="1646"/>
                  <a:pt x="2735" y="1643"/>
                </a:cubicBezTo>
                <a:cubicBezTo>
                  <a:pt x="2676" y="1644"/>
                  <a:pt x="2666" y="1642"/>
                  <a:pt x="2656" y="1643"/>
                </a:cubicBezTo>
                <a:cubicBezTo>
                  <a:pt x="2619" y="1644"/>
                  <a:pt x="2610" y="1645"/>
                  <a:pt x="2601" y="1648"/>
                </a:cubicBezTo>
                <a:cubicBezTo>
                  <a:pt x="2566" y="1648"/>
                  <a:pt x="2563" y="1648"/>
                  <a:pt x="2560" y="1650"/>
                </a:cubicBezTo>
                <a:cubicBezTo>
                  <a:pt x="2515" y="1653"/>
                  <a:pt x="2510" y="1656"/>
                  <a:pt x="2503" y="1654"/>
                </a:cubicBezTo>
                <a:cubicBezTo>
                  <a:pt x="2451" y="1659"/>
                  <a:pt x="2440" y="1669"/>
                  <a:pt x="2426" y="1663"/>
                </a:cubicBezTo>
                <a:cubicBezTo>
                  <a:pt x="2376" y="1673"/>
                  <a:pt x="2369" y="1667"/>
                  <a:pt x="2365" y="1672"/>
                </a:cubicBezTo>
                <a:cubicBezTo>
                  <a:pt x="2379" y="1668"/>
                  <a:pt x="2384" y="1667"/>
                  <a:pt x="2389" y="1664"/>
                </a:cubicBezTo>
                <a:cubicBezTo>
                  <a:pt x="2438" y="1657"/>
                  <a:pt x="2443" y="1656"/>
                  <a:pt x="2448" y="1654"/>
                </a:cubicBezTo>
                <a:cubicBezTo>
                  <a:pt x="2508" y="1641"/>
                  <a:pt x="2511" y="1645"/>
                  <a:pt x="2512" y="1644"/>
                </a:cubicBezTo>
                <a:cubicBezTo>
                  <a:pt x="2542" y="1641"/>
                  <a:pt x="2546" y="1637"/>
                  <a:pt x="2551" y="1636"/>
                </a:cubicBezTo>
                <a:cubicBezTo>
                  <a:pt x="2604" y="1630"/>
                  <a:pt x="2614" y="1631"/>
                  <a:pt x="2623" y="1627"/>
                </a:cubicBezTo>
                <a:cubicBezTo>
                  <a:pt x="2687" y="1626"/>
                  <a:pt x="2697" y="1629"/>
                  <a:pt x="2705" y="1626"/>
                </a:cubicBezTo>
                <a:cubicBezTo>
                  <a:pt x="2750" y="1637"/>
                  <a:pt x="2753" y="1632"/>
                  <a:pt x="2757" y="1637"/>
                </a:cubicBezTo>
                <a:cubicBezTo>
                  <a:pt x="2783" y="1654"/>
                  <a:pt x="2773" y="1651"/>
                  <a:pt x="2763" y="1649"/>
                </a:cubicBezTo>
                <a:close/>
                <a:moveTo>
                  <a:pt x="2805" y="1637"/>
                </a:moveTo>
                <a:cubicBezTo>
                  <a:pt x="2800" y="1634"/>
                  <a:pt x="2797" y="1631"/>
                  <a:pt x="2796" y="1626"/>
                </a:cubicBezTo>
                <a:cubicBezTo>
                  <a:pt x="2758" y="1589"/>
                  <a:pt x="2761" y="1584"/>
                  <a:pt x="2756" y="1581"/>
                </a:cubicBezTo>
                <a:cubicBezTo>
                  <a:pt x="2746" y="1568"/>
                  <a:pt x="2747" y="1564"/>
                  <a:pt x="2740" y="1561"/>
                </a:cubicBezTo>
                <a:cubicBezTo>
                  <a:pt x="2730" y="1535"/>
                  <a:pt x="2730" y="1532"/>
                  <a:pt x="2727" y="1530"/>
                </a:cubicBezTo>
                <a:cubicBezTo>
                  <a:pt x="2718" y="1506"/>
                  <a:pt x="2718" y="1503"/>
                  <a:pt x="2714" y="1501"/>
                </a:cubicBezTo>
                <a:cubicBezTo>
                  <a:pt x="2687" y="1421"/>
                  <a:pt x="2685" y="1400"/>
                  <a:pt x="2677" y="1380"/>
                </a:cubicBezTo>
                <a:cubicBezTo>
                  <a:pt x="2674" y="1353"/>
                  <a:pt x="2671" y="1351"/>
                  <a:pt x="2673" y="1348"/>
                </a:cubicBezTo>
                <a:cubicBezTo>
                  <a:pt x="2646" y="1236"/>
                  <a:pt x="2645" y="1214"/>
                  <a:pt x="2642" y="1194"/>
                </a:cubicBezTo>
                <a:cubicBezTo>
                  <a:pt x="2628" y="1129"/>
                  <a:pt x="2621" y="1127"/>
                  <a:pt x="2623" y="1123"/>
                </a:cubicBezTo>
                <a:cubicBezTo>
                  <a:pt x="2620" y="1109"/>
                  <a:pt x="2614" y="1106"/>
                  <a:pt x="2617" y="1101"/>
                </a:cubicBezTo>
                <a:cubicBezTo>
                  <a:pt x="2600" y="1060"/>
                  <a:pt x="2601" y="1047"/>
                  <a:pt x="2596" y="1035"/>
                </a:cubicBezTo>
                <a:cubicBezTo>
                  <a:pt x="2606" y="1050"/>
                  <a:pt x="2612" y="1052"/>
                  <a:pt x="2608" y="1056"/>
                </a:cubicBezTo>
                <a:cubicBezTo>
                  <a:pt x="2633" y="1119"/>
                  <a:pt x="2633" y="1126"/>
                  <a:pt x="2632" y="1133"/>
                </a:cubicBezTo>
                <a:cubicBezTo>
                  <a:pt x="2642" y="1158"/>
                  <a:pt x="2644" y="1164"/>
                  <a:pt x="2643" y="1171"/>
                </a:cubicBezTo>
                <a:cubicBezTo>
                  <a:pt x="2653" y="1196"/>
                  <a:pt x="2654" y="1203"/>
                  <a:pt x="2657" y="1209"/>
                </a:cubicBezTo>
                <a:cubicBezTo>
                  <a:pt x="2667" y="1272"/>
                  <a:pt x="2677" y="1274"/>
                  <a:pt x="2671" y="1279"/>
                </a:cubicBezTo>
                <a:cubicBezTo>
                  <a:pt x="2685" y="1333"/>
                  <a:pt x="2681" y="1340"/>
                  <a:pt x="2688" y="1345"/>
                </a:cubicBezTo>
                <a:cubicBezTo>
                  <a:pt x="2693" y="1378"/>
                  <a:pt x="2694" y="1381"/>
                  <a:pt x="2696" y="1384"/>
                </a:cubicBezTo>
                <a:cubicBezTo>
                  <a:pt x="2700" y="1418"/>
                  <a:pt x="2706" y="1420"/>
                  <a:pt x="2703" y="1423"/>
                </a:cubicBezTo>
                <a:cubicBezTo>
                  <a:pt x="2722" y="1475"/>
                  <a:pt x="2722" y="1478"/>
                  <a:pt x="2723" y="1481"/>
                </a:cubicBezTo>
                <a:cubicBezTo>
                  <a:pt x="2751" y="1548"/>
                  <a:pt x="2760" y="1560"/>
                  <a:pt x="2766" y="1573"/>
                </a:cubicBezTo>
                <a:cubicBezTo>
                  <a:pt x="2784" y="1604"/>
                  <a:pt x="2791" y="1605"/>
                  <a:pt x="2789" y="1609"/>
                </a:cubicBezTo>
                <a:close/>
                <a:moveTo>
                  <a:pt x="2817" y="1654"/>
                </a:moveTo>
                <a:cubicBezTo>
                  <a:pt x="2819" y="1652"/>
                  <a:pt x="2819" y="1650"/>
                  <a:pt x="2818" y="1649"/>
                </a:cubicBezTo>
                <a:cubicBezTo>
                  <a:pt x="2824" y="1647"/>
                  <a:pt x="2833" y="1657"/>
                  <a:pt x="2836" y="1661"/>
                </a:cubicBezTo>
                <a:cubicBezTo>
                  <a:pt x="2827" y="1663"/>
                  <a:pt x="2826" y="1655"/>
                  <a:pt x="2817" y="1654"/>
                </a:cubicBezTo>
                <a:close/>
                <a:moveTo>
                  <a:pt x="2828" y="1677"/>
                </a:moveTo>
                <a:cubicBezTo>
                  <a:pt x="2829" y="1675"/>
                  <a:pt x="2831" y="1673"/>
                  <a:pt x="2832" y="1671"/>
                </a:cubicBezTo>
                <a:cubicBezTo>
                  <a:pt x="2835" y="1671"/>
                  <a:pt x="2840" y="1673"/>
                  <a:pt x="2844" y="1677"/>
                </a:cubicBezTo>
                <a:cubicBezTo>
                  <a:pt x="2839" y="1679"/>
                  <a:pt x="2834" y="1679"/>
                  <a:pt x="2828" y="1677"/>
                </a:cubicBezTo>
                <a:close/>
                <a:moveTo>
                  <a:pt x="2900" y="1640"/>
                </a:moveTo>
                <a:cubicBezTo>
                  <a:pt x="2895" y="1633"/>
                  <a:pt x="2905" y="1639"/>
                  <a:pt x="2904" y="1641"/>
                </a:cubicBezTo>
                <a:cubicBezTo>
                  <a:pt x="2904" y="1642"/>
                  <a:pt x="2900" y="1641"/>
                  <a:pt x="2900" y="1640"/>
                </a:cubicBezTo>
                <a:close/>
                <a:moveTo>
                  <a:pt x="2864" y="1737"/>
                </a:moveTo>
                <a:cubicBezTo>
                  <a:pt x="2860" y="1739"/>
                  <a:pt x="2856" y="1743"/>
                  <a:pt x="2851" y="1741"/>
                </a:cubicBezTo>
                <a:cubicBezTo>
                  <a:pt x="2847" y="1745"/>
                  <a:pt x="2843" y="1748"/>
                  <a:pt x="2837" y="1746"/>
                </a:cubicBezTo>
                <a:cubicBezTo>
                  <a:pt x="2834" y="1753"/>
                  <a:pt x="2829" y="1752"/>
                  <a:pt x="2825" y="1753"/>
                </a:cubicBezTo>
                <a:cubicBezTo>
                  <a:pt x="2822" y="1759"/>
                  <a:pt x="2817" y="1754"/>
                  <a:pt x="2813" y="1758"/>
                </a:cubicBezTo>
                <a:cubicBezTo>
                  <a:pt x="2811" y="1757"/>
                  <a:pt x="2810" y="1760"/>
                  <a:pt x="2809" y="1761"/>
                </a:cubicBezTo>
                <a:cubicBezTo>
                  <a:pt x="2807" y="1762"/>
                  <a:pt x="2807" y="1761"/>
                  <a:pt x="2806" y="1761"/>
                </a:cubicBezTo>
                <a:cubicBezTo>
                  <a:pt x="2804" y="1762"/>
                  <a:pt x="2799" y="1763"/>
                  <a:pt x="2797" y="1766"/>
                </a:cubicBezTo>
                <a:cubicBezTo>
                  <a:pt x="2796" y="1768"/>
                  <a:pt x="2791" y="1771"/>
                  <a:pt x="2787" y="1770"/>
                </a:cubicBezTo>
                <a:cubicBezTo>
                  <a:pt x="2779" y="1776"/>
                  <a:pt x="2771" y="1778"/>
                  <a:pt x="2762" y="1779"/>
                </a:cubicBezTo>
                <a:cubicBezTo>
                  <a:pt x="2761" y="1784"/>
                  <a:pt x="2757" y="1780"/>
                  <a:pt x="2755" y="1782"/>
                </a:cubicBezTo>
                <a:cubicBezTo>
                  <a:pt x="2753" y="1784"/>
                  <a:pt x="2751" y="1785"/>
                  <a:pt x="2749" y="1784"/>
                </a:cubicBezTo>
                <a:cubicBezTo>
                  <a:pt x="2745" y="1785"/>
                  <a:pt x="2741" y="1789"/>
                  <a:pt x="2736" y="1788"/>
                </a:cubicBezTo>
                <a:cubicBezTo>
                  <a:pt x="2732" y="1791"/>
                  <a:pt x="2726" y="1789"/>
                  <a:pt x="2722" y="1792"/>
                </a:cubicBezTo>
                <a:cubicBezTo>
                  <a:pt x="2720" y="1791"/>
                  <a:pt x="2719" y="1795"/>
                  <a:pt x="2716" y="1793"/>
                </a:cubicBezTo>
                <a:cubicBezTo>
                  <a:pt x="2714" y="1793"/>
                  <a:pt x="2712" y="1793"/>
                  <a:pt x="2710" y="1795"/>
                </a:cubicBezTo>
                <a:cubicBezTo>
                  <a:pt x="2707" y="1789"/>
                  <a:pt x="2717" y="1789"/>
                  <a:pt x="2720" y="1788"/>
                </a:cubicBezTo>
                <a:cubicBezTo>
                  <a:pt x="2724" y="1786"/>
                  <a:pt x="2726" y="1778"/>
                  <a:pt x="2732" y="1783"/>
                </a:cubicBezTo>
                <a:cubicBezTo>
                  <a:pt x="2734" y="1775"/>
                  <a:pt x="2739" y="1776"/>
                  <a:pt x="2742" y="1774"/>
                </a:cubicBezTo>
                <a:cubicBezTo>
                  <a:pt x="2745" y="1768"/>
                  <a:pt x="2750" y="1771"/>
                  <a:pt x="2753" y="1766"/>
                </a:cubicBezTo>
                <a:cubicBezTo>
                  <a:pt x="2762" y="1766"/>
                  <a:pt x="2768" y="1758"/>
                  <a:pt x="2776" y="1755"/>
                </a:cubicBezTo>
                <a:cubicBezTo>
                  <a:pt x="2783" y="1749"/>
                  <a:pt x="2792" y="1749"/>
                  <a:pt x="2799" y="1741"/>
                </a:cubicBezTo>
                <a:cubicBezTo>
                  <a:pt x="2810" y="1740"/>
                  <a:pt x="2821" y="1735"/>
                  <a:pt x="2831" y="1731"/>
                </a:cubicBezTo>
                <a:cubicBezTo>
                  <a:pt x="2836" y="1732"/>
                  <a:pt x="2840" y="1731"/>
                  <a:pt x="2843" y="1729"/>
                </a:cubicBezTo>
                <a:cubicBezTo>
                  <a:pt x="2849" y="1735"/>
                  <a:pt x="2851" y="1724"/>
                  <a:pt x="2856" y="1729"/>
                </a:cubicBezTo>
                <a:cubicBezTo>
                  <a:pt x="2864" y="1725"/>
                  <a:pt x="2872" y="1724"/>
                  <a:pt x="2880" y="1721"/>
                </a:cubicBezTo>
                <a:cubicBezTo>
                  <a:pt x="2893" y="1726"/>
                  <a:pt x="2905" y="1722"/>
                  <a:pt x="2918" y="1726"/>
                </a:cubicBezTo>
                <a:cubicBezTo>
                  <a:pt x="2900" y="1729"/>
                  <a:pt x="2882" y="1734"/>
                  <a:pt x="2864" y="1737"/>
                </a:cubicBezTo>
                <a:close/>
                <a:moveTo>
                  <a:pt x="2915" y="1687"/>
                </a:moveTo>
                <a:cubicBezTo>
                  <a:pt x="2914" y="1684"/>
                  <a:pt x="2912" y="1681"/>
                  <a:pt x="2912" y="1677"/>
                </a:cubicBezTo>
                <a:cubicBezTo>
                  <a:pt x="2906" y="1672"/>
                  <a:pt x="2907" y="1664"/>
                  <a:pt x="2900" y="1659"/>
                </a:cubicBezTo>
                <a:cubicBezTo>
                  <a:pt x="2904" y="1655"/>
                  <a:pt x="2909" y="1664"/>
                  <a:pt x="2908" y="1667"/>
                </a:cubicBezTo>
                <a:cubicBezTo>
                  <a:pt x="2913" y="1670"/>
                  <a:pt x="2912" y="1673"/>
                  <a:pt x="2915" y="1677"/>
                </a:cubicBezTo>
                <a:cubicBezTo>
                  <a:pt x="2917" y="1678"/>
                  <a:pt x="2915" y="1681"/>
                  <a:pt x="2916" y="1683"/>
                </a:cubicBezTo>
                <a:cubicBezTo>
                  <a:pt x="2916" y="1684"/>
                  <a:pt x="2919" y="1684"/>
                  <a:pt x="2920" y="1685"/>
                </a:cubicBezTo>
                <a:cubicBezTo>
                  <a:pt x="2920" y="1685"/>
                  <a:pt x="2918" y="1686"/>
                  <a:pt x="2918" y="1687"/>
                </a:cubicBezTo>
                <a:cubicBezTo>
                  <a:pt x="2920" y="1690"/>
                  <a:pt x="2927" y="1693"/>
                  <a:pt x="2922" y="1697"/>
                </a:cubicBezTo>
                <a:cubicBezTo>
                  <a:pt x="2915" y="1695"/>
                  <a:pt x="2918" y="1691"/>
                  <a:pt x="2915" y="1687"/>
                </a:cubicBezTo>
                <a:close/>
                <a:moveTo>
                  <a:pt x="2921" y="1726"/>
                </a:moveTo>
                <a:cubicBezTo>
                  <a:pt x="2924" y="1725"/>
                  <a:pt x="2927" y="1725"/>
                  <a:pt x="2929" y="1726"/>
                </a:cubicBezTo>
                <a:cubicBezTo>
                  <a:pt x="2933" y="1729"/>
                  <a:pt x="2924" y="1727"/>
                  <a:pt x="2921" y="1726"/>
                </a:cubicBezTo>
                <a:close/>
                <a:moveTo>
                  <a:pt x="2925" y="1704"/>
                </a:moveTo>
                <a:cubicBezTo>
                  <a:pt x="2926" y="1701"/>
                  <a:pt x="2929" y="1702"/>
                  <a:pt x="2931" y="1703"/>
                </a:cubicBezTo>
                <a:cubicBezTo>
                  <a:pt x="2930" y="1704"/>
                  <a:pt x="2931" y="1705"/>
                  <a:pt x="2932" y="1706"/>
                </a:cubicBezTo>
                <a:cubicBezTo>
                  <a:pt x="2930" y="1708"/>
                  <a:pt x="2927" y="1706"/>
                  <a:pt x="2925" y="1704"/>
                </a:cubicBezTo>
                <a:close/>
                <a:moveTo>
                  <a:pt x="2954" y="1716"/>
                </a:moveTo>
                <a:cubicBezTo>
                  <a:pt x="2953" y="1717"/>
                  <a:pt x="2950" y="1716"/>
                  <a:pt x="2949" y="1715"/>
                </a:cubicBezTo>
                <a:cubicBezTo>
                  <a:pt x="2945" y="1708"/>
                  <a:pt x="2955" y="1714"/>
                  <a:pt x="2954" y="1716"/>
                </a:cubicBezTo>
                <a:close/>
                <a:moveTo>
                  <a:pt x="2973" y="1726"/>
                </a:moveTo>
                <a:cubicBezTo>
                  <a:pt x="2968" y="1724"/>
                  <a:pt x="2972" y="1720"/>
                  <a:pt x="2969" y="1718"/>
                </a:cubicBezTo>
                <a:cubicBezTo>
                  <a:pt x="2938" y="1683"/>
                  <a:pt x="2930" y="1679"/>
                  <a:pt x="2927" y="1674"/>
                </a:cubicBezTo>
                <a:cubicBezTo>
                  <a:pt x="2915" y="1643"/>
                  <a:pt x="2912" y="1636"/>
                  <a:pt x="2907" y="1629"/>
                </a:cubicBezTo>
                <a:cubicBezTo>
                  <a:pt x="2892" y="1579"/>
                  <a:pt x="2886" y="1575"/>
                  <a:pt x="2887" y="1569"/>
                </a:cubicBezTo>
                <a:cubicBezTo>
                  <a:pt x="2883" y="1542"/>
                  <a:pt x="2877" y="1540"/>
                  <a:pt x="2879" y="1538"/>
                </a:cubicBezTo>
                <a:cubicBezTo>
                  <a:pt x="2871" y="1501"/>
                  <a:pt x="2870" y="1496"/>
                  <a:pt x="2868" y="1491"/>
                </a:cubicBezTo>
                <a:cubicBezTo>
                  <a:pt x="2853" y="1392"/>
                  <a:pt x="2859" y="1387"/>
                  <a:pt x="2855" y="1385"/>
                </a:cubicBezTo>
                <a:cubicBezTo>
                  <a:pt x="2851" y="1351"/>
                  <a:pt x="2854" y="1340"/>
                  <a:pt x="2850" y="1330"/>
                </a:cubicBezTo>
                <a:cubicBezTo>
                  <a:pt x="2857" y="1350"/>
                  <a:pt x="2862" y="1353"/>
                  <a:pt x="2863" y="1357"/>
                </a:cubicBezTo>
                <a:cubicBezTo>
                  <a:pt x="2872" y="1389"/>
                  <a:pt x="2874" y="1392"/>
                  <a:pt x="2874" y="1395"/>
                </a:cubicBezTo>
                <a:cubicBezTo>
                  <a:pt x="2880" y="1418"/>
                  <a:pt x="2877" y="1423"/>
                  <a:pt x="2880" y="1426"/>
                </a:cubicBezTo>
                <a:cubicBezTo>
                  <a:pt x="2883" y="1449"/>
                  <a:pt x="2885" y="1452"/>
                  <a:pt x="2886" y="1456"/>
                </a:cubicBezTo>
                <a:cubicBezTo>
                  <a:pt x="2887" y="1491"/>
                  <a:pt x="2897" y="1495"/>
                  <a:pt x="2892" y="1502"/>
                </a:cubicBezTo>
                <a:cubicBezTo>
                  <a:pt x="2901" y="1537"/>
                  <a:pt x="2901" y="1540"/>
                  <a:pt x="2899" y="1543"/>
                </a:cubicBezTo>
                <a:cubicBezTo>
                  <a:pt x="2907" y="1572"/>
                  <a:pt x="2913" y="1576"/>
                  <a:pt x="2910" y="1582"/>
                </a:cubicBezTo>
                <a:cubicBezTo>
                  <a:pt x="2913" y="1604"/>
                  <a:pt x="2924" y="1607"/>
                  <a:pt x="2918" y="1613"/>
                </a:cubicBezTo>
                <a:cubicBezTo>
                  <a:pt x="2937" y="1642"/>
                  <a:pt x="2934" y="1651"/>
                  <a:pt x="2941" y="1657"/>
                </a:cubicBezTo>
                <a:cubicBezTo>
                  <a:pt x="2993" y="1738"/>
                  <a:pt x="2982" y="1726"/>
                  <a:pt x="2973" y="1726"/>
                </a:cubicBezTo>
                <a:close/>
                <a:moveTo>
                  <a:pt x="3024" y="1736"/>
                </a:moveTo>
                <a:cubicBezTo>
                  <a:pt x="3029" y="1728"/>
                  <a:pt x="3032" y="1742"/>
                  <a:pt x="3035" y="1744"/>
                </a:cubicBezTo>
                <a:cubicBezTo>
                  <a:pt x="3030" y="1747"/>
                  <a:pt x="3028" y="1738"/>
                  <a:pt x="3024" y="1736"/>
                </a:cubicBezTo>
                <a:close/>
                <a:moveTo>
                  <a:pt x="3115" y="1805"/>
                </a:moveTo>
                <a:cubicBezTo>
                  <a:pt x="3110" y="1802"/>
                  <a:pt x="3105" y="1802"/>
                  <a:pt x="3100" y="1803"/>
                </a:cubicBezTo>
                <a:cubicBezTo>
                  <a:pt x="3096" y="1798"/>
                  <a:pt x="3093" y="1800"/>
                  <a:pt x="3088" y="1797"/>
                </a:cubicBezTo>
                <a:cubicBezTo>
                  <a:pt x="3084" y="1796"/>
                  <a:pt x="3080" y="1793"/>
                  <a:pt x="3077" y="1795"/>
                </a:cubicBezTo>
                <a:cubicBezTo>
                  <a:pt x="3074" y="1791"/>
                  <a:pt x="3079" y="1792"/>
                  <a:pt x="3080" y="1790"/>
                </a:cubicBezTo>
                <a:cubicBezTo>
                  <a:pt x="3084" y="1789"/>
                  <a:pt x="3088" y="1790"/>
                  <a:pt x="3091" y="1789"/>
                </a:cubicBezTo>
                <a:cubicBezTo>
                  <a:pt x="3096" y="1792"/>
                  <a:pt x="3101" y="1795"/>
                  <a:pt x="3106" y="1799"/>
                </a:cubicBezTo>
                <a:cubicBezTo>
                  <a:pt x="3108" y="1801"/>
                  <a:pt x="3110" y="1799"/>
                  <a:pt x="3113" y="1800"/>
                </a:cubicBezTo>
                <a:cubicBezTo>
                  <a:pt x="3114" y="1802"/>
                  <a:pt x="3116" y="1803"/>
                  <a:pt x="3118" y="1804"/>
                </a:cubicBezTo>
                <a:cubicBezTo>
                  <a:pt x="3120" y="1805"/>
                  <a:pt x="3122" y="1806"/>
                  <a:pt x="3123" y="1808"/>
                </a:cubicBezTo>
                <a:cubicBezTo>
                  <a:pt x="3121" y="1810"/>
                  <a:pt x="3118" y="1806"/>
                  <a:pt x="3115" y="1805"/>
                </a:cubicBezTo>
                <a:close/>
                <a:moveTo>
                  <a:pt x="1680" y="9"/>
                </a:moveTo>
                <a:cubicBezTo>
                  <a:pt x="1681" y="6"/>
                  <a:pt x="1682" y="3"/>
                  <a:pt x="1683" y="0"/>
                </a:cubicBezTo>
                <a:cubicBezTo>
                  <a:pt x="1678" y="0"/>
                  <a:pt x="1678" y="0"/>
                  <a:pt x="1678" y="0"/>
                </a:cubicBezTo>
                <a:cubicBezTo>
                  <a:pt x="1678" y="2"/>
                  <a:pt x="1677" y="4"/>
                  <a:pt x="1676" y="6"/>
                </a:cubicBezTo>
                <a:cubicBezTo>
                  <a:pt x="1676" y="9"/>
                  <a:pt x="1678" y="11"/>
                  <a:pt x="1676" y="15"/>
                </a:cubicBezTo>
                <a:cubicBezTo>
                  <a:pt x="1672" y="19"/>
                  <a:pt x="1676" y="26"/>
                  <a:pt x="1679" y="20"/>
                </a:cubicBezTo>
                <a:cubicBezTo>
                  <a:pt x="1674" y="19"/>
                  <a:pt x="1680" y="13"/>
                  <a:pt x="1680" y="9"/>
                </a:cubicBezTo>
                <a:close/>
                <a:moveTo>
                  <a:pt x="974" y="1507"/>
                </a:moveTo>
                <a:cubicBezTo>
                  <a:pt x="972" y="1503"/>
                  <a:pt x="969" y="1505"/>
                  <a:pt x="966" y="1504"/>
                </a:cubicBezTo>
                <a:cubicBezTo>
                  <a:pt x="931" y="1480"/>
                  <a:pt x="929" y="1480"/>
                  <a:pt x="927" y="1479"/>
                </a:cubicBezTo>
                <a:cubicBezTo>
                  <a:pt x="911" y="1456"/>
                  <a:pt x="903" y="1450"/>
                  <a:pt x="900" y="1449"/>
                </a:cubicBezTo>
                <a:cubicBezTo>
                  <a:pt x="891" y="1420"/>
                  <a:pt x="892" y="1413"/>
                  <a:pt x="887" y="1405"/>
                </a:cubicBezTo>
                <a:cubicBezTo>
                  <a:pt x="899" y="1346"/>
                  <a:pt x="894" y="1342"/>
                  <a:pt x="900" y="1340"/>
                </a:cubicBezTo>
                <a:cubicBezTo>
                  <a:pt x="889" y="1354"/>
                  <a:pt x="882" y="1359"/>
                  <a:pt x="883" y="1365"/>
                </a:cubicBezTo>
                <a:cubicBezTo>
                  <a:pt x="879" y="1379"/>
                  <a:pt x="873" y="1375"/>
                  <a:pt x="876" y="1373"/>
                </a:cubicBezTo>
                <a:cubicBezTo>
                  <a:pt x="867" y="1315"/>
                  <a:pt x="864" y="1303"/>
                  <a:pt x="861" y="1290"/>
                </a:cubicBezTo>
                <a:cubicBezTo>
                  <a:pt x="844" y="1227"/>
                  <a:pt x="849" y="1225"/>
                  <a:pt x="845" y="1221"/>
                </a:cubicBezTo>
                <a:cubicBezTo>
                  <a:pt x="820" y="1167"/>
                  <a:pt x="816" y="1162"/>
                  <a:pt x="812" y="1156"/>
                </a:cubicBezTo>
                <a:cubicBezTo>
                  <a:pt x="782" y="1111"/>
                  <a:pt x="775" y="1106"/>
                  <a:pt x="777" y="1103"/>
                </a:cubicBezTo>
                <a:cubicBezTo>
                  <a:pt x="763" y="1061"/>
                  <a:pt x="767" y="1054"/>
                  <a:pt x="760" y="1046"/>
                </a:cubicBezTo>
                <a:cubicBezTo>
                  <a:pt x="758" y="1037"/>
                  <a:pt x="754" y="1047"/>
                  <a:pt x="761" y="1059"/>
                </a:cubicBezTo>
                <a:cubicBezTo>
                  <a:pt x="759" y="1081"/>
                  <a:pt x="757" y="1079"/>
                  <a:pt x="755" y="1076"/>
                </a:cubicBezTo>
                <a:cubicBezTo>
                  <a:pt x="746" y="1052"/>
                  <a:pt x="751" y="1050"/>
                  <a:pt x="749" y="1046"/>
                </a:cubicBezTo>
                <a:cubicBezTo>
                  <a:pt x="743" y="1005"/>
                  <a:pt x="744" y="997"/>
                  <a:pt x="744" y="990"/>
                </a:cubicBezTo>
                <a:cubicBezTo>
                  <a:pt x="720" y="917"/>
                  <a:pt x="722" y="913"/>
                  <a:pt x="719" y="909"/>
                </a:cubicBezTo>
                <a:cubicBezTo>
                  <a:pt x="724" y="939"/>
                  <a:pt x="724" y="944"/>
                  <a:pt x="729" y="950"/>
                </a:cubicBezTo>
                <a:cubicBezTo>
                  <a:pt x="742" y="1033"/>
                  <a:pt x="743" y="1042"/>
                  <a:pt x="742" y="1051"/>
                </a:cubicBezTo>
                <a:cubicBezTo>
                  <a:pt x="748" y="1098"/>
                  <a:pt x="747" y="1116"/>
                  <a:pt x="751" y="1135"/>
                </a:cubicBezTo>
                <a:cubicBezTo>
                  <a:pt x="760" y="1183"/>
                  <a:pt x="759" y="1188"/>
                  <a:pt x="763" y="1193"/>
                </a:cubicBezTo>
                <a:cubicBezTo>
                  <a:pt x="774" y="1226"/>
                  <a:pt x="771" y="1231"/>
                  <a:pt x="772" y="1236"/>
                </a:cubicBezTo>
                <a:cubicBezTo>
                  <a:pt x="781" y="1282"/>
                  <a:pt x="794" y="1289"/>
                  <a:pt x="786" y="1293"/>
                </a:cubicBezTo>
                <a:cubicBezTo>
                  <a:pt x="799" y="1326"/>
                  <a:pt x="799" y="1331"/>
                  <a:pt x="801" y="1336"/>
                </a:cubicBezTo>
                <a:cubicBezTo>
                  <a:pt x="825" y="1401"/>
                  <a:pt x="829" y="1406"/>
                  <a:pt x="830" y="1411"/>
                </a:cubicBezTo>
                <a:cubicBezTo>
                  <a:pt x="830" y="1413"/>
                  <a:pt x="823" y="1404"/>
                  <a:pt x="816" y="1394"/>
                </a:cubicBezTo>
                <a:cubicBezTo>
                  <a:pt x="781" y="1320"/>
                  <a:pt x="783" y="1315"/>
                  <a:pt x="776" y="1308"/>
                </a:cubicBezTo>
                <a:cubicBezTo>
                  <a:pt x="769" y="1284"/>
                  <a:pt x="767" y="1277"/>
                  <a:pt x="765" y="1270"/>
                </a:cubicBezTo>
                <a:cubicBezTo>
                  <a:pt x="743" y="1187"/>
                  <a:pt x="741" y="1180"/>
                  <a:pt x="742" y="1174"/>
                </a:cubicBezTo>
                <a:cubicBezTo>
                  <a:pt x="735" y="1142"/>
                  <a:pt x="733" y="1130"/>
                  <a:pt x="734" y="1118"/>
                </a:cubicBezTo>
                <a:cubicBezTo>
                  <a:pt x="731" y="1086"/>
                  <a:pt x="725" y="1082"/>
                  <a:pt x="728" y="1080"/>
                </a:cubicBezTo>
                <a:cubicBezTo>
                  <a:pt x="722" y="1018"/>
                  <a:pt x="715" y="1010"/>
                  <a:pt x="717" y="1004"/>
                </a:cubicBezTo>
                <a:cubicBezTo>
                  <a:pt x="713" y="1033"/>
                  <a:pt x="724" y="1038"/>
                  <a:pt x="716" y="1040"/>
                </a:cubicBezTo>
                <a:cubicBezTo>
                  <a:pt x="717" y="1070"/>
                  <a:pt x="724" y="1074"/>
                  <a:pt x="721" y="1077"/>
                </a:cubicBezTo>
                <a:cubicBezTo>
                  <a:pt x="722" y="1126"/>
                  <a:pt x="728" y="1130"/>
                  <a:pt x="725" y="1132"/>
                </a:cubicBezTo>
                <a:cubicBezTo>
                  <a:pt x="721" y="1146"/>
                  <a:pt x="726" y="1142"/>
                  <a:pt x="720" y="1136"/>
                </a:cubicBezTo>
                <a:cubicBezTo>
                  <a:pt x="713" y="1098"/>
                  <a:pt x="714" y="1093"/>
                  <a:pt x="712" y="1088"/>
                </a:cubicBezTo>
                <a:cubicBezTo>
                  <a:pt x="704" y="1052"/>
                  <a:pt x="713" y="1048"/>
                  <a:pt x="706" y="1042"/>
                </a:cubicBezTo>
                <a:cubicBezTo>
                  <a:pt x="704" y="1006"/>
                  <a:pt x="702" y="1001"/>
                  <a:pt x="703" y="996"/>
                </a:cubicBezTo>
                <a:cubicBezTo>
                  <a:pt x="697" y="954"/>
                  <a:pt x="698" y="944"/>
                  <a:pt x="696" y="934"/>
                </a:cubicBezTo>
                <a:cubicBezTo>
                  <a:pt x="689" y="896"/>
                  <a:pt x="689" y="891"/>
                  <a:pt x="689" y="885"/>
                </a:cubicBezTo>
                <a:cubicBezTo>
                  <a:pt x="677" y="832"/>
                  <a:pt x="675" y="827"/>
                  <a:pt x="676" y="822"/>
                </a:cubicBezTo>
                <a:cubicBezTo>
                  <a:pt x="670" y="849"/>
                  <a:pt x="681" y="857"/>
                  <a:pt x="677" y="862"/>
                </a:cubicBezTo>
                <a:cubicBezTo>
                  <a:pt x="682" y="891"/>
                  <a:pt x="679" y="902"/>
                  <a:pt x="682" y="914"/>
                </a:cubicBezTo>
                <a:cubicBezTo>
                  <a:pt x="675" y="936"/>
                  <a:pt x="679" y="939"/>
                  <a:pt x="675" y="941"/>
                </a:cubicBezTo>
                <a:cubicBezTo>
                  <a:pt x="676" y="951"/>
                  <a:pt x="674" y="953"/>
                  <a:pt x="677" y="955"/>
                </a:cubicBezTo>
                <a:cubicBezTo>
                  <a:pt x="671" y="1001"/>
                  <a:pt x="666" y="1006"/>
                  <a:pt x="669" y="1012"/>
                </a:cubicBezTo>
                <a:cubicBezTo>
                  <a:pt x="670" y="1042"/>
                  <a:pt x="665" y="1044"/>
                  <a:pt x="671" y="1048"/>
                </a:cubicBezTo>
                <a:cubicBezTo>
                  <a:pt x="675" y="1091"/>
                  <a:pt x="668" y="1096"/>
                  <a:pt x="672" y="1103"/>
                </a:cubicBezTo>
                <a:cubicBezTo>
                  <a:pt x="675" y="1163"/>
                  <a:pt x="676" y="1169"/>
                  <a:pt x="676" y="1176"/>
                </a:cubicBezTo>
                <a:cubicBezTo>
                  <a:pt x="682" y="1236"/>
                  <a:pt x="694" y="1244"/>
                  <a:pt x="688" y="1250"/>
                </a:cubicBezTo>
                <a:cubicBezTo>
                  <a:pt x="698" y="1281"/>
                  <a:pt x="699" y="1284"/>
                  <a:pt x="696" y="1287"/>
                </a:cubicBezTo>
                <a:cubicBezTo>
                  <a:pt x="690" y="1298"/>
                  <a:pt x="692" y="1293"/>
                  <a:pt x="688" y="1287"/>
                </a:cubicBezTo>
                <a:cubicBezTo>
                  <a:pt x="672" y="1252"/>
                  <a:pt x="668" y="1243"/>
                  <a:pt x="666" y="1233"/>
                </a:cubicBezTo>
                <a:cubicBezTo>
                  <a:pt x="651" y="1146"/>
                  <a:pt x="645" y="1138"/>
                  <a:pt x="646" y="1130"/>
                </a:cubicBezTo>
                <a:cubicBezTo>
                  <a:pt x="640" y="1069"/>
                  <a:pt x="643" y="1054"/>
                  <a:pt x="643" y="1039"/>
                </a:cubicBezTo>
                <a:cubicBezTo>
                  <a:pt x="647" y="987"/>
                  <a:pt x="648" y="980"/>
                  <a:pt x="646" y="972"/>
                </a:cubicBezTo>
                <a:cubicBezTo>
                  <a:pt x="652" y="935"/>
                  <a:pt x="651" y="931"/>
                  <a:pt x="652" y="928"/>
                </a:cubicBezTo>
                <a:cubicBezTo>
                  <a:pt x="656" y="852"/>
                  <a:pt x="648" y="843"/>
                  <a:pt x="653" y="836"/>
                </a:cubicBezTo>
                <a:cubicBezTo>
                  <a:pt x="643" y="816"/>
                  <a:pt x="650" y="822"/>
                  <a:pt x="647" y="827"/>
                </a:cubicBezTo>
                <a:cubicBezTo>
                  <a:pt x="644" y="882"/>
                  <a:pt x="649" y="888"/>
                  <a:pt x="645" y="892"/>
                </a:cubicBezTo>
                <a:cubicBezTo>
                  <a:pt x="642" y="928"/>
                  <a:pt x="644" y="934"/>
                  <a:pt x="641" y="938"/>
                </a:cubicBezTo>
                <a:cubicBezTo>
                  <a:pt x="641" y="965"/>
                  <a:pt x="638" y="967"/>
                  <a:pt x="639" y="969"/>
                </a:cubicBezTo>
                <a:cubicBezTo>
                  <a:pt x="633" y="1038"/>
                  <a:pt x="633" y="1043"/>
                  <a:pt x="633" y="1048"/>
                </a:cubicBezTo>
                <a:cubicBezTo>
                  <a:pt x="633" y="1085"/>
                  <a:pt x="635" y="1090"/>
                  <a:pt x="635" y="1095"/>
                </a:cubicBezTo>
                <a:cubicBezTo>
                  <a:pt x="642" y="1123"/>
                  <a:pt x="631" y="1124"/>
                  <a:pt x="637" y="1128"/>
                </a:cubicBezTo>
                <a:cubicBezTo>
                  <a:pt x="638" y="1156"/>
                  <a:pt x="642" y="1169"/>
                  <a:pt x="642" y="1181"/>
                </a:cubicBezTo>
                <a:cubicBezTo>
                  <a:pt x="652" y="1203"/>
                  <a:pt x="648" y="1205"/>
                  <a:pt x="651" y="1209"/>
                </a:cubicBezTo>
                <a:cubicBezTo>
                  <a:pt x="670" y="1264"/>
                  <a:pt x="669" y="1270"/>
                  <a:pt x="673" y="1277"/>
                </a:cubicBezTo>
                <a:cubicBezTo>
                  <a:pt x="675" y="1288"/>
                  <a:pt x="670" y="1291"/>
                  <a:pt x="665" y="1285"/>
                </a:cubicBezTo>
                <a:cubicBezTo>
                  <a:pt x="650" y="1251"/>
                  <a:pt x="642" y="1245"/>
                  <a:pt x="645" y="1241"/>
                </a:cubicBezTo>
                <a:cubicBezTo>
                  <a:pt x="624" y="1186"/>
                  <a:pt x="627" y="1177"/>
                  <a:pt x="624" y="1167"/>
                </a:cubicBezTo>
                <a:cubicBezTo>
                  <a:pt x="617" y="1119"/>
                  <a:pt x="620" y="1115"/>
                  <a:pt x="615" y="1109"/>
                </a:cubicBezTo>
                <a:cubicBezTo>
                  <a:pt x="612" y="1061"/>
                  <a:pt x="616" y="1043"/>
                  <a:pt x="609" y="1022"/>
                </a:cubicBezTo>
                <a:cubicBezTo>
                  <a:pt x="623" y="949"/>
                  <a:pt x="617" y="941"/>
                  <a:pt x="624" y="934"/>
                </a:cubicBezTo>
                <a:cubicBezTo>
                  <a:pt x="640" y="866"/>
                  <a:pt x="634" y="861"/>
                  <a:pt x="637" y="858"/>
                </a:cubicBezTo>
                <a:cubicBezTo>
                  <a:pt x="635" y="834"/>
                  <a:pt x="646" y="833"/>
                  <a:pt x="640" y="829"/>
                </a:cubicBezTo>
                <a:cubicBezTo>
                  <a:pt x="642" y="801"/>
                  <a:pt x="647" y="799"/>
                  <a:pt x="643" y="795"/>
                </a:cubicBezTo>
                <a:cubicBezTo>
                  <a:pt x="643" y="761"/>
                  <a:pt x="645" y="757"/>
                  <a:pt x="645" y="753"/>
                </a:cubicBezTo>
                <a:cubicBezTo>
                  <a:pt x="634" y="744"/>
                  <a:pt x="632" y="755"/>
                  <a:pt x="638" y="766"/>
                </a:cubicBezTo>
                <a:cubicBezTo>
                  <a:pt x="632" y="820"/>
                  <a:pt x="632" y="834"/>
                  <a:pt x="632" y="848"/>
                </a:cubicBezTo>
                <a:cubicBezTo>
                  <a:pt x="621" y="875"/>
                  <a:pt x="625" y="883"/>
                  <a:pt x="619" y="889"/>
                </a:cubicBezTo>
                <a:cubicBezTo>
                  <a:pt x="609" y="963"/>
                  <a:pt x="606" y="993"/>
                  <a:pt x="601" y="1022"/>
                </a:cubicBezTo>
                <a:cubicBezTo>
                  <a:pt x="607" y="1061"/>
                  <a:pt x="599" y="1069"/>
                  <a:pt x="604" y="1079"/>
                </a:cubicBezTo>
                <a:cubicBezTo>
                  <a:pt x="607" y="1103"/>
                  <a:pt x="605" y="1105"/>
                  <a:pt x="606" y="1108"/>
                </a:cubicBezTo>
                <a:cubicBezTo>
                  <a:pt x="615" y="1176"/>
                  <a:pt x="616" y="1186"/>
                  <a:pt x="621" y="1196"/>
                </a:cubicBezTo>
                <a:cubicBezTo>
                  <a:pt x="630" y="1230"/>
                  <a:pt x="630" y="1235"/>
                  <a:pt x="634" y="1240"/>
                </a:cubicBezTo>
                <a:cubicBezTo>
                  <a:pt x="624" y="1245"/>
                  <a:pt x="627" y="1241"/>
                  <a:pt x="623" y="1237"/>
                </a:cubicBezTo>
                <a:cubicBezTo>
                  <a:pt x="611" y="1184"/>
                  <a:pt x="605" y="1176"/>
                  <a:pt x="607" y="1169"/>
                </a:cubicBezTo>
                <a:cubicBezTo>
                  <a:pt x="596" y="1116"/>
                  <a:pt x="594" y="1108"/>
                  <a:pt x="593" y="1101"/>
                </a:cubicBezTo>
                <a:cubicBezTo>
                  <a:pt x="593" y="1067"/>
                  <a:pt x="588" y="1054"/>
                  <a:pt x="589" y="1042"/>
                </a:cubicBezTo>
                <a:cubicBezTo>
                  <a:pt x="591" y="964"/>
                  <a:pt x="591" y="961"/>
                  <a:pt x="590" y="958"/>
                </a:cubicBezTo>
                <a:cubicBezTo>
                  <a:pt x="590" y="927"/>
                  <a:pt x="596" y="925"/>
                  <a:pt x="593" y="921"/>
                </a:cubicBezTo>
                <a:cubicBezTo>
                  <a:pt x="605" y="892"/>
                  <a:pt x="595" y="887"/>
                  <a:pt x="603" y="885"/>
                </a:cubicBezTo>
                <a:cubicBezTo>
                  <a:pt x="602" y="863"/>
                  <a:pt x="614" y="862"/>
                  <a:pt x="607" y="858"/>
                </a:cubicBezTo>
                <a:cubicBezTo>
                  <a:pt x="613" y="834"/>
                  <a:pt x="614" y="828"/>
                  <a:pt x="616" y="822"/>
                </a:cubicBezTo>
                <a:cubicBezTo>
                  <a:pt x="615" y="800"/>
                  <a:pt x="620" y="797"/>
                  <a:pt x="618" y="794"/>
                </a:cubicBezTo>
                <a:cubicBezTo>
                  <a:pt x="608" y="817"/>
                  <a:pt x="609" y="822"/>
                  <a:pt x="609" y="827"/>
                </a:cubicBezTo>
                <a:cubicBezTo>
                  <a:pt x="597" y="876"/>
                  <a:pt x="594" y="885"/>
                  <a:pt x="590" y="894"/>
                </a:cubicBezTo>
                <a:cubicBezTo>
                  <a:pt x="584" y="957"/>
                  <a:pt x="578" y="965"/>
                  <a:pt x="581" y="975"/>
                </a:cubicBezTo>
                <a:cubicBezTo>
                  <a:pt x="579" y="1012"/>
                  <a:pt x="580" y="1021"/>
                  <a:pt x="580" y="1030"/>
                </a:cubicBezTo>
                <a:cubicBezTo>
                  <a:pt x="582" y="1091"/>
                  <a:pt x="586" y="1096"/>
                  <a:pt x="585" y="1101"/>
                </a:cubicBezTo>
                <a:cubicBezTo>
                  <a:pt x="600" y="1177"/>
                  <a:pt x="598" y="1181"/>
                  <a:pt x="604" y="1187"/>
                </a:cubicBezTo>
                <a:cubicBezTo>
                  <a:pt x="606" y="1230"/>
                  <a:pt x="603" y="1224"/>
                  <a:pt x="600" y="1219"/>
                </a:cubicBezTo>
                <a:cubicBezTo>
                  <a:pt x="585" y="1180"/>
                  <a:pt x="590" y="1172"/>
                  <a:pt x="586" y="1170"/>
                </a:cubicBezTo>
                <a:cubicBezTo>
                  <a:pt x="581" y="1151"/>
                  <a:pt x="584" y="1149"/>
                  <a:pt x="579" y="1145"/>
                </a:cubicBezTo>
                <a:cubicBezTo>
                  <a:pt x="573" y="1114"/>
                  <a:pt x="573" y="1112"/>
                  <a:pt x="573" y="1110"/>
                </a:cubicBezTo>
                <a:cubicBezTo>
                  <a:pt x="566" y="1082"/>
                  <a:pt x="569" y="1078"/>
                  <a:pt x="568" y="1073"/>
                </a:cubicBezTo>
                <a:cubicBezTo>
                  <a:pt x="566" y="1036"/>
                  <a:pt x="563" y="1033"/>
                  <a:pt x="567" y="1031"/>
                </a:cubicBezTo>
                <a:cubicBezTo>
                  <a:pt x="569" y="979"/>
                  <a:pt x="563" y="969"/>
                  <a:pt x="565" y="960"/>
                </a:cubicBezTo>
                <a:cubicBezTo>
                  <a:pt x="568" y="930"/>
                  <a:pt x="564" y="927"/>
                  <a:pt x="566" y="924"/>
                </a:cubicBezTo>
                <a:cubicBezTo>
                  <a:pt x="574" y="895"/>
                  <a:pt x="569" y="889"/>
                  <a:pt x="573" y="885"/>
                </a:cubicBezTo>
                <a:cubicBezTo>
                  <a:pt x="579" y="847"/>
                  <a:pt x="578" y="841"/>
                  <a:pt x="578" y="836"/>
                </a:cubicBezTo>
                <a:cubicBezTo>
                  <a:pt x="583" y="808"/>
                  <a:pt x="590" y="806"/>
                  <a:pt x="590" y="803"/>
                </a:cubicBezTo>
                <a:cubicBezTo>
                  <a:pt x="597" y="749"/>
                  <a:pt x="598" y="743"/>
                  <a:pt x="599" y="738"/>
                </a:cubicBezTo>
                <a:cubicBezTo>
                  <a:pt x="600" y="694"/>
                  <a:pt x="601" y="691"/>
                  <a:pt x="601" y="688"/>
                </a:cubicBezTo>
                <a:cubicBezTo>
                  <a:pt x="594" y="675"/>
                  <a:pt x="596" y="680"/>
                  <a:pt x="600" y="686"/>
                </a:cubicBezTo>
                <a:cubicBezTo>
                  <a:pt x="595" y="733"/>
                  <a:pt x="590" y="739"/>
                  <a:pt x="592" y="746"/>
                </a:cubicBezTo>
                <a:cubicBezTo>
                  <a:pt x="570" y="852"/>
                  <a:pt x="563" y="853"/>
                  <a:pt x="567" y="857"/>
                </a:cubicBezTo>
                <a:cubicBezTo>
                  <a:pt x="563" y="882"/>
                  <a:pt x="561" y="885"/>
                  <a:pt x="563" y="889"/>
                </a:cubicBezTo>
                <a:cubicBezTo>
                  <a:pt x="558" y="915"/>
                  <a:pt x="558" y="918"/>
                  <a:pt x="558" y="920"/>
                </a:cubicBezTo>
                <a:cubicBezTo>
                  <a:pt x="554" y="958"/>
                  <a:pt x="558" y="966"/>
                  <a:pt x="555" y="972"/>
                </a:cubicBezTo>
                <a:cubicBezTo>
                  <a:pt x="558" y="1019"/>
                  <a:pt x="555" y="1023"/>
                  <a:pt x="557" y="1027"/>
                </a:cubicBezTo>
                <a:cubicBezTo>
                  <a:pt x="558" y="1059"/>
                  <a:pt x="561" y="1064"/>
                  <a:pt x="556" y="1068"/>
                </a:cubicBezTo>
                <a:cubicBezTo>
                  <a:pt x="562" y="1093"/>
                  <a:pt x="560" y="1096"/>
                  <a:pt x="563" y="1100"/>
                </a:cubicBezTo>
                <a:cubicBezTo>
                  <a:pt x="564" y="1121"/>
                  <a:pt x="568" y="1131"/>
                  <a:pt x="571" y="1141"/>
                </a:cubicBezTo>
                <a:cubicBezTo>
                  <a:pt x="580" y="1181"/>
                  <a:pt x="584" y="1184"/>
                  <a:pt x="582" y="1186"/>
                </a:cubicBezTo>
                <a:cubicBezTo>
                  <a:pt x="564" y="1172"/>
                  <a:pt x="561" y="1161"/>
                  <a:pt x="558" y="1150"/>
                </a:cubicBezTo>
                <a:cubicBezTo>
                  <a:pt x="546" y="1104"/>
                  <a:pt x="550" y="1101"/>
                  <a:pt x="545" y="1097"/>
                </a:cubicBezTo>
                <a:cubicBezTo>
                  <a:pt x="543" y="1058"/>
                  <a:pt x="539" y="1047"/>
                  <a:pt x="540" y="1037"/>
                </a:cubicBezTo>
                <a:cubicBezTo>
                  <a:pt x="536" y="987"/>
                  <a:pt x="533" y="982"/>
                  <a:pt x="534" y="977"/>
                </a:cubicBezTo>
                <a:cubicBezTo>
                  <a:pt x="533" y="942"/>
                  <a:pt x="535" y="938"/>
                  <a:pt x="535" y="933"/>
                </a:cubicBezTo>
                <a:cubicBezTo>
                  <a:pt x="540" y="908"/>
                  <a:pt x="534" y="897"/>
                  <a:pt x="541" y="889"/>
                </a:cubicBezTo>
                <a:cubicBezTo>
                  <a:pt x="544" y="865"/>
                  <a:pt x="544" y="862"/>
                  <a:pt x="547" y="860"/>
                </a:cubicBezTo>
                <a:cubicBezTo>
                  <a:pt x="546" y="829"/>
                  <a:pt x="552" y="826"/>
                  <a:pt x="552" y="822"/>
                </a:cubicBezTo>
                <a:cubicBezTo>
                  <a:pt x="565" y="779"/>
                  <a:pt x="565" y="775"/>
                  <a:pt x="567" y="771"/>
                </a:cubicBezTo>
                <a:cubicBezTo>
                  <a:pt x="575" y="741"/>
                  <a:pt x="570" y="736"/>
                  <a:pt x="577" y="732"/>
                </a:cubicBezTo>
                <a:cubicBezTo>
                  <a:pt x="577" y="702"/>
                  <a:pt x="583" y="698"/>
                  <a:pt x="578" y="693"/>
                </a:cubicBezTo>
                <a:cubicBezTo>
                  <a:pt x="583" y="675"/>
                  <a:pt x="583" y="671"/>
                  <a:pt x="583" y="666"/>
                </a:cubicBezTo>
                <a:cubicBezTo>
                  <a:pt x="575" y="703"/>
                  <a:pt x="574" y="710"/>
                  <a:pt x="571" y="717"/>
                </a:cubicBezTo>
                <a:cubicBezTo>
                  <a:pt x="570" y="735"/>
                  <a:pt x="567" y="736"/>
                  <a:pt x="568" y="739"/>
                </a:cubicBezTo>
                <a:cubicBezTo>
                  <a:pt x="561" y="763"/>
                  <a:pt x="562" y="767"/>
                  <a:pt x="561" y="770"/>
                </a:cubicBezTo>
                <a:cubicBezTo>
                  <a:pt x="549" y="802"/>
                  <a:pt x="549" y="804"/>
                  <a:pt x="549" y="806"/>
                </a:cubicBezTo>
                <a:cubicBezTo>
                  <a:pt x="540" y="840"/>
                  <a:pt x="537" y="858"/>
                  <a:pt x="532" y="876"/>
                </a:cubicBezTo>
                <a:cubicBezTo>
                  <a:pt x="524" y="936"/>
                  <a:pt x="527" y="941"/>
                  <a:pt x="525" y="946"/>
                </a:cubicBezTo>
                <a:cubicBezTo>
                  <a:pt x="526" y="979"/>
                  <a:pt x="524" y="983"/>
                  <a:pt x="526" y="988"/>
                </a:cubicBezTo>
                <a:cubicBezTo>
                  <a:pt x="528" y="1026"/>
                  <a:pt x="534" y="1036"/>
                  <a:pt x="529" y="1045"/>
                </a:cubicBezTo>
                <a:cubicBezTo>
                  <a:pt x="544" y="1143"/>
                  <a:pt x="552" y="1151"/>
                  <a:pt x="548" y="1157"/>
                </a:cubicBezTo>
                <a:cubicBezTo>
                  <a:pt x="539" y="1126"/>
                  <a:pt x="532" y="1132"/>
                  <a:pt x="527" y="1121"/>
                </a:cubicBezTo>
                <a:cubicBezTo>
                  <a:pt x="526" y="1098"/>
                  <a:pt x="526" y="1092"/>
                  <a:pt x="524" y="1086"/>
                </a:cubicBezTo>
                <a:cubicBezTo>
                  <a:pt x="522" y="1028"/>
                  <a:pt x="517" y="1022"/>
                  <a:pt x="520" y="1017"/>
                </a:cubicBezTo>
                <a:cubicBezTo>
                  <a:pt x="518" y="993"/>
                  <a:pt x="516" y="987"/>
                  <a:pt x="519" y="982"/>
                </a:cubicBezTo>
                <a:cubicBezTo>
                  <a:pt x="517" y="890"/>
                  <a:pt x="517" y="878"/>
                  <a:pt x="522" y="865"/>
                </a:cubicBezTo>
                <a:cubicBezTo>
                  <a:pt x="524" y="834"/>
                  <a:pt x="523" y="830"/>
                  <a:pt x="523" y="826"/>
                </a:cubicBezTo>
                <a:cubicBezTo>
                  <a:pt x="528" y="766"/>
                  <a:pt x="535" y="764"/>
                  <a:pt x="533" y="761"/>
                </a:cubicBezTo>
                <a:cubicBezTo>
                  <a:pt x="541" y="726"/>
                  <a:pt x="537" y="718"/>
                  <a:pt x="541" y="712"/>
                </a:cubicBezTo>
                <a:cubicBezTo>
                  <a:pt x="551" y="692"/>
                  <a:pt x="546" y="688"/>
                  <a:pt x="549" y="685"/>
                </a:cubicBezTo>
                <a:cubicBezTo>
                  <a:pt x="542" y="713"/>
                  <a:pt x="530" y="716"/>
                  <a:pt x="535" y="722"/>
                </a:cubicBezTo>
                <a:cubicBezTo>
                  <a:pt x="526" y="743"/>
                  <a:pt x="531" y="749"/>
                  <a:pt x="525" y="753"/>
                </a:cubicBezTo>
                <a:cubicBezTo>
                  <a:pt x="518" y="809"/>
                  <a:pt x="514" y="815"/>
                  <a:pt x="518" y="822"/>
                </a:cubicBezTo>
                <a:cubicBezTo>
                  <a:pt x="513" y="854"/>
                  <a:pt x="513" y="856"/>
                  <a:pt x="510" y="857"/>
                </a:cubicBezTo>
                <a:cubicBezTo>
                  <a:pt x="508" y="870"/>
                  <a:pt x="511" y="872"/>
                  <a:pt x="509" y="874"/>
                </a:cubicBezTo>
                <a:cubicBezTo>
                  <a:pt x="509" y="898"/>
                  <a:pt x="507" y="901"/>
                  <a:pt x="507" y="905"/>
                </a:cubicBezTo>
                <a:cubicBezTo>
                  <a:pt x="503" y="954"/>
                  <a:pt x="508" y="962"/>
                  <a:pt x="504" y="969"/>
                </a:cubicBezTo>
                <a:cubicBezTo>
                  <a:pt x="508" y="1018"/>
                  <a:pt x="511" y="1031"/>
                  <a:pt x="509" y="1043"/>
                </a:cubicBezTo>
                <a:cubicBezTo>
                  <a:pt x="511" y="1074"/>
                  <a:pt x="512" y="1078"/>
                  <a:pt x="515" y="1081"/>
                </a:cubicBezTo>
                <a:cubicBezTo>
                  <a:pt x="518" y="1112"/>
                  <a:pt x="517" y="1113"/>
                  <a:pt x="517" y="1115"/>
                </a:cubicBezTo>
                <a:cubicBezTo>
                  <a:pt x="503" y="1090"/>
                  <a:pt x="497" y="1080"/>
                  <a:pt x="501" y="1073"/>
                </a:cubicBezTo>
                <a:cubicBezTo>
                  <a:pt x="492" y="1033"/>
                  <a:pt x="486" y="1028"/>
                  <a:pt x="490" y="1024"/>
                </a:cubicBezTo>
                <a:cubicBezTo>
                  <a:pt x="487" y="996"/>
                  <a:pt x="483" y="991"/>
                  <a:pt x="485" y="987"/>
                </a:cubicBezTo>
                <a:cubicBezTo>
                  <a:pt x="484" y="972"/>
                  <a:pt x="482" y="969"/>
                  <a:pt x="484" y="967"/>
                </a:cubicBezTo>
                <a:cubicBezTo>
                  <a:pt x="483" y="926"/>
                  <a:pt x="486" y="914"/>
                  <a:pt x="486" y="901"/>
                </a:cubicBezTo>
                <a:cubicBezTo>
                  <a:pt x="486" y="872"/>
                  <a:pt x="486" y="869"/>
                  <a:pt x="487" y="866"/>
                </a:cubicBezTo>
                <a:cubicBezTo>
                  <a:pt x="491" y="841"/>
                  <a:pt x="492" y="835"/>
                  <a:pt x="496" y="830"/>
                </a:cubicBezTo>
                <a:cubicBezTo>
                  <a:pt x="497" y="808"/>
                  <a:pt x="497" y="805"/>
                  <a:pt x="498" y="802"/>
                </a:cubicBezTo>
                <a:cubicBezTo>
                  <a:pt x="501" y="781"/>
                  <a:pt x="502" y="777"/>
                  <a:pt x="502" y="774"/>
                </a:cubicBezTo>
                <a:cubicBezTo>
                  <a:pt x="509" y="743"/>
                  <a:pt x="503" y="739"/>
                  <a:pt x="507" y="736"/>
                </a:cubicBezTo>
                <a:cubicBezTo>
                  <a:pt x="513" y="714"/>
                  <a:pt x="508" y="710"/>
                  <a:pt x="514" y="708"/>
                </a:cubicBezTo>
                <a:cubicBezTo>
                  <a:pt x="516" y="672"/>
                  <a:pt x="518" y="666"/>
                  <a:pt x="514" y="659"/>
                </a:cubicBezTo>
                <a:cubicBezTo>
                  <a:pt x="522" y="620"/>
                  <a:pt x="511" y="615"/>
                  <a:pt x="515" y="613"/>
                </a:cubicBezTo>
                <a:cubicBezTo>
                  <a:pt x="513" y="576"/>
                  <a:pt x="517" y="570"/>
                  <a:pt x="514" y="562"/>
                </a:cubicBezTo>
                <a:cubicBezTo>
                  <a:pt x="512" y="540"/>
                  <a:pt x="511" y="537"/>
                  <a:pt x="513" y="534"/>
                </a:cubicBezTo>
                <a:cubicBezTo>
                  <a:pt x="508" y="542"/>
                  <a:pt x="509" y="547"/>
                  <a:pt x="510" y="552"/>
                </a:cubicBezTo>
                <a:cubicBezTo>
                  <a:pt x="511" y="613"/>
                  <a:pt x="510" y="618"/>
                  <a:pt x="509" y="622"/>
                </a:cubicBezTo>
                <a:cubicBezTo>
                  <a:pt x="509" y="654"/>
                  <a:pt x="508" y="658"/>
                  <a:pt x="509" y="663"/>
                </a:cubicBezTo>
                <a:cubicBezTo>
                  <a:pt x="499" y="722"/>
                  <a:pt x="502" y="727"/>
                  <a:pt x="499" y="732"/>
                </a:cubicBezTo>
                <a:cubicBezTo>
                  <a:pt x="490" y="794"/>
                  <a:pt x="488" y="801"/>
                  <a:pt x="486" y="808"/>
                </a:cubicBezTo>
                <a:cubicBezTo>
                  <a:pt x="484" y="836"/>
                  <a:pt x="481" y="842"/>
                  <a:pt x="480" y="849"/>
                </a:cubicBezTo>
                <a:cubicBezTo>
                  <a:pt x="477" y="885"/>
                  <a:pt x="474" y="888"/>
                  <a:pt x="476" y="892"/>
                </a:cubicBezTo>
                <a:cubicBezTo>
                  <a:pt x="475" y="941"/>
                  <a:pt x="477" y="949"/>
                  <a:pt x="474" y="956"/>
                </a:cubicBezTo>
                <a:cubicBezTo>
                  <a:pt x="478" y="1007"/>
                  <a:pt x="478" y="1015"/>
                  <a:pt x="481" y="1023"/>
                </a:cubicBezTo>
                <a:cubicBezTo>
                  <a:pt x="485" y="1060"/>
                  <a:pt x="486" y="1063"/>
                  <a:pt x="489" y="1068"/>
                </a:cubicBezTo>
                <a:cubicBezTo>
                  <a:pt x="477" y="1065"/>
                  <a:pt x="473" y="1058"/>
                  <a:pt x="472" y="1051"/>
                </a:cubicBezTo>
                <a:cubicBezTo>
                  <a:pt x="469" y="1021"/>
                  <a:pt x="469" y="1014"/>
                  <a:pt x="467" y="1006"/>
                </a:cubicBezTo>
                <a:cubicBezTo>
                  <a:pt x="464" y="956"/>
                  <a:pt x="462" y="949"/>
                  <a:pt x="460" y="941"/>
                </a:cubicBezTo>
                <a:cubicBezTo>
                  <a:pt x="460" y="879"/>
                  <a:pt x="462" y="877"/>
                  <a:pt x="461" y="874"/>
                </a:cubicBezTo>
                <a:cubicBezTo>
                  <a:pt x="468" y="826"/>
                  <a:pt x="463" y="820"/>
                  <a:pt x="467" y="815"/>
                </a:cubicBezTo>
                <a:cubicBezTo>
                  <a:pt x="474" y="789"/>
                  <a:pt x="470" y="786"/>
                  <a:pt x="474" y="784"/>
                </a:cubicBezTo>
                <a:cubicBezTo>
                  <a:pt x="479" y="746"/>
                  <a:pt x="482" y="724"/>
                  <a:pt x="486" y="703"/>
                </a:cubicBezTo>
                <a:cubicBezTo>
                  <a:pt x="490" y="666"/>
                  <a:pt x="494" y="661"/>
                  <a:pt x="493" y="656"/>
                </a:cubicBezTo>
                <a:cubicBezTo>
                  <a:pt x="494" y="600"/>
                  <a:pt x="491" y="594"/>
                  <a:pt x="490" y="588"/>
                </a:cubicBezTo>
                <a:cubicBezTo>
                  <a:pt x="482" y="572"/>
                  <a:pt x="482" y="575"/>
                  <a:pt x="485" y="578"/>
                </a:cubicBezTo>
                <a:cubicBezTo>
                  <a:pt x="489" y="615"/>
                  <a:pt x="484" y="625"/>
                  <a:pt x="488" y="638"/>
                </a:cubicBezTo>
                <a:cubicBezTo>
                  <a:pt x="482" y="691"/>
                  <a:pt x="474" y="695"/>
                  <a:pt x="477" y="701"/>
                </a:cubicBezTo>
                <a:cubicBezTo>
                  <a:pt x="478" y="728"/>
                  <a:pt x="467" y="729"/>
                  <a:pt x="473" y="734"/>
                </a:cubicBezTo>
                <a:cubicBezTo>
                  <a:pt x="466" y="787"/>
                  <a:pt x="456" y="807"/>
                  <a:pt x="456" y="829"/>
                </a:cubicBezTo>
                <a:cubicBezTo>
                  <a:pt x="452" y="864"/>
                  <a:pt x="453" y="867"/>
                  <a:pt x="452" y="869"/>
                </a:cubicBezTo>
                <a:cubicBezTo>
                  <a:pt x="452" y="898"/>
                  <a:pt x="451" y="901"/>
                  <a:pt x="450" y="903"/>
                </a:cubicBezTo>
                <a:cubicBezTo>
                  <a:pt x="454" y="926"/>
                  <a:pt x="448" y="928"/>
                  <a:pt x="454" y="932"/>
                </a:cubicBezTo>
                <a:cubicBezTo>
                  <a:pt x="453" y="980"/>
                  <a:pt x="457" y="993"/>
                  <a:pt x="458" y="1005"/>
                </a:cubicBezTo>
                <a:cubicBezTo>
                  <a:pt x="460" y="1036"/>
                  <a:pt x="452" y="1028"/>
                  <a:pt x="453" y="1021"/>
                </a:cubicBezTo>
                <a:cubicBezTo>
                  <a:pt x="440" y="968"/>
                  <a:pt x="437" y="966"/>
                  <a:pt x="439" y="964"/>
                </a:cubicBezTo>
                <a:cubicBezTo>
                  <a:pt x="438" y="947"/>
                  <a:pt x="437" y="944"/>
                  <a:pt x="437" y="942"/>
                </a:cubicBezTo>
                <a:cubicBezTo>
                  <a:pt x="434" y="894"/>
                  <a:pt x="436" y="890"/>
                  <a:pt x="437" y="885"/>
                </a:cubicBezTo>
                <a:cubicBezTo>
                  <a:pt x="442" y="839"/>
                  <a:pt x="439" y="834"/>
                  <a:pt x="440" y="830"/>
                </a:cubicBezTo>
                <a:cubicBezTo>
                  <a:pt x="450" y="793"/>
                  <a:pt x="446" y="783"/>
                  <a:pt x="451" y="774"/>
                </a:cubicBezTo>
                <a:cubicBezTo>
                  <a:pt x="454" y="744"/>
                  <a:pt x="457" y="742"/>
                  <a:pt x="457" y="740"/>
                </a:cubicBezTo>
                <a:cubicBezTo>
                  <a:pt x="463" y="717"/>
                  <a:pt x="463" y="715"/>
                  <a:pt x="464" y="713"/>
                </a:cubicBezTo>
                <a:cubicBezTo>
                  <a:pt x="468" y="697"/>
                  <a:pt x="463" y="694"/>
                  <a:pt x="468" y="692"/>
                </a:cubicBezTo>
                <a:cubicBezTo>
                  <a:pt x="474" y="647"/>
                  <a:pt x="473" y="645"/>
                  <a:pt x="473" y="643"/>
                </a:cubicBezTo>
                <a:cubicBezTo>
                  <a:pt x="475" y="617"/>
                  <a:pt x="478" y="612"/>
                  <a:pt x="474" y="607"/>
                </a:cubicBezTo>
                <a:cubicBezTo>
                  <a:pt x="467" y="544"/>
                  <a:pt x="471" y="539"/>
                  <a:pt x="465" y="538"/>
                </a:cubicBezTo>
                <a:cubicBezTo>
                  <a:pt x="461" y="511"/>
                  <a:pt x="460" y="507"/>
                  <a:pt x="462" y="503"/>
                </a:cubicBezTo>
                <a:cubicBezTo>
                  <a:pt x="457" y="538"/>
                  <a:pt x="470" y="546"/>
                  <a:pt x="465" y="552"/>
                </a:cubicBezTo>
                <a:cubicBezTo>
                  <a:pt x="470" y="582"/>
                  <a:pt x="469" y="588"/>
                  <a:pt x="468" y="595"/>
                </a:cubicBezTo>
                <a:cubicBezTo>
                  <a:pt x="465" y="622"/>
                  <a:pt x="467" y="628"/>
                  <a:pt x="467" y="634"/>
                </a:cubicBezTo>
                <a:cubicBezTo>
                  <a:pt x="460" y="664"/>
                  <a:pt x="461" y="676"/>
                  <a:pt x="459" y="687"/>
                </a:cubicBezTo>
                <a:cubicBezTo>
                  <a:pt x="444" y="731"/>
                  <a:pt x="452" y="736"/>
                  <a:pt x="447" y="739"/>
                </a:cubicBezTo>
                <a:cubicBezTo>
                  <a:pt x="444" y="764"/>
                  <a:pt x="442" y="767"/>
                  <a:pt x="441" y="770"/>
                </a:cubicBezTo>
                <a:cubicBezTo>
                  <a:pt x="433" y="806"/>
                  <a:pt x="437" y="810"/>
                  <a:pt x="433" y="813"/>
                </a:cubicBezTo>
                <a:cubicBezTo>
                  <a:pt x="430" y="841"/>
                  <a:pt x="429" y="849"/>
                  <a:pt x="426" y="855"/>
                </a:cubicBezTo>
                <a:cubicBezTo>
                  <a:pt x="427" y="895"/>
                  <a:pt x="426" y="897"/>
                  <a:pt x="425" y="899"/>
                </a:cubicBezTo>
                <a:cubicBezTo>
                  <a:pt x="422" y="888"/>
                  <a:pt x="419" y="883"/>
                  <a:pt x="419" y="879"/>
                </a:cubicBezTo>
                <a:cubicBezTo>
                  <a:pt x="422" y="840"/>
                  <a:pt x="418" y="835"/>
                  <a:pt x="419" y="831"/>
                </a:cubicBezTo>
                <a:cubicBezTo>
                  <a:pt x="420" y="773"/>
                  <a:pt x="425" y="741"/>
                  <a:pt x="432" y="709"/>
                </a:cubicBezTo>
                <a:cubicBezTo>
                  <a:pt x="433" y="669"/>
                  <a:pt x="436" y="665"/>
                  <a:pt x="432" y="661"/>
                </a:cubicBezTo>
                <a:cubicBezTo>
                  <a:pt x="438" y="624"/>
                  <a:pt x="435" y="620"/>
                  <a:pt x="438" y="617"/>
                </a:cubicBezTo>
                <a:cubicBezTo>
                  <a:pt x="438" y="601"/>
                  <a:pt x="437" y="597"/>
                  <a:pt x="437" y="593"/>
                </a:cubicBezTo>
                <a:cubicBezTo>
                  <a:pt x="433" y="602"/>
                  <a:pt x="434" y="608"/>
                  <a:pt x="433" y="613"/>
                </a:cubicBezTo>
                <a:cubicBezTo>
                  <a:pt x="423" y="677"/>
                  <a:pt x="424" y="683"/>
                  <a:pt x="425" y="688"/>
                </a:cubicBezTo>
                <a:cubicBezTo>
                  <a:pt x="418" y="711"/>
                  <a:pt x="423" y="715"/>
                  <a:pt x="418" y="717"/>
                </a:cubicBezTo>
                <a:cubicBezTo>
                  <a:pt x="411" y="765"/>
                  <a:pt x="414" y="768"/>
                  <a:pt x="414" y="771"/>
                </a:cubicBezTo>
                <a:cubicBezTo>
                  <a:pt x="415" y="805"/>
                  <a:pt x="408" y="814"/>
                  <a:pt x="413" y="825"/>
                </a:cubicBezTo>
                <a:cubicBezTo>
                  <a:pt x="409" y="843"/>
                  <a:pt x="411" y="847"/>
                  <a:pt x="408" y="852"/>
                </a:cubicBezTo>
                <a:cubicBezTo>
                  <a:pt x="413" y="907"/>
                  <a:pt x="416" y="911"/>
                  <a:pt x="415" y="915"/>
                </a:cubicBezTo>
                <a:cubicBezTo>
                  <a:pt x="424" y="956"/>
                  <a:pt x="423" y="963"/>
                  <a:pt x="426" y="971"/>
                </a:cubicBezTo>
                <a:cubicBezTo>
                  <a:pt x="422" y="973"/>
                  <a:pt x="413" y="966"/>
                  <a:pt x="416" y="962"/>
                </a:cubicBezTo>
                <a:cubicBezTo>
                  <a:pt x="398" y="901"/>
                  <a:pt x="390" y="896"/>
                  <a:pt x="397" y="893"/>
                </a:cubicBezTo>
                <a:cubicBezTo>
                  <a:pt x="393" y="859"/>
                  <a:pt x="388" y="854"/>
                  <a:pt x="387" y="849"/>
                </a:cubicBezTo>
                <a:cubicBezTo>
                  <a:pt x="388" y="825"/>
                  <a:pt x="387" y="822"/>
                  <a:pt x="387" y="819"/>
                </a:cubicBezTo>
                <a:cubicBezTo>
                  <a:pt x="387" y="781"/>
                  <a:pt x="387" y="778"/>
                  <a:pt x="385" y="775"/>
                </a:cubicBezTo>
                <a:cubicBezTo>
                  <a:pt x="385" y="740"/>
                  <a:pt x="388" y="735"/>
                  <a:pt x="388" y="730"/>
                </a:cubicBezTo>
                <a:cubicBezTo>
                  <a:pt x="396" y="683"/>
                  <a:pt x="389" y="676"/>
                  <a:pt x="394" y="672"/>
                </a:cubicBezTo>
                <a:cubicBezTo>
                  <a:pt x="397" y="622"/>
                  <a:pt x="400" y="617"/>
                  <a:pt x="397" y="611"/>
                </a:cubicBezTo>
                <a:cubicBezTo>
                  <a:pt x="404" y="586"/>
                  <a:pt x="406" y="584"/>
                  <a:pt x="405" y="581"/>
                </a:cubicBezTo>
                <a:cubicBezTo>
                  <a:pt x="415" y="540"/>
                  <a:pt x="413" y="537"/>
                  <a:pt x="414" y="535"/>
                </a:cubicBezTo>
                <a:cubicBezTo>
                  <a:pt x="414" y="477"/>
                  <a:pt x="420" y="468"/>
                  <a:pt x="416" y="458"/>
                </a:cubicBezTo>
                <a:cubicBezTo>
                  <a:pt x="412" y="435"/>
                  <a:pt x="414" y="431"/>
                  <a:pt x="411" y="432"/>
                </a:cubicBezTo>
                <a:cubicBezTo>
                  <a:pt x="412" y="490"/>
                  <a:pt x="409" y="495"/>
                  <a:pt x="411" y="500"/>
                </a:cubicBezTo>
                <a:cubicBezTo>
                  <a:pt x="408" y="524"/>
                  <a:pt x="408" y="526"/>
                  <a:pt x="408" y="529"/>
                </a:cubicBezTo>
                <a:cubicBezTo>
                  <a:pt x="405" y="563"/>
                  <a:pt x="397" y="567"/>
                  <a:pt x="402" y="573"/>
                </a:cubicBezTo>
                <a:cubicBezTo>
                  <a:pt x="394" y="607"/>
                  <a:pt x="390" y="612"/>
                  <a:pt x="391" y="618"/>
                </a:cubicBezTo>
                <a:cubicBezTo>
                  <a:pt x="389" y="640"/>
                  <a:pt x="389" y="643"/>
                  <a:pt x="389" y="646"/>
                </a:cubicBezTo>
                <a:cubicBezTo>
                  <a:pt x="386" y="667"/>
                  <a:pt x="380" y="670"/>
                  <a:pt x="385" y="673"/>
                </a:cubicBezTo>
                <a:cubicBezTo>
                  <a:pt x="376" y="720"/>
                  <a:pt x="380" y="734"/>
                  <a:pt x="377" y="746"/>
                </a:cubicBezTo>
                <a:cubicBezTo>
                  <a:pt x="382" y="786"/>
                  <a:pt x="376" y="788"/>
                  <a:pt x="378" y="791"/>
                </a:cubicBezTo>
                <a:cubicBezTo>
                  <a:pt x="372" y="812"/>
                  <a:pt x="384" y="817"/>
                  <a:pt x="379" y="819"/>
                </a:cubicBezTo>
                <a:cubicBezTo>
                  <a:pt x="384" y="878"/>
                  <a:pt x="385" y="881"/>
                  <a:pt x="382" y="884"/>
                </a:cubicBezTo>
                <a:cubicBezTo>
                  <a:pt x="375" y="870"/>
                  <a:pt x="378" y="866"/>
                  <a:pt x="377" y="861"/>
                </a:cubicBezTo>
                <a:cubicBezTo>
                  <a:pt x="373" y="822"/>
                  <a:pt x="370" y="812"/>
                  <a:pt x="373" y="803"/>
                </a:cubicBezTo>
                <a:cubicBezTo>
                  <a:pt x="369" y="752"/>
                  <a:pt x="366" y="739"/>
                  <a:pt x="370" y="727"/>
                </a:cubicBezTo>
                <a:cubicBezTo>
                  <a:pt x="374" y="678"/>
                  <a:pt x="368" y="674"/>
                  <a:pt x="373" y="671"/>
                </a:cubicBezTo>
                <a:cubicBezTo>
                  <a:pt x="375" y="650"/>
                  <a:pt x="376" y="644"/>
                  <a:pt x="375" y="637"/>
                </a:cubicBezTo>
                <a:cubicBezTo>
                  <a:pt x="385" y="618"/>
                  <a:pt x="376" y="613"/>
                  <a:pt x="383" y="611"/>
                </a:cubicBezTo>
                <a:cubicBezTo>
                  <a:pt x="392" y="583"/>
                  <a:pt x="382" y="577"/>
                  <a:pt x="389" y="574"/>
                </a:cubicBezTo>
                <a:cubicBezTo>
                  <a:pt x="394" y="539"/>
                  <a:pt x="393" y="537"/>
                  <a:pt x="394" y="536"/>
                </a:cubicBezTo>
                <a:cubicBezTo>
                  <a:pt x="399" y="513"/>
                  <a:pt x="397" y="506"/>
                  <a:pt x="397" y="499"/>
                </a:cubicBezTo>
                <a:cubicBezTo>
                  <a:pt x="395" y="482"/>
                  <a:pt x="393" y="485"/>
                  <a:pt x="394" y="487"/>
                </a:cubicBezTo>
                <a:cubicBezTo>
                  <a:pt x="386" y="537"/>
                  <a:pt x="387" y="542"/>
                  <a:pt x="386" y="547"/>
                </a:cubicBezTo>
                <a:cubicBezTo>
                  <a:pt x="384" y="570"/>
                  <a:pt x="381" y="575"/>
                  <a:pt x="380" y="580"/>
                </a:cubicBezTo>
                <a:cubicBezTo>
                  <a:pt x="374" y="608"/>
                  <a:pt x="372" y="618"/>
                  <a:pt x="369" y="629"/>
                </a:cubicBezTo>
                <a:cubicBezTo>
                  <a:pt x="362" y="701"/>
                  <a:pt x="362" y="711"/>
                  <a:pt x="360" y="721"/>
                </a:cubicBezTo>
                <a:cubicBezTo>
                  <a:pt x="357" y="790"/>
                  <a:pt x="360" y="800"/>
                  <a:pt x="362" y="810"/>
                </a:cubicBezTo>
                <a:cubicBezTo>
                  <a:pt x="364" y="835"/>
                  <a:pt x="365" y="838"/>
                  <a:pt x="365" y="840"/>
                </a:cubicBezTo>
                <a:cubicBezTo>
                  <a:pt x="372" y="877"/>
                  <a:pt x="366" y="881"/>
                  <a:pt x="371" y="887"/>
                </a:cubicBezTo>
                <a:cubicBezTo>
                  <a:pt x="360" y="876"/>
                  <a:pt x="349" y="866"/>
                  <a:pt x="352" y="857"/>
                </a:cubicBezTo>
                <a:cubicBezTo>
                  <a:pt x="349" y="832"/>
                  <a:pt x="341" y="829"/>
                  <a:pt x="344" y="823"/>
                </a:cubicBezTo>
                <a:cubicBezTo>
                  <a:pt x="342" y="804"/>
                  <a:pt x="343" y="799"/>
                  <a:pt x="340" y="794"/>
                </a:cubicBezTo>
                <a:cubicBezTo>
                  <a:pt x="344" y="767"/>
                  <a:pt x="335" y="758"/>
                  <a:pt x="342" y="752"/>
                </a:cubicBezTo>
                <a:cubicBezTo>
                  <a:pt x="344" y="689"/>
                  <a:pt x="344" y="687"/>
                  <a:pt x="342" y="685"/>
                </a:cubicBezTo>
                <a:cubicBezTo>
                  <a:pt x="346" y="665"/>
                  <a:pt x="346" y="662"/>
                  <a:pt x="348" y="659"/>
                </a:cubicBezTo>
                <a:cubicBezTo>
                  <a:pt x="351" y="634"/>
                  <a:pt x="353" y="631"/>
                  <a:pt x="358" y="628"/>
                </a:cubicBezTo>
                <a:cubicBezTo>
                  <a:pt x="364" y="573"/>
                  <a:pt x="367" y="568"/>
                  <a:pt x="364" y="562"/>
                </a:cubicBezTo>
                <a:cubicBezTo>
                  <a:pt x="375" y="527"/>
                  <a:pt x="370" y="521"/>
                  <a:pt x="375" y="517"/>
                </a:cubicBezTo>
                <a:cubicBezTo>
                  <a:pt x="381" y="476"/>
                  <a:pt x="381" y="466"/>
                  <a:pt x="382" y="456"/>
                </a:cubicBezTo>
                <a:cubicBezTo>
                  <a:pt x="383" y="391"/>
                  <a:pt x="380" y="388"/>
                  <a:pt x="380" y="385"/>
                </a:cubicBezTo>
                <a:cubicBezTo>
                  <a:pt x="380" y="365"/>
                  <a:pt x="378" y="363"/>
                  <a:pt x="375" y="362"/>
                </a:cubicBezTo>
                <a:cubicBezTo>
                  <a:pt x="377" y="320"/>
                  <a:pt x="375" y="314"/>
                  <a:pt x="376" y="308"/>
                </a:cubicBezTo>
                <a:cubicBezTo>
                  <a:pt x="366" y="262"/>
                  <a:pt x="371" y="257"/>
                  <a:pt x="364" y="249"/>
                </a:cubicBezTo>
                <a:cubicBezTo>
                  <a:pt x="357" y="219"/>
                  <a:pt x="350" y="209"/>
                  <a:pt x="348" y="212"/>
                </a:cubicBezTo>
                <a:cubicBezTo>
                  <a:pt x="361" y="263"/>
                  <a:pt x="365" y="271"/>
                  <a:pt x="365" y="278"/>
                </a:cubicBezTo>
                <a:cubicBezTo>
                  <a:pt x="373" y="347"/>
                  <a:pt x="367" y="353"/>
                  <a:pt x="370" y="360"/>
                </a:cubicBezTo>
                <a:cubicBezTo>
                  <a:pt x="368" y="383"/>
                  <a:pt x="362" y="385"/>
                  <a:pt x="367" y="389"/>
                </a:cubicBezTo>
                <a:cubicBezTo>
                  <a:pt x="359" y="426"/>
                  <a:pt x="354" y="432"/>
                  <a:pt x="354" y="438"/>
                </a:cubicBezTo>
                <a:cubicBezTo>
                  <a:pt x="346" y="471"/>
                  <a:pt x="341" y="484"/>
                  <a:pt x="339" y="497"/>
                </a:cubicBezTo>
                <a:cubicBezTo>
                  <a:pt x="329" y="543"/>
                  <a:pt x="322" y="548"/>
                  <a:pt x="325" y="556"/>
                </a:cubicBezTo>
                <a:cubicBezTo>
                  <a:pt x="320" y="592"/>
                  <a:pt x="315" y="606"/>
                  <a:pt x="315" y="621"/>
                </a:cubicBezTo>
                <a:cubicBezTo>
                  <a:pt x="312" y="648"/>
                  <a:pt x="309" y="651"/>
                  <a:pt x="313" y="655"/>
                </a:cubicBezTo>
                <a:cubicBezTo>
                  <a:pt x="309" y="675"/>
                  <a:pt x="311" y="683"/>
                  <a:pt x="309" y="690"/>
                </a:cubicBezTo>
                <a:cubicBezTo>
                  <a:pt x="304" y="717"/>
                  <a:pt x="313" y="722"/>
                  <a:pt x="306" y="724"/>
                </a:cubicBezTo>
                <a:cubicBezTo>
                  <a:pt x="307" y="752"/>
                  <a:pt x="314" y="757"/>
                  <a:pt x="308" y="761"/>
                </a:cubicBezTo>
                <a:cubicBezTo>
                  <a:pt x="301" y="681"/>
                  <a:pt x="302" y="674"/>
                  <a:pt x="300" y="667"/>
                </a:cubicBezTo>
                <a:cubicBezTo>
                  <a:pt x="303" y="622"/>
                  <a:pt x="302" y="618"/>
                  <a:pt x="306" y="615"/>
                </a:cubicBezTo>
                <a:cubicBezTo>
                  <a:pt x="315" y="560"/>
                  <a:pt x="315" y="557"/>
                  <a:pt x="316" y="554"/>
                </a:cubicBezTo>
                <a:cubicBezTo>
                  <a:pt x="318" y="529"/>
                  <a:pt x="325" y="526"/>
                  <a:pt x="320" y="522"/>
                </a:cubicBezTo>
                <a:cubicBezTo>
                  <a:pt x="330" y="478"/>
                  <a:pt x="331" y="475"/>
                  <a:pt x="333" y="472"/>
                </a:cubicBezTo>
                <a:cubicBezTo>
                  <a:pt x="334" y="447"/>
                  <a:pt x="338" y="444"/>
                  <a:pt x="339" y="441"/>
                </a:cubicBezTo>
                <a:cubicBezTo>
                  <a:pt x="341" y="417"/>
                  <a:pt x="344" y="414"/>
                  <a:pt x="342" y="410"/>
                </a:cubicBezTo>
                <a:cubicBezTo>
                  <a:pt x="343" y="371"/>
                  <a:pt x="341" y="364"/>
                  <a:pt x="344" y="357"/>
                </a:cubicBezTo>
                <a:cubicBezTo>
                  <a:pt x="331" y="289"/>
                  <a:pt x="326" y="279"/>
                  <a:pt x="324" y="269"/>
                </a:cubicBezTo>
                <a:cubicBezTo>
                  <a:pt x="317" y="254"/>
                  <a:pt x="314" y="265"/>
                  <a:pt x="322" y="277"/>
                </a:cubicBezTo>
                <a:cubicBezTo>
                  <a:pt x="324" y="297"/>
                  <a:pt x="329" y="300"/>
                  <a:pt x="327" y="303"/>
                </a:cubicBezTo>
                <a:cubicBezTo>
                  <a:pt x="335" y="347"/>
                  <a:pt x="336" y="355"/>
                  <a:pt x="335" y="363"/>
                </a:cubicBezTo>
                <a:cubicBezTo>
                  <a:pt x="329" y="420"/>
                  <a:pt x="334" y="428"/>
                  <a:pt x="330" y="434"/>
                </a:cubicBezTo>
                <a:cubicBezTo>
                  <a:pt x="324" y="463"/>
                  <a:pt x="322" y="470"/>
                  <a:pt x="322" y="477"/>
                </a:cubicBezTo>
                <a:cubicBezTo>
                  <a:pt x="311" y="526"/>
                  <a:pt x="312" y="534"/>
                  <a:pt x="309" y="540"/>
                </a:cubicBezTo>
                <a:cubicBezTo>
                  <a:pt x="295" y="624"/>
                  <a:pt x="294" y="627"/>
                  <a:pt x="292" y="630"/>
                </a:cubicBezTo>
                <a:cubicBezTo>
                  <a:pt x="291" y="652"/>
                  <a:pt x="292" y="656"/>
                  <a:pt x="292" y="659"/>
                </a:cubicBezTo>
                <a:cubicBezTo>
                  <a:pt x="292" y="705"/>
                  <a:pt x="293" y="711"/>
                  <a:pt x="293" y="717"/>
                </a:cubicBezTo>
                <a:cubicBezTo>
                  <a:pt x="293" y="733"/>
                  <a:pt x="294" y="736"/>
                  <a:pt x="292" y="734"/>
                </a:cubicBezTo>
                <a:cubicBezTo>
                  <a:pt x="289" y="694"/>
                  <a:pt x="277" y="695"/>
                  <a:pt x="284" y="689"/>
                </a:cubicBezTo>
                <a:cubicBezTo>
                  <a:pt x="283" y="634"/>
                  <a:pt x="284" y="631"/>
                  <a:pt x="283" y="628"/>
                </a:cubicBezTo>
                <a:cubicBezTo>
                  <a:pt x="285" y="596"/>
                  <a:pt x="290" y="592"/>
                  <a:pt x="288" y="587"/>
                </a:cubicBezTo>
                <a:cubicBezTo>
                  <a:pt x="296" y="555"/>
                  <a:pt x="294" y="550"/>
                  <a:pt x="297" y="546"/>
                </a:cubicBezTo>
                <a:cubicBezTo>
                  <a:pt x="302" y="524"/>
                  <a:pt x="300" y="521"/>
                  <a:pt x="301" y="519"/>
                </a:cubicBezTo>
                <a:cubicBezTo>
                  <a:pt x="305" y="475"/>
                  <a:pt x="304" y="473"/>
                  <a:pt x="308" y="471"/>
                </a:cubicBezTo>
                <a:cubicBezTo>
                  <a:pt x="306" y="439"/>
                  <a:pt x="313" y="430"/>
                  <a:pt x="309" y="420"/>
                </a:cubicBezTo>
                <a:cubicBezTo>
                  <a:pt x="312" y="383"/>
                  <a:pt x="309" y="373"/>
                  <a:pt x="312" y="364"/>
                </a:cubicBezTo>
                <a:cubicBezTo>
                  <a:pt x="304" y="330"/>
                  <a:pt x="309" y="326"/>
                  <a:pt x="305" y="321"/>
                </a:cubicBezTo>
                <a:cubicBezTo>
                  <a:pt x="294" y="266"/>
                  <a:pt x="291" y="256"/>
                  <a:pt x="286" y="246"/>
                </a:cubicBezTo>
                <a:cubicBezTo>
                  <a:pt x="272" y="214"/>
                  <a:pt x="274" y="209"/>
                  <a:pt x="270" y="204"/>
                </a:cubicBezTo>
                <a:cubicBezTo>
                  <a:pt x="263" y="201"/>
                  <a:pt x="269" y="213"/>
                  <a:pt x="274" y="225"/>
                </a:cubicBezTo>
                <a:cubicBezTo>
                  <a:pt x="284" y="267"/>
                  <a:pt x="290" y="274"/>
                  <a:pt x="291" y="279"/>
                </a:cubicBezTo>
                <a:cubicBezTo>
                  <a:pt x="298" y="309"/>
                  <a:pt x="296" y="320"/>
                  <a:pt x="303" y="333"/>
                </a:cubicBezTo>
                <a:cubicBezTo>
                  <a:pt x="301" y="383"/>
                  <a:pt x="302" y="396"/>
                  <a:pt x="301" y="409"/>
                </a:cubicBezTo>
                <a:cubicBezTo>
                  <a:pt x="298" y="441"/>
                  <a:pt x="299" y="444"/>
                  <a:pt x="299" y="448"/>
                </a:cubicBezTo>
                <a:cubicBezTo>
                  <a:pt x="292" y="469"/>
                  <a:pt x="302" y="474"/>
                  <a:pt x="295" y="475"/>
                </a:cubicBezTo>
                <a:cubicBezTo>
                  <a:pt x="282" y="575"/>
                  <a:pt x="277" y="588"/>
                  <a:pt x="277" y="601"/>
                </a:cubicBezTo>
                <a:cubicBezTo>
                  <a:pt x="270" y="621"/>
                  <a:pt x="277" y="626"/>
                  <a:pt x="272" y="628"/>
                </a:cubicBezTo>
                <a:cubicBezTo>
                  <a:pt x="265" y="615"/>
                  <a:pt x="270" y="596"/>
                  <a:pt x="270" y="576"/>
                </a:cubicBezTo>
                <a:cubicBezTo>
                  <a:pt x="279" y="502"/>
                  <a:pt x="277" y="498"/>
                  <a:pt x="277" y="496"/>
                </a:cubicBezTo>
                <a:cubicBezTo>
                  <a:pt x="279" y="469"/>
                  <a:pt x="282" y="464"/>
                  <a:pt x="280" y="459"/>
                </a:cubicBezTo>
                <a:cubicBezTo>
                  <a:pt x="285" y="425"/>
                  <a:pt x="282" y="419"/>
                  <a:pt x="283" y="414"/>
                </a:cubicBezTo>
                <a:cubicBezTo>
                  <a:pt x="284" y="394"/>
                  <a:pt x="281" y="389"/>
                  <a:pt x="283" y="384"/>
                </a:cubicBezTo>
                <a:cubicBezTo>
                  <a:pt x="276" y="328"/>
                  <a:pt x="271" y="317"/>
                  <a:pt x="271" y="307"/>
                </a:cubicBezTo>
                <a:cubicBezTo>
                  <a:pt x="257" y="256"/>
                  <a:pt x="255" y="250"/>
                  <a:pt x="254" y="245"/>
                </a:cubicBezTo>
                <a:cubicBezTo>
                  <a:pt x="220" y="175"/>
                  <a:pt x="210" y="168"/>
                  <a:pt x="208" y="162"/>
                </a:cubicBezTo>
                <a:cubicBezTo>
                  <a:pt x="233" y="223"/>
                  <a:pt x="239" y="222"/>
                  <a:pt x="237" y="225"/>
                </a:cubicBezTo>
                <a:cubicBezTo>
                  <a:pt x="254" y="264"/>
                  <a:pt x="253" y="276"/>
                  <a:pt x="260" y="288"/>
                </a:cubicBezTo>
                <a:cubicBezTo>
                  <a:pt x="264" y="326"/>
                  <a:pt x="267" y="331"/>
                  <a:pt x="267" y="335"/>
                </a:cubicBezTo>
                <a:cubicBezTo>
                  <a:pt x="272" y="407"/>
                  <a:pt x="275" y="411"/>
                  <a:pt x="272" y="414"/>
                </a:cubicBezTo>
                <a:cubicBezTo>
                  <a:pt x="276" y="454"/>
                  <a:pt x="267" y="456"/>
                  <a:pt x="271" y="460"/>
                </a:cubicBezTo>
                <a:cubicBezTo>
                  <a:pt x="270" y="503"/>
                  <a:pt x="264" y="509"/>
                  <a:pt x="266" y="517"/>
                </a:cubicBezTo>
                <a:cubicBezTo>
                  <a:pt x="257" y="543"/>
                  <a:pt x="265" y="548"/>
                  <a:pt x="260" y="551"/>
                </a:cubicBezTo>
                <a:cubicBezTo>
                  <a:pt x="259" y="593"/>
                  <a:pt x="259" y="601"/>
                  <a:pt x="258" y="608"/>
                </a:cubicBezTo>
                <a:cubicBezTo>
                  <a:pt x="259" y="636"/>
                  <a:pt x="262" y="640"/>
                  <a:pt x="259" y="643"/>
                </a:cubicBezTo>
                <a:cubicBezTo>
                  <a:pt x="249" y="634"/>
                  <a:pt x="251" y="618"/>
                  <a:pt x="247" y="600"/>
                </a:cubicBezTo>
                <a:cubicBezTo>
                  <a:pt x="240" y="541"/>
                  <a:pt x="241" y="533"/>
                  <a:pt x="241" y="524"/>
                </a:cubicBezTo>
                <a:cubicBezTo>
                  <a:pt x="248" y="492"/>
                  <a:pt x="240" y="482"/>
                  <a:pt x="246" y="475"/>
                </a:cubicBezTo>
                <a:cubicBezTo>
                  <a:pt x="244" y="453"/>
                  <a:pt x="250" y="452"/>
                  <a:pt x="246" y="448"/>
                </a:cubicBezTo>
                <a:cubicBezTo>
                  <a:pt x="247" y="407"/>
                  <a:pt x="254" y="404"/>
                  <a:pt x="251" y="399"/>
                </a:cubicBezTo>
                <a:cubicBezTo>
                  <a:pt x="254" y="383"/>
                  <a:pt x="250" y="378"/>
                  <a:pt x="252" y="374"/>
                </a:cubicBezTo>
                <a:cubicBezTo>
                  <a:pt x="251" y="314"/>
                  <a:pt x="248" y="306"/>
                  <a:pt x="251" y="298"/>
                </a:cubicBezTo>
                <a:cubicBezTo>
                  <a:pt x="240" y="257"/>
                  <a:pt x="233" y="260"/>
                  <a:pt x="238" y="264"/>
                </a:cubicBezTo>
                <a:cubicBezTo>
                  <a:pt x="247" y="313"/>
                  <a:pt x="244" y="319"/>
                  <a:pt x="248" y="327"/>
                </a:cubicBezTo>
                <a:cubicBezTo>
                  <a:pt x="248" y="356"/>
                  <a:pt x="242" y="359"/>
                  <a:pt x="245" y="364"/>
                </a:cubicBezTo>
                <a:cubicBezTo>
                  <a:pt x="241" y="405"/>
                  <a:pt x="239" y="409"/>
                  <a:pt x="242" y="414"/>
                </a:cubicBezTo>
                <a:cubicBezTo>
                  <a:pt x="239" y="435"/>
                  <a:pt x="240" y="438"/>
                  <a:pt x="240" y="440"/>
                </a:cubicBezTo>
                <a:cubicBezTo>
                  <a:pt x="236" y="486"/>
                  <a:pt x="234" y="494"/>
                  <a:pt x="234" y="503"/>
                </a:cubicBezTo>
                <a:cubicBezTo>
                  <a:pt x="231" y="524"/>
                  <a:pt x="232" y="526"/>
                  <a:pt x="231" y="529"/>
                </a:cubicBezTo>
                <a:cubicBezTo>
                  <a:pt x="230" y="471"/>
                  <a:pt x="222" y="464"/>
                  <a:pt x="227" y="459"/>
                </a:cubicBezTo>
                <a:cubicBezTo>
                  <a:pt x="228" y="431"/>
                  <a:pt x="222" y="427"/>
                  <a:pt x="226" y="425"/>
                </a:cubicBezTo>
                <a:cubicBezTo>
                  <a:pt x="227" y="372"/>
                  <a:pt x="228" y="367"/>
                  <a:pt x="225" y="362"/>
                </a:cubicBezTo>
                <a:cubicBezTo>
                  <a:pt x="226" y="313"/>
                  <a:pt x="223" y="308"/>
                  <a:pt x="225" y="303"/>
                </a:cubicBezTo>
                <a:cubicBezTo>
                  <a:pt x="215" y="226"/>
                  <a:pt x="202" y="221"/>
                  <a:pt x="208" y="219"/>
                </a:cubicBezTo>
                <a:cubicBezTo>
                  <a:pt x="202" y="192"/>
                  <a:pt x="193" y="187"/>
                  <a:pt x="197" y="184"/>
                </a:cubicBezTo>
                <a:cubicBezTo>
                  <a:pt x="159" y="111"/>
                  <a:pt x="161" y="108"/>
                  <a:pt x="158" y="104"/>
                </a:cubicBezTo>
                <a:cubicBezTo>
                  <a:pt x="162" y="120"/>
                  <a:pt x="165" y="126"/>
                  <a:pt x="165" y="132"/>
                </a:cubicBezTo>
                <a:cubicBezTo>
                  <a:pt x="195" y="203"/>
                  <a:pt x="200" y="209"/>
                  <a:pt x="199" y="214"/>
                </a:cubicBezTo>
                <a:cubicBezTo>
                  <a:pt x="212" y="270"/>
                  <a:pt x="215" y="275"/>
                  <a:pt x="215" y="281"/>
                </a:cubicBezTo>
                <a:cubicBezTo>
                  <a:pt x="212" y="317"/>
                  <a:pt x="220" y="324"/>
                  <a:pt x="217" y="330"/>
                </a:cubicBezTo>
                <a:cubicBezTo>
                  <a:pt x="219" y="372"/>
                  <a:pt x="217" y="383"/>
                  <a:pt x="215" y="393"/>
                </a:cubicBezTo>
                <a:cubicBezTo>
                  <a:pt x="221" y="422"/>
                  <a:pt x="210" y="424"/>
                  <a:pt x="216" y="429"/>
                </a:cubicBezTo>
                <a:cubicBezTo>
                  <a:pt x="216" y="474"/>
                  <a:pt x="220" y="483"/>
                  <a:pt x="217" y="491"/>
                </a:cubicBezTo>
                <a:cubicBezTo>
                  <a:pt x="226" y="548"/>
                  <a:pt x="218" y="555"/>
                  <a:pt x="224" y="564"/>
                </a:cubicBezTo>
                <a:cubicBezTo>
                  <a:pt x="214" y="556"/>
                  <a:pt x="221" y="553"/>
                  <a:pt x="218" y="549"/>
                </a:cubicBezTo>
                <a:cubicBezTo>
                  <a:pt x="213" y="498"/>
                  <a:pt x="206" y="488"/>
                  <a:pt x="209" y="480"/>
                </a:cubicBezTo>
                <a:cubicBezTo>
                  <a:pt x="200" y="416"/>
                  <a:pt x="200" y="407"/>
                  <a:pt x="200" y="399"/>
                </a:cubicBezTo>
                <a:cubicBezTo>
                  <a:pt x="200" y="341"/>
                  <a:pt x="197" y="337"/>
                  <a:pt x="198" y="333"/>
                </a:cubicBezTo>
                <a:cubicBezTo>
                  <a:pt x="199" y="312"/>
                  <a:pt x="203" y="310"/>
                  <a:pt x="198" y="306"/>
                </a:cubicBezTo>
                <a:cubicBezTo>
                  <a:pt x="198" y="275"/>
                  <a:pt x="194" y="269"/>
                  <a:pt x="195" y="265"/>
                </a:cubicBezTo>
                <a:cubicBezTo>
                  <a:pt x="175" y="191"/>
                  <a:pt x="172" y="186"/>
                  <a:pt x="170" y="181"/>
                </a:cubicBezTo>
                <a:cubicBezTo>
                  <a:pt x="122" y="111"/>
                  <a:pt x="132" y="117"/>
                  <a:pt x="134" y="122"/>
                </a:cubicBezTo>
                <a:cubicBezTo>
                  <a:pt x="153" y="151"/>
                  <a:pt x="153" y="155"/>
                  <a:pt x="155" y="160"/>
                </a:cubicBezTo>
                <a:cubicBezTo>
                  <a:pt x="182" y="243"/>
                  <a:pt x="187" y="248"/>
                  <a:pt x="187" y="252"/>
                </a:cubicBezTo>
                <a:cubicBezTo>
                  <a:pt x="190" y="282"/>
                  <a:pt x="193" y="287"/>
                  <a:pt x="190" y="291"/>
                </a:cubicBezTo>
                <a:cubicBezTo>
                  <a:pt x="194" y="347"/>
                  <a:pt x="192" y="351"/>
                  <a:pt x="190" y="355"/>
                </a:cubicBezTo>
                <a:cubicBezTo>
                  <a:pt x="191" y="394"/>
                  <a:pt x="194" y="397"/>
                  <a:pt x="192" y="399"/>
                </a:cubicBezTo>
                <a:cubicBezTo>
                  <a:pt x="193" y="428"/>
                  <a:pt x="194" y="436"/>
                  <a:pt x="195" y="445"/>
                </a:cubicBezTo>
                <a:cubicBezTo>
                  <a:pt x="197" y="504"/>
                  <a:pt x="204" y="514"/>
                  <a:pt x="202" y="522"/>
                </a:cubicBezTo>
                <a:cubicBezTo>
                  <a:pt x="195" y="496"/>
                  <a:pt x="192" y="492"/>
                  <a:pt x="191" y="488"/>
                </a:cubicBezTo>
                <a:cubicBezTo>
                  <a:pt x="182" y="442"/>
                  <a:pt x="186" y="437"/>
                  <a:pt x="185" y="430"/>
                </a:cubicBezTo>
                <a:cubicBezTo>
                  <a:pt x="186" y="370"/>
                  <a:pt x="181" y="363"/>
                  <a:pt x="183" y="357"/>
                </a:cubicBezTo>
                <a:cubicBezTo>
                  <a:pt x="182" y="325"/>
                  <a:pt x="175" y="321"/>
                  <a:pt x="177" y="318"/>
                </a:cubicBezTo>
                <a:cubicBezTo>
                  <a:pt x="173" y="294"/>
                  <a:pt x="175" y="288"/>
                  <a:pt x="172" y="281"/>
                </a:cubicBezTo>
                <a:cubicBezTo>
                  <a:pt x="170" y="250"/>
                  <a:pt x="163" y="245"/>
                  <a:pt x="166" y="243"/>
                </a:cubicBezTo>
                <a:cubicBezTo>
                  <a:pt x="117" y="146"/>
                  <a:pt x="115" y="136"/>
                  <a:pt x="110" y="138"/>
                </a:cubicBezTo>
                <a:cubicBezTo>
                  <a:pt x="158" y="251"/>
                  <a:pt x="166" y="268"/>
                  <a:pt x="163" y="283"/>
                </a:cubicBezTo>
                <a:cubicBezTo>
                  <a:pt x="170" y="315"/>
                  <a:pt x="167" y="323"/>
                  <a:pt x="173" y="332"/>
                </a:cubicBezTo>
                <a:cubicBezTo>
                  <a:pt x="172" y="391"/>
                  <a:pt x="174" y="397"/>
                  <a:pt x="174" y="404"/>
                </a:cubicBezTo>
                <a:cubicBezTo>
                  <a:pt x="174" y="419"/>
                  <a:pt x="175" y="423"/>
                  <a:pt x="172" y="421"/>
                </a:cubicBezTo>
                <a:cubicBezTo>
                  <a:pt x="157" y="335"/>
                  <a:pt x="157" y="325"/>
                  <a:pt x="156" y="322"/>
                </a:cubicBezTo>
                <a:cubicBezTo>
                  <a:pt x="154" y="304"/>
                  <a:pt x="152" y="301"/>
                  <a:pt x="152" y="298"/>
                </a:cubicBezTo>
                <a:cubicBezTo>
                  <a:pt x="121" y="215"/>
                  <a:pt x="124" y="220"/>
                  <a:pt x="126" y="224"/>
                </a:cubicBezTo>
                <a:cubicBezTo>
                  <a:pt x="142" y="278"/>
                  <a:pt x="141" y="294"/>
                  <a:pt x="149" y="312"/>
                </a:cubicBezTo>
                <a:cubicBezTo>
                  <a:pt x="152" y="360"/>
                  <a:pt x="149" y="372"/>
                  <a:pt x="155" y="385"/>
                </a:cubicBezTo>
                <a:cubicBezTo>
                  <a:pt x="164" y="425"/>
                  <a:pt x="163" y="427"/>
                  <a:pt x="166" y="430"/>
                </a:cubicBezTo>
                <a:cubicBezTo>
                  <a:pt x="166" y="449"/>
                  <a:pt x="160" y="441"/>
                  <a:pt x="155" y="433"/>
                </a:cubicBezTo>
                <a:cubicBezTo>
                  <a:pt x="52" y="216"/>
                  <a:pt x="51" y="203"/>
                  <a:pt x="42" y="189"/>
                </a:cubicBezTo>
                <a:cubicBezTo>
                  <a:pt x="33" y="158"/>
                  <a:pt x="33" y="148"/>
                  <a:pt x="29" y="151"/>
                </a:cubicBezTo>
                <a:cubicBezTo>
                  <a:pt x="101" y="327"/>
                  <a:pt x="104" y="346"/>
                  <a:pt x="123" y="370"/>
                </a:cubicBezTo>
                <a:cubicBezTo>
                  <a:pt x="135" y="395"/>
                  <a:pt x="130" y="397"/>
                  <a:pt x="134" y="400"/>
                </a:cubicBezTo>
                <a:cubicBezTo>
                  <a:pt x="148" y="437"/>
                  <a:pt x="157" y="443"/>
                  <a:pt x="154" y="447"/>
                </a:cubicBezTo>
                <a:cubicBezTo>
                  <a:pt x="151" y="451"/>
                  <a:pt x="156" y="444"/>
                  <a:pt x="151" y="447"/>
                </a:cubicBezTo>
                <a:cubicBezTo>
                  <a:pt x="132" y="420"/>
                  <a:pt x="125" y="405"/>
                  <a:pt x="116" y="394"/>
                </a:cubicBezTo>
                <a:cubicBezTo>
                  <a:pt x="47" y="271"/>
                  <a:pt x="45" y="264"/>
                  <a:pt x="39" y="256"/>
                </a:cubicBezTo>
                <a:cubicBezTo>
                  <a:pt x="23" y="217"/>
                  <a:pt x="19" y="203"/>
                  <a:pt x="8" y="187"/>
                </a:cubicBezTo>
                <a:cubicBezTo>
                  <a:pt x="0" y="172"/>
                  <a:pt x="0" y="172"/>
                  <a:pt x="0" y="172"/>
                </a:cubicBezTo>
                <a:cubicBezTo>
                  <a:pt x="13" y="212"/>
                  <a:pt x="18" y="217"/>
                  <a:pt x="17" y="221"/>
                </a:cubicBezTo>
                <a:cubicBezTo>
                  <a:pt x="38" y="262"/>
                  <a:pt x="42" y="277"/>
                  <a:pt x="49" y="292"/>
                </a:cubicBezTo>
                <a:cubicBezTo>
                  <a:pt x="88" y="361"/>
                  <a:pt x="84" y="375"/>
                  <a:pt x="89" y="371"/>
                </a:cubicBezTo>
                <a:cubicBezTo>
                  <a:pt x="157" y="471"/>
                  <a:pt x="164" y="481"/>
                  <a:pt x="172" y="491"/>
                </a:cubicBezTo>
                <a:cubicBezTo>
                  <a:pt x="187" y="517"/>
                  <a:pt x="186" y="518"/>
                  <a:pt x="186" y="518"/>
                </a:cubicBezTo>
                <a:cubicBezTo>
                  <a:pt x="198" y="535"/>
                  <a:pt x="201" y="544"/>
                  <a:pt x="199" y="552"/>
                </a:cubicBezTo>
                <a:cubicBezTo>
                  <a:pt x="156" y="486"/>
                  <a:pt x="141" y="472"/>
                  <a:pt x="130" y="459"/>
                </a:cubicBezTo>
                <a:cubicBezTo>
                  <a:pt x="110" y="430"/>
                  <a:pt x="107" y="427"/>
                  <a:pt x="105" y="423"/>
                </a:cubicBezTo>
                <a:cubicBezTo>
                  <a:pt x="50" y="348"/>
                  <a:pt x="55" y="346"/>
                  <a:pt x="50" y="342"/>
                </a:cubicBezTo>
                <a:cubicBezTo>
                  <a:pt x="3" y="267"/>
                  <a:pt x="5" y="258"/>
                  <a:pt x="0" y="254"/>
                </a:cubicBezTo>
                <a:cubicBezTo>
                  <a:pt x="11" y="297"/>
                  <a:pt x="19" y="301"/>
                  <a:pt x="20" y="304"/>
                </a:cubicBezTo>
                <a:cubicBezTo>
                  <a:pt x="37" y="330"/>
                  <a:pt x="35" y="333"/>
                  <a:pt x="38" y="337"/>
                </a:cubicBezTo>
                <a:cubicBezTo>
                  <a:pt x="94" y="423"/>
                  <a:pt x="98" y="426"/>
                  <a:pt x="101" y="429"/>
                </a:cubicBezTo>
                <a:cubicBezTo>
                  <a:pt x="129" y="469"/>
                  <a:pt x="132" y="472"/>
                  <a:pt x="134" y="475"/>
                </a:cubicBezTo>
                <a:cubicBezTo>
                  <a:pt x="155" y="502"/>
                  <a:pt x="157" y="504"/>
                  <a:pt x="159" y="507"/>
                </a:cubicBezTo>
                <a:cubicBezTo>
                  <a:pt x="167" y="526"/>
                  <a:pt x="176" y="523"/>
                  <a:pt x="172" y="528"/>
                </a:cubicBezTo>
                <a:cubicBezTo>
                  <a:pt x="127" y="476"/>
                  <a:pt x="107" y="458"/>
                  <a:pt x="85" y="432"/>
                </a:cubicBezTo>
                <a:cubicBezTo>
                  <a:pt x="42" y="373"/>
                  <a:pt x="30" y="364"/>
                  <a:pt x="27" y="355"/>
                </a:cubicBezTo>
                <a:cubicBezTo>
                  <a:pt x="0" y="328"/>
                  <a:pt x="0" y="328"/>
                  <a:pt x="0" y="328"/>
                </a:cubicBezTo>
                <a:cubicBezTo>
                  <a:pt x="26" y="363"/>
                  <a:pt x="25" y="368"/>
                  <a:pt x="32" y="373"/>
                </a:cubicBezTo>
                <a:cubicBezTo>
                  <a:pt x="69" y="424"/>
                  <a:pt x="79" y="434"/>
                  <a:pt x="89" y="450"/>
                </a:cubicBezTo>
                <a:cubicBezTo>
                  <a:pt x="187" y="565"/>
                  <a:pt x="194" y="574"/>
                  <a:pt x="200" y="583"/>
                </a:cubicBezTo>
                <a:cubicBezTo>
                  <a:pt x="195" y="580"/>
                  <a:pt x="178" y="573"/>
                  <a:pt x="164" y="552"/>
                </a:cubicBezTo>
                <a:cubicBezTo>
                  <a:pt x="130" y="519"/>
                  <a:pt x="122" y="508"/>
                  <a:pt x="114" y="500"/>
                </a:cubicBezTo>
                <a:cubicBezTo>
                  <a:pt x="18" y="376"/>
                  <a:pt x="19" y="374"/>
                  <a:pt x="16" y="374"/>
                </a:cubicBezTo>
                <a:cubicBezTo>
                  <a:pt x="7" y="360"/>
                  <a:pt x="5" y="354"/>
                  <a:pt x="0" y="347"/>
                </a:cubicBezTo>
                <a:cubicBezTo>
                  <a:pt x="0" y="358"/>
                  <a:pt x="0" y="358"/>
                  <a:pt x="0" y="359"/>
                </a:cubicBezTo>
                <a:cubicBezTo>
                  <a:pt x="16" y="378"/>
                  <a:pt x="13" y="388"/>
                  <a:pt x="20" y="387"/>
                </a:cubicBezTo>
                <a:cubicBezTo>
                  <a:pt x="147" y="544"/>
                  <a:pt x="149" y="552"/>
                  <a:pt x="153" y="555"/>
                </a:cubicBezTo>
                <a:cubicBezTo>
                  <a:pt x="205" y="609"/>
                  <a:pt x="209" y="614"/>
                  <a:pt x="213" y="620"/>
                </a:cubicBezTo>
                <a:cubicBezTo>
                  <a:pt x="248" y="673"/>
                  <a:pt x="250" y="678"/>
                  <a:pt x="249" y="682"/>
                </a:cubicBezTo>
                <a:cubicBezTo>
                  <a:pt x="215" y="648"/>
                  <a:pt x="211" y="642"/>
                  <a:pt x="207" y="642"/>
                </a:cubicBezTo>
                <a:cubicBezTo>
                  <a:pt x="173" y="607"/>
                  <a:pt x="159" y="599"/>
                  <a:pt x="145" y="585"/>
                </a:cubicBezTo>
                <a:cubicBezTo>
                  <a:pt x="89" y="539"/>
                  <a:pt x="87" y="528"/>
                  <a:pt x="82" y="530"/>
                </a:cubicBezTo>
                <a:cubicBezTo>
                  <a:pt x="10" y="445"/>
                  <a:pt x="5" y="438"/>
                  <a:pt x="0" y="430"/>
                </a:cubicBezTo>
                <a:cubicBezTo>
                  <a:pt x="7" y="448"/>
                  <a:pt x="10" y="450"/>
                  <a:pt x="12" y="455"/>
                </a:cubicBezTo>
                <a:cubicBezTo>
                  <a:pt x="63" y="516"/>
                  <a:pt x="68" y="529"/>
                  <a:pt x="76" y="532"/>
                </a:cubicBezTo>
                <a:cubicBezTo>
                  <a:pt x="109" y="563"/>
                  <a:pt x="112" y="569"/>
                  <a:pt x="116" y="574"/>
                </a:cubicBezTo>
                <a:cubicBezTo>
                  <a:pt x="151" y="606"/>
                  <a:pt x="166" y="613"/>
                  <a:pt x="180" y="630"/>
                </a:cubicBezTo>
                <a:cubicBezTo>
                  <a:pt x="239" y="683"/>
                  <a:pt x="241" y="686"/>
                  <a:pt x="243" y="689"/>
                </a:cubicBezTo>
                <a:cubicBezTo>
                  <a:pt x="155" y="616"/>
                  <a:pt x="134" y="603"/>
                  <a:pt x="114" y="586"/>
                </a:cubicBezTo>
                <a:cubicBezTo>
                  <a:pt x="37" y="519"/>
                  <a:pt x="35" y="503"/>
                  <a:pt x="30" y="506"/>
                </a:cubicBezTo>
                <a:cubicBezTo>
                  <a:pt x="76" y="567"/>
                  <a:pt x="91" y="576"/>
                  <a:pt x="105" y="592"/>
                </a:cubicBezTo>
                <a:cubicBezTo>
                  <a:pt x="129" y="611"/>
                  <a:pt x="137" y="616"/>
                  <a:pt x="145" y="622"/>
                </a:cubicBezTo>
                <a:cubicBezTo>
                  <a:pt x="163" y="636"/>
                  <a:pt x="167" y="641"/>
                  <a:pt x="165" y="643"/>
                </a:cubicBezTo>
                <a:cubicBezTo>
                  <a:pt x="119" y="612"/>
                  <a:pt x="116" y="612"/>
                  <a:pt x="114" y="612"/>
                </a:cubicBezTo>
                <a:cubicBezTo>
                  <a:pt x="88" y="593"/>
                  <a:pt x="82" y="591"/>
                  <a:pt x="77" y="587"/>
                </a:cubicBezTo>
                <a:cubicBezTo>
                  <a:pt x="13" y="544"/>
                  <a:pt x="7" y="538"/>
                  <a:pt x="0" y="533"/>
                </a:cubicBezTo>
                <a:cubicBezTo>
                  <a:pt x="17" y="555"/>
                  <a:pt x="24" y="560"/>
                  <a:pt x="31" y="567"/>
                </a:cubicBezTo>
                <a:cubicBezTo>
                  <a:pt x="78" y="600"/>
                  <a:pt x="82" y="597"/>
                  <a:pt x="86" y="603"/>
                </a:cubicBezTo>
                <a:cubicBezTo>
                  <a:pt x="126" y="627"/>
                  <a:pt x="133" y="631"/>
                  <a:pt x="141" y="636"/>
                </a:cubicBezTo>
                <a:cubicBezTo>
                  <a:pt x="168" y="656"/>
                  <a:pt x="171" y="658"/>
                  <a:pt x="173" y="658"/>
                </a:cubicBezTo>
                <a:cubicBezTo>
                  <a:pt x="213" y="686"/>
                  <a:pt x="215" y="691"/>
                  <a:pt x="217" y="694"/>
                </a:cubicBezTo>
                <a:cubicBezTo>
                  <a:pt x="241" y="718"/>
                  <a:pt x="246" y="717"/>
                  <a:pt x="251" y="723"/>
                </a:cubicBezTo>
                <a:cubicBezTo>
                  <a:pt x="272" y="754"/>
                  <a:pt x="281" y="753"/>
                  <a:pt x="277" y="759"/>
                </a:cubicBezTo>
                <a:cubicBezTo>
                  <a:pt x="250" y="738"/>
                  <a:pt x="248" y="731"/>
                  <a:pt x="245" y="733"/>
                </a:cubicBezTo>
                <a:cubicBezTo>
                  <a:pt x="215" y="709"/>
                  <a:pt x="205" y="703"/>
                  <a:pt x="195" y="696"/>
                </a:cubicBezTo>
                <a:cubicBezTo>
                  <a:pt x="156" y="670"/>
                  <a:pt x="145" y="670"/>
                  <a:pt x="135" y="661"/>
                </a:cubicBezTo>
                <a:cubicBezTo>
                  <a:pt x="98" y="642"/>
                  <a:pt x="87" y="639"/>
                  <a:pt x="78" y="630"/>
                </a:cubicBezTo>
                <a:cubicBezTo>
                  <a:pt x="44" y="608"/>
                  <a:pt x="39" y="604"/>
                  <a:pt x="35" y="599"/>
                </a:cubicBezTo>
                <a:cubicBezTo>
                  <a:pt x="64" y="632"/>
                  <a:pt x="77" y="634"/>
                  <a:pt x="88" y="647"/>
                </a:cubicBezTo>
                <a:cubicBezTo>
                  <a:pt x="113" y="663"/>
                  <a:pt x="120" y="661"/>
                  <a:pt x="126" y="668"/>
                </a:cubicBezTo>
                <a:cubicBezTo>
                  <a:pt x="179" y="700"/>
                  <a:pt x="192" y="704"/>
                  <a:pt x="205" y="714"/>
                </a:cubicBezTo>
                <a:cubicBezTo>
                  <a:pt x="252" y="749"/>
                  <a:pt x="256" y="748"/>
                  <a:pt x="259" y="752"/>
                </a:cubicBezTo>
                <a:cubicBezTo>
                  <a:pt x="309" y="812"/>
                  <a:pt x="313" y="815"/>
                  <a:pt x="311" y="817"/>
                </a:cubicBezTo>
                <a:cubicBezTo>
                  <a:pt x="287" y="793"/>
                  <a:pt x="281" y="789"/>
                  <a:pt x="275" y="782"/>
                </a:cubicBezTo>
                <a:cubicBezTo>
                  <a:pt x="238" y="756"/>
                  <a:pt x="233" y="745"/>
                  <a:pt x="226" y="744"/>
                </a:cubicBezTo>
                <a:cubicBezTo>
                  <a:pt x="179" y="713"/>
                  <a:pt x="167" y="709"/>
                  <a:pt x="155" y="701"/>
                </a:cubicBezTo>
                <a:cubicBezTo>
                  <a:pt x="130" y="689"/>
                  <a:pt x="124" y="688"/>
                  <a:pt x="118" y="682"/>
                </a:cubicBezTo>
                <a:cubicBezTo>
                  <a:pt x="87" y="673"/>
                  <a:pt x="85" y="666"/>
                  <a:pt x="81" y="668"/>
                </a:cubicBezTo>
                <a:cubicBezTo>
                  <a:pt x="6" y="628"/>
                  <a:pt x="4" y="626"/>
                  <a:pt x="0" y="626"/>
                </a:cubicBezTo>
                <a:cubicBezTo>
                  <a:pt x="2" y="634"/>
                  <a:pt x="4" y="634"/>
                  <a:pt x="5" y="633"/>
                </a:cubicBezTo>
                <a:cubicBezTo>
                  <a:pt x="34" y="652"/>
                  <a:pt x="37" y="657"/>
                  <a:pt x="41" y="656"/>
                </a:cubicBezTo>
                <a:cubicBezTo>
                  <a:pt x="82" y="671"/>
                  <a:pt x="86" y="684"/>
                  <a:pt x="93" y="681"/>
                </a:cubicBezTo>
                <a:cubicBezTo>
                  <a:pt x="148" y="714"/>
                  <a:pt x="153" y="704"/>
                  <a:pt x="155" y="711"/>
                </a:cubicBezTo>
                <a:cubicBezTo>
                  <a:pt x="188" y="727"/>
                  <a:pt x="193" y="733"/>
                  <a:pt x="199" y="736"/>
                </a:cubicBezTo>
                <a:cubicBezTo>
                  <a:pt x="227" y="758"/>
                  <a:pt x="231" y="754"/>
                  <a:pt x="233" y="760"/>
                </a:cubicBezTo>
                <a:cubicBezTo>
                  <a:pt x="290" y="813"/>
                  <a:pt x="296" y="820"/>
                  <a:pt x="302" y="824"/>
                </a:cubicBezTo>
                <a:cubicBezTo>
                  <a:pt x="314" y="839"/>
                  <a:pt x="311" y="840"/>
                  <a:pt x="308" y="836"/>
                </a:cubicBezTo>
                <a:cubicBezTo>
                  <a:pt x="294" y="829"/>
                  <a:pt x="288" y="817"/>
                  <a:pt x="281" y="817"/>
                </a:cubicBezTo>
                <a:cubicBezTo>
                  <a:pt x="229" y="777"/>
                  <a:pt x="227" y="773"/>
                  <a:pt x="223" y="773"/>
                </a:cubicBezTo>
                <a:cubicBezTo>
                  <a:pt x="175" y="741"/>
                  <a:pt x="167" y="743"/>
                  <a:pt x="160" y="734"/>
                </a:cubicBezTo>
                <a:cubicBezTo>
                  <a:pt x="133" y="722"/>
                  <a:pt x="125" y="722"/>
                  <a:pt x="118" y="716"/>
                </a:cubicBezTo>
                <a:cubicBezTo>
                  <a:pt x="83" y="708"/>
                  <a:pt x="81" y="695"/>
                  <a:pt x="75" y="701"/>
                </a:cubicBezTo>
                <a:cubicBezTo>
                  <a:pt x="102" y="718"/>
                  <a:pt x="105" y="719"/>
                  <a:pt x="108" y="721"/>
                </a:cubicBezTo>
                <a:cubicBezTo>
                  <a:pt x="162" y="747"/>
                  <a:pt x="164" y="749"/>
                  <a:pt x="168" y="748"/>
                </a:cubicBezTo>
                <a:cubicBezTo>
                  <a:pt x="198" y="770"/>
                  <a:pt x="205" y="770"/>
                  <a:pt x="210" y="774"/>
                </a:cubicBezTo>
                <a:cubicBezTo>
                  <a:pt x="297" y="836"/>
                  <a:pt x="302" y="842"/>
                  <a:pt x="307" y="846"/>
                </a:cubicBezTo>
                <a:cubicBezTo>
                  <a:pt x="324" y="865"/>
                  <a:pt x="312" y="860"/>
                  <a:pt x="303" y="847"/>
                </a:cubicBezTo>
                <a:cubicBezTo>
                  <a:pt x="244" y="813"/>
                  <a:pt x="238" y="807"/>
                  <a:pt x="232" y="801"/>
                </a:cubicBezTo>
                <a:cubicBezTo>
                  <a:pt x="172" y="765"/>
                  <a:pt x="165" y="768"/>
                  <a:pt x="159" y="759"/>
                </a:cubicBezTo>
                <a:cubicBezTo>
                  <a:pt x="124" y="742"/>
                  <a:pt x="119" y="747"/>
                  <a:pt x="115" y="742"/>
                </a:cubicBezTo>
                <a:cubicBezTo>
                  <a:pt x="80" y="724"/>
                  <a:pt x="77" y="723"/>
                  <a:pt x="75" y="720"/>
                </a:cubicBezTo>
                <a:cubicBezTo>
                  <a:pt x="43" y="707"/>
                  <a:pt x="39" y="696"/>
                  <a:pt x="34" y="699"/>
                </a:cubicBezTo>
                <a:cubicBezTo>
                  <a:pt x="17" y="698"/>
                  <a:pt x="31" y="699"/>
                  <a:pt x="42" y="711"/>
                </a:cubicBezTo>
                <a:cubicBezTo>
                  <a:pt x="73" y="726"/>
                  <a:pt x="76" y="731"/>
                  <a:pt x="80" y="730"/>
                </a:cubicBezTo>
                <a:cubicBezTo>
                  <a:pt x="143" y="758"/>
                  <a:pt x="148" y="769"/>
                  <a:pt x="155" y="768"/>
                </a:cubicBezTo>
                <a:cubicBezTo>
                  <a:pt x="195" y="790"/>
                  <a:pt x="198" y="792"/>
                  <a:pt x="201" y="791"/>
                </a:cubicBezTo>
                <a:cubicBezTo>
                  <a:pt x="241" y="822"/>
                  <a:pt x="254" y="823"/>
                  <a:pt x="266" y="833"/>
                </a:cubicBezTo>
                <a:cubicBezTo>
                  <a:pt x="321" y="881"/>
                  <a:pt x="327" y="880"/>
                  <a:pt x="332" y="885"/>
                </a:cubicBezTo>
                <a:cubicBezTo>
                  <a:pt x="358" y="919"/>
                  <a:pt x="348" y="917"/>
                  <a:pt x="340" y="904"/>
                </a:cubicBezTo>
                <a:cubicBezTo>
                  <a:pt x="310" y="881"/>
                  <a:pt x="307" y="882"/>
                  <a:pt x="305" y="877"/>
                </a:cubicBezTo>
                <a:cubicBezTo>
                  <a:pt x="278" y="859"/>
                  <a:pt x="271" y="855"/>
                  <a:pt x="263" y="852"/>
                </a:cubicBezTo>
                <a:cubicBezTo>
                  <a:pt x="217" y="825"/>
                  <a:pt x="212" y="819"/>
                  <a:pt x="208" y="816"/>
                </a:cubicBezTo>
                <a:cubicBezTo>
                  <a:pt x="170" y="802"/>
                  <a:pt x="169" y="799"/>
                  <a:pt x="167" y="799"/>
                </a:cubicBezTo>
                <a:cubicBezTo>
                  <a:pt x="126" y="782"/>
                  <a:pt x="119" y="775"/>
                  <a:pt x="110" y="776"/>
                </a:cubicBezTo>
                <a:cubicBezTo>
                  <a:pt x="70" y="760"/>
                  <a:pt x="67" y="754"/>
                  <a:pt x="62" y="754"/>
                </a:cubicBezTo>
                <a:cubicBezTo>
                  <a:pt x="18" y="739"/>
                  <a:pt x="25" y="738"/>
                  <a:pt x="31" y="744"/>
                </a:cubicBezTo>
                <a:cubicBezTo>
                  <a:pt x="75" y="767"/>
                  <a:pt x="81" y="772"/>
                  <a:pt x="88" y="772"/>
                </a:cubicBezTo>
                <a:cubicBezTo>
                  <a:pt x="132" y="793"/>
                  <a:pt x="139" y="794"/>
                  <a:pt x="145" y="799"/>
                </a:cubicBezTo>
                <a:cubicBezTo>
                  <a:pt x="158" y="805"/>
                  <a:pt x="163" y="802"/>
                  <a:pt x="166" y="806"/>
                </a:cubicBezTo>
                <a:cubicBezTo>
                  <a:pt x="217" y="829"/>
                  <a:pt x="228" y="842"/>
                  <a:pt x="241" y="848"/>
                </a:cubicBezTo>
                <a:cubicBezTo>
                  <a:pt x="293" y="879"/>
                  <a:pt x="304" y="894"/>
                  <a:pt x="317" y="898"/>
                </a:cubicBezTo>
                <a:cubicBezTo>
                  <a:pt x="372" y="946"/>
                  <a:pt x="386" y="963"/>
                  <a:pt x="400" y="976"/>
                </a:cubicBezTo>
                <a:cubicBezTo>
                  <a:pt x="392" y="979"/>
                  <a:pt x="371" y="960"/>
                  <a:pt x="349" y="943"/>
                </a:cubicBezTo>
                <a:cubicBezTo>
                  <a:pt x="329" y="924"/>
                  <a:pt x="322" y="926"/>
                  <a:pt x="317" y="917"/>
                </a:cubicBezTo>
                <a:cubicBezTo>
                  <a:pt x="278" y="892"/>
                  <a:pt x="274" y="883"/>
                  <a:pt x="269" y="882"/>
                </a:cubicBezTo>
                <a:cubicBezTo>
                  <a:pt x="213" y="844"/>
                  <a:pt x="206" y="850"/>
                  <a:pt x="202" y="841"/>
                </a:cubicBezTo>
                <a:cubicBezTo>
                  <a:pt x="179" y="829"/>
                  <a:pt x="173" y="827"/>
                  <a:pt x="167" y="823"/>
                </a:cubicBezTo>
                <a:cubicBezTo>
                  <a:pt x="145" y="809"/>
                  <a:pt x="140" y="807"/>
                  <a:pt x="135" y="803"/>
                </a:cubicBezTo>
                <a:cubicBezTo>
                  <a:pt x="94" y="787"/>
                  <a:pt x="88" y="786"/>
                  <a:pt x="82" y="782"/>
                </a:cubicBezTo>
                <a:cubicBezTo>
                  <a:pt x="18" y="768"/>
                  <a:pt x="25" y="763"/>
                  <a:pt x="31" y="770"/>
                </a:cubicBezTo>
                <a:cubicBezTo>
                  <a:pt x="72" y="789"/>
                  <a:pt x="76" y="784"/>
                  <a:pt x="78" y="788"/>
                </a:cubicBezTo>
                <a:cubicBezTo>
                  <a:pt x="101" y="793"/>
                  <a:pt x="103" y="801"/>
                  <a:pt x="107" y="799"/>
                </a:cubicBezTo>
                <a:cubicBezTo>
                  <a:pt x="130" y="808"/>
                  <a:pt x="135" y="815"/>
                  <a:pt x="142" y="817"/>
                </a:cubicBezTo>
                <a:cubicBezTo>
                  <a:pt x="170" y="836"/>
                  <a:pt x="179" y="838"/>
                  <a:pt x="187" y="844"/>
                </a:cubicBezTo>
                <a:cubicBezTo>
                  <a:pt x="233" y="870"/>
                  <a:pt x="251" y="880"/>
                  <a:pt x="268" y="893"/>
                </a:cubicBezTo>
                <a:cubicBezTo>
                  <a:pt x="303" y="920"/>
                  <a:pt x="313" y="923"/>
                  <a:pt x="321" y="933"/>
                </a:cubicBezTo>
                <a:cubicBezTo>
                  <a:pt x="355" y="961"/>
                  <a:pt x="358" y="960"/>
                  <a:pt x="359" y="965"/>
                </a:cubicBezTo>
                <a:cubicBezTo>
                  <a:pt x="330" y="953"/>
                  <a:pt x="328" y="946"/>
                  <a:pt x="325" y="946"/>
                </a:cubicBezTo>
                <a:cubicBezTo>
                  <a:pt x="294" y="928"/>
                  <a:pt x="291" y="926"/>
                  <a:pt x="288" y="928"/>
                </a:cubicBezTo>
                <a:cubicBezTo>
                  <a:pt x="253" y="905"/>
                  <a:pt x="246" y="907"/>
                  <a:pt x="240" y="902"/>
                </a:cubicBezTo>
                <a:cubicBezTo>
                  <a:pt x="196" y="874"/>
                  <a:pt x="189" y="878"/>
                  <a:pt x="183" y="871"/>
                </a:cubicBezTo>
                <a:cubicBezTo>
                  <a:pt x="151" y="863"/>
                  <a:pt x="149" y="853"/>
                  <a:pt x="145" y="855"/>
                </a:cubicBezTo>
                <a:cubicBezTo>
                  <a:pt x="101" y="836"/>
                  <a:pt x="95" y="830"/>
                  <a:pt x="89" y="825"/>
                </a:cubicBezTo>
                <a:cubicBezTo>
                  <a:pt x="75" y="820"/>
                  <a:pt x="78" y="824"/>
                  <a:pt x="81" y="829"/>
                </a:cubicBezTo>
                <a:cubicBezTo>
                  <a:pt x="125" y="851"/>
                  <a:pt x="134" y="857"/>
                  <a:pt x="143" y="859"/>
                </a:cubicBezTo>
                <a:cubicBezTo>
                  <a:pt x="177" y="878"/>
                  <a:pt x="186" y="880"/>
                  <a:pt x="195" y="884"/>
                </a:cubicBezTo>
                <a:cubicBezTo>
                  <a:pt x="207" y="892"/>
                  <a:pt x="211" y="897"/>
                  <a:pt x="218" y="897"/>
                </a:cubicBezTo>
                <a:cubicBezTo>
                  <a:pt x="249" y="916"/>
                  <a:pt x="257" y="920"/>
                  <a:pt x="265" y="922"/>
                </a:cubicBezTo>
                <a:cubicBezTo>
                  <a:pt x="296" y="944"/>
                  <a:pt x="307" y="946"/>
                  <a:pt x="317" y="954"/>
                </a:cubicBezTo>
                <a:cubicBezTo>
                  <a:pt x="372" y="983"/>
                  <a:pt x="377" y="991"/>
                  <a:pt x="383" y="991"/>
                </a:cubicBezTo>
                <a:cubicBezTo>
                  <a:pt x="407" y="1010"/>
                  <a:pt x="410" y="1011"/>
                  <a:pt x="412" y="1013"/>
                </a:cubicBezTo>
                <a:cubicBezTo>
                  <a:pt x="429" y="1029"/>
                  <a:pt x="432" y="1032"/>
                  <a:pt x="434" y="1035"/>
                </a:cubicBezTo>
                <a:cubicBezTo>
                  <a:pt x="391" y="1012"/>
                  <a:pt x="379" y="1003"/>
                  <a:pt x="366" y="1000"/>
                </a:cubicBezTo>
                <a:cubicBezTo>
                  <a:pt x="282" y="959"/>
                  <a:pt x="273" y="956"/>
                  <a:pt x="265" y="952"/>
                </a:cubicBezTo>
                <a:cubicBezTo>
                  <a:pt x="208" y="925"/>
                  <a:pt x="204" y="923"/>
                  <a:pt x="199" y="924"/>
                </a:cubicBezTo>
                <a:cubicBezTo>
                  <a:pt x="168" y="902"/>
                  <a:pt x="164" y="897"/>
                  <a:pt x="160" y="895"/>
                </a:cubicBezTo>
                <a:cubicBezTo>
                  <a:pt x="119" y="863"/>
                  <a:pt x="114" y="861"/>
                  <a:pt x="110" y="856"/>
                </a:cubicBezTo>
                <a:cubicBezTo>
                  <a:pt x="97" y="853"/>
                  <a:pt x="111" y="861"/>
                  <a:pt x="124" y="875"/>
                </a:cubicBezTo>
                <a:cubicBezTo>
                  <a:pt x="187" y="933"/>
                  <a:pt x="199" y="943"/>
                  <a:pt x="211" y="952"/>
                </a:cubicBezTo>
                <a:cubicBezTo>
                  <a:pt x="237" y="972"/>
                  <a:pt x="244" y="976"/>
                  <a:pt x="251" y="978"/>
                </a:cubicBezTo>
                <a:cubicBezTo>
                  <a:pt x="355" y="1037"/>
                  <a:pt x="362" y="1036"/>
                  <a:pt x="369" y="1041"/>
                </a:cubicBezTo>
                <a:cubicBezTo>
                  <a:pt x="396" y="1053"/>
                  <a:pt x="402" y="1057"/>
                  <a:pt x="410" y="1057"/>
                </a:cubicBezTo>
                <a:cubicBezTo>
                  <a:pt x="443" y="1078"/>
                  <a:pt x="446" y="1080"/>
                  <a:pt x="450" y="1080"/>
                </a:cubicBezTo>
                <a:cubicBezTo>
                  <a:pt x="498" y="1117"/>
                  <a:pt x="507" y="1122"/>
                  <a:pt x="503" y="1125"/>
                </a:cubicBezTo>
                <a:cubicBezTo>
                  <a:pt x="426" y="1084"/>
                  <a:pt x="415" y="1078"/>
                  <a:pt x="403" y="1075"/>
                </a:cubicBezTo>
                <a:cubicBezTo>
                  <a:pt x="382" y="1065"/>
                  <a:pt x="376" y="1061"/>
                  <a:pt x="370" y="1062"/>
                </a:cubicBezTo>
                <a:cubicBezTo>
                  <a:pt x="331" y="1045"/>
                  <a:pt x="325" y="1046"/>
                  <a:pt x="320" y="1041"/>
                </a:cubicBezTo>
                <a:cubicBezTo>
                  <a:pt x="300" y="1035"/>
                  <a:pt x="297" y="1034"/>
                  <a:pt x="295" y="1035"/>
                </a:cubicBezTo>
                <a:cubicBezTo>
                  <a:pt x="257" y="1018"/>
                  <a:pt x="244" y="1017"/>
                  <a:pt x="232" y="1015"/>
                </a:cubicBezTo>
                <a:cubicBezTo>
                  <a:pt x="276" y="1032"/>
                  <a:pt x="287" y="1038"/>
                  <a:pt x="298" y="1040"/>
                </a:cubicBezTo>
                <a:cubicBezTo>
                  <a:pt x="343" y="1060"/>
                  <a:pt x="355" y="1062"/>
                  <a:pt x="366" y="1067"/>
                </a:cubicBezTo>
                <a:cubicBezTo>
                  <a:pt x="421" y="1094"/>
                  <a:pt x="428" y="1089"/>
                  <a:pt x="433" y="1097"/>
                </a:cubicBezTo>
                <a:cubicBezTo>
                  <a:pt x="477" y="1120"/>
                  <a:pt x="488" y="1124"/>
                  <a:pt x="499" y="1130"/>
                </a:cubicBezTo>
                <a:cubicBezTo>
                  <a:pt x="530" y="1153"/>
                  <a:pt x="538" y="1158"/>
                  <a:pt x="534" y="1161"/>
                </a:cubicBezTo>
                <a:cubicBezTo>
                  <a:pt x="497" y="1142"/>
                  <a:pt x="495" y="1135"/>
                  <a:pt x="492" y="1135"/>
                </a:cubicBezTo>
                <a:cubicBezTo>
                  <a:pt x="453" y="1119"/>
                  <a:pt x="442" y="1110"/>
                  <a:pt x="430" y="1105"/>
                </a:cubicBezTo>
                <a:cubicBezTo>
                  <a:pt x="399" y="1091"/>
                  <a:pt x="395" y="1089"/>
                  <a:pt x="392" y="1089"/>
                </a:cubicBezTo>
                <a:cubicBezTo>
                  <a:pt x="366" y="1080"/>
                  <a:pt x="361" y="1073"/>
                  <a:pt x="354" y="1073"/>
                </a:cubicBezTo>
                <a:cubicBezTo>
                  <a:pt x="272" y="1038"/>
                  <a:pt x="264" y="1045"/>
                  <a:pt x="258" y="1037"/>
                </a:cubicBezTo>
                <a:cubicBezTo>
                  <a:pt x="228" y="1020"/>
                  <a:pt x="224" y="1018"/>
                  <a:pt x="221" y="1018"/>
                </a:cubicBezTo>
                <a:cubicBezTo>
                  <a:pt x="190" y="1001"/>
                  <a:pt x="188" y="991"/>
                  <a:pt x="184" y="993"/>
                </a:cubicBezTo>
                <a:cubicBezTo>
                  <a:pt x="154" y="965"/>
                  <a:pt x="150" y="962"/>
                  <a:pt x="146" y="962"/>
                </a:cubicBezTo>
                <a:cubicBezTo>
                  <a:pt x="188" y="1003"/>
                  <a:pt x="191" y="1002"/>
                  <a:pt x="193" y="1006"/>
                </a:cubicBezTo>
                <a:cubicBezTo>
                  <a:pt x="231" y="1027"/>
                  <a:pt x="233" y="1033"/>
                  <a:pt x="236" y="1031"/>
                </a:cubicBezTo>
                <a:cubicBezTo>
                  <a:pt x="256" y="1046"/>
                  <a:pt x="258" y="1053"/>
                  <a:pt x="261" y="1051"/>
                </a:cubicBezTo>
                <a:cubicBezTo>
                  <a:pt x="284" y="1067"/>
                  <a:pt x="286" y="1072"/>
                  <a:pt x="288" y="1075"/>
                </a:cubicBezTo>
                <a:cubicBezTo>
                  <a:pt x="317" y="1095"/>
                  <a:pt x="323" y="1099"/>
                  <a:pt x="330" y="1104"/>
                </a:cubicBezTo>
                <a:cubicBezTo>
                  <a:pt x="350" y="1113"/>
                  <a:pt x="352" y="1114"/>
                  <a:pt x="355" y="1115"/>
                </a:cubicBezTo>
                <a:cubicBezTo>
                  <a:pt x="387" y="1132"/>
                  <a:pt x="392" y="1132"/>
                  <a:pt x="396" y="1137"/>
                </a:cubicBezTo>
                <a:cubicBezTo>
                  <a:pt x="442" y="1160"/>
                  <a:pt x="445" y="1159"/>
                  <a:pt x="447" y="1162"/>
                </a:cubicBezTo>
                <a:cubicBezTo>
                  <a:pt x="495" y="1178"/>
                  <a:pt x="504" y="1188"/>
                  <a:pt x="514" y="1189"/>
                </a:cubicBezTo>
                <a:cubicBezTo>
                  <a:pt x="545" y="1207"/>
                  <a:pt x="548" y="1205"/>
                  <a:pt x="550" y="1206"/>
                </a:cubicBezTo>
                <a:cubicBezTo>
                  <a:pt x="576" y="1222"/>
                  <a:pt x="581" y="1223"/>
                  <a:pt x="586" y="1229"/>
                </a:cubicBezTo>
                <a:cubicBezTo>
                  <a:pt x="606" y="1238"/>
                  <a:pt x="610" y="1248"/>
                  <a:pt x="615" y="1248"/>
                </a:cubicBezTo>
                <a:cubicBezTo>
                  <a:pt x="617" y="1257"/>
                  <a:pt x="606" y="1255"/>
                  <a:pt x="597" y="1245"/>
                </a:cubicBezTo>
                <a:cubicBezTo>
                  <a:pt x="545" y="1221"/>
                  <a:pt x="540" y="1217"/>
                  <a:pt x="534" y="1218"/>
                </a:cubicBezTo>
                <a:cubicBezTo>
                  <a:pt x="485" y="1200"/>
                  <a:pt x="482" y="1196"/>
                  <a:pt x="479" y="1193"/>
                </a:cubicBezTo>
                <a:cubicBezTo>
                  <a:pt x="454" y="1186"/>
                  <a:pt x="450" y="1184"/>
                  <a:pt x="446" y="1184"/>
                </a:cubicBezTo>
                <a:cubicBezTo>
                  <a:pt x="389" y="1155"/>
                  <a:pt x="374" y="1155"/>
                  <a:pt x="361" y="1140"/>
                </a:cubicBezTo>
                <a:cubicBezTo>
                  <a:pt x="332" y="1126"/>
                  <a:pt x="326" y="1117"/>
                  <a:pt x="318" y="1117"/>
                </a:cubicBezTo>
                <a:cubicBezTo>
                  <a:pt x="296" y="1099"/>
                  <a:pt x="291" y="1096"/>
                  <a:pt x="284" y="1096"/>
                </a:cubicBezTo>
                <a:cubicBezTo>
                  <a:pt x="297" y="1108"/>
                  <a:pt x="302" y="1107"/>
                  <a:pt x="305" y="1110"/>
                </a:cubicBezTo>
                <a:cubicBezTo>
                  <a:pt x="326" y="1125"/>
                  <a:pt x="329" y="1128"/>
                  <a:pt x="333" y="1134"/>
                </a:cubicBezTo>
                <a:cubicBezTo>
                  <a:pt x="387" y="1166"/>
                  <a:pt x="394" y="1176"/>
                  <a:pt x="401" y="1181"/>
                </a:cubicBezTo>
                <a:cubicBezTo>
                  <a:pt x="430" y="1196"/>
                  <a:pt x="433" y="1199"/>
                  <a:pt x="437" y="1204"/>
                </a:cubicBezTo>
                <a:cubicBezTo>
                  <a:pt x="480" y="1225"/>
                  <a:pt x="488" y="1230"/>
                  <a:pt x="496" y="1231"/>
                </a:cubicBezTo>
                <a:cubicBezTo>
                  <a:pt x="512" y="1244"/>
                  <a:pt x="515" y="1239"/>
                  <a:pt x="516" y="1244"/>
                </a:cubicBezTo>
                <a:cubicBezTo>
                  <a:pt x="550" y="1257"/>
                  <a:pt x="553" y="1259"/>
                  <a:pt x="557" y="1260"/>
                </a:cubicBezTo>
                <a:cubicBezTo>
                  <a:pt x="595" y="1278"/>
                  <a:pt x="602" y="1276"/>
                  <a:pt x="608" y="1283"/>
                </a:cubicBezTo>
                <a:cubicBezTo>
                  <a:pt x="633" y="1289"/>
                  <a:pt x="638" y="1292"/>
                  <a:pt x="642" y="1290"/>
                </a:cubicBezTo>
                <a:cubicBezTo>
                  <a:pt x="671" y="1306"/>
                  <a:pt x="673" y="1306"/>
                  <a:pt x="672" y="1309"/>
                </a:cubicBezTo>
                <a:cubicBezTo>
                  <a:pt x="688" y="1331"/>
                  <a:pt x="675" y="1322"/>
                  <a:pt x="660" y="1323"/>
                </a:cubicBezTo>
                <a:cubicBezTo>
                  <a:pt x="632" y="1317"/>
                  <a:pt x="625" y="1308"/>
                  <a:pt x="617" y="1311"/>
                </a:cubicBezTo>
                <a:cubicBezTo>
                  <a:pt x="588" y="1307"/>
                  <a:pt x="582" y="1296"/>
                  <a:pt x="574" y="1299"/>
                </a:cubicBezTo>
                <a:cubicBezTo>
                  <a:pt x="545" y="1291"/>
                  <a:pt x="539" y="1284"/>
                  <a:pt x="531" y="1284"/>
                </a:cubicBezTo>
                <a:cubicBezTo>
                  <a:pt x="518" y="1276"/>
                  <a:pt x="514" y="1277"/>
                  <a:pt x="511" y="1275"/>
                </a:cubicBezTo>
                <a:cubicBezTo>
                  <a:pt x="466" y="1250"/>
                  <a:pt x="462" y="1253"/>
                  <a:pt x="459" y="1247"/>
                </a:cubicBezTo>
                <a:cubicBezTo>
                  <a:pt x="425" y="1226"/>
                  <a:pt x="420" y="1229"/>
                  <a:pt x="418" y="1223"/>
                </a:cubicBezTo>
                <a:cubicBezTo>
                  <a:pt x="384" y="1200"/>
                  <a:pt x="381" y="1195"/>
                  <a:pt x="377" y="1196"/>
                </a:cubicBezTo>
                <a:cubicBezTo>
                  <a:pt x="435" y="1244"/>
                  <a:pt x="446" y="1249"/>
                  <a:pt x="456" y="1258"/>
                </a:cubicBezTo>
                <a:cubicBezTo>
                  <a:pt x="492" y="1278"/>
                  <a:pt x="498" y="1276"/>
                  <a:pt x="504" y="1280"/>
                </a:cubicBezTo>
                <a:cubicBezTo>
                  <a:pt x="525" y="1289"/>
                  <a:pt x="530" y="1291"/>
                  <a:pt x="536" y="1294"/>
                </a:cubicBezTo>
                <a:cubicBezTo>
                  <a:pt x="557" y="1301"/>
                  <a:pt x="562" y="1305"/>
                  <a:pt x="568" y="1306"/>
                </a:cubicBezTo>
                <a:cubicBezTo>
                  <a:pt x="590" y="1309"/>
                  <a:pt x="595" y="1319"/>
                  <a:pt x="601" y="1315"/>
                </a:cubicBezTo>
                <a:cubicBezTo>
                  <a:pt x="677" y="1338"/>
                  <a:pt x="682" y="1337"/>
                  <a:pt x="686" y="1337"/>
                </a:cubicBezTo>
                <a:cubicBezTo>
                  <a:pt x="717" y="1352"/>
                  <a:pt x="722" y="1353"/>
                  <a:pt x="726" y="1359"/>
                </a:cubicBezTo>
                <a:cubicBezTo>
                  <a:pt x="698" y="1354"/>
                  <a:pt x="691" y="1350"/>
                  <a:pt x="684" y="1349"/>
                </a:cubicBezTo>
                <a:cubicBezTo>
                  <a:pt x="670" y="1348"/>
                  <a:pt x="667" y="1343"/>
                  <a:pt x="663" y="1345"/>
                </a:cubicBezTo>
                <a:cubicBezTo>
                  <a:pt x="627" y="1341"/>
                  <a:pt x="624" y="1336"/>
                  <a:pt x="620" y="1338"/>
                </a:cubicBezTo>
                <a:cubicBezTo>
                  <a:pt x="560" y="1320"/>
                  <a:pt x="556" y="1320"/>
                  <a:pt x="553" y="1319"/>
                </a:cubicBezTo>
                <a:cubicBezTo>
                  <a:pt x="518" y="1303"/>
                  <a:pt x="512" y="1300"/>
                  <a:pt x="505" y="1300"/>
                </a:cubicBezTo>
                <a:cubicBezTo>
                  <a:pt x="488" y="1293"/>
                  <a:pt x="487" y="1289"/>
                  <a:pt x="485" y="1290"/>
                </a:cubicBezTo>
                <a:cubicBezTo>
                  <a:pt x="521" y="1315"/>
                  <a:pt x="524" y="1319"/>
                  <a:pt x="528" y="1318"/>
                </a:cubicBezTo>
                <a:cubicBezTo>
                  <a:pt x="566" y="1335"/>
                  <a:pt x="569" y="1341"/>
                  <a:pt x="572" y="1346"/>
                </a:cubicBezTo>
                <a:cubicBezTo>
                  <a:pt x="604" y="1356"/>
                  <a:pt x="608" y="1362"/>
                  <a:pt x="611" y="1366"/>
                </a:cubicBezTo>
                <a:cubicBezTo>
                  <a:pt x="652" y="1386"/>
                  <a:pt x="660" y="1398"/>
                  <a:pt x="669" y="1400"/>
                </a:cubicBezTo>
                <a:cubicBezTo>
                  <a:pt x="717" y="1420"/>
                  <a:pt x="721" y="1423"/>
                  <a:pt x="726" y="1423"/>
                </a:cubicBezTo>
                <a:cubicBezTo>
                  <a:pt x="789" y="1445"/>
                  <a:pt x="794" y="1444"/>
                  <a:pt x="799" y="1446"/>
                </a:cubicBezTo>
                <a:cubicBezTo>
                  <a:pt x="834" y="1455"/>
                  <a:pt x="839" y="1460"/>
                  <a:pt x="844" y="1460"/>
                </a:cubicBezTo>
                <a:cubicBezTo>
                  <a:pt x="868" y="1469"/>
                  <a:pt x="872" y="1468"/>
                  <a:pt x="870" y="1471"/>
                </a:cubicBezTo>
                <a:cubicBezTo>
                  <a:pt x="799" y="1494"/>
                  <a:pt x="796" y="1495"/>
                  <a:pt x="792" y="1497"/>
                </a:cubicBezTo>
                <a:cubicBezTo>
                  <a:pt x="807" y="1500"/>
                  <a:pt x="814" y="1498"/>
                  <a:pt x="821" y="1492"/>
                </a:cubicBezTo>
                <a:cubicBezTo>
                  <a:pt x="853" y="1487"/>
                  <a:pt x="846" y="1492"/>
                  <a:pt x="840" y="1492"/>
                </a:cubicBezTo>
                <a:cubicBezTo>
                  <a:pt x="845" y="1498"/>
                  <a:pt x="850" y="1500"/>
                  <a:pt x="857" y="1494"/>
                </a:cubicBezTo>
                <a:cubicBezTo>
                  <a:pt x="896" y="1495"/>
                  <a:pt x="902" y="1495"/>
                  <a:pt x="906" y="1499"/>
                </a:cubicBezTo>
                <a:cubicBezTo>
                  <a:pt x="937" y="1499"/>
                  <a:pt x="939" y="1509"/>
                  <a:pt x="944" y="1507"/>
                </a:cubicBezTo>
                <a:cubicBezTo>
                  <a:pt x="979" y="1513"/>
                  <a:pt x="980" y="1525"/>
                  <a:pt x="984" y="1518"/>
                </a:cubicBezTo>
                <a:close/>
                <a:moveTo>
                  <a:pt x="194" y="560"/>
                </a:moveTo>
                <a:cubicBezTo>
                  <a:pt x="193" y="556"/>
                  <a:pt x="197" y="560"/>
                  <a:pt x="199" y="563"/>
                </a:cubicBezTo>
                <a:cubicBezTo>
                  <a:pt x="200" y="567"/>
                  <a:pt x="196" y="563"/>
                  <a:pt x="194" y="560"/>
                </a:cubicBezTo>
                <a:close/>
                <a:moveTo>
                  <a:pt x="272" y="655"/>
                </a:moveTo>
                <a:cubicBezTo>
                  <a:pt x="271" y="660"/>
                  <a:pt x="274" y="665"/>
                  <a:pt x="273" y="670"/>
                </a:cubicBezTo>
                <a:cubicBezTo>
                  <a:pt x="266" y="671"/>
                  <a:pt x="272" y="661"/>
                  <a:pt x="269" y="657"/>
                </a:cubicBezTo>
                <a:cubicBezTo>
                  <a:pt x="270" y="652"/>
                  <a:pt x="269" y="647"/>
                  <a:pt x="268" y="641"/>
                </a:cubicBezTo>
                <a:cubicBezTo>
                  <a:pt x="275" y="641"/>
                  <a:pt x="269" y="651"/>
                  <a:pt x="272" y="655"/>
                </a:cubicBezTo>
                <a:close/>
                <a:moveTo>
                  <a:pt x="268" y="727"/>
                </a:moveTo>
                <a:cubicBezTo>
                  <a:pt x="276" y="724"/>
                  <a:pt x="273" y="733"/>
                  <a:pt x="279" y="738"/>
                </a:cubicBezTo>
                <a:cubicBezTo>
                  <a:pt x="274" y="741"/>
                  <a:pt x="272" y="730"/>
                  <a:pt x="268" y="727"/>
                </a:cubicBezTo>
                <a:close/>
                <a:moveTo>
                  <a:pt x="290" y="751"/>
                </a:moveTo>
                <a:cubicBezTo>
                  <a:pt x="298" y="753"/>
                  <a:pt x="300" y="766"/>
                  <a:pt x="303" y="772"/>
                </a:cubicBezTo>
                <a:cubicBezTo>
                  <a:pt x="296" y="771"/>
                  <a:pt x="298" y="758"/>
                  <a:pt x="290" y="751"/>
                </a:cubicBezTo>
                <a:close/>
                <a:moveTo>
                  <a:pt x="308" y="784"/>
                </a:moveTo>
                <a:cubicBezTo>
                  <a:pt x="319" y="781"/>
                  <a:pt x="311" y="795"/>
                  <a:pt x="318" y="801"/>
                </a:cubicBezTo>
                <a:cubicBezTo>
                  <a:pt x="308" y="801"/>
                  <a:pt x="317" y="790"/>
                  <a:pt x="308" y="784"/>
                </a:cubicBezTo>
                <a:close/>
                <a:moveTo>
                  <a:pt x="335" y="731"/>
                </a:moveTo>
                <a:cubicBezTo>
                  <a:pt x="331" y="739"/>
                  <a:pt x="333" y="748"/>
                  <a:pt x="329" y="756"/>
                </a:cubicBezTo>
                <a:cubicBezTo>
                  <a:pt x="331" y="839"/>
                  <a:pt x="330" y="829"/>
                  <a:pt x="331" y="827"/>
                </a:cubicBezTo>
                <a:cubicBezTo>
                  <a:pt x="322" y="788"/>
                  <a:pt x="320" y="778"/>
                  <a:pt x="322" y="769"/>
                </a:cubicBezTo>
                <a:cubicBezTo>
                  <a:pt x="318" y="724"/>
                  <a:pt x="317" y="720"/>
                  <a:pt x="317" y="717"/>
                </a:cubicBezTo>
                <a:cubicBezTo>
                  <a:pt x="318" y="666"/>
                  <a:pt x="315" y="662"/>
                  <a:pt x="318" y="659"/>
                </a:cubicBezTo>
                <a:cubicBezTo>
                  <a:pt x="321" y="617"/>
                  <a:pt x="325" y="610"/>
                  <a:pt x="326" y="603"/>
                </a:cubicBezTo>
                <a:cubicBezTo>
                  <a:pt x="329" y="554"/>
                  <a:pt x="337" y="551"/>
                  <a:pt x="334" y="546"/>
                </a:cubicBezTo>
                <a:cubicBezTo>
                  <a:pt x="340" y="528"/>
                  <a:pt x="337" y="525"/>
                  <a:pt x="340" y="524"/>
                </a:cubicBezTo>
                <a:cubicBezTo>
                  <a:pt x="358" y="455"/>
                  <a:pt x="361" y="441"/>
                  <a:pt x="367" y="427"/>
                </a:cubicBezTo>
                <a:cubicBezTo>
                  <a:pt x="372" y="400"/>
                  <a:pt x="369" y="396"/>
                  <a:pt x="372" y="393"/>
                </a:cubicBezTo>
                <a:cubicBezTo>
                  <a:pt x="373" y="371"/>
                  <a:pt x="375" y="370"/>
                  <a:pt x="377" y="374"/>
                </a:cubicBezTo>
                <a:cubicBezTo>
                  <a:pt x="377" y="403"/>
                  <a:pt x="376" y="410"/>
                  <a:pt x="376" y="417"/>
                </a:cubicBezTo>
                <a:cubicBezTo>
                  <a:pt x="376" y="432"/>
                  <a:pt x="379" y="436"/>
                  <a:pt x="376" y="439"/>
                </a:cubicBezTo>
                <a:cubicBezTo>
                  <a:pt x="374" y="475"/>
                  <a:pt x="370" y="478"/>
                  <a:pt x="372" y="482"/>
                </a:cubicBezTo>
                <a:cubicBezTo>
                  <a:pt x="363" y="531"/>
                  <a:pt x="358" y="537"/>
                  <a:pt x="363" y="545"/>
                </a:cubicBezTo>
                <a:cubicBezTo>
                  <a:pt x="349" y="586"/>
                  <a:pt x="354" y="590"/>
                  <a:pt x="351" y="593"/>
                </a:cubicBezTo>
                <a:cubicBezTo>
                  <a:pt x="346" y="626"/>
                  <a:pt x="344" y="633"/>
                  <a:pt x="342" y="640"/>
                </a:cubicBezTo>
                <a:cubicBezTo>
                  <a:pt x="338" y="668"/>
                  <a:pt x="336" y="675"/>
                  <a:pt x="335" y="682"/>
                </a:cubicBezTo>
                <a:close/>
                <a:moveTo>
                  <a:pt x="377" y="918"/>
                </a:moveTo>
                <a:cubicBezTo>
                  <a:pt x="384" y="917"/>
                  <a:pt x="377" y="927"/>
                  <a:pt x="384" y="931"/>
                </a:cubicBezTo>
                <a:cubicBezTo>
                  <a:pt x="377" y="932"/>
                  <a:pt x="376" y="921"/>
                  <a:pt x="377" y="918"/>
                </a:cubicBezTo>
                <a:close/>
                <a:moveTo>
                  <a:pt x="383" y="897"/>
                </a:moveTo>
                <a:cubicBezTo>
                  <a:pt x="382" y="892"/>
                  <a:pt x="387" y="897"/>
                  <a:pt x="385" y="899"/>
                </a:cubicBezTo>
                <a:cubicBezTo>
                  <a:pt x="387" y="902"/>
                  <a:pt x="385" y="904"/>
                  <a:pt x="388" y="907"/>
                </a:cubicBezTo>
                <a:cubicBezTo>
                  <a:pt x="387" y="914"/>
                  <a:pt x="383" y="899"/>
                  <a:pt x="383" y="897"/>
                </a:cubicBezTo>
                <a:close/>
                <a:moveTo>
                  <a:pt x="454" y="1071"/>
                </a:moveTo>
                <a:cubicBezTo>
                  <a:pt x="452" y="1070"/>
                  <a:pt x="449" y="1072"/>
                  <a:pt x="447" y="1068"/>
                </a:cubicBezTo>
                <a:cubicBezTo>
                  <a:pt x="405" y="1048"/>
                  <a:pt x="400" y="1045"/>
                  <a:pt x="395" y="1044"/>
                </a:cubicBezTo>
                <a:cubicBezTo>
                  <a:pt x="344" y="1022"/>
                  <a:pt x="338" y="1021"/>
                  <a:pt x="333" y="1018"/>
                </a:cubicBezTo>
                <a:cubicBezTo>
                  <a:pt x="314" y="1012"/>
                  <a:pt x="310" y="1001"/>
                  <a:pt x="304" y="1004"/>
                </a:cubicBezTo>
                <a:cubicBezTo>
                  <a:pt x="227" y="958"/>
                  <a:pt x="222" y="952"/>
                  <a:pt x="217" y="949"/>
                </a:cubicBezTo>
                <a:cubicBezTo>
                  <a:pt x="187" y="918"/>
                  <a:pt x="197" y="935"/>
                  <a:pt x="210" y="935"/>
                </a:cubicBezTo>
                <a:cubicBezTo>
                  <a:pt x="249" y="953"/>
                  <a:pt x="254" y="958"/>
                  <a:pt x="260" y="960"/>
                </a:cubicBezTo>
                <a:cubicBezTo>
                  <a:pt x="301" y="977"/>
                  <a:pt x="306" y="982"/>
                  <a:pt x="311" y="983"/>
                </a:cubicBezTo>
                <a:cubicBezTo>
                  <a:pt x="357" y="1005"/>
                  <a:pt x="360" y="1006"/>
                  <a:pt x="363" y="1007"/>
                </a:cubicBezTo>
                <a:cubicBezTo>
                  <a:pt x="404" y="1025"/>
                  <a:pt x="402" y="1033"/>
                  <a:pt x="409" y="1031"/>
                </a:cubicBezTo>
                <a:cubicBezTo>
                  <a:pt x="437" y="1049"/>
                  <a:pt x="439" y="1056"/>
                  <a:pt x="441" y="1053"/>
                </a:cubicBezTo>
                <a:cubicBezTo>
                  <a:pt x="464" y="1081"/>
                  <a:pt x="459" y="1076"/>
                  <a:pt x="454" y="1071"/>
                </a:cubicBezTo>
                <a:close/>
                <a:moveTo>
                  <a:pt x="268" y="1051"/>
                </a:moveTo>
                <a:cubicBezTo>
                  <a:pt x="271" y="1051"/>
                  <a:pt x="273" y="1052"/>
                  <a:pt x="276" y="1054"/>
                </a:cubicBezTo>
                <a:cubicBezTo>
                  <a:pt x="278" y="1059"/>
                  <a:pt x="270" y="1054"/>
                  <a:pt x="268" y="1051"/>
                </a:cubicBezTo>
                <a:close/>
                <a:moveTo>
                  <a:pt x="580" y="1214"/>
                </a:moveTo>
                <a:cubicBezTo>
                  <a:pt x="573" y="1211"/>
                  <a:pt x="567" y="1205"/>
                  <a:pt x="560" y="1205"/>
                </a:cubicBezTo>
                <a:cubicBezTo>
                  <a:pt x="529" y="1186"/>
                  <a:pt x="526" y="1184"/>
                  <a:pt x="522" y="1186"/>
                </a:cubicBezTo>
                <a:cubicBezTo>
                  <a:pt x="481" y="1169"/>
                  <a:pt x="479" y="1162"/>
                  <a:pt x="475" y="1164"/>
                </a:cubicBezTo>
                <a:cubicBezTo>
                  <a:pt x="441" y="1147"/>
                  <a:pt x="434" y="1148"/>
                  <a:pt x="428" y="1143"/>
                </a:cubicBezTo>
                <a:cubicBezTo>
                  <a:pt x="404" y="1135"/>
                  <a:pt x="402" y="1125"/>
                  <a:pt x="398" y="1127"/>
                </a:cubicBezTo>
                <a:cubicBezTo>
                  <a:pt x="345" y="1102"/>
                  <a:pt x="339" y="1102"/>
                  <a:pt x="333" y="1096"/>
                </a:cubicBezTo>
                <a:cubicBezTo>
                  <a:pt x="282" y="1057"/>
                  <a:pt x="286" y="1056"/>
                  <a:pt x="289" y="1061"/>
                </a:cubicBezTo>
                <a:cubicBezTo>
                  <a:pt x="303" y="1065"/>
                  <a:pt x="306" y="1064"/>
                  <a:pt x="309" y="1067"/>
                </a:cubicBezTo>
                <a:cubicBezTo>
                  <a:pt x="329" y="1073"/>
                  <a:pt x="332" y="1077"/>
                  <a:pt x="336" y="1075"/>
                </a:cubicBezTo>
                <a:cubicBezTo>
                  <a:pt x="382" y="1096"/>
                  <a:pt x="389" y="1094"/>
                  <a:pt x="395" y="1100"/>
                </a:cubicBezTo>
                <a:cubicBezTo>
                  <a:pt x="420" y="1110"/>
                  <a:pt x="426" y="1117"/>
                  <a:pt x="433" y="1116"/>
                </a:cubicBezTo>
                <a:cubicBezTo>
                  <a:pt x="475" y="1138"/>
                  <a:pt x="479" y="1137"/>
                  <a:pt x="482" y="1140"/>
                </a:cubicBezTo>
                <a:cubicBezTo>
                  <a:pt x="503" y="1150"/>
                  <a:pt x="505" y="1157"/>
                  <a:pt x="509" y="1155"/>
                </a:cubicBezTo>
                <a:cubicBezTo>
                  <a:pt x="552" y="1189"/>
                  <a:pt x="558" y="1193"/>
                  <a:pt x="565" y="1196"/>
                </a:cubicBezTo>
                <a:close/>
                <a:moveTo>
                  <a:pt x="617" y="1274"/>
                </a:moveTo>
                <a:cubicBezTo>
                  <a:pt x="613" y="1273"/>
                  <a:pt x="608" y="1272"/>
                  <a:pt x="604" y="1270"/>
                </a:cubicBezTo>
                <a:cubicBezTo>
                  <a:pt x="596" y="1264"/>
                  <a:pt x="587" y="1264"/>
                  <a:pt x="579" y="1258"/>
                </a:cubicBezTo>
                <a:cubicBezTo>
                  <a:pt x="575" y="1258"/>
                  <a:pt x="570" y="1256"/>
                  <a:pt x="566" y="1254"/>
                </a:cubicBezTo>
                <a:cubicBezTo>
                  <a:pt x="562" y="1252"/>
                  <a:pt x="558" y="1249"/>
                  <a:pt x="554" y="1249"/>
                </a:cubicBezTo>
                <a:cubicBezTo>
                  <a:pt x="546" y="1247"/>
                  <a:pt x="537" y="1243"/>
                  <a:pt x="529" y="1240"/>
                </a:cubicBezTo>
                <a:cubicBezTo>
                  <a:pt x="513" y="1231"/>
                  <a:pt x="495" y="1229"/>
                  <a:pt x="480" y="1216"/>
                </a:cubicBezTo>
                <a:cubicBezTo>
                  <a:pt x="475" y="1215"/>
                  <a:pt x="471" y="1216"/>
                  <a:pt x="467" y="1209"/>
                </a:cubicBezTo>
                <a:cubicBezTo>
                  <a:pt x="462" y="1214"/>
                  <a:pt x="460" y="1202"/>
                  <a:pt x="455" y="1204"/>
                </a:cubicBezTo>
                <a:cubicBezTo>
                  <a:pt x="447" y="1200"/>
                  <a:pt x="439" y="1194"/>
                  <a:pt x="431" y="1192"/>
                </a:cubicBezTo>
                <a:cubicBezTo>
                  <a:pt x="427" y="1188"/>
                  <a:pt x="424" y="1185"/>
                  <a:pt x="420" y="1184"/>
                </a:cubicBezTo>
                <a:cubicBezTo>
                  <a:pt x="419" y="1181"/>
                  <a:pt x="421" y="1183"/>
                  <a:pt x="423" y="1182"/>
                </a:cubicBezTo>
                <a:cubicBezTo>
                  <a:pt x="425" y="1182"/>
                  <a:pt x="427" y="1183"/>
                  <a:pt x="429" y="1186"/>
                </a:cubicBezTo>
                <a:cubicBezTo>
                  <a:pt x="434" y="1181"/>
                  <a:pt x="436" y="1194"/>
                  <a:pt x="441" y="1188"/>
                </a:cubicBezTo>
                <a:cubicBezTo>
                  <a:pt x="447" y="1196"/>
                  <a:pt x="456" y="1192"/>
                  <a:pt x="462" y="1199"/>
                </a:cubicBezTo>
                <a:cubicBezTo>
                  <a:pt x="464" y="1201"/>
                  <a:pt x="467" y="1198"/>
                  <a:pt x="468" y="1200"/>
                </a:cubicBezTo>
                <a:cubicBezTo>
                  <a:pt x="470" y="1204"/>
                  <a:pt x="472" y="1203"/>
                  <a:pt x="475" y="1201"/>
                </a:cubicBezTo>
                <a:cubicBezTo>
                  <a:pt x="477" y="1208"/>
                  <a:pt x="482" y="1201"/>
                  <a:pt x="484" y="1208"/>
                </a:cubicBezTo>
                <a:cubicBezTo>
                  <a:pt x="492" y="1207"/>
                  <a:pt x="499" y="1213"/>
                  <a:pt x="506" y="1216"/>
                </a:cubicBezTo>
                <a:cubicBezTo>
                  <a:pt x="515" y="1216"/>
                  <a:pt x="522" y="1222"/>
                  <a:pt x="530" y="1226"/>
                </a:cubicBezTo>
                <a:cubicBezTo>
                  <a:pt x="538" y="1225"/>
                  <a:pt x="545" y="1230"/>
                  <a:pt x="552" y="1235"/>
                </a:cubicBezTo>
                <a:cubicBezTo>
                  <a:pt x="556" y="1235"/>
                  <a:pt x="559" y="1239"/>
                  <a:pt x="563" y="1240"/>
                </a:cubicBezTo>
                <a:cubicBezTo>
                  <a:pt x="567" y="1242"/>
                  <a:pt x="571" y="1239"/>
                  <a:pt x="573" y="1246"/>
                </a:cubicBezTo>
                <a:cubicBezTo>
                  <a:pt x="581" y="1247"/>
                  <a:pt x="588" y="1254"/>
                  <a:pt x="595" y="1254"/>
                </a:cubicBezTo>
                <a:cubicBezTo>
                  <a:pt x="597" y="1256"/>
                  <a:pt x="598" y="1258"/>
                  <a:pt x="599" y="1260"/>
                </a:cubicBezTo>
                <a:cubicBezTo>
                  <a:pt x="604" y="1262"/>
                  <a:pt x="609" y="1265"/>
                  <a:pt x="614" y="1265"/>
                </a:cubicBezTo>
                <a:cubicBezTo>
                  <a:pt x="618" y="1269"/>
                  <a:pt x="623" y="1274"/>
                  <a:pt x="628" y="1274"/>
                </a:cubicBezTo>
                <a:cubicBezTo>
                  <a:pt x="629" y="1283"/>
                  <a:pt x="620" y="1272"/>
                  <a:pt x="617" y="1274"/>
                </a:cubicBezTo>
                <a:close/>
                <a:moveTo>
                  <a:pt x="805" y="1319"/>
                </a:moveTo>
                <a:cubicBezTo>
                  <a:pt x="807" y="1316"/>
                  <a:pt x="803" y="1312"/>
                  <a:pt x="802" y="1308"/>
                </a:cubicBezTo>
                <a:cubicBezTo>
                  <a:pt x="798" y="1300"/>
                  <a:pt x="801" y="1294"/>
                  <a:pt x="795" y="1286"/>
                </a:cubicBezTo>
                <a:cubicBezTo>
                  <a:pt x="796" y="1283"/>
                  <a:pt x="793" y="1279"/>
                  <a:pt x="792" y="1275"/>
                </a:cubicBezTo>
                <a:cubicBezTo>
                  <a:pt x="792" y="1271"/>
                  <a:pt x="789" y="1267"/>
                  <a:pt x="789" y="1263"/>
                </a:cubicBezTo>
                <a:cubicBezTo>
                  <a:pt x="784" y="1259"/>
                  <a:pt x="792" y="1257"/>
                  <a:pt x="786" y="1252"/>
                </a:cubicBezTo>
                <a:cubicBezTo>
                  <a:pt x="788" y="1249"/>
                  <a:pt x="782" y="1245"/>
                  <a:pt x="785" y="1242"/>
                </a:cubicBezTo>
                <a:cubicBezTo>
                  <a:pt x="779" y="1240"/>
                  <a:pt x="788" y="1232"/>
                  <a:pt x="782" y="1234"/>
                </a:cubicBezTo>
                <a:cubicBezTo>
                  <a:pt x="780" y="1230"/>
                  <a:pt x="785" y="1227"/>
                  <a:pt x="779" y="1223"/>
                </a:cubicBezTo>
                <a:cubicBezTo>
                  <a:pt x="777" y="1216"/>
                  <a:pt x="771" y="1208"/>
                  <a:pt x="775" y="1202"/>
                </a:cubicBezTo>
                <a:cubicBezTo>
                  <a:pt x="766" y="1186"/>
                  <a:pt x="772" y="1173"/>
                  <a:pt x="762" y="1157"/>
                </a:cubicBezTo>
                <a:cubicBezTo>
                  <a:pt x="762" y="1151"/>
                  <a:pt x="764" y="1145"/>
                  <a:pt x="759" y="1138"/>
                </a:cubicBezTo>
                <a:cubicBezTo>
                  <a:pt x="763" y="1133"/>
                  <a:pt x="757" y="1126"/>
                  <a:pt x="757" y="1120"/>
                </a:cubicBezTo>
                <a:cubicBezTo>
                  <a:pt x="762" y="1115"/>
                  <a:pt x="752" y="1107"/>
                  <a:pt x="757" y="1102"/>
                </a:cubicBezTo>
                <a:cubicBezTo>
                  <a:pt x="753" y="1095"/>
                  <a:pt x="756" y="1090"/>
                  <a:pt x="752" y="1084"/>
                </a:cubicBezTo>
                <a:cubicBezTo>
                  <a:pt x="757" y="1082"/>
                  <a:pt x="759" y="1092"/>
                  <a:pt x="763" y="1095"/>
                </a:cubicBezTo>
                <a:cubicBezTo>
                  <a:pt x="764" y="1101"/>
                  <a:pt x="771" y="1108"/>
                  <a:pt x="771" y="1113"/>
                </a:cubicBezTo>
                <a:cubicBezTo>
                  <a:pt x="774" y="1123"/>
                  <a:pt x="774" y="1132"/>
                  <a:pt x="777" y="1141"/>
                </a:cubicBezTo>
                <a:cubicBezTo>
                  <a:pt x="776" y="1145"/>
                  <a:pt x="777" y="1150"/>
                  <a:pt x="779" y="1155"/>
                </a:cubicBezTo>
                <a:cubicBezTo>
                  <a:pt x="776" y="1159"/>
                  <a:pt x="783" y="1164"/>
                  <a:pt x="780" y="1168"/>
                </a:cubicBezTo>
                <a:cubicBezTo>
                  <a:pt x="783" y="1178"/>
                  <a:pt x="783" y="1186"/>
                  <a:pt x="787" y="1196"/>
                </a:cubicBezTo>
                <a:cubicBezTo>
                  <a:pt x="784" y="1199"/>
                  <a:pt x="791" y="1205"/>
                  <a:pt x="788" y="1208"/>
                </a:cubicBezTo>
                <a:cubicBezTo>
                  <a:pt x="790" y="1213"/>
                  <a:pt x="790" y="1217"/>
                  <a:pt x="795" y="1222"/>
                </a:cubicBezTo>
                <a:cubicBezTo>
                  <a:pt x="789" y="1226"/>
                  <a:pt x="793" y="1231"/>
                  <a:pt x="797" y="1237"/>
                </a:cubicBezTo>
                <a:cubicBezTo>
                  <a:pt x="791" y="1240"/>
                  <a:pt x="797" y="1245"/>
                  <a:pt x="798" y="1249"/>
                </a:cubicBezTo>
                <a:cubicBezTo>
                  <a:pt x="792" y="1257"/>
                  <a:pt x="805" y="1267"/>
                  <a:pt x="800" y="1275"/>
                </a:cubicBezTo>
                <a:cubicBezTo>
                  <a:pt x="807" y="1281"/>
                  <a:pt x="801" y="1284"/>
                  <a:pt x="805" y="1290"/>
                </a:cubicBezTo>
                <a:cubicBezTo>
                  <a:pt x="807" y="1294"/>
                  <a:pt x="806" y="1298"/>
                  <a:pt x="806" y="1302"/>
                </a:cubicBezTo>
                <a:cubicBezTo>
                  <a:pt x="808" y="1311"/>
                  <a:pt x="809" y="1319"/>
                  <a:pt x="811" y="1328"/>
                </a:cubicBezTo>
                <a:cubicBezTo>
                  <a:pt x="805" y="1330"/>
                  <a:pt x="808" y="1322"/>
                  <a:pt x="805" y="1319"/>
                </a:cubicBezTo>
                <a:close/>
                <a:moveTo>
                  <a:pt x="825" y="1377"/>
                </a:moveTo>
                <a:cubicBezTo>
                  <a:pt x="822" y="1373"/>
                  <a:pt x="823" y="1369"/>
                  <a:pt x="818" y="1364"/>
                </a:cubicBezTo>
                <a:cubicBezTo>
                  <a:pt x="822" y="1360"/>
                  <a:pt x="813" y="1353"/>
                  <a:pt x="816" y="1349"/>
                </a:cubicBezTo>
                <a:cubicBezTo>
                  <a:pt x="810" y="1344"/>
                  <a:pt x="813" y="1340"/>
                  <a:pt x="808" y="1335"/>
                </a:cubicBezTo>
                <a:cubicBezTo>
                  <a:pt x="816" y="1330"/>
                  <a:pt x="814" y="1343"/>
                  <a:pt x="816" y="1346"/>
                </a:cubicBezTo>
                <a:cubicBezTo>
                  <a:pt x="821" y="1352"/>
                  <a:pt x="818" y="1356"/>
                  <a:pt x="824" y="1362"/>
                </a:cubicBezTo>
                <a:cubicBezTo>
                  <a:pt x="821" y="1369"/>
                  <a:pt x="831" y="1379"/>
                  <a:pt x="832" y="1388"/>
                </a:cubicBezTo>
                <a:cubicBezTo>
                  <a:pt x="826" y="1390"/>
                  <a:pt x="828" y="1380"/>
                  <a:pt x="825" y="1377"/>
                </a:cubicBezTo>
                <a:close/>
                <a:moveTo>
                  <a:pt x="750" y="1257"/>
                </a:moveTo>
                <a:cubicBezTo>
                  <a:pt x="752" y="1260"/>
                  <a:pt x="755" y="1264"/>
                  <a:pt x="757" y="1267"/>
                </a:cubicBezTo>
                <a:cubicBezTo>
                  <a:pt x="754" y="1272"/>
                  <a:pt x="762" y="1279"/>
                  <a:pt x="761" y="1284"/>
                </a:cubicBezTo>
                <a:cubicBezTo>
                  <a:pt x="759" y="1289"/>
                  <a:pt x="763" y="1294"/>
                  <a:pt x="764" y="1300"/>
                </a:cubicBezTo>
                <a:cubicBezTo>
                  <a:pt x="765" y="1305"/>
                  <a:pt x="771" y="1311"/>
                  <a:pt x="771" y="1317"/>
                </a:cubicBezTo>
                <a:cubicBezTo>
                  <a:pt x="774" y="1320"/>
                  <a:pt x="773" y="1322"/>
                  <a:pt x="774" y="1325"/>
                </a:cubicBezTo>
                <a:cubicBezTo>
                  <a:pt x="776" y="1327"/>
                  <a:pt x="778" y="1330"/>
                  <a:pt x="776" y="1332"/>
                </a:cubicBezTo>
                <a:cubicBezTo>
                  <a:pt x="783" y="1341"/>
                  <a:pt x="783" y="1356"/>
                  <a:pt x="792" y="1361"/>
                </a:cubicBezTo>
                <a:cubicBezTo>
                  <a:pt x="790" y="1363"/>
                  <a:pt x="793" y="1366"/>
                  <a:pt x="795" y="1369"/>
                </a:cubicBezTo>
                <a:cubicBezTo>
                  <a:pt x="797" y="1372"/>
                  <a:pt x="795" y="1374"/>
                  <a:pt x="798" y="1377"/>
                </a:cubicBezTo>
                <a:cubicBezTo>
                  <a:pt x="798" y="1382"/>
                  <a:pt x="807" y="1388"/>
                  <a:pt x="801" y="1392"/>
                </a:cubicBezTo>
                <a:cubicBezTo>
                  <a:pt x="779" y="1365"/>
                  <a:pt x="778" y="1342"/>
                  <a:pt x="763" y="1317"/>
                </a:cubicBezTo>
                <a:cubicBezTo>
                  <a:pt x="764" y="1312"/>
                  <a:pt x="764" y="1307"/>
                  <a:pt x="760" y="1301"/>
                </a:cubicBezTo>
                <a:cubicBezTo>
                  <a:pt x="762" y="1296"/>
                  <a:pt x="756" y="1291"/>
                  <a:pt x="757" y="1286"/>
                </a:cubicBezTo>
                <a:cubicBezTo>
                  <a:pt x="757" y="1281"/>
                  <a:pt x="754" y="1276"/>
                  <a:pt x="752" y="1271"/>
                </a:cubicBezTo>
                <a:cubicBezTo>
                  <a:pt x="754" y="1267"/>
                  <a:pt x="749" y="1261"/>
                  <a:pt x="750" y="1257"/>
                </a:cubicBezTo>
                <a:cubicBezTo>
                  <a:pt x="743" y="1251"/>
                  <a:pt x="755" y="1253"/>
                  <a:pt x="750" y="1257"/>
                </a:cubicBezTo>
                <a:close/>
                <a:moveTo>
                  <a:pt x="732" y="1176"/>
                </a:moveTo>
                <a:cubicBezTo>
                  <a:pt x="734" y="1178"/>
                  <a:pt x="734" y="1179"/>
                  <a:pt x="733" y="1180"/>
                </a:cubicBezTo>
                <a:cubicBezTo>
                  <a:pt x="737" y="1184"/>
                  <a:pt x="732" y="1187"/>
                  <a:pt x="737" y="1191"/>
                </a:cubicBezTo>
                <a:cubicBezTo>
                  <a:pt x="733" y="1195"/>
                  <a:pt x="740" y="1200"/>
                  <a:pt x="737" y="1205"/>
                </a:cubicBezTo>
                <a:cubicBezTo>
                  <a:pt x="734" y="1200"/>
                  <a:pt x="733" y="1196"/>
                  <a:pt x="736" y="1192"/>
                </a:cubicBezTo>
                <a:cubicBezTo>
                  <a:pt x="731" y="1185"/>
                  <a:pt x="731" y="1179"/>
                  <a:pt x="730" y="1172"/>
                </a:cubicBezTo>
                <a:cubicBezTo>
                  <a:pt x="733" y="1171"/>
                  <a:pt x="730" y="1174"/>
                  <a:pt x="732" y="1176"/>
                </a:cubicBezTo>
                <a:close/>
                <a:moveTo>
                  <a:pt x="727" y="1158"/>
                </a:moveTo>
                <a:cubicBezTo>
                  <a:pt x="726" y="1149"/>
                  <a:pt x="735" y="1168"/>
                  <a:pt x="728" y="1162"/>
                </a:cubicBezTo>
                <a:cubicBezTo>
                  <a:pt x="725" y="1160"/>
                  <a:pt x="728" y="1159"/>
                  <a:pt x="727" y="1158"/>
                </a:cubicBezTo>
                <a:close/>
                <a:moveTo>
                  <a:pt x="687" y="988"/>
                </a:moveTo>
                <a:cubicBezTo>
                  <a:pt x="686" y="980"/>
                  <a:pt x="691" y="972"/>
                  <a:pt x="688" y="963"/>
                </a:cubicBezTo>
                <a:cubicBezTo>
                  <a:pt x="690" y="939"/>
                  <a:pt x="692" y="942"/>
                  <a:pt x="690" y="943"/>
                </a:cubicBezTo>
                <a:cubicBezTo>
                  <a:pt x="691" y="958"/>
                  <a:pt x="690" y="959"/>
                  <a:pt x="692" y="961"/>
                </a:cubicBezTo>
                <a:cubicBezTo>
                  <a:pt x="692" y="977"/>
                  <a:pt x="693" y="981"/>
                  <a:pt x="692" y="985"/>
                </a:cubicBezTo>
                <a:cubicBezTo>
                  <a:pt x="698" y="1018"/>
                  <a:pt x="694" y="1026"/>
                  <a:pt x="698" y="1034"/>
                </a:cubicBezTo>
                <a:cubicBezTo>
                  <a:pt x="707" y="1091"/>
                  <a:pt x="704" y="1098"/>
                  <a:pt x="708" y="1107"/>
                </a:cubicBezTo>
                <a:cubicBezTo>
                  <a:pt x="711" y="1139"/>
                  <a:pt x="716" y="1148"/>
                  <a:pt x="715" y="1156"/>
                </a:cubicBezTo>
                <a:cubicBezTo>
                  <a:pt x="725" y="1197"/>
                  <a:pt x="729" y="1214"/>
                  <a:pt x="734" y="1231"/>
                </a:cubicBezTo>
                <a:cubicBezTo>
                  <a:pt x="749" y="1288"/>
                  <a:pt x="747" y="1296"/>
                  <a:pt x="752" y="1306"/>
                </a:cubicBezTo>
                <a:cubicBezTo>
                  <a:pt x="764" y="1347"/>
                  <a:pt x="773" y="1364"/>
                  <a:pt x="782" y="1381"/>
                </a:cubicBezTo>
                <a:cubicBezTo>
                  <a:pt x="746" y="1345"/>
                  <a:pt x="746" y="1340"/>
                  <a:pt x="740" y="1333"/>
                </a:cubicBezTo>
                <a:cubicBezTo>
                  <a:pt x="729" y="1298"/>
                  <a:pt x="730" y="1290"/>
                  <a:pt x="721" y="1280"/>
                </a:cubicBezTo>
                <a:cubicBezTo>
                  <a:pt x="713" y="1238"/>
                  <a:pt x="715" y="1234"/>
                  <a:pt x="712" y="1230"/>
                </a:cubicBezTo>
                <a:cubicBezTo>
                  <a:pt x="706" y="1195"/>
                  <a:pt x="704" y="1194"/>
                  <a:pt x="704" y="1193"/>
                </a:cubicBezTo>
                <a:cubicBezTo>
                  <a:pt x="701" y="1173"/>
                  <a:pt x="699" y="1164"/>
                  <a:pt x="699" y="1156"/>
                </a:cubicBezTo>
                <a:cubicBezTo>
                  <a:pt x="691" y="1100"/>
                  <a:pt x="690" y="1092"/>
                  <a:pt x="691" y="1084"/>
                </a:cubicBezTo>
                <a:close/>
                <a:moveTo>
                  <a:pt x="736" y="1347"/>
                </a:moveTo>
                <a:cubicBezTo>
                  <a:pt x="730" y="1348"/>
                  <a:pt x="730" y="1337"/>
                  <a:pt x="727" y="1334"/>
                </a:cubicBezTo>
                <a:cubicBezTo>
                  <a:pt x="734" y="1333"/>
                  <a:pt x="734" y="1344"/>
                  <a:pt x="736" y="1347"/>
                </a:cubicBezTo>
                <a:close/>
                <a:moveTo>
                  <a:pt x="678" y="1070"/>
                </a:moveTo>
                <a:cubicBezTo>
                  <a:pt x="684" y="1068"/>
                  <a:pt x="678" y="1073"/>
                  <a:pt x="680" y="1076"/>
                </a:cubicBezTo>
                <a:cubicBezTo>
                  <a:pt x="684" y="1082"/>
                  <a:pt x="675" y="1078"/>
                  <a:pt x="678" y="1070"/>
                </a:cubicBezTo>
                <a:close/>
                <a:moveTo>
                  <a:pt x="716" y="1310"/>
                </a:moveTo>
                <a:cubicBezTo>
                  <a:pt x="716" y="1305"/>
                  <a:pt x="710" y="1299"/>
                  <a:pt x="709" y="1294"/>
                </a:cubicBezTo>
                <a:cubicBezTo>
                  <a:pt x="710" y="1289"/>
                  <a:pt x="705" y="1283"/>
                  <a:pt x="706" y="1278"/>
                </a:cubicBezTo>
                <a:cubicBezTo>
                  <a:pt x="703" y="1275"/>
                  <a:pt x="704" y="1272"/>
                  <a:pt x="705" y="1270"/>
                </a:cubicBezTo>
                <a:cubicBezTo>
                  <a:pt x="702" y="1269"/>
                  <a:pt x="703" y="1267"/>
                  <a:pt x="702" y="1264"/>
                </a:cubicBezTo>
                <a:cubicBezTo>
                  <a:pt x="697" y="1253"/>
                  <a:pt x="697" y="1242"/>
                  <a:pt x="693" y="1230"/>
                </a:cubicBezTo>
                <a:cubicBezTo>
                  <a:pt x="694" y="1225"/>
                  <a:pt x="691" y="1219"/>
                  <a:pt x="693" y="1214"/>
                </a:cubicBezTo>
                <a:cubicBezTo>
                  <a:pt x="689" y="1208"/>
                  <a:pt x="692" y="1204"/>
                  <a:pt x="692" y="1199"/>
                </a:cubicBezTo>
                <a:cubicBezTo>
                  <a:pt x="686" y="1180"/>
                  <a:pt x="684" y="1162"/>
                  <a:pt x="683" y="1144"/>
                </a:cubicBezTo>
                <a:cubicBezTo>
                  <a:pt x="684" y="1135"/>
                  <a:pt x="679" y="1126"/>
                  <a:pt x="682" y="1117"/>
                </a:cubicBezTo>
                <a:cubicBezTo>
                  <a:pt x="676" y="1107"/>
                  <a:pt x="683" y="1100"/>
                  <a:pt x="679" y="1090"/>
                </a:cubicBezTo>
                <a:cubicBezTo>
                  <a:pt x="684" y="1088"/>
                  <a:pt x="681" y="1096"/>
                  <a:pt x="682" y="1099"/>
                </a:cubicBezTo>
                <a:cubicBezTo>
                  <a:pt x="682" y="1102"/>
                  <a:pt x="683" y="1106"/>
                  <a:pt x="682" y="1109"/>
                </a:cubicBezTo>
                <a:cubicBezTo>
                  <a:pt x="684" y="1117"/>
                  <a:pt x="686" y="1124"/>
                  <a:pt x="683" y="1130"/>
                </a:cubicBezTo>
                <a:cubicBezTo>
                  <a:pt x="686" y="1138"/>
                  <a:pt x="688" y="1145"/>
                  <a:pt x="689" y="1153"/>
                </a:cubicBezTo>
                <a:cubicBezTo>
                  <a:pt x="687" y="1156"/>
                  <a:pt x="691" y="1160"/>
                  <a:pt x="692" y="1164"/>
                </a:cubicBezTo>
                <a:cubicBezTo>
                  <a:pt x="687" y="1167"/>
                  <a:pt x="693" y="1171"/>
                  <a:pt x="690" y="1173"/>
                </a:cubicBezTo>
                <a:cubicBezTo>
                  <a:pt x="694" y="1180"/>
                  <a:pt x="697" y="1187"/>
                  <a:pt x="696" y="1193"/>
                </a:cubicBezTo>
                <a:cubicBezTo>
                  <a:pt x="697" y="1196"/>
                  <a:pt x="697" y="1199"/>
                  <a:pt x="698" y="1203"/>
                </a:cubicBezTo>
                <a:cubicBezTo>
                  <a:pt x="696" y="1206"/>
                  <a:pt x="702" y="1210"/>
                  <a:pt x="699" y="1212"/>
                </a:cubicBezTo>
                <a:cubicBezTo>
                  <a:pt x="702" y="1225"/>
                  <a:pt x="703" y="1237"/>
                  <a:pt x="707" y="1250"/>
                </a:cubicBezTo>
                <a:cubicBezTo>
                  <a:pt x="708" y="1274"/>
                  <a:pt x="726" y="1302"/>
                  <a:pt x="727" y="1326"/>
                </a:cubicBezTo>
                <a:cubicBezTo>
                  <a:pt x="721" y="1327"/>
                  <a:pt x="718" y="1315"/>
                  <a:pt x="716" y="1310"/>
                </a:cubicBezTo>
                <a:close/>
                <a:moveTo>
                  <a:pt x="591" y="1343"/>
                </a:moveTo>
                <a:cubicBezTo>
                  <a:pt x="583" y="1344"/>
                  <a:pt x="576" y="1334"/>
                  <a:pt x="568" y="1336"/>
                </a:cubicBezTo>
                <a:cubicBezTo>
                  <a:pt x="565" y="1330"/>
                  <a:pt x="572" y="1336"/>
                  <a:pt x="574" y="1334"/>
                </a:cubicBezTo>
                <a:cubicBezTo>
                  <a:pt x="577" y="1336"/>
                  <a:pt x="579" y="1334"/>
                  <a:pt x="582" y="1336"/>
                </a:cubicBezTo>
                <a:cubicBezTo>
                  <a:pt x="587" y="1339"/>
                  <a:pt x="593" y="1337"/>
                  <a:pt x="598" y="1344"/>
                </a:cubicBezTo>
                <a:cubicBezTo>
                  <a:pt x="607" y="1344"/>
                  <a:pt x="617" y="1346"/>
                  <a:pt x="627" y="1347"/>
                </a:cubicBezTo>
                <a:cubicBezTo>
                  <a:pt x="632" y="1349"/>
                  <a:pt x="637" y="1350"/>
                  <a:pt x="642" y="1350"/>
                </a:cubicBezTo>
                <a:cubicBezTo>
                  <a:pt x="646" y="1353"/>
                  <a:pt x="651" y="1353"/>
                  <a:pt x="655" y="1354"/>
                </a:cubicBezTo>
                <a:cubicBezTo>
                  <a:pt x="661" y="1352"/>
                  <a:pt x="665" y="1356"/>
                  <a:pt x="671" y="1356"/>
                </a:cubicBezTo>
                <a:cubicBezTo>
                  <a:pt x="675" y="1357"/>
                  <a:pt x="680" y="1358"/>
                  <a:pt x="684" y="1360"/>
                </a:cubicBezTo>
                <a:cubicBezTo>
                  <a:pt x="693" y="1361"/>
                  <a:pt x="702" y="1366"/>
                  <a:pt x="711" y="1364"/>
                </a:cubicBezTo>
                <a:cubicBezTo>
                  <a:pt x="722" y="1373"/>
                  <a:pt x="735" y="1372"/>
                  <a:pt x="746" y="1380"/>
                </a:cubicBezTo>
                <a:cubicBezTo>
                  <a:pt x="750" y="1379"/>
                  <a:pt x="753" y="1379"/>
                  <a:pt x="755" y="1381"/>
                </a:cubicBezTo>
                <a:cubicBezTo>
                  <a:pt x="757" y="1389"/>
                  <a:pt x="762" y="1379"/>
                  <a:pt x="764" y="1386"/>
                </a:cubicBezTo>
                <a:cubicBezTo>
                  <a:pt x="770" y="1383"/>
                  <a:pt x="774" y="1394"/>
                  <a:pt x="781" y="1390"/>
                </a:cubicBezTo>
                <a:cubicBezTo>
                  <a:pt x="782" y="1393"/>
                  <a:pt x="784" y="1395"/>
                  <a:pt x="786" y="1394"/>
                </a:cubicBezTo>
                <a:cubicBezTo>
                  <a:pt x="786" y="1397"/>
                  <a:pt x="786" y="1399"/>
                  <a:pt x="789" y="1398"/>
                </a:cubicBezTo>
                <a:cubicBezTo>
                  <a:pt x="792" y="1398"/>
                  <a:pt x="795" y="1403"/>
                  <a:pt x="798" y="1407"/>
                </a:cubicBezTo>
                <a:cubicBezTo>
                  <a:pt x="791" y="1410"/>
                  <a:pt x="786" y="1403"/>
                  <a:pt x="780" y="1404"/>
                </a:cubicBezTo>
                <a:cubicBezTo>
                  <a:pt x="774" y="1399"/>
                  <a:pt x="768" y="1401"/>
                  <a:pt x="763" y="1395"/>
                </a:cubicBezTo>
                <a:cubicBezTo>
                  <a:pt x="758" y="1394"/>
                  <a:pt x="753" y="1395"/>
                  <a:pt x="749" y="1391"/>
                </a:cubicBezTo>
                <a:cubicBezTo>
                  <a:pt x="745" y="1391"/>
                  <a:pt x="741" y="1390"/>
                  <a:pt x="737" y="1389"/>
                </a:cubicBezTo>
                <a:cubicBezTo>
                  <a:pt x="729" y="1388"/>
                  <a:pt x="721" y="1384"/>
                  <a:pt x="713" y="1382"/>
                </a:cubicBezTo>
                <a:cubicBezTo>
                  <a:pt x="705" y="1380"/>
                  <a:pt x="696" y="1378"/>
                  <a:pt x="688" y="1376"/>
                </a:cubicBezTo>
                <a:cubicBezTo>
                  <a:pt x="679" y="1375"/>
                  <a:pt x="671" y="1373"/>
                  <a:pt x="664" y="1369"/>
                </a:cubicBezTo>
                <a:cubicBezTo>
                  <a:pt x="661" y="1368"/>
                  <a:pt x="658" y="1370"/>
                  <a:pt x="656" y="1366"/>
                </a:cubicBezTo>
                <a:cubicBezTo>
                  <a:pt x="654" y="1367"/>
                  <a:pt x="653" y="1364"/>
                  <a:pt x="650" y="1365"/>
                </a:cubicBezTo>
                <a:cubicBezTo>
                  <a:pt x="647" y="1361"/>
                  <a:pt x="642" y="1366"/>
                  <a:pt x="639" y="1360"/>
                </a:cubicBezTo>
                <a:cubicBezTo>
                  <a:pt x="630" y="1360"/>
                  <a:pt x="623" y="1356"/>
                  <a:pt x="615" y="1353"/>
                </a:cubicBezTo>
                <a:cubicBezTo>
                  <a:pt x="607" y="1348"/>
                  <a:pt x="599" y="1348"/>
                  <a:pt x="591" y="1343"/>
                </a:cubicBezTo>
                <a:close/>
                <a:moveTo>
                  <a:pt x="862" y="1455"/>
                </a:moveTo>
                <a:cubicBezTo>
                  <a:pt x="859" y="1456"/>
                  <a:pt x="857" y="1456"/>
                  <a:pt x="854" y="1453"/>
                </a:cubicBezTo>
                <a:cubicBezTo>
                  <a:pt x="849" y="1453"/>
                  <a:pt x="844" y="1449"/>
                  <a:pt x="838" y="1448"/>
                </a:cubicBezTo>
                <a:cubicBezTo>
                  <a:pt x="828" y="1443"/>
                  <a:pt x="817" y="1443"/>
                  <a:pt x="807" y="1438"/>
                </a:cubicBezTo>
                <a:cubicBezTo>
                  <a:pt x="796" y="1436"/>
                  <a:pt x="786" y="1431"/>
                  <a:pt x="775" y="1431"/>
                </a:cubicBezTo>
                <a:cubicBezTo>
                  <a:pt x="771" y="1424"/>
                  <a:pt x="764" y="1431"/>
                  <a:pt x="759" y="1424"/>
                </a:cubicBezTo>
                <a:cubicBezTo>
                  <a:pt x="754" y="1427"/>
                  <a:pt x="750" y="1419"/>
                  <a:pt x="744" y="1422"/>
                </a:cubicBezTo>
                <a:cubicBezTo>
                  <a:pt x="734" y="1413"/>
                  <a:pt x="722" y="1416"/>
                  <a:pt x="712" y="1410"/>
                </a:cubicBezTo>
                <a:cubicBezTo>
                  <a:pt x="707" y="1405"/>
                  <a:pt x="700" y="1410"/>
                  <a:pt x="696" y="1402"/>
                </a:cubicBezTo>
                <a:cubicBezTo>
                  <a:pt x="690" y="1403"/>
                  <a:pt x="685" y="1401"/>
                  <a:pt x="681" y="1397"/>
                </a:cubicBezTo>
                <a:cubicBezTo>
                  <a:pt x="670" y="1394"/>
                  <a:pt x="660" y="1389"/>
                  <a:pt x="650" y="1384"/>
                </a:cubicBezTo>
                <a:cubicBezTo>
                  <a:pt x="646" y="1377"/>
                  <a:pt x="639" y="1382"/>
                  <a:pt x="635" y="1374"/>
                </a:cubicBezTo>
                <a:cubicBezTo>
                  <a:pt x="629" y="1374"/>
                  <a:pt x="625" y="1367"/>
                  <a:pt x="620" y="1368"/>
                </a:cubicBezTo>
                <a:cubicBezTo>
                  <a:pt x="619" y="1366"/>
                  <a:pt x="618" y="1364"/>
                  <a:pt x="616" y="1363"/>
                </a:cubicBezTo>
                <a:cubicBezTo>
                  <a:pt x="626" y="1363"/>
                  <a:pt x="635" y="1369"/>
                  <a:pt x="644" y="1372"/>
                </a:cubicBezTo>
                <a:cubicBezTo>
                  <a:pt x="654" y="1376"/>
                  <a:pt x="663" y="1379"/>
                  <a:pt x="673" y="1381"/>
                </a:cubicBezTo>
                <a:cubicBezTo>
                  <a:pt x="677" y="1385"/>
                  <a:pt x="682" y="1385"/>
                  <a:pt x="687" y="1387"/>
                </a:cubicBezTo>
                <a:cubicBezTo>
                  <a:pt x="690" y="1386"/>
                  <a:pt x="693" y="1387"/>
                  <a:pt x="695" y="1390"/>
                </a:cubicBezTo>
                <a:cubicBezTo>
                  <a:pt x="697" y="1387"/>
                  <a:pt x="699" y="1389"/>
                  <a:pt x="701" y="1391"/>
                </a:cubicBezTo>
                <a:cubicBezTo>
                  <a:pt x="706" y="1386"/>
                  <a:pt x="709" y="1395"/>
                  <a:pt x="715" y="1392"/>
                </a:cubicBezTo>
                <a:cubicBezTo>
                  <a:pt x="716" y="1396"/>
                  <a:pt x="720" y="1392"/>
                  <a:pt x="722" y="1394"/>
                </a:cubicBezTo>
                <a:cubicBezTo>
                  <a:pt x="724" y="1395"/>
                  <a:pt x="726" y="1396"/>
                  <a:pt x="728" y="1398"/>
                </a:cubicBezTo>
                <a:cubicBezTo>
                  <a:pt x="733" y="1400"/>
                  <a:pt x="738" y="1398"/>
                  <a:pt x="743" y="1401"/>
                </a:cubicBezTo>
                <a:cubicBezTo>
                  <a:pt x="748" y="1400"/>
                  <a:pt x="751" y="1407"/>
                  <a:pt x="757" y="1402"/>
                </a:cubicBezTo>
                <a:cubicBezTo>
                  <a:pt x="766" y="1410"/>
                  <a:pt x="776" y="1411"/>
                  <a:pt x="786" y="1416"/>
                </a:cubicBezTo>
                <a:cubicBezTo>
                  <a:pt x="796" y="1416"/>
                  <a:pt x="804" y="1425"/>
                  <a:pt x="814" y="1425"/>
                </a:cubicBezTo>
                <a:cubicBezTo>
                  <a:pt x="822" y="1434"/>
                  <a:pt x="833" y="1431"/>
                  <a:pt x="841" y="1438"/>
                </a:cubicBezTo>
                <a:cubicBezTo>
                  <a:pt x="850" y="1444"/>
                  <a:pt x="859" y="1451"/>
                  <a:pt x="868" y="1453"/>
                </a:cubicBezTo>
                <a:cubicBezTo>
                  <a:pt x="871" y="1458"/>
                  <a:pt x="863" y="1458"/>
                  <a:pt x="862" y="1455"/>
                </a:cubicBezTo>
                <a:close/>
                <a:moveTo>
                  <a:pt x="840" y="1425"/>
                </a:moveTo>
                <a:cubicBezTo>
                  <a:pt x="842" y="1424"/>
                  <a:pt x="844" y="1423"/>
                  <a:pt x="846" y="1421"/>
                </a:cubicBezTo>
                <a:cubicBezTo>
                  <a:pt x="847" y="1424"/>
                  <a:pt x="849" y="1426"/>
                  <a:pt x="851" y="1428"/>
                </a:cubicBezTo>
                <a:cubicBezTo>
                  <a:pt x="846" y="1432"/>
                  <a:pt x="843" y="1428"/>
                  <a:pt x="840" y="1425"/>
                </a:cubicBezTo>
                <a:close/>
                <a:moveTo>
                  <a:pt x="860" y="1430"/>
                </a:moveTo>
                <a:cubicBezTo>
                  <a:pt x="863" y="1427"/>
                  <a:pt x="855" y="1422"/>
                  <a:pt x="857" y="1419"/>
                </a:cubicBezTo>
                <a:cubicBezTo>
                  <a:pt x="837" y="1377"/>
                  <a:pt x="840" y="1373"/>
                  <a:pt x="834" y="1368"/>
                </a:cubicBezTo>
                <a:cubicBezTo>
                  <a:pt x="825" y="1337"/>
                  <a:pt x="822" y="1332"/>
                  <a:pt x="822" y="1328"/>
                </a:cubicBezTo>
                <a:cubicBezTo>
                  <a:pt x="816" y="1281"/>
                  <a:pt x="809" y="1272"/>
                  <a:pt x="808" y="1263"/>
                </a:cubicBezTo>
                <a:cubicBezTo>
                  <a:pt x="805" y="1231"/>
                  <a:pt x="802" y="1222"/>
                  <a:pt x="799" y="1214"/>
                </a:cubicBezTo>
                <a:cubicBezTo>
                  <a:pt x="788" y="1155"/>
                  <a:pt x="788" y="1147"/>
                  <a:pt x="784" y="1139"/>
                </a:cubicBezTo>
                <a:cubicBezTo>
                  <a:pt x="801" y="1169"/>
                  <a:pt x="802" y="1172"/>
                  <a:pt x="804" y="1175"/>
                </a:cubicBezTo>
                <a:cubicBezTo>
                  <a:pt x="817" y="1231"/>
                  <a:pt x="820" y="1237"/>
                  <a:pt x="819" y="1242"/>
                </a:cubicBezTo>
                <a:cubicBezTo>
                  <a:pt x="835" y="1298"/>
                  <a:pt x="831" y="1303"/>
                  <a:pt x="835" y="1309"/>
                </a:cubicBezTo>
                <a:cubicBezTo>
                  <a:pt x="846" y="1364"/>
                  <a:pt x="845" y="1369"/>
                  <a:pt x="847" y="1375"/>
                </a:cubicBezTo>
                <a:cubicBezTo>
                  <a:pt x="855" y="1404"/>
                  <a:pt x="856" y="1406"/>
                  <a:pt x="859" y="1409"/>
                </a:cubicBezTo>
                <a:close/>
                <a:moveTo>
                  <a:pt x="866" y="1401"/>
                </a:moveTo>
                <a:cubicBezTo>
                  <a:pt x="866" y="1396"/>
                  <a:pt x="864" y="1391"/>
                  <a:pt x="863" y="1385"/>
                </a:cubicBezTo>
                <a:cubicBezTo>
                  <a:pt x="855" y="1379"/>
                  <a:pt x="863" y="1375"/>
                  <a:pt x="856" y="1368"/>
                </a:cubicBezTo>
                <a:cubicBezTo>
                  <a:pt x="856" y="1363"/>
                  <a:pt x="852" y="1357"/>
                  <a:pt x="856" y="1353"/>
                </a:cubicBezTo>
                <a:cubicBezTo>
                  <a:pt x="852" y="1352"/>
                  <a:pt x="853" y="1350"/>
                  <a:pt x="852" y="1347"/>
                </a:cubicBezTo>
                <a:cubicBezTo>
                  <a:pt x="854" y="1345"/>
                  <a:pt x="848" y="1345"/>
                  <a:pt x="851" y="1343"/>
                </a:cubicBezTo>
                <a:cubicBezTo>
                  <a:pt x="850" y="1337"/>
                  <a:pt x="848" y="1332"/>
                  <a:pt x="848" y="1326"/>
                </a:cubicBezTo>
                <a:cubicBezTo>
                  <a:pt x="845" y="1321"/>
                  <a:pt x="846" y="1316"/>
                  <a:pt x="844" y="1310"/>
                </a:cubicBezTo>
                <a:cubicBezTo>
                  <a:pt x="841" y="1304"/>
                  <a:pt x="846" y="1300"/>
                  <a:pt x="840" y="1294"/>
                </a:cubicBezTo>
                <a:cubicBezTo>
                  <a:pt x="845" y="1289"/>
                  <a:pt x="838" y="1283"/>
                  <a:pt x="837" y="1278"/>
                </a:cubicBezTo>
                <a:cubicBezTo>
                  <a:pt x="837" y="1272"/>
                  <a:pt x="834" y="1267"/>
                  <a:pt x="833" y="1261"/>
                </a:cubicBezTo>
                <a:cubicBezTo>
                  <a:pt x="833" y="1251"/>
                  <a:pt x="827" y="1240"/>
                  <a:pt x="829" y="1230"/>
                </a:cubicBezTo>
                <a:cubicBezTo>
                  <a:pt x="823" y="1208"/>
                  <a:pt x="819" y="1186"/>
                  <a:pt x="806" y="1163"/>
                </a:cubicBezTo>
                <a:cubicBezTo>
                  <a:pt x="810" y="1161"/>
                  <a:pt x="812" y="1170"/>
                  <a:pt x="815" y="1172"/>
                </a:cubicBezTo>
                <a:cubicBezTo>
                  <a:pt x="819" y="1171"/>
                  <a:pt x="816" y="1174"/>
                  <a:pt x="818" y="1176"/>
                </a:cubicBezTo>
                <a:cubicBezTo>
                  <a:pt x="819" y="1178"/>
                  <a:pt x="821" y="1180"/>
                  <a:pt x="822" y="1181"/>
                </a:cubicBezTo>
                <a:cubicBezTo>
                  <a:pt x="823" y="1187"/>
                  <a:pt x="828" y="1193"/>
                  <a:pt x="828" y="1198"/>
                </a:cubicBezTo>
                <a:cubicBezTo>
                  <a:pt x="828" y="1203"/>
                  <a:pt x="835" y="1209"/>
                  <a:pt x="834" y="1213"/>
                </a:cubicBezTo>
                <a:cubicBezTo>
                  <a:pt x="837" y="1218"/>
                  <a:pt x="836" y="1223"/>
                  <a:pt x="839" y="1228"/>
                </a:cubicBezTo>
                <a:cubicBezTo>
                  <a:pt x="846" y="1234"/>
                  <a:pt x="837" y="1237"/>
                  <a:pt x="844" y="1243"/>
                </a:cubicBezTo>
                <a:cubicBezTo>
                  <a:pt x="842" y="1245"/>
                  <a:pt x="847" y="1249"/>
                  <a:pt x="845" y="1251"/>
                </a:cubicBezTo>
                <a:cubicBezTo>
                  <a:pt x="845" y="1253"/>
                  <a:pt x="845" y="1255"/>
                  <a:pt x="847" y="1257"/>
                </a:cubicBezTo>
                <a:cubicBezTo>
                  <a:pt x="845" y="1262"/>
                  <a:pt x="849" y="1267"/>
                  <a:pt x="849" y="1272"/>
                </a:cubicBezTo>
                <a:cubicBezTo>
                  <a:pt x="851" y="1282"/>
                  <a:pt x="851" y="1291"/>
                  <a:pt x="856" y="1301"/>
                </a:cubicBezTo>
                <a:cubicBezTo>
                  <a:pt x="855" y="1321"/>
                  <a:pt x="863" y="1343"/>
                  <a:pt x="860" y="1363"/>
                </a:cubicBezTo>
                <a:cubicBezTo>
                  <a:pt x="865" y="1372"/>
                  <a:pt x="865" y="1380"/>
                  <a:pt x="868" y="1389"/>
                </a:cubicBezTo>
                <a:cubicBezTo>
                  <a:pt x="870" y="1398"/>
                  <a:pt x="875" y="1407"/>
                  <a:pt x="873" y="1415"/>
                </a:cubicBezTo>
                <a:cubicBezTo>
                  <a:pt x="867" y="1416"/>
                  <a:pt x="868" y="1405"/>
                  <a:pt x="866" y="1401"/>
                </a:cubicBezTo>
                <a:close/>
                <a:moveTo>
                  <a:pt x="872" y="1421"/>
                </a:moveTo>
                <a:cubicBezTo>
                  <a:pt x="878" y="1421"/>
                  <a:pt x="879" y="1433"/>
                  <a:pt x="881" y="1437"/>
                </a:cubicBezTo>
                <a:cubicBezTo>
                  <a:pt x="873" y="1437"/>
                  <a:pt x="876" y="1426"/>
                  <a:pt x="872" y="1421"/>
                </a:cubicBezTo>
                <a:close/>
                <a:moveTo>
                  <a:pt x="0" y="157"/>
                </a:move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1" y="157"/>
                  <a:pt x="1" y="157"/>
                </a:cubicBezTo>
                <a:cubicBezTo>
                  <a:pt x="1" y="157"/>
                  <a:pt x="0" y="157"/>
                  <a:pt x="0" y="157"/>
                </a:cubicBezTo>
                <a:close/>
                <a:moveTo>
                  <a:pt x="1990" y="177"/>
                </a:moveTo>
                <a:cubicBezTo>
                  <a:pt x="1986" y="177"/>
                  <a:pt x="1989" y="180"/>
                  <a:pt x="1988" y="183"/>
                </a:cubicBezTo>
                <a:cubicBezTo>
                  <a:pt x="1987" y="200"/>
                  <a:pt x="1977" y="199"/>
                  <a:pt x="1977" y="203"/>
                </a:cubicBezTo>
                <a:cubicBezTo>
                  <a:pt x="1972" y="214"/>
                  <a:pt x="1973" y="215"/>
                  <a:pt x="1974" y="213"/>
                </a:cubicBezTo>
                <a:cubicBezTo>
                  <a:pt x="1987" y="201"/>
                  <a:pt x="1986" y="193"/>
                  <a:pt x="1988" y="190"/>
                </a:cubicBezTo>
                <a:cubicBezTo>
                  <a:pt x="2008" y="131"/>
                  <a:pt x="2015" y="118"/>
                  <a:pt x="2014" y="109"/>
                </a:cubicBezTo>
                <a:cubicBezTo>
                  <a:pt x="2029" y="70"/>
                  <a:pt x="2030" y="64"/>
                  <a:pt x="2028" y="63"/>
                </a:cubicBezTo>
                <a:cubicBezTo>
                  <a:pt x="2038" y="12"/>
                  <a:pt x="2039" y="6"/>
                  <a:pt x="2040" y="0"/>
                </a:cubicBezTo>
                <a:cubicBezTo>
                  <a:pt x="2031" y="29"/>
                  <a:pt x="2029" y="44"/>
                  <a:pt x="2027" y="60"/>
                </a:cubicBezTo>
                <a:cubicBezTo>
                  <a:pt x="2025" y="57"/>
                  <a:pt x="2024" y="42"/>
                  <a:pt x="2025" y="26"/>
                </a:cubicBezTo>
                <a:cubicBezTo>
                  <a:pt x="2026" y="2"/>
                  <a:pt x="2026" y="1"/>
                  <a:pt x="2026" y="0"/>
                </a:cubicBezTo>
                <a:cubicBezTo>
                  <a:pt x="2013" y="63"/>
                  <a:pt x="2011" y="101"/>
                  <a:pt x="2002" y="142"/>
                </a:cubicBezTo>
                <a:close/>
                <a:moveTo>
                  <a:pt x="1971" y="192"/>
                </a:moveTo>
                <a:cubicBezTo>
                  <a:pt x="1982" y="160"/>
                  <a:pt x="1984" y="143"/>
                  <a:pt x="1990" y="113"/>
                </a:cubicBezTo>
                <a:cubicBezTo>
                  <a:pt x="1986" y="110"/>
                  <a:pt x="1995" y="99"/>
                  <a:pt x="1991" y="95"/>
                </a:cubicBezTo>
                <a:cubicBezTo>
                  <a:pt x="1992" y="88"/>
                  <a:pt x="1993" y="81"/>
                  <a:pt x="1992" y="75"/>
                </a:cubicBezTo>
                <a:cubicBezTo>
                  <a:pt x="1995" y="62"/>
                  <a:pt x="1995" y="49"/>
                  <a:pt x="1995" y="37"/>
                </a:cubicBezTo>
                <a:cubicBezTo>
                  <a:pt x="1992" y="36"/>
                  <a:pt x="1994" y="32"/>
                  <a:pt x="1995" y="28"/>
                </a:cubicBezTo>
                <a:cubicBezTo>
                  <a:pt x="1995" y="25"/>
                  <a:pt x="1993" y="23"/>
                  <a:pt x="1996" y="19"/>
                </a:cubicBezTo>
                <a:cubicBezTo>
                  <a:pt x="1993" y="18"/>
                  <a:pt x="1995" y="14"/>
                  <a:pt x="1996" y="10"/>
                </a:cubicBezTo>
                <a:cubicBezTo>
                  <a:pt x="1992" y="9"/>
                  <a:pt x="1996" y="4"/>
                  <a:pt x="1997" y="0"/>
                </a:cubicBezTo>
                <a:cubicBezTo>
                  <a:pt x="1988" y="0"/>
                  <a:pt x="1988" y="0"/>
                  <a:pt x="1988" y="0"/>
                </a:cubicBezTo>
                <a:cubicBezTo>
                  <a:pt x="1987" y="6"/>
                  <a:pt x="1987" y="11"/>
                  <a:pt x="1987" y="17"/>
                </a:cubicBezTo>
                <a:cubicBezTo>
                  <a:pt x="1989" y="40"/>
                  <a:pt x="1987" y="66"/>
                  <a:pt x="1985" y="91"/>
                </a:cubicBezTo>
                <a:cubicBezTo>
                  <a:pt x="1985" y="113"/>
                  <a:pt x="1977" y="140"/>
                  <a:pt x="1977" y="166"/>
                </a:cubicBezTo>
                <a:cubicBezTo>
                  <a:pt x="1969" y="169"/>
                  <a:pt x="1977" y="178"/>
                  <a:pt x="1971" y="178"/>
                </a:cubicBezTo>
                <a:cubicBezTo>
                  <a:pt x="1975" y="184"/>
                  <a:pt x="1964" y="188"/>
                  <a:pt x="1971" y="192"/>
                </a:cubicBezTo>
                <a:close/>
                <a:moveTo>
                  <a:pt x="1900" y="50"/>
                </a:moveTo>
                <a:cubicBezTo>
                  <a:pt x="1902" y="34"/>
                  <a:pt x="1906" y="17"/>
                  <a:pt x="1908" y="0"/>
                </a:cubicBezTo>
                <a:cubicBezTo>
                  <a:pt x="1903" y="0"/>
                  <a:pt x="1903" y="0"/>
                  <a:pt x="1903" y="0"/>
                </a:cubicBezTo>
                <a:cubicBezTo>
                  <a:pt x="1902" y="2"/>
                  <a:pt x="1902" y="4"/>
                  <a:pt x="1902" y="5"/>
                </a:cubicBezTo>
                <a:cubicBezTo>
                  <a:pt x="1900" y="13"/>
                  <a:pt x="1899" y="20"/>
                  <a:pt x="1900" y="27"/>
                </a:cubicBezTo>
                <a:cubicBezTo>
                  <a:pt x="1900" y="31"/>
                  <a:pt x="1894" y="37"/>
                  <a:pt x="1899" y="38"/>
                </a:cubicBezTo>
                <a:cubicBezTo>
                  <a:pt x="1899" y="42"/>
                  <a:pt x="1892" y="50"/>
                  <a:pt x="1900" y="50"/>
                </a:cubicBezTo>
                <a:close/>
                <a:moveTo>
                  <a:pt x="1772" y="0"/>
                </a:moveTo>
                <a:cubicBezTo>
                  <a:pt x="1766" y="0"/>
                  <a:pt x="1766" y="0"/>
                  <a:pt x="1766" y="0"/>
                </a:cubicBezTo>
                <a:cubicBezTo>
                  <a:pt x="1761" y="13"/>
                  <a:pt x="1756" y="25"/>
                  <a:pt x="1752" y="35"/>
                </a:cubicBezTo>
                <a:cubicBezTo>
                  <a:pt x="1750" y="40"/>
                  <a:pt x="1748" y="48"/>
                  <a:pt x="1746" y="54"/>
                </a:cubicBezTo>
                <a:cubicBezTo>
                  <a:pt x="1744" y="62"/>
                  <a:pt x="1740" y="68"/>
                  <a:pt x="1743" y="74"/>
                </a:cubicBezTo>
                <a:cubicBezTo>
                  <a:pt x="1751" y="51"/>
                  <a:pt x="1761" y="26"/>
                  <a:pt x="1772" y="0"/>
                </a:cubicBezTo>
                <a:close/>
                <a:moveTo>
                  <a:pt x="2038" y="266"/>
                </a:moveTo>
                <a:cubicBezTo>
                  <a:pt x="2058" y="233"/>
                  <a:pt x="2063" y="188"/>
                  <a:pt x="2074" y="152"/>
                </a:cubicBezTo>
                <a:cubicBezTo>
                  <a:pt x="2076" y="145"/>
                  <a:pt x="2072" y="141"/>
                  <a:pt x="2075" y="134"/>
                </a:cubicBezTo>
                <a:cubicBezTo>
                  <a:pt x="2079" y="120"/>
                  <a:pt x="2079" y="118"/>
                  <a:pt x="2084" y="105"/>
                </a:cubicBezTo>
                <a:cubicBezTo>
                  <a:pt x="2087" y="93"/>
                  <a:pt x="2091" y="81"/>
                  <a:pt x="2094" y="69"/>
                </a:cubicBezTo>
                <a:cubicBezTo>
                  <a:pt x="2098" y="46"/>
                  <a:pt x="2102" y="24"/>
                  <a:pt x="2107" y="0"/>
                </a:cubicBezTo>
                <a:cubicBezTo>
                  <a:pt x="2098" y="0"/>
                  <a:pt x="2098" y="0"/>
                  <a:pt x="2098" y="0"/>
                </a:cubicBezTo>
                <a:cubicBezTo>
                  <a:pt x="2096" y="14"/>
                  <a:pt x="2093" y="27"/>
                  <a:pt x="2092" y="39"/>
                </a:cubicBezTo>
                <a:cubicBezTo>
                  <a:pt x="2091" y="44"/>
                  <a:pt x="2089" y="50"/>
                  <a:pt x="2087" y="56"/>
                </a:cubicBezTo>
                <a:cubicBezTo>
                  <a:pt x="2085" y="62"/>
                  <a:pt x="2082" y="67"/>
                  <a:pt x="2085" y="71"/>
                </a:cubicBezTo>
                <a:cubicBezTo>
                  <a:pt x="2084" y="75"/>
                  <a:pt x="2082" y="75"/>
                  <a:pt x="2082" y="72"/>
                </a:cubicBezTo>
                <a:cubicBezTo>
                  <a:pt x="2081" y="70"/>
                  <a:pt x="2081" y="68"/>
                  <a:pt x="2082" y="66"/>
                </a:cubicBezTo>
                <a:cubicBezTo>
                  <a:pt x="2081" y="61"/>
                  <a:pt x="2084" y="55"/>
                  <a:pt x="2081" y="52"/>
                </a:cubicBezTo>
                <a:cubicBezTo>
                  <a:pt x="2085" y="41"/>
                  <a:pt x="2079" y="34"/>
                  <a:pt x="2083" y="23"/>
                </a:cubicBezTo>
                <a:cubicBezTo>
                  <a:pt x="2083" y="18"/>
                  <a:pt x="2079" y="16"/>
                  <a:pt x="2083" y="9"/>
                </a:cubicBezTo>
                <a:cubicBezTo>
                  <a:pt x="2081" y="7"/>
                  <a:pt x="2081" y="4"/>
                  <a:pt x="2081" y="0"/>
                </a:cubicBezTo>
                <a:cubicBezTo>
                  <a:pt x="2074" y="0"/>
                  <a:pt x="2074" y="0"/>
                  <a:pt x="2074" y="0"/>
                </a:cubicBezTo>
                <a:cubicBezTo>
                  <a:pt x="2074" y="7"/>
                  <a:pt x="2074" y="13"/>
                  <a:pt x="2073" y="20"/>
                </a:cubicBezTo>
                <a:cubicBezTo>
                  <a:pt x="2077" y="23"/>
                  <a:pt x="2070" y="32"/>
                  <a:pt x="2075" y="34"/>
                </a:cubicBezTo>
                <a:cubicBezTo>
                  <a:pt x="2073" y="40"/>
                  <a:pt x="2073" y="46"/>
                  <a:pt x="2075" y="50"/>
                </a:cubicBezTo>
                <a:cubicBezTo>
                  <a:pt x="2074" y="71"/>
                  <a:pt x="2074" y="91"/>
                  <a:pt x="2072" y="113"/>
                </a:cubicBezTo>
                <a:cubicBezTo>
                  <a:pt x="2068" y="119"/>
                  <a:pt x="2065" y="134"/>
                  <a:pt x="2058" y="145"/>
                </a:cubicBezTo>
                <a:cubicBezTo>
                  <a:pt x="2057" y="151"/>
                  <a:pt x="2055" y="156"/>
                  <a:pt x="2053" y="162"/>
                </a:cubicBezTo>
                <a:cubicBezTo>
                  <a:pt x="2052" y="167"/>
                  <a:pt x="2048" y="174"/>
                  <a:pt x="2054" y="175"/>
                </a:cubicBezTo>
                <a:cubicBezTo>
                  <a:pt x="2055" y="173"/>
                  <a:pt x="2057" y="173"/>
                  <a:pt x="2058" y="170"/>
                </a:cubicBezTo>
                <a:cubicBezTo>
                  <a:pt x="2058" y="166"/>
                  <a:pt x="2062" y="165"/>
                  <a:pt x="2059" y="164"/>
                </a:cubicBezTo>
                <a:cubicBezTo>
                  <a:pt x="2063" y="161"/>
                  <a:pt x="2063" y="151"/>
                  <a:pt x="2068" y="150"/>
                </a:cubicBezTo>
                <a:cubicBezTo>
                  <a:pt x="2058" y="193"/>
                  <a:pt x="2055" y="210"/>
                  <a:pt x="2042" y="252"/>
                </a:cubicBezTo>
                <a:cubicBezTo>
                  <a:pt x="2041" y="255"/>
                  <a:pt x="2033" y="262"/>
                  <a:pt x="2038" y="266"/>
                </a:cubicBezTo>
                <a:close/>
                <a:moveTo>
                  <a:pt x="1895" y="189"/>
                </a:moveTo>
                <a:cubicBezTo>
                  <a:pt x="1897" y="183"/>
                  <a:pt x="1898" y="177"/>
                  <a:pt x="1900" y="171"/>
                </a:cubicBezTo>
                <a:cubicBezTo>
                  <a:pt x="1902" y="165"/>
                  <a:pt x="1905" y="159"/>
                  <a:pt x="1903" y="155"/>
                </a:cubicBezTo>
                <a:cubicBezTo>
                  <a:pt x="1908" y="155"/>
                  <a:pt x="1907" y="144"/>
                  <a:pt x="1910" y="139"/>
                </a:cubicBezTo>
                <a:cubicBezTo>
                  <a:pt x="1911" y="117"/>
                  <a:pt x="1919" y="102"/>
                  <a:pt x="1918" y="80"/>
                </a:cubicBezTo>
                <a:cubicBezTo>
                  <a:pt x="1925" y="53"/>
                  <a:pt x="1931" y="26"/>
                  <a:pt x="1935" y="0"/>
                </a:cubicBezTo>
                <a:cubicBezTo>
                  <a:pt x="1927" y="0"/>
                  <a:pt x="1927" y="0"/>
                  <a:pt x="1927" y="0"/>
                </a:cubicBezTo>
                <a:cubicBezTo>
                  <a:pt x="1924" y="22"/>
                  <a:pt x="1917" y="43"/>
                  <a:pt x="1916" y="66"/>
                </a:cubicBezTo>
                <a:cubicBezTo>
                  <a:pt x="1911" y="100"/>
                  <a:pt x="1901" y="137"/>
                  <a:pt x="1896" y="171"/>
                </a:cubicBezTo>
                <a:cubicBezTo>
                  <a:pt x="1890" y="184"/>
                  <a:pt x="1893" y="192"/>
                  <a:pt x="1885" y="198"/>
                </a:cubicBezTo>
                <a:cubicBezTo>
                  <a:pt x="1892" y="201"/>
                  <a:pt x="1893" y="196"/>
                  <a:pt x="1895" y="189"/>
                </a:cubicBezTo>
                <a:close/>
                <a:moveTo>
                  <a:pt x="1767" y="129"/>
                </a:moveTo>
                <a:cubicBezTo>
                  <a:pt x="1770" y="127"/>
                  <a:pt x="1772" y="124"/>
                  <a:pt x="1772" y="119"/>
                </a:cubicBezTo>
                <a:cubicBezTo>
                  <a:pt x="1772" y="117"/>
                  <a:pt x="1771" y="107"/>
                  <a:pt x="1776" y="108"/>
                </a:cubicBezTo>
                <a:cubicBezTo>
                  <a:pt x="1778" y="97"/>
                  <a:pt x="1778" y="98"/>
                  <a:pt x="1780" y="87"/>
                </a:cubicBezTo>
                <a:cubicBezTo>
                  <a:pt x="1787" y="80"/>
                  <a:pt x="1788" y="63"/>
                  <a:pt x="1792" y="52"/>
                </a:cubicBezTo>
                <a:cubicBezTo>
                  <a:pt x="1797" y="50"/>
                  <a:pt x="1795" y="46"/>
                  <a:pt x="1795" y="42"/>
                </a:cubicBezTo>
                <a:cubicBezTo>
                  <a:pt x="1801" y="41"/>
                  <a:pt x="1800" y="29"/>
                  <a:pt x="1803" y="23"/>
                </a:cubicBezTo>
                <a:cubicBezTo>
                  <a:pt x="1807" y="19"/>
                  <a:pt x="1808" y="9"/>
                  <a:pt x="1813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802" y="14"/>
                  <a:pt x="1797" y="27"/>
                  <a:pt x="1791" y="40"/>
                </a:cubicBezTo>
                <a:cubicBezTo>
                  <a:pt x="1787" y="56"/>
                  <a:pt x="1782" y="71"/>
                  <a:pt x="1778" y="86"/>
                </a:cubicBezTo>
                <a:cubicBezTo>
                  <a:pt x="1773" y="92"/>
                  <a:pt x="1776" y="96"/>
                  <a:pt x="1772" y="105"/>
                </a:cubicBezTo>
                <a:cubicBezTo>
                  <a:pt x="1771" y="109"/>
                  <a:pt x="1770" y="113"/>
                  <a:pt x="1768" y="118"/>
                </a:cubicBezTo>
                <a:cubicBezTo>
                  <a:pt x="1769" y="121"/>
                  <a:pt x="1763" y="128"/>
                  <a:pt x="1767" y="129"/>
                </a:cubicBezTo>
                <a:close/>
                <a:moveTo>
                  <a:pt x="1848" y="80"/>
                </a:moveTo>
                <a:cubicBezTo>
                  <a:pt x="1847" y="84"/>
                  <a:pt x="1845" y="88"/>
                  <a:pt x="1844" y="92"/>
                </a:cubicBezTo>
                <a:cubicBezTo>
                  <a:pt x="1848" y="94"/>
                  <a:pt x="1842" y="102"/>
                  <a:pt x="1845" y="104"/>
                </a:cubicBezTo>
                <a:cubicBezTo>
                  <a:pt x="1847" y="108"/>
                  <a:pt x="1844" y="114"/>
                  <a:pt x="1843" y="119"/>
                </a:cubicBezTo>
                <a:cubicBezTo>
                  <a:pt x="1845" y="122"/>
                  <a:pt x="1846" y="126"/>
                  <a:pt x="1844" y="131"/>
                </a:cubicBezTo>
                <a:cubicBezTo>
                  <a:pt x="1846" y="134"/>
                  <a:pt x="1845" y="140"/>
                  <a:pt x="1847" y="143"/>
                </a:cubicBezTo>
                <a:cubicBezTo>
                  <a:pt x="1851" y="119"/>
                  <a:pt x="1849" y="97"/>
                  <a:pt x="1852" y="72"/>
                </a:cubicBezTo>
                <a:cubicBezTo>
                  <a:pt x="1854" y="60"/>
                  <a:pt x="1855" y="47"/>
                  <a:pt x="1857" y="35"/>
                </a:cubicBezTo>
                <a:cubicBezTo>
                  <a:pt x="1862" y="18"/>
                  <a:pt x="1862" y="14"/>
                  <a:pt x="1865" y="0"/>
                </a:cubicBezTo>
                <a:cubicBezTo>
                  <a:pt x="1858" y="0"/>
                  <a:pt x="1858" y="0"/>
                  <a:pt x="1858" y="0"/>
                </a:cubicBezTo>
                <a:cubicBezTo>
                  <a:pt x="1853" y="28"/>
                  <a:pt x="1846" y="56"/>
                  <a:pt x="1848" y="80"/>
                </a:cubicBezTo>
                <a:close/>
                <a:moveTo>
                  <a:pt x="1862" y="259"/>
                </a:moveTo>
                <a:cubicBezTo>
                  <a:pt x="1858" y="265"/>
                  <a:pt x="1862" y="266"/>
                  <a:pt x="1858" y="267"/>
                </a:cubicBezTo>
                <a:cubicBezTo>
                  <a:pt x="1856" y="268"/>
                  <a:pt x="1856" y="277"/>
                  <a:pt x="1857" y="276"/>
                </a:cubicBezTo>
                <a:cubicBezTo>
                  <a:pt x="1867" y="260"/>
                  <a:pt x="1877" y="244"/>
                  <a:pt x="1888" y="228"/>
                </a:cubicBezTo>
                <a:cubicBezTo>
                  <a:pt x="1900" y="211"/>
                  <a:pt x="1905" y="198"/>
                  <a:pt x="1914" y="177"/>
                </a:cubicBezTo>
                <a:cubicBezTo>
                  <a:pt x="1927" y="132"/>
                  <a:pt x="1941" y="88"/>
                  <a:pt x="1954" y="52"/>
                </a:cubicBezTo>
                <a:cubicBezTo>
                  <a:pt x="1954" y="42"/>
                  <a:pt x="1959" y="30"/>
                  <a:pt x="1959" y="20"/>
                </a:cubicBezTo>
                <a:cubicBezTo>
                  <a:pt x="1962" y="9"/>
                  <a:pt x="1964" y="8"/>
                  <a:pt x="1965" y="0"/>
                </a:cubicBezTo>
                <a:cubicBezTo>
                  <a:pt x="1957" y="0"/>
                  <a:pt x="1957" y="0"/>
                  <a:pt x="1957" y="0"/>
                </a:cubicBezTo>
                <a:cubicBezTo>
                  <a:pt x="1955" y="6"/>
                  <a:pt x="1953" y="13"/>
                  <a:pt x="1952" y="20"/>
                </a:cubicBezTo>
                <a:cubicBezTo>
                  <a:pt x="1952" y="30"/>
                  <a:pt x="1948" y="34"/>
                  <a:pt x="1948" y="42"/>
                </a:cubicBezTo>
                <a:cubicBezTo>
                  <a:pt x="1936" y="87"/>
                  <a:pt x="1917" y="124"/>
                  <a:pt x="1909" y="171"/>
                </a:cubicBezTo>
                <a:cubicBezTo>
                  <a:pt x="1904" y="174"/>
                  <a:pt x="1904" y="184"/>
                  <a:pt x="1901" y="191"/>
                </a:cubicBezTo>
                <a:cubicBezTo>
                  <a:pt x="1900" y="195"/>
                  <a:pt x="1897" y="195"/>
                  <a:pt x="1896" y="199"/>
                </a:cubicBezTo>
                <a:cubicBezTo>
                  <a:pt x="1894" y="202"/>
                  <a:pt x="1896" y="211"/>
                  <a:pt x="1891" y="209"/>
                </a:cubicBezTo>
                <a:cubicBezTo>
                  <a:pt x="1890" y="218"/>
                  <a:pt x="1886" y="223"/>
                  <a:pt x="1881" y="226"/>
                </a:cubicBezTo>
                <a:cubicBezTo>
                  <a:pt x="1880" y="236"/>
                  <a:pt x="1874" y="238"/>
                  <a:pt x="1872" y="249"/>
                </a:cubicBezTo>
                <a:cubicBezTo>
                  <a:pt x="1869" y="248"/>
                  <a:pt x="1870" y="254"/>
                  <a:pt x="1866" y="254"/>
                </a:cubicBezTo>
                <a:cubicBezTo>
                  <a:pt x="1861" y="255"/>
                  <a:pt x="1868" y="260"/>
                  <a:pt x="1862" y="25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1E1E0581-3B45-45FA-909D-956C5BA8C3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" y="1111"/>
                </a:moveTo>
                <a:cubicBezTo>
                  <a:pt x="45" y="1096"/>
                  <a:pt x="58" y="1080"/>
                  <a:pt x="69" y="1061"/>
                </a:cubicBezTo>
                <a:cubicBezTo>
                  <a:pt x="72" y="1054"/>
                  <a:pt x="75" y="1047"/>
                  <a:pt x="78" y="1040"/>
                </a:cubicBezTo>
                <a:cubicBezTo>
                  <a:pt x="69" y="1034"/>
                  <a:pt x="72" y="1054"/>
                  <a:pt x="66" y="1052"/>
                </a:cubicBezTo>
                <a:cubicBezTo>
                  <a:pt x="66" y="1060"/>
                  <a:pt x="61" y="1061"/>
                  <a:pt x="58" y="1070"/>
                </a:cubicBezTo>
                <a:cubicBezTo>
                  <a:pt x="53" y="1075"/>
                  <a:pt x="48" y="1080"/>
                  <a:pt x="44" y="1086"/>
                </a:cubicBezTo>
                <a:cubicBezTo>
                  <a:pt x="43" y="1091"/>
                  <a:pt x="39" y="1088"/>
                  <a:pt x="38" y="1095"/>
                </a:cubicBezTo>
                <a:cubicBezTo>
                  <a:pt x="33" y="1091"/>
                  <a:pt x="35" y="1105"/>
                  <a:pt x="31" y="1101"/>
                </a:cubicBezTo>
                <a:cubicBezTo>
                  <a:pt x="26" y="1106"/>
                  <a:pt x="21" y="1111"/>
                  <a:pt x="17" y="1117"/>
                </a:cubicBezTo>
                <a:cubicBezTo>
                  <a:pt x="15" y="1119"/>
                  <a:pt x="12" y="1120"/>
                  <a:pt x="9" y="1123"/>
                </a:cubicBezTo>
                <a:cubicBezTo>
                  <a:pt x="6" y="1123"/>
                  <a:pt x="6" y="1131"/>
                  <a:pt x="2" y="1129"/>
                </a:cubicBezTo>
                <a:cubicBezTo>
                  <a:pt x="1" y="1130"/>
                  <a:pt x="1" y="1131"/>
                  <a:pt x="0" y="1131"/>
                </a:cubicBezTo>
                <a:cubicBezTo>
                  <a:pt x="0" y="1141"/>
                  <a:pt x="0" y="1141"/>
                  <a:pt x="0" y="1141"/>
                </a:cubicBezTo>
                <a:cubicBezTo>
                  <a:pt x="4" y="1138"/>
                  <a:pt x="7" y="1136"/>
                  <a:pt x="10" y="1133"/>
                </a:cubicBezTo>
                <a:cubicBezTo>
                  <a:pt x="17" y="1124"/>
                  <a:pt x="24" y="1117"/>
                  <a:pt x="31" y="1111"/>
                </a:cubicBezTo>
                <a:close/>
                <a:moveTo>
                  <a:pt x="15" y="1054"/>
                </a:moveTo>
                <a:cubicBezTo>
                  <a:pt x="19" y="1046"/>
                  <a:pt x="26" y="1046"/>
                  <a:pt x="31" y="1040"/>
                </a:cubicBezTo>
                <a:cubicBezTo>
                  <a:pt x="35" y="1041"/>
                  <a:pt x="36" y="1033"/>
                  <a:pt x="40" y="1034"/>
                </a:cubicBezTo>
                <a:cubicBezTo>
                  <a:pt x="43" y="1031"/>
                  <a:pt x="45" y="1026"/>
                  <a:pt x="48" y="1026"/>
                </a:cubicBezTo>
                <a:cubicBezTo>
                  <a:pt x="49" y="1024"/>
                  <a:pt x="51" y="1024"/>
                  <a:pt x="53" y="1025"/>
                </a:cubicBezTo>
                <a:cubicBezTo>
                  <a:pt x="54" y="1023"/>
                  <a:pt x="52" y="1021"/>
                  <a:pt x="54" y="1018"/>
                </a:cubicBezTo>
                <a:cubicBezTo>
                  <a:pt x="57" y="1018"/>
                  <a:pt x="60" y="1015"/>
                  <a:pt x="62" y="1010"/>
                </a:cubicBezTo>
                <a:cubicBezTo>
                  <a:pt x="68" y="1004"/>
                  <a:pt x="72" y="998"/>
                  <a:pt x="73" y="989"/>
                </a:cubicBezTo>
                <a:cubicBezTo>
                  <a:pt x="67" y="986"/>
                  <a:pt x="65" y="992"/>
                  <a:pt x="62" y="998"/>
                </a:cubicBezTo>
                <a:cubicBezTo>
                  <a:pt x="58" y="1003"/>
                  <a:pt x="54" y="1005"/>
                  <a:pt x="51" y="1013"/>
                </a:cubicBezTo>
                <a:cubicBezTo>
                  <a:pt x="46" y="1012"/>
                  <a:pt x="43" y="1019"/>
                  <a:pt x="38" y="1021"/>
                </a:cubicBezTo>
                <a:cubicBezTo>
                  <a:pt x="36" y="1031"/>
                  <a:pt x="28" y="1027"/>
                  <a:pt x="25" y="1035"/>
                </a:cubicBezTo>
                <a:cubicBezTo>
                  <a:pt x="17" y="1041"/>
                  <a:pt x="7" y="1044"/>
                  <a:pt x="0" y="1056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5" y="1062"/>
                  <a:pt x="8" y="1054"/>
                  <a:pt x="15" y="1054"/>
                </a:cubicBezTo>
                <a:close/>
                <a:moveTo>
                  <a:pt x="21" y="1107"/>
                </a:moveTo>
                <a:cubicBezTo>
                  <a:pt x="25" y="1101"/>
                  <a:pt x="31" y="1100"/>
                  <a:pt x="34" y="1093"/>
                </a:cubicBezTo>
                <a:cubicBezTo>
                  <a:pt x="39" y="1092"/>
                  <a:pt x="40" y="1081"/>
                  <a:pt x="46" y="1082"/>
                </a:cubicBezTo>
                <a:cubicBezTo>
                  <a:pt x="48" y="1073"/>
                  <a:pt x="54" y="1072"/>
                  <a:pt x="58" y="1065"/>
                </a:cubicBezTo>
                <a:cubicBezTo>
                  <a:pt x="54" y="1063"/>
                  <a:pt x="60" y="1062"/>
                  <a:pt x="57" y="1060"/>
                </a:cubicBezTo>
                <a:cubicBezTo>
                  <a:pt x="57" y="1056"/>
                  <a:pt x="66" y="1056"/>
                  <a:pt x="61" y="1052"/>
                </a:cubicBezTo>
                <a:cubicBezTo>
                  <a:pt x="44" y="1073"/>
                  <a:pt x="28" y="1095"/>
                  <a:pt x="7" y="1105"/>
                </a:cubicBezTo>
                <a:cubicBezTo>
                  <a:pt x="5" y="1108"/>
                  <a:pt x="3" y="1110"/>
                  <a:pt x="0" y="1112"/>
                </a:cubicBezTo>
                <a:cubicBezTo>
                  <a:pt x="0" y="1121"/>
                  <a:pt x="0" y="1121"/>
                  <a:pt x="0" y="1121"/>
                </a:cubicBezTo>
                <a:cubicBezTo>
                  <a:pt x="3" y="1119"/>
                  <a:pt x="5" y="1117"/>
                  <a:pt x="8" y="1115"/>
                </a:cubicBezTo>
                <a:cubicBezTo>
                  <a:pt x="13" y="1114"/>
                  <a:pt x="15" y="1106"/>
                  <a:pt x="21" y="1107"/>
                </a:cubicBezTo>
                <a:close/>
                <a:moveTo>
                  <a:pt x="37" y="962"/>
                </a:moveTo>
                <a:cubicBezTo>
                  <a:pt x="39" y="959"/>
                  <a:pt x="42" y="960"/>
                  <a:pt x="44" y="958"/>
                </a:cubicBezTo>
                <a:cubicBezTo>
                  <a:pt x="46" y="955"/>
                  <a:pt x="46" y="950"/>
                  <a:pt x="49" y="950"/>
                </a:cubicBezTo>
                <a:cubicBezTo>
                  <a:pt x="55" y="942"/>
                  <a:pt x="52" y="942"/>
                  <a:pt x="58" y="935"/>
                </a:cubicBezTo>
                <a:cubicBezTo>
                  <a:pt x="61" y="928"/>
                  <a:pt x="64" y="922"/>
                  <a:pt x="67" y="915"/>
                </a:cubicBezTo>
                <a:cubicBezTo>
                  <a:pt x="72" y="913"/>
                  <a:pt x="72" y="903"/>
                  <a:pt x="66" y="900"/>
                </a:cubicBezTo>
                <a:cubicBezTo>
                  <a:pt x="64" y="900"/>
                  <a:pt x="63" y="899"/>
                  <a:pt x="62" y="899"/>
                </a:cubicBezTo>
                <a:cubicBezTo>
                  <a:pt x="60" y="902"/>
                  <a:pt x="61" y="904"/>
                  <a:pt x="61" y="906"/>
                </a:cubicBezTo>
                <a:cubicBezTo>
                  <a:pt x="54" y="905"/>
                  <a:pt x="62" y="911"/>
                  <a:pt x="61" y="913"/>
                </a:cubicBezTo>
                <a:cubicBezTo>
                  <a:pt x="56" y="913"/>
                  <a:pt x="53" y="926"/>
                  <a:pt x="54" y="929"/>
                </a:cubicBezTo>
                <a:cubicBezTo>
                  <a:pt x="46" y="930"/>
                  <a:pt x="45" y="945"/>
                  <a:pt x="38" y="948"/>
                </a:cubicBezTo>
                <a:cubicBezTo>
                  <a:pt x="34" y="957"/>
                  <a:pt x="27" y="962"/>
                  <a:pt x="22" y="970"/>
                </a:cubicBezTo>
                <a:cubicBezTo>
                  <a:pt x="17" y="976"/>
                  <a:pt x="11" y="979"/>
                  <a:pt x="6" y="986"/>
                </a:cubicBezTo>
                <a:cubicBezTo>
                  <a:pt x="4" y="987"/>
                  <a:pt x="2" y="989"/>
                  <a:pt x="0" y="991"/>
                </a:cubicBezTo>
                <a:cubicBezTo>
                  <a:pt x="0" y="1003"/>
                  <a:pt x="0" y="1003"/>
                  <a:pt x="0" y="1003"/>
                </a:cubicBezTo>
                <a:cubicBezTo>
                  <a:pt x="5" y="998"/>
                  <a:pt x="9" y="994"/>
                  <a:pt x="14" y="990"/>
                </a:cubicBezTo>
                <a:cubicBezTo>
                  <a:pt x="22" y="982"/>
                  <a:pt x="30" y="972"/>
                  <a:pt x="37" y="962"/>
                </a:cubicBezTo>
                <a:close/>
                <a:moveTo>
                  <a:pt x="126" y="0"/>
                </a:moveTo>
                <a:cubicBezTo>
                  <a:pt x="129" y="4"/>
                  <a:pt x="131" y="8"/>
                  <a:pt x="137" y="8"/>
                </a:cubicBezTo>
                <a:cubicBezTo>
                  <a:pt x="137" y="5"/>
                  <a:pt x="136" y="3"/>
                  <a:pt x="135" y="0"/>
                </a:cubicBezTo>
                <a:lnTo>
                  <a:pt x="126" y="0"/>
                </a:lnTo>
                <a:close/>
                <a:moveTo>
                  <a:pt x="23" y="823"/>
                </a:moveTo>
                <a:cubicBezTo>
                  <a:pt x="18" y="820"/>
                  <a:pt x="26" y="813"/>
                  <a:pt x="18" y="812"/>
                </a:cubicBezTo>
                <a:cubicBezTo>
                  <a:pt x="15" y="810"/>
                  <a:pt x="15" y="817"/>
                  <a:pt x="11" y="816"/>
                </a:cubicBezTo>
                <a:cubicBezTo>
                  <a:pt x="9" y="820"/>
                  <a:pt x="9" y="824"/>
                  <a:pt x="9" y="827"/>
                </a:cubicBezTo>
                <a:cubicBezTo>
                  <a:pt x="6" y="826"/>
                  <a:pt x="6" y="831"/>
                  <a:pt x="7" y="833"/>
                </a:cubicBezTo>
                <a:cubicBezTo>
                  <a:pt x="1" y="831"/>
                  <a:pt x="8" y="838"/>
                  <a:pt x="3" y="841"/>
                </a:cubicBezTo>
                <a:cubicBezTo>
                  <a:pt x="2" y="843"/>
                  <a:pt x="1" y="844"/>
                  <a:pt x="0" y="846"/>
                </a:cubicBezTo>
                <a:cubicBezTo>
                  <a:pt x="0" y="863"/>
                  <a:pt x="0" y="863"/>
                  <a:pt x="0" y="863"/>
                </a:cubicBezTo>
                <a:cubicBezTo>
                  <a:pt x="6" y="853"/>
                  <a:pt x="11" y="843"/>
                  <a:pt x="18" y="835"/>
                </a:cubicBezTo>
                <a:cubicBezTo>
                  <a:pt x="13" y="831"/>
                  <a:pt x="22" y="827"/>
                  <a:pt x="23" y="823"/>
                </a:cubicBezTo>
                <a:close/>
                <a:moveTo>
                  <a:pt x="78" y="1128"/>
                </a:moveTo>
                <a:cubicBezTo>
                  <a:pt x="67" y="1132"/>
                  <a:pt x="63" y="1150"/>
                  <a:pt x="51" y="1152"/>
                </a:cubicBezTo>
                <a:cubicBezTo>
                  <a:pt x="48" y="1159"/>
                  <a:pt x="42" y="1159"/>
                  <a:pt x="39" y="1166"/>
                </a:cubicBezTo>
                <a:cubicBezTo>
                  <a:pt x="34" y="1169"/>
                  <a:pt x="29" y="1171"/>
                  <a:pt x="25" y="1177"/>
                </a:cubicBezTo>
                <a:cubicBezTo>
                  <a:pt x="23" y="1180"/>
                  <a:pt x="19" y="1176"/>
                  <a:pt x="18" y="1181"/>
                </a:cubicBezTo>
                <a:cubicBezTo>
                  <a:pt x="14" y="1180"/>
                  <a:pt x="14" y="1187"/>
                  <a:pt x="9" y="1184"/>
                </a:cubicBezTo>
                <a:cubicBezTo>
                  <a:pt x="7" y="1189"/>
                  <a:pt x="3" y="1189"/>
                  <a:pt x="0" y="1192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0" y="1200"/>
                  <a:pt x="0" y="1200"/>
                  <a:pt x="1" y="1200"/>
                </a:cubicBezTo>
                <a:cubicBezTo>
                  <a:pt x="6" y="1199"/>
                  <a:pt x="9" y="1193"/>
                  <a:pt x="14" y="1191"/>
                </a:cubicBezTo>
                <a:cubicBezTo>
                  <a:pt x="22" y="1186"/>
                  <a:pt x="30" y="1180"/>
                  <a:pt x="38" y="1173"/>
                </a:cubicBezTo>
                <a:cubicBezTo>
                  <a:pt x="46" y="1165"/>
                  <a:pt x="56" y="1161"/>
                  <a:pt x="62" y="1150"/>
                </a:cubicBezTo>
                <a:cubicBezTo>
                  <a:pt x="70" y="1145"/>
                  <a:pt x="76" y="1133"/>
                  <a:pt x="84" y="1126"/>
                </a:cubicBezTo>
                <a:cubicBezTo>
                  <a:pt x="87" y="1119"/>
                  <a:pt x="93" y="1121"/>
                  <a:pt x="95" y="1112"/>
                </a:cubicBezTo>
                <a:cubicBezTo>
                  <a:pt x="98" y="1113"/>
                  <a:pt x="99" y="1108"/>
                  <a:pt x="100" y="1104"/>
                </a:cubicBezTo>
                <a:cubicBezTo>
                  <a:pt x="103" y="1106"/>
                  <a:pt x="105" y="1100"/>
                  <a:pt x="103" y="1098"/>
                </a:cubicBezTo>
                <a:cubicBezTo>
                  <a:pt x="95" y="1109"/>
                  <a:pt x="86" y="1118"/>
                  <a:pt x="78" y="1128"/>
                </a:cubicBezTo>
                <a:close/>
                <a:moveTo>
                  <a:pt x="8" y="1255"/>
                </a:moveTo>
                <a:cubicBezTo>
                  <a:pt x="5" y="1257"/>
                  <a:pt x="3" y="1259"/>
                  <a:pt x="0" y="1261"/>
                </a:cubicBezTo>
                <a:cubicBezTo>
                  <a:pt x="0" y="1267"/>
                  <a:pt x="0" y="1267"/>
                  <a:pt x="0" y="1267"/>
                </a:cubicBezTo>
                <a:cubicBezTo>
                  <a:pt x="1" y="1267"/>
                  <a:pt x="3" y="1266"/>
                  <a:pt x="4" y="1265"/>
                </a:cubicBezTo>
                <a:cubicBezTo>
                  <a:pt x="4" y="1261"/>
                  <a:pt x="13" y="1259"/>
                  <a:pt x="8" y="1255"/>
                </a:cubicBezTo>
                <a:close/>
                <a:moveTo>
                  <a:pt x="48" y="1199"/>
                </a:moveTo>
                <a:cubicBezTo>
                  <a:pt x="45" y="1203"/>
                  <a:pt x="42" y="1207"/>
                  <a:pt x="37" y="1208"/>
                </a:cubicBezTo>
                <a:cubicBezTo>
                  <a:pt x="34" y="1213"/>
                  <a:pt x="31" y="1216"/>
                  <a:pt x="26" y="1218"/>
                </a:cubicBezTo>
                <a:cubicBezTo>
                  <a:pt x="20" y="1225"/>
                  <a:pt x="12" y="1230"/>
                  <a:pt x="5" y="1235"/>
                </a:cubicBezTo>
                <a:cubicBezTo>
                  <a:pt x="3" y="1234"/>
                  <a:pt x="1" y="1235"/>
                  <a:pt x="0" y="1236"/>
                </a:cubicBezTo>
                <a:cubicBezTo>
                  <a:pt x="0" y="1245"/>
                  <a:pt x="0" y="1245"/>
                  <a:pt x="0" y="1245"/>
                </a:cubicBezTo>
                <a:cubicBezTo>
                  <a:pt x="1" y="1244"/>
                  <a:pt x="2" y="1244"/>
                  <a:pt x="3" y="1243"/>
                </a:cubicBezTo>
                <a:cubicBezTo>
                  <a:pt x="7" y="1240"/>
                  <a:pt x="10" y="1236"/>
                  <a:pt x="15" y="1234"/>
                </a:cubicBezTo>
                <a:cubicBezTo>
                  <a:pt x="19" y="1232"/>
                  <a:pt x="23" y="1227"/>
                  <a:pt x="28" y="1225"/>
                </a:cubicBezTo>
                <a:cubicBezTo>
                  <a:pt x="36" y="1219"/>
                  <a:pt x="44" y="1212"/>
                  <a:pt x="51" y="1204"/>
                </a:cubicBezTo>
                <a:cubicBezTo>
                  <a:pt x="53" y="1198"/>
                  <a:pt x="59" y="1200"/>
                  <a:pt x="61" y="1192"/>
                </a:cubicBezTo>
                <a:cubicBezTo>
                  <a:pt x="64" y="1193"/>
                  <a:pt x="64" y="1187"/>
                  <a:pt x="67" y="1188"/>
                </a:cubicBezTo>
                <a:cubicBezTo>
                  <a:pt x="68" y="1184"/>
                  <a:pt x="71" y="1181"/>
                  <a:pt x="69" y="1179"/>
                </a:cubicBezTo>
                <a:cubicBezTo>
                  <a:pt x="62" y="1186"/>
                  <a:pt x="56" y="1194"/>
                  <a:pt x="48" y="1199"/>
                </a:cubicBezTo>
                <a:close/>
                <a:moveTo>
                  <a:pt x="920" y="10"/>
                </a:moveTo>
                <a:cubicBezTo>
                  <a:pt x="925" y="12"/>
                  <a:pt x="931" y="14"/>
                  <a:pt x="935" y="17"/>
                </a:cubicBezTo>
                <a:cubicBezTo>
                  <a:pt x="954" y="28"/>
                  <a:pt x="960" y="29"/>
                  <a:pt x="963" y="33"/>
                </a:cubicBezTo>
                <a:cubicBezTo>
                  <a:pt x="1027" y="64"/>
                  <a:pt x="1029" y="69"/>
                  <a:pt x="1034" y="71"/>
                </a:cubicBezTo>
                <a:cubicBezTo>
                  <a:pt x="1068" y="87"/>
                  <a:pt x="1071" y="88"/>
                  <a:pt x="1073" y="90"/>
                </a:cubicBezTo>
                <a:cubicBezTo>
                  <a:pt x="1128" y="114"/>
                  <a:pt x="1137" y="122"/>
                  <a:pt x="1151" y="124"/>
                </a:cubicBezTo>
                <a:cubicBezTo>
                  <a:pt x="1235" y="156"/>
                  <a:pt x="1245" y="163"/>
                  <a:pt x="1261" y="164"/>
                </a:cubicBezTo>
                <a:cubicBezTo>
                  <a:pt x="1288" y="169"/>
                  <a:pt x="1293" y="172"/>
                  <a:pt x="1303" y="171"/>
                </a:cubicBezTo>
                <a:cubicBezTo>
                  <a:pt x="1331" y="172"/>
                  <a:pt x="1327" y="172"/>
                  <a:pt x="1322" y="171"/>
                </a:cubicBezTo>
                <a:cubicBezTo>
                  <a:pt x="1251" y="157"/>
                  <a:pt x="1246" y="152"/>
                  <a:pt x="1238" y="152"/>
                </a:cubicBezTo>
                <a:cubicBezTo>
                  <a:pt x="1203" y="142"/>
                  <a:pt x="1194" y="133"/>
                  <a:pt x="1177" y="131"/>
                </a:cubicBezTo>
                <a:cubicBezTo>
                  <a:pt x="1162" y="122"/>
                  <a:pt x="1157" y="121"/>
                  <a:pt x="1153" y="118"/>
                </a:cubicBezTo>
                <a:cubicBezTo>
                  <a:pt x="1092" y="91"/>
                  <a:pt x="1083" y="87"/>
                  <a:pt x="1076" y="81"/>
                </a:cubicBezTo>
                <a:cubicBezTo>
                  <a:pt x="1016" y="51"/>
                  <a:pt x="1006" y="48"/>
                  <a:pt x="998" y="44"/>
                </a:cubicBezTo>
                <a:cubicBezTo>
                  <a:pt x="966" y="24"/>
                  <a:pt x="957" y="21"/>
                  <a:pt x="951" y="15"/>
                </a:cubicBezTo>
                <a:cubicBezTo>
                  <a:pt x="901" y="0"/>
                  <a:pt x="901" y="0"/>
                  <a:pt x="901" y="0"/>
                </a:cubicBezTo>
                <a:close/>
                <a:moveTo>
                  <a:pt x="1096" y="23"/>
                </a:moveTo>
                <a:cubicBezTo>
                  <a:pt x="1108" y="25"/>
                  <a:pt x="1112" y="33"/>
                  <a:pt x="1125" y="34"/>
                </a:cubicBezTo>
                <a:cubicBezTo>
                  <a:pt x="1154" y="53"/>
                  <a:pt x="1163" y="51"/>
                  <a:pt x="1163" y="57"/>
                </a:cubicBezTo>
                <a:cubicBezTo>
                  <a:pt x="1224" y="83"/>
                  <a:pt x="1241" y="93"/>
                  <a:pt x="1261" y="100"/>
                </a:cubicBezTo>
                <a:cubicBezTo>
                  <a:pt x="1309" y="119"/>
                  <a:pt x="1319" y="116"/>
                  <a:pt x="1321" y="121"/>
                </a:cubicBezTo>
                <a:cubicBezTo>
                  <a:pt x="1483" y="135"/>
                  <a:pt x="1494" y="132"/>
                  <a:pt x="1508" y="132"/>
                </a:cubicBezTo>
                <a:cubicBezTo>
                  <a:pt x="1513" y="124"/>
                  <a:pt x="1524" y="129"/>
                  <a:pt x="1522" y="121"/>
                </a:cubicBezTo>
                <a:cubicBezTo>
                  <a:pt x="1429" y="114"/>
                  <a:pt x="1421" y="115"/>
                  <a:pt x="1415" y="115"/>
                </a:cubicBezTo>
                <a:cubicBezTo>
                  <a:pt x="1377" y="104"/>
                  <a:pt x="1367" y="106"/>
                  <a:pt x="1365" y="100"/>
                </a:cubicBezTo>
                <a:cubicBezTo>
                  <a:pt x="1321" y="90"/>
                  <a:pt x="1313" y="84"/>
                  <a:pt x="1302" y="82"/>
                </a:cubicBezTo>
                <a:cubicBezTo>
                  <a:pt x="1242" y="52"/>
                  <a:pt x="1240" y="47"/>
                  <a:pt x="1233" y="47"/>
                </a:cubicBezTo>
                <a:cubicBezTo>
                  <a:pt x="1284" y="57"/>
                  <a:pt x="1302" y="60"/>
                  <a:pt x="1318" y="64"/>
                </a:cubicBezTo>
                <a:cubicBezTo>
                  <a:pt x="1452" y="80"/>
                  <a:pt x="1459" y="83"/>
                  <a:pt x="1464" y="79"/>
                </a:cubicBezTo>
                <a:cubicBezTo>
                  <a:pt x="1275" y="49"/>
                  <a:pt x="1260" y="41"/>
                  <a:pt x="1240" y="39"/>
                </a:cubicBezTo>
                <a:cubicBezTo>
                  <a:pt x="1219" y="31"/>
                  <a:pt x="1217" y="26"/>
                  <a:pt x="1208" y="27"/>
                </a:cubicBezTo>
                <a:cubicBezTo>
                  <a:pt x="1171" y="4"/>
                  <a:pt x="1160" y="6"/>
                  <a:pt x="1156" y="2"/>
                </a:cubicBezTo>
                <a:cubicBezTo>
                  <a:pt x="1119" y="4"/>
                  <a:pt x="1126" y="9"/>
                  <a:pt x="1136" y="10"/>
                </a:cubicBezTo>
                <a:cubicBezTo>
                  <a:pt x="1169" y="30"/>
                  <a:pt x="1176" y="28"/>
                  <a:pt x="1177" y="31"/>
                </a:cubicBezTo>
                <a:cubicBezTo>
                  <a:pt x="1206" y="45"/>
                  <a:pt x="1215" y="46"/>
                  <a:pt x="1220" y="49"/>
                </a:cubicBezTo>
                <a:cubicBezTo>
                  <a:pt x="1280" y="78"/>
                  <a:pt x="1290" y="84"/>
                  <a:pt x="1302" y="88"/>
                </a:cubicBezTo>
                <a:cubicBezTo>
                  <a:pt x="1327" y="100"/>
                  <a:pt x="1331" y="99"/>
                  <a:pt x="1335" y="100"/>
                </a:cubicBezTo>
                <a:cubicBezTo>
                  <a:pt x="1385" y="116"/>
                  <a:pt x="1401" y="116"/>
                  <a:pt x="1413" y="121"/>
                </a:cubicBezTo>
                <a:cubicBezTo>
                  <a:pt x="1486" y="126"/>
                  <a:pt x="1486" y="125"/>
                  <a:pt x="1495" y="127"/>
                </a:cubicBezTo>
                <a:cubicBezTo>
                  <a:pt x="1458" y="133"/>
                  <a:pt x="1456" y="132"/>
                  <a:pt x="1443" y="133"/>
                </a:cubicBezTo>
                <a:cubicBezTo>
                  <a:pt x="1346" y="119"/>
                  <a:pt x="1337" y="119"/>
                  <a:pt x="1334" y="115"/>
                </a:cubicBezTo>
                <a:cubicBezTo>
                  <a:pt x="1283" y="98"/>
                  <a:pt x="1273" y="101"/>
                  <a:pt x="1274" y="94"/>
                </a:cubicBezTo>
                <a:cubicBezTo>
                  <a:pt x="1197" y="60"/>
                  <a:pt x="1189" y="61"/>
                  <a:pt x="1185" y="57"/>
                </a:cubicBezTo>
                <a:cubicBezTo>
                  <a:pt x="1136" y="33"/>
                  <a:pt x="1127" y="28"/>
                  <a:pt x="1118" y="23"/>
                </a:cubicBezTo>
                <a:cubicBezTo>
                  <a:pt x="1081" y="8"/>
                  <a:pt x="1076" y="3"/>
                  <a:pt x="1068" y="0"/>
                </a:cubicBezTo>
                <a:cubicBezTo>
                  <a:pt x="1077" y="14"/>
                  <a:pt x="1089" y="16"/>
                  <a:pt x="1096" y="23"/>
                </a:cubicBezTo>
                <a:close/>
                <a:moveTo>
                  <a:pt x="979" y="13"/>
                </a:moveTo>
                <a:cubicBezTo>
                  <a:pt x="986" y="13"/>
                  <a:pt x="987" y="17"/>
                  <a:pt x="992" y="18"/>
                </a:cubicBezTo>
                <a:cubicBezTo>
                  <a:pt x="1035" y="35"/>
                  <a:pt x="1037" y="39"/>
                  <a:pt x="1039" y="43"/>
                </a:cubicBezTo>
                <a:cubicBezTo>
                  <a:pt x="1082" y="59"/>
                  <a:pt x="1083" y="64"/>
                  <a:pt x="1089" y="64"/>
                </a:cubicBezTo>
                <a:cubicBezTo>
                  <a:pt x="1163" y="104"/>
                  <a:pt x="1170" y="102"/>
                  <a:pt x="1173" y="105"/>
                </a:cubicBezTo>
                <a:cubicBezTo>
                  <a:pt x="1200" y="116"/>
                  <a:pt x="1202" y="117"/>
                  <a:pt x="1203" y="119"/>
                </a:cubicBezTo>
                <a:cubicBezTo>
                  <a:pt x="1236" y="133"/>
                  <a:pt x="1244" y="134"/>
                  <a:pt x="1249" y="139"/>
                </a:cubicBezTo>
                <a:cubicBezTo>
                  <a:pt x="1273" y="146"/>
                  <a:pt x="1277" y="147"/>
                  <a:pt x="1279" y="149"/>
                </a:cubicBezTo>
                <a:cubicBezTo>
                  <a:pt x="1302" y="160"/>
                  <a:pt x="1315" y="152"/>
                  <a:pt x="1314" y="158"/>
                </a:cubicBezTo>
                <a:cubicBezTo>
                  <a:pt x="1355" y="161"/>
                  <a:pt x="1375" y="162"/>
                  <a:pt x="1394" y="162"/>
                </a:cubicBezTo>
                <a:cubicBezTo>
                  <a:pt x="1429" y="161"/>
                  <a:pt x="1435" y="155"/>
                  <a:pt x="1429" y="154"/>
                </a:cubicBezTo>
                <a:cubicBezTo>
                  <a:pt x="1393" y="155"/>
                  <a:pt x="1392" y="157"/>
                  <a:pt x="1381" y="155"/>
                </a:cubicBezTo>
                <a:cubicBezTo>
                  <a:pt x="1358" y="157"/>
                  <a:pt x="1347" y="153"/>
                  <a:pt x="1338" y="154"/>
                </a:cubicBezTo>
                <a:cubicBezTo>
                  <a:pt x="1234" y="126"/>
                  <a:pt x="1232" y="119"/>
                  <a:pt x="1223" y="119"/>
                </a:cubicBezTo>
                <a:cubicBezTo>
                  <a:pt x="1147" y="88"/>
                  <a:pt x="1147" y="80"/>
                  <a:pt x="1139" y="80"/>
                </a:cubicBezTo>
                <a:cubicBezTo>
                  <a:pt x="1111" y="65"/>
                  <a:pt x="1099" y="60"/>
                  <a:pt x="1087" y="55"/>
                </a:cubicBezTo>
                <a:cubicBezTo>
                  <a:pt x="1033" y="27"/>
                  <a:pt x="1028" y="24"/>
                  <a:pt x="1022" y="21"/>
                </a:cubicBezTo>
                <a:cubicBezTo>
                  <a:pt x="956" y="0"/>
                  <a:pt x="956" y="0"/>
                  <a:pt x="956" y="0"/>
                </a:cubicBezTo>
                <a:close/>
                <a:moveTo>
                  <a:pt x="1304" y="25"/>
                </a:moveTo>
                <a:cubicBezTo>
                  <a:pt x="1335" y="32"/>
                  <a:pt x="1379" y="35"/>
                  <a:pt x="1419" y="41"/>
                </a:cubicBezTo>
                <a:cubicBezTo>
                  <a:pt x="1435" y="41"/>
                  <a:pt x="1451" y="41"/>
                  <a:pt x="1467" y="42"/>
                </a:cubicBezTo>
                <a:cubicBezTo>
                  <a:pt x="1473" y="45"/>
                  <a:pt x="1476" y="40"/>
                  <a:pt x="1486" y="42"/>
                </a:cubicBezTo>
                <a:cubicBezTo>
                  <a:pt x="1491" y="42"/>
                  <a:pt x="1495" y="42"/>
                  <a:pt x="1499" y="42"/>
                </a:cubicBezTo>
                <a:cubicBezTo>
                  <a:pt x="1503" y="41"/>
                  <a:pt x="1511" y="45"/>
                  <a:pt x="1510" y="40"/>
                </a:cubicBezTo>
                <a:cubicBezTo>
                  <a:pt x="1508" y="38"/>
                  <a:pt x="1505" y="37"/>
                  <a:pt x="1500" y="38"/>
                </a:cubicBezTo>
                <a:cubicBezTo>
                  <a:pt x="1498" y="39"/>
                  <a:pt x="1489" y="43"/>
                  <a:pt x="1489" y="38"/>
                </a:cubicBezTo>
                <a:cubicBezTo>
                  <a:pt x="1477" y="38"/>
                  <a:pt x="1478" y="38"/>
                  <a:pt x="1467" y="39"/>
                </a:cubicBezTo>
                <a:cubicBezTo>
                  <a:pt x="1458" y="35"/>
                  <a:pt x="1442" y="38"/>
                  <a:pt x="1430" y="36"/>
                </a:cubicBezTo>
                <a:cubicBezTo>
                  <a:pt x="1426" y="33"/>
                  <a:pt x="1423" y="35"/>
                  <a:pt x="1419" y="36"/>
                </a:cubicBezTo>
                <a:cubicBezTo>
                  <a:pt x="1417" y="31"/>
                  <a:pt x="1405" y="35"/>
                  <a:pt x="1399" y="34"/>
                </a:cubicBezTo>
                <a:cubicBezTo>
                  <a:pt x="1393" y="30"/>
                  <a:pt x="1379" y="33"/>
                  <a:pt x="1369" y="29"/>
                </a:cubicBezTo>
                <a:cubicBezTo>
                  <a:pt x="1366" y="28"/>
                  <a:pt x="1363" y="28"/>
                  <a:pt x="1360" y="28"/>
                </a:cubicBezTo>
                <a:cubicBezTo>
                  <a:pt x="1356" y="29"/>
                  <a:pt x="1355" y="25"/>
                  <a:pt x="1354" y="28"/>
                </a:cubicBezTo>
                <a:cubicBezTo>
                  <a:pt x="1352" y="23"/>
                  <a:pt x="1338" y="29"/>
                  <a:pt x="1336" y="23"/>
                </a:cubicBezTo>
                <a:cubicBezTo>
                  <a:pt x="1311" y="21"/>
                  <a:pt x="1288" y="17"/>
                  <a:pt x="1269" y="9"/>
                </a:cubicBezTo>
                <a:cubicBezTo>
                  <a:pt x="1257" y="8"/>
                  <a:pt x="1250" y="4"/>
                  <a:pt x="1241" y="0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25" y="4"/>
                  <a:pt x="1237" y="7"/>
                  <a:pt x="1249" y="11"/>
                </a:cubicBezTo>
                <a:cubicBezTo>
                  <a:pt x="1265" y="18"/>
                  <a:pt x="1285" y="21"/>
                  <a:pt x="1304" y="25"/>
                </a:cubicBezTo>
                <a:close/>
                <a:moveTo>
                  <a:pt x="883" y="9"/>
                </a:moveTo>
                <a:cubicBezTo>
                  <a:pt x="887" y="14"/>
                  <a:pt x="895" y="14"/>
                  <a:pt x="898" y="20"/>
                </a:cubicBezTo>
                <a:cubicBezTo>
                  <a:pt x="913" y="36"/>
                  <a:pt x="920" y="33"/>
                  <a:pt x="922" y="36"/>
                </a:cubicBezTo>
                <a:cubicBezTo>
                  <a:pt x="951" y="55"/>
                  <a:pt x="953" y="62"/>
                  <a:pt x="960" y="63"/>
                </a:cubicBezTo>
                <a:cubicBezTo>
                  <a:pt x="985" y="82"/>
                  <a:pt x="997" y="88"/>
                  <a:pt x="1008" y="95"/>
                </a:cubicBezTo>
                <a:cubicBezTo>
                  <a:pt x="1077" y="135"/>
                  <a:pt x="1084" y="133"/>
                  <a:pt x="1085" y="136"/>
                </a:cubicBezTo>
                <a:cubicBezTo>
                  <a:pt x="1124" y="154"/>
                  <a:pt x="1130" y="165"/>
                  <a:pt x="1148" y="165"/>
                </a:cubicBezTo>
                <a:cubicBezTo>
                  <a:pt x="1177" y="180"/>
                  <a:pt x="1184" y="177"/>
                  <a:pt x="1185" y="182"/>
                </a:cubicBezTo>
                <a:cubicBezTo>
                  <a:pt x="1245" y="198"/>
                  <a:pt x="1249" y="200"/>
                  <a:pt x="1254" y="200"/>
                </a:cubicBezTo>
                <a:cubicBezTo>
                  <a:pt x="1350" y="212"/>
                  <a:pt x="1357" y="219"/>
                  <a:pt x="1360" y="218"/>
                </a:cubicBezTo>
                <a:cubicBezTo>
                  <a:pt x="1358" y="204"/>
                  <a:pt x="1355" y="205"/>
                  <a:pt x="1352" y="207"/>
                </a:cubicBezTo>
                <a:cubicBezTo>
                  <a:pt x="1328" y="204"/>
                  <a:pt x="1321" y="204"/>
                  <a:pt x="1306" y="204"/>
                </a:cubicBezTo>
                <a:cubicBezTo>
                  <a:pt x="1249" y="187"/>
                  <a:pt x="1239" y="190"/>
                  <a:pt x="1237" y="185"/>
                </a:cubicBezTo>
                <a:cubicBezTo>
                  <a:pt x="1165" y="161"/>
                  <a:pt x="1154" y="164"/>
                  <a:pt x="1152" y="159"/>
                </a:cubicBezTo>
                <a:cubicBezTo>
                  <a:pt x="1126" y="149"/>
                  <a:pt x="1124" y="147"/>
                  <a:pt x="1120" y="147"/>
                </a:cubicBezTo>
                <a:cubicBezTo>
                  <a:pt x="1087" y="129"/>
                  <a:pt x="1085" y="124"/>
                  <a:pt x="1077" y="125"/>
                </a:cubicBezTo>
                <a:cubicBezTo>
                  <a:pt x="1047" y="103"/>
                  <a:pt x="1040" y="103"/>
                  <a:pt x="1036" y="100"/>
                </a:cubicBezTo>
                <a:cubicBezTo>
                  <a:pt x="1008" y="81"/>
                  <a:pt x="1003" y="82"/>
                  <a:pt x="999" y="81"/>
                </a:cubicBezTo>
                <a:cubicBezTo>
                  <a:pt x="968" y="59"/>
                  <a:pt x="965" y="56"/>
                  <a:pt x="961" y="54"/>
                </a:cubicBezTo>
                <a:cubicBezTo>
                  <a:pt x="925" y="28"/>
                  <a:pt x="920" y="26"/>
                  <a:pt x="915" y="25"/>
                </a:cubicBezTo>
                <a:cubicBezTo>
                  <a:pt x="893" y="5"/>
                  <a:pt x="887" y="4"/>
                  <a:pt x="885" y="1"/>
                </a:cubicBezTo>
                <a:cubicBezTo>
                  <a:pt x="872" y="5"/>
                  <a:pt x="878" y="6"/>
                  <a:pt x="883" y="9"/>
                </a:cubicBezTo>
                <a:close/>
                <a:moveTo>
                  <a:pt x="1280" y="0"/>
                </a:move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lose/>
                <a:moveTo>
                  <a:pt x="833" y="8"/>
                </a:moveTo>
                <a:cubicBezTo>
                  <a:pt x="837" y="12"/>
                  <a:pt x="843" y="13"/>
                  <a:pt x="846" y="17"/>
                </a:cubicBezTo>
                <a:cubicBezTo>
                  <a:pt x="882" y="51"/>
                  <a:pt x="891" y="50"/>
                  <a:pt x="893" y="55"/>
                </a:cubicBezTo>
                <a:cubicBezTo>
                  <a:pt x="911" y="66"/>
                  <a:pt x="911" y="74"/>
                  <a:pt x="916" y="75"/>
                </a:cubicBezTo>
                <a:cubicBezTo>
                  <a:pt x="986" y="136"/>
                  <a:pt x="988" y="138"/>
                  <a:pt x="991" y="138"/>
                </a:cubicBezTo>
                <a:cubicBezTo>
                  <a:pt x="1014" y="162"/>
                  <a:pt x="1027" y="164"/>
                  <a:pt x="1032" y="172"/>
                </a:cubicBezTo>
                <a:cubicBezTo>
                  <a:pt x="1049" y="184"/>
                  <a:pt x="1054" y="186"/>
                  <a:pt x="1056" y="192"/>
                </a:cubicBezTo>
                <a:cubicBezTo>
                  <a:pt x="1096" y="211"/>
                  <a:pt x="1102" y="220"/>
                  <a:pt x="1114" y="224"/>
                </a:cubicBezTo>
                <a:cubicBezTo>
                  <a:pt x="1182" y="262"/>
                  <a:pt x="1192" y="266"/>
                  <a:pt x="1202" y="271"/>
                </a:cubicBezTo>
                <a:cubicBezTo>
                  <a:pt x="1247" y="288"/>
                  <a:pt x="1251" y="287"/>
                  <a:pt x="1252" y="290"/>
                </a:cubicBezTo>
                <a:cubicBezTo>
                  <a:pt x="1295" y="297"/>
                  <a:pt x="1305" y="294"/>
                  <a:pt x="1304" y="287"/>
                </a:cubicBezTo>
                <a:cubicBezTo>
                  <a:pt x="1296" y="277"/>
                  <a:pt x="1294" y="287"/>
                  <a:pt x="1291" y="286"/>
                </a:cubicBezTo>
                <a:cubicBezTo>
                  <a:pt x="1240" y="278"/>
                  <a:pt x="1233" y="274"/>
                  <a:pt x="1224" y="272"/>
                </a:cubicBezTo>
                <a:cubicBezTo>
                  <a:pt x="1177" y="250"/>
                  <a:pt x="1172" y="250"/>
                  <a:pt x="1170" y="247"/>
                </a:cubicBezTo>
                <a:cubicBezTo>
                  <a:pt x="1150" y="240"/>
                  <a:pt x="1150" y="230"/>
                  <a:pt x="1138" y="231"/>
                </a:cubicBezTo>
                <a:cubicBezTo>
                  <a:pt x="1116" y="211"/>
                  <a:pt x="1101" y="214"/>
                  <a:pt x="1099" y="206"/>
                </a:cubicBezTo>
                <a:cubicBezTo>
                  <a:pt x="1054" y="177"/>
                  <a:pt x="1048" y="173"/>
                  <a:pt x="1043" y="168"/>
                </a:cubicBezTo>
                <a:cubicBezTo>
                  <a:pt x="1011" y="146"/>
                  <a:pt x="999" y="136"/>
                  <a:pt x="987" y="127"/>
                </a:cubicBezTo>
                <a:cubicBezTo>
                  <a:pt x="971" y="108"/>
                  <a:pt x="966" y="108"/>
                  <a:pt x="962" y="107"/>
                </a:cubicBezTo>
                <a:cubicBezTo>
                  <a:pt x="940" y="87"/>
                  <a:pt x="938" y="84"/>
                  <a:pt x="934" y="82"/>
                </a:cubicBezTo>
                <a:cubicBezTo>
                  <a:pt x="885" y="38"/>
                  <a:pt x="878" y="37"/>
                  <a:pt x="876" y="31"/>
                </a:cubicBezTo>
                <a:cubicBezTo>
                  <a:pt x="860" y="15"/>
                  <a:pt x="853" y="14"/>
                  <a:pt x="850" y="8"/>
                </a:cubicBezTo>
                <a:cubicBezTo>
                  <a:pt x="828" y="2"/>
                  <a:pt x="832" y="4"/>
                  <a:pt x="833" y="8"/>
                </a:cubicBezTo>
                <a:close/>
                <a:moveTo>
                  <a:pt x="750" y="19"/>
                </a:moveTo>
                <a:cubicBezTo>
                  <a:pt x="756" y="21"/>
                  <a:pt x="760" y="24"/>
                  <a:pt x="763" y="28"/>
                </a:cubicBezTo>
                <a:cubicBezTo>
                  <a:pt x="795" y="48"/>
                  <a:pt x="793" y="58"/>
                  <a:pt x="801" y="58"/>
                </a:cubicBezTo>
                <a:cubicBezTo>
                  <a:pt x="830" y="88"/>
                  <a:pt x="839" y="94"/>
                  <a:pt x="846" y="102"/>
                </a:cubicBezTo>
                <a:cubicBezTo>
                  <a:pt x="861" y="116"/>
                  <a:pt x="865" y="120"/>
                  <a:pt x="867" y="124"/>
                </a:cubicBezTo>
                <a:cubicBezTo>
                  <a:pt x="917" y="168"/>
                  <a:pt x="917" y="172"/>
                  <a:pt x="919" y="174"/>
                </a:cubicBezTo>
                <a:cubicBezTo>
                  <a:pt x="944" y="198"/>
                  <a:pt x="950" y="207"/>
                  <a:pt x="957" y="214"/>
                </a:cubicBezTo>
                <a:cubicBezTo>
                  <a:pt x="1014" y="262"/>
                  <a:pt x="1021" y="270"/>
                  <a:pt x="1032" y="274"/>
                </a:cubicBezTo>
                <a:cubicBezTo>
                  <a:pt x="1086" y="317"/>
                  <a:pt x="1095" y="316"/>
                  <a:pt x="1096" y="321"/>
                </a:cubicBezTo>
                <a:cubicBezTo>
                  <a:pt x="1138" y="334"/>
                  <a:pt x="1141" y="339"/>
                  <a:pt x="1148" y="340"/>
                </a:cubicBezTo>
                <a:cubicBezTo>
                  <a:pt x="1136" y="331"/>
                  <a:pt x="1110" y="323"/>
                  <a:pt x="1092" y="308"/>
                </a:cubicBezTo>
                <a:cubicBezTo>
                  <a:pt x="1045" y="279"/>
                  <a:pt x="1047" y="273"/>
                  <a:pt x="1041" y="274"/>
                </a:cubicBezTo>
                <a:cubicBezTo>
                  <a:pt x="1014" y="255"/>
                  <a:pt x="1012" y="250"/>
                  <a:pt x="1006" y="247"/>
                </a:cubicBezTo>
                <a:cubicBezTo>
                  <a:pt x="990" y="232"/>
                  <a:pt x="985" y="227"/>
                  <a:pt x="981" y="223"/>
                </a:cubicBezTo>
                <a:cubicBezTo>
                  <a:pt x="959" y="204"/>
                  <a:pt x="956" y="201"/>
                  <a:pt x="955" y="198"/>
                </a:cubicBezTo>
                <a:cubicBezTo>
                  <a:pt x="920" y="167"/>
                  <a:pt x="916" y="155"/>
                  <a:pt x="904" y="151"/>
                </a:cubicBezTo>
                <a:cubicBezTo>
                  <a:pt x="889" y="134"/>
                  <a:pt x="887" y="129"/>
                  <a:pt x="880" y="127"/>
                </a:cubicBezTo>
                <a:cubicBezTo>
                  <a:pt x="843" y="89"/>
                  <a:pt x="841" y="87"/>
                  <a:pt x="840" y="85"/>
                </a:cubicBezTo>
                <a:cubicBezTo>
                  <a:pt x="818" y="66"/>
                  <a:pt x="818" y="62"/>
                  <a:pt x="817" y="60"/>
                </a:cubicBezTo>
                <a:cubicBezTo>
                  <a:pt x="790" y="41"/>
                  <a:pt x="790" y="33"/>
                  <a:pt x="782" y="33"/>
                </a:cubicBezTo>
                <a:cubicBezTo>
                  <a:pt x="747" y="6"/>
                  <a:pt x="748" y="2"/>
                  <a:pt x="746" y="0"/>
                </a:cubicBezTo>
                <a:cubicBezTo>
                  <a:pt x="739" y="12"/>
                  <a:pt x="750" y="11"/>
                  <a:pt x="750" y="19"/>
                </a:cubicBezTo>
                <a:close/>
                <a:moveTo>
                  <a:pt x="709" y="12"/>
                </a:moveTo>
                <a:cubicBezTo>
                  <a:pt x="713" y="13"/>
                  <a:pt x="713" y="18"/>
                  <a:pt x="715" y="21"/>
                </a:cubicBezTo>
                <a:cubicBezTo>
                  <a:pt x="737" y="43"/>
                  <a:pt x="740" y="46"/>
                  <a:pt x="743" y="50"/>
                </a:cubicBezTo>
                <a:cubicBezTo>
                  <a:pt x="773" y="89"/>
                  <a:pt x="783" y="92"/>
                  <a:pt x="785" y="103"/>
                </a:cubicBezTo>
                <a:cubicBezTo>
                  <a:pt x="812" y="126"/>
                  <a:pt x="818" y="134"/>
                  <a:pt x="823" y="141"/>
                </a:cubicBezTo>
                <a:cubicBezTo>
                  <a:pt x="844" y="164"/>
                  <a:pt x="844" y="170"/>
                  <a:pt x="849" y="172"/>
                </a:cubicBezTo>
                <a:cubicBezTo>
                  <a:pt x="873" y="211"/>
                  <a:pt x="877" y="213"/>
                  <a:pt x="881" y="216"/>
                </a:cubicBezTo>
                <a:cubicBezTo>
                  <a:pt x="937" y="283"/>
                  <a:pt x="953" y="295"/>
                  <a:pt x="966" y="310"/>
                </a:cubicBezTo>
                <a:cubicBezTo>
                  <a:pt x="1005" y="341"/>
                  <a:pt x="1012" y="342"/>
                  <a:pt x="1015" y="346"/>
                </a:cubicBezTo>
                <a:cubicBezTo>
                  <a:pt x="1079" y="381"/>
                  <a:pt x="1093" y="382"/>
                  <a:pt x="1102" y="387"/>
                </a:cubicBezTo>
                <a:cubicBezTo>
                  <a:pt x="1128" y="397"/>
                  <a:pt x="1134" y="397"/>
                  <a:pt x="1134" y="394"/>
                </a:cubicBezTo>
                <a:cubicBezTo>
                  <a:pt x="1057" y="366"/>
                  <a:pt x="1055" y="360"/>
                  <a:pt x="1048" y="360"/>
                </a:cubicBezTo>
                <a:cubicBezTo>
                  <a:pt x="1026" y="342"/>
                  <a:pt x="1019" y="344"/>
                  <a:pt x="1020" y="339"/>
                </a:cubicBezTo>
                <a:cubicBezTo>
                  <a:pt x="983" y="316"/>
                  <a:pt x="981" y="309"/>
                  <a:pt x="975" y="306"/>
                </a:cubicBezTo>
                <a:cubicBezTo>
                  <a:pt x="934" y="271"/>
                  <a:pt x="928" y="260"/>
                  <a:pt x="919" y="250"/>
                </a:cubicBezTo>
                <a:cubicBezTo>
                  <a:pt x="900" y="223"/>
                  <a:pt x="896" y="222"/>
                  <a:pt x="894" y="219"/>
                </a:cubicBezTo>
                <a:cubicBezTo>
                  <a:pt x="844" y="149"/>
                  <a:pt x="837" y="146"/>
                  <a:pt x="834" y="139"/>
                </a:cubicBezTo>
                <a:cubicBezTo>
                  <a:pt x="805" y="108"/>
                  <a:pt x="799" y="109"/>
                  <a:pt x="800" y="103"/>
                </a:cubicBezTo>
                <a:cubicBezTo>
                  <a:pt x="808" y="110"/>
                  <a:pt x="824" y="120"/>
                  <a:pt x="832" y="137"/>
                </a:cubicBezTo>
                <a:cubicBezTo>
                  <a:pt x="914" y="214"/>
                  <a:pt x="916" y="217"/>
                  <a:pt x="918" y="221"/>
                </a:cubicBezTo>
                <a:cubicBezTo>
                  <a:pt x="957" y="254"/>
                  <a:pt x="966" y="257"/>
                  <a:pt x="971" y="264"/>
                </a:cubicBezTo>
                <a:cubicBezTo>
                  <a:pt x="1006" y="292"/>
                  <a:pt x="1013" y="292"/>
                  <a:pt x="1016" y="296"/>
                </a:cubicBezTo>
                <a:cubicBezTo>
                  <a:pt x="1079" y="324"/>
                  <a:pt x="1087" y="328"/>
                  <a:pt x="1096" y="332"/>
                </a:cubicBezTo>
                <a:cubicBezTo>
                  <a:pt x="1182" y="339"/>
                  <a:pt x="1164" y="349"/>
                  <a:pt x="1164" y="342"/>
                </a:cubicBezTo>
                <a:cubicBezTo>
                  <a:pt x="1119" y="336"/>
                  <a:pt x="1120" y="331"/>
                  <a:pt x="1114" y="333"/>
                </a:cubicBezTo>
                <a:cubicBezTo>
                  <a:pt x="1082" y="320"/>
                  <a:pt x="1080" y="318"/>
                  <a:pt x="1077" y="317"/>
                </a:cubicBezTo>
                <a:cubicBezTo>
                  <a:pt x="989" y="266"/>
                  <a:pt x="977" y="261"/>
                  <a:pt x="969" y="251"/>
                </a:cubicBezTo>
                <a:cubicBezTo>
                  <a:pt x="950" y="235"/>
                  <a:pt x="942" y="233"/>
                  <a:pt x="939" y="226"/>
                </a:cubicBezTo>
                <a:cubicBezTo>
                  <a:pt x="906" y="190"/>
                  <a:pt x="899" y="192"/>
                  <a:pt x="899" y="188"/>
                </a:cubicBezTo>
                <a:cubicBezTo>
                  <a:pt x="866" y="157"/>
                  <a:pt x="859" y="155"/>
                  <a:pt x="856" y="148"/>
                </a:cubicBezTo>
                <a:cubicBezTo>
                  <a:pt x="825" y="117"/>
                  <a:pt x="824" y="114"/>
                  <a:pt x="822" y="110"/>
                </a:cubicBezTo>
                <a:cubicBezTo>
                  <a:pt x="801" y="90"/>
                  <a:pt x="798" y="87"/>
                  <a:pt x="796" y="84"/>
                </a:cubicBezTo>
                <a:cubicBezTo>
                  <a:pt x="768" y="53"/>
                  <a:pt x="765" y="51"/>
                  <a:pt x="762" y="48"/>
                </a:cubicBezTo>
                <a:cubicBezTo>
                  <a:pt x="742" y="24"/>
                  <a:pt x="737" y="18"/>
                  <a:pt x="728" y="15"/>
                </a:cubicBezTo>
                <a:cubicBezTo>
                  <a:pt x="704" y="1"/>
                  <a:pt x="705" y="2"/>
                  <a:pt x="707" y="3"/>
                </a:cubicBezTo>
                <a:close/>
                <a:moveTo>
                  <a:pt x="781" y="5"/>
                </a:moveTo>
                <a:cubicBezTo>
                  <a:pt x="780" y="9"/>
                  <a:pt x="783" y="9"/>
                  <a:pt x="785" y="11"/>
                </a:cubicBezTo>
                <a:cubicBezTo>
                  <a:pt x="813" y="32"/>
                  <a:pt x="815" y="38"/>
                  <a:pt x="821" y="41"/>
                </a:cubicBezTo>
                <a:cubicBezTo>
                  <a:pt x="837" y="55"/>
                  <a:pt x="839" y="56"/>
                  <a:pt x="843" y="56"/>
                </a:cubicBezTo>
                <a:cubicBezTo>
                  <a:pt x="873" y="83"/>
                  <a:pt x="883" y="90"/>
                  <a:pt x="892" y="99"/>
                </a:cubicBezTo>
                <a:cubicBezTo>
                  <a:pt x="909" y="114"/>
                  <a:pt x="916" y="117"/>
                  <a:pt x="918" y="123"/>
                </a:cubicBezTo>
                <a:cubicBezTo>
                  <a:pt x="952" y="150"/>
                  <a:pt x="958" y="152"/>
                  <a:pt x="960" y="157"/>
                </a:cubicBezTo>
                <a:cubicBezTo>
                  <a:pt x="1007" y="194"/>
                  <a:pt x="1009" y="196"/>
                  <a:pt x="1010" y="199"/>
                </a:cubicBezTo>
                <a:cubicBezTo>
                  <a:pt x="1034" y="220"/>
                  <a:pt x="1042" y="221"/>
                  <a:pt x="1044" y="226"/>
                </a:cubicBezTo>
                <a:cubicBezTo>
                  <a:pt x="1095" y="265"/>
                  <a:pt x="1104" y="266"/>
                  <a:pt x="1108" y="271"/>
                </a:cubicBezTo>
                <a:cubicBezTo>
                  <a:pt x="1152" y="297"/>
                  <a:pt x="1154" y="304"/>
                  <a:pt x="1162" y="305"/>
                </a:cubicBezTo>
                <a:cubicBezTo>
                  <a:pt x="1183" y="317"/>
                  <a:pt x="1184" y="319"/>
                  <a:pt x="1184" y="321"/>
                </a:cubicBezTo>
                <a:cubicBezTo>
                  <a:pt x="1209" y="327"/>
                  <a:pt x="1216" y="329"/>
                  <a:pt x="1225" y="326"/>
                </a:cubicBezTo>
                <a:cubicBezTo>
                  <a:pt x="1193" y="309"/>
                  <a:pt x="1186" y="309"/>
                  <a:pt x="1182" y="306"/>
                </a:cubicBezTo>
                <a:cubicBezTo>
                  <a:pt x="1131" y="277"/>
                  <a:pt x="1126" y="272"/>
                  <a:pt x="1119" y="270"/>
                </a:cubicBezTo>
                <a:cubicBezTo>
                  <a:pt x="1082" y="240"/>
                  <a:pt x="1074" y="237"/>
                  <a:pt x="1068" y="233"/>
                </a:cubicBezTo>
                <a:cubicBezTo>
                  <a:pt x="1015" y="191"/>
                  <a:pt x="1009" y="187"/>
                  <a:pt x="1004" y="182"/>
                </a:cubicBezTo>
                <a:cubicBezTo>
                  <a:pt x="952" y="138"/>
                  <a:pt x="945" y="135"/>
                  <a:pt x="941" y="128"/>
                </a:cubicBezTo>
                <a:cubicBezTo>
                  <a:pt x="904" y="100"/>
                  <a:pt x="901" y="93"/>
                  <a:pt x="894" y="90"/>
                </a:cubicBezTo>
                <a:cubicBezTo>
                  <a:pt x="858" y="58"/>
                  <a:pt x="853" y="54"/>
                  <a:pt x="847" y="50"/>
                </a:cubicBezTo>
                <a:cubicBezTo>
                  <a:pt x="822" y="26"/>
                  <a:pt x="817" y="26"/>
                  <a:pt x="813" y="25"/>
                </a:cubicBezTo>
                <a:cubicBezTo>
                  <a:pt x="781" y="0"/>
                  <a:pt x="781" y="0"/>
                  <a:pt x="781" y="0"/>
                </a:cubicBezTo>
                <a:close/>
                <a:moveTo>
                  <a:pt x="429" y="17"/>
                </a:moveTo>
                <a:cubicBezTo>
                  <a:pt x="434" y="17"/>
                  <a:pt x="433" y="24"/>
                  <a:pt x="440" y="23"/>
                </a:cubicBezTo>
                <a:cubicBezTo>
                  <a:pt x="504" y="85"/>
                  <a:pt x="517" y="96"/>
                  <a:pt x="530" y="106"/>
                </a:cubicBezTo>
                <a:cubicBezTo>
                  <a:pt x="570" y="139"/>
                  <a:pt x="576" y="139"/>
                  <a:pt x="579" y="142"/>
                </a:cubicBezTo>
                <a:cubicBezTo>
                  <a:pt x="604" y="156"/>
                  <a:pt x="606" y="167"/>
                  <a:pt x="609" y="160"/>
                </a:cubicBezTo>
                <a:cubicBezTo>
                  <a:pt x="583" y="140"/>
                  <a:pt x="574" y="135"/>
                  <a:pt x="569" y="129"/>
                </a:cubicBezTo>
                <a:cubicBezTo>
                  <a:pt x="531" y="105"/>
                  <a:pt x="533" y="96"/>
                  <a:pt x="526" y="97"/>
                </a:cubicBezTo>
                <a:cubicBezTo>
                  <a:pt x="493" y="61"/>
                  <a:pt x="489" y="59"/>
                  <a:pt x="487" y="53"/>
                </a:cubicBezTo>
                <a:cubicBezTo>
                  <a:pt x="450" y="20"/>
                  <a:pt x="443" y="19"/>
                  <a:pt x="442" y="13"/>
                </a:cubicBezTo>
                <a:cubicBezTo>
                  <a:pt x="463" y="26"/>
                  <a:pt x="465" y="28"/>
                  <a:pt x="466" y="31"/>
                </a:cubicBezTo>
                <a:cubicBezTo>
                  <a:pt x="519" y="68"/>
                  <a:pt x="521" y="73"/>
                  <a:pt x="526" y="76"/>
                </a:cubicBezTo>
                <a:cubicBezTo>
                  <a:pt x="542" y="88"/>
                  <a:pt x="542" y="94"/>
                  <a:pt x="547" y="96"/>
                </a:cubicBezTo>
                <a:cubicBezTo>
                  <a:pt x="565" y="108"/>
                  <a:pt x="564" y="115"/>
                  <a:pt x="571" y="116"/>
                </a:cubicBezTo>
                <a:cubicBezTo>
                  <a:pt x="606" y="152"/>
                  <a:pt x="609" y="155"/>
                  <a:pt x="614" y="158"/>
                </a:cubicBezTo>
                <a:cubicBezTo>
                  <a:pt x="619" y="167"/>
                  <a:pt x="612" y="162"/>
                  <a:pt x="611" y="167"/>
                </a:cubicBezTo>
                <a:cubicBezTo>
                  <a:pt x="629" y="174"/>
                  <a:pt x="629" y="177"/>
                  <a:pt x="633" y="176"/>
                </a:cubicBezTo>
                <a:cubicBezTo>
                  <a:pt x="695" y="224"/>
                  <a:pt x="698" y="233"/>
                  <a:pt x="708" y="234"/>
                </a:cubicBezTo>
                <a:cubicBezTo>
                  <a:pt x="693" y="216"/>
                  <a:pt x="685" y="219"/>
                  <a:pt x="684" y="214"/>
                </a:cubicBezTo>
                <a:cubicBezTo>
                  <a:pt x="649" y="191"/>
                  <a:pt x="648" y="181"/>
                  <a:pt x="639" y="178"/>
                </a:cubicBezTo>
                <a:cubicBezTo>
                  <a:pt x="616" y="151"/>
                  <a:pt x="612" y="152"/>
                  <a:pt x="612" y="149"/>
                </a:cubicBezTo>
                <a:cubicBezTo>
                  <a:pt x="596" y="135"/>
                  <a:pt x="596" y="129"/>
                  <a:pt x="593" y="127"/>
                </a:cubicBezTo>
                <a:cubicBezTo>
                  <a:pt x="564" y="105"/>
                  <a:pt x="565" y="101"/>
                  <a:pt x="563" y="100"/>
                </a:cubicBezTo>
                <a:cubicBezTo>
                  <a:pt x="537" y="78"/>
                  <a:pt x="536" y="72"/>
                  <a:pt x="531" y="71"/>
                </a:cubicBezTo>
                <a:cubicBezTo>
                  <a:pt x="517" y="59"/>
                  <a:pt x="516" y="57"/>
                  <a:pt x="516" y="53"/>
                </a:cubicBezTo>
                <a:cubicBezTo>
                  <a:pt x="486" y="37"/>
                  <a:pt x="484" y="26"/>
                  <a:pt x="473" y="24"/>
                </a:cubicBezTo>
                <a:cubicBezTo>
                  <a:pt x="427" y="0"/>
                  <a:pt x="427" y="0"/>
                  <a:pt x="427" y="0"/>
                </a:cubicBezTo>
                <a:cubicBezTo>
                  <a:pt x="438" y="11"/>
                  <a:pt x="441" y="12"/>
                  <a:pt x="438" y="13"/>
                </a:cubicBezTo>
                <a:cubicBezTo>
                  <a:pt x="423" y="1"/>
                  <a:pt x="422" y="1"/>
                  <a:pt x="422" y="0"/>
                </a:cubicBezTo>
                <a:cubicBezTo>
                  <a:pt x="424" y="10"/>
                  <a:pt x="427" y="13"/>
                  <a:pt x="429" y="17"/>
                </a:cubicBezTo>
                <a:close/>
                <a:moveTo>
                  <a:pt x="385" y="151"/>
                </a:moveTo>
                <a:cubicBezTo>
                  <a:pt x="384" y="148"/>
                  <a:pt x="382" y="146"/>
                  <a:pt x="378" y="146"/>
                </a:cubicBezTo>
                <a:cubicBezTo>
                  <a:pt x="359" y="123"/>
                  <a:pt x="353" y="121"/>
                  <a:pt x="349" y="117"/>
                </a:cubicBezTo>
                <a:cubicBezTo>
                  <a:pt x="312" y="78"/>
                  <a:pt x="306" y="76"/>
                  <a:pt x="304" y="71"/>
                </a:cubicBezTo>
                <a:cubicBezTo>
                  <a:pt x="278" y="47"/>
                  <a:pt x="276" y="45"/>
                  <a:pt x="276" y="42"/>
                </a:cubicBezTo>
                <a:cubicBezTo>
                  <a:pt x="256" y="35"/>
                  <a:pt x="262" y="26"/>
                  <a:pt x="255" y="28"/>
                </a:cubicBezTo>
                <a:cubicBezTo>
                  <a:pt x="207" y="0"/>
                  <a:pt x="207" y="0"/>
                  <a:pt x="207" y="0"/>
                </a:cubicBezTo>
                <a:cubicBezTo>
                  <a:pt x="240" y="25"/>
                  <a:pt x="245" y="33"/>
                  <a:pt x="254" y="37"/>
                </a:cubicBezTo>
                <a:cubicBezTo>
                  <a:pt x="280" y="63"/>
                  <a:pt x="289" y="68"/>
                  <a:pt x="295" y="75"/>
                </a:cubicBezTo>
                <a:cubicBezTo>
                  <a:pt x="336" y="116"/>
                  <a:pt x="339" y="115"/>
                  <a:pt x="340" y="117"/>
                </a:cubicBezTo>
                <a:cubicBezTo>
                  <a:pt x="359" y="135"/>
                  <a:pt x="363" y="137"/>
                  <a:pt x="368" y="137"/>
                </a:cubicBezTo>
                <a:cubicBezTo>
                  <a:pt x="389" y="157"/>
                  <a:pt x="395" y="166"/>
                  <a:pt x="398" y="160"/>
                </a:cubicBezTo>
                <a:close/>
                <a:moveTo>
                  <a:pt x="1507" y="2099"/>
                </a:moveTo>
                <a:cubicBezTo>
                  <a:pt x="1503" y="2109"/>
                  <a:pt x="1496" y="2117"/>
                  <a:pt x="1494" y="2129"/>
                </a:cubicBezTo>
                <a:cubicBezTo>
                  <a:pt x="1487" y="2132"/>
                  <a:pt x="1486" y="2141"/>
                  <a:pt x="1481" y="2145"/>
                </a:cubicBezTo>
                <a:cubicBezTo>
                  <a:pt x="1478" y="2151"/>
                  <a:pt x="1471" y="2153"/>
                  <a:pt x="1468" y="2160"/>
                </a:cubicBezTo>
                <a:cubicBezTo>
                  <a:pt x="1468" y="2160"/>
                  <a:pt x="1467" y="2160"/>
                  <a:pt x="1467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81" y="2159"/>
                  <a:pt x="1482" y="2158"/>
                  <a:pt x="1481" y="2155"/>
                </a:cubicBezTo>
                <a:cubicBezTo>
                  <a:pt x="1488" y="2155"/>
                  <a:pt x="1487" y="2146"/>
                  <a:pt x="1494" y="2145"/>
                </a:cubicBezTo>
                <a:cubicBezTo>
                  <a:pt x="1495" y="2139"/>
                  <a:pt x="1496" y="2135"/>
                  <a:pt x="1501" y="2134"/>
                </a:cubicBezTo>
                <a:cubicBezTo>
                  <a:pt x="1501" y="2128"/>
                  <a:pt x="1505" y="2126"/>
                  <a:pt x="1507" y="2123"/>
                </a:cubicBezTo>
                <a:cubicBezTo>
                  <a:pt x="1505" y="2116"/>
                  <a:pt x="1511" y="2116"/>
                  <a:pt x="1509" y="2110"/>
                </a:cubicBezTo>
                <a:cubicBezTo>
                  <a:pt x="1512" y="2107"/>
                  <a:pt x="1513" y="2099"/>
                  <a:pt x="1507" y="2099"/>
                </a:cubicBezTo>
                <a:close/>
                <a:moveTo>
                  <a:pt x="1509" y="2042"/>
                </a:moveTo>
                <a:cubicBezTo>
                  <a:pt x="1498" y="2041"/>
                  <a:pt x="1501" y="2053"/>
                  <a:pt x="1494" y="2055"/>
                </a:cubicBezTo>
                <a:cubicBezTo>
                  <a:pt x="1489" y="2060"/>
                  <a:pt x="1487" y="2067"/>
                  <a:pt x="1481" y="2070"/>
                </a:cubicBezTo>
                <a:cubicBezTo>
                  <a:pt x="1478" y="2077"/>
                  <a:pt x="1471" y="2079"/>
                  <a:pt x="1468" y="2086"/>
                </a:cubicBezTo>
                <a:cubicBezTo>
                  <a:pt x="1463" y="2091"/>
                  <a:pt x="1460" y="2098"/>
                  <a:pt x="1453" y="2101"/>
                </a:cubicBezTo>
                <a:cubicBezTo>
                  <a:pt x="1435" y="2123"/>
                  <a:pt x="1408" y="2135"/>
                  <a:pt x="1389" y="2155"/>
                </a:cubicBezTo>
                <a:cubicBezTo>
                  <a:pt x="1389" y="2159"/>
                  <a:pt x="1384" y="2158"/>
                  <a:pt x="1383" y="2160"/>
                </a:cubicBezTo>
                <a:cubicBezTo>
                  <a:pt x="1396" y="2160"/>
                  <a:pt x="1396" y="2160"/>
                  <a:pt x="1396" y="2160"/>
                </a:cubicBezTo>
                <a:cubicBezTo>
                  <a:pt x="1400" y="2158"/>
                  <a:pt x="1402" y="2154"/>
                  <a:pt x="1405" y="2151"/>
                </a:cubicBezTo>
                <a:cubicBezTo>
                  <a:pt x="1409" y="2147"/>
                  <a:pt x="1415" y="2146"/>
                  <a:pt x="1418" y="2140"/>
                </a:cubicBezTo>
                <a:cubicBezTo>
                  <a:pt x="1420" y="2139"/>
                  <a:pt x="1423" y="2138"/>
                  <a:pt x="1424" y="2136"/>
                </a:cubicBezTo>
                <a:cubicBezTo>
                  <a:pt x="1425" y="2132"/>
                  <a:pt x="1432" y="2134"/>
                  <a:pt x="1433" y="2131"/>
                </a:cubicBezTo>
                <a:cubicBezTo>
                  <a:pt x="1440" y="2124"/>
                  <a:pt x="1449" y="2117"/>
                  <a:pt x="1457" y="2110"/>
                </a:cubicBezTo>
                <a:cubicBezTo>
                  <a:pt x="1459" y="2104"/>
                  <a:pt x="1466" y="2102"/>
                  <a:pt x="1468" y="2097"/>
                </a:cubicBezTo>
                <a:cubicBezTo>
                  <a:pt x="1471" y="2091"/>
                  <a:pt x="1475" y="2087"/>
                  <a:pt x="1479" y="2083"/>
                </a:cubicBezTo>
                <a:cubicBezTo>
                  <a:pt x="1485" y="2075"/>
                  <a:pt x="1493" y="2067"/>
                  <a:pt x="1498" y="2057"/>
                </a:cubicBezTo>
                <a:cubicBezTo>
                  <a:pt x="1501" y="2056"/>
                  <a:pt x="1503" y="2055"/>
                  <a:pt x="1503" y="2051"/>
                </a:cubicBezTo>
                <a:cubicBezTo>
                  <a:pt x="1505" y="2049"/>
                  <a:pt x="1507" y="2046"/>
                  <a:pt x="1509" y="2044"/>
                </a:cubicBezTo>
                <a:cubicBezTo>
                  <a:pt x="1513" y="2044"/>
                  <a:pt x="1510" y="2038"/>
                  <a:pt x="1514" y="2038"/>
                </a:cubicBezTo>
                <a:cubicBezTo>
                  <a:pt x="1512" y="2032"/>
                  <a:pt x="1518" y="2033"/>
                  <a:pt x="1518" y="2029"/>
                </a:cubicBezTo>
                <a:cubicBezTo>
                  <a:pt x="1511" y="2029"/>
                  <a:pt x="1510" y="2035"/>
                  <a:pt x="1509" y="2042"/>
                </a:cubicBezTo>
                <a:close/>
                <a:moveTo>
                  <a:pt x="1392" y="2125"/>
                </a:moveTo>
                <a:cubicBezTo>
                  <a:pt x="1392" y="2119"/>
                  <a:pt x="1401" y="2121"/>
                  <a:pt x="1402" y="2116"/>
                </a:cubicBezTo>
                <a:cubicBezTo>
                  <a:pt x="1434" y="2086"/>
                  <a:pt x="1442" y="2088"/>
                  <a:pt x="1444" y="2083"/>
                </a:cubicBezTo>
                <a:cubicBezTo>
                  <a:pt x="1462" y="2059"/>
                  <a:pt x="1469" y="2060"/>
                  <a:pt x="1470" y="2055"/>
                </a:cubicBezTo>
                <a:cubicBezTo>
                  <a:pt x="1490" y="2036"/>
                  <a:pt x="1492" y="2034"/>
                  <a:pt x="1494" y="2033"/>
                </a:cubicBezTo>
                <a:cubicBezTo>
                  <a:pt x="1512" y="2017"/>
                  <a:pt x="1514" y="2004"/>
                  <a:pt x="1509" y="2003"/>
                </a:cubicBezTo>
                <a:cubicBezTo>
                  <a:pt x="1466" y="2054"/>
                  <a:pt x="1462" y="2055"/>
                  <a:pt x="1461" y="2059"/>
                </a:cubicBezTo>
                <a:cubicBezTo>
                  <a:pt x="1449" y="2068"/>
                  <a:pt x="1446" y="2069"/>
                  <a:pt x="1446" y="2075"/>
                </a:cubicBezTo>
                <a:cubicBezTo>
                  <a:pt x="1423" y="2087"/>
                  <a:pt x="1422" y="2091"/>
                  <a:pt x="1420" y="2094"/>
                </a:cubicBezTo>
                <a:cubicBezTo>
                  <a:pt x="1397" y="2111"/>
                  <a:pt x="1395" y="2113"/>
                  <a:pt x="1394" y="2114"/>
                </a:cubicBezTo>
                <a:cubicBezTo>
                  <a:pt x="1343" y="2159"/>
                  <a:pt x="1342" y="2159"/>
                  <a:pt x="1341" y="2160"/>
                </a:cubicBezTo>
                <a:cubicBezTo>
                  <a:pt x="1360" y="2155"/>
                  <a:pt x="1362" y="2153"/>
                  <a:pt x="1365" y="2153"/>
                </a:cubicBezTo>
                <a:cubicBezTo>
                  <a:pt x="1382" y="2127"/>
                  <a:pt x="1389" y="2128"/>
                  <a:pt x="1392" y="2125"/>
                </a:cubicBezTo>
                <a:close/>
                <a:moveTo>
                  <a:pt x="1461" y="2131"/>
                </a:moveTo>
                <a:cubicBezTo>
                  <a:pt x="1458" y="2140"/>
                  <a:pt x="1448" y="2143"/>
                  <a:pt x="1446" y="2153"/>
                </a:cubicBezTo>
                <a:cubicBezTo>
                  <a:pt x="1441" y="2153"/>
                  <a:pt x="1438" y="2157"/>
                  <a:pt x="1436" y="2160"/>
                </a:cubicBezTo>
                <a:cubicBezTo>
                  <a:pt x="1445" y="2160"/>
                  <a:pt x="1445" y="2160"/>
                  <a:pt x="1445" y="2160"/>
                </a:cubicBezTo>
                <a:cubicBezTo>
                  <a:pt x="1446" y="2158"/>
                  <a:pt x="1448" y="2156"/>
                  <a:pt x="1450" y="2155"/>
                </a:cubicBezTo>
                <a:cubicBezTo>
                  <a:pt x="1453" y="2153"/>
                  <a:pt x="1451" y="2147"/>
                  <a:pt x="1457" y="2149"/>
                </a:cubicBezTo>
                <a:cubicBezTo>
                  <a:pt x="1455" y="2143"/>
                  <a:pt x="1461" y="2144"/>
                  <a:pt x="1461" y="2140"/>
                </a:cubicBezTo>
                <a:cubicBezTo>
                  <a:pt x="1462" y="2139"/>
                  <a:pt x="1467" y="2132"/>
                  <a:pt x="1461" y="2131"/>
                </a:cubicBezTo>
                <a:close/>
                <a:moveTo>
                  <a:pt x="1527" y="1857"/>
                </a:moveTo>
                <a:cubicBezTo>
                  <a:pt x="1525" y="1861"/>
                  <a:pt x="1521" y="1863"/>
                  <a:pt x="1522" y="1870"/>
                </a:cubicBezTo>
                <a:cubicBezTo>
                  <a:pt x="1494" y="1913"/>
                  <a:pt x="1484" y="1917"/>
                  <a:pt x="1481" y="1927"/>
                </a:cubicBezTo>
                <a:cubicBezTo>
                  <a:pt x="1462" y="1952"/>
                  <a:pt x="1458" y="1955"/>
                  <a:pt x="1457" y="1959"/>
                </a:cubicBezTo>
                <a:cubicBezTo>
                  <a:pt x="1426" y="2000"/>
                  <a:pt x="1415" y="2003"/>
                  <a:pt x="1411" y="2012"/>
                </a:cubicBezTo>
                <a:cubicBezTo>
                  <a:pt x="1383" y="2042"/>
                  <a:pt x="1371" y="2050"/>
                  <a:pt x="1363" y="2062"/>
                </a:cubicBezTo>
                <a:cubicBezTo>
                  <a:pt x="1339" y="2088"/>
                  <a:pt x="1333" y="2088"/>
                  <a:pt x="1330" y="2090"/>
                </a:cubicBezTo>
                <a:cubicBezTo>
                  <a:pt x="1301" y="2125"/>
                  <a:pt x="1296" y="2125"/>
                  <a:pt x="1296" y="2129"/>
                </a:cubicBezTo>
                <a:cubicBezTo>
                  <a:pt x="1275" y="2157"/>
                  <a:pt x="1274" y="2159"/>
                  <a:pt x="1273" y="2160"/>
                </a:cubicBezTo>
                <a:cubicBezTo>
                  <a:pt x="1296" y="2148"/>
                  <a:pt x="1296" y="2140"/>
                  <a:pt x="1302" y="2138"/>
                </a:cubicBezTo>
                <a:cubicBezTo>
                  <a:pt x="1317" y="2122"/>
                  <a:pt x="1315" y="2116"/>
                  <a:pt x="1320" y="2116"/>
                </a:cubicBezTo>
                <a:cubicBezTo>
                  <a:pt x="1339" y="2093"/>
                  <a:pt x="1344" y="2092"/>
                  <a:pt x="1346" y="2090"/>
                </a:cubicBezTo>
                <a:cubicBezTo>
                  <a:pt x="1359" y="2073"/>
                  <a:pt x="1366" y="2075"/>
                  <a:pt x="1365" y="2070"/>
                </a:cubicBezTo>
                <a:cubicBezTo>
                  <a:pt x="1383" y="2053"/>
                  <a:pt x="1385" y="2045"/>
                  <a:pt x="1392" y="2042"/>
                </a:cubicBezTo>
                <a:cubicBezTo>
                  <a:pt x="1407" y="2027"/>
                  <a:pt x="1409" y="2025"/>
                  <a:pt x="1411" y="2022"/>
                </a:cubicBezTo>
                <a:cubicBezTo>
                  <a:pt x="1429" y="2007"/>
                  <a:pt x="1427" y="2001"/>
                  <a:pt x="1433" y="2003"/>
                </a:cubicBezTo>
                <a:cubicBezTo>
                  <a:pt x="1463" y="1970"/>
                  <a:pt x="1461" y="1959"/>
                  <a:pt x="1468" y="1957"/>
                </a:cubicBezTo>
                <a:cubicBezTo>
                  <a:pt x="1484" y="1929"/>
                  <a:pt x="1489" y="1929"/>
                  <a:pt x="1487" y="1922"/>
                </a:cubicBezTo>
                <a:cubicBezTo>
                  <a:pt x="1509" y="1885"/>
                  <a:pt x="1518" y="1890"/>
                  <a:pt x="1516" y="1883"/>
                </a:cubicBezTo>
                <a:cubicBezTo>
                  <a:pt x="1524" y="1862"/>
                  <a:pt x="1533" y="1859"/>
                  <a:pt x="1527" y="1857"/>
                </a:cubicBezTo>
                <a:close/>
                <a:moveTo>
                  <a:pt x="1352" y="2127"/>
                </a:moveTo>
                <a:cubicBezTo>
                  <a:pt x="1354" y="2125"/>
                  <a:pt x="1357" y="2123"/>
                  <a:pt x="1359" y="2121"/>
                </a:cubicBezTo>
                <a:cubicBezTo>
                  <a:pt x="1395" y="2078"/>
                  <a:pt x="1399" y="2074"/>
                  <a:pt x="1405" y="2070"/>
                </a:cubicBezTo>
                <a:cubicBezTo>
                  <a:pt x="1423" y="2052"/>
                  <a:pt x="1427" y="2047"/>
                  <a:pt x="1431" y="2042"/>
                </a:cubicBezTo>
                <a:cubicBezTo>
                  <a:pt x="1457" y="2023"/>
                  <a:pt x="1460" y="2021"/>
                  <a:pt x="1459" y="2016"/>
                </a:cubicBezTo>
                <a:cubicBezTo>
                  <a:pt x="1462" y="2009"/>
                  <a:pt x="1456" y="2017"/>
                  <a:pt x="1446" y="2022"/>
                </a:cubicBezTo>
                <a:cubicBezTo>
                  <a:pt x="1424" y="2038"/>
                  <a:pt x="1427" y="2045"/>
                  <a:pt x="1422" y="2044"/>
                </a:cubicBezTo>
                <a:cubicBezTo>
                  <a:pt x="1392" y="2075"/>
                  <a:pt x="1382" y="2080"/>
                  <a:pt x="1374" y="2088"/>
                </a:cubicBezTo>
                <a:cubicBezTo>
                  <a:pt x="1345" y="2122"/>
                  <a:pt x="1343" y="2124"/>
                  <a:pt x="1341" y="2127"/>
                </a:cubicBezTo>
                <a:cubicBezTo>
                  <a:pt x="1332" y="2135"/>
                  <a:pt x="1333" y="2138"/>
                  <a:pt x="1330" y="2138"/>
                </a:cubicBezTo>
                <a:cubicBezTo>
                  <a:pt x="1315" y="2150"/>
                  <a:pt x="1317" y="2157"/>
                  <a:pt x="1313" y="2158"/>
                </a:cubicBezTo>
                <a:cubicBezTo>
                  <a:pt x="1328" y="2154"/>
                  <a:pt x="1334" y="2147"/>
                  <a:pt x="1341" y="2142"/>
                </a:cubicBezTo>
                <a:close/>
                <a:moveTo>
                  <a:pt x="1579" y="1510"/>
                </a:moveTo>
                <a:cubicBezTo>
                  <a:pt x="1576" y="1516"/>
                  <a:pt x="1577" y="1527"/>
                  <a:pt x="1572" y="1532"/>
                </a:cubicBezTo>
                <a:cubicBezTo>
                  <a:pt x="1553" y="1580"/>
                  <a:pt x="1549" y="1586"/>
                  <a:pt x="1546" y="1593"/>
                </a:cubicBezTo>
                <a:cubicBezTo>
                  <a:pt x="1508" y="1646"/>
                  <a:pt x="1502" y="1650"/>
                  <a:pt x="1501" y="1652"/>
                </a:cubicBezTo>
                <a:cubicBezTo>
                  <a:pt x="1485" y="1663"/>
                  <a:pt x="1489" y="1672"/>
                  <a:pt x="1483" y="1671"/>
                </a:cubicBezTo>
                <a:cubicBezTo>
                  <a:pt x="1448" y="1697"/>
                  <a:pt x="1450" y="1704"/>
                  <a:pt x="1446" y="1704"/>
                </a:cubicBezTo>
                <a:cubicBezTo>
                  <a:pt x="1400" y="1740"/>
                  <a:pt x="1393" y="1742"/>
                  <a:pt x="1392" y="1750"/>
                </a:cubicBezTo>
                <a:cubicBezTo>
                  <a:pt x="1354" y="1774"/>
                  <a:pt x="1358" y="1783"/>
                  <a:pt x="1352" y="1783"/>
                </a:cubicBezTo>
                <a:cubicBezTo>
                  <a:pt x="1309" y="1823"/>
                  <a:pt x="1313" y="1832"/>
                  <a:pt x="1306" y="1831"/>
                </a:cubicBezTo>
                <a:cubicBezTo>
                  <a:pt x="1291" y="1850"/>
                  <a:pt x="1288" y="1851"/>
                  <a:pt x="1289" y="1855"/>
                </a:cubicBezTo>
                <a:cubicBezTo>
                  <a:pt x="1269" y="1881"/>
                  <a:pt x="1265" y="1882"/>
                  <a:pt x="1263" y="1885"/>
                </a:cubicBezTo>
                <a:cubicBezTo>
                  <a:pt x="1247" y="1908"/>
                  <a:pt x="1244" y="1910"/>
                  <a:pt x="1241" y="1913"/>
                </a:cubicBezTo>
                <a:cubicBezTo>
                  <a:pt x="1232" y="1921"/>
                  <a:pt x="1240" y="1911"/>
                  <a:pt x="1245" y="1900"/>
                </a:cubicBezTo>
                <a:cubicBezTo>
                  <a:pt x="1283" y="1849"/>
                  <a:pt x="1286" y="1842"/>
                  <a:pt x="1289" y="1835"/>
                </a:cubicBezTo>
                <a:cubicBezTo>
                  <a:pt x="1309" y="1806"/>
                  <a:pt x="1318" y="1810"/>
                  <a:pt x="1317" y="1804"/>
                </a:cubicBezTo>
                <a:cubicBezTo>
                  <a:pt x="1359" y="1769"/>
                  <a:pt x="1359" y="1764"/>
                  <a:pt x="1363" y="1763"/>
                </a:cubicBezTo>
                <a:cubicBezTo>
                  <a:pt x="1384" y="1744"/>
                  <a:pt x="1387" y="1737"/>
                  <a:pt x="1392" y="1732"/>
                </a:cubicBezTo>
                <a:cubicBezTo>
                  <a:pt x="1416" y="1708"/>
                  <a:pt x="1420" y="1707"/>
                  <a:pt x="1422" y="1704"/>
                </a:cubicBezTo>
                <a:cubicBezTo>
                  <a:pt x="1441" y="1688"/>
                  <a:pt x="1443" y="1686"/>
                  <a:pt x="1444" y="1682"/>
                </a:cubicBezTo>
                <a:cubicBezTo>
                  <a:pt x="1465" y="1668"/>
                  <a:pt x="1461" y="1659"/>
                  <a:pt x="1468" y="1660"/>
                </a:cubicBezTo>
                <a:cubicBezTo>
                  <a:pt x="1491" y="1612"/>
                  <a:pt x="1503" y="1610"/>
                  <a:pt x="1503" y="1597"/>
                </a:cubicBezTo>
                <a:cubicBezTo>
                  <a:pt x="1527" y="1537"/>
                  <a:pt x="1531" y="1534"/>
                  <a:pt x="1531" y="1527"/>
                </a:cubicBezTo>
                <a:cubicBezTo>
                  <a:pt x="1517" y="1548"/>
                  <a:pt x="1518" y="1552"/>
                  <a:pt x="1518" y="1556"/>
                </a:cubicBezTo>
                <a:cubicBezTo>
                  <a:pt x="1510" y="1576"/>
                  <a:pt x="1505" y="1576"/>
                  <a:pt x="1507" y="1582"/>
                </a:cubicBezTo>
                <a:cubicBezTo>
                  <a:pt x="1476" y="1632"/>
                  <a:pt x="1471" y="1639"/>
                  <a:pt x="1468" y="1647"/>
                </a:cubicBezTo>
                <a:cubicBezTo>
                  <a:pt x="1436" y="1686"/>
                  <a:pt x="1427" y="1682"/>
                  <a:pt x="1429" y="1689"/>
                </a:cubicBezTo>
                <a:cubicBezTo>
                  <a:pt x="1397" y="1713"/>
                  <a:pt x="1396" y="1723"/>
                  <a:pt x="1387" y="1724"/>
                </a:cubicBezTo>
                <a:cubicBezTo>
                  <a:pt x="1347" y="1765"/>
                  <a:pt x="1336" y="1774"/>
                  <a:pt x="1324" y="1783"/>
                </a:cubicBezTo>
                <a:cubicBezTo>
                  <a:pt x="1294" y="1825"/>
                  <a:pt x="1284" y="1819"/>
                  <a:pt x="1287" y="1826"/>
                </a:cubicBezTo>
                <a:cubicBezTo>
                  <a:pt x="1269" y="1846"/>
                  <a:pt x="1267" y="1852"/>
                  <a:pt x="1263" y="1857"/>
                </a:cubicBezTo>
                <a:cubicBezTo>
                  <a:pt x="1241" y="1894"/>
                  <a:pt x="1235" y="1892"/>
                  <a:pt x="1237" y="1898"/>
                </a:cubicBezTo>
                <a:cubicBezTo>
                  <a:pt x="1230" y="1892"/>
                  <a:pt x="1235" y="1886"/>
                  <a:pt x="1239" y="1879"/>
                </a:cubicBezTo>
                <a:cubicBezTo>
                  <a:pt x="1256" y="1846"/>
                  <a:pt x="1268" y="1835"/>
                  <a:pt x="1274" y="1820"/>
                </a:cubicBezTo>
                <a:cubicBezTo>
                  <a:pt x="1287" y="1807"/>
                  <a:pt x="1290" y="1804"/>
                  <a:pt x="1293" y="1800"/>
                </a:cubicBezTo>
                <a:cubicBezTo>
                  <a:pt x="1318" y="1779"/>
                  <a:pt x="1319" y="1773"/>
                  <a:pt x="1324" y="1772"/>
                </a:cubicBezTo>
                <a:cubicBezTo>
                  <a:pt x="1347" y="1749"/>
                  <a:pt x="1349" y="1744"/>
                  <a:pt x="1354" y="1743"/>
                </a:cubicBezTo>
                <a:cubicBezTo>
                  <a:pt x="1365" y="1728"/>
                  <a:pt x="1371" y="1728"/>
                  <a:pt x="1372" y="1722"/>
                </a:cubicBezTo>
                <a:cubicBezTo>
                  <a:pt x="1395" y="1693"/>
                  <a:pt x="1399" y="1693"/>
                  <a:pt x="1400" y="1691"/>
                </a:cubicBezTo>
                <a:cubicBezTo>
                  <a:pt x="1433" y="1656"/>
                  <a:pt x="1430" y="1647"/>
                  <a:pt x="1437" y="1647"/>
                </a:cubicBezTo>
                <a:cubicBezTo>
                  <a:pt x="1461" y="1606"/>
                  <a:pt x="1467" y="1605"/>
                  <a:pt x="1468" y="1599"/>
                </a:cubicBezTo>
                <a:cubicBezTo>
                  <a:pt x="1488" y="1573"/>
                  <a:pt x="1484" y="1562"/>
                  <a:pt x="1490" y="1560"/>
                </a:cubicBezTo>
                <a:cubicBezTo>
                  <a:pt x="1512" y="1498"/>
                  <a:pt x="1513" y="1492"/>
                  <a:pt x="1514" y="1486"/>
                </a:cubicBezTo>
                <a:cubicBezTo>
                  <a:pt x="1523" y="1457"/>
                  <a:pt x="1522" y="1452"/>
                  <a:pt x="1522" y="1449"/>
                </a:cubicBezTo>
                <a:cubicBezTo>
                  <a:pt x="1510" y="1484"/>
                  <a:pt x="1507" y="1489"/>
                  <a:pt x="1507" y="1497"/>
                </a:cubicBezTo>
                <a:cubicBezTo>
                  <a:pt x="1490" y="1532"/>
                  <a:pt x="1493" y="1538"/>
                  <a:pt x="1490" y="1538"/>
                </a:cubicBezTo>
                <a:cubicBezTo>
                  <a:pt x="1467" y="1585"/>
                  <a:pt x="1465" y="1592"/>
                  <a:pt x="1461" y="1597"/>
                </a:cubicBezTo>
                <a:cubicBezTo>
                  <a:pt x="1423" y="1648"/>
                  <a:pt x="1419" y="1653"/>
                  <a:pt x="1416" y="1658"/>
                </a:cubicBezTo>
                <a:cubicBezTo>
                  <a:pt x="1397" y="1673"/>
                  <a:pt x="1404" y="1684"/>
                  <a:pt x="1396" y="1680"/>
                </a:cubicBezTo>
                <a:cubicBezTo>
                  <a:pt x="1383" y="1699"/>
                  <a:pt x="1379" y="1700"/>
                  <a:pt x="1376" y="1702"/>
                </a:cubicBezTo>
                <a:cubicBezTo>
                  <a:pt x="1295" y="1789"/>
                  <a:pt x="1288" y="1786"/>
                  <a:pt x="1289" y="1791"/>
                </a:cubicBezTo>
                <a:cubicBezTo>
                  <a:pt x="1276" y="1807"/>
                  <a:pt x="1274" y="1807"/>
                  <a:pt x="1274" y="1809"/>
                </a:cubicBezTo>
                <a:cubicBezTo>
                  <a:pt x="1315" y="1744"/>
                  <a:pt x="1330" y="1731"/>
                  <a:pt x="1341" y="1715"/>
                </a:cubicBezTo>
                <a:cubicBezTo>
                  <a:pt x="1359" y="1699"/>
                  <a:pt x="1361" y="1697"/>
                  <a:pt x="1361" y="1693"/>
                </a:cubicBezTo>
                <a:cubicBezTo>
                  <a:pt x="1387" y="1671"/>
                  <a:pt x="1383" y="1661"/>
                  <a:pt x="1392" y="1663"/>
                </a:cubicBezTo>
                <a:cubicBezTo>
                  <a:pt x="1413" y="1636"/>
                  <a:pt x="1410" y="1630"/>
                  <a:pt x="1413" y="1630"/>
                </a:cubicBezTo>
                <a:cubicBezTo>
                  <a:pt x="1427" y="1606"/>
                  <a:pt x="1434" y="1606"/>
                  <a:pt x="1433" y="1597"/>
                </a:cubicBezTo>
                <a:cubicBezTo>
                  <a:pt x="1464" y="1531"/>
                  <a:pt x="1472" y="1526"/>
                  <a:pt x="1472" y="1512"/>
                </a:cubicBezTo>
                <a:cubicBezTo>
                  <a:pt x="1485" y="1469"/>
                  <a:pt x="1487" y="1458"/>
                  <a:pt x="1490" y="1447"/>
                </a:cubicBezTo>
                <a:cubicBezTo>
                  <a:pt x="1496" y="1386"/>
                  <a:pt x="1498" y="1372"/>
                  <a:pt x="1494" y="1371"/>
                </a:cubicBezTo>
                <a:cubicBezTo>
                  <a:pt x="1481" y="1459"/>
                  <a:pt x="1480" y="1462"/>
                  <a:pt x="1479" y="1464"/>
                </a:cubicBezTo>
                <a:cubicBezTo>
                  <a:pt x="1458" y="1526"/>
                  <a:pt x="1455" y="1533"/>
                  <a:pt x="1453" y="1541"/>
                </a:cubicBezTo>
                <a:cubicBezTo>
                  <a:pt x="1435" y="1576"/>
                  <a:pt x="1428" y="1591"/>
                  <a:pt x="1420" y="1604"/>
                </a:cubicBezTo>
                <a:cubicBezTo>
                  <a:pt x="1397" y="1633"/>
                  <a:pt x="1397" y="1638"/>
                  <a:pt x="1394" y="1641"/>
                </a:cubicBezTo>
                <a:cubicBezTo>
                  <a:pt x="1371" y="1672"/>
                  <a:pt x="1364" y="1671"/>
                  <a:pt x="1365" y="1678"/>
                </a:cubicBezTo>
                <a:cubicBezTo>
                  <a:pt x="1330" y="1711"/>
                  <a:pt x="1331" y="1717"/>
                  <a:pt x="1326" y="1717"/>
                </a:cubicBezTo>
                <a:cubicBezTo>
                  <a:pt x="1310" y="1739"/>
                  <a:pt x="1306" y="1742"/>
                  <a:pt x="1304" y="1746"/>
                </a:cubicBezTo>
                <a:cubicBezTo>
                  <a:pt x="1274" y="1783"/>
                  <a:pt x="1272" y="1787"/>
                  <a:pt x="1269" y="1789"/>
                </a:cubicBezTo>
                <a:cubicBezTo>
                  <a:pt x="1256" y="1812"/>
                  <a:pt x="1254" y="1812"/>
                  <a:pt x="1254" y="1815"/>
                </a:cubicBezTo>
                <a:cubicBezTo>
                  <a:pt x="1275" y="1759"/>
                  <a:pt x="1280" y="1753"/>
                  <a:pt x="1282" y="1743"/>
                </a:cubicBezTo>
                <a:cubicBezTo>
                  <a:pt x="1316" y="1701"/>
                  <a:pt x="1316" y="1695"/>
                  <a:pt x="1320" y="1693"/>
                </a:cubicBezTo>
                <a:cubicBezTo>
                  <a:pt x="1345" y="1660"/>
                  <a:pt x="1348" y="1658"/>
                  <a:pt x="1350" y="1654"/>
                </a:cubicBezTo>
                <a:cubicBezTo>
                  <a:pt x="1368" y="1640"/>
                  <a:pt x="1369" y="1630"/>
                  <a:pt x="1376" y="1626"/>
                </a:cubicBezTo>
                <a:cubicBezTo>
                  <a:pt x="1392" y="1603"/>
                  <a:pt x="1395" y="1604"/>
                  <a:pt x="1396" y="1602"/>
                </a:cubicBezTo>
                <a:cubicBezTo>
                  <a:pt x="1412" y="1579"/>
                  <a:pt x="1417" y="1571"/>
                  <a:pt x="1422" y="1565"/>
                </a:cubicBezTo>
                <a:cubicBezTo>
                  <a:pt x="1456" y="1505"/>
                  <a:pt x="1465" y="1490"/>
                  <a:pt x="1470" y="1471"/>
                </a:cubicBezTo>
                <a:cubicBezTo>
                  <a:pt x="1457" y="1496"/>
                  <a:pt x="1452" y="1500"/>
                  <a:pt x="1450" y="1508"/>
                </a:cubicBezTo>
                <a:cubicBezTo>
                  <a:pt x="1424" y="1544"/>
                  <a:pt x="1425" y="1550"/>
                  <a:pt x="1422" y="1554"/>
                </a:cubicBezTo>
                <a:cubicBezTo>
                  <a:pt x="1402" y="1574"/>
                  <a:pt x="1402" y="1580"/>
                  <a:pt x="1398" y="1582"/>
                </a:cubicBezTo>
                <a:cubicBezTo>
                  <a:pt x="1368" y="1611"/>
                  <a:pt x="1371" y="1621"/>
                  <a:pt x="1365" y="1621"/>
                </a:cubicBezTo>
                <a:cubicBezTo>
                  <a:pt x="1354" y="1633"/>
                  <a:pt x="1354" y="1639"/>
                  <a:pt x="1350" y="1641"/>
                </a:cubicBezTo>
                <a:cubicBezTo>
                  <a:pt x="1312" y="1680"/>
                  <a:pt x="1314" y="1689"/>
                  <a:pt x="1309" y="1689"/>
                </a:cubicBezTo>
                <a:cubicBezTo>
                  <a:pt x="1303" y="1687"/>
                  <a:pt x="1312" y="1679"/>
                  <a:pt x="1317" y="1669"/>
                </a:cubicBezTo>
                <a:cubicBezTo>
                  <a:pt x="1338" y="1634"/>
                  <a:pt x="1343" y="1631"/>
                  <a:pt x="1346" y="1626"/>
                </a:cubicBezTo>
                <a:cubicBezTo>
                  <a:pt x="1362" y="1602"/>
                  <a:pt x="1370" y="1594"/>
                  <a:pt x="1374" y="1582"/>
                </a:cubicBezTo>
                <a:cubicBezTo>
                  <a:pt x="1400" y="1555"/>
                  <a:pt x="1402" y="1543"/>
                  <a:pt x="1411" y="1538"/>
                </a:cubicBezTo>
                <a:cubicBezTo>
                  <a:pt x="1430" y="1502"/>
                  <a:pt x="1436" y="1494"/>
                  <a:pt x="1442" y="1486"/>
                </a:cubicBezTo>
                <a:cubicBezTo>
                  <a:pt x="1463" y="1430"/>
                  <a:pt x="1462" y="1425"/>
                  <a:pt x="1466" y="1423"/>
                </a:cubicBezTo>
                <a:cubicBezTo>
                  <a:pt x="1476" y="1383"/>
                  <a:pt x="1478" y="1365"/>
                  <a:pt x="1481" y="1349"/>
                </a:cubicBezTo>
                <a:cubicBezTo>
                  <a:pt x="1488" y="1306"/>
                  <a:pt x="1492" y="1305"/>
                  <a:pt x="1485" y="1303"/>
                </a:cubicBezTo>
                <a:cubicBezTo>
                  <a:pt x="1480" y="1348"/>
                  <a:pt x="1473" y="1361"/>
                  <a:pt x="1472" y="1373"/>
                </a:cubicBezTo>
                <a:cubicBezTo>
                  <a:pt x="1455" y="1430"/>
                  <a:pt x="1453" y="1436"/>
                  <a:pt x="1453" y="1442"/>
                </a:cubicBezTo>
                <a:cubicBezTo>
                  <a:pt x="1426" y="1491"/>
                  <a:pt x="1427" y="1499"/>
                  <a:pt x="1422" y="1501"/>
                </a:cubicBezTo>
                <a:cubicBezTo>
                  <a:pt x="1403" y="1536"/>
                  <a:pt x="1397" y="1537"/>
                  <a:pt x="1396" y="1543"/>
                </a:cubicBezTo>
                <a:cubicBezTo>
                  <a:pt x="1363" y="1583"/>
                  <a:pt x="1363" y="1588"/>
                  <a:pt x="1359" y="1589"/>
                </a:cubicBezTo>
                <a:cubicBezTo>
                  <a:pt x="1340" y="1611"/>
                  <a:pt x="1343" y="1619"/>
                  <a:pt x="1337" y="1619"/>
                </a:cubicBezTo>
                <a:cubicBezTo>
                  <a:pt x="1308" y="1668"/>
                  <a:pt x="1302" y="1674"/>
                  <a:pt x="1298" y="1680"/>
                </a:cubicBezTo>
                <a:cubicBezTo>
                  <a:pt x="1268" y="1729"/>
                  <a:pt x="1267" y="1740"/>
                  <a:pt x="1261" y="1746"/>
                </a:cubicBezTo>
                <a:cubicBezTo>
                  <a:pt x="1277" y="1701"/>
                  <a:pt x="1282" y="1699"/>
                  <a:pt x="1285" y="1695"/>
                </a:cubicBezTo>
                <a:cubicBezTo>
                  <a:pt x="1316" y="1640"/>
                  <a:pt x="1317" y="1629"/>
                  <a:pt x="1324" y="1623"/>
                </a:cubicBezTo>
                <a:cubicBezTo>
                  <a:pt x="1354" y="1567"/>
                  <a:pt x="1362" y="1563"/>
                  <a:pt x="1365" y="1554"/>
                </a:cubicBezTo>
                <a:cubicBezTo>
                  <a:pt x="1392" y="1519"/>
                  <a:pt x="1393" y="1513"/>
                  <a:pt x="1396" y="1510"/>
                </a:cubicBezTo>
                <a:cubicBezTo>
                  <a:pt x="1407" y="1498"/>
                  <a:pt x="1409" y="1493"/>
                  <a:pt x="1411" y="1488"/>
                </a:cubicBezTo>
                <a:cubicBezTo>
                  <a:pt x="1431" y="1446"/>
                  <a:pt x="1440" y="1431"/>
                  <a:pt x="1444" y="1410"/>
                </a:cubicBezTo>
                <a:cubicBezTo>
                  <a:pt x="1455" y="1371"/>
                  <a:pt x="1457" y="1361"/>
                  <a:pt x="1459" y="1351"/>
                </a:cubicBezTo>
                <a:cubicBezTo>
                  <a:pt x="1456" y="1316"/>
                  <a:pt x="1460" y="1326"/>
                  <a:pt x="1455" y="1327"/>
                </a:cubicBezTo>
                <a:cubicBezTo>
                  <a:pt x="1450" y="1376"/>
                  <a:pt x="1442" y="1392"/>
                  <a:pt x="1439" y="1412"/>
                </a:cubicBezTo>
                <a:cubicBezTo>
                  <a:pt x="1419" y="1450"/>
                  <a:pt x="1422" y="1459"/>
                  <a:pt x="1418" y="1460"/>
                </a:cubicBezTo>
                <a:cubicBezTo>
                  <a:pt x="1403" y="1493"/>
                  <a:pt x="1394" y="1496"/>
                  <a:pt x="1392" y="1506"/>
                </a:cubicBezTo>
                <a:cubicBezTo>
                  <a:pt x="1367" y="1540"/>
                  <a:pt x="1364" y="1542"/>
                  <a:pt x="1361" y="1545"/>
                </a:cubicBezTo>
                <a:cubicBezTo>
                  <a:pt x="1341" y="1571"/>
                  <a:pt x="1342" y="1575"/>
                  <a:pt x="1339" y="1575"/>
                </a:cubicBezTo>
                <a:cubicBezTo>
                  <a:pt x="1315" y="1617"/>
                  <a:pt x="1314" y="1628"/>
                  <a:pt x="1306" y="1632"/>
                </a:cubicBezTo>
                <a:cubicBezTo>
                  <a:pt x="1281" y="1673"/>
                  <a:pt x="1283" y="1669"/>
                  <a:pt x="1285" y="1665"/>
                </a:cubicBezTo>
                <a:cubicBezTo>
                  <a:pt x="1293" y="1637"/>
                  <a:pt x="1298" y="1629"/>
                  <a:pt x="1298" y="1621"/>
                </a:cubicBezTo>
                <a:cubicBezTo>
                  <a:pt x="1327" y="1583"/>
                  <a:pt x="1332" y="1570"/>
                  <a:pt x="1341" y="1562"/>
                </a:cubicBezTo>
                <a:cubicBezTo>
                  <a:pt x="1362" y="1525"/>
                  <a:pt x="1368" y="1521"/>
                  <a:pt x="1370" y="1514"/>
                </a:cubicBezTo>
                <a:cubicBezTo>
                  <a:pt x="1382" y="1497"/>
                  <a:pt x="1380" y="1491"/>
                  <a:pt x="1383" y="1490"/>
                </a:cubicBezTo>
                <a:cubicBezTo>
                  <a:pt x="1400" y="1460"/>
                  <a:pt x="1402" y="1453"/>
                  <a:pt x="1405" y="1447"/>
                </a:cubicBezTo>
                <a:cubicBezTo>
                  <a:pt x="1421" y="1403"/>
                  <a:pt x="1428" y="1375"/>
                  <a:pt x="1431" y="1344"/>
                </a:cubicBezTo>
                <a:cubicBezTo>
                  <a:pt x="1424" y="1331"/>
                  <a:pt x="1428" y="1347"/>
                  <a:pt x="1422" y="1364"/>
                </a:cubicBezTo>
                <a:cubicBezTo>
                  <a:pt x="1389" y="1467"/>
                  <a:pt x="1384" y="1467"/>
                  <a:pt x="1383" y="1471"/>
                </a:cubicBezTo>
                <a:cubicBezTo>
                  <a:pt x="1360" y="1505"/>
                  <a:pt x="1363" y="1514"/>
                  <a:pt x="1357" y="1514"/>
                </a:cubicBezTo>
                <a:cubicBezTo>
                  <a:pt x="1325" y="1568"/>
                  <a:pt x="1323" y="1570"/>
                  <a:pt x="1322" y="1573"/>
                </a:cubicBezTo>
                <a:cubicBezTo>
                  <a:pt x="1318" y="1562"/>
                  <a:pt x="1327" y="1553"/>
                  <a:pt x="1330" y="1538"/>
                </a:cubicBezTo>
                <a:cubicBezTo>
                  <a:pt x="1360" y="1485"/>
                  <a:pt x="1360" y="1483"/>
                  <a:pt x="1361" y="1480"/>
                </a:cubicBezTo>
                <a:cubicBezTo>
                  <a:pt x="1374" y="1460"/>
                  <a:pt x="1374" y="1453"/>
                  <a:pt x="1378" y="1447"/>
                </a:cubicBezTo>
                <a:cubicBezTo>
                  <a:pt x="1390" y="1394"/>
                  <a:pt x="1388" y="1398"/>
                  <a:pt x="1387" y="1403"/>
                </a:cubicBezTo>
                <a:cubicBezTo>
                  <a:pt x="1351" y="1475"/>
                  <a:pt x="1354" y="1486"/>
                  <a:pt x="1348" y="1488"/>
                </a:cubicBezTo>
                <a:cubicBezTo>
                  <a:pt x="1316" y="1541"/>
                  <a:pt x="1317" y="1550"/>
                  <a:pt x="1313" y="1554"/>
                </a:cubicBezTo>
                <a:cubicBezTo>
                  <a:pt x="1303" y="1582"/>
                  <a:pt x="1298" y="1589"/>
                  <a:pt x="1302" y="1589"/>
                </a:cubicBezTo>
                <a:cubicBezTo>
                  <a:pt x="1311" y="1542"/>
                  <a:pt x="1309" y="1486"/>
                  <a:pt x="1322" y="1445"/>
                </a:cubicBezTo>
                <a:cubicBezTo>
                  <a:pt x="1347" y="1309"/>
                  <a:pt x="1348" y="1301"/>
                  <a:pt x="1350" y="1294"/>
                </a:cubicBezTo>
                <a:cubicBezTo>
                  <a:pt x="1342" y="1297"/>
                  <a:pt x="1337" y="1326"/>
                  <a:pt x="1328" y="1353"/>
                </a:cubicBezTo>
                <a:cubicBezTo>
                  <a:pt x="1301" y="1512"/>
                  <a:pt x="1302" y="1520"/>
                  <a:pt x="1300" y="1525"/>
                </a:cubicBezTo>
                <a:cubicBezTo>
                  <a:pt x="1294" y="1548"/>
                  <a:pt x="1295" y="1546"/>
                  <a:pt x="1293" y="1554"/>
                </a:cubicBezTo>
                <a:cubicBezTo>
                  <a:pt x="1283" y="1594"/>
                  <a:pt x="1287" y="1604"/>
                  <a:pt x="1282" y="1606"/>
                </a:cubicBezTo>
                <a:cubicBezTo>
                  <a:pt x="1281" y="1580"/>
                  <a:pt x="1286" y="1581"/>
                  <a:pt x="1285" y="1575"/>
                </a:cubicBezTo>
                <a:cubicBezTo>
                  <a:pt x="1283" y="1509"/>
                  <a:pt x="1285" y="1500"/>
                  <a:pt x="1282" y="1488"/>
                </a:cubicBezTo>
                <a:cubicBezTo>
                  <a:pt x="1307" y="1366"/>
                  <a:pt x="1303" y="1357"/>
                  <a:pt x="1304" y="1353"/>
                </a:cubicBezTo>
                <a:cubicBezTo>
                  <a:pt x="1322" y="1288"/>
                  <a:pt x="1323" y="1280"/>
                  <a:pt x="1324" y="1272"/>
                </a:cubicBezTo>
                <a:cubicBezTo>
                  <a:pt x="1320" y="1266"/>
                  <a:pt x="1318" y="1285"/>
                  <a:pt x="1311" y="1299"/>
                </a:cubicBezTo>
                <a:cubicBezTo>
                  <a:pt x="1303" y="1329"/>
                  <a:pt x="1307" y="1338"/>
                  <a:pt x="1302" y="1338"/>
                </a:cubicBezTo>
                <a:cubicBezTo>
                  <a:pt x="1288" y="1420"/>
                  <a:pt x="1282" y="1435"/>
                  <a:pt x="1278" y="1451"/>
                </a:cubicBezTo>
                <a:cubicBezTo>
                  <a:pt x="1274" y="1519"/>
                  <a:pt x="1277" y="1544"/>
                  <a:pt x="1276" y="1586"/>
                </a:cubicBezTo>
                <a:cubicBezTo>
                  <a:pt x="1275" y="1640"/>
                  <a:pt x="1270" y="1639"/>
                  <a:pt x="1272" y="1645"/>
                </a:cubicBezTo>
                <a:cubicBezTo>
                  <a:pt x="1269" y="1666"/>
                  <a:pt x="1272" y="1667"/>
                  <a:pt x="1272" y="1667"/>
                </a:cubicBezTo>
                <a:cubicBezTo>
                  <a:pt x="1263" y="1686"/>
                  <a:pt x="1260" y="1671"/>
                  <a:pt x="1261" y="1654"/>
                </a:cubicBezTo>
                <a:cubicBezTo>
                  <a:pt x="1259" y="1577"/>
                  <a:pt x="1257" y="1567"/>
                  <a:pt x="1261" y="1562"/>
                </a:cubicBezTo>
                <a:cubicBezTo>
                  <a:pt x="1258" y="1525"/>
                  <a:pt x="1261" y="1505"/>
                  <a:pt x="1256" y="1493"/>
                </a:cubicBezTo>
                <a:cubicBezTo>
                  <a:pt x="1259" y="1422"/>
                  <a:pt x="1264" y="1408"/>
                  <a:pt x="1263" y="1388"/>
                </a:cubicBezTo>
                <a:cubicBezTo>
                  <a:pt x="1266" y="1353"/>
                  <a:pt x="1260" y="1365"/>
                  <a:pt x="1261" y="1384"/>
                </a:cubicBezTo>
                <a:cubicBezTo>
                  <a:pt x="1254" y="1407"/>
                  <a:pt x="1258" y="1415"/>
                  <a:pt x="1256" y="1418"/>
                </a:cubicBezTo>
                <a:cubicBezTo>
                  <a:pt x="1251" y="1496"/>
                  <a:pt x="1249" y="1512"/>
                  <a:pt x="1250" y="1530"/>
                </a:cubicBezTo>
                <a:cubicBezTo>
                  <a:pt x="1249" y="1585"/>
                  <a:pt x="1251" y="1587"/>
                  <a:pt x="1252" y="1589"/>
                </a:cubicBezTo>
                <a:cubicBezTo>
                  <a:pt x="1252" y="1622"/>
                  <a:pt x="1256" y="1623"/>
                  <a:pt x="1254" y="1630"/>
                </a:cubicBezTo>
                <a:cubicBezTo>
                  <a:pt x="1254" y="1651"/>
                  <a:pt x="1255" y="1655"/>
                  <a:pt x="1252" y="1656"/>
                </a:cubicBezTo>
                <a:cubicBezTo>
                  <a:pt x="1249" y="1641"/>
                  <a:pt x="1246" y="1637"/>
                  <a:pt x="1245" y="1630"/>
                </a:cubicBezTo>
                <a:cubicBezTo>
                  <a:pt x="1238" y="1483"/>
                  <a:pt x="1233" y="1484"/>
                  <a:pt x="1235" y="1477"/>
                </a:cubicBezTo>
                <a:cubicBezTo>
                  <a:pt x="1237" y="1385"/>
                  <a:pt x="1236" y="1379"/>
                  <a:pt x="1237" y="1362"/>
                </a:cubicBezTo>
                <a:cubicBezTo>
                  <a:pt x="1241" y="1335"/>
                  <a:pt x="1237" y="1341"/>
                  <a:pt x="1235" y="1349"/>
                </a:cubicBezTo>
                <a:cubicBezTo>
                  <a:pt x="1228" y="1434"/>
                  <a:pt x="1228" y="1434"/>
                  <a:pt x="1228" y="1434"/>
                </a:cubicBezTo>
                <a:cubicBezTo>
                  <a:pt x="1229" y="1493"/>
                  <a:pt x="1228" y="1494"/>
                  <a:pt x="1230" y="1506"/>
                </a:cubicBezTo>
                <a:cubicBezTo>
                  <a:pt x="1241" y="1659"/>
                  <a:pt x="1243" y="1673"/>
                  <a:pt x="1243" y="1693"/>
                </a:cubicBezTo>
                <a:cubicBezTo>
                  <a:pt x="1244" y="1744"/>
                  <a:pt x="1248" y="1748"/>
                  <a:pt x="1241" y="1750"/>
                </a:cubicBezTo>
                <a:cubicBezTo>
                  <a:pt x="1230" y="1656"/>
                  <a:pt x="1225" y="1654"/>
                  <a:pt x="1226" y="1645"/>
                </a:cubicBezTo>
                <a:cubicBezTo>
                  <a:pt x="1215" y="1495"/>
                  <a:pt x="1215" y="1476"/>
                  <a:pt x="1215" y="1460"/>
                </a:cubicBezTo>
                <a:cubicBezTo>
                  <a:pt x="1217" y="1441"/>
                  <a:pt x="1215" y="1440"/>
                  <a:pt x="1215" y="1440"/>
                </a:cubicBezTo>
                <a:cubicBezTo>
                  <a:pt x="1217" y="1406"/>
                  <a:pt x="1212" y="1407"/>
                  <a:pt x="1213" y="1414"/>
                </a:cubicBezTo>
                <a:cubicBezTo>
                  <a:pt x="1212" y="1453"/>
                  <a:pt x="1204" y="1459"/>
                  <a:pt x="1211" y="1462"/>
                </a:cubicBezTo>
                <a:cubicBezTo>
                  <a:pt x="1223" y="1664"/>
                  <a:pt x="1219" y="1671"/>
                  <a:pt x="1221" y="1676"/>
                </a:cubicBezTo>
                <a:cubicBezTo>
                  <a:pt x="1232" y="1763"/>
                  <a:pt x="1232" y="1763"/>
                  <a:pt x="1232" y="1763"/>
                </a:cubicBezTo>
                <a:cubicBezTo>
                  <a:pt x="1230" y="1827"/>
                  <a:pt x="1229" y="1832"/>
                  <a:pt x="1226" y="1835"/>
                </a:cubicBezTo>
                <a:cubicBezTo>
                  <a:pt x="1217" y="1788"/>
                  <a:pt x="1219" y="1780"/>
                  <a:pt x="1215" y="1778"/>
                </a:cubicBezTo>
                <a:cubicBezTo>
                  <a:pt x="1208" y="1730"/>
                  <a:pt x="1200" y="1715"/>
                  <a:pt x="1197" y="1695"/>
                </a:cubicBezTo>
                <a:cubicBezTo>
                  <a:pt x="1179" y="1625"/>
                  <a:pt x="1183" y="1616"/>
                  <a:pt x="1178" y="1615"/>
                </a:cubicBezTo>
                <a:cubicBezTo>
                  <a:pt x="1169" y="1471"/>
                  <a:pt x="1169" y="1471"/>
                  <a:pt x="1169" y="1471"/>
                </a:cubicBezTo>
                <a:cubicBezTo>
                  <a:pt x="1168" y="1443"/>
                  <a:pt x="1165" y="1446"/>
                  <a:pt x="1165" y="1451"/>
                </a:cubicBezTo>
                <a:cubicBezTo>
                  <a:pt x="1164" y="1504"/>
                  <a:pt x="1165" y="1507"/>
                  <a:pt x="1165" y="1512"/>
                </a:cubicBezTo>
                <a:cubicBezTo>
                  <a:pt x="1171" y="1591"/>
                  <a:pt x="1168" y="1605"/>
                  <a:pt x="1171" y="1613"/>
                </a:cubicBezTo>
                <a:cubicBezTo>
                  <a:pt x="1181" y="1657"/>
                  <a:pt x="1180" y="1663"/>
                  <a:pt x="1180" y="1669"/>
                </a:cubicBezTo>
                <a:cubicBezTo>
                  <a:pt x="1190" y="1716"/>
                  <a:pt x="1198" y="1731"/>
                  <a:pt x="1200" y="1752"/>
                </a:cubicBezTo>
                <a:cubicBezTo>
                  <a:pt x="1217" y="1837"/>
                  <a:pt x="1217" y="1837"/>
                  <a:pt x="1217" y="1837"/>
                </a:cubicBezTo>
                <a:cubicBezTo>
                  <a:pt x="1188" y="1727"/>
                  <a:pt x="1178" y="1704"/>
                  <a:pt x="1171" y="1678"/>
                </a:cubicBezTo>
                <a:cubicBezTo>
                  <a:pt x="1148" y="1580"/>
                  <a:pt x="1156" y="1565"/>
                  <a:pt x="1150" y="1565"/>
                </a:cubicBezTo>
                <a:cubicBezTo>
                  <a:pt x="1152" y="1641"/>
                  <a:pt x="1159" y="1657"/>
                  <a:pt x="1160" y="1678"/>
                </a:cubicBezTo>
                <a:cubicBezTo>
                  <a:pt x="1169" y="1708"/>
                  <a:pt x="1173" y="1716"/>
                  <a:pt x="1176" y="1726"/>
                </a:cubicBezTo>
                <a:cubicBezTo>
                  <a:pt x="1183" y="1748"/>
                  <a:pt x="1183" y="1754"/>
                  <a:pt x="1180" y="1754"/>
                </a:cubicBezTo>
                <a:cubicBezTo>
                  <a:pt x="1161" y="1703"/>
                  <a:pt x="1159" y="1701"/>
                  <a:pt x="1156" y="1700"/>
                </a:cubicBezTo>
                <a:cubicBezTo>
                  <a:pt x="1146" y="1669"/>
                  <a:pt x="1143" y="1664"/>
                  <a:pt x="1141" y="1658"/>
                </a:cubicBezTo>
                <a:cubicBezTo>
                  <a:pt x="1113" y="1583"/>
                  <a:pt x="1111" y="1573"/>
                  <a:pt x="1108" y="1562"/>
                </a:cubicBezTo>
                <a:cubicBezTo>
                  <a:pt x="1100" y="1553"/>
                  <a:pt x="1105" y="1570"/>
                  <a:pt x="1108" y="1589"/>
                </a:cubicBezTo>
                <a:cubicBezTo>
                  <a:pt x="1127" y="1648"/>
                  <a:pt x="1131" y="1655"/>
                  <a:pt x="1134" y="1663"/>
                </a:cubicBezTo>
                <a:cubicBezTo>
                  <a:pt x="1149" y="1694"/>
                  <a:pt x="1149" y="1704"/>
                  <a:pt x="1154" y="1711"/>
                </a:cubicBezTo>
                <a:cubicBezTo>
                  <a:pt x="1172" y="1752"/>
                  <a:pt x="1171" y="1761"/>
                  <a:pt x="1176" y="1763"/>
                </a:cubicBezTo>
                <a:cubicBezTo>
                  <a:pt x="1183" y="1795"/>
                  <a:pt x="1188" y="1805"/>
                  <a:pt x="1191" y="1817"/>
                </a:cubicBezTo>
                <a:cubicBezTo>
                  <a:pt x="1200" y="1838"/>
                  <a:pt x="1197" y="1849"/>
                  <a:pt x="1202" y="1852"/>
                </a:cubicBezTo>
                <a:cubicBezTo>
                  <a:pt x="1205" y="1895"/>
                  <a:pt x="1209" y="1903"/>
                  <a:pt x="1204" y="1903"/>
                </a:cubicBezTo>
                <a:cubicBezTo>
                  <a:pt x="1200" y="1891"/>
                  <a:pt x="1196" y="1889"/>
                  <a:pt x="1197" y="1881"/>
                </a:cubicBezTo>
                <a:cubicBezTo>
                  <a:pt x="1190" y="1859"/>
                  <a:pt x="1188" y="1854"/>
                  <a:pt x="1187" y="1848"/>
                </a:cubicBezTo>
                <a:cubicBezTo>
                  <a:pt x="1163" y="1796"/>
                  <a:pt x="1164" y="1787"/>
                  <a:pt x="1158" y="1785"/>
                </a:cubicBezTo>
                <a:cubicBezTo>
                  <a:pt x="1131" y="1733"/>
                  <a:pt x="1135" y="1732"/>
                  <a:pt x="1130" y="1726"/>
                </a:cubicBezTo>
                <a:cubicBezTo>
                  <a:pt x="1106" y="1674"/>
                  <a:pt x="1105" y="1667"/>
                  <a:pt x="1104" y="1660"/>
                </a:cubicBezTo>
                <a:cubicBezTo>
                  <a:pt x="1092" y="1645"/>
                  <a:pt x="1099" y="1656"/>
                  <a:pt x="1102" y="1671"/>
                </a:cubicBezTo>
                <a:cubicBezTo>
                  <a:pt x="1122" y="1723"/>
                  <a:pt x="1122" y="1728"/>
                  <a:pt x="1126" y="1730"/>
                </a:cubicBezTo>
                <a:cubicBezTo>
                  <a:pt x="1148" y="1779"/>
                  <a:pt x="1152" y="1785"/>
                  <a:pt x="1154" y="1793"/>
                </a:cubicBezTo>
                <a:cubicBezTo>
                  <a:pt x="1188" y="1879"/>
                  <a:pt x="1186" y="1886"/>
                  <a:pt x="1189" y="1887"/>
                </a:cubicBezTo>
                <a:cubicBezTo>
                  <a:pt x="1200" y="1972"/>
                  <a:pt x="1200" y="1972"/>
                  <a:pt x="1200" y="1972"/>
                </a:cubicBezTo>
                <a:cubicBezTo>
                  <a:pt x="1197" y="1978"/>
                  <a:pt x="1194" y="1969"/>
                  <a:pt x="1191" y="1959"/>
                </a:cubicBezTo>
                <a:cubicBezTo>
                  <a:pt x="1179" y="1903"/>
                  <a:pt x="1182" y="1899"/>
                  <a:pt x="1180" y="1892"/>
                </a:cubicBezTo>
                <a:cubicBezTo>
                  <a:pt x="1163" y="1845"/>
                  <a:pt x="1160" y="1839"/>
                  <a:pt x="1156" y="1833"/>
                </a:cubicBezTo>
                <a:cubicBezTo>
                  <a:pt x="1131" y="1785"/>
                  <a:pt x="1130" y="1781"/>
                  <a:pt x="1128" y="1778"/>
                </a:cubicBezTo>
                <a:cubicBezTo>
                  <a:pt x="1111" y="1736"/>
                  <a:pt x="1101" y="1742"/>
                  <a:pt x="1104" y="1735"/>
                </a:cubicBezTo>
                <a:cubicBezTo>
                  <a:pt x="1071" y="1679"/>
                  <a:pt x="1067" y="1666"/>
                  <a:pt x="1060" y="1654"/>
                </a:cubicBezTo>
                <a:cubicBezTo>
                  <a:pt x="1049" y="1627"/>
                  <a:pt x="1050" y="1617"/>
                  <a:pt x="1043" y="1615"/>
                </a:cubicBezTo>
                <a:cubicBezTo>
                  <a:pt x="1056" y="1663"/>
                  <a:pt x="1061" y="1667"/>
                  <a:pt x="1062" y="1674"/>
                </a:cubicBezTo>
                <a:cubicBezTo>
                  <a:pt x="1073" y="1700"/>
                  <a:pt x="1076" y="1705"/>
                  <a:pt x="1080" y="1711"/>
                </a:cubicBezTo>
                <a:cubicBezTo>
                  <a:pt x="1100" y="1752"/>
                  <a:pt x="1107" y="1755"/>
                  <a:pt x="1108" y="1763"/>
                </a:cubicBezTo>
                <a:cubicBezTo>
                  <a:pt x="1132" y="1809"/>
                  <a:pt x="1138" y="1807"/>
                  <a:pt x="1136" y="1813"/>
                </a:cubicBezTo>
                <a:cubicBezTo>
                  <a:pt x="1156" y="1857"/>
                  <a:pt x="1160" y="1861"/>
                  <a:pt x="1160" y="1870"/>
                </a:cubicBezTo>
                <a:cubicBezTo>
                  <a:pt x="1171" y="1894"/>
                  <a:pt x="1171" y="1904"/>
                  <a:pt x="1176" y="1909"/>
                </a:cubicBezTo>
                <a:cubicBezTo>
                  <a:pt x="1188" y="1985"/>
                  <a:pt x="1184" y="1994"/>
                  <a:pt x="1189" y="1994"/>
                </a:cubicBezTo>
                <a:cubicBezTo>
                  <a:pt x="1181" y="1994"/>
                  <a:pt x="1184" y="1992"/>
                  <a:pt x="1184" y="1992"/>
                </a:cubicBezTo>
                <a:cubicBezTo>
                  <a:pt x="1171" y="1946"/>
                  <a:pt x="1164" y="1932"/>
                  <a:pt x="1163" y="1913"/>
                </a:cubicBezTo>
                <a:cubicBezTo>
                  <a:pt x="1151" y="1884"/>
                  <a:pt x="1143" y="1881"/>
                  <a:pt x="1143" y="1870"/>
                </a:cubicBezTo>
                <a:cubicBezTo>
                  <a:pt x="1120" y="1824"/>
                  <a:pt x="1119" y="1821"/>
                  <a:pt x="1119" y="1815"/>
                </a:cubicBezTo>
                <a:cubicBezTo>
                  <a:pt x="1093" y="1783"/>
                  <a:pt x="1091" y="1775"/>
                  <a:pt x="1086" y="1770"/>
                </a:cubicBezTo>
                <a:cubicBezTo>
                  <a:pt x="1073" y="1758"/>
                  <a:pt x="1078" y="1761"/>
                  <a:pt x="1080" y="1767"/>
                </a:cubicBezTo>
                <a:cubicBezTo>
                  <a:pt x="1094" y="1796"/>
                  <a:pt x="1105" y="1803"/>
                  <a:pt x="1108" y="1817"/>
                </a:cubicBezTo>
                <a:cubicBezTo>
                  <a:pt x="1124" y="1843"/>
                  <a:pt x="1121" y="1850"/>
                  <a:pt x="1126" y="1850"/>
                </a:cubicBezTo>
                <a:cubicBezTo>
                  <a:pt x="1151" y="1911"/>
                  <a:pt x="1161" y="1936"/>
                  <a:pt x="1165" y="1966"/>
                </a:cubicBezTo>
                <a:cubicBezTo>
                  <a:pt x="1177" y="2011"/>
                  <a:pt x="1185" y="2016"/>
                  <a:pt x="1180" y="2022"/>
                </a:cubicBezTo>
                <a:cubicBezTo>
                  <a:pt x="1165" y="1991"/>
                  <a:pt x="1163" y="1975"/>
                  <a:pt x="1158" y="1961"/>
                </a:cubicBezTo>
                <a:cubicBezTo>
                  <a:pt x="1134" y="1913"/>
                  <a:pt x="1135" y="1894"/>
                  <a:pt x="1126" y="1885"/>
                </a:cubicBezTo>
                <a:cubicBezTo>
                  <a:pt x="1101" y="1842"/>
                  <a:pt x="1098" y="1834"/>
                  <a:pt x="1095" y="1826"/>
                </a:cubicBezTo>
                <a:cubicBezTo>
                  <a:pt x="1079" y="1795"/>
                  <a:pt x="1071" y="1790"/>
                  <a:pt x="1069" y="1778"/>
                </a:cubicBezTo>
                <a:cubicBezTo>
                  <a:pt x="1059" y="1761"/>
                  <a:pt x="1059" y="1754"/>
                  <a:pt x="1054" y="1752"/>
                </a:cubicBezTo>
                <a:cubicBezTo>
                  <a:pt x="1039" y="1719"/>
                  <a:pt x="1039" y="1712"/>
                  <a:pt x="1034" y="1711"/>
                </a:cubicBezTo>
                <a:cubicBezTo>
                  <a:pt x="1046" y="1743"/>
                  <a:pt x="1046" y="1752"/>
                  <a:pt x="1051" y="1756"/>
                </a:cubicBezTo>
                <a:cubicBezTo>
                  <a:pt x="1065" y="1790"/>
                  <a:pt x="1073" y="1801"/>
                  <a:pt x="1078" y="1815"/>
                </a:cubicBezTo>
                <a:cubicBezTo>
                  <a:pt x="1100" y="1859"/>
                  <a:pt x="1108" y="1861"/>
                  <a:pt x="1108" y="1870"/>
                </a:cubicBezTo>
                <a:cubicBezTo>
                  <a:pt x="1125" y="1900"/>
                  <a:pt x="1124" y="1905"/>
                  <a:pt x="1128" y="1907"/>
                </a:cubicBezTo>
                <a:cubicBezTo>
                  <a:pt x="1156" y="1984"/>
                  <a:pt x="1160" y="1999"/>
                  <a:pt x="1167" y="2012"/>
                </a:cubicBezTo>
                <a:cubicBezTo>
                  <a:pt x="1177" y="2063"/>
                  <a:pt x="1183" y="2072"/>
                  <a:pt x="1184" y="2086"/>
                </a:cubicBezTo>
                <a:cubicBezTo>
                  <a:pt x="1167" y="2065"/>
                  <a:pt x="1168" y="2057"/>
                  <a:pt x="1165" y="2053"/>
                </a:cubicBezTo>
                <a:cubicBezTo>
                  <a:pt x="1156" y="2026"/>
                  <a:pt x="1153" y="2023"/>
                  <a:pt x="1156" y="2022"/>
                </a:cubicBezTo>
                <a:cubicBezTo>
                  <a:pt x="1136" y="1970"/>
                  <a:pt x="1130" y="1962"/>
                  <a:pt x="1128" y="1950"/>
                </a:cubicBezTo>
                <a:cubicBezTo>
                  <a:pt x="1109" y="1914"/>
                  <a:pt x="1105" y="1907"/>
                  <a:pt x="1102" y="1898"/>
                </a:cubicBezTo>
                <a:cubicBezTo>
                  <a:pt x="1087" y="1883"/>
                  <a:pt x="1089" y="1877"/>
                  <a:pt x="1086" y="1876"/>
                </a:cubicBezTo>
                <a:cubicBezTo>
                  <a:pt x="1054" y="1823"/>
                  <a:pt x="1051" y="1814"/>
                  <a:pt x="1045" y="1809"/>
                </a:cubicBezTo>
                <a:cubicBezTo>
                  <a:pt x="1027" y="1777"/>
                  <a:pt x="1023" y="1769"/>
                  <a:pt x="1019" y="1761"/>
                </a:cubicBezTo>
                <a:cubicBezTo>
                  <a:pt x="1015" y="1765"/>
                  <a:pt x="1017" y="1772"/>
                  <a:pt x="1021" y="1778"/>
                </a:cubicBezTo>
                <a:cubicBezTo>
                  <a:pt x="1046" y="1821"/>
                  <a:pt x="1048" y="1829"/>
                  <a:pt x="1054" y="1833"/>
                </a:cubicBezTo>
                <a:cubicBezTo>
                  <a:pt x="1076" y="1869"/>
                  <a:pt x="1074" y="1873"/>
                  <a:pt x="1075" y="1874"/>
                </a:cubicBezTo>
                <a:cubicBezTo>
                  <a:pt x="1088" y="1895"/>
                  <a:pt x="1093" y="1899"/>
                  <a:pt x="1095" y="1907"/>
                </a:cubicBezTo>
                <a:cubicBezTo>
                  <a:pt x="1125" y="1974"/>
                  <a:pt x="1129" y="1979"/>
                  <a:pt x="1132" y="1985"/>
                </a:cubicBezTo>
                <a:cubicBezTo>
                  <a:pt x="1155" y="2062"/>
                  <a:pt x="1160" y="2069"/>
                  <a:pt x="1163" y="2077"/>
                </a:cubicBezTo>
                <a:cubicBezTo>
                  <a:pt x="1199" y="2160"/>
                  <a:pt x="1199" y="2160"/>
                  <a:pt x="1199" y="2160"/>
                </a:cubicBezTo>
                <a:cubicBezTo>
                  <a:pt x="1207" y="2118"/>
                  <a:pt x="1213" y="2112"/>
                  <a:pt x="1215" y="2101"/>
                </a:cubicBezTo>
                <a:cubicBezTo>
                  <a:pt x="1231" y="2073"/>
                  <a:pt x="1235" y="2071"/>
                  <a:pt x="1235" y="2064"/>
                </a:cubicBezTo>
                <a:cubicBezTo>
                  <a:pt x="1253" y="2040"/>
                  <a:pt x="1251" y="2034"/>
                  <a:pt x="1256" y="2036"/>
                </a:cubicBezTo>
                <a:cubicBezTo>
                  <a:pt x="1278" y="2002"/>
                  <a:pt x="1278" y="1999"/>
                  <a:pt x="1278" y="1996"/>
                </a:cubicBezTo>
                <a:cubicBezTo>
                  <a:pt x="1296" y="1974"/>
                  <a:pt x="1297" y="1970"/>
                  <a:pt x="1302" y="1968"/>
                </a:cubicBezTo>
                <a:cubicBezTo>
                  <a:pt x="1332" y="1928"/>
                  <a:pt x="1337" y="1926"/>
                  <a:pt x="1337" y="1920"/>
                </a:cubicBezTo>
                <a:cubicBezTo>
                  <a:pt x="1372" y="1885"/>
                  <a:pt x="1376" y="1881"/>
                  <a:pt x="1378" y="1876"/>
                </a:cubicBezTo>
                <a:cubicBezTo>
                  <a:pt x="1404" y="1854"/>
                  <a:pt x="1402" y="1849"/>
                  <a:pt x="1407" y="1850"/>
                </a:cubicBezTo>
                <a:cubicBezTo>
                  <a:pt x="1438" y="1821"/>
                  <a:pt x="1440" y="1819"/>
                  <a:pt x="1439" y="1815"/>
                </a:cubicBezTo>
                <a:cubicBezTo>
                  <a:pt x="1465" y="1793"/>
                  <a:pt x="1467" y="1780"/>
                  <a:pt x="1479" y="1776"/>
                </a:cubicBezTo>
                <a:cubicBezTo>
                  <a:pt x="1501" y="1736"/>
                  <a:pt x="1500" y="1733"/>
                  <a:pt x="1503" y="1732"/>
                </a:cubicBezTo>
                <a:cubicBezTo>
                  <a:pt x="1484" y="1757"/>
                  <a:pt x="1476" y="1761"/>
                  <a:pt x="1474" y="1772"/>
                </a:cubicBezTo>
                <a:cubicBezTo>
                  <a:pt x="1452" y="1794"/>
                  <a:pt x="1452" y="1796"/>
                  <a:pt x="1448" y="1796"/>
                </a:cubicBezTo>
                <a:cubicBezTo>
                  <a:pt x="1431" y="1818"/>
                  <a:pt x="1426" y="1820"/>
                  <a:pt x="1422" y="1822"/>
                </a:cubicBezTo>
                <a:cubicBezTo>
                  <a:pt x="1399" y="1848"/>
                  <a:pt x="1393" y="1849"/>
                  <a:pt x="1389" y="1852"/>
                </a:cubicBezTo>
                <a:cubicBezTo>
                  <a:pt x="1370" y="1874"/>
                  <a:pt x="1368" y="1876"/>
                  <a:pt x="1365" y="1879"/>
                </a:cubicBezTo>
                <a:cubicBezTo>
                  <a:pt x="1352" y="1896"/>
                  <a:pt x="1346" y="1894"/>
                  <a:pt x="1348" y="1900"/>
                </a:cubicBezTo>
                <a:cubicBezTo>
                  <a:pt x="1328" y="1926"/>
                  <a:pt x="1317" y="1924"/>
                  <a:pt x="1317" y="1933"/>
                </a:cubicBezTo>
                <a:cubicBezTo>
                  <a:pt x="1282" y="1982"/>
                  <a:pt x="1277" y="1986"/>
                  <a:pt x="1272" y="1990"/>
                </a:cubicBezTo>
                <a:cubicBezTo>
                  <a:pt x="1260" y="2009"/>
                  <a:pt x="1259" y="2012"/>
                  <a:pt x="1259" y="2016"/>
                </a:cubicBezTo>
                <a:cubicBezTo>
                  <a:pt x="1227" y="2056"/>
                  <a:pt x="1228" y="2066"/>
                  <a:pt x="1221" y="2068"/>
                </a:cubicBezTo>
                <a:cubicBezTo>
                  <a:pt x="1213" y="2075"/>
                  <a:pt x="1217" y="2073"/>
                  <a:pt x="1219" y="2068"/>
                </a:cubicBezTo>
                <a:cubicBezTo>
                  <a:pt x="1238" y="2041"/>
                  <a:pt x="1236" y="2032"/>
                  <a:pt x="1239" y="2027"/>
                </a:cubicBezTo>
                <a:cubicBezTo>
                  <a:pt x="1264" y="1978"/>
                  <a:pt x="1273" y="1978"/>
                  <a:pt x="1274" y="1970"/>
                </a:cubicBezTo>
                <a:cubicBezTo>
                  <a:pt x="1319" y="1906"/>
                  <a:pt x="1329" y="1912"/>
                  <a:pt x="1326" y="1905"/>
                </a:cubicBezTo>
                <a:cubicBezTo>
                  <a:pt x="1347" y="1891"/>
                  <a:pt x="1335" y="1884"/>
                  <a:pt x="1341" y="1885"/>
                </a:cubicBezTo>
                <a:cubicBezTo>
                  <a:pt x="1371" y="1867"/>
                  <a:pt x="1360" y="1858"/>
                  <a:pt x="1365" y="1859"/>
                </a:cubicBezTo>
                <a:cubicBezTo>
                  <a:pt x="1388" y="1843"/>
                  <a:pt x="1391" y="1840"/>
                  <a:pt x="1392" y="1835"/>
                </a:cubicBezTo>
                <a:cubicBezTo>
                  <a:pt x="1413" y="1810"/>
                  <a:pt x="1424" y="1812"/>
                  <a:pt x="1424" y="1802"/>
                </a:cubicBezTo>
                <a:cubicBezTo>
                  <a:pt x="1434" y="1791"/>
                  <a:pt x="1439" y="1791"/>
                  <a:pt x="1439" y="1787"/>
                </a:cubicBezTo>
                <a:cubicBezTo>
                  <a:pt x="1465" y="1752"/>
                  <a:pt x="1463" y="1753"/>
                  <a:pt x="1461" y="1754"/>
                </a:cubicBezTo>
                <a:cubicBezTo>
                  <a:pt x="1440" y="1779"/>
                  <a:pt x="1432" y="1785"/>
                  <a:pt x="1429" y="1796"/>
                </a:cubicBezTo>
                <a:cubicBezTo>
                  <a:pt x="1407" y="1811"/>
                  <a:pt x="1408" y="1817"/>
                  <a:pt x="1402" y="1815"/>
                </a:cubicBezTo>
                <a:cubicBezTo>
                  <a:pt x="1380" y="1832"/>
                  <a:pt x="1382" y="1838"/>
                  <a:pt x="1378" y="1839"/>
                </a:cubicBezTo>
                <a:cubicBezTo>
                  <a:pt x="1326" y="1895"/>
                  <a:pt x="1317" y="1899"/>
                  <a:pt x="1313" y="1909"/>
                </a:cubicBezTo>
                <a:cubicBezTo>
                  <a:pt x="1270" y="1963"/>
                  <a:pt x="1262" y="1968"/>
                  <a:pt x="1259" y="1979"/>
                </a:cubicBezTo>
                <a:cubicBezTo>
                  <a:pt x="1234" y="2019"/>
                  <a:pt x="1235" y="2023"/>
                  <a:pt x="1230" y="2022"/>
                </a:cubicBezTo>
                <a:cubicBezTo>
                  <a:pt x="1217" y="2047"/>
                  <a:pt x="1216" y="2054"/>
                  <a:pt x="1213" y="2057"/>
                </a:cubicBezTo>
                <a:cubicBezTo>
                  <a:pt x="1203" y="2078"/>
                  <a:pt x="1196" y="2069"/>
                  <a:pt x="1195" y="2062"/>
                </a:cubicBezTo>
                <a:cubicBezTo>
                  <a:pt x="1212" y="2023"/>
                  <a:pt x="1212" y="2017"/>
                  <a:pt x="1217" y="2016"/>
                </a:cubicBezTo>
                <a:cubicBezTo>
                  <a:pt x="1225" y="1996"/>
                  <a:pt x="1229" y="1996"/>
                  <a:pt x="1230" y="1994"/>
                </a:cubicBezTo>
                <a:cubicBezTo>
                  <a:pt x="1246" y="1972"/>
                  <a:pt x="1245" y="1966"/>
                  <a:pt x="1248" y="1964"/>
                </a:cubicBezTo>
                <a:cubicBezTo>
                  <a:pt x="1289" y="1906"/>
                  <a:pt x="1295" y="1902"/>
                  <a:pt x="1298" y="1896"/>
                </a:cubicBezTo>
                <a:cubicBezTo>
                  <a:pt x="1307" y="1885"/>
                  <a:pt x="1311" y="1884"/>
                  <a:pt x="1313" y="1881"/>
                </a:cubicBezTo>
                <a:cubicBezTo>
                  <a:pt x="1330" y="1864"/>
                  <a:pt x="1332" y="1861"/>
                  <a:pt x="1337" y="1861"/>
                </a:cubicBezTo>
                <a:cubicBezTo>
                  <a:pt x="1366" y="1832"/>
                  <a:pt x="1372" y="1824"/>
                  <a:pt x="1381" y="1817"/>
                </a:cubicBezTo>
                <a:cubicBezTo>
                  <a:pt x="1402" y="1788"/>
                  <a:pt x="1410" y="1789"/>
                  <a:pt x="1411" y="1783"/>
                </a:cubicBezTo>
                <a:cubicBezTo>
                  <a:pt x="1435" y="1755"/>
                  <a:pt x="1442" y="1756"/>
                  <a:pt x="1444" y="1750"/>
                </a:cubicBezTo>
                <a:cubicBezTo>
                  <a:pt x="1487" y="1692"/>
                  <a:pt x="1498" y="1687"/>
                  <a:pt x="1501" y="1676"/>
                </a:cubicBezTo>
                <a:cubicBezTo>
                  <a:pt x="1513" y="1663"/>
                  <a:pt x="1510" y="1657"/>
                  <a:pt x="1514" y="1656"/>
                </a:cubicBezTo>
                <a:cubicBezTo>
                  <a:pt x="1531" y="1632"/>
                  <a:pt x="1531" y="1623"/>
                  <a:pt x="1535" y="1619"/>
                </a:cubicBezTo>
                <a:cubicBezTo>
                  <a:pt x="1560" y="1583"/>
                  <a:pt x="1561" y="1575"/>
                  <a:pt x="1564" y="1569"/>
                </a:cubicBezTo>
                <a:cubicBezTo>
                  <a:pt x="1579" y="1527"/>
                  <a:pt x="1580" y="1524"/>
                  <a:pt x="1579" y="1519"/>
                </a:cubicBezTo>
                <a:close/>
                <a:moveTo>
                  <a:pt x="1256" y="1826"/>
                </a:moveTo>
                <a:cubicBezTo>
                  <a:pt x="1260" y="1823"/>
                  <a:pt x="1263" y="1818"/>
                  <a:pt x="1265" y="1813"/>
                </a:cubicBezTo>
                <a:cubicBezTo>
                  <a:pt x="1271" y="1817"/>
                  <a:pt x="1260" y="1821"/>
                  <a:pt x="1261" y="1826"/>
                </a:cubicBezTo>
                <a:cubicBezTo>
                  <a:pt x="1257" y="1829"/>
                  <a:pt x="1256" y="1836"/>
                  <a:pt x="1252" y="1839"/>
                </a:cubicBezTo>
                <a:cubicBezTo>
                  <a:pt x="1246" y="1836"/>
                  <a:pt x="1257" y="1831"/>
                  <a:pt x="1256" y="1826"/>
                </a:cubicBezTo>
                <a:close/>
                <a:moveTo>
                  <a:pt x="1252" y="1704"/>
                </a:moveTo>
                <a:cubicBezTo>
                  <a:pt x="1254" y="1700"/>
                  <a:pt x="1254" y="1705"/>
                  <a:pt x="1254" y="1708"/>
                </a:cubicBezTo>
                <a:cubicBezTo>
                  <a:pt x="1252" y="1712"/>
                  <a:pt x="1252" y="1707"/>
                  <a:pt x="1252" y="1704"/>
                </a:cubicBezTo>
                <a:close/>
                <a:moveTo>
                  <a:pt x="1211" y="2088"/>
                </a:moveTo>
                <a:cubicBezTo>
                  <a:pt x="1212" y="2084"/>
                  <a:pt x="1214" y="2090"/>
                  <a:pt x="1211" y="2090"/>
                </a:cubicBezTo>
                <a:cubicBezTo>
                  <a:pt x="1211" y="2094"/>
                  <a:pt x="1208" y="2095"/>
                  <a:pt x="1208" y="2099"/>
                </a:cubicBezTo>
                <a:cubicBezTo>
                  <a:pt x="1203" y="2104"/>
                  <a:pt x="1209" y="2089"/>
                  <a:pt x="1211" y="2088"/>
                </a:cubicBezTo>
                <a:close/>
                <a:moveTo>
                  <a:pt x="1191" y="2116"/>
                </a:moveTo>
                <a:cubicBezTo>
                  <a:pt x="1185" y="2113"/>
                  <a:pt x="1191" y="2103"/>
                  <a:pt x="1193" y="2101"/>
                </a:cubicBezTo>
                <a:cubicBezTo>
                  <a:pt x="1199" y="2105"/>
                  <a:pt x="1188" y="2109"/>
                  <a:pt x="1191" y="2116"/>
                </a:cubicBezTo>
                <a:close/>
                <a:moveTo>
                  <a:pt x="1219" y="1916"/>
                </a:moveTo>
                <a:cubicBezTo>
                  <a:pt x="1225" y="1921"/>
                  <a:pt x="1218" y="1933"/>
                  <a:pt x="1217" y="1940"/>
                </a:cubicBezTo>
                <a:cubicBezTo>
                  <a:pt x="1212" y="1935"/>
                  <a:pt x="1222" y="1926"/>
                  <a:pt x="1219" y="1916"/>
                </a:cubicBezTo>
                <a:close/>
                <a:moveTo>
                  <a:pt x="1215" y="1883"/>
                </a:moveTo>
                <a:cubicBezTo>
                  <a:pt x="1223" y="1885"/>
                  <a:pt x="1215" y="1890"/>
                  <a:pt x="1217" y="1898"/>
                </a:cubicBezTo>
                <a:cubicBezTo>
                  <a:pt x="1212" y="1897"/>
                  <a:pt x="1216" y="1887"/>
                  <a:pt x="1215" y="1883"/>
                </a:cubicBezTo>
                <a:close/>
                <a:moveTo>
                  <a:pt x="1215" y="1953"/>
                </a:moveTo>
                <a:cubicBezTo>
                  <a:pt x="1225" y="1956"/>
                  <a:pt x="1210" y="1963"/>
                  <a:pt x="1213" y="1972"/>
                </a:cubicBezTo>
                <a:cubicBezTo>
                  <a:pt x="1205" y="1966"/>
                  <a:pt x="1218" y="1962"/>
                  <a:pt x="1215" y="1953"/>
                </a:cubicBezTo>
                <a:close/>
                <a:moveTo>
                  <a:pt x="1503" y="1667"/>
                </a:moveTo>
                <a:cubicBezTo>
                  <a:pt x="1497" y="1666"/>
                  <a:pt x="1501" y="1675"/>
                  <a:pt x="1496" y="1676"/>
                </a:cubicBezTo>
                <a:cubicBezTo>
                  <a:pt x="1479" y="1700"/>
                  <a:pt x="1478" y="1701"/>
                  <a:pt x="1477" y="1702"/>
                </a:cubicBezTo>
                <a:cubicBezTo>
                  <a:pt x="1453" y="1729"/>
                  <a:pt x="1455" y="1737"/>
                  <a:pt x="1448" y="1735"/>
                </a:cubicBezTo>
                <a:cubicBezTo>
                  <a:pt x="1421" y="1763"/>
                  <a:pt x="1414" y="1767"/>
                  <a:pt x="1411" y="1774"/>
                </a:cubicBezTo>
                <a:cubicBezTo>
                  <a:pt x="1382" y="1802"/>
                  <a:pt x="1374" y="1808"/>
                  <a:pt x="1370" y="1817"/>
                </a:cubicBezTo>
                <a:cubicBezTo>
                  <a:pt x="1349" y="1831"/>
                  <a:pt x="1347" y="1837"/>
                  <a:pt x="1344" y="1841"/>
                </a:cubicBezTo>
                <a:cubicBezTo>
                  <a:pt x="1317" y="1866"/>
                  <a:pt x="1313" y="1866"/>
                  <a:pt x="1311" y="1870"/>
                </a:cubicBezTo>
                <a:cubicBezTo>
                  <a:pt x="1280" y="1911"/>
                  <a:pt x="1267" y="1911"/>
                  <a:pt x="1267" y="1924"/>
                </a:cubicBezTo>
                <a:cubicBezTo>
                  <a:pt x="1224" y="1976"/>
                  <a:pt x="1220" y="1998"/>
                  <a:pt x="1206" y="2012"/>
                </a:cubicBezTo>
                <a:cubicBezTo>
                  <a:pt x="1215" y="1984"/>
                  <a:pt x="1215" y="1976"/>
                  <a:pt x="1221" y="1974"/>
                </a:cubicBezTo>
                <a:cubicBezTo>
                  <a:pt x="1251" y="1919"/>
                  <a:pt x="1250" y="1913"/>
                  <a:pt x="1254" y="1911"/>
                </a:cubicBezTo>
                <a:cubicBezTo>
                  <a:pt x="1282" y="1880"/>
                  <a:pt x="1282" y="1869"/>
                  <a:pt x="1289" y="1865"/>
                </a:cubicBezTo>
                <a:cubicBezTo>
                  <a:pt x="1309" y="1844"/>
                  <a:pt x="1311" y="1835"/>
                  <a:pt x="1320" y="1833"/>
                </a:cubicBezTo>
                <a:cubicBezTo>
                  <a:pt x="1356" y="1793"/>
                  <a:pt x="1359" y="1786"/>
                  <a:pt x="1365" y="1783"/>
                </a:cubicBezTo>
                <a:cubicBezTo>
                  <a:pt x="1384" y="1765"/>
                  <a:pt x="1385" y="1763"/>
                  <a:pt x="1387" y="1763"/>
                </a:cubicBezTo>
                <a:cubicBezTo>
                  <a:pt x="1411" y="1742"/>
                  <a:pt x="1423" y="1733"/>
                  <a:pt x="1435" y="1724"/>
                </a:cubicBezTo>
                <a:cubicBezTo>
                  <a:pt x="1481" y="1684"/>
                  <a:pt x="1482" y="1680"/>
                  <a:pt x="1485" y="1678"/>
                </a:cubicBezTo>
                <a:cubicBezTo>
                  <a:pt x="1501" y="1660"/>
                  <a:pt x="1504" y="1659"/>
                  <a:pt x="1505" y="1656"/>
                </a:cubicBezTo>
                <a:close/>
                <a:moveTo>
                  <a:pt x="3827" y="1689"/>
                </a:moveTo>
                <a:cubicBezTo>
                  <a:pt x="3822" y="1681"/>
                  <a:pt x="3815" y="1679"/>
                  <a:pt x="3810" y="1674"/>
                </a:cubicBezTo>
                <a:cubicBezTo>
                  <a:pt x="3786" y="1654"/>
                  <a:pt x="3779" y="1651"/>
                  <a:pt x="3773" y="1648"/>
                </a:cubicBezTo>
                <a:cubicBezTo>
                  <a:pt x="3732" y="1620"/>
                  <a:pt x="3724" y="1621"/>
                  <a:pt x="3718" y="1614"/>
                </a:cubicBezTo>
                <a:cubicBezTo>
                  <a:pt x="3671" y="1584"/>
                  <a:pt x="3666" y="1588"/>
                  <a:pt x="3664" y="1582"/>
                </a:cubicBezTo>
                <a:cubicBezTo>
                  <a:pt x="3623" y="1550"/>
                  <a:pt x="3616" y="1549"/>
                  <a:pt x="3611" y="1541"/>
                </a:cubicBezTo>
                <a:cubicBezTo>
                  <a:pt x="3587" y="1524"/>
                  <a:pt x="3582" y="1515"/>
                  <a:pt x="3576" y="1512"/>
                </a:cubicBezTo>
                <a:cubicBezTo>
                  <a:pt x="3523" y="1447"/>
                  <a:pt x="3522" y="1437"/>
                  <a:pt x="3517" y="1439"/>
                </a:cubicBezTo>
                <a:cubicBezTo>
                  <a:pt x="3524" y="1435"/>
                  <a:pt x="3522" y="1438"/>
                  <a:pt x="3523" y="1439"/>
                </a:cubicBezTo>
                <a:cubicBezTo>
                  <a:pt x="3560" y="1475"/>
                  <a:pt x="3574" y="1484"/>
                  <a:pt x="3586" y="1501"/>
                </a:cubicBezTo>
                <a:cubicBezTo>
                  <a:pt x="3613" y="1523"/>
                  <a:pt x="3622" y="1521"/>
                  <a:pt x="3628" y="1532"/>
                </a:cubicBezTo>
                <a:cubicBezTo>
                  <a:pt x="3674" y="1562"/>
                  <a:pt x="3677" y="1565"/>
                  <a:pt x="3680" y="1570"/>
                </a:cubicBezTo>
                <a:cubicBezTo>
                  <a:pt x="3722" y="1587"/>
                  <a:pt x="3728" y="1593"/>
                  <a:pt x="3735" y="1596"/>
                </a:cubicBezTo>
                <a:cubicBezTo>
                  <a:pt x="3754" y="1599"/>
                  <a:pt x="3748" y="1599"/>
                  <a:pt x="3743" y="1594"/>
                </a:cubicBezTo>
                <a:cubicBezTo>
                  <a:pt x="3713" y="1575"/>
                  <a:pt x="3700" y="1574"/>
                  <a:pt x="3689" y="1562"/>
                </a:cubicBezTo>
                <a:cubicBezTo>
                  <a:pt x="3660" y="1547"/>
                  <a:pt x="3659" y="1539"/>
                  <a:pt x="3655" y="1541"/>
                </a:cubicBezTo>
                <a:cubicBezTo>
                  <a:pt x="3598" y="1497"/>
                  <a:pt x="3575" y="1479"/>
                  <a:pt x="3555" y="1453"/>
                </a:cubicBezTo>
                <a:cubicBezTo>
                  <a:pt x="3519" y="1416"/>
                  <a:pt x="3508" y="1416"/>
                  <a:pt x="3510" y="1407"/>
                </a:cubicBezTo>
                <a:cubicBezTo>
                  <a:pt x="3541" y="1429"/>
                  <a:pt x="3552" y="1443"/>
                  <a:pt x="3564" y="1453"/>
                </a:cubicBezTo>
                <a:cubicBezTo>
                  <a:pt x="3613" y="1486"/>
                  <a:pt x="3622" y="1505"/>
                  <a:pt x="3636" y="1508"/>
                </a:cubicBezTo>
                <a:cubicBezTo>
                  <a:pt x="3682" y="1535"/>
                  <a:pt x="3689" y="1542"/>
                  <a:pt x="3697" y="1547"/>
                </a:cubicBezTo>
                <a:cubicBezTo>
                  <a:pt x="3728" y="1568"/>
                  <a:pt x="3739" y="1569"/>
                  <a:pt x="3747" y="1578"/>
                </a:cubicBezTo>
                <a:cubicBezTo>
                  <a:pt x="3766" y="1589"/>
                  <a:pt x="3770" y="1596"/>
                  <a:pt x="3776" y="1595"/>
                </a:cubicBezTo>
                <a:cubicBezTo>
                  <a:pt x="3808" y="1618"/>
                  <a:pt x="3811" y="1625"/>
                  <a:pt x="3817" y="1623"/>
                </a:cubicBezTo>
                <a:cubicBezTo>
                  <a:pt x="3788" y="1599"/>
                  <a:pt x="3783" y="1590"/>
                  <a:pt x="3775" y="1589"/>
                </a:cubicBezTo>
                <a:cubicBezTo>
                  <a:pt x="3744" y="1565"/>
                  <a:pt x="3731" y="1560"/>
                  <a:pt x="3719" y="1548"/>
                </a:cubicBezTo>
                <a:cubicBezTo>
                  <a:pt x="3674" y="1518"/>
                  <a:pt x="3666" y="1521"/>
                  <a:pt x="3661" y="1513"/>
                </a:cubicBezTo>
                <a:cubicBezTo>
                  <a:pt x="3629" y="1493"/>
                  <a:pt x="3626" y="1488"/>
                  <a:pt x="3622" y="1488"/>
                </a:cubicBezTo>
                <a:cubicBezTo>
                  <a:pt x="3554" y="1431"/>
                  <a:pt x="3542" y="1419"/>
                  <a:pt x="3528" y="1411"/>
                </a:cubicBezTo>
                <a:cubicBezTo>
                  <a:pt x="3491" y="1368"/>
                  <a:pt x="3481" y="1362"/>
                  <a:pt x="3472" y="1350"/>
                </a:cubicBezTo>
                <a:cubicBezTo>
                  <a:pt x="3499" y="1360"/>
                  <a:pt x="3503" y="1368"/>
                  <a:pt x="3508" y="1370"/>
                </a:cubicBezTo>
                <a:cubicBezTo>
                  <a:pt x="3531" y="1391"/>
                  <a:pt x="3535" y="1392"/>
                  <a:pt x="3533" y="1395"/>
                </a:cubicBezTo>
                <a:cubicBezTo>
                  <a:pt x="3580" y="1434"/>
                  <a:pt x="3590" y="1438"/>
                  <a:pt x="3599" y="1447"/>
                </a:cubicBezTo>
                <a:cubicBezTo>
                  <a:pt x="3636" y="1472"/>
                  <a:pt x="3644" y="1476"/>
                  <a:pt x="3652" y="1483"/>
                </a:cubicBezTo>
                <a:cubicBezTo>
                  <a:pt x="3673" y="1489"/>
                  <a:pt x="3674" y="1496"/>
                  <a:pt x="3678" y="1495"/>
                </a:cubicBezTo>
                <a:cubicBezTo>
                  <a:pt x="3737" y="1528"/>
                  <a:pt x="3745" y="1534"/>
                  <a:pt x="3753" y="1536"/>
                </a:cubicBezTo>
                <a:cubicBezTo>
                  <a:pt x="3787" y="1557"/>
                  <a:pt x="3796" y="1562"/>
                  <a:pt x="3804" y="1568"/>
                </a:cubicBezTo>
                <a:cubicBezTo>
                  <a:pt x="3805" y="1561"/>
                  <a:pt x="3799" y="1556"/>
                  <a:pt x="3793" y="1552"/>
                </a:cubicBezTo>
                <a:cubicBezTo>
                  <a:pt x="3745" y="1525"/>
                  <a:pt x="3740" y="1519"/>
                  <a:pt x="3732" y="1518"/>
                </a:cubicBezTo>
                <a:cubicBezTo>
                  <a:pt x="3691" y="1496"/>
                  <a:pt x="3691" y="1492"/>
                  <a:pt x="3689" y="1491"/>
                </a:cubicBezTo>
                <a:cubicBezTo>
                  <a:pt x="3666" y="1478"/>
                  <a:pt x="3659" y="1477"/>
                  <a:pt x="3653" y="1471"/>
                </a:cubicBezTo>
                <a:cubicBezTo>
                  <a:pt x="3589" y="1424"/>
                  <a:pt x="3582" y="1422"/>
                  <a:pt x="3576" y="1417"/>
                </a:cubicBezTo>
                <a:cubicBezTo>
                  <a:pt x="3512" y="1356"/>
                  <a:pt x="3504" y="1353"/>
                  <a:pt x="3497" y="1347"/>
                </a:cubicBezTo>
                <a:cubicBezTo>
                  <a:pt x="3434" y="1269"/>
                  <a:pt x="3431" y="1265"/>
                  <a:pt x="3432" y="1261"/>
                </a:cubicBezTo>
                <a:cubicBezTo>
                  <a:pt x="3490" y="1320"/>
                  <a:pt x="3493" y="1321"/>
                  <a:pt x="3496" y="1320"/>
                </a:cubicBezTo>
                <a:cubicBezTo>
                  <a:pt x="3526" y="1349"/>
                  <a:pt x="3531" y="1358"/>
                  <a:pt x="3536" y="1362"/>
                </a:cubicBezTo>
                <a:cubicBezTo>
                  <a:pt x="3574" y="1397"/>
                  <a:pt x="3581" y="1398"/>
                  <a:pt x="3586" y="1405"/>
                </a:cubicBezTo>
                <a:cubicBezTo>
                  <a:pt x="3640" y="1440"/>
                  <a:pt x="3643" y="1443"/>
                  <a:pt x="3645" y="1448"/>
                </a:cubicBezTo>
                <a:cubicBezTo>
                  <a:pt x="3673" y="1473"/>
                  <a:pt x="3678" y="1469"/>
                  <a:pt x="3681" y="1471"/>
                </a:cubicBezTo>
                <a:cubicBezTo>
                  <a:pt x="3713" y="1487"/>
                  <a:pt x="3716" y="1501"/>
                  <a:pt x="3724" y="1499"/>
                </a:cubicBezTo>
                <a:cubicBezTo>
                  <a:pt x="3772" y="1524"/>
                  <a:pt x="3783" y="1533"/>
                  <a:pt x="3796" y="1534"/>
                </a:cubicBezTo>
                <a:cubicBezTo>
                  <a:pt x="3807" y="1534"/>
                  <a:pt x="3800" y="1533"/>
                  <a:pt x="3794" y="1527"/>
                </a:cubicBezTo>
                <a:cubicBezTo>
                  <a:pt x="3760" y="1515"/>
                  <a:pt x="3759" y="1505"/>
                  <a:pt x="3754" y="1509"/>
                </a:cubicBezTo>
                <a:cubicBezTo>
                  <a:pt x="3728" y="1498"/>
                  <a:pt x="3734" y="1492"/>
                  <a:pt x="3729" y="1493"/>
                </a:cubicBezTo>
                <a:cubicBezTo>
                  <a:pt x="3697" y="1467"/>
                  <a:pt x="3690" y="1476"/>
                  <a:pt x="3689" y="1467"/>
                </a:cubicBezTo>
                <a:cubicBezTo>
                  <a:pt x="3648" y="1438"/>
                  <a:pt x="3643" y="1437"/>
                  <a:pt x="3640" y="1429"/>
                </a:cubicBezTo>
                <a:cubicBezTo>
                  <a:pt x="3565" y="1379"/>
                  <a:pt x="3562" y="1371"/>
                  <a:pt x="3557" y="1370"/>
                </a:cubicBezTo>
                <a:cubicBezTo>
                  <a:pt x="3508" y="1322"/>
                  <a:pt x="3500" y="1312"/>
                  <a:pt x="3492" y="1303"/>
                </a:cubicBezTo>
                <a:cubicBezTo>
                  <a:pt x="3476" y="1289"/>
                  <a:pt x="3465" y="1285"/>
                  <a:pt x="3469" y="1278"/>
                </a:cubicBezTo>
                <a:cubicBezTo>
                  <a:pt x="3519" y="1313"/>
                  <a:pt x="3521" y="1321"/>
                  <a:pt x="3525" y="1319"/>
                </a:cubicBezTo>
                <a:cubicBezTo>
                  <a:pt x="3556" y="1344"/>
                  <a:pt x="3559" y="1347"/>
                  <a:pt x="3563" y="1347"/>
                </a:cubicBezTo>
                <a:cubicBezTo>
                  <a:pt x="3609" y="1374"/>
                  <a:pt x="3615" y="1384"/>
                  <a:pt x="3623" y="1384"/>
                </a:cubicBezTo>
                <a:cubicBezTo>
                  <a:pt x="3668" y="1413"/>
                  <a:pt x="3673" y="1420"/>
                  <a:pt x="3680" y="1422"/>
                </a:cubicBezTo>
                <a:cubicBezTo>
                  <a:pt x="3706" y="1438"/>
                  <a:pt x="3712" y="1443"/>
                  <a:pt x="3720" y="1444"/>
                </a:cubicBezTo>
                <a:cubicBezTo>
                  <a:pt x="3762" y="1470"/>
                  <a:pt x="3764" y="1478"/>
                  <a:pt x="3768" y="1476"/>
                </a:cubicBezTo>
                <a:cubicBezTo>
                  <a:pt x="3762" y="1471"/>
                  <a:pt x="3759" y="1466"/>
                  <a:pt x="3757" y="1461"/>
                </a:cubicBezTo>
                <a:cubicBezTo>
                  <a:pt x="3697" y="1429"/>
                  <a:pt x="3695" y="1419"/>
                  <a:pt x="3689" y="1420"/>
                </a:cubicBezTo>
                <a:cubicBezTo>
                  <a:pt x="3648" y="1395"/>
                  <a:pt x="3648" y="1394"/>
                  <a:pt x="3647" y="1392"/>
                </a:cubicBezTo>
                <a:cubicBezTo>
                  <a:pt x="3623" y="1371"/>
                  <a:pt x="3617" y="1377"/>
                  <a:pt x="3614" y="1370"/>
                </a:cubicBezTo>
                <a:cubicBezTo>
                  <a:pt x="3570" y="1344"/>
                  <a:pt x="3576" y="1338"/>
                  <a:pt x="3568" y="1342"/>
                </a:cubicBezTo>
                <a:cubicBezTo>
                  <a:pt x="3511" y="1303"/>
                  <a:pt x="3501" y="1291"/>
                  <a:pt x="3490" y="1285"/>
                </a:cubicBezTo>
                <a:cubicBezTo>
                  <a:pt x="3458" y="1254"/>
                  <a:pt x="3448" y="1254"/>
                  <a:pt x="3445" y="1245"/>
                </a:cubicBezTo>
                <a:cubicBezTo>
                  <a:pt x="3425" y="1230"/>
                  <a:pt x="3423" y="1227"/>
                  <a:pt x="3420" y="1226"/>
                </a:cubicBezTo>
                <a:cubicBezTo>
                  <a:pt x="3406" y="1202"/>
                  <a:pt x="3396" y="1204"/>
                  <a:pt x="3402" y="1199"/>
                </a:cubicBezTo>
                <a:cubicBezTo>
                  <a:pt x="3488" y="1263"/>
                  <a:pt x="3502" y="1269"/>
                  <a:pt x="3515" y="1276"/>
                </a:cubicBezTo>
                <a:cubicBezTo>
                  <a:pt x="3590" y="1319"/>
                  <a:pt x="3598" y="1326"/>
                  <a:pt x="3608" y="1330"/>
                </a:cubicBezTo>
                <a:cubicBezTo>
                  <a:pt x="3652" y="1363"/>
                  <a:pt x="3658" y="1360"/>
                  <a:pt x="3662" y="1367"/>
                </a:cubicBezTo>
                <a:cubicBezTo>
                  <a:pt x="3696" y="1396"/>
                  <a:pt x="3705" y="1402"/>
                  <a:pt x="3712" y="1412"/>
                </a:cubicBezTo>
                <a:cubicBezTo>
                  <a:pt x="3742" y="1439"/>
                  <a:pt x="3745" y="1445"/>
                  <a:pt x="3750" y="1448"/>
                </a:cubicBezTo>
                <a:cubicBezTo>
                  <a:pt x="3710" y="1400"/>
                  <a:pt x="3696" y="1387"/>
                  <a:pt x="3682" y="1372"/>
                </a:cubicBezTo>
                <a:cubicBezTo>
                  <a:pt x="3635" y="1319"/>
                  <a:pt x="3632" y="1314"/>
                  <a:pt x="3628" y="1313"/>
                </a:cubicBezTo>
                <a:cubicBezTo>
                  <a:pt x="3572" y="1267"/>
                  <a:pt x="3545" y="1249"/>
                  <a:pt x="3518" y="1230"/>
                </a:cubicBezTo>
                <a:cubicBezTo>
                  <a:pt x="3473" y="1209"/>
                  <a:pt x="3472" y="1198"/>
                  <a:pt x="3467" y="1203"/>
                </a:cubicBezTo>
                <a:cubicBezTo>
                  <a:pt x="3428" y="1181"/>
                  <a:pt x="3422" y="1174"/>
                  <a:pt x="3414" y="1173"/>
                </a:cubicBezTo>
                <a:cubicBezTo>
                  <a:pt x="3381" y="1146"/>
                  <a:pt x="3367" y="1135"/>
                  <a:pt x="3354" y="1125"/>
                </a:cubicBezTo>
                <a:cubicBezTo>
                  <a:pt x="3351" y="1113"/>
                  <a:pt x="3364" y="1118"/>
                  <a:pt x="3374" y="1127"/>
                </a:cubicBezTo>
                <a:cubicBezTo>
                  <a:pt x="3446" y="1170"/>
                  <a:pt x="3448" y="1171"/>
                  <a:pt x="3451" y="1170"/>
                </a:cubicBezTo>
                <a:cubicBezTo>
                  <a:pt x="3483" y="1191"/>
                  <a:pt x="3489" y="1192"/>
                  <a:pt x="3495" y="1195"/>
                </a:cubicBezTo>
                <a:cubicBezTo>
                  <a:pt x="3535" y="1210"/>
                  <a:pt x="3536" y="1218"/>
                  <a:pt x="3540" y="1215"/>
                </a:cubicBezTo>
                <a:cubicBezTo>
                  <a:pt x="3559" y="1230"/>
                  <a:pt x="3565" y="1220"/>
                  <a:pt x="3566" y="1228"/>
                </a:cubicBezTo>
                <a:cubicBezTo>
                  <a:pt x="3619" y="1240"/>
                  <a:pt x="3611" y="1246"/>
                  <a:pt x="3606" y="1241"/>
                </a:cubicBezTo>
                <a:cubicBezTo>
                  <a:pt x="3548" y="1214"/>
                  <a:pt x="3543" y="1208"/>
                  <a:pt x="3536" y="1209"/>
                </a:cubicBezTo>
                <a:cubicBezTo>
                  <a:pt x="3471" y="1175"/>
                  <a:pt x="3461" y="1165"/>
                  <a:pt x="3449" y="1161"/>
                </a:cubicBezTo>
                <a:cubicBezTo>
                  <a:pt x="3408" y="1139"/>
                  <a:pt x="3402" y="1137"/>
                  <a:pt x="3398" y="1130"/>
                </a:cubicBezTo>
                <a:cubicBezTo>
                  <a:pt x="3340" y="1089"/>
                  <a:pt x="3334" y="1084"/>
                  <a:pt x="3327" y="1077"/>
                </a:cubicBezTo>
                <a:cubicBezTo>
                  <a:pt x="3317" y="1064"/>
                  <a:pt x="3323" y="1067"/>
                  <a:pt x="3328" y="1074"/>
                </a:cubicBezTo>
                <a:cubicBezTo>
                  <a:pt x="3358" y="1090"/>
                  <a:pt x="3360" y="1098"/>
                  <a:pt x="3363" y="1098"/>
                </a:cubicBezTo>
                <a:cubicBezTo>
                  <a:pt x="3425" y="1134"/>
                  <a:pt x="3432" y="1139"/>
                  <a:pt x="3438" y="1142"/>
                </a:cubicBezTo>
                <a:cubicBezTo>
                  <a:pt x="3460" y="1158"/>
                  <a:pt x="3463" y="1159"/>
                  <a:pt x="3468" y="1156"/>
                </a:cubicBezTo>
                <a:cubicBezTo>
                  <a:pt x="3511" y="1180"/>
                  <a:pt x="3525" y="1185"/>
                  <a:pt x="3538" y="1192"/>
                </a:cubicBezTo>
                <a:cubicBezTo>
                  <a:pt x="3604" y="1225"/>
                  <a:pt x="3609" y="1234"/>
                  <a:pt x="3616" y="1235"/>
                </a:cubicBezTo>
                <a:cubicBezTo>
                  <a:pt x="3641" y="1254"/>
                  <a:pt x="3647" y="1261"/>
                  <a:pt x="3653" y="1266"/>
                </a:cubicBezTo>
                <a:cubicBezTo>
                  <a:pt x="3677" y="1288"/>
                  <a:pt x="3684" y="1291"/>
                  <a:pt x="3690" y="1296"/>
                </a:cubicBezTo>
                <a:cubicBezTo>
                  <a:pt x="3703" y="1302"/>
                  <a:pt x="3693" y="1298"/>
                  <a:pt x="3684" y="1286"/>
                </a:cubicBezTo>
                <a:cubicBezTo>
                  <a:pt x="3660" y="1267"/>
                  <a:pt x="3659" y="1260"/>
                  <a:pt x="3656" y="1261"/>
                </a:cubicBezTo>
                <a:cubicBezTo>
                  <a:pt x="3619" y="1228"/>
                  <a:pt x="3616" y="1229"/>
                  <a:pt x="3614" y="1225"/>
                </a:cubicBezTo>
                <a:cubicBezTo>
                  <a:pt x="3594" y="1204"/>
                  <a:pt x="3591" y="1205"/>
                  <a:pt x="3589" y="1201"/>
                </a:cubicBezTo>
                <a:cubicBezTo>
                  <a:pt x="3566" y="1181"/>
                  <a:pt x="3564" y="1176"/>
                  <a:pt x="3562" y="1173"/>
                </a:cubicBezTo>
                <a:cubicBezTo>
                  <a:pt x="3525" y="1143"/>
                  <a:pt x="3523" y="1142"/>
                  <a:pt x="3522" y="1141"/>
                </a:cubicBezTo>
                <a:cubicBezTo>
                  <a:pt x="3496" y="1126"/>
                  <a:pt x="3491" y="1125"/>
                  <a:pt x="3488" y="1120"/>
                </a:cubicBezTo>
                <a:cubicBezTo>
                  <a:pt x="3448" y="1095"/>
                  <a:pt x="3439" y="1087"/>
                  <a:pt x="3428" y="1082"/>
                </a:cubicBezTo>
                <a:cubicBezTo>
                  <a:pt x="3403" y="1070"/>
                  <a:pt x="3402" y="1063"/>
                  <a:pt x="3399" y="1064"/>
                </a:cubicBezTo>
                <a:cubicBezTo>
                  <a:pt x="3332" y="1024"/>
                  <a:pt x="3325" y="1028"/>
                  <a:pt x="3322" y="1020"/>
                </a:cubicBezTo>
                <a:cubicBezTo>
                  <a:pt x="3297" y="1005"/>
                  <a:pt x="3295" y="1003"/>
                  <a:pt x="3292" y="1002"/>
                </a:cubicBezTo>
                <a:cubicBezTo>
                  <a:pt x="3260" y="981"/>
                  <a:pt x="3258" y="977"/>
                  <a:pt x="3255" y="976"/>
                </a:cubicBezTo>
                <a:cubicBezTo>
                  <a:pt x="3231" y="953"/>
                  <a:pt x="3229" y="949"/>
                  <a:pt x="3227" y="946"/>
                </a:cubicBezTo>
                <a:cubicBezTo>
                  <a:pt x="3264" y="965"/>
                  <a:pt x="3274" y="976"/>
                  <a:pt x="3286" y="981"/>
                </a:cubicBezTo>
                <a:cubicBezTo>
                  <a:pt x="3328" y="1007"/>
                  <a:pt x="3340" y="1010"/>
                  <a:pt x="3351" y="1014"/>
                </a:cubicBezTo>
                <a:cubicBezTo>
                  <a:pt x="3379" y="1029"/>
                  <a:pt x="3382" y="1034"/>
                  <a:pt x="3385" y="1036"/>
                </a:cubicBezTo>
                <a:cubicBezTo>
                  <a:pt x="3416" y="1052"/>
                  <a:pt x="3425" y="1050"/>
                  <a:pt x="3431" y="1059"/>
                </a:cubicBezTo>
                <a:cubicBezTo>
                  <a:pt x="3502" y="1097"/>
                  <a:pt x="3503" y="1108"/>
                  <a:pt x="3507" y="1106"/>
                </a:cubicBezTo>
                <a:cubicBezTo>
                  <a:pt x="3543" y="1136"/>
                  <a:pt x="3545" y="1138"/>
                  <a:pt x="3548" y="1140"/>
                </a:cubicBezTo>
                <a:cubicBezTo>
                  <a:pt x="3574" y="1156"/>
                  <a:pt x="3573" y="1153"/>
                  <a:pt x="3571" y="1154"/>
                </a:cubicBezTo>
                <a:cubicBezTo>
                  <a:pt x="3558" y="1134"/>
                  <a:pt x="3548" y="1133"/>
                  <a:pt x="3546" y="1130"/>
                </a:cubicBezTo>
                <a:cubicBezTo>
                  <a:pt x="3518" y="1109"/>
                  <a:pt x="3511" y="1099"/>
                  <a:pt x="3503" y="1094"/>
                </a:cubicBezTo>
                <a:cubicBezTo>
                  <a:pt x="3453" y="1053"/>
                  <a:pt x="3451" y="1043"/>
                  <a:pt x="3445" y="1045"/>
                </a:cubicBezTo>
                <a:cubicBezTo>
                  <a:pt x="3417" y="1024"/>
                  <a:pt x="3413" y="1021"/>
                  <a:pt x="3410" y="1016"/>
                </a:cubicBezTo>
                <a:cubicBezTo>
                  <a:pt x="3358" y="980"/>
                  <a:pt x="3354" y="981"/>
                  <a:pt x="3351" y="976"/>
                </a:cubicBezTo>
                <a:cubicBezTo>
                  <a:pt x="3337" y="968"/>
                  <a:pt x="3333" y="968"/>
                  <a:pt x="3329" y="967"/>
                </a:cubicBezTo>
                <a:cubicBezTo>
                  <a:pt x="3294" y="946"/>
                  <a:pt x="3290" y="949"/>
                  <a:pt x="3288" y="941"/>
                </a:cubicBezTo>
                <a:cubicBezTo>
                  <a:pt x="3241" y="919"/>
                  <a:pt x="3237" y="920"/>
                  <a:pt x="3234" y="915"/>
                </a:cubicBezTo>
                <a:cubicBezTo>
                  <a:pt x="3205" y="900"/>
                  <a:pt x="3200" y="898"/>
                  <a:pt x="3195" y="899"/>
                </a:cubicBezTo>
                <a:cubicBezTo>
                  <a:pt x="3175" y="884"/>
                  <a:pt x="3172" y="884"/>
                  <a:pt x="3170" y="883"/>
                </a:cubicBezTo>
                <a:cubicBezTo>
                  <a:pt x="3195" y="875"/>
                  <a:pt x="3199" y="875"/>
                  <a:pt x="3203" y="875"/>
                </a:cubicBezTo>
                <a:cubicBezTo>
                  <a:pt x="3240" y="895"/>
                  <a:pt x="3246" y="887"/>
                  <a:pt x="3249" y="893"/>
                </a:cubicBezTo>
                <a:cubicBezTo>
                  <a:pt x="3288" y="904"/>
                  <a:pt x="3290" y="912"/>
                  <a:pt x="3294" y="910"/>
                </a:cubicBezTo>
                <a:cubicBezTo>
                  <a:pt x="3330" y="928"/>
                  <a:pt x="3331" y="930"/>
                  <a:pt x="3333" y="929"/>
                </a:cubicBezTo>
                <a:cubicBezTo>
                  <a:pt x="3357" y="941"/>
                  <a:pt x="3364" y="949"/>
                  <a:pt x="3372" y="951"/>
                </a:cubicBezTo>
                <a:cubicBezTo>
                  <a:pt x="3408" y="970"/>
                  <a:pt x="3410" y="979"/>
                  <a:pt x="3414" y="981"/>
                </a:cubicBezTo>
                <a:cubicBezTo>
                  <a:pt x="3449" y="1003"/>
                  <a:pt x="3451" y="1013"/>
                  <a:pt x="3456" y="1012"/>
                </a:cubicBezTo>
                <a:cubicBezTo>
                  <a:pt x="3489" y="1044"/>
                  <a:pt x="3492" y="1048"/>
                  <a:pt x="3497" y="1049"/>
                </a:cubicBezTo>
                <a:cubicBezTo>
                  <a:pt x="3401" y="963"/>
                  <a:pt x="3396" y="957"/>
                  <a:pt x="3390" y="954"/>
                </a:cubicBezTo>
                <a:cubicBezTo>
                  <a:pt x="3354" y="936"/>
                  <a:pt x="3353" y="929"/>
                  <a:pt x="3350" y="930"/>
                </a:cubicBezTo>
                <a:cubicBezTo>
                  <a:pt x="3324" y="912"/>
                  <a:pt x="3322" y="914"/>
                  <a:pt x="3321" y="914"/>
                </a:cubicBezTo>
                <a:cubicBezTo>
                  <a:pt x="3289" y="894"/>
                  <a:pt x="3285" y="896"/>
                  <a:pt x="3283" y="895"/>
                </a:cubicBezTo>
                <a:cubicBezTo>
                  <a:pt x="3251" y="882"/>
                  <a:pt x="3244" y="883"/>
                  <a:pt x="3238" y="879"/>
                </a:cubicBezTo>
                <a:cubicBezTo>
                  <a:pt x="3163" y="843"/>
                  <a:pt x="3156" y="848"/>
                  <a:pt x="3152" y="844"/>
                </a:cubicBezTo>
                <a:cubicBezTo>
                  <a:pt x="3129" y="824"/>
                  <a:pt x="3133" y="823"/>
                  <a:pt x="3136" y="829"/>
                </a:cubicBezTo>
                <a:cubicBezTo>
                  <a:pt x="3171" y="839"/>
                  <a:pt x="3173" y="840"/>
                  <a:pt x="3174" y="842"/>
                </a:cubicBezTo>
                <a:cubicBezTo>
                  <a:pt x="3201" y="845"/>
                  <a:pt x="3208" y="851"/>
                  <a:pt x="3217" y="851"/>
                </a:cubicBezTo>
                <a:cubicBezTo>
                  <a:pt x="3244" y="863"/>
                  <a:pt x="3252" y="861"/>
                  <a:pt x="3258" y="865"/>
                </a:cubicBezTo>
                <a:cubicBezTo>
                  <a:pt x="3312" y="888"/>
                  <a:pt x="3315" y="890"/>
                  <a:pt x="3319" y="891"/>
                </a:cubicBezTo>
                <a:cubicBezTo>
                  <a:pt x="3360" y="920"/>
                  <a:pt x="3365" y="916"/>
                  <a:pt x="3368" y="920"/>
                </a:cubicBezTo>
                <a:cubicBezTo>
                  <a:pt x="3374" y="912"/>
                  <a:pt x="3365" y="914"/>
                  <a:pt x="3358" y="907"/>
                </a:cubicBezTo>
                <a:cubicBezTo>
                  <a:pt x="3329" y="880"/>
                  <a:pt x="3319" y="883"/>
                  <a:pt x="3314" y="872"/>
                </a:cubicBezTo>
                <a:cubicBezTo>
                  <a:pt x="3285" y="856"/>
                  <a:pt x="3281" y="852"/>
                  <a:pt x="3276" y="850"/>
                </a:cubicBezTo>
                <a:cubicBezTo>
                  <a:pt x="3245" y="827"/>
                  <a:pt x="3239" y="825"/>
                  <a:pt x="3235" y="816"/>
                </a:cubicBezTo>
                <a:cubicBezTo>
                  <a:pt x="3182" y="776"/>
                  <a:pt x="3171" y="775"/>
                  <a:pt x="3161" y="768"/>
                </a:cubicBezTo>
                <a:cubicBezTo>
                  <a:pt x="3121" y="750"/>
                  <a:pt x="3110" y="747"/>
                  <a:pt x="3101" y="739"/>
                </a:cubicBezTo>
                <a:cubicBezTo>
                  <a:pt x="3052" y="714"/>
                  <a:pt x="3044" y="719"/>
                  <a:pt x="3040" y="714"/>
                </a:cubicBezTo>
                <a:cubicBezTo>
                  <a:pt x="3003" y="699"/>
                  <a:pt x="2998" y="697"/>
                  <a:pt x="2993" y="694"/>
                </a:cubicBezTo>
                <a:cubicBezTo>
                  <a:pt x="3002" y="688"/>
                  <a:pt x="3024" y="683"/>
                  <a:pt x="3048" y="671"/>
                </a:cubicBezTo>
                <a:cubicBezTo>
                  <a:pt x="3075" y="669"/>
                  <a:pt x="3083" y="661"/>
                  <a:pt x="3080" y="655"/>
                </a:cubicBezTo>
                <a:cubicBezTo>
                  <a:pt x="3030" y="667"/>
                  <a:pt x="3022" y="671"/>
                  <a:pt x="3014" y="674"/>
                </a:cubicBezTo>
                <a:cubicBezTo>
                  <a:pt x="3024" y="659"/>
                  <a:pt x="3033" y="668"/>
                  <a:pt x="3036" y="659"/>
                </a:cubicBezTo>
                <a:cubicBezTo>
                  <a:pt x="2993" y="660"/>
                  <a:pt x="2986" y="663"/>
                  <a:pt x="2980" y="666"/>
                </a:cubicBezTo>
                <a:cubicBezTo>
                  <a:pt x="2939" y="653"/>
                  <a:pt x="2932" y="657"/>
                  <a:pt x="2928" y="652"/>
                </a:cubicBezTo>
                <a:cubicBezTo>
                  <a:pt x="2898" y="634"/>
                  <a:pt x="2890" y="634"/>
                  <a:pt x="2883" y="626"/>
                </a:cubicBezTo>
                <a:cubicBezTo>
                  <a:pt x="2861" y="631"/>
                  <a:pt x="2869" y="634"/>
                  <a:pt x="2873" y="637"/>
                </a:cubicBezTo>
                <a:cubicBezTo>
                  <a:pt x="2898" y="653"/>
                  <a:pt x="2909" y="660"/>
                  <a:pt x="2918" y="668"/>
                </a:cubicBezTo>
                <a:cubicBezTo>
                  <a:pt x="2928" y="687"/>
                  <a:pt x="2934" y="689"/>
                  <a:pt x="2939" y="695"/>
                </a:cubicBezTo>
                <a:cubicBezTo>
                  <a:pt x="2944" y="721"/>
                  <a:pt x="2952" y="728"/>
                  <a:pt x="2948" y="731"/>
                </a:cubicBezTo>
                <a:cubicBezTo>
                  <a:pt x="2950" y="798"/>
                  <a:pt x="2944" y="807"/>
                  <a:pt x="2940" y="817"/>
                </a:cubicBezTo>
                <a:cubicBezTo>
                  <a:pt x="2938" y="837"/>
                  <a:pt x="2940" y="824"/>
                  <a:pt x="2950" y="820"/>
                </a:cubicBezTo>
                <a:cubicBezTo>
                  <a:pt x="2961" y="789"/>
                  <a:pt x="2962" y="779"/>
                  <a:pt x="2965" y="784"/>
                </a:cubicBezTo>
                <a:cubicBezTo>
                  <a:pt x="2967" y="814"/>
                  <a:pt x="2969" y="828"/>
                  <a:pt x="2968" y="842"/>
                </a:cubicBezTo>
                <a:cubicBezTo>
                  <a:pt x="2974" y="934"/>
                  <a:pt x="2982" y="943"/>
                  <a:pt x="2978" y="949"/>
                </a:cubicBezTo>
                <a:cubicBezTo>
                  <a:pt x="2990" y="987"/>
                  <a:pt x="2993" y="1001"/>
                  <a:pt x="2999" y="1016"/>
                </a:cubicBezTo>
                <a:cubicBezTo>
                  <a:pt x="3032" y="1065"/>
                  <a:pt x="3034" y="1074"/>
                  <a:pt x="3041" y="1085"/>
                </a:cubicBezTo>
                <a:cubicBezTo>
                  <a:pt x="3045" y="1117"/>
                  <a:pt x="3048" y="1125"/>
                  <a:pt x="3047" y="1133"/>
                </a:cubicBezTo>
                <a:cubicBezTo>
                  <a:pt x="3052" y="1173"/>
                  <a:pt x="3059" y="1185"/>
                  <a:pt x="3062" y="1183"/>
                </a:cubicBezTo>
                <a:cubicBezTo>
                  <a:pt x="3055" y="1114"/>
                  <a:pt x="3058" y="1119"/>
                  <a:pt x="3061" y="1120"/>
                </a:cubicBezTo>
                <a:cubicBezTo>
                  <a:pt x="3064" y="1132"/>
                  <a:pt x="3070" y="1142"/>
                  <a:pt x="3064" y="1148"/>
                </a:cubicBezTo>
                <a:cubicBezTo>
                  <a:pt x="3067" y="1182"/>
                  <a:pt x="3066" y="1190"/>
                  <a:pt x="3065" y="1197"/>
                </a:cubicBezTo>
                <a:cubicBezTo>
                  <a:pt x="3076" y="1282"/>
                  <a:pt x="3077" y="1290"/>
                  <a:pt x="3079" y="1299"/>
                </a:cubicBezTo>
                <a:cubicBezTo>
                  <a:pt x="3087" y="1310"/>
                  <a:pt x="3085" y="1298"/>
                  <a:pt x="3082" y="1286"/>
                </a:cubicBezTo>
                <a:cubicBezTo>
                  <a:pt x="3078" y="1227"/>
                  <a:pt x="3069" y="1205"/>
                  <a:pt x="3075" y="1186"/>
                </a:cubicBezTo>
                <a:cubicBezTo>
                  <a:pt x="3073" y="1135"/>
                  <a:pt x="3072" y="1130"/>
                  <a:pt x="3076" y="1125"/>
                </a:cubicBezTo>
                <a:cubicBezTo>
                  <a:pt x="3075" y="1028"/>
                  <a:pt x="3067" y="1020"/>
                  <a:pt x="3071" y="1016"/>
                </a:cubicBezTo>
                <a:cubicBezTo>
                  <a:pt x="3067" y="980"/>
                  <a:pt x="3066" y="975"/>
                  <a:pt x="3063" y="969"/>
                </a:cubicBezTo>
                <a:cubicBezTo>
                  <a:pt x="3057" y="926"/>
                  <a:pt x="3056" y="916"/>
                  <a:pt x="3054" y="905"/>
                </a:cubicBezTo>
                <a:cubicBezTo>
                  <a:pt x="3049" y="868"/>
                  <a:pt x="3041" y="861"/>
                  <a:pt x="3046" y="858"/>
                </a:cubicBezTo>
                <a:cubicBezTo>
                  <a:pt x="3031" y="797"/>
                  <a:pt x="3030" y="786"/>
                  <a:pt x="3022" y="773"/>
                </a:cubicBezTo>
                <a:cubicBezTo>
                  <a:pt x="3014" y="747"/>
                  <a:pt x="3011" y="747"/>
                  <a:pt x="3016" y="744"/>
                </a:cubicBezTo>
                <a:cubicBezTo>
                  <a:pt x="3050" y="839"/>
                  <a:pt x="3059" y="847"/>
                  <a:pt x="3056" y="852"/>
                </a:cubicBezTo>
                <a:cubicBezTo>
                  <a:pt x="3070" y="887"/>
                  <a:pt x="3065" y="889"/>
                  <a:pt x="3069" y="894"/>
                </a:cubicBezTo>
                <a:cubicBezTo>
                  <a:pt x="3084" y="974"/>
                  <a:pt x="3084" y="987"/>
                  <a:pt x="3087" y="1001"/>
                </a:cubicBezTo>
                <a:cubicBezTo>
                  <a:pt x="3086" y="1036"/>
                  <a:pt x="3093" y="1041"/>
                  <a:pt x="3089" y="1044"/>
                </a:cubicBezTo>
                <a:cubicBezTo>
                  <a:pt x="3093" y="1109"/>
                  <a:pt x="3094" y="1113"/>
                  <a:pt x="3092" y="1116"/>
                </a:cubicBezTo>
                <a:cubicBezTo>
                  <a:pt x="3094" y="1174"/>
                  <a:pt x="3095" y="1181"/>
                  <a:pt x="3095" y="1188"/>
                </a:cubicBezTo>
                <a:cubicBezTo>
                  <a:pt x="3102" y="1188"/>
                  <a:pt x="3095" y="1183"/>
                  <a:pt x="3099" y="1180"/>
                </a:cubicBezTo>
                <a:cubicBezTo>
                  <a:pt x="3098" y="1147"/>
                  <a:pt x="3098" y="1144"/>
                  <a:pt x="3101" y="1141"/>
                </a:cubicBezTo>
                <a:cubicBezTo>
                  <a:pt x="3103" y="1088"/>
                  <a:pt x="3096" y="1082"/>
                  <a:pt x="3099" y="1079"/>
                </a:cubicBezTo>
                <a:cubicBezTo>
                  <a:pt x="3102" y="1056"/>
                  <a:pt x="3097" y="1051"/>
                  <a:pt x="3103" y="1049"/>
                </a:cubicBezTo>
                <a:cubicBezTo>
                  <a:pt x="3108" y="1090"/>
                  <a:pt x="3111" y="1096"/>
                  <a:pt x="3108" y="1101"/>
                </a:cubicBezTo>
                <a:cubicBezTo>
                  <a:pt x="3109" y="1140"/>
                  <a:pt x="3116" y="1148"/>
                  <a:pt x="3110" y="1152"/>
                </a:cubicBezTo>
                <a:cubicBezTo>
                  <a:pt x="3112" y="1193"/>
                  <a:pt x="3113" y="1198"/>
                  <a:pt x="3112" y="1203"/>
                </a:cubicBezTo>
                <a:cubicBezTo>
                  <a:pt x="3115" y="1245"/>
                  <a:pt x="3109" y="1249"/>
                  <a:pt x="3112" y="1255"/>
                </a:cubicBezTo>
                <a:cubicBezTo>
                  <a:pt x="3109" y="1311"/>
                  <a:pt x="3117" y="1319"/>
                  <a:pt x="3115" y="1324"/>
                </a:cubicBezTo>
                <a:cubicBezTo>
                  <a:pt x="3117" y="1370"/>
                  <a:pt x="3120" y="1383"/>
                  <a:pt x="3117" y="1394"/>
                </a:cubicBezTo>
                <a:cubicBezTo>
                  <a:pt x="3127" y="1414"/>
                  <a:pt x="3128" y="1401"/>
                  <a:pt x="3121" y="1387"/>
                </a:cubicBezTo>
                <a:cubicBezTo>
                  <a:pt x="3122" y="1355"/>
                  <a:pt x="3121" y="1352"/>
                  <a:pt x="3124" y="1349"/>
                </a:cubicBezTo>
                <a:cubicBezTo>
                  <a:pt x="3129" y="1294"/>
                  <a:pt x="3130" y="1292"/>
                  <a:pt x="3132" y="1290"/>
                </a:cubicBezTo>
                <a:cubicBezTo>
                  <a:pt x="3132" y="1271"/>
                  <a:pt x="3133" y="1275"/>
                  <a:pt x="3136" y="1274"/>
                </a:cubicBezTo>
                <a:cubicBezTo>
                  <a:pt x="3145" y="1244"/>
                  <a:pt x="3144" y="1234"/>
                  <a:pt x="3149" y="1226"/>
                </a:cubicBezTo>
                <a:cubicBezTo>
                  <a:pt x="3150" y="1183"/>
                  <a:pt x="3156" y="1181"/>
                  <a:pt x="3152" y="1178"/>
                </a:cubicBezTo>
                <a:cubicBezTo>
                  <a:pt x="3155" y="1141"/>
                  <a:pt x="3153" y="1134"/>
                  <a:pt x="3157" y="1128"/>
                </a:cubicBezTo>
                <a:cubicBezTo>
                  <a:pt x="3158" y="1062"/>
                  <a:pt x="3159" y="1055"/>
                  <a:pt x="3157" y="1049"/>
                </a:cubicBezTo>
                <a:cubicBezTo>
                  <a:pt x="3160" y="982"/>
                  <a:pt x="3153" y="974"/>
                  <a:pt x="3155" y="968"/>
                </a:cubicBezTo>
                <a:cubicBezTo>
                  <a:pt x="3145" y="922"/>
                  <a:pt x="3151" y="920"/>
                  <a:pt x="3150" y="916"/>
                </a:cubicBezTo>
                <a:cubicBezTo>
                  <a:pt x="3147" y="883"/>
                  <a:pt x="3153" y="880"/>
                  <a:pt x="3156" y="888"/>
                </a:cubicBezTo>
                <a:cubicBezTo>
                  <a:pt x="3165" y="928"/>
                  <a:pt x="3166" y="926"/>
                  <a:pt x="3169" y="935"/>
                </a:cubicBezTo>
                <a:cubicBezTo>
                  <a:pt x="3187" y="1039"/>
                  <a:pt x="3186" y="1046"/>
                  <a:pt x="3189" y="1055"/>
                </a:cubicBezTo>
                <a:cubicBezTo>
                  <a:pt x="3185" y="1114"/>
                  <a:pt x="3188" y="1123"/>
                  <a:pt x="3185" y="1131"/>
                </a:cubicBezTo>
                <a:cubicBezTo>
                  <a:pt x="3179" y="1213"/>
                  <a:pt x="3173" y="1220"/>
                  <a:pt x="3176" y="1229"/>
                </a:cubicBezTo>
                <a:cubicBezTo>
                  <a:pt x="3163" y="1280"/>
                  <a:pt x="3160" y="1284"/>
                  <a:pt x="3163" y="1289"/>
                </a:cubicBezTo>
                <a:cubicBezTo>
                  <a:pt x="3153" y="1341"/>
                  <a:pt x="3148" y="1356"/>
                  <a:pt x="3149" y="1373"/>
                </a:cubicBezTo>
                <a:cubicBezTo>
                  <a:pt x="3151" y="1417"/>
                  <a:pt x="3144" y="1420"/>
                  <a:pt x="3149" y="1425"/>
                </a:cubicBezTo>
                <a:cubicBezTo>
                  <a:pt x="3155" y="1378"/>
                  <a:pt x="3156" y="1367"/>
                  <a:pt x="3154" y="1354"/>
                </a:cubicBezTo>
                <a:cubicBezTo>
                  <a:pt x="3165" y="1316"/>
                  <a:pt x="3166" y="1311"/>
                  <a:pt x="3167" y="1305"/>
                </a:cubicBezTo>
                <a:cubicBezTo>
                  <a:pt x="3176" y="1270"/>
                  <a:pt x="3175" y="1267"/>
                  <a:pt x="3177" y="1264"/>
                </a:cubicBezTo>
                <a:cubicBezTo>
                  <a:pt x="3187" y="1210"/>
                  <a:pt x="3189" y="1199"/>
                  <a:pt x="3191" y="1188"/>
                </a:cubicBezTo>
                <a:cubicBezTo>
                  <a:pt x="3195" y="1149"/>
                  <a:pt x="3193" y="1142"/>
                  <a:pt x="3194" y="1137"/>
                </a:cubicBezTo>
                <a:cubicBezTo>
                  <a:pt x="3196" y="1100"/>
                  <a:pt x="3196" y="1097"/>
                  <a:pt x="3197" y="1094"/>
                </a:cubicBezTo>
                <a:cubicBezTo>
                  <a:pt x="3195" y="1071"/>
                  <a:pt x="3197" y="1069"/>
                  <a:pt x="3195" y="1066"/>
                </a:cubicBezTo>
                <a:cubicBezTo>
                  <a:pt x="3196" y="1014"/>
                  <a:pt x="3190" y="1009"/>
                  <a:pt x="3193" y="1006"/>
                </a:cubicBezTo>
                <a:cubicBezTo>
                  <a:pt x="3187" y="970"/>
                  <a:pt x="3186" y="957"/>
                  <a:pt x="3181" y="942"/>
                </a:cubicBezTo>
                <a:cubicBezTo>
                  <a:pt x="3172" y="905"/>
                  <a:pt x="3165" y="899"/>
                  <a:pt x="3169" y="897"/>
                </a:cubicBezTo>
                <a:cubicBezTo>
                  <a:pt x="3193" y="936"/>
                  <a:pt x="3197" y="938"/>
                  <a:pt x="3200" y="945"/>
                </a:cubicBezTo>
                <a:cubicBezTo>
                  <a:pt x="3205" y="988"/>
                  <a:pt x="3213" y="1001"/>
                  <a:pt x="3210" y="1011"/>
                </a:cubicBezTo>
                <a:cubicBezTo>
                  <a:pt x="3216" y="1080"/>
                  <a:pt x="3212" y="1084"/>
                  <a:pt x="3217" y="1091"/>
                </a:cubicBezTo>
                <a:cubicBezTo>
                  <a:pt x="3214" y="1126"/>
                  <a:pt x="3219" y="1133"/>
                  <a:pt x="3217" y="1138"/>
                </a:cubicBezTo>
                <a:cubicBezTo>
                  <a:pt x="3206" y="1258"/>
                  <a:pt x="3194" y="1263"/>
                  <a:pt x="3198" y="1272"/>
                </a:cubicBezTo>
                <a:cubicBezTo>
                  <a:pt x="3179" y="1351"/>
                  <a:pt x="3173" y="1358"/>
                  <a:pt x="3172" y="1366"/>
                </a:cubicBezTo>
                <a:cubicBezTo>
                  <a:pt x="3163" y="1392"/>
                  <a:pt x="3160" y="1394"/>
                  <a:pt x="3160" y="1397"/>
                </a:cubicBezTo>
                <a:cubicBezTo>
                  <a:pt x="3154" y="1428"/>
                  <a:pt x="3159" y="1432"/>
                  <a:pt x="3153" y="1434"/>
                </a:cubicBezTo>
                <a:cubicBezTo>
                  <a:pt x="3150" y="1467"/>
                  <a:pt x="3150" y="1472"/>
                  <a:pt x="3147" y="1475"/>
                </a:cubicBezTo>
                <a:cubicBezTo>
                  <a:pt x="3151" y="1507"/>
                  <a:pt x="3154" y="1515"/>
                  <a:pt x="3160" y="1512"/>
                </a:cubicBezTo>
                <a:cubicBezTo>
                  <a:pt x="3159" y="1447"/>
                  <a:pt x="3165" y="1441"/>
                  <a:pt x="3164" y="1433"/>
                </a:cubicBezTo>
                <a:cubicBezTo>
                  <a:pt x="3173" y="1372"/>
                  <a:pt x="3184" y="1371"/>
                  <a:pt x="3180" y="1366"/>
                </a:cubicBezTo>
                <a:cubicBezTo>
                  <a:pt x="3201" y="1314"/>
                  <a:pt x="3194" y="1304"/>
                  <a:pt x="3201" y="1297"/>
                </a:cubicBezTo>
                <a:cubicBezTo>
                  <a:pt x="3225" y="1182"/>
                  <a:pt x="3222" y="1176"/>
                  <a:pt x="3225" y="1171"/>
                </a:cubicBezTo>
                <a:cubicBezTo>
                  <a:pt x="3228" y="1123"/>
                  <a:pt x="3230" y="1121"/>
                  <a:pt x="3227" y="1118"/>
                </a:cubicBezTo>
                <a:cubicBezTo>
                  <a:pt x="3225" y="1065"/>
                  <a:pt x="3224" y="1055"/>
                  <a:pt x="3223" y="1044"/>
                </a:cubicBezTo>
                <a:cubicBezTo>
                  <a:pt x="3215" y="989"/>
                  <a:pt x="3220" y="986"/>
                  <a:pt x="3216" y="979"/>
                </a:cubicBezTo>
                <a:cubicBezTo>
                  <a:pt x="3216" y="948"/>
                  <a:pt x="3217" y="958"/>
                  <a:pt x="3221" y="955"/>
                </a:cubicBezTo>
                <a:cubicBezTo>
                  <a:pt x="3228" y="1001"/>
                  <a:pt x="3229" y="1009"/>
                  <a:pt x="3230" y="1018"/>
                </a:cubicBezTo>
                <a:cubicBezTo>
                  <a:pt x="3236" y="1076"/>
                  <a:pt x="3243" y="1086"/>
                  <a:pt x="3241" y="1094"/>
                </a:cubicBezTo>
                <a:cubicBezTo>
                  <a:pt x="3239" y="1134"/>
                  <a:pt x="3241" y="1139"/>
                  <a:pt x="3245" y="1144"/>
                </a:cubicBezTo>
                <a:cubicBezTo>
                  <a:pt x="3236" y="1237"/>
                  <a:pt x="3231" y="1250"/>
                  <a:pt x="3231" y="1264"/>
                </a:cubicBezTo>
                <a:cubicBezTo>
                  <a:pt x="3225" y="1290"/>
                  <a:pt x="3224" y="1296"/>
                  <a:pt x="3220" y="1302"/>
                </a:cubicBezTo>
                <a:cubicBezTo>
                  <a:pt x="3214" y="1328"/>
                  <a:pt x="3216" y="1336"/>
                  <a:pt x="3213" y="1342"/>
                </a:cubicBezTo>
                <a:cubicBezTo>
                  <a:pt x="3207" y="1365"/>
                  <a:pt x="3199" y="1366"/>
                  <a:pt x="3202" y="1370"/>
                </a:cubicBezTo>
                <a:cubicBezTo>
                  <a:pt x="3194" y="1393"/>
                  <a:pt x="3193" y="1396"/>
                  <a:pt x="3191" y="1399"/>
                </a:cubicBezTo>
                <a:cubicBezTo>
                  <a:pt x="3182" y="1431"/>
                  <a:pt x="3186" y="1436"/>
                  <a:pt x="3180" y="1438"/>
                </a:cubicBezTo>
                <a:cubicBezTo>
                  <a:pt x="3184" y="1446"/>
                  <a:pt x="3192" y="1438"/>
                  <a:pt x="3188" y="1427"/>
                </a:cubicBezTo>
                <a:cubicBezTo>
                  <a:pt x="3201" y="1389"/>
                  <a:pt x="3204" y="1380"/>
                  <a:pt x="3210" y="1371"/>
                </a:cubicBezTo>
                <a:cubicBezTo>
                  <a:pt x="3234" y="1306"/>
                  <a:pt x="3232" y="1295"/>
                  <a:pt x="3235" y="1286"/>
                </a:cubicBezTo>
                <a:cubicBezTo>
                  <a:pt x="3246" y="1236"/>
                  <a:pt x="3245" y="1231"/>
                  <a:pt x="3245" y="1226"/>
                </a:cubicBezTo>
                <a:cubicBezTo>
                  <a:pt x="3252" y="1156"/>
                  <a:pt x="3254" y="1146"/>
                  <a:pt x="3251" y="1135"/>
                </a:cubicBezTo>
                <a:cubicBezTo>
                  <a:pt x="3253" y="1084"/>
                  <a:pt x="3246" y="1062"/>
                  <a:pt x="3243" y="1041"/>
                </a:cubicBezTo>
                <a:cubicBezTo>
                  <a:pt x="3240" y="998"/>
                  <a:pt x="3234" y="986"/>
                  <a:pt x="3236" y="976"/>
                </a:cubicBezTo>
                <a:cubicBezTo>
                  <a:pt x="3253" y="1016"/>
                  <a:pt x="3250" y="1025"/>
                  <a:pt x="3251" y="1036"/>
                </a:cubicBezTo>
                <a:cubicBezTo>
                  <a:pt x="3259" y="1058"/>
                  <a:pt x="3260" y="1059"/>
                  <a:pt x="3260" y="1061"/>
                </a:cubicBezTo>
                <a:cubicBezTo>
                  <a:pt x="3265" y="1094"/>
                  <a:pt x="3262" y="1098"/>
                  <a:pt x="3263" y="1103"/>
                </a:cubicBezTo>
                <a:cubicBezTo>
                  <a:pt x="3267" y="1125"/>
                  <a:pt x="3264" y="1130"/>
                  <a:pt x="3264" y="1135"/>
                </a:cubicBezTo>
                <a:cubicBezTo>
                  <a:pt x="3265" y="1184"/>
                  <a:pt x="3263" y="1186"/>
                  <a:pt x="3262" y="1188"/>
                </a:cubicBezTo>
                <a:cubicBezTo>
                  <a:pt x="3264" y="1224"/>
                  <a:pt x="3258" y="1233"/>
                  <a:pt x="3261" y="1244"/>
                </a:cubicBezTo>
                <a:cubicBezTo>
                  <a:pt x="3258" y="1295"/>
                  <a:pt x="3252" y="1299"/>
                  <a:pt x="3248" y="1303"/>
                </a:cubicBezTo>
                <a:cubicBezTo>
                  <a:pt x="3248" y="1327"/>
                  <a:pt x="3244" y="1332"/>
                  <a:pt x="3247" y="1339"/>
                </a:cubicBezTo>
                <a:cubicBezTo>
                  <a:pt x="3235" y="1378"/>
                  <a:pt x="3233" y="1384"/>
                  <a:pt x="3235" y="1390"/>
                </a:cubicBezTo>
                <a:cubicBezTo>
                  <a:pt x="3220" y="1427"/>
                  <a:pt x="3219" y="1429"/>
                  <a:pt x="3218" y="1432"/>
                </a:cubicBezTo>
                <a:cubicBezTo>
                  <a:pt x="3202" y="1481"/>
                  <a:pt x="3197" y="1486"/>
                  <a:pt x="3198" y="1493"/>
                </a:cubicBezTo>
                <a:cubicBezTo>
                  <a:pt x="3188" y="1549"/>
                  <a:pt x="3188" y="1552"/>
                  <a:pt x="3190" y="1555"/>
                </a:cubicBezTo>
                <a:cubicBezTo>
                  <a:pt x="3191" y="1578"/>
                  <a:pt x="3185" y="1580"/>
                  <a:pt x="3187" y="1584"/>
                </a:cubicBezTo>
                <a:cubicBezTo>
                  <a:pt x="3198" y="1539"/>
                  <a:pt x="3196" y="1531"/>
                  <a:pt x="3200" y="1525"/>
                </a:cubicBezTo>
                <a:cubicBezTo>
                  <a:pt x="3215" y="1451"/>
                  <a:pt x="3233" y="1424"/>
                  <a:pt x="3240" y="1395"/>
                </a:cubicBezTo>
                <a:cubicBezTo>
                  <a:pt x="3242" y="1369"/>
                  <a:pt x="3253" y="1367"/>
                  <a:pt x="3249" y="1362"/>
                </a:cubicBezTo>
                <a:cubicBezTo>
                  <a:pt x="3258" y="1328"/>
                  <a:pt x="3257" y="1326"/>
                  <a:pt x="3258" y="1325"/>
                </a:cubicBezTo>
                <a:cubicBezTo>
                  <a:pt x="3263" y="1299"/>
                  <a:pt x="3264" y="1292"/>
                  <a:pt x="3265" y="1285"/>
                </a:cubicBezTo>
                <a:cubicBezTo>
                  <a:pt x="3273" y="1232"/>
                  <a:pt x="3267" y="1222"/>
                  <a:pt x="3275" y="1216"/>
                </a:cubicBezTo>
                <a:cubicBezTo>
                  <a:pt x="3273" y="1181"/>
                  <a:pt x="3272" y="1177"/>
                  <a:pt x="3275" y="1173"/>
                </a:cubicBezTo>
                <a:cubicBezTo>
                  <a:pt x="3271" y="1142"/>
                  <a:pt x="3276" y="1139"/>
                  <a:pt x="3275" y="1135"/>
                </a:cubicBezTo>
                <a:cubicBezTo>
                  <a:pt x="3275" y="1115"/>
                  <a:pt x="3277" y="1113"/>
                  <a:pt x="3275" y="1110"/>
                </a:cubicBezTo>
                <a:cubicBezTo>
                  <a:pt x="3266" y="1042"/>
                  <a:pt x="3265" y="1039"/>
                  <a:pt x="3265" y="1036"/>
                </a:cubicBezTo>
                <a:cubicBezTo>
                  <a:pt x="3265" y="1022"/>
                  <a:pt x="3274" y="1018"/>
                  <a:pt x="3279" y="1031"/>
                </a:cubicBezTo>
                <a:cubicBezTo>
                  <a:pt x="3283" y="1112"/>
                  <a:pt x="3292" y="1110"/>
                  <a:pt x="3289" y="1116"/>
                </a:cubicBezTo>
                <a:cubicBezTo>
                  <a:pt x="3295" y="1149"/>
                  <a:pt x="3288" y="1153"/>
                  <a:pt x="3292" y="1160"/>
                </a:cubicBezTo>
                <a:cubicBezTo>
                  <a:pt x="3290" y="1231"/>
                  <a:pt x="3294" y="1237"/>
                  <a:pt x="3293" y="1242"/>
                </a:cubicBezTo>
                <a:cubicBezTo>
                  <a:pt x="3292" y="1281"/>
                  <a:pt x="3291" y="1286"/>
                  <a:pt x="3288" y="1291"/>
                </a:cubicBezTo>
                <a:cubicBezTo>
                  <a:pt x="3287" y="1318"/>
                  <a:pt x="3281" y="1319"/>
                  <a:pt x="3284" y="1323"/>
                </a:cubicBezTo>
                <a:cubicBezTo>
                  <a:pt x="3273" y="1372"/>
                  <a:pt x="3269" y="1374"/>
                  <a:pt x="3268" y="1376"/>
                </a:cubicBezTo>
                <a:cubicBezTo>
                  <a:pt x="3258" y="1401"/>
                  <a:pt x="3267" y="1409"/>
                  <a:pt x="3258" y="1412"/>
                </a:cubicBezTo>
                <a:cubicBezTo>
                  <a:pt x="3246" y="1448"/>
                  <a:pt x="3240" y="1456"/>
                  <a:pt x="3240" y="1466"/>
                </a:cubicBezTo>
                <a:cubicBezTo>
                  <a:pt x="3232" y="1498"/>
                  <a:pt x="3226" y="1501"/>
                  <a:pt x="3224" y="1505"/>
                </a:cubicBezTo>
                <a:cubicBezTo>
                  <a:pt x="3214" y="1537"/>
                  <a:pt x="3214" y="1542"/>
                  <a:pt x="3213" y="1547"/>
                </a:cubicBezTo>
                <a:cubicBezTo>
                  <a:pt x="3210" y="1570"/>
                  <a:pt x="3207" y="1572"/>
                  <a:pt x="3207" y="1575"/>
                </a:cubicBezTo>
                <a:cubicBezTo>
                  <a:pt x="3206" y="1587"/>
                  <a:pt x="3213" y="1574"/>
                  <a:pt x="3217" y="1559"/>
                </a:cubicBezTo>
                <a:cubicBezTo>
                  <a:pt x="3226" y="1523"/>
                  <a:pt x="3228" y="1522"/>
                  <a:pt x="3227" y="1520"/>
                </a:cubicBezTo>
                <a:cubicBezTo>
                  <a:pt x="3236" y="1499"/>
                  <a:pt x="3235" y="1495"/>
                  <a:pt x="3238" y="1492"/>
                </a:cubicBezTo>
                <a:cubicBezTo>
                  <a:pt x="3249" y="1462"/>
                  <a:pt x="3251" y="1454"/>
                  <a:pt x="3254" y="1447"/>
                </a:cubicBezTo>
                <a:cubicBezTo>
                  <a:pt x="3266" y="1434"/>
                  <a:pt x="3259" y="1428"/>
                  <a:pt x="3267" y="1426"/>
                </a:cubicBezTo>
                <a:cubicBezTo>
                  <a:pt x="3291" y="1328"/>
                  <a:pt x="3293" y="1319"/>
                  <a:pt x="3295" y="1309"/>
                </a:cubicBezTo>
                <a:cubicBezTo>
                  <a:pt x="3295" y="1272"/>
                  <a:pt x="3304" y="1270"/>
                  <a:pt x="3299" y="1263"/>
                </a:cubicBezTo>
                <a:cubicBezTo>
                  <a:pt x="3300" y="1227"/>
                  <a:pt x="3303" y="1222"/>
                  <a:pt x="3300" y="1216"/>
                </a:cubicBezTo>
                <a:cubicBezTo>
                  <a:pt x="3306" y="1096"/>
                  <a:pt x="3289" y="1092"/>
                  <a:pt x="3296" y="1084"/>
                </a:cubicBezTo>
                <a:cubicBezTo>
                  <a:pt x="3307" y="1085"/>
                  <a:pt x="3304" y="1080"/>
                  <a:pt x="3302" y="1086"/>
                </a:cubicBezTo>
                <a:cubicBezTo>
                  <a:pt x="3316" y="1116"/>
                  <a:pt x="3310" y="1118"/>
                  <a:pt x="3315" y="1123"/>
                </a:cubicBezTo>
                <a:cubicBezTo>
                  <a:pt x="3320" y="1188"/>
                  <a:pt x="3309" y="1192"/>
                  <a:pt x="3315" y="1199"/>
                </a:cubicBezTo>
                <a:cubicBezTo>
                  <a:pt x="3308" y="1229"/>
                  <a:pt x="3313" y="1234"/>
                  <a:pt x="3311" y="1237"/>
                </a:cubicBezTo>
                <a:cubicBezTo>
                  <a:pt x="3302" y="1311"/>
                  <a:pt x="3307" y="1327"/>
                  <a:pt x="3302" y="1340"/>
                </a:cubicBezTo>
                <a:cubicBezTo>
                  <a:pt x="3290" y="1405"/>
                  <a:pt x="3289" y="1408"/>
                  <a:pt x="3288" y="1411"/>
                </a:cubicBezTo>
                <a:cubicBezTo>
                  <a:pt x="3277" y="1471"/>
                  <a:pt x="3275" y="1477"/>
                  <a:pt x="3272" y="1483"/>
                </a:cubicBezTo>
                <a:cubicBezTo>
                  <a:pt x="3265" y="1511"/>
                  <a:pt x="3263" y="1517"/>
                  <a:pt x="3263" y="1524"/>
                </a:cubicBezTo>
                <a:cubicBezTo>
                  <a:pt x="3248" y="1557"/>
                  <a:pt x="3247" y="1560"/>
                  <a:pt x="3250" y="1564"/>
                </a:cubicBezTo>
                <a:cubicBezTo>
                  <a:pt x="3251" y="1572"/>
                  <a:pt x="3252" y="1561"/>
                  <a:pt x="3259" y="1551"/>
                </a:cubicBezTo>
                <a:cubicBezTo>
                  <a:pt x="3271" y="1525"/>
                  <a:pt x="3265" y="1520"/>
                  <a:pt x="3270" y="1518"/>
                </a:cubicBezTo>
                <a:cubicBezTo>
                  <a:pt x="3282" y="1472"/>
                  <a:pt x="3288" y="1462"/>
                  <a:pt x="3291" y="1450"/>
                </a:cubicBezTo>
                <a:cubicBezTo>
                  <a:pt x="3301" y="1403"/>
                  <a:pt x="3302" y="1399"/>
                  <a:pt x="3301" y="1396"/>
                </a:cubicBezTo>
                <a:cubicBezTo>
                  <a:pt x="3305" y="1383"/>
                  <a:pt x="3304" y="1381"/>
                  <a:pt x="3306" y="1379"/>
                </a:cubicBezTo>
                <a:cubicBezTo>
                  <a:pt x="3314" y="1359"/>
                  <a:pt x="3308" y="1354"/>
                  <a:pt x="3311" y="1352"/>
                </a:cubicBezTo>
                <a:cubicBezTo>
                  <a:pt x="3312" y="1308"/>
                  <a:pt x="3320" y="1302"/>
                  <a:pt x="3317" y="1294"/>
                </a:cubicBezTo>
                <a:cubicBezTo>
                  <a:pt x="3325" y="1246"/>
                  <a:pt x="3318" y="1237"/>
                  <a:pt x="3322" y="1231"/>
                </a:cubicBezTo>
                <a:cubicBezTo>
                  <a:pt x="3327" y="1166"/>
                  <a:pt x="3326" y="1162"/>
                  <a:pt x="3324" y="1158"/>
                </a:cubicBezTo>
                <a:cubicBezTo>
                  <a:pt x="3326" y="1124"/>
                  <a:pt x="3320" y="1119"/>
                  <a:pt x="3325" y="1117"/>
                </a:cubicBezTo>
                <a:cubicBezTo>
                  <a:pt x="3331" y="1117"/>
                  <a:pt x="3335" y="1124"/>
                  <a:pt x="3339" y="1131"/>
                </a:cubicBezTo>
                <a:cubicBezTo>
                  <a:pt x="3344" y="1190"/>
                  <a:pt x="3346" y="1195"/>
                  <a:pt x="3344" y="1199"/>
                </a:cubicBezTo>
                <a:cubicBezTo>
                  <a:pt x="3344" y="1229"/>
                  <a:pt x="3347" y="1235"/>
                  <a:pt x="3346" y="1239"/>
                </a:cubicBezTo>
                <a:cubicBezTo>
                  <a:pt x="3345" y="1262"/>
                  <a:pt x="3347" y="1265"/>
                  <a:pt x="3348" y="1268"/>
                </a:cubicBezTo>
                <a:cubicBezTo>
                  <a:pt x="3344" y="1292"/>
                  <a:pt x="3342" y="1299"/>
                  <a:pt x="3340" y="1305"/>
                </a:cubicBezTo>
                <a:cubicBezTo>
                  <a:pt x="3337" y="1369"/>
                  <a:pt x="3330" y="1371"/>
                  <a:pt x="3330" y="1374"/>
                </a:cubicBezTo>
                <a:cubicBezTo>
                  <a:pt x="3325" y="1397"/>
                  <a:pt x="3324" y="1400"/>
                  <a:pt x="3325" y="1404"/>
                </a:cubicBezTo>
                <a:cubicBezTo>
                  <a:pt x="3316" y="1437"/>
                  <a:pt x="3315" y="1438"/>
                  <a:pt x="3314" y="1443"/>
                </a:cubicBezTo>
                <a:cubicBezTo>
                  <a:pt x="3305" y="1465"/>
                  <a:pt x="3312" y="1470"/>
                  <a:pt x="3306" y="1472"/>
                </a:cubicBezTo>
                <a:cubicBezTo>
                  <a:pt x="3300" y="1507"/>
                  <a:pt x="3299" y="1510"/>
                  <a:pt x="3297" y="1513"/>
                </a:cubicBezTo>
                <a:cubicBezTo>
                  <a:pt x="3293" y="1537"/>
                  <a:pt x="3285" y="1538"/>
                  <a:pt x="3290" y="1544"/>
                </a:cubicBezTo>
                <a:cubicBezTo>
                  <a:pt x="3287" y="1572"/>
                  <a:pt x="3276" y="1576"/>
                  <a:pt x="3281" y="1585"/>
                </a:cubicBezTo>
                <a:cubicBezTo>
                  <a:pt x="3277" y="1633"/>
                  <a:pt x="3271" y="1638"/>
                  <a:pt x="3275" y="1646"/>
                </a:cubicBezTo>
                <a:cubicBezTo>
                  <a:pt x="3268" y="1674"/>
                  <a:pt x="3272" y="1682"/>
                  <a:pt x="3268" y="1688"/>
                </a:cubicBezTo>
                <a:cubicBezTo>
                  <a:pt x="3263" y="1723"/>
                  <a:pt x="3269" y="1728"/>
                  <a:pt x="3266" y="1730"/>
                </a:cubicBezTo>
                <a:cubicBezTo>
                  <a:pt x="3271" y="1746"/>
                  <a:pt x="3274" y="1743"/>
                  <a:pt x="3269" y="1737"/>
                </a:cubicBezTo>
                <a:cubicBezTo>
                  <a:pt x="3272" y="1680"/>
                  <a:pt x="3280" y="1672"/>
                  <a:pt x="3278" y="1661"/>
                </a:cubicBezTo>
                <a:cubicBezTo>
                  <a:pt x="3282" y="1626"/>
                  <a:pt x="3284" y="1622"/>
                  <a:pt x="3283" y="1617"/>
                </a:cubicBezTo>
                <a:cubicBezTo>
                  <a:pt x="3289" y="1561"/>
                  <a:pt x="3298" y="1553"/>
                  <a:pt x="3298" y="1543"/>
                </a:cubicBezTo>
                <a:cubicBezTo>
                  <a:pt x="3308" y="1499"/>
                  <a:pt x="3315" y="1485"/>
                  <a:pt x="3316" y="1469"/>
                </a:cubicBezTo>
                <a:cubicBezTo>
                  <a:pt x="3325" y="1431"/>
                  <a:pt x="3330" y="1428"/>
                  <a:pt x="3331" y="1425"/>
                </a:cubicBezTo>
                <a:cubicBezTo>
                  <a:pt x="3340" y="1376"/>
                  <a:pt x="3345" y="1373"/>
                  <a:pt x="3343" y="1369"/>
                </a:cubicBezTo>
                <a:cubicBezTo>
                  <a:pt x="3349" y="1326"/>
                  <a:pt x="3347" y="1318"/>
                  <a:pt x="3352" y="1312"/>
                </a:cubicBezTo>
                <a:cubicBezTo>
                  <a:pt x="3355" y="1256"/>
                  <a:pt x="3358" y="1249"/>
                  <a:pt x="3354" y="1240"/>
                </a:cubicBezTo>
                <a:cubicBezTo>
                  <a:pt x="3356" y="1187"/>
                  <a:pt x="3353" y="1182"/>
                  <a:pt x="3352" y="1178"/>
                </a:cubicBezTo>
                <a:cubicBezTo>
                  <a:pt x="3350" y="1152"/>
                  <a:pt x="3358" y="1157"/>
                  <a:pt x="3365" y="1163"/>
                </a:cubicBezTo>
                <a:cubicBezTo>
                  <a:pt x="3365" y="1201"/>
                  <a:pt x="3368" y="1206"/>
                  <a:pt x="3367" y="1210"/>
                </a:cubicBezTo>
                <a:cubicBezTo>
                  <a:pt x="3365" y="1266"/>
                  <a:pt x="3369" y="1274"/>
                  <a:pt x="3367" y="1281"/>
                </a:cubicBezTo>
                <a:cubicBezTo>
                  <a:pt x="3359" y="1358"/>
                  <a:pt x="3362" y="1365"/>
                  <a:pt x="3360" y="1370"/>
                </a:cubicBezTo>
                <a:cubicBezTo>
                  <a:pt x="3357" y="1401"/>
                  <a:pt x="3353" y="1413"/>
                  <a:pt x="3354" y="1426"/>
                </a:cubicBezTo>
                <a:cubicBezTo>
                  <a:pt x="3342" y="1462"/>
                  <a:pt x="3341" y="1465"/>
                  <a:pt x="3339" y="1467"/>
                </a:cubicBezTo>
                <a:cubicBezTo>
                  <a:pt x="3337" y="1487"/>
                  <a:pt x="3329" y="1488"/>
                  <a:pt x="3332" y="1493"/>
                </a:cubicBezTo>
                <a:cubicBezTo>
                  <a:pt x="3311" y="1584"/>
                  <a:pt x="3307" y="1589"/>
                  <a:pt x="3306" y="1595"/>
                </a:cubicBezTo>
                <a:cubicBezTo>
                  <a:pt x="3297" y="1642"/>
                  <a:pt x="3295" y="1653"/>
                  <a:pt x="3297" y="1666"/>
                </a:cubicBezTo>
                <a:cubicBezTo>
                  <a:pt x="3296" y="1697"/>
                  <a:pt x="3297" y="1701"/>
                  <a:pt x="3300" y="1705"/>
                </a:cubicBezTo>
                <a:cubicBezTo>
                  <a:pt x="3307" y="1683"/>
                  <a:pt x="3299" y="1675"/>
                  <a:pt x="3305" y="1670"/>
                </a:cubicBezTo>
                <a:cubicBezTo>
                  <a:pt x="3314" y="1592"/>
                  <a:pt x="3317" y="1587"/>
                  <a:pt x="3320" y="1582"/>
                </a:cubicBezTo>
                <a:cubicBezTo>
                  <a:pt x="3327" y="1544"/>
                  <a:pt x="3331" y="1542"/>
                  <a:pt x="3331" y="1540"/>
                </a:cubicBezTo>
                <a:cubicBezTo>
                  <a:pt x="3333" y="1506"/>
                  <a:pt x="3344" y="1502"/>
                  <a:pt x="3342" y="1496"/>
                </a:cubicBezTo>
                <a:cubicBezTo>
                  <a:pt x="3368" y="1406"/>
                  <a:pt x="3367" y="1399"/>
                  <a:pt x="3368" y="1393"/>
                </a:cubicBezTo>
                <a:cubicBezTo>
                  <a:pt x="3372" y="1369"/>
                  <a:pt x="3370" y="1362"/>
                  <a:pt x="3374" y="1357"/>
                </a:cubicBezTo>
                <a:cubicBezTo>
                  <a:pt x="3370" y="1333"/>
                  <a:pt x="3376" y="1331"/>
                  <a:pt x="3374" y="1327"/>
                </a:cubicBezTo>
                <a:cubicBezTo>
                  <a:pt x="3375" y="1290"/>
                  <a:pt x="3379" y="1285"/>
                  <a:pt x="3375" y="1277"/>
                </a:cubicBezTo>
                <a:cubicBezTo>
                  <a:pt x="3380" y="1210"/>
                  <a:pt x="3373" y="1201"/>
                  <a:pt x="3378" y="1196"/>
                </a:cubicBezTo>
                <a:cubicBezTo>
                  <a:pt x="3387" y="1254"/>
                  <a:pt x="3398" y="1267"/>
                  <a:pt x="3391" y="1276"/>
                </a:cubicBezTo>
                <a:cubicBezTo>
                  <a:pt x="3393" y="1294"/>
                  <a:pt x="3394" y="1297"/>
                  <a:pt x="3390" y="1298"/>
                </a:cubicBezTo>
                <a:cubicBezTo>
                  <a:pt x="3386" y="1342"/>
                  <a:pt x="3393" y="1349"/>
                  <a:pt x="3389" y="1354"/>
                </a:cubicBezTo>
                <a:cubicBezTo>
                  <a:pt x="3387" y="1405"/>
                  <a:pt x="3377" y="1408"/>
                  <a:pt x="3380" y="1414"/>
                </a:cubicBezTo>
                <a:cubicBezTo>
                  <a:pt x="3373" y="1448"/>
                  <a:pt x="3368" y="1452"/>
                  <a:pt x="3369" y="1458"/>
                </a:cubicBezTo>
                <a:cubicBezTo>
                  <a:pt x="3348" y="1506"/>
                  <a:pt x="3357" y="1514"/>
                  <a:pt x="3351" y="1517"/>
                </a:cubicBezTo>
                <a:cubicBezTo>
                  <a:pt x="3346" y="1537"/>
                  <a:pt x="3342" y="1541"/>
                  <a:pt x="3344" y="1546"/>
                </a:cubicBezTo>
                <a:cubicBezTo>
                  <a:pt x="3339" y="1563"/>
                  <a:pt x="3338" y="1565"/>
                  <a:pt x="3336" y="1567"/>
                </a:cubicBezTo>
                <a:cubicBezTo>
                  <a:pt x="3327" y="1612"/>
                  <a:pt x="3322" y="1615"/>
                  <a:pt x="3323" y="1621"/>
                </a:cubicBezTo>
                <a:cubicBezTo>
                  <a:pt x="3319" y="1641"/>
                  <a:pt x="3315" y="1645"/>
                  <a:pt x="3319" y="1651"/>
                </a:cubicBezTo>
                <a:cubicBezTo>
                  <a:pt x="3313" y="1707"/>
                  <a:pt x="3315" y="1719"/>
                  <a:pt x="3311" y="1729"/>
                </a:cubicBezTo>
                <a:cubicBezTo>
                  <a:pt x="3316" y="1758"/>
                  <a:pt x="3318" y="1763"/>
                  <a:pt x="3316" y="1767"/>
                </a:cubicBezTo>
                <a:cubicBezTo>
                  <a:pt x="3321" y="1777"/>
                  <a:pt x="3325" y="1764"/>
                  <a:pt x="3316" y="1748"/>
                </a:cubicBezTo>
                <a:cubicBezTo>
                  <a:pt x="3319" y="1710"/>
                  <a:pt x="3319" y="1706"/>
                  <a:pt x="3320" y="1702"/>
                </a:cubicBezTo>
                <a:cubicBezTo>
                  <a:pt x="3317" y="1662"/>
                  <a:pt x="3326" y="1661"/>
                  <a:pt x="3321" y="1655"/>
                </a:cubicBezTo>
                <a:cubicBezTo>
                  <a:pt x="3331" y="1625"/>
                  <a:pt x="3332" y="1621"/>
                  <a:pt x="3333" y="1618"/>
                </a:cubicBezTo>
                <a:cubicBezTo>
                  <a:pt x="3354" y="1553"/>
                  <a:pt x="3353" y="1545"/>
                  <a:pt x="3355" y="1537"/>
                </a:cubicBezTo>
                <a:cubicBezTo>
                  <a:pt x="3359" y="1510"/>
                  <a:pt x="3369" y="1509"/>
                  <a:pt x="3366" y="1504"/>
                </a:cubicBezTo>
                <a:cubicBezTo>
                  <a:pt x="3373" y="1465"/>
                  <a:pt x="3384" y="1464"/>
                  <a:pt x="3378" y="1458"/>
                </a:cubicBezTo>
                <a:cubicBezTo>
                  <a:pt x="3390" y="1433"/>
                  <a:pt x="3381" y="1427"/>
                  <a:pt x="3389" y="1425"/>
                </a:cubicBezTo>
                <a:cubicBezTo>
                  <a:pt x="3399" y="1371"/>
                  <a:pt x="3400" y="1367"/>
                  <a:pt x="3399" y="1362"/>
                </a:cubicBezTo>
                <a:cubicBezTo>
                  <a:pt x="3402" y="1354"/>
                  <a:pt x="3405" y="1359"/>
                  <a:pt x="3406" y="1363"/>
                </a:cubicBezTo>
                <a:cubicBezTo>
                  <a:pt x="3407" y="1409"/>
                  <a:pt x="3398" y="1411"/>
                  <a:pt x="3403" y="1417"/>
                </a:cubicBezTo>
                <a:cubicBezTo>
                  <a:pt x="3397" y="1447"/>
                  <a:pt x="3396" y="1452"/>
                  <a:pt x="3396" y="1456"/>
                </a:cubicBezTo>
                <a:cubicBezTo>
                  <a:pt x="3371" y="1591"/>
                  <a:pt x="3367" y="1595"/>
                  <a:pt x="3366" y="1599"/>
                </a:cubicBezTo>
                <a:cubicBezTo>
                  <a:pt x="3363" y="1632"/>
                  <a:pt x="3356" y="1639"/>
                  <a:pt x="3361" y="1649"/>
                </a:cubicBezTo>
                <a:cubicBezTo>
                  <a:pt x="3355" y="1669"/>
                  <a:pt x="3358" y="1672"/>
                  <a:pt x="3356" y="1673"/>
                </a:cubicBezTo>
                <a:cubicBezTo>
                  <a:pt x="3352" y="1690"/>
                  <a:pt x="3360" y="1687"/>
                  <a:pt x="3361" y="1682"/>
                </a:cubicBezTo>
                <a:cubicBezTo>
                  <a:pt x="3372" y="1622"/>
                  <a:pt x="3371" y="1610"/>
                  <a:pt x="3374" y="1600"/>
                </a:cubicBezTo>
                <a:cubicBezTo>
                  <a:pt x="3382" y="1565"/>
                  <a:pt x="3383" y="1563"/>
                  <a:pt x="3385" y="1561"/>
                </a:cubicBezTo>
                <a:cubicBezTo>
                  <a:pt x="3392" y="1525"/>
                  <a:pt x="3396" y="1515"/>
                  <a:pt x="3399" y="1504"/>
                </a:cubicBezTo>
                <a:cubicBezTo>
                  <a:pt x="3409" y="1484"/>
                  <a:pt x="3400" y="1475"/>
                  <a:pt x="3404" y="1471"/>
                </a:cubicBezTo>
                <a:cubicBezTo>
                  <a:pt x="3407" y="1422"/>
                  <a:pt x="3415" y="1422"/>
                  <a:pt x="3417" y="1422"/>
                </a:cubicBezTo>
                <a:cubicBezTo>
                  <a:pt x="3414" y="1376"/>
                  <a:pt x="3413" y="1364"/>
                  <a:pt x="3416" y="1352"/>
                </a:cubicBezTo>
                <a:cubicBezTo>
                  <a:pt x="3415" y="1319"/>
                  <a:pt x="3409" y="1310"/>
                  <a:pt x="3412" y="1302"/>
                </a:cubicBezTo>
                <a:cubicBezTo>
                  <a:pt x="3410" y="1257"/>
                  <a:pt x="3415" y="1264"/>
                  <a:pt x="3415" y="1270"/>
                </a:cubicBezTo>
                <a:cubicBezTo>
                  <a:pt x="3433" y="1332"/>
                  <a:pt x="3430" y="1341"/>
                  <a:pt x="3435" y="1352"/>
                </a:cubicBezTo>
                <a:cubicBezTo>
                  <a:pt x="3435" y="1387"/>
                  <a:pt x="3432" y="1391"/>
                  <a:pt x="3436" y="1398"/>
                </a:cubicBezTo>
                <a:cubicBezTo>
                  <a:pt x="3432" y="1431"/>
                  <a:pt x="3436" y="1435"/>
                  <a:pt x="3431" y="1436"/>
                </a:cubicBezTo>
                <a:cubicBezTo>
                  <a:pt x="3428" y="1480"/>
                  <a:pt x="3430" y="1482"/>
                  <a:pt x="3432" y="1485"/>
                </a:cubicBezTo>
                <a:cubicBezTo>
                  <a:pt x="3427" y="1515"/>
                  <a:pt x="3428" y="1521"/>
                  <a:pt x="3424" y="1525"/>
                </a:cubicBezTo>
                <a:cubicBezTo>
                  <a:pt x="3417" y="1579"/>
                  <a:pt x="3414" y="1583"/>
                  <a:pt x="3417" y="1589"/>
                </a:cubicBezTo>
                <a:cubicBezTo>
                  <a:pt x="3403" y="1642"/>
                  <a:pt x="3402" y="1647"/>
                  <a:pt x="3402" y="1653"/>
                </a:cubicBezTo>
                <a:cubicBezTo>
                  <a:pt x="3390" y="1687"/>
                  <a:pt x="3394" y="1691"/>
                  <a:pt x="3389" y="1693"/>
                </a:cubicBezTo>
                <a:cubicBezTo>
                  <a:pt x="3375" y="1737"/>
                  <a:pt x="3375" y="1740"/>
                  <a:pt x="3377" y="1743"/>
                </a:cubicBezTo>
                <a:cubicBezTo>
                  <a:pt x="3364" y="1778"/>
                  <a:pt x="3370" y="1792"/>
                  <a:pt x="3361" y="1802"/>
                </a:cubicBezTo>
                <a:cubicBezTo>
                  <a:pt x="3361" y="1851"/>
                  <a:pt x="3364" y="1854"/>
                  <a:pt x="3362" y="1856"/>
                </a:cubicBezTo>
                <a:cubicBezTo>
                  <a:pt x="3366" y="1823"/>
                  <a:pt x="3372" y="1815"/>
                  <a:pt x="3367" y="1803"/>
                </a:cubicBezTo>
                <a:cubicBezTo>
                  <a:pt x="3376" y="1771"/>
                  <a:pt x="3375" y="1768"/>
                  <a:pt x="3379" y="1767"/>
                </a:cubicBezTo>
                <a:cubicBezTo>
                  <a:pt x="3383" y="1736"/>
                  <a:pt x="3387" y="1732"/>
                  <a:pt x="3390" y="1728"/>
                </a:cubicBezTo>
                <a:cubicBezTo>
                  <a:pt x="3397" y="1691"/>
                  <a:pt x="3403" y="1687"/>
                  <a:pt x="3404" y="1681"/>
                </a:cubicBezTo>
                <a:cubicBezTo>
                  <a:pt x="3411" y="1650"/>
                  <a:pt x="3412" y="1647"/>
                  <a:pt x="3413" y="1644"/>
                </a:cubicBezTo>
                <a:cubicBezTo>
                  <a:pt x="3415" y="1620"/>
                  <a:pt x="3422" y="1618"/>
                  <a:pt x="3417" y="1614"/>
                </a:cubicBezTo>
                <a:cubicBezTo>
                  <a:pt x="3423" y="1579"/>
                  <a:pt x="3434" y="1575"/>
                  <a:pt x="3429" y="1566"/>
                </a:cubicBezTo>
                <a:cubicBezTo>
                  <a:pt x="3436" y="1500"/>
                  <a:pt x="3438" y="1494"/>
                  <a:pt x="3441" y="1488"/>
                </a:cubicBezTo>
                <a:cubicBezTo>
                  <a:pt x="3442" y="1464"/>
                  <a:pt x="3441" y="1460"/>
                  <a:pt x="3440" y="1456"/>
                </a:cubicBezTo>
                <a:cubicBezTo>
                  <a:pt x="3448" y="1401"/>
                  <a:pt x="3441" y="1392"/>
                  <a:pt x="3446" y="1387"/>
                </a:cubicBezTo>
                <a:cubicBezTo>
                  <a:pt x="3451" y="1376"/>
                  <a:pt x="3448" y="1380"/>
                  <a:pt x="3448" y="1385"/>
                </a:cubicBezTo>
                <a:cubicBezTo>
                  <a:pt x="3445" y="1422"/>
                  <a:pt x="3452" y="1429"/>
                  <a:pt x="3452" y="1435"/>
                </a:cubicBezTo>
                <a:cubicBezTo>
                  <a:pt x="3455" y="1495"/>
                  <a:pt x="3447" y="1500"/>
                  <a:pt x="3450" y="1508"/>
                </a:cubicBezTo>
                <a:cubicBezTo>
                  <a:pt x="3441" y="1592"/>
                  <a:pt x="3429" y="1592"/>
                  <a:pt x="3436" y="1598"/>
                </a:cubicBezTo>
                <a:cubicBezTo>
                  <a:pt x="3423" y="1621"/>
                  <a:pt x="3439" y="1621"/>
                  <a:pt x="3432" y="1624"/>
                </a:cubicBezTo>
                <a:cubicBezTo>
                  <a:pt x="3413" y="1657"/>
                  <a:pt x="3429" y="1660"/>
                  <a:pt x="3423" y="1662"/>
                </a:cubicBezTo>
                <a:cubicBezTo>
                  <a:pt x="3410" y="1689"/>
                  <a:pt x="3409" y="1694"/>
                  <a:pt x="3412" y="1699"/>
                </a:cubicBezTo>
                <a:cubicBezTo>
                  <a:pt x="3404" y="1734"/>
                  <a:pt x="3393" y="1739"/>
                  <a:pt x="3398" y="1748"/>
                </a:cubicBezTo>
                <a:cubicBezTo>
                  <a:pt x="3395" y="1763"/>
                  <a:pt x="3390" y="1766"/>
                  <a:pt x="3392" y="1770"/>
                </a:cubicBezTo>
                <a:cubicBezTo>
                  <a:pt x="3387" y="1817"/>
                  <a:pt x="3388" y="1815"/>
                  <a:pt x="3389" y="1813"/>
                </a:cubicBezTo>
                <a:cubicBezTo>
                  <a:pt x="3396" y="1778"/>
                  <a:pt x="3400" y="1768"/>
                  <a:pt x="3398" y="1756"/>
                </a:cubicBezTo>
                <a:cubicBezTo>
                  <a:pt x="3410" y="1730"/>
                  <a:pt x="3405" y="1725"/>
                  <a:pt x="3412" y="1723"/>
                </a:cubicBezTo>
                <a:cubicBezTo>
                  <a:pt x="3424" y="1695"/>
                  <a:pt x="3419" y="1691"/>
                  <a:pt x="3422" y="1688"/>
                </a:cubicBezTo>
                <a:cubicBezTo>
                  <a:pt x="3441" y="1607"/>
                  <a:pt x="3447" y="1598"/>
                  <a:pt x="3446" y="1586"/>
                </a:cubicBezTo>
                <a:cubicBezTo>
                  <a:pt x="3457" y="1512"/>
                  <a:pt x="3462" y="1503"/>
                  <a:pt x="3460" y="1491"/>
                </a:cubicBezTo>
                <a:cubicBezTo>
                  <a:pt x="3461" y="1440"/>
                  <a:pt x="3458" y="1436"/>
                  <a:pt x="3463" y="1435"/>
                </a:cubicBezTo>
                <a:cubicBezTo>
                  <a:pt x="3462" y="1404"/>
                  <a:pt x="3459" y="1398"/>
                  <a:pt x="3460" y="1392"/>
                </a:cubicBezTo>
                <a:cubicBezTo>
                  <a:pt x="3458" y="1367"/>
                  <a:pt x="3470" y="1372"/>
                  <a:pt x="3475" y="1379"/>
                </a:cubicBezTo>
                <a:cubicBezTo>
                  <a:pt x="3480" y="1425"/>
                  <a:pt x="3483" y="1430"/>
                  <a:pt x="3479" y="1434"/>
                </a:cubicBezTo>
                <a:cubicBezTo>
                  <a:pt x="3482" y="1457"/>
                  <a:pt x="3478" y="1458"/>
                  <a:pt x="3478" y="1461"/>
                </a:cubicBezTo>
                <a:cubicBezTo>
                  <a:pt x="3476" y="1491"/>
                  <a:pt x="3479" y="1496"/>
                  <a:pt x="3478" y="1500"/>
                </a:cubicBezTo>
                <a:cubicBezTo>
                  <a:pt x="3470" y="1576"/>
                  <a:pt x="3467" y="1583"/>
                  <a:pt x="3467" y="1591"/>
                </a:cubicBezTo>
                <a:cubicBezTo>
                  <a:pt x="3464" y="1606"/>
                  <a:pt x="3461" y="1609"/>
                  <a:pt x="3461" y="1613"/>
                </a:cubicBezTo>
                <a:cubicBezTo>
                  <a:pt x="3454" y="1638"/>
                  <a:pt x="3454" y="1642"/>
                  <a:pt x="3449" y="1645"/>
                </a:cubicBezTo>
                <a:cubicBezTo>
                  <a:pt x="3438" y="1688"/>
                  <a:pt x="3436" y="1699"/>
                  <a:pt x="3431" y="1710"/>
                </a:cubicBezTo>
                <a:cubicBezTo>
                  <a:pt x="3427" y="1749"/>
                  <a:pt x="3419" y="1753"/>
                  <a:pt x="3421" y="1759"/>
                </a:cubicBezTo>
                <a:cubicBezTo>
                  <a:pt x="3414" y="1798"/>
                  <a:pt x="3406" y="1801"/>
                  <a:pt x="3408" y="1808"/>
                </a:cubicBezTo>
                <a:cubicBezTo>
                  <a:pt x="3398" y="1886"/>
                  <a:pt x="3391" y="1896"/>
                  <a:pt x="3394" y="1908"/>
                </a:cubicBezTo>
                <a:cubicBezTo>
                  <a:pt x="3390" y="1927"/>
                  <a:pt x="3395" y="1932"/>
                  <a:pt x="3393" y="1934"/>
                </a:cubicBezTo>
                <a:cubicBezTo>
                  <a:pt x="3390" y="1966"/>
                  <a:pt x="3394" y="1974"/>
                  <a:pt x="3392" y="1981"/>
                </a:cubicBezTo>
                <a:cubicBezTo>
                  <a:pt x="3388" y="2028"/>
                  <a:pt x="3392" y="2036"/>
                  <a:pt x="3392" y="2043"/>
                </a:cubicBezTo>
                <a:cubicBezTo>
                  <a:pt x="3401" y="2091"/>
                  <a:pt x="3402" y="2095"/>
                  <a:pt x="3405" y="2099"/>
                </a:cubicBezTo>
                <a:cubicBezTo>
                  <a:pt x="3401" y="2074"/>
                  <a:pt x="3404" y="2067"/>
                  <a:pt x="3397" y="2057"/>
                </a:cubicBezTo>
                <a:cubicBezTo>
                  <a:pt x="3400" y="1997"/>
                  <a:pt x="3395" y="1981"/>
                  <a:pt x="3401" y="1967"/>
                </a:cubicBezTo>
                <a:cubicBezTo>
                  <a:pt x="3408" y="1929"/>
                  <a:pt x="3404" y="1925"/>
                  <a:pt x="3409" y="1924"/>
                </a:cubicBezTo>
                <a:cubicBezTo>
                  <a:pt x="3415" y="1896"/>
                  <a:pt x="3417" y="1889"/>
                  <a:pt x="3421" y="1882"/>
                </a:cubicBezTo>
                <a:cubicBezTo>
                  <a:pt x="3432" y="1848"/>
                  <a:pt x="3435" y="1845"/>
                  <a:pt x="3435" y="1841"/>
                </a:cubicBezTo>
                <a:cubicBezTo>
                  <a:pt x="3464" y="1774"/>
                  <a:pt x="3463" y="1766"/>
                  <a:pt x="3468" y="1760"/>
                </a:cubicBezTo>
                <a:cubicBezTo>
                  <a:pt x="3481" y="1724"/>
                  <a:pt x="3478" y="1719"/>
                  <a:pt x="3482" y="1716"/>
                </a:cubicBezTo>
                <a:cubicBezTo>
                  <a:pt x="3494" y="1652"/>
                  <a:pt x="3496" y="1648"/>
                  <a:pt x="3495" y="1643"/>
                </a:cubicBezTo>
                <a:cubicBezTo>
                  <a:pt x="3500" y="1623"/>
                  <a:pt x="3502" y="1622"/>
                  <a:pt x="3500" y="1619"/>
                </a:cubicBezTo>
                <a:cubicBezTo>
                  <a:pt x="3506" y="1577"/>
                  <a:pt x="3508" y="1573"/>
                  <a:pt x="3506" y="1568"/>
                </a:cubicBezTo>
                <a:cubicBezTo>
                  <a:pt x="3512" y="1540"/>
                  <a:pt x="3511" y="1535"/>
                  <a:pt x="3513" y="1532"/>
                </a:cubicBezTo>
                <a:cubicBezTo>
                  <a:pt x="3515" y="1572"/>
                  <a:pt x="3510" y="1584"/>
                  <a:pt x="3515" y="1599"/>
                </a:cubicBezTo>
                <a:cubicBezTo>
                  <a:pt x="3504" y="1650"/>
                  <a:pt x="3506" y="1658"/>
                  <a:pt x="3504" y="1665"/>
                </a:cubicBezTo>
                <a:cubicBezTo>
                  <a:pt x="3496" y="1703"/>
                  <a:pt x="3488" y="1716"/>
                  <a:pt x="3485" y="1731"/>
                </a:cubicBezTo>
                <a:cubicBezTo>
                  <a:pt x="3479" y="1756"/>
                  <a:pt x="3474" y="1759"/>
                  <a:pt x="3476" y="1763"/>
                </a:cubicBezTo>
                <a:cubicBezTo>
                  <a:pt x="3463" y="1803"/>
                  <a:pt x="3464" y="1811"/>
                  <a:pt x="3457" y="1818"/>
                </a:cubicBezTo>
                <a:cubicBezTo>
                  <a:pt x="3452" y="1843"/>
                  <a:pt x="3449" y="1846"/>
                  <a:pt x="3449" y="1850"/>
                </a:cubicBezTo>
                <a:cubicBezTo>
                  <a:pt x="3437" y="1873"/>
                  <a:pt x="3443" y="1879"/>
                  <a:pt x="3440" y="1882"/>
                </a:cubicBezTo>
                <a:cubicBezTo>
                  <a:pt x="3435" y="1913"/>
                  <a:pt x="3436" y="1921"/>
                  <a:pt x="3433" y="1927"/>
                </a:cubicBezTo>
                <a:cubicBezTo>
                  <a:pt x="3431" y="1993"/>
                  <a:pt x="3438" y="2005"/>
                  <a:pt x="3437" y="2015"/>
                </a:cubicBezTo>
                <a:cubicBezTo>
                  <a:pt x="3445" y="2068"/>
                  <a:pt x="3449" y="2081"/>
                  <a:pt x="3454" y="2079"/>
                </a:cubicBezTo>
                <a:cubicBezTo>
                  <a:pt x="3446" y="2029"/>
                  <a:pt x="3445" y="2025"/>
                  <a:pt x="3442" y="2020"/>
                </a:cubicBezTo>
                <a:cubicBezTo>
                  <a:pt x="3442" y="1992"/>
                  <a:pt x="3443" y="1983"/>
                  <a:pt x="3440" y="1973"/>
                </a:cubicBezTo>
                <a:cubicBezTo>
                  <a:pt x="3445" y="1909"/>
                  <a:pt x="3446" y="1899"/>
                  <a:pt x="3445" y="1891"/>
                </a:cubicBezTo>
                <a:cubicBezTo>
                  <a:pt x="3461" y="1854"/>
                  <a:pt x="3460" y="1850"/>
                  <a:pt x="3460" y="1846"/>
                </a:cubicBezTo>
                <a:cubicBezTo>
                  <a:pt x="3475" y="1793"/>
                  <a:pt x="3479" y="1786"/>
                  <a:pt x="3482" y="1779"/>
                </a:cubicBezTo>
                <a:cubicBezTo>
                  <a:pt x="3507" y="1698"/>
                  <a:pt x="3509" y="1684"/>
                  <a:pt x="3513" y="1671"/>
                </a:cubicBezTo>
                <a:cubicBezTo>
                  <a:pt x="3520" y="1649"/>
                  <a:pt x="3514" y="1643"/>
                  <a:pt x="3518" y="1641"/>
                </a:cubicBezTo>
                <a:cubicBezTo>
                  <a:pt x="3521" y="1601"/>
                  <a:pt x="3525" y="1595"/>
                  <a:pt x="3522" y="1586"/>
                </a:cubicBezTo>
                <a:cubicBezTo>
                  <a:pt x="3525" y="1554"/>
                  <a:pt x="3525" y="1552"/>
                  <a:pt x="3523" y="1550"/>
                </a:cubicBezTo>
                <a:cubicBezTo>
                  <a:pt x="3531" y="1579"/>
                  <a:pt x="3531" y="1583"/>
                  <a:pt x="3531" y="1587"/>
                </a:cubicBezTo>
                <a:cubicBezTo>
                  <a:pt x="3529" y="1651"/>
                  <a:pt x="3527" y="1653"/>
                  <a:pt x="3529" y="1656"/>
                </a:cubicBezTo>
                <a:cubicBezTo>
                  <a:pt x="3522" y="1684"/>
                  <a:pt x="3521" y="1689"/>
                  <a:pt x="3521" y="1694"/>
                </a:cubicBezTo>
                <a:cubicBezTo>
                  <a:pt x="3516" y="1729"/>
                  <a:pt x="3504" y="1731"/>
                  <a:pt x="3507" y="1737"/>
                </a:cubicBezTo>
                <a:cubicBezTo>
                  <a:pt x="3498" y="1768"/>
                  <a:pt x="3498" y="1771"/>
                  <a:pt x="3498" y="1773"/>
                </a:cubicBezTo>
                <a:cubicBezTo>
                  <a:pt x="3485" y="1804"/>
                  <a:pt x="3490" y="1816"/>
                  <a:pt x="3483" y="1825"/>
                </a:cubicBezTo>
                <a:cubicBezTo>
                  <a:pt x="3480" y="1845"/>
                  <a:pt x="3479" y="1850"/>
                  <a:pt x="3479" y="1855"/>
                </a:cubicBezTo>
                <a:cubicBezTo>
                  <a:pt x="3475" y="1908"/>
                  <a:pt x="3465" y="1910"/>
                  <a:pt x="3470" y="1917"/>
                </a:cubicBezTo>
                <a:cubicBezTo>
                  <a:pt x="3465" y="1968"/>
                  <a:pt x="3468" y="1974"/>
                  <a:pt x="3464" y="1978"/>
                </a:cubicBezTo>
                <a:cubicBezTo>
                  <a:pt x="3472" y="2023"/>
                  <a:pt x="3468" y="2033"/>
                  <a:pt x="3472" y="2044"/>
                </a:cubicBezTo>
                <a:cubicBezTo>
                  <a:pt x="3481" y="2100"/>
                  <a:pt x="3492" y="2101"/>
                  <a:pt x="3486" y="2107"/>
                </a:cubicBezTo>
                <a:cubicBezTo>
                  <a:pt x="3498" y="2137"/>
                  <a:pt x="3500" y="2142"/>
                  <a:pt x="3503" y="2141"/>
                </a:cubicBezTo>
                <a:cubicBezTo>
                  <a:pt x="3487" y="2075"/>
                  <a:pt x="3484" y="2068"/>
                  <a:pt x="3482" y="2061"/>
                </a:cubicBezTo>
                <a:cubicBezTo>
                  <a:pt x="3474" y="2027"/>
                  <a:pt x="3481" y="2026"/>
                  <a:pt x="3478" y="2022"/>
                </a:cubicBezTo>
                <a:cubicBezTo>
                  <a:pt x="3476" y="1955"/>
                  <a:pt x="3478" y="1948"/>
                  <a:pt x="3476" y="1941"/>
                </a:cubicBezTo>
                <a:cubicBezTo>
                  <a:pt x="3484" y="1875"/>
                  <a:pt x="3485" y="1872"/>
                  <a:pt x="3487" y="1869"/>
                </a:cubicBezTo>
                <a:cubicBezTo>
                  <a:pt x="3489" y="1844"/>
                  <a:pt x="3495" y="1842"/>
                  <a:pt x="3490" y="1837"/>
                </a:cubicBezTo>
                <a:cubicBezTo>
                  <a:pt x="3500" y="1788"/>
                  <a:pt x="3510" y="1762"/>
                  <a:pt x="3520" y="1735"/>
                </a:cubicBezTo>
                <a:cubicBezTo>
                  <a:pt x="3536" y="1682"/>
                  <a:pt x="3530" y="1677"/>
                  <a:pt x="3535" y="1675"/>
                </a:cubicBezTo>
                <a:cubicBezTo>
                  <a:pt x="3539" y="1659"/>
                  <a:pt x="3538" y="1655"/>
                  <a:pt x="3541" y="1658"/>
                </a:cubicBezTo>
                <a:cubicBezTo>
                  <a:pt x="3517" y="1789"/>
                  <a:pt x="3524" y="1796"/>
                  <a:pt x="3518" y="1799"/>
                </a:cubicBezTo>
                <a:cubicBezTo>
                  <a:pt x="3515" y="1821"/>
                  <a:pt x="3511" y="1825"/>
                  <a:pt x="3515" y="1831"/>
                </a:cubicBezTo>
                <a:cubicBezTo>
                  <a:pt x="3509" y="1869"/>
                  <a:pt x="3503" y="1873"/>
                  <a:pt x="3507" y="1880"/>
                </a:cubicBezTo>
                <a:cubicBezTo>
                  <a:pt x="3503" y="1908"/>
                  <a:pt x="3500" y="1910"/>
                  <a:pt x="3501" y="1913"/>
                </a:cubicBezTo>
                <a:cubicBezTo>
                  <a:pt x="3498" y="1956"/>
                  <a:pt x="3499" y="1968"/>
                  <a:pt x="3500" y="1979"/>
                </a:cubicBezTo>
                <a:cubicBezTo>
                  <a:pt x="3506" y="2052"/>
                  <a:pt x="3514" y="2059"/>
                  <a:pt x="3510" y="2063"/>
                </a:cubicBezTo>
                <a:cubicBezTo>
                  <a:pt x="3538" y="2132"/>
                  <a:pt x="3538" y="2143"/>
                  <a:pt x="3548" y="2157"/>
                </a:cubicBezTo>
                <a:cubicBezTo>
                  <a:pt x="3547" y="2144"/>
                  <a:pt x="3540" y="2128"/>
                  <a:pt x="3532" y="2111"/>
                </a:cubicBezTo>
                <a:cubicBezTo>
                  <a:pt x="3530" y="2090"/>
                  <a:pt x="3523" y="2082"/>
                  <a:pt x="3523" y="2076"/>
                </a:cubicBezTo>
                <a:cubicBezTo>
                  <a:pt x="3515" y="2007"/>
                  <a:pt x="3512" y="2002"/>
                  <a:pt x="3511" y="1998"/>
                </a:cubicBezTo>
                <a:cubicBezTo>
                  <a:pt x="3511" y="1925"/>
                  <a:pt x="3511" y="1917"/>
                  <a:pt x="3513" y="1909"/>
                </a:cubicBezTo>
                <a:cubicBezTo>
                  <a:pt x="3519" y="1876"/>
                  <a:pt x="3513" y="1866"/>
                  <a:pt x="3519" y="1859"/>
                </a:cubicBezTo>
                <a:cubicBezTo>
                  <a:pt x="3526" y="1827"/>
                  <a:pt x="3521" y="1817"/>
                  <a:pt x="3527" y="1811"/>
                </a:cubicBezTo>
                <a:cubicBezTo>
                  <a:pt x="3533" y="1769"/>
                  <a:pt x="3540" y="1767"/>
                  <a:pt x="3537" y="1761"/>
                </a:cubicBezTo>
                <a:cubicBezTo>
                  <a:pt x="3544" y="1729"/>
                  <a:pt x="3544" y="1721"/>
                  <a:pt x="3545" y="1713"/>
                </a:cubicBezTo>
                <a:cubicBezTo>
                  <a:pt x="3553" y="1672"/>
                  <a:pt x="3550" y="1667"/>
                  <a:pt x="3552" y="1662"/>
                </a:cubicBezTo>
                <a:cubicBezTo>
                  <a:pt x="3554" y="1642"/>
                  <a:pt x="3553" y="1638"/>
                  <a:pt x="3556" y="1641"/>
                </a:cubicBezTo>
                <a:cubicBezTo>
                  <a:pt x="3564" y="1736"/>
                  <a:pt x="3565" y="1745"/>
                  <a:pt x="3563" y="1754"/>
                </a:cubicBezTo>
                <a:cubicBezTo>
                  <a:pt x="3558" y="1799"/>
                  <a:pt x="3551" y="1802"/>
                  <a:pt x="3556" y="1808"/>
                </a:cubicBezTo>
                <a:cubicBezTo>
                  <a:pt x="3546" y="1849"/>
                  <a:pt x="3547" y="1852"/>
                  <a:pt x="3547" y="1854"/>
                </a:cubicBezTo>
                <a:cubicBezTo>
                  <a:pt x="3542" y="1894"/>
                  <a:pt x="3541" y="1898"/>
                  <a:pt x="3536" y="1902"/>
                </a:cubicBezTo>
                <a:cubicBezTo>
                  <a:pt x="3535" y="1925"/>
                  <a:pt x="3535" y="1927"/>
                  <a:pt x="3535" y="1929"/>
                </a:cubicBezTo>
                <a:cubicBezTo>
                  <a:pt x="3525" y="1979"/>
                  <a:pt x="3527" y="1989"/>
                  <a:pt x="3525" y="1998"/>
                </a:cubicBezTo>
                <a:cubicBezTo>
                  <a:pt x="3539" y="2083"/>
                  <a:pt x="3540" y="2080"/>
                  <a:pt x="3537" y="2076"/>
                </a:cubicBezTo>
                <a:cubicBezTo>
                  <a:pt x="3532" y="2032"/>
                  <a:pt x="3531" y="2024"/>
                  <a:pt x="3533" y="2018"/>
                </a:cubicBezTo>
                <a:cubicBezTo>
                  <a:pt x="3537" y="1977"/>
                  <a:pt x="3538" y="1973"/>
                  <a:pt x="3538" y="1968"/>
                </a:cubicBezTo>
                <a:cubicBezTo>
                  <a:pt x="3543" y="1933"/>
                  <a:pt x="3545" y="1924"/>
                  <a:pt x="3546" y="1915"/>
                </a:cubicBezTo>
                <a:cubicBezTo>
                  <a:pt x="3550" y="1884"/>
                  <a:pt x="3554" y="1883"/>
                  <a:pt x="3553" y="1880"/>
                </a:cubicBezTo>
                <a:cubicBezTo>
                  <a:pt x="3559" y="1851"/>
                  <a:pt x="3560" y="1841"/>
                  <a:pt x="3561" y="1832"/>
                </a:cubicBezTo>
                <a:cubicBezTo>
                  <a:pt x="3568" y="1790"/>
                  <a:pt x="3567" y="1787"/>
                  <a:pt x="3571" y="1786"/>
                </a:cubicBezTo>
                <a:cubicBezTo>
                  <a:pt x="3572" y="1822"/>
                  <a:pt x="3568" y="1827"/>
                  <a:pt x="3571" y="1835"/>
                </a:cubicBezTo>
                <a:cubicBezTo>
                  <a:pt x="3568" y="1875"/>
                  <a:pt x="3568" y="1878"/>
                  <a:pt x="3567" y="1881"/>
                </a:cubicBezTo>
                <a:cubicBezTo>
                  <a:pt x="3563" y="1933"/>
                  <a:pt x="3559" y="1938"/>
                  <a:pt x="3562" y="1944"/>
                </a:cubicBezTo>
                <a:cubicBezTo>
                  <a:pt x="3557" y="1996"/>
                  <a:pt x="3552" y="2000"/>
                  <a:pt x="3554" y="2006"/>
                </a:cubicBezTo>
                <a:cubicBezTo>
                  <a:pt x="3559" y="2073"/>
                  <a:pt x="3554" y="2087"/>
                  <a:pt x="3562" y="2105"/>
                </a:cubicBezTo>
                <a:cubicBezTo>
                  <a:pt x="3569" y="2134"/>
                  <a:pt x="3564" y="2137"/>
                  <a:pt x="3569" y="2142"/>
                </a:cubicBezTo>
                <a:cubicBezTo>
                  <a:pt x="3579" y="2160"/>
                  <a:pt x="3579" y="2160"/>
                  <a:pt x="3579" y="2160"/>
                </a:cubicBezTo>
                <a:cubicBezTo>
                  <a:pt x="3570" y="2116"/>
                  <a:pt x="3569" y="2110"/>
                  <a:pt x="3566" y="2103"/>
                </a:cubicBezTo>
                <a:cubicBezTo>
                  <a:pt x="3565" y="2043"/>
                  <a:pt x="3560" y="2036"/>
                  <a:pt x="3563" y="2031"/>
                </a:cubicBezTo>
                <a:cubicBezTo>
                  <a:pt x="3562" y="1988"/>
                  <a:pt x="3567" y="1984"/>
                  <a:pt x="3565" y="1977"/>
                </a:cubicBezTo>
                <a:cubicBezTo>
                  <a:pt x="3575" y="1922"/>
                  <a:pt x="3572" y="1917"/>
                  <a:pt x="3576" y="1914"/>
                </a:cubicBezTo>
                <a:cubicBezTo>
                  <a:pt x="3581" y="1883"/>
                  <a:pt x="3574" y="1877"/>
                  <a:pt x="3580" y="1874"/>
                </a:cubicBezTo>
                <a:cubicBezTo>
                  <a:pt x="3581" y="1811"/>
                  <a:pt x="3583" y="1803"/>
                  <a:pt x="3584" y="1795"/>
                </a:cubicBezTo>
                <a:cubicBezTo>
                  <a:pt x="3586" y="1732"/>
                  <a:pt x="3581" y="1721"/>
                  <a:pt x="3583" y="1713"/>
                </a:cubicBezTo>
                <a:cubicBezTo>
                  <a:pt x="3592" y="1764"/>
                  <a:pt x="3588" y="1768"/>
                  <a:pt x="3588" y="1773"/>
                </a:cubicBezTo>
                <a:cubicBezTo>
                  <a:pt x="3588" y="1842"/>
                  <a:pt x="3593" y="1853"/>
                  <a:pt x="3590" y="1862"/>
                </a:cubicBezTo>
                <a:cubicBezTo>
                  <a:pt x="3591" y="1932"/>
                  <a:pt x="3586" y="1940"/>
                  <a:pt x="3588" y="1951"/>
                </a:cubicBezTo>
                <a:cubicBezTo>
                  <a:pt x="3582" y="1998"/>
                  <a:pt x="3584" y="2004"/>
                  <a:pt x="3583" y="2008"/>
                </a:cubicBezTo>
                <a:cubicBezTo>
                  <a:pt x="3579" y="2026"/>
                  <a:pt x="3580" y="2032"/>
                  <a:pt x="3580" y="2037"/>
                </a:cubicBezTo>
                <a:cubicBezTo>
                  <a:pt x="3584" y="2088"/>
                  <a:pt x="3584" y="2107"/>
                  <a:pt x="3592" y="2129"/>
                </a:cubicBezTo>
                <a:cubicBezTo>
                  <a:pt x="3605" y="2160"/>
                  <a:pt x="3605" y="2160"/>
                  <a:pt x="3605" y="2160"/>
                </a:cubicBezTo>
                <a:cubicBezTo>
                  <a:pt x="3593" y="2092"/>
                  <a:pt x="3588" y="2086"/>
                  <a:pt x="3589" y="2081"/>
                </a:cubicBezTo>
                <a:cubicBezTo>
                  <a:pt x="3589" y="2049"/>
                  <a:pt x="3586" y="2043"/>
                  <a:pt x="3590" y="2040"/>
                </a:cubicBezTo>
                <a:cubicBezTo>
                  <a:pt x="3592" y="1978"/>
                  <a:pt x="3594" y="1974"/>
                  <a:pt x="3597" y="1970"/>
                </a:cubicBezTo>
                <a:cubicBezTo>
                  <a:pt x="3600" y="1927"/>
                  <a:pt x="3597" y="1924"/>
                  <a:pt x="3599" y="1922"/>
                </a:cubicBezTo>
                <a:cubicBezTo>
                  <a:pt x="3602" y="1891"/>
                  <a:pt x="3601" y="1882"/>
                  <a:pt x="3601" y="1872"/>
                </a:cubicBezTo>
                <a:cubicBezTo>
                  <a:pt x="3605" y="1808"/>
                  <a:pt x="3598" y="1796"/>
                  <a:pt x="3601" y="1787"/>
                </a:cubicBezTo>
                <a:cubicBezTo>
                  <a:pt x="3606" y="1817"/>
                  <a:pt x="3609" y="1821"/>
                  <a:pt x="3610" y="1826"/>
                </a:cubicBezTo>
                <a:cubicBezTo>
                  <a:pt x="3615" y="1876"/>
                  <a:pt x="3610" y="1882"/>
                  <a:pt x="3610" y="1889"/>
                </a:cubicBezTo>
                <a:cubicBezTo>
                  <a:pt x="3603" y="1955"/>
                  <a:pt x="3607" y="1963"/>
                  <a:pt x="3604" y="1969"/>
                </a:cubicBezTo>
                <a:cubicBezTo>
                  <a:pt x="3602" y="2003"/>
                  <a:pt x="3609" y="2008"/>
                  <a:pt x="3606" y="2011"/>
                </a:cubicBezTo>
                <a:cubicBezTo>
                  <a:pt x="3608" y="2038"/>
                  <a:pt x="3605" y="2044"/>
                  <a:pt x="3608" y="2052"/>
                </a:cubicBezTo>
                <a:cubicBezTo>
                  <a:pt x="3607" y="2086"/>
                  <a:pt x="3614" y="2092"/>
                  <a:pt x="3610" y="2094"/>
                </a:cubicBezTo>
                <a:cubicBezTo>
                  <a:pt x="3629" y="2141"/>
                  <a:pt x="3624" y="2122"/>
                  <a:pt x="3621" y="2104"/>
                </a:cubicBezTo>
                <a:cubicBezTo>
                  <a:pt x="3617" y="2034"/>
                  <a:pt x="3614" y="2029"/>
                  <a:pt x="3617" y="2025"/>
                </a:cubicBezTo>
                <a:cubicBezTo>
                  <a:pt x="3613" y="1967"/>
                  <a:pt x="3616" y="1954"/>
                  <a:pt x="3617" y="1940"/>
                </a:cubicBezTo>
                <a:cubicBezTo>
                  <a:pt x="3620" y="1907"/>
                  <a:pt x="3620" y="1906"/>
                  <a:pt x="3619" y="1903"/>
                </a:cubicBezTo>
                <a:cubicBezTo>
                  <a:pt x="3625" y="1960"/>
                  <a:pt x="3635" y="1977"/>
                  <a:pt x="3626" y="1989"/>
                </a:cubicBezTo>
                <a:cubicBezTo>
                  <a:pt x="3632" y="2019"/>
                  <a:pt x="3629" y="2022"/>
                  <a:pt x="3629" y="2023"/>
                </a:cubicBezTo>
                <a:cubicBezTo>
                  <a:pt x="3639" y="2083"/>
                  <a:pt x="3643" y="2106"/>
                  <a:pt x="3650" y="2131"/>
                </a:cubicBezTo>
                <a:cubicBezTo>
                  <a:pt x="3646" y="2095"/>
                  <a:pt x="3648" y="2087"/>
                  <a:pt x="3644" y="2077"/>
                </a:cubicBezTo>
                <a:cubicBezTo>
                  <a:pt x="3642" y="1997"/>
                  <a:pt x="3638" y="1989"/>
                  <a:pt x="3642" y="1983"/>
                </a:cubicBezTo>
                <a:cubicBezTo>
                  <a:pt x="3636" y="1915"/>
                  <a:pt x="3635" y="1908"/>
                  <a:pt x="3633" y="1900"/>
                </a:cubicBezTo>
                <a:cubicBezTo>
                  <a:pt x="3632" y="1877"/>
                  <a:pt x="3626" y="1869"/>
                  <a:pt x="3628" y="1862"/>
                </a:cubicBezTo>
                <a:cubicBezTo>
                  <a:pt x="3704" y="2064"/>
                  <a:pt x="3715" y="2091"/>
                  <a:pt x="3723" y="2120"/>
                </a:cubicBezTo>
                <a:cubicBezTo>
                  <a:pt x="3738" y="2147"/>
                  <a:pt x="3735" y="2134"/>
                  <a:pt x="3732" y="2120"/>
                </a:cubicBezTo>
                <a:cubicBezTo>
                  <a:pt x="3671" y="1955"/>
                  <a:pt x="3666" y="1948"/>
                  <a:pt x="3665" y="1942"/>
                </a:cubicBezTo>
                <a:cubicBezTo>
                  <a:pt x="3658" y="1918"/>
                  <a:pt x="3659" y="1920"/>
                  <a:pt x="3656" y="1912"/>
                </a:cubicBezTo>
                <a:cubicBezTo>
                  <a:pt x="3644" y="1868"/>
                  <a:pt x="3634" y="1861"/>
                  <a:pt x="3638" y="1856"/>
                </a:cubicBezTo>
                <a:cubicBezTo>
                  <a:pt x="3654" y="1880"/>
                  <a:pt x="3649" y="1882"/>
                  <a:pt x="3653" y="1886"/>
                </a:cubicBezTo>
                <a:cubicBezTo>
                  <a:pt x="3690" y="1949"/>
                  <a:pt x="3693" y="1958"/>
                  <a:pt x="3702" y="1968"/>
                </a:cubicBezTo>
                <a:cubicBezTo>
                  <a:pt x="3745" y="2097"/>
                  <a:pt x="3753" y="2103"/>
                  <a:pt x="3754" y="2107"/>
                </a:cubicBezTo>
                <a:cubicBezTo>
                  <a:pt x="3776" y="2160"/>
                  <a:pt x="3776" y="2160"/>
                  <a:pt x="3776" y="2160"/>
                </a:cubicBezTo>
                <a:cubicBezTo>
                  <a:pt x="3769" y="2130"/>
                  <a:pt x="3760" y="2123"/>
                  <a:pt x="3765" y="2121"/>
                </a:cubicBezTo>
                <a:cubicBezTo>
                  <a:pt x="3734" y="2035"/>
                  <a:pt x="3731" y="2018"/>
                  <a:pt x="3726" y="2000"/>
                </a:cubicBezTo>
                <a:cubicBezTo>
                  <a:pt x="3693" y="1934"/>
                  <a:pt x="3677" y="1912"/>
                  <a:pt x="3655" y="1871"/>
                </a:cubicBezTo>
                <a:cubicBezTo>
                  <a:pt x="3628" y="1820"/>
                  <a:pt x="3632" y="1818"/>
                  <a:pt x="3627" y="1813"/>
                </a:cubicBezTo>
                <a:cubicBezTo>
                  <a:pt x="3618" y="1792"/>
                  <a:pt x="3615" y="1792"/>
                  <a:pt x="3616" y="1793"/>
                </a:cubicBezTo>
                <a:cubicBezTo>
                  <a:pt x="3614" y="1770"/>
                  <a:pt x="3625" y="1783"/>
                  <a:pt x="3633" y="1799"/>
                </a:cubicBezTo>
                <a:cubicBezTo>
                  <a:pt x="3676" y="1871"/>
                  <a:pt x="3684" y="1880"/>
                  <a:pt x="3682" y="1886"/>
                </a:cubicBezTo>
                <a:cubicBezTo>
                  <a:pt x="3706" y="1920"/>
                  <a:pt x="3713" y="1940"/>
                  <a:pt x="3724" y="1950"/>
                </a:cubicBezTo>
                <a:cubicBezTo>
                  <a:pt x="3760" y="2018"/>
                  <a:pt x="3762" y="2034"/>
                  <a:pt x="3775" y="2052"/>
                </a:cubicBezTo>
                <a:cubicBezTo>
                  <a:pt x="3791" y="2087"/>
                  <a:pt x="3790" y="2072"/>
                  <a:pt x="3779" y="2055"/>
                </a:cubicBezTo>
                <a:cubicBezTo>
                  <a:pt x="3773" y="2029"/>
                  <a:pt x="3765" y="2023"/>
                  <a:pt x="3764" y="2020"/>
                </a:cubicBezTo>
                <a:cubicBezTo>
                  <a:pt x="3727" y="1943"/>
                  <a:pt x="3720" y="1927"/>
                  <a:pt x="3710" y="1911"/>
                </a:cubicBezTo>
                <a:cubicBezTo>
                  <a:pt x="3681" y="1859"/>
                  <a:pt x="3679" y="1858"/>
                  <a:pt x="3677" y="1856"/>
                </a:cubicBezTo>
                <a:cubicBezTo>
                  <a:pt x="3659" y="1825"/>
                  <a:pt x="3654" y="1826"/>
                  <a:pt x="3652" y="1818"/>
                </a:cubicBezTo>
                <a:cubicBezTo>
                  <a:pt x="3641" y="1799"/>
                  <a:pt x="3638" y="1795"/>
                  <a:pt x="3640" y="1793"/>
                </a:cubicBezTo>
                <a:cubicBezTo>
                  <a:pt x="3651" y="1805"/>
                  <a:pt x="3656" y="1807"/>
                  <a:pt x="3660" y="1814"/>
                </a:cubicBezTo>
                <a:cubicBezTo>
                  <a:pt x="3747" y="1948"/>
                  <a:pt x="3751" y="1945"/>
                  <a:pt x="3753" y="1952"/>
                </a:cubicBezTo>
                <a:cubicBezTo>
                  <a:pt x="3801" y="2041"/>
                  <a:pt x="3805" y="2046"/>
                  <a:pt x="3813" y="2063"/>
                </a:cubicBezTo>
                <a:cubicBezTo>
                  <a:pt x="3824" y="2090"/>
                  <a:pt x="3825" y="2083"/>
                  <a:pt x="3823" y="2074"/>
                </a:cubicBezTo>
                <a:cubicBezTo>
                  <a:pt x="3793" y="2008"/>
                  <a:pt x="3788" y="1999"/>
                  <a:pt x="3783" y="1990"/>
                </a:cubicBezTo>
                <a:cubicBezTo>
                  <a:pt x="3750" y="1934"/>
                  <a:pt x="3750" y="1933"/>
                  <a:pt x="3742" y="1923"/>
                </a:cubicBezTo>
                <a:cubicBezTo>
                  <a:pt x="3649" y="1784"/>
                  <a:pt x="3640" y="1771"/>
                  <a:pt x="3628" y="1753"/>
                </a:cubicBezTo>
                <a:cubicBezTo>
                  <a:pt x="3600" y="1705"/>
                  <a:pt x="3594" y="1703"/>
                  <a:pt x="3600" y="1698"/>
                </a:cubicBezTo>
                <a:cubicBezTo>
                  <a:pt x="3661" y="1781"/>
                  <a:pt x="3667" y="1780"/>
                  <a:pt x="3671" y="1789"/>
                </a:cubicBezTo>
                <a:cubicBezTo>
                  <a:pt x="3762" y="1925"/>
                  <a:pt x="3772" y="1943"/>
                  <a:pt x="3781" y="1958"/>
                </a:cubicBezTo>
                <a:cubicBezTo>
                  <a:pt x="3789" y="1977"/>
                  <a:pt x="3792" y="1977"/>
                  <a:pt x="3792" y="1977"/>
                </a:cubicBezTo>
                <a:cubicBezTo>
                  <a:pt x="3808" y="2010"/>
                  <a:pt x="3813" y="2006"/>
                  <a:pt x="3808" y="2000"/>
                </a:cubicBezTo>
                <a:cubicBezTo>
                  <a:pt x="3787" y="1964"/>
                  <a:pt x="3792" y="1953"/>
                  <a:pt x="3784" y="1954"/>
                </a:cubicBezTo>
                <a:cubicBezTo>
                  <a:pt x="3664" y="1770"/>
                  <a:pt x="3663" y="1761"/>
                  <a:pt x="3658" y="1758"/>
                </a:cubicBezTo>
                <a:cubicBezTo>
                  <a:pt x="3608" y="1693"/>
                  <a:pt x="3604" y="1687"/>
                  <a:pt x="3601" y="1681"/>
                </a:cubicBezTo>
                <a:cubicBezTo>
                  <a:pt x="3568" y="1619"/>
                  <a:pt x="3567" y="1614"/>
                  <a:pt x="3568" y="1609"/>
                </a:cubicBezTo>
                <a:cubicBezTo>
                  <a:pt x="3602" y="1650"/>
                  <a:pt x="3605" y="1657"/>
                  <a:pt x="3609" y="1657"/>
                </a:cubicBezTo>
                <a:cubicBezTo>
                  <a:pt x="3642" y="1699"/>
                  <a:pt x="3657" y="1709"/>
                  <a:pt x="3670" y="1726"/>
                </a:cubicBezTo>
                <a:cubicBezTo>
                  <a:pt x="3726" y="1782"/>
                  <a:pt x="3727" y="1793"/>
                  <a:pt x="3732" y="1792"/>
                </a:cubicBezTo>
                <a:cubicBezTo>
                  <a:pt x="3804" y="1897"/>
                  <a:pt x="3811" y="1910"/>
                  <a:pt x="3818" y="1923"/>
                </a:cubicBezTo>
                <a:cubicBezTo>
                  <a:pt x="3834" y="1949"/>
                  <a:pt x="3835" y="1944"/>
                  <a:pt x="3833" y="1939"/>
                </a:cubicBezTo>
                <a:cubicBezTo>
                  <a:pt x="3805" y="1889"/>
                  <a:pt x="3802" y="1887"/>
                  <a:pt x="3800" y="1881"/>
                </a:cubicBezTo>
                <a:cubicBezTo>
                  <a:pt x="3752" y="1810"/>
                  <a:pt x="3747" y="1795"/>
                  <a:pt x="3740" y="1790"/>
                </a:cubicBezTo>
                <a:cubicBezTo>
                  <a:pt x="3707" y="1754"/>
                  <a:pt x="3704" y="1747"/>
                  <a:pt x="3701" y="1741"/>
                </a:cubicBezTo>
                <a:cubicBezTo>
                  <a:pt x="3666" y="1702"/>
                  <a:pt x="3650" y="1693"/>
                  <a:pt x="3638" y="1674"/>
                </a:cubicBezTo>
                <a:cubicBezTo>
                  <a:pt x="3579" y="1610"/>
                  <a:pt x="3577" y="1606"/>
                  <a:pt x="3575" y="1603"/>
                </a:cubicBezTo>
                <a:cubicBezTo>
                  <a:pt x="3662" y="1692"/>
                  <a:pt x="3684" y="1707"/>
                  <a:pt x="3705" y="1728"/>
                </a:cubicBezTo>
                <a:cubicBezTo>
                  <a:pt x="3780" y="1809"/>
                  <a:pt x="3780" y="1827"/>
                  <a:pt x="3786" y="1824"/>
                </a:cubicBezTo>
                <a:cubicBezTo>
                  <a:pt x="3743" y="1752"/>
                  <a:pt x="3728" y="1741"/>
                  <a:pt x="3715" y="1723"/>
                </a:cubicBezTo>
                <a:cubicBezTo>
                  <a:pt x="3691" y="1699"/>
                  <a:pt x="3682" y="1693"/>
                  <a:pt x="3674" y="1685"/>
                </a:cubicBezTo>
                <a:cubicBezTo>
                  <a:pt x="3656" y="1669"/>
                  <a:pt x="3653" y="1663"/>
                  <a:pt x="3655" y="1661"/>
                </a:cubicBezTo>
                <a:cubicBezTo>
                  <a:pt x="3701" y="1699"/>
                  <a:pt x="3704" y="1700"/>
                  <a:pt x="3707" y="1700"/>
                </a:cubicBezTo>
                <a:cubicBezTo>
                  <a:pt x="3733" y="1723"/>
                  <a:pt x="3739" y="1726"/>
                  <a:pt x="3744" y="1730"/>
                </a:cubicBezTo>
                <a:cubicBezTo>
                  <a:pt x="3810" y="1787"/>
                  <a:pt x="3819" y="1795"/>
                  <a:pt x="3827" y="1803"/>
                </a:cubicBezTo>
                <a:cubicBezTo>
                  <a:pt x="3840" y="1813"/>
                  <a:pt x="3840" y="1813"/>
                  <a:pt x="3840" y="1813"/>
                </a:cubicBezTo>
                <a:cubicBezTo>
                  <a:pt x="3784" y="1755"/>
                  <a:pt x="3778" y="1742"/>
                  <a:pt x="3769" y="1741"/>
                </a:cubicBezTo>
                <a:cubicBezTo>
                  <a:pt x="3733" y="1710"/>
                  <a:pt x="3728" y="1711"/>
                  <a:pt x="3725" y="1703"/>
                </a:cubicBezTo>
                <a:cubicBezTo>
                  <a:pt x="3677" y="1667"/>
                  <a:pt x="3672" y="1665"/>
                  <a:pt x="3670" y="1658"/>
                </a:cubicBezTo>
                <a:cubicBezTo>
                  <a:pt x="3644" y="1644"/>
                  <a:pt x="3643" y="1636"/>
                  <a:pt x="3639" y="1637"/>
                </a:cubicBezTo>
                <a:cubicBezTo>
                  <a:pt x="3601" y="1601"/>
                  <a:pt x="3599" y="1596"/>
                  <a:pt x="3597" y="1593"/>
                </a:cubicBezTo>
                <a:cubicBezTo>
                  <a:pt x="3566" y="1555"/>
                  <a:pt x="3560" y="1554"/>
                  <a:pt x="3556" y="1545"/>
                </a:cubicBezTo>
                <a:cubicBezTo>
                  <a:pt x="3552" y="1522"/>
                  <a:pt x="3553" y="1536"/>
                  <a:pt x="3559" y="1536"/>
                </a:cubicBezTo>
                <a:cubicBezTo>
                  <a:pt x="3580" y="1559"/>
                  <a:pt x="3583" y="1558"/>
                  <a:pt x="3585" y="1562"/>
                </a:cubicBezTo>
                <a:cubicBezTo>
                  <a:pt x="3634" y="1600"/>
                  <a:pt x="3637" y="1610"/>
                  <a:pt x="3644" y="1607"/>
                </a:cubicBezTo>
                <a:cubicBezTo>
                  <a:pt x="3695" y="1644"/>
                  <a:pt x="3699" y="1652"/>
                  <a:pt x="3705" y="1652"/>
                </a:cubicBezTo>
                <a:cubicBezTo>
                  <a:pt x="3754" y="1683"/>
                  <a:pt x="3757" y="1694"/>
                  <a:pt x="3762" y="1695"/>
                </a:cubicBezTo>
                <a:cubicBezTo>
                  <a:pt x="3798" y="1722"/>
                  <a:pt x="3801" y="1735"/>
                  <a:pt x="3808" y="1732"/>
                </a:cubicBezTo>
                <a:cubicBezTo>
                  <a:pt x="3735" y="1667"/>
                  <a:pt x="3734" y="1659"/>
                  <a:pt x="3730" y="1662"/>
                </a:cubicBezTo>
                <a:cubicBezTo>
                  <a:pt x="3691" y="1638"/>
                  <a:pt x="3686" y="1628"/>
                  <a:pt x="3679" y="1626"/>
                </a:cubicBezTo>
                <a:cubicBezTo>
                  <a:pt x="3606" y="1569"/>
                  <a:pt x="3593" y="1561"/>
                  <a:pt x="3584" y="1546"/>
                </a:cubicBezTo>
                <a:cubicBezTo>
                  <a:pt x="3554" y="1514"/>
                  <a:pt x="3542" y="1501"/>
                  <a:pt x="3531" y="1486"/>
                </a:cubicBezTo>
                <a:cubicBezTo>
                  <a:pt x="3515" y="1452"/>
                  <a:pt x="3508" y="1447"/>
                  <a:pt x="3512" y="1445"/>
                </a:cubicBezTo>
                <a:cubicBezTo>
                  <a:pt x="3556" y="1505"/>
                  <a:pt x="3567" y="1513"/>
                  <a:pt x="3566" y="1520"/>
                </a:cubicBezTo>
                <a:cubicBezTo>
                  <a:pt x="3605" y="1552"/>
                  <a:pt x="3611" y="1553"/>
                  <a:pt x="3616" y="1560"/>
                </a:cubicBezTo>
                <a:cubicBezTo>
                  <a:pt x="3676" y="1598"/>
                  <a:pt x="3677" y="1606"/>
                  <a:pt x="3681" y="1605"/>
                </a:cubicBezTo>
                <a:cubicBezTo>
                  <a:pt x="3717" y="1624"/>
                  <a:pt x="3722" y="1631"/>
                  <a:pt x="3729" y="1632"/>
                </a:cubicBezTo>
                <a:cubicBezTo>
                  <a:pt x="3761" y="1652"/>
                  <a:pt x="3773" y="1659"/>
                  <a:pt x="3786" y="1665"/>
                </a:cubicBezTo>
                <a:cubicBezTo>
                  <a:pt x="3834" y="1700"/>
                  <a:pt x="3837" y="1704"/>
                  <a:pt x="3840" y="1705"/>
                </a:cubicBezTo>
                <a:close/>
                <a:moveTo>
                  <a:pt x="3587" y="1208"/>
                </a:moveTo>
                <a:cubicBezTo>
                  <a:pt x="3585" y="1207"/>
                  <a:pt x="3582" y="1206"/>
                  <a:pt x="3580" y="1204"/>
                </a:cubicBezTo>
                <a:cubicBezTo>
                  <a:pt x="3578" y="1198"/>
                  <a:pt x="3586" y="1205"/>
                  <a:pt x="3587" y="1208"/>
                </a:cubicBezTo>
                <a:close/>
                <a:moveTo>
                  <a:pt x="3234" y="928"/>
                </a:moveTo>
                <a:cubicBezTo>
                  <a:pt x="3238" y="930"/>
                  <a:pt x="3243" y="932"/>
                  <a:pt x="3248" y="934"/>
                </a:cubicBezTo>
                <a:cubicBezTo>
                  <a:pt x="3256" y="941"/>
                  <a:pt x="3265" y="942"/>
                  <a:pt x="3273" y="950"/>
                </a:cubicBezTo>
                <a:cubicBezTo>
                  <a:pt x="3278" y="950"/>
                  <a:pt x="3283" y="953"/>
                  <a:pt x="3287" y="955"/>
                </a:cubicBezTo>
                <a:cubicBezTo>
                  <a:pt x="3291" y="957"/>
                  <a:pt x="3295" y="962"/>
                  <a:pt x="3299" y="962"/>
                </a:cubicBezTo>
                <a:cubicBezTo>
                  <a:pt x="3308" y="965"/>
                  <a:pt x="3317" y="970"/>
                  <a:pt x="3326" y="974"/>
                </a:cubicBezTo>
                <a:cubicBezTo>
                  <a:pt x="3342" y="986"/>
                  <a:pt x="3361" y="990"/>
                  <a:pt x="3376" y="1006"/>
                </a:cubicBezTo>
                <a:cubicBezTo>
                  <a:pt x="3381" y="1008"/>
                  <a:pt x="3386" y="1007"/>
                  <a:pt x="3389" y="1014"/>
                </a:cubicBezTo>
                <a:cubicBezTo>
                  <a:pt x="3395" y="1010"/>
                  <a:pt x="3396" y="1023"/>
                  <a:pt x="3402" y="1021"/>
                </a:cubicBezTo>
                <a:cubicBezTo>
                  <a:pt x="3410" y="1027"/>
                  <a:pt x="3418" y="1034"/>
                  <a:pt x="3427" y="1037"/>
                </a:cubicBezTo>
                <a:cubicBezTo>
                  <a:pt x="3430" y="1042"/>
                  <a:pt x="3434" y="1046"/>
                  <a:pt x="3438" y="1047"/>
                </a:cubicBezTo>
                <a:cubicBezTo>
                  <a:pt x="3439" y="1050"/>
                  <a:pt x="3436" y="1048"/>
                  <a:pt x="3434" y="1049"/>
                </a:cubicBezTo>
                <a:cubicBezTo>
                  <a:pt x="3432" y="1048"/>
                  <a:pt x="3430" y="1047"/>
                  <a:pt x="3428" y="1044"/>
                </a:cubicBezTo>
                <a:cubicBezTo>
                  <a:pt x="3422" y="1049"/>
                  <a:pt x="3422" y="1034"/>
                  <a:pt x="3415" y="1041"/>
                </a:cubicBezTo>
                <a:cubicBezTo>
                  <a:pt x="3409" y="1031"/>
                  <a:pt x="3400" y="1034"/>
                  <a:pt x="3393" y="1026"/>
                </a:cubicBezTo>
                <a:cubicBezTo>
                  <a:pt x="3392" y="1024"/>
                  <a:pt x="3388" y="1027"/>
                  <a:pt x="3387" y="1024"/>
                </a:cubicBezTo>
                <a:cubicBezTo>
                  <a:pt x="3386" y="1020"/>
                  <a:pt x="3383" y="1021"/>
                  <a:pt x="3380" y="1022"/>
                </a:cubicBezTo>
                <a:cubicBezTo>
                  <a:pt x="3378" y="1015"/>
                  <a:pt x="3372" y="1022"/>
                  <a:pt x="3370" y="1014"/>
                </a:cubicBezTo>
                <a:cubicBezTo>
                  <a:pt x="3362" y="1014"/>
                  <a:pt x="3355" y="1007"/>
                  <a:pt x="3347" y="1003"/>
                </a:cubicBezTo>
                <a:cubicBezTo>
                  <a:pt x="3338" y="1002"/>
                  <a:pt x="3331" y="995"/>
                  <a:pt x="3323" y="989"/>
                </a:cubicBezTo>
                <a:cubicBezTo>
                  <a:pt x="3315" y="989"/>
                  <a:pt x="3307" y="983"/>
                  <a:pt x="3300" y="978"/>
                </a:cubicBezTo>
                <a:cubicBezTo>
                  <a:pt x="3296" y="977"/>
                  <a:pt x="3293" y="972"/>
                  <a:pt x="3288" y="971"/>
                </a:cubicBezTo>
                <a:cubicBezTo>
                  <a:pt x="3285" y="968"/>
                  <a:pt x="3280" y="971"/>
                  <a:pt x="3278" y="963"/>
                </a:cubicBezTo>
                <a:cubicBezTo>
                  <a:pt x="3270" y="961"/>
                  <a:pt x="3264" y="953"/>
                  <a:pt x="3255" y="952"/>
                </a:cubicBezTo>
                <a:cubicBezTo>
                  <a:pt x="3254" y="950"/>
                  <a:pt x="3253" y="948"/>
                  <a:pt x="3252" y="946"/>
                </a:cubicBezTo>
                <a:cubicBezTo>
                  <a:pt x="3247" y="942"/>
                  <a:pt x="3242" y="939"/>
                  <a:pt x="3236" y="938"/>
                </a:cubicBezTo>
                <a:cubicBezTo>
                  <a:pt x="3232" y="933"/>
                  <a:pt x="3228" y="927"/>
                  <a:pt x="3222" y="927"/>
                </a:cubicBezTo>
                <a:cubicBezTo>
                  <a:pt x="3222" y="917"/>
                  <a:pt x="3230" y="930"/>
                  <a:pt x="3234" y="928"/>
                </a:cubicBezTo>
                <a:close/>
                <a:moveTo>
                  <a:pt x="3269" y="856"/>
                </a:moveTo>
                <a:cubicBezTo>
                  <a:pt x="3278" y="856"/>
                  <a:pt x="3285" y="867"/>
                  <a:pt x="3294" y="867"/>
                </a:cubicBezTo>
                <a:cubicBezTo>
                  <a:pt x="3296" y="873"/>
                  <a:pt x="3289" y="865"/>
                  <a:pt x="3287" y="868"/>
                </a:cubicBezTo>
                <a:cubicBezTo>
                  <a:pt x="3284" y="866"/>
                  <a:pt x="3281" y="867"/>
                  <a:pt x="3279" y="864"/>
                </a:cubicBezTo>
                <a:cubicBezTo>
                  <a:pt x="3274" y="860"/>
                  <a:pt x="3267" y="862"/>
                  <a:pt x="3263" y="855"/>
                </a:cubicBezTo>
                <a:cubicBezTo>
                  <a:pt x="3252" y="853"/>
                  <a:pt x="3242" y="851"/>
                  <a:pt x="3231" y="848"/>
                </a:cubicBezTo>
                <a:cubicBezTo>
                  <a:pt x="3226" y="845"/>
                  <a:pt x="3221" y="843"/>
                  <a:pt x="3215" y="843"/>
                </a:cubicBezTo>
                <a:cubicBezTo>
                  <a:pt x="3211" y="839"/>
                  <a:pt x="3206" y="839"/>
                  <a:pt x="3201" y="838"/>
                </a:cubicBezTo>
                <a:cubicBezTo>
                  <a:pt x="3195" y="839"/>
                  <a:pt x="3190" y="834"/>
                  <a:pt x="3185" y="833"/>
                </a:cubicBezTo>
                <a:cubicBezTo>
                  <a:pt x="3180" y="832"/>
                  <a:pt x="3175" y="831"/>
                  <a:pt x="3171" y="828"/>
                </a:cubicBezTo>
                <a:cubicBezTo>
                  <a:pt x="3161" y="826"/>
                  <a:pt x="3152" y="820"/>
                  <a:pt x="3142" y="820"/>
                </a:cubicBezTo>
                <a:cubicBezTo>
                  <a:pt x="3130" y="810"/>
                  <a:pt x="3117" y="809"/>
                  <a:pt x="3105" y="799"/>
                </a:cubicBezTo>
                <a:cubicBezTo>
                  <a:pt x="3102" y="800"/>
                  <a:pt x="3098" y="799"/>
                  <a:pt x="3096" y="797"/>
                </a:cubicBezTo>
                <a:cubicBezTo>
                  <a:pt x="3094" y="789"/>
                  <a:pt x="3088" y="799"/>
                  <a:pt x="3087" y="791"/>
                </a:cubicBezTo>
                <a:cubicBezTo>
                  <a:pt x="3080" y="793"/>
                  <a:pt x="3077" y="781"/>
                  <a:pt x="3069" y="784"/>
                </a:cubicBezTo>
                <a:cubicBezTo>
                  <a:pt x="3068" y="781"/>
                  <a:pt x="3066" y="778"/>
                  <a:pt x="3064" y="779"/>
                </a:cubicBezTo>
                <a:cubicBezTo>
                  <a:pt x="3064" y="777"/>
                  <a:pt x="3064" y="774"/>
                  <a:pt x="3061" y="775"/>
                </a:cubicBezTo>
                <a:cubicBezTo>
                  <a:pt x="3058" y="774"/>
                  <a:pt x="3055" y="769"/>
                  <a:pt x="3052" y="764"/>
                </a:cubicBezTo>
                <a:cubicBezTo>
                  <a:pt x="3060" y="762"/>
                  <a:pt x="3065" y="770"/>
                  <a:pt x="3072" y="769"/>
                </a:cubicBezTo>
                <a:cubicBezTo>
                  <a:pt x="3077" y="776"/>
                  <a:pt x="3084" y="774"/>
                  <a:pt x="3089" y="781"/>
                </a:cubicBezTo>
                <a:cubicBezTo>
                  <a:pt x="3094" y="782"/>
                  <a:pt x="3100" y="782"/>
                  <a:pt x="3104" y="787"/>
                </a:cubicBezTo>
                <a:cubicBezTo>
                  <a:pt x="3108" y="787"/>
                  <a:pt x="3112" y="789"/>
                  <a:pt x="3117" y="790"/>
                </a:cubicBezTo>
                <a:cubicBezTo>
                  <a:pt x="3125" y="792"/>
                  <a:pt x="3133" y="798"/>
                  <a:pt x="3142" y="801"/>
                </a:cubicBezTo>
                <a:cubicBezTo>
                  <a:pt x="3151" y="803"/>
                  <a:pt x="3160" y="806"/>
                  <a:pt x="3169" y="810"/>
                </a:cubicBezTo>
                <a:cubicBezTo>
                  <a:pt x="3177" y="812"/>
                  <a:pt x="3186" y="815"/>
                  <a:pt x="3194" y="820"/>
                </a:cubicBezTo>
                <a:cubicBezTo>
                  <a:pt x="3196" y="821"/>
                  <a:pt x="3200" y="820"/>
                  <a:pt x="3201" y="824"/>
                </a:cubicBezTo>
                <a:cubicBezTo>
                  <a:pt x="3204" y="823"/>
                  <a:pt x="3205" y="827"/>
                  <a:pt x="3208" y="826"/>
                </a:cubicBezTo>
                <a:cubicBezTo>
                  <a:pt x="3211" y="830"/>
                  <a:pt x="3217" y="825"/>
                  <a:pt x="3220" y="832"/>
                </a:cubicBezTo>
                <a:cubicBezTo>
                  <a:pt x="3229" y="834"/>
                  <a:pt x="3237" y="839"/>
                  <a:pt x="3245" y="843"/>
                </a:cubicBezTo>
                <a:cubicBezTo>
                  <a:pt x="3253" y="849"/>
                  <a:pt x="3262" y="849"/>
                  <a:pt x="3269" y="856"/>
                </a:cubicBezTo>
                <a:close/>
                <a:moveTo>
                  <a:pt x="3121" y="851"/>
                </a:moveTo>
                <a:cubicBezTo>
                  <a:pt x="3114" y="851"/>
                  <a:pt x="3115" y="840"/>
                  <a:pt x="3113" y="836"/>
                </a:cubicBezTo>
                <a:cubicBezTo>
                  <a:pt x="3120" y="836"/>
                  <a:pt x="3119" y="847"/>
                  <a:pt x="3121" y="851"/>
                </a:cubicBezTo>
                <a:close/>
                <a:moveTo>
                  <a:pt x="2966" y="723"/>
                </a:moveTo>
                <a:cubicBezTo>
                  <a:pt x="2974" y="724"/>
                  <a:pt x="2969" y="736"/>
                  <a:pt x="2973" y="741"/>
                </a:cubicBezTo>
                <a:cubicBezTo>
                  <a:pt x="2967" y="741"/>
                  <a:pt x="2968" y="728"/>
                  <a:pt x="2966" y="723"/>
                </a:cubicBezTo>
                <a:close/>
                <a:moveTo>
                  <a:pt x="3008" y="1016"/>
                </a:moveTo>
                <a:cubicBezTo>
                  <a:pt x="3004" y="1017"/>
                  <a:pt x="3007" y="1015"/>
                  <a:pt x="3006" y="1012"/>
                </a:cubicBezTo>
                <a:cubicBezTo>
                  <a:pt x="3004" y="1010"/>
                  <a:pt x="3003" y="1008"/>
                  <a:pt x="3002" y="1006"/>
                </a:cubicBezTo>
                <a:cubicBezTo>
                  <a:pt x="3001" y="1000"/>
                  <a:pt x="2996" y="993"/>
                  <a:pt x="2997" y="987"/>
                </a:cubicBezTo>
                <a:cubicBezTo>
                  <a:pt x="2997" y="982"/>
                  <a:pt x="2990" y="975"/>
                  <a:pt x="2993" y="971"/>
                </a:cubicBezTo>
                <a:cubicBezTo>
                  <a:pt x="2990" y="965"/>
                  <a:pt x="2991" y="960"/>
                  <a:pt x="2988" y="954"/>
                </a:cubicBezTo>
                <a:cubicBezTo>
                  <a:pt x="2982" y="947"/>
                  <a:pt x="2991" y="944"/>
                  <a:pt x="2984" y="937"/>
                </a:cubicBezTo>
                <a:cubicBezTo>
                  <a:pt x="2987" y="935"/>
                  <a:pt x="2982" y="930"/>
                  <a:pt x="2985" y="928"/>
                </a:cubicBezTo>
                <a:cubicBezTo>
                  <a:pt x="2985" y="926"/>
                  <a:pt x="2985" y="924"/>
                  <a:pt x="2983" y="921"/>
                </a:cubicBezTo>
                <a:cubicBezTo>
                  <a:pt x="2985" y="916"/>
                  <a:pt x="2981" y="910"/>
                  <a:pt x="2983" y="905"/>
                </a:cubicBezTo>
                <a:cubicBezTo>
                  <a:pt x="2981" y="894"/>
                  <a:pt x="2982" y="884"/>
                  <a:pt x="2978" y="872"/>
                </a:cubicBezTo>
                <a:cubicBezTo>
                  <a:pt x="2981" y="851"/>
                  <a:pt x="2975" y="827"/>
                  <a:pt x="2980" y="805"/>
                </a:cubicBezTo>
                <a:cubicBezTo>
                  <a:pt x="2976" y="795"/>
                  <a:pt x="2977" y="786"/>
                  <a:pt x="2974" y="776"/>
                </a:cubicBezTo>
                <a:cubicBezTo>
                  <a:pt x="2973" y="766"/>
                  <a:pt x="2969" y="756"/>
                  <a:pt x="2972" y="747"/>
                </a:cubicBezTo>
                <a:cubicBezTo>
                  <a:pt x="2979" y="747"/>
                  <a:pt x="2976" y="759"/>
                  <a:pt x="2978" y="763"/>
                </a:cubicBezTo>
                <a:cubicBezTo>
                  <a:pt x="2977" y="769"/>
                  <a:pt x="2980" y="775"/>
                  <a:pt x="2980" y="781"/>
                </a:cubicBezTo>
                <a:cubicBezTo>
                  <a:pt x="2988" y="789"/>
                  <a:pt x="2979" y="792"/>
                  <a:pt x="2985" y="800"/>
                </a:cubicBezTo>
                <a:cubicBezTo>
                  <a:pt x="2984" y="805"/>
                  <a:pt x="2988" y="812"/>
                  <a:pt x="2984" y="817"/>
                </a:cubicBezTo>
                <a:cubicBezTo>
                  <a:pt x="2988" y="818"/>
                  <a:pt x="2987" y="820"/>
                  <a:pt x="2988" y="823"/>
                </a:cubicBezTo>
                <a:cubicBezTo>
                  <a:pt x="2985" y="826"/>
                  <a:pt x="2991" y="826"/>
                  <a:pt x="2988" y="828"/>
                </a:cubicBezTo>
                <a:cubicBezTo>
                  <a:pt x="2988" y="834"/>
                  <a:pt x="2990" y="841"/>
                  <a:pt x="2990" y="846"/>
                </a:cubicBezTo>
                <a:cubicBezTo>
                  <a:pt x="2992" y="853"/>
                  <a:pt x="2990" y="858"/>
                  <a:pt x="2992" y="864"/>
                </a:cubicBezTo>
                <a:cubicBezTo>
                  <a:pt x="2994" y="871"/>
                  <a:pt x="2988" y="875"/>
                  <a:pt x="2994" y="882"/>
                </a:cubicBezTo>
                <a:cubicBezTo>
                  <a:pt x="2989" y="887"/>
                  <a:pt x="2996" y="894"/>
                  <a:pt x="2996" y="900"/>
                </a:cubicBezTo>
                <a:cubicBezTo>
                  <a:pt x="2996" y="906"/>
                  <a:pt x="2998" y="912"/>
                  <a:pt x="2998" y="918"/>
                </a:cubicBezTo>
                <a:cubicBezTo>
                  <a:pt x="2997" y="930"/>
                  <a:pt x="3002" y="942"/>
                  <a:pt x="2999" y="953"/>
                </a:cubicBezTo>
                <a:cubicBezTo>
                  <a:pt x="3003" y="978"/>
                  <a:pt x="3006" y="1001"/>
                  <a:pt x="3017" y="1028"/>
                </a:cubicBezTo>
                <a:cubicBezTo>
                  <a:pt x="3012" y="1030"/>
                  <a:pt x="3011" y="1019"/>
                  <a:pt x="3008" y="1016"/>
                </a:cubicBezTo>
                <a:close/>
                <a:moveTo>
                  <a:pt x="3027" y="1036"/>
                </a:moveTo>
                <a:cubicBezTo>
                  <a:pt x="3032" y="1033"/>
                  <a:pt x="3024" y="1028"/>
                  <a:pt x="3023" y="1024"/>
                </a:cubicBezTo>
                <a:cubicBezTo>
                  <a:pt x="3013" y="970"/>
                  <a:pt x="3013" y="964"/>
                  <a:pt x="3010" y="958"/>
                </a:cubicBezTo>
                <a:cubicBezTo>
                  <a:pt x="3009" y="898"/>
                  <a:pt x="3001" y="890"/>
                  <a:pt x="3007" y="886"/>
                </a:cubicBezTo>
                <a:cubicBezTo>
                  <a:pt x="2992" y="822"/>
                  <a:pt x="3003" y="819"/>
                  <a:pt x="2998" y="812"/>
                </a:cubicBezTo>
                <a:cubicBezTo>
                  <a:pt x="2992" y="771"/>
                  <a:pt x="2986" y="766"/>
                  <a:pt x="2990" y="764"/>
                </a:cubicBezTo>
                <a:cubicBezTo>
                  <a:pt x="2983" y="719"/>
                  <a:pt x="2985" y="730"/>
                  <a:pt x="2988" y="733"/>
                </a:cubicBezTo>
                <a:cubicBezTo>
                  <a:pt x="3000" y="776"/>
                  <a:pt x="3004" y="782"/>
                  <a:pt x="3003" y="787"/>
                </a:cubicBezTo>
                <a:cubicBezTo>
                  <a:pt x="3014" y="823"/>
                  <a:pt x="3013" y="827"/>
                  <a:pt x="3018" y="833"/>
                </a:cubicBezTo>
                <a:cubicBezTo>
                  <a:pt x="3023" y="872"/>
                  <a:pt x="3015" y="879"/>
                  <a:pt x="3023" y="890"/>
                </a:cubicBezTo>
                <a:cubicBezTo>
                  <a:pt x="3027" y="937"/>
                  <a:pt x="3022" y="940"/>
                  <a:pt x="3027" y="945"/>
                </a:cubicBezTo>
                <a:cubicBezTo>
                  <a:pt x="3036" y="1011"/>
                  <a:pt x="3031" y="1019"/>
                  <a:pt x="3037" y="1030"/>
                </a:cubicBezTo>
                <a:close/>
                <a:moveTo>
                  <a:pt x="2998" y="735"/>
                </a:moveTo>
                <a:cubicBezTo>
                  <a:pt x="3003" y="732"/>
                  <a:pt x="3005" y="737"/>
                  <a:pt x="3008" y="740"/>
                </a:cubicBezTo>
                <a:cubicBezTo>
                  <a:pt x="3006" y="741"/>
                  <a:pt x="3004" y="742"/>
                  <a:pt x="3002" y="744"/>
                </a:cubicBezTo>
                <a:cubicBezTo>
                  <a:pt x="3001" y="741"/>
                  <a:pt x="2999" y="738"/>
                  <a:pt x="2998" y="735"/>
                </a:cubicBezTo>
                <a:close/>
                <a:moveTo>
                  <a:pt x="3035" y="859"/>
                </a:moveTo>
                <a:cubicBezTo>
                  <a:pt x="3033" y="862"/>
                  <a:pt x="3036" y="867"/>
                  <a:pt x="3037" y="871"/>
                </a:cubicBezTo>
                <a:cubicBezTo>
                  <a:pt x="3040" y="880"/>
                  <a:pt x="3037" y="886"/>
                  <a:pt x="3043" y="895"/>
                </a:cubicBezTo>
                <a:cubicBezTo>
                  <a:pt x="3041" y="899"/>
                  <a:pt x="3043" y="904"/>
                  <a:pt x="3044" y="908"/>
                </a:cubicBezTo>
                <a:cubicBezTo>
                  <a:pt x="3044" y="912"/>
                  <a:pt x="3047" y="917"/>
                  <a:pt x="3046" y="921"/>
                </a:cubicBezTo>
                <a:cubicBezTo>
                  <a:pt x="3051" y="926"/>
                  <a:pt x="3043" y="928"/>
                  <a:pt x="3048" y="933"/>
                </a:cubicBezTo>
                <a:cubicBezTo>
                  <a:pt x="3046" y="936"/>
                  <a:pt x="3052" y="942"/>
                  <a:pt x="3049" y="944"/>
                </a:cubicBezTo>
                <a:cubicBezTo>
                  <a:pt x="3054" y="948"/>
                  <a:pt x="3044" y="955"/>
                  <a:pt x="3051" y="953"/>
                </a:cubicBezTo>
                <a:cubicBezTo>
                  <a:pt x="3053" y="958"/>
                  <a:pt x="3047" y="961"/>
                  <a:pt x="3053" y="966"/>
                </a:cubicBezTo>
                <a:cubicBezTo>
                  <a:pt x="3054" y="974"/>
                  <a:pt x="3060" y="983"/>
                  <a:pt x="3055" y="989"/>
                </a:cubicBezTo>
                <a:cubicBezTo>
                  <a:pt x="3063" y="1007"/>
                  <a:pt x="3055" y="1021"/>
                  <a:pt x="3064" y="1039"/>
                </a:cubicBezTo>
                <a:cubicBezTo>
                  <a:pt x="3064" y="1046"/>
                  <a:pt x="3060" y="1052"/>
                  <a:pt x="3066" y="1060"/>
                </a:cubicBezTo>
                <a:cubicBezTo>
                  <a:pt x="3061" y="1065"/>
                  <a:pt x="3066" y="1073"/>
                  <a:pt x="3066" y="1079"/>
                </a:cubicBezTo>
                <a:cubicBezTo>
                  <a:pt x="3059" y="1084"/>
                  <a:pt x="3069" y="1094"/>
                  <a:pt x="3064" y="1100"/>
                </a:cubicBezTo>
                <a:cubicBezTo>
                  <a:pt x="3067" y="1107"/>
                  <a:pt x="3063" y="1112"/>
                  <a:pt x="3067" y="1120"/>
                </a:cubicBezTo>
                <a:cubicBezTo>
                  <a:pt x="3062" y="1121"/>
                  <a:pt x="3060" y="1110"/>
                  <a:pt x="3056" y="1106"/>
                </a:cubicBezTo>
                <a:cubicBezTo>
                  <a:pt x="3056" y="1100"/>
                  <a:pt x="3049" y="1092"/>
                  <a:pt x="3050" y="1085"/>
                </a:cubicBezTo>
                <a:cubicBezTo>
                  <a:pt x="3047" y="1075"/>
                  <a:pt x="3049" y="1065"/>
                  <a:pt x="3046" y="1055"/>
                </a:cubicBezTo>
                <a:cubicBezTo>
                  <a:pt x="3048" y="1050"/>
                  <a:pt x="3047" y="1045"/>
                  <a:pt x="3045" y="1039"/>
                </a:cubicBezTo>
                <a:cubicBezTo>
                  <a:pt x="3050" y="1035"/>
                  <a:pt x="3042" y="1029"/>
                  <a:pt x="3046" y="1025"/>
                </a:cubicBezTo>
                <a:cubicBezTo>
                  <a:pt x="3043" y="1014"/>
                  <a:pt x="3045" y="1005"/>
                  <a:pt x="3042" y="994"/>
                </a:cubicBezTo>
                <a:cubicBezTo>
                  <a:pt x="3045" y="991"/>
                  <a:pt x="3038" y="984"/>
                  <a:pt x="3042" y="981"/>
                </a:cubicBezTo>
                <a:cubicBezTo>
                  <a:pt x="3040" y="975"/>
                  <a:pt x="3041" y="971"/>
                  <a:pt x="3036" y="965"/>
                </a:cubicBezTo>
                <a:cubicBezTo>
                  <a:pt x="3042" y="961"/>
                  <a:pt x="3038" y="955"/>
                  <a:pt x="3035" y="949"/>
                </a:cubicBezTo>
                <a:cubicBezTo>
                  <a:pt x="3042" y="946"/>
                  <a:pt x="3035" y="940"/>
                  <a:pt x="3035" y="935"/>
                </a:cubicBezTo>
                <a:cubicBezTo>
                  <a:pt x="3042" y="928"/>
                  <a:pt x="3030" y="915"/>
                  <a:pt x="3036" y="908"/>
                </a:cubicBezTo>
                <a:cubicBezTo>
                  <a:pt x="3029" y="900"/>
                  <a:pt x="3036" y="897"/>
                  <a:pt x="3032" y="891"/>
                </a:cubicBezTo>
                <a:cubicBezTo>
                  <a:pt x="3031" y="886"/>
                  <a:pt x="3032" y="882"/>
                  <a:pt x="3032" y="877"/>
                </a:cubicBezTo>
                <a:cubicBezTo>
                  <a:pt x="3031" y="867"/>
                  <a:pt x="3031" y="858"/>
                  <a:pt x="3029" y="848"/>
                </a:cubicBezTo>
                <a:cubicBezTo>
                  <a:pt x="3036" y="847"/>
                  <a:pt x="3032" y="856"/>
                  <a:pt x="3035" y="859"/>
                </a:cubicBezTo>
                <a:close/>
                <a:moveTo>
                  <a:pt x="3020" y="794"/>
                </a:moveTo>
                <a:cubicBezTo>
                  <a:pt x="3022" y="799"/>
                  <a:pt x="3021" y="803"/>
                  <a:pt x="3026" y="809"/>
                </a:cubicBezTo>
                <a:cubicBezTo>
                  <a:pt x="3021" y="813"/>
                  <a:pt x="3030" y="821"/>
                  <a:pt x="3027" y="825"/>
                </a:cubicBezTo>
                <a:cubicBezTo>
                  <a:pt x="3033" y="831"/>
                  <a:pt x="3028" y="835"/>
                  <a:pt x="3033" y="841"/>
                </a:cubicBezTo>
                <a:cubicBezTo>
                  <a:pt x="3025" y="846"/>
                  <a:pt x="3028" y="832"/>
                  <a:pt x="3026" y="828"/>
                </a:cubicBezTo>
                <a:cubicBezTo>
                  <a:pt x="3022" y="822"/>
                  <a:pt x="3025" y="818"/>
                  <a:pt x="3019" y="811"/>
                </a:cubicBezTo>
                <a:cubicBezTo>
                  <a:pt x="3023" y="803"/>
                  <a:pt x="3013" y="791"/>
                  <a:pt x="3013" y="781"/>
                </a:cubicBezTo>
                <a:cubicBezTo>
                  <a:pt x="3020" y="780"/>
                  <a:pt x="3017" y="790"/>
                  <a:pt x="3020" y="794"/>
                </a:cubicBezTo>
                <a:close/>
                <a:moveTo>
                  <a:pt x="3009" y="726"/>
                </a:moveTo>
                <a:cubicBezTo>
                  <a:pt x="3000" y="718"/>
                  <a:pt x="2991" y="710"/>
                  <a:pt x="2981" y="706"/>
                </a:cubicBezTo>
                <a:cubicBezTo>
                  <a:pt x="2978" y="701"/>
                  <a:pt x="2988" y="702"/>
                  <a:pt x="2988" y="705"/>
                </a:cubicBezTo>
                <a:cubicBezTo>
                  <a:pt x="2991" y="704"/>
                  <a:pt x="2994" y="705"/>
                  <a:pt x="2996" y="709"/>
                </a:cubicBezTo>
                <a:cubicBezTo>
                  <a:pt x="3002" y="709"/>
                  <a:pt x="3008" y="713"/>
                  <a:pt x="3013" y="715"/>
                </a:cubicBezTo>
                <a:cubicBezTo>
                  <a:pt x="3024" y="722"/>
                  <a:pt x="3036" y="723"/>
                  <a:pt x="3046" y="729"/>
                </a:cubicBezTo>
                <a:cubicBezTo>
                  <a:pt x="3057" y="733"/>
                  <a:pt x="3068" y="740"/>
                  <a:pt x="3080" y="740"/>
                </a:cubicBezTo>
                <a:cubicBezTo>
                  <a:pt x="3084" y="749"/>
                  <a:pt x="3092" y="742"/>
                  <a:pt x="3096" y="750"/>
                </a:cubicBezTo>
                <a:cubicBezTo>
                  <a:pt x="3103" y="748"/>
                  <a:pt x="3106" y="756"/>
                  <a:pt x="3112" y="754"/>
                </a:cubicBezTo>
                <a:cubicBezTo>
                  <a:pt x="3122" y="765"/>
                  <a:pt x="3136" y="763"/>
                  <a:pt x="3146" y="771"/>
                </a:cubicBezTo>
                <a:cubicBezTo>
                  <a:pt x="3151" y="776"/>
                  <a:pt x="3159" y="772"/>
                  <a:pt x="3163" y="780"/>
                </a:cubicBezTo>
                <a:cubicBezTo>
                  <a:pt x="3168" y="781"/>
                  <a:pt x="3174" y="783"/>
                  <a:pt x="3178" y="788"/>
                </a:cubicBezTo>
                <a:cubicBezTo>
                  <a:pt x="3189" y="792"/>
                  <a:pt x="3199" y="799"/>
                  <a:pt x="3210" y="805"/>
                </a:cubicBezTo>
                <a:cubicBezTo>
                  <a:pt x="3214" y="814"/>
                  <a:pt x="3222" y="809"/>
                  <a:pt x="3225" y="818"/>
                </a:cubicBezTo>
                <a:cubicBezTo>
                  <a:pt x="3231" y="818"/>
                  <a:pt x="3235" y="826"/>
                  <a:pt x="3241" y="826"/>
                </a:cubicBezTo>
                <a:cubicBezTo>
                  <a:pt x="3242" y="828"/>
                  <a:pt x="3243" y="830"/>
                  <a:pt x="3244" y="832"/>
                </a:cubicBezTo>
                <a:cubicBezTo>
                  <a:pt x="3234" y="831"/>
                  <a:pt x="3225" y="823"/>
                  <a:pt x="3215" y="819"/>
                </a:cubicBezTo>
                <a:cubicBezTo>
                  <a:pt x="3205" y="814"/>
                  <a:pt x="3195" y="810"/>
                  <a:pt x="3185" y="806"/>
                </a:cubicBezTo>
                <a:cubicBezTo>
                  <a:pt x="3181" y="801"/>
                  <a:pt x="3175" y="801"/>
                  <a:pt x="3170" y="798"/>
                </a:cubicBezTo>
                <a:cubicBezTo>
                  <a:pt x="3167" y="799"/>
                  <a:pt x="3164" y="798"/>
                  <a:pt x="3162" y="794"/>
                </a:cubicBezTo>
                <a:cubicBezTo>
                  <a:pt x="3159" y="797"/>
                  <a:pt x="3158" y="795"/>
                  <a:pt x="3156" y="792"/>
                </a:cubicBezTo>
                <a:cubicBezTo>
                  <a:pt x="3150" y="797"/>
                  <a:pt x="3147" y="787"/>
                  <a:pt x="3141" y="790"/>
                </a:cubicBezTo>
                <a:cubicBezTo>
                  <a:pt x="3139" y="785"/>
                  <a:pt x="3135" y="789"/>
                  <a:pt x="3133" y="786"/>
                </a:cubicBezTo>
                <a:cubicBezTo>
                  <a:pt x="3131" y="785"/>
                  <a:pt x="3129" y="784"/>
                  <a:pt x="3128" y="781"/>
                </a:cubicBezTo>
                <a:cubicBezTo>
                  <a:pt x="3122" y="779"/>
                  <a:pt x="3116" y="781"/>
                  <a:pt x="3112" y="777"/>
                </a:cubicBezTo>
                <a:cubicBezTo>
                  <a:pt x="3106" y="777"/>
                  <a:pt x="3103" y="770"/>
                  <a:pt x="3097" y="774"/>
                </a:cubicBezTo>
                <a:cubicBezTo>
                  <a:pt x="3088" y="764"/>
                  <a:pt x="3077" y="763"/>
                  <a:pt x="3067" y="756"/>
                </a:cubicBezTo>
                <a:cubicBezTo>
                  <a:pt x="3056" y="755"/>
                  <a:pt x="3048" y="745"/>
                  <a:pt x="3037" y="743"/>
                </a:cubicBezTo>
                <a:cubicBezTo>
                  <a:pt x="3029" y="733"/>
                  <a:pt x="3018" y="734"/>
                  <a:pt x="3009" y="726"/>
                </a:cubicBezTo>
                <a:close/>
                <a:moveTo>
                  <a:pt x="3088" y="932"/>
                </a:moveTo>
                <a:cubicBezTo>
                  <a:pt x="3086" y="928"/>
                  <a:pt x="3084" y="924"/>
                  <a:pt x="3081" y="920"/>
                </a:cubicBezTo>
                <a:cubicBezTo>
                  <a:pt x="3085" y="915"/>
                  <a:pt x="3078" y="907"/>
                  <a:pt x="3079" y="902"/>
                </a:cubicBezTo>
                <a:cubicBezTo>
                  <a:pt x="3082" y="897"/>
                  <a:pt x="3078" y="890"/>
                  <a:pt x="3077" y="884"/>
                </a:cubicBezTo>
                <a:cubicBezTo>
                  <a:pt x="3077" y="878"/>
                  <a:pt x="3071" y="871"/>
                  <a:pt x="3072" y="865"/>
                </a:cubicBezTo>
                <a:cubicBezTo>
                  <a:pt x="3068" y="861"/>
                  <a:pt x="3070" y="859"/>
                  <a:pt x="3069" y="856"/>
                </a:cubicBezTo>
                <a:cubicBezTo>
                  <a:pt x="3067" y="853"/>
                  <a:pt x="3065" y="850"/>
                  <a:pt x="3068" y="848"/>
                </a:cubicBezTo>
                <a:cubicBezTo>
                  <a:pt x="3062" y="838"/>
                  <a:pt x="3063" y="821"/>
                  <a:pt x="3054" y="815"/>
                </a:cubicBezTo>
                <a:cubicBezTo>
                  <a:pt x="3057" y="813"/>
                  <a:pt x="3053" y="809"/>
                  <a:pt x="3051" y="806"/>
                </a:cubicBezTo>
                <a:cubicBezTo>
                  <a:pt x="3049" y="802"/>
                  <a:pt x="3051" y="800"/>
                  <a:pt x="3049" y="796"/>
                </a:cubicBezTo>
                <a:cubicBezTo>
                  <a:pt x="3050" y="791"/>
                  <a:pt x="3041" y="784"/>
                  <a:pt x="3048" y="780"/>
                </a:cubicBezTo>
                <a:cubicBezTo>
                  <a:pt x="3068" y="811"/>
                  <a:pt x="3067" y="836"/>
                  <a:pt x="3080" y="866"/>
                </a:cubicBezTo>
                <a:cubicBezTo>
                  <a:pt x="3079" y="871"/>
                  <a:pt x="3078" y="877"/>
                  <a:pt x="3082" y="884"/>
                </a:cubicBezTo>
                <a:cubicBezTo>
                  <a:pt x="3080" y="888"/>
                  <a:pt x="3085" y="895"/>
                  <a:pt x="3083" y="900"/>
                </a:cubicBezTo>
                <a:cubicBezTo>
                  <a:pt x="3083" y="905"/>
                  <a:pt x="3086" y="911"/>
                  <a:pt x="3087" y="916"/>
                </a:cubicBezTo>
                <a:cubicBezTo>
                  <a:pt x="3085" y="921"/>
                  <a:pt x="3090" y="927"/>
                  <a:pt x="3088" y="932"/>
                </a:cubicBezTo>
                <a:cubicBezTo>
                  <a:pt x="3095" y="940"/>
                  <a:pt x="3082" y="936"/>
                  <a:pt x="3088" y="932"/>
                </a:cubicBezTo>
                <a:close/>
                <a:moveTo>
                  <a:pt x="3098" y="1017"/>
                </a:moveTo>
                <a:cubicBezTo>
                  <a:pt x="3095" y="1012"/>
                  <a:pt x="3099" y="1010"/>
                  <a:pt x="3094" y="1005"/>
                </a:cubicBezTo>
                <a:cubicBezTo>
                  <a:pt x="3100" y="1001"/>
                  <a:pt x="3093" y="994"/>
                  <a:pt x="3097" y="990"/>
                </a:cubicBezTo>
                <a:cubicBezTo>
                  <a:pt x="3099" y="995"/>
                  <a:pt x="3100" y="1000"/>
                  <a:pt x="3097" y="1004"/>
                </a:cubicBezTo>
                <a:cubicBezTo>
                  <a:pt x="3101" y="1012"/>
                  <a:pt x="3100" y="1019"/>
                  <a:pt x="3101" y="1026"/>
                </a:cubicBezTo>
                <a:cubicBezTo>
                  <a:pt x="3097" y="1027"/>
                  <a:pt x="3100" y="1024"/>
                  <a:pt x="3099" y="1022"/>
                </a:cubicBezTo>
                <a:cubicBezTo>
                  <a:pt x="3097" y="1020"/>
                  <a:pt x="3097" y="1018"/>
                  <a:pt x="3098" y="1017"/>
                </a:cubicBezTo>
                <a:close/>
                <a:moveTo>
                  <a:pt x="3102" y="1037"/>
                </a:moveTo>
                <a:cubicBezTo>
                  <a:pt x="3104" y="1040"/>
                  <a:pt x="3102" y="1040"/>
                  <a:pt x="3102" y="1042"/>
                </a:cubicBezTo>
                <a:cubicBezTo>
                  <a:pt x="3103" y="1051"/>
                  <a:pt x="3095" y="1030"/>
                  <a:pt x="3102" y="1037"/>
                </a:cubicBezTo>
                <a:close/>
                <a:moveTo>
                  <a:pt x="3133" y="1125"/>
                </a:moveTo>
                <a:cubicBezTo>
                  <a:pt x="3136" y="1144"/>
                  <a:pt x="3134" y="1162"/>
                  <a:pt x="3134" y="1180"/>
                </a:cubicBezTo>
                <a:cubicBezTo>
                  <a:pt x="3121" y="1261"/>
                  <a:pt x="3124" y="1266"/>
                  <a:pt x="3120" y="1270"/>
                </a:cubicBezTo>
                <a:cubicBezTo>
                  <a:pt x="3117" y="1275"/>
                  <a:pt x="3119" y="1274"/>
                  <a:pt x="3118" y="1271"/>
                </a:cubicBezTo>
                <a:cubicBezTo>
                  <a:pt x="3121" y="1257"/>
                  <a:pt x="3119" y="1254"/>
                  <a:pt x="3118" y="1252"/>
                </a:cubicBezTo>
                <a:cubicBezTo>
                  <a:pt x="3118" y="1228"/>
                  <a:pt x="3121" y="1224"/>
                  <a:pt x="3121" y="1220"/>
                </a:cubicBezTo>
                <a:cubicBezTo>
                  <a:pt x="3122" y="1171"/>
                  <a:pt x="3120" y="1162"/>
                  <a:pt x="3122" y="1154"/>
                </a:cubicBezTo>
                <a:cubicBezTo>
                  <a:pt x="3120" y="1095"/>
                  <a:pt x="3117" y="1089"/>
                  <a:pt x="3118" y="1085"/>
                </a:cubicBezTo>
                <a:cubicBezTo>
                  <a:pt x="3110" y="1040"/>
                  <a:pt x="3113" y="1036"/>
                  <a:pt x="3112" y="1031"/>
                </a:cubicBezTo>
                <a:cubicBezTo>
                  <a:pt x="3101" y="953"/>
                  <a:pt x="3102" y="945"/>
                  <a:pt x="3098" y="935"/>
                </a:cubicBezTo>
                <a:cubicBezTo>
                  <a:pt x="3089" y="874"/>
                  <a:pt x="3092" y="870"/>
                  <a:pt x="3088" y="864"/>
                </a:cubicBezTo>
                <a:cubicBezTo>
                  <a:pt x="3074" y="793"/>
                  <a:pt x="3077" y="807"/>
                  <a:pt x="3084" y="806"/>
                </a:cubicBezTo>
                <a:cubicBezTo>
                  <a:pt x="3106" y="855"/>
                  <a:pt x="3107" y="860"/>
                  <a:pt x="3110" y="865"/>
                </a:cubicBezTo>
                <a:cubicBezTo>
                  <a:pt x="3119" y="919"/>
                  <a:pt x="3123" y="929"/>
                  <a:pt x="3125" y="939"/>
                </a:cubicBezTo>
                <a:cubicBezTo>
                  <a:pt x="3124" y="973"/>
                  <a:pt x="3130" y="984"/>
                  <a:pt x="3128" y="992"/>
                </a:cubicBezTo>
                <a:cubicBezTo>
                  <a:pt x="3131" y="1008"/>
                  <a:pt x="3129" y="1011"/>
                  <a:pt x="3129" y="1013"/>
                </a:cubicBezTo>
                <a:cubicBezTo>
                  <a:pt x="3134" y="1056"/>
                  <a:pt x="3135" y="1065"/>
                  <a:pt x="3133" y="1073"/>
                </a:cubicBezTo>
                <a:close/>
                <a:moveTo>
                  <a:pt x="3146" y="1143"/>
                </a:moveTo>
                <a:cubicBezTo>
                  <a:pt x="3139" y="1144"/>
                  <a:pt x="3146" y="1139"/>
                  <a:pt x="3144" y="1135"/>
                </a:cubicBezTo>
                <a:cubicBezTo>
                  <a:pt x="3141" y="1129"/>
                  <a:pt x="3149" y="1134"/>
                  <a:pt x="3146" y="1143"/>
                </a:cubicBezTo>
                <a:close/>
                <a:moveTo>
                  <a:pt x="3147" y="967"/>
                </a:moveTo>
                <a:cubicBezTo>
                  <a:pt x="3145" y="973"/>
                  <a:pt x="3147" y="979"/>
                  <a:pt x="3145" y="984"/>
                </a:cubicBezTo>
                <a:cubicBezTo>
                  <a:pt x="3149" y="991"/>
                  <a:pt x="3145" y="996"/>
                  <a:pt x="3144" y="1001"/>
                </a:cubicBezTo>
                <a:cubicBezTo>
                  <a:pt x="3149" y="1023"/>
                  <a:pt x="3149" y="1042"/>
                  <a:pt x="3149" y="1062"/>
                </a:cubicBezTo>
                <a:cubicBezTo>
                  <a:pt x="3146" y="1071"/>
                  <a:pt x="3150" y="1082"/>
                  <a:pt x="3146" y="1091"/>
                </a:cubicBezTo>
                <a:cubicBezTo>
                  <a:pt x="3152" y="1102"/>
                  <a:pt x="3144" y="1110"/>
                  <a:pt x="3147" y="1120"/>
                </a:cubicBezTo>
                <a:cubicBezTo>
                  <a:pt x="3141" y="1123"/>
                  <a:pt x="3146" y="1114"/>
                  <a:pt x="3144" y="1111"/>
                </a:cubicBezTo>
                <a:cubicBezTo>
                  <a:pt x="3144" y="1107"/>
                  <a:pt x="3144" y="1103"/>
                  <a:pt x="3145" y="1099"/>
                </a:cubicBezTo>
                <a:cubicBezTo>
                  <a:pt x="3144" y="1091"/>
                  <a:pt x="3143" y="1084"/>
                  <a:pt x="3146" y="1077"/>
                </a:cubicBezTo>
                <a:cubicBezTo>
                  <a:pt x="3144" y="1068"/>
                  <a:pt x="3143" y="1060"/>
                  <a:pt x="3143" y="1051"/>
                </a:cubicBezTo>
                <a:cubicBezTo>
                  <a:pt x="3145" y="1048"/>
                  <a:pt x="3142" y="1043"/>
                  <a:pt x="3141" y="1039"/>
                </a:cubicBezTo>
                <a:cubicBezTo>
                  <a:pt x="3146" y="1037"/>
                  <a:pt x="3140" y="1032"/>
                  <a:pt x="3144" y="1029"/>
                </a:cubicBezTo>
                <a:cubicBezTo>
                  <a:pt x="3140" y="1021"/>
                  <a:pt x="3138" y="1014"/>
                  <a:pt x="3139" y="1007"/>
                </a:cubicBezTo>
                <a:cubicBezTo>
                  <a:pt x="3139" y="1003"/>
                  <a:pt x="3139" y="1000"/>
                  <a:pt x="3139" y="996"/>
                </a:cubicBezTo>
                <a:cubicBezTo>
                  <a:pt x="3141" y="994"/>
                  <a:pt x="3134" y="988"/>
                  <a:pt x="3138" y="986"/>
                </a:cubicBezTo>
                <a:cubicBezTo>
                  <a:pt x="3136" y="972"/>
                  <a:pt x="3137" y="959"/>
                  <a:pt x="3134" y="945"/>
                </a:cubicBezTo>
                <a:cubicBezTo>
                  <a:pt x="3135" y="918"/>
                  <a:pt x="3119" y="886"/>
                  <a:pt x="3120" y="859"/>
                </a:cubicBezTo>
                <a:cubicBezTo>
                  <a:pt x="3127" y="860"/>
                  <a:pt x="3129" y="873"/>
                  <a:pt x="3131" y="878"/>
                </a:cubicBezTo>
                <a:cubicBezTo>
                  <a:pt x="3130" y="883"/>
                  <a:pt x="3136" y="891"/>
                  <a:pt x="3136" y="897"/>
                </a:cubicBezTo>
                <a:cubicBezTo>
                  <a:pt x="3134" y="902"/>
                  <a:pt x="3140" y="909"/>
                  <a:pt x="3138" y="915"/>
                </a:cubicBezTo>
                <a:cubicBezTo>
                  <a:pt x="3140" y="918"/>
                  <a:pt x="3140" y="921"/>
                  <a:pt x="3138" y="923"/>
                </a:cubicBezTo>
                <a:cubicBezTo>
                  <a:pt x="3142" y="924"/>
                  <a:pt x="3140" y="926"/>
                  <a:pt x="3141" y="929"/>
                </a:cubicBezTo>
                <a:cubicBezTo>
                  <a:pt x="3145" y="943"/>
                  <a:pt x="3143" y="954"/>
                  <a:pt x="3147" y="967"/>
                </a:cubicBezTo>
                <a:close/>
                <a:moveTo>
                  <a:pt x="3300" y="1035"/>
                </a:moveTo>
                <a:cubicBezTo>
                  <a:pt x="3295" y="1028"/>
                  <a:pt x="3289" y="1022"/>
                  <a:pt x="3282" y="1018"/>
                </a:cubicBezTo>
                <a:cubicBezTo>
                  <a:pt x="3274" y="1001"/>
                  <a:pt x="3280" y="1009"/>
                  <a:pt x="3288" y="1009"/>
                </a:cubicBezTo>
                <a:cubicBezTo>
                  <a:pt x="3320" y="1033"/>
                  <a:pt x="3323" y="1035"/>
                  <a:pt x="3327" y="1034"/>
                </a:cubicBezTo>
                <a:cubicBezTo>
                  <a:pt x="3370" y="1056"/>
                  <a:pt x="3372" y="1065"/>
                  <a:pt x="3376" y="1063"/>
                </a:cubicBezTo>
                <a:cubicBezTo>
                  <a:pt x="3411" y="1085"/>
                  <a:pt x="3419" y="1084"/>
                  <a:pt x="3425" y="1090"/>
                </a:cubicBezTo>
                <a:cubicBezTo>
                  <a:pt x="3450" y="1102"/>
                  <a:pt x="3451" y="1113"/>
                  <a:pt x="3455" y="1111"/>
                </a:cubicBezTo>
                <a:cubicBezTo>
                  <a:pt x="3509" y="1144"/>
                  <a:pt x="3517" y="1145"/>
                  <a:pt x="3523" y="1152"/>
                </a:cubicBezTo>
                <a:cubicBezTo>
                  <a:pt x="3573" y="1200"/>
                  <a:pt x="3569" y="1200"/>
                  <a:pt x="3566" y="1195"/>
                </a:cubicBezTo>
                <a:cubicBezTo>
                  <a:pt x="3552" y="1189"/>
                  <a:pt x="3548" y="1189"/>
                  <a:pt x="3545" y="1185"/>
                </a:cubicBezTo>
                <a:cubicBezTo>
                  <a:pt x="3524" y="1178"/>
                  <a:pt x="3521" y="1172"/>
                  <a:pt x="3516" y="1174"/>
                </a:cubicBezTo>
                <a:cubicBezTo>
                  <a:pt x="3469" y="1147"/>
                  <a:pt x="3462" y="1147"/>
                  <a:pt x="3456" y="1140"/>
                </a:cubicBezTo>
                <a:cubicBezTo>
                  <a:pt x="3430" y="1127"/>
                  <a:pt x="3424" y="1119"/>
                  <a:pt x="3417" y="1119"/>
                </a:cubicBezTo>
                <a:cubicBezTo>
                  <a:pt x="3373" y="1091"/>
                  <a:pt x="3369" y="1091"/>
                  <a:pt x="3366" y="1088"/>
                </a:cubicBezTo>
                <a:cubicBezTo>
                  <a:pt x="3343" y="1075"/>
                  <a:pt x="3342" y="1066"/>
                  <a:pt x="3338" y="1068"/>
                </a:cubicBezTo>
                <a:close/>
                <a:moveTo>
                  <a:pt x="3392" y="1172"/>
                </a:moveTo>
                <a:cubicBezTo>
                  <a:pt x="3385" y="1167"/>
                  <a:pt x="3378" y="1163"/>
                  <a:pt x="3372" y="1156"/>
                </a:cubicBezTo>
                <a:cubicBezTo>
                  <a:pt x="3399" y="1168"/>
                  <a:pt x="3400" y="1175"/>
                  <a:pt x="3404" y="1173"/>
                </a:cubicBezTo>
                <a:cubicBezTo>
                  <a:pt x="3454" y="1209"/>
                  <a:pt x="3460" y="1205"/>
                  <a:pt x="3464" y="1212"/>
                </a:cubicBezTo>
                <a:cubicBezTo>
                  <a:pt x="3514" y="1237"/>
                  <a:pt x="3515" y="1240"/>
                  <a:pt x="3516" y="1240"/>
                </a:cubicBezTo>
                <a:cubicBezTo>
                  <a:pt x="3547" y="1261"/>
                  <a:pt x="3553" y="1261"/>
                  <a:pt x="3558" y="1266"/>
                </a:cubicBezTo>
                <a:cubicBezTo>
                  <a:pt x="3637" y="1326"/>
                  <a:pt x="3641" y="1334"/>
                  <a:pt x="3647" y="1335"/>
                </a:cubicBezTo>
                <a:cubicBezTo>
                  <a:pt x="3634" y="1330"/>
                  <a:pt x="3626" y="1332"/>
                  <a:pt x="3621" y="1328"/>
                </a:cubicBezTo>
                <a:cubicBezTo>
                  <a:pt x="3579" y="1307"/>
                  <a:pt x="3575" y="1297"/>
                  <a:pt x="3568" y="1298"/>
                </a:cubicBezTo>
                <a:cubicBezTo>
                  <a:pt x="3521" y="1272"/>
                  <a:pt x="3509" y="1264"/>
                  <a:pt x="3498" y="1256"/>
                </a:cubicBezTo>
                <a:cubicBezTo>
                  <a:pt x="3474" y="1243"/>
                  <a:pt x="3469" y="1237"/>
                  <a:pt x="3463" y="1235"/>
                </a:cubicBezTo>
                <a:cubicBezTo>
                  <a:pt x="3427" y="1207"/>
                  <a:pt x="3421" y="1204"/>
                  <a:pt x="3416" y="1199"/>
                </a:cubicBezTo>
                <a:cubicBezTo>
                  <a:pt x="3398" y="1177"/>
                  <a:pt x="3390" y="1177"/>
                  <a:pt x="3392" y="1172"/>
                </a:cubicBezTo>
                <a:close/>
                <a:moveTo>
                  <a:pt x="3445" y="1360"/>
                </a:moveTo>
                <a:cubicBezTo>
                  <a:pt x="3442" y="1357"/>
                  <a:pt x="3445" y="1354"/>
                  <a:pt x="3442" y="1351"/>
                </a:cubicBezTo>
                <a:cubicBezTo>
                  <a:pt x="3444" y="1343"/>
                  <a:pt x="3447" y="1359"/>
                  <a:pt x="3446" y="1362"/>
                </a:cubicBezTo>
                <a:cubicBezTo>
                  <a:pt x="3447" y="1367"/>
                  <a:pt x="3442" y="1362"/>
                  <a:pt x="3445" y="1360"/>
                </a:cubicBezTo>
                <a:close/>
                <a:moveTo>
                  <a:pt x="3455" y="1340"/>
                </a:moveTo>
                <a:cubicBezTo>
                  <a:pt x="3447" y="1340"/>
                  <a:pt x="3456" y="1330"/>
                  <a:pt x="3449" y="1325"/>
                </a:cubicBezTo>
                <a:cubicBezTo>
                  <a:pt x="3457" y="1325"/>
                  <a:pt x="3457" y="1337"/>
                  <a:pt x="3455" y="1340"/>
                </a:cubicBezTo>
                <a:close/>
                <a:moveTo>
                  <a:pt x="3500" y="1553"/>
                </a:moveTo>
                <a:cubicBezTo>
                  <a:pt x="3499" y="1556"/>
                  <a:pt x="3499" y="1560"/>
                  <a:pt x="3499" y="1564"/>
                </a:cubicBezTo>
                <a:cubicBezTo>
                  <a:pt x="3491" y="1619"/>
                  <a:pt x="3494" y="1624"/>
                  <a:pt x="3490" y="1627"/>
                </a:cubicBezTo>
                <a:cubicBezTo>
                  <a:pt x="3483" y="1671"/>
                  <a:pt x="3478" y="1679"/>
                  <a:pt x="3476" y="1687"/>
                </a:cubicBezTo>
                <a:cubicBezTo>
                  <a:pt x="3467" y="1740"/>
                  <a:pt x="3458" y="1742"/>
                  <a:pt x="3461" y="1747"/>
                </a:cubicBezTo>
                <a:cubicBezTo>
                  <a:pt x="3453" y="1766"/>
                  <a:pt x="3455" y="1770"/>
                  <a:pt x="3453" y="1771"/>
                </a:cubicBezTo>
                <a:cubicBezTo>
                  <a:pt x="3426" y="1843"/>
                  <a:pt x="3420" y="1858"/>
                  <a:pt x="3413" y="1873"/>
                </a:cubicBezTo>
                <a:cubicBezTo>
                  <a:pt x="3404" y="1901"/>
                  <a:pt x="3407" y="1906"/>
                  <a:pt x="3403" y="1909"/>
                </a:cubicBezTo>
                <a:cubicBezTo>
                  <a:pt x="3400" y="1933"/>
                  <a:pt x="3398" y="1933"/>
                  <a:pt x="3396" y="1929"/>
                </a:cubicBezTo>
                <a:cubicBezTo>
                  <a:pt x="3399" y="1898"/>
                  <a:pt x="3401" y="1890"/>
                  <a:pt x="3402" y="1882"/>
                </a:cubicBezTo>
                <a:cubicBezTo>
                  <a:pt x="3404" y="1867"/>
                  <a:pt x="3401" y="1862"/>
                  <a:pt x="3404" y="1859"/>
                </a:cubicBezTo>
                <a:cubicBezTo>
                  <a:pt x="3410" y="1820"/>
                  <a:pt x="3415" y="1817"/>
                  <a:pt x="3414" y="1813"/>
                </a:cubicBezTo>
                <a:cubicBezTo>
                  <a:pt x="3428" y="1760"/>
                  <a:pt x="3435" y="1755"/>
                  <a:pt x="3430" y="1746"/>
                </a:cubicBezTo>
                <a:cubicBezTo>
                  <a:pt x="3449" y="1702"/>
                  <a:pt x="3445" y="1698"/>
                  <a:pt x="3447" y="1695"/>
                </a:cubicBezTo>
                <a:cubicBezTo>
                  <a:pt x="3457" y="1660"/>
                  <a:pt x="3460" y="1653"/>
                  <a:pt x="3463" y="1645"/>
                </a:cubicBezTo>
                <a:cubicBezTo>
                  <a:pt x="3471" y="1615"/>
                  <a:pt x="3473" y="1607"/>
                  <a:pt x="3475" y="1600"/>
                </a:cubicBezTo>
                <a:cubicBezTo>
                  <a:pt x="3486" y="1539"/>
                  <a:pt x="3485" y="1529"/>
                  <a:pt x="3490" y="1520"/>
                </a:cubicBezTo>
                <a:cubicBezTo>
                  <a:pt x="3496" y="1430"/>
                  <a:pt x="3496" y="1441"/>
                  <a:pt x="3495" y="1443"/>
                </a:cubicBezTo>
                <a:cubicBezTo>
                  <a:pt x="3501" y="1487"/>
                  <a:pt x="3502" y="1497"/>
                  <a:pt x="3499" y="1507"/>
                </a:cubicBezTo>
                <a:close/>
                <a:moveTo>
                  <a:pt x="3614" y="1747"/>
                </a:moveTo>
                <a:cubicBezTo>
                  <a:pt x="3615" y="1752"/>
                  <a:pt x="3611" y="1747"/>
                  <a:pt x="3610" y="1744"/>
                </a:cubicBezTo>
                <a:cubicBezTo>
                  <a:pt x="3609" y="1740"/>
                  <a:pt x="3613" y="1744"/>
                  <a:pt x="3614" y="1747"/>
                </a:cubicBezTo>
                <a:close/>
                <a:moveTo>
                  <a:pt x="3553" y="1558"/>
                </a:moveTo>
                <a:cubicBezTo>
                  <a:pt x="3543" y="1561"/>
                  <a:pt x="3548" y="1551"/>
                  <a:pt x="3542" y="1545"/>
                </a:cubicBezTo>
                <a:cubicBezTo>
                  <a:pt x="3547" y="1543"/>
                  <a:pt x="3549" y="1555"/>
                  <a:pt x="3553" y="1558"/>
                </a:cubicBezTo>
                <a:close/>
                <a:moveTo>
                  <a:pt x="3540" y="1637"/>
                </a:moveTo>
                <a:cubicBezTo>
                  <a:pt x="3542" y="1631"/>
                  <a:pt x="3540" y="1625"/>
                  <a:pt x="3541" y="1619"/>
                </a:cubicBezTo>
                <a:cubicBezTo>
                  <a:pt x="3549" y="1619"/>
                  <a:pt x="3541" y="1630"/>
                  <a:pt x="3544" y="1634"/>
                </a:cubicBezTo>
                <a:cubicBezTo>
                  <a:pt x="3542" y="1640"/>
                  <a:pt x="3542" y="1645"/>
                  <a:pt x="3543" y="1651"/>
                </a:cubicBezTo>
                <a:cubicBezTo>
                  <a:pt x="3535" y="1651"/>
                  <a:pt x="3543" y="1641"/>
                  <a:pt x="3540" y="1637"/>
                </a:cubicBezTo>
                <a:close/>
                <a:moveTo>
                  <a:pt x="3531" y="1530"/>
                </a:moveTo>
                <a:cubicBezTo>
                  <a:pt x="3523" y="1527"/>
                  <a:pt x="3522" y="1512"/>
                  <a:pt x="3520" y="1506"/>
                </a:cubicBezTo>
                <a:cubicBezTo>
                  <a:pt x="3527" y="1508"/>
                  <a:pt x="3523" y="1522"/>
                  <a:pt x="3531" y="1530"/>
                </a:cubicBezTo>
                <a:close/>
                <a:moveTo>
                  <a:pt x="3515" y="1492"/>
                </a:moveTo>
                <a:cubicBezTo>
                  <a:pt x="3503" y="1494"/>
                  <a:pt x="3514" y="1480"/>
                  <a:pt x="3506" y="1473"/>
                </a:cubicBezTo>
                <a:cubicBezTo>
                  <a:pt x="3517" y="1475"/>
                  <a:pt x="3507" y="1485"/>
                  <a:pt x="3515" y="1492"/>
                </a:cubicBezTo>
                <a:close/>
                <a:moveTo>
                  <a:pt x="3814" y="0"/>
                </a:moveTo>
                <a:cubicBezTo>
                  <a:pt x="3805" y="0"/>
                  <a:pt x="3805" y="0"/>
                  <a:pt x="3805" y="0"/>
                </a:cubicBezTo>
                <a:cubicBezTo>
                  <a:pt x="3810" y="6"/>
                  <a:pt x="3814" y="12"/>
                  <a:pt x="3821" y="18"/>
                </a:cubicBezTo>
                <a:cubicBezTo>
                  <a:pt x="3827" y="24"/>
                  <a:pt x="3834" y="30"/>
                  <a:pt x="3840" y="36"/>
                </a:cubicBezTo>
                <a:cubicBezTo>
                  <a:pt x="3840" y="26"/>
                  <a:pt x="3840" y="26"/>
                  <a:pt x="3840" y="26"/>
                </a:cubicBezTo>
                <a:cubicBezTo>
                  <a:pt x="3831" y="18"/>
                  <a:pt x="3823" y="9"/>
                  <a:pt x="3814" y="1"/>
                </a:cubicBezTo>
                <a:cubicBezTo>
                  <a:pt x="3814" y="1"/>
                  <a:pt x="3814" y="1"/>
                  <a:pt x="3814" y="0"/>
                </a:cubicBezTo>
                <a:close/>
                <a:moveTo>
                  <a:pt x="3831" y="0"/>
                </a:moveTo>
                <a:cubicBezTo>
                  <a:pt x="3834" y="2"/>
                  <a:pt x="3835" y="3"/>
                  <a:pt x="3837" y="7"/>
                </a:cubicBezTo>
                <a:cubicBezTo>
                  <a:pt x="3838" y="7"/>
                  <a:pt x="3839" y="7"/>
                  <a:pt x="3840" y="8"/>
                </a:cubicBezTo>
                <a:cubicBezTo>
                  <a:pt x="3840" y="0"/>
                  <a:pt x="3840" y="0"/>
                  <a:pt x="3840" y="0"/>
                </a:cubicBezTo>
                <a:lnTo>
                  <a:pt x="3831" y="0"/>
                </a:lnTo>
                <a:close/>
                <a:moveTo>
                  <a:pt x="740" y="250"/>
                </a:moveTo>
                <a:cubicBezTo>
                  <a:pt x="740" y="254"/>
                  <a:pt x="736" y="252"/>
                  <a:pt x="734" y="250"/>
                </a:cubicBezTo>
                <a:cubicBezTo>
                  <a:pt x="700" y="243"/>
                  <a:pt x="693" y="242"/>
                  <a:pt x="688" y="238"/>
                </a:cubicBezTo>
                <a:cubicBezTo>
                  <a:pt x="649" y="218"/>
                  <a:pt x="646" y="213"/>
                  <a:pt x="639" y="211"/>
                </a:cubicBezTo>
                <a:cubicBezTo>
                  <a:pt x="605" y="186"/>
                  <a:pt x="597" y="185"/>
                  <a:pt x="594" y="179"/>
                </a:cubicBezTo>
                <a:cubicBezTo>
                  <a:pt x="566" y="166"/>
                  <a:pt x="569" y="159"/>
                  <a:pt x="564" y="159"/>
                </a:cubicBezTo>
                <a:cubicBezTo>
                  <a:pt x="529" y="136"/>
                  <a:pt x="526" y="135"/>
                  <a:pt x="525" y="132"/>
                </a:cubicBezTo>
                <a:cubicBezTo>
                  <a:pt x="512" y="117"/>
                  <a:pt x="505" y="119"/>
                  <a:pt x="506" y="114"/>
                </a:cubicBezTo>
                <a:cubicBezTo>
                  <a:pt x="484" y="93"/>
                  <a:pt x="478" y="94"/>
                  <a:pt x="478" y="90"/>
                </a:cubicBezTo>
                <a:cubicBezTo>
                  <a:pt x="454" y="72"/>
                  <a:pt x="447" y="64"/>
                  <a:pt x="437" y="58"/>
                </a:cubicBezTo>
                <a:cubicBezTo>
                  <a:pt x="424" y="42"/>
                  <a:pt x="416" y="42"/>
                  <a:pt x="414" y="36"/>
                </a:cubicBezTo>
                <a:cubicBezTo>
                  <a:pt x="402" y="18"/>
                  <a:pt x="391" y="21"/>
                  <a:pt x="390" y="14"/>
                </a:cubicBezTo>
                <a:cubicBezTo>
                  <a:pt x="372" y="9"/>
                  <a:pt x="380" y="20"/>
                  <a:pt x="392" y="27"/>
                </a:cubicBezTo>
                <a:cubicBezTo>
                  <a:pt x="405" y="43"/>
                  <a:pt x="409" y="42"/>
                  <a:pt x="409" y="45"/>
                </a:cubicBezTo>
                <a:cubicBezTo>
                  <a:pt x="474" y="97"/>
                  <a:pt x="479" y="102"/>
                  <a:pt x="484" y="109"/>
                </a:cubicBezTo>
                <a:cubicBezTo>
                  <a:pt x="530" y="145"/>
                  <a:pt x="540" y="147"/>
                  <a:pt x="544" y="154"/>
                </a:cubicBezTo>
                <a:cubicBezTo>
                  <a:pt x="580" y="177"/>
                  <a:pt x="581" y="181"/>
                  <a:pt x="587" y="182"/>
                </a:cubicBezTo>
                <a:cubicBezTo>
                  <a:pt x="639" y="211"/>
                  <a:pt x="642" y="220"/>
                  <a:pt x="652" y="222"/>
                </a:cubicBezTo>
                <a:cubicBezTo>
                  <a:pt x="676" y="237"/>
                  <a:pt x="673" y="238"/>
                  <a:pt x="671" y="238"/>
                </a:cubicBezTo>
                <a:cubicBezTo>
                  <a:pt x="651" y="229"/>
                  <a:pt x="645" y="226"/>
                  <a:pt x="641" y="222"/>
                </a:cubicBezTo>
                <a:cubicBezTo>
                  <a:pt x="594" y="197"/>
                  <a:pt x="590" y="195"/>
                  <a:pt x="589" y="192"/>
                </a:cubicBezTo>
                <a:cubicBezTo>
                  <a:pt x="550" y="170"/>
                  <a:pt x="548" y="164"/>
                  <a:pt x="539" y="163"/>
                </a:cubicBezTo>
                <a:cubicBezTo>
                  <a:pt x="484" y="114"/>
                  <a:pt x="474" y="110"/>
                  <a:pt x="469" y="100"/>
                </a:cubicBezTo>
                <a:cubicBezTo>
                  <a:pt x="454" y="90"/>
                  <a:pt x="453" y="87"/>
                  <a:pt x="452" y="85"/>
                </a:cubicBezTo>
                <a:cubicBezTo>
                  <a:pt x="417" y="55"/>
                  <a:pt x="413" y="52"/>
                  <a:pt x="409" y="49"/>
                </a:cubicBezTo>
                <a:cubicBezTo>
                  <a:pt x="372" y="13"/>
                  <a:pt x="367" y="11"/>
                  <a:pt x="364" y="7"/>
                </a:cubicBezTo>
                <a:cubicBezTo>
                  <a:pt x="344" y="1"/>
                  <a:pt x="344" y="1"/>
                  <a:pt x="345" y="2"/>
                </a:cubicBezTo>
                <a:cubicBezTo>
                  <a:pt x="378" y="27"/>
                  <a:pt x="378" y="34"/>
                  <a:pt x="383" y="35"/>
                </a:cubicBezTo>
                <a:cubicBezTo>
                  <a:pt x="407" y="60"/>
                  <a:pt x="411" y="64"/>
                  <a:pt x="415" y="67"/>
                </a:cubicBezTo>
                <a:cubicBezTo>
                  <a:pt x="446" y="91"/>
                  <a:pt x="451" y="100"/>
                  <a:pt x="460" y="105"/>
                </a:cubicBezTo>
                <a:cubicBezTo>
                  <a:pt x="490" y="130"/>
                  <a:pt x="498" y="136"/>
                  <a:pt x="505" y="143"/>
                </a:cubicBezTo>
                <a:cubicBezTo>
                  <a:pt x="570" y="188"/>
                  <a:pt x="575" y="191"/>
                  <a:pt x="578" y="194"/>
                </a:cubicBezTo>
                <a:cubicBezTo>
                  <a:pt x="601" y="206"/>
                  <a:pt x="601" y="209"/>
                  <a:pt x="604" y="210"/>
                </a:cubicBezTo>
                <a:cubicBezTo>
                  <a:pt x="635" y="227"/>
                  <a:pt x="639" y="230"/>
                  <a:pt x="645" y="231"/>
                </a:cubicBezTo>
                <a:cubicBezTo>
                  <a:pt x="681" y="244"/>
                  <a:pt x="685" y="247"/>
                  <a:pt x="690" y="249"/>
                </a:cubicBezTo>
                <a:cubicBezTo>
                  <a:pt x="728" y="254"/>
                  <a:pt x="731" y="254"/>
                  <a:pt x="734" y="255"/>
                </a:cubicBezTo>
                <a:close/>
                <a:moveTo>
                  <a:pt x="989" y="371"/>
                </a:moveTo>
                <a:cubicBezTo>
                  <a:pt x="998" y="376"/>
                  <a:pt x="1006" y="381"/>
                  <a:pt x="1017" y="385"/>
                </a:cubicBezTo>
                <a:cubicBezTo>
                  <a:pt x="1041" y="394"/>
                  <a:pt x="1046" y="395"/>
                  <a:pt x="1047" y="392"/>
                </a:cubicBezTo>
                <a:cubicBezTo>
                  <a:pt x="1003" y="373"/>
                  <a:pt x="998" y="371"/>
                  <a:pt x="995" y="367"/>
                </a:cubicBezTo>
                <a:cubicBezTo>
                  <a:pt x="960" y="342"/>
                  <a:pt x="958" y="341"/>
                  <a:pt x="956" y="340"/>
                </a:cubicBezTo>
                <a:cubicBezTo>
                  <a:pt x="939" y="327"/>
                  <a:pt x="937" y="326"/>
                  <a:pt x="935" y="324"/>
                </a:cubicBezTo>
                <a:cubicBezTo>
                  <a:pt x="917" y="306"/>
                  <a:pt x="913" y="302"/>
                  <a:pt x="909" y="300"/>
                </a:cubicBezTo>
                <a:cubicBezTo>
                  <a:pt x="861" y="237"/>
                  <a:pt x="859" y="233"/>
                  <a:pt x="856" y="231"/>
                </a:cubicBezTo>
                <a:cubicBezTo>
                  <a:pt x="848" y="219"/>
                  <a:pt x="845" y="213"/>
                  <a:pt x="839" y="209"/>
                </a:cubicBezTo>
                <a:cubicBezTo>
                  <a:pt x="825" y="175"/>
                  <a:pt x="815" y="179"/>
                  <a:pt x="816" y="173"/>
                </a:cubicBezTo>
                <a:cubicBezTo>
                  <a:pt x="788" y="136"/>
                  <a:pt x="784" y="135"/>
                  <a:pt x="784" y="129"/>
                </a:cubicBezTo>
                <a:cubicBezTo>
                  <a:pt x="774" y="119"/>
                  <a:pt x="771" y="116"/>
                  <a:pt x="770" y="111"/>
                </a:cubicBezTo>
                <a:cubicBezTo>
                  <a:pt x="742" y="73"/>
                  <a:pt x="738" y="66"/>
                  <a:pt x="734" y="58"/>
                </a:cubicBezTo>
                <a:cubicBezTo>
                  <a:pt x="714" y="35"/>
                  <a:pt x="711" y="32"/>
                  <a:pt x="706" y="31"/>
                </a:cubicBezTo>
                <a:cubicBezTo>
                  <a:pt x="680" y="2"/>
                  <a:pt x="679" y="1"/>
                  <a:pt x="679" y="0"/>
                </a:cubicBezTo>
                <a:cubicBezTo>
                  <a:pt x="686" y="20"/>
                  <a:pt x="692" y="26"/>
                  <a:pt x="697" y="33"/>
                </a:cubicBezTo>
                <a:cubicBezTo>
                  <a:pt x="751" y="95"/>
                  <a:pt x="751" y="101"/>
                  <a:pt x="754" y="104"/>
                </a:cubicBezTo>
                <a:cubicBezTo>
                  <a:pt x="768" y="131"/>
                  <a:pt x="775" y="130"/>
                  <a:pt x="776" y="135"/>
                </a:cubicBezTo>
                <a:cubicBezTo>
                  <a:pt x="788" y="151"/>
                  <a:pt x="791" y="151"/>
                  <a:pt x="793" y="151"/>
                </a:cubicBezTo>
                <a:cubicBezTo>
                  <a:pt x="829" y="208"/>
                  <a:pt x="829" y="214"/>
                  <a:pt x="835" y="213"/>
                </a:cubicBezTo>
                <a:cubicBezTo>
                  <a:pt x="854" y="247"/>
                  <a:pt x="861" y="249"/>
                  <a:pt x="862" y="257"/>
                </a:cubicBezTo>
                <a:cubicBezTo>
                  <a:pt x="880" y="280"/>
                  <a:pt x="884" y="285"/>
                  <a:pt x="890" y="288"/>
                </a:cubicBezTo>
                <a:cubicBezTo>
                  <a:pt x="874" y="275"/>
                  <a:pt x="868" y="272"/>
                  <a:pt x="867" y="266"/>
                </a:cubicBezTo>
                <a:cubicBezTo>
                  <a:pt x="820" y="208"/>
                  <a:pt x="817" y="207"/>
                  <a:pt x="816" y="204"/>
                </a:cubicBezTo>
                <a:cubicBezTo>
                  <a:pt x="792" y="174"/>
                  <a:pt x="789" y="161"/>
                  <a:pt x="780" y="153"/>
                </a:cubicBezTo>
                <a:cubicBezTo>
                  <a:pt x="748" y="107"/>
                  <a:pt x="745" y="107"/>
                  <a:pt x="744" y="106"/>
                </a:cubicBezTo>
                <a:cubicBezTo>
                  <a:pt x="733" y="84"/>
                  <a:pt x="723" y="78"/>
                  <a:pt x="718" y="67"/>
                </a:cubicBezTo>
                <a:cubicBezTo>
                  <a:pt x="703" y="47"/>
                  <a:pt x="697" y="46"/>
                  <a:pt x="695" y="40"/>
                </a:cubicBezTo>
                <a:cubicBezTo>
                  <a:pt x="673" y="18"/>
                  <a:pt x="673" y="15"/>
                  <a:pt x="669" y="15"/>
                </a:cubicBezTo>
                <a:cubicBezTo>
                  <a:pt x="644" y="0"/>
                  <a:pt x="644" y="0"/>
                  <a:pt x="644" y="0"/>
                </a:cubicBezTo>
                <a:cubicBezTo>
                  <a:pt x="675" y="28"/>
                  <a:pt x="679" y="37"/>
                  <a:pt x="686" y="44"/>
                </a:cubicBezTo>
                <a:cubicBezTo>
                  <a:pt x="707" y="69"/>
                  <a:pt x="710" y="70"/>
                  <a:pt x="707" y="71"/>
                </a:cubicBezTo>
                <a:cubicBezTo>
                  <a:pt x="730" y="96"/>
                  <a:pt x="734" y="106"/>
                  <a:pt x="741" y="113"/>
                </a:cubicBezTo>
                <a:cubicBezTo>
                  <a:pt x="782" y="170"/>
                  <a:pt x="787" y="179"/>
                  <a:pt x="794" y="186"/>
                </a:cubicBezTo>
                <a:cubicBezTo>
                  <a:pt x="806" y="199"/>
                  <a:pt x="804" y="205"/>
                  <a:pt x="807" y="206"/>
                </a:cubicBezTo>
                <a:cubicBezTo>
                  <a:pt x="854" y="262"/>
                  <a:pt x="852" y="269"/>
                  <a:pt x="860" y="268"/>
                </a:cubicBezTo>
                <a:cubicBezTo>
                  <a:pt x="896" y="311"/>
                  <a:pt x="905" y="316"/>
                  <a:pt x="913" y="322"/>
                </a:cubicBezTo>
                <a:cubicBezTo>
                  <a:pt x="967" y="358"/>
                  <a:pt x="972" y="359"/>
                  <a:pt x="976" y="362"/>
                </a:cubicBezTo>
                <a:close/>
                <a:moveTo>
                  <a:pt x="1027" y="2129"/>
                </a:moveTo>
                <a:cubicBezTo>
                  <a:pt x="1022" y="2125"/>
                  <a:pt x="1022" y="2116"/>
                  <a:pt x="1017" y="2112"/>
                </a:cubicBezTo>
                <a:cubicBezTo>
                  <a:pt x="1016" y="2108"/>
                  <a:pt x="1019" y="2101"/>
                  <a:pt x="1012" y="2103"/>
                </a:cubicBezTo>
                <a:cubicBezTo>
                  <a:pt x="1012" y="2098"/>
                  <a:pt x="1011" y="2094"/>
                  <a:pt x="1008" y="2092"/>
                </a:cubicBezTo>
                <a:cubicBezTo>
                  <a:pt x="1006" y="2085"/>
                  <a:pt x="1004" y="2077"/>
                  <a:pt x="1001" y="2070"/>
                </a:cubicBezTo>
                <a:cubicBezTo>
                  <a:pt x="997" y="2070"/>
                  <a:pt x="1000" y="2063"/>
                  <a:pt x="997" y="2062"/>
                </a:cubicBezTo>
                <a:cubicBezTo>
                  <a:pt x="993" y="2060"/>
                  <a:pt x="997" y="2051"/>
                  <a:pt x="993" y="2051"/>
                </a:cubicBezTo>
                <a:cubicBezTo>
                  <a:pt x="993" y="2041"/>
                  <a:pt x="988" y="2036"/>
                  <a:pt x="986" y="2029"/>
                </a:cubicBezTo>
                <a:cubicBezTo>
                  <a:pt x="988" y="2022"/>
                  <a:pt x="982" y="2023"/>
                  <a:pt x="984" y="2016"/>
                </a:cubicBezTo>
                <a:cubicBezTo>
                  <a:pt x="984" y="2010"/>
                  <a:pt x="983" y="2005"/>
                  <a:pt x="979" y="2003"/>
                </a:cubicBezTo>
                <a:cubicBezTo>
                  <a:pt x="978" y="2019"/>
                  <a:pt x="984" y="2027"/>
                  <a:pt x="986" y="2040"/>
                </a:cubicBezTo>
                <a:cubicBezTo>
                  <a:pt x="987" y="2046"/>
                  <a:pt x="989" y="2051"/>
                  <a:pt x="990" y="2057"/>
                </a:cubicBezTo>
                <a:cubicBezTo>
                  <a:pt x="990" y="2061"/>
                  <a:pt x="993" y="2062"/>
                  <a:pt x="993" y="2066"/>
                </a:cubicBezTo>
                <a:cubicBezTo>
                  <a:pt x="996" y="2066"/>
                  <a:pt x="994" y="2072"/>
                  <a:pt x="997" y="2073"/>
                </a:cubicBezTo>
                <a:cubicBezTo>
                  <a:pt x="998" y="2086"/>
                  <a:pt x="1006" y="2093"/>
                  <a:pt x="1008" y="2105"/>
                </a:cubicBezTo>
                <a:cubicBezTo>
                  <a:pt x="1011" y="2105"/>
                  <a:pt x="1009" y="2111"/>
                  <a:pt x="1012" y="2112"/>
                </a:cubicBezTo>
                <a:cubicBezTo>
                  <a:pt x="1012" y="2116"/>
                  <a:pt x="1015" y="2117"/>
                  <a:pt x="1014" y="2121"/>
                </a:cubicBezTo>
                <a:cubicBezTo>
                  <a:pt x="1016" y="2125"/>
                  <a:pt x="1020" y="2133"/>
                  <a:pt x="1017" y="2136"/>
                </a:cubicBezTo>
                <a:cubicBezTo>
                  <a:pt x="1020" y="2136"/>
                  <a:pt x="1018" y="2142"/>
                  <a:pt x="1021" y="2142"/>
                </a:cubicBezTo>
                <a:cubicBezTo>
                  <a:pt x="1020" y="2146"/>
                  <a:pt x="1023" y="2147"/>
                  <a:pt x="1023" y="2151"/>
                </a:cubicBezTo>
                <a:cubicBezTo>
                  <a:pt x="1023" y="2155"/>
                  <a:pt x="1024" y="2158"/>
                  <a:pt x="1025" y="2160"/>
                </a:cubicBezTo>
                <a:cubicBezTo>
                  <a:pt x="1032" y="2160"/>
                  <a:pt x="1032" y="2160"/>
                  <a:pt x="1032" y="2160"/>
                </a:cubicBezTo>
                <a:cubicBezTo>
                  <a:pt x="1032" y="2159"/>
                  <a:pt x="1032" y="2159"/>
                  <a:pt x="1032" y="2158"/>
                </a:cubicBezTo>
                <a:cubicBezTo>
                  <a:pt x="1033" y="2158"/>
                  <a:pt x="1035" y="2159"/>
                  <a:pt x="1036" y="2160"/>
                </a:cubicBezTo>
                <a:cubicBezTo>
                  <a:pt x="1045" y="2160"/>
                  <a:pt x="1045" y="2160"/>
                  <a:pt x="1045" y="2160"/>
                </a:cubicBezTo>
                <a:cubicBezTo>
                  <a:pt x="1043" y="2156"/>
                  <a:pt x="1040" y="2152"/>
                  <a:pt x="1036" y="2149"/>
                </a:cubicBezTo>
                <a:cubicBezTo>
                  <a:pt x="1037" y="2138"/>
                  <a:pt x="1027" y="2139"/>
                  <a:pt x="1027" y="2129"/>
                </a:cubicBezTo>
                <a:close/>
                <a:moveTo>
                  <a:pt x="1027" y="2147"/>
                </a:moveTo>
                <a:cubicBezTo>
                  <a:pt x="1029" y="2148"/>
                  <a:pt x="1031" y="2151"/>
                  <a:pt x="1032" y="2153"/>
                </a:cubicBezTo>
                <a:cubicBezTo>
                  <a:pt x="1031" y="2159"/>
                  <a:pt x="1027" y="2150"/>
                  <a:pt x="1027" y="2147"/>
                </a:cubicBezTo>
                <a:close/>
                <a:moveTo>
                  <a:pt x="887" y="319"/>
                </a:moveTo>
                <a:cubicBezTo>
                  <a:pt x="888" y="314"/>
                  <a:pt x="881" y="316"/>
                  <a:pt x="881" y="312"/>
                </a:cubicBezTo>
                <a:cubicBezTo>
                  <a:pt x="860" y="299"/>
                  <a:pt x="864" y="290"/>
                  <a:pt x="857" y="292"/>
                </a:cubicBezTo>
                <a:cubicBezTo>
                  <a:pt x="829" y="256"/>
                  <a:pt x="827" y="249"/>
                  <a:pt x="821" y="246"/>
                </a:cubicBezTo>
                <a:cubicBezTo>
                  <a:pt x="769" y="177"/>
                  <a:pt x="766" y="171"/>
                  <a:pt x="762" y="166"/>
                </a:cubicBezTo>
                <a:cubicBezTo>
                  <a:pt x="731" y="135"/>
                  <a:pt x="734" y="128"/>
                  <a:pt x="730" y="128"/>
                </a:cubicBezTo>
                <a:cubicBezTo>
                  <a:pt x="708" y="102"/>
                  <a:pt x="706" y="100"/>
                  <a:pt x="704" y="97"/>
                </a:cubicBezTo>
                <a:cubicBezTo>
                  <a:pt x="687" y="81"/>
                  <a:pt x="689" y="75"/>
                  <a:pt x="683" y="77"/>
                </a:cubicBezTo>
                <a:cubicBezTo>
                  <a:pt x="649" y="44"/>
                  <a:pt x="648" y="36"/>
                  <a:pt x="643" y="32"/>
                </a:cubicBezTo>
                <a:cubicBezTo>
                  <a:pt x="595" y="0"/>
                  <a:pt x="595" y="0"/>
                  <a:pt x="595" y="0"/>
                </a:cubicBezTo>
                <a:cubicBezTo>
                  <a:pt x="618" y="17"/>
                  <a:pt x="617" y="23"/>
                  <a:pt x="621" y="23"/>
                </a:cubicBezTo>
                <a:cubicBezTo>
                  <a:pt x="659" y="58"/>
                  <a:pt x="665" y="68"/>
                  <a:pt x="672" y="77"/>
                </a:cubicBezTo>
                <a:cubicBezTo>
                  <a:pt x="702" y="103"/>
                  <a:pt x="701" y="111"/>
                  <a:pt x="708" y="112"/>
                </a:cubicBezTo>
                <a:cubicBezTo>
                  <a:pt x="732" y="144"/>
                  <a:pt x="736" y="147"/>
                  <a:pt x="738" y="152"/>
                </a:cubicBezTo>
                <a:cubicBezTo>
                  <a:pt x="794" y="223"/>
                  <a:pt x="810" y="239"/>
                  <a:pt x="821" y="259"/>
                </a:cubicBezTo>
                <a:cubicBezTo>
                  <a:pt x="812" y="259"/>
                  <a:pt x="813" y="253"/>
                  <a:pt x="808" y="252"/>
                </a:cubicBezTo>
                <a:cubicBezTo>
                  <a:pt x="796" y="241"/>
                  <a:pt x="793" y="238"/>
                  <a:pt x="791" y="234"/>
                </a:cubicBezTo>
                <a:cubicBezTo>
                  <a:pt x="743" y="186"/>
                  <a:pt x="739" y="183"/>
                  <a:pt x="738" y="178"/>
                </a:cubicBezTo>
                <a:cubicBezTo>
                  <a:pt x="714" y="153"/>
                  <a:pt x="710" y="150"/>
                  <a:pt x="708" y="145"/>
                </a:cubicBezTo>
                <a:cubicBezTo>
                  <a:pt x="670" y="114"/>
                  <a:pt x="668" y="109"/>
                  <a:pt x="665" y="105"/>
                </a:cubicBezTo>
                <a:cubicBezTo>
                  <a:pt x="633" y="73"/>
                  <a:pt x="631" y="71"/>
                  <a:pt x="631" y="67"/>
                </a:cubicBezTo>
                <a:cubicBezTo>
                  <a:pt x="615" y="51"/>
                  <a:pt x="610" y="52"/>
                  <a:pt x="610" y="51"/>
                </a:cubicBezTo>
                <a:cubicBezTo>
                  <a:pt x="597" y="42"/>
                  <a:pt x="601" y="32"/>
                  <a:pt x="592" y="33"/>
                </a:cubicBezTo>
                <a:cubicBezTo>
                  <a:pt x="567" y="8"/>
                  <a:pt x="562" y="4"/>
                  <a:pt x="557" y="0"/>
                </a:cubicBezTo>
                <a:cubicBezTo>
                  <a:pt x="552" y="10"/>
                  <a:pt x="563" y="13"/>
                  <a:pt x="569" y="22"/>
                </a:cubicBezTo>
                <a:cubicBezTo>
                  <a:pt x="629" y="79"/>
                  <a:pt x="629" y="83"/>
                  <a:pt x="633" y="82"/>
                </a:cubicBezTo>
                <a:cubicBezTo>
                  <a:pt x="676" y="124"/>
                  <a:pt x="689" y="140"/>
                  <a:pt x="705" y="154"/>
                </a:cubicBezTo>
                <a:cubicBezTo>
                  <a:pt x="778" y="231"/>
                  <a:pt x="785" y="238"/>
                  <a:pt x="793" y="245"/>
                </a:cubicBezTo>
                <a:cubicBezTo>
                  <a:pt x="808" y="256"/>
                  <a:pt x="807" y="260"/>
                  <a:pt x="808" y="261"/>
                </a:cubicBezTo>
                <a:cubicBezTo>
                  <a:pt x="834" y="279"/>
                  <a:pt x="840" y="280"/>
                  <a:pt x="844" y="283"/>
                </a:cubicBezTo>
                <a:cubicBezTo>
                  <a:pt x="859" y="314"/>
                  <a:pt x="859" y="308"/>
                  <a:pt x="855" y="307"/>
                </a:cubicBezTo>
                <a:cubicBezTo>
                  <a:pt x="822" y="280"/>
                  <a:pt x="808" y="275"/>
                  <a:pt x="801" y="263"/>
                </a:cubicBezTo>
                <a:cubicBezTo>
                  <a:pt x="778" y="238"/>
                  <a:pt x="768" y="243"/>
                  <a:pt x="771" y="236"/>
                </a:cubicBezTo>
                <a:cubicBezTo>
                  <a:pt x="741" y="218"/>
                  <a:pt x="746" y="208"/>
                  <a:pt x="739" y="211"/>
                </a:cubicBezTo>
                <a:cubicBezTo>
                  <a:pt x="700" y="175"/>
                  <a:pt x="692" y="164"/>
                  <a:pt x="681" y="155"/>
                </a:cubicBezTo>
                <a:cubicBezTo>
                  <a:pt x="658" y="131"/>
                  <a:pt x="649" y="121"/>
                  <a:pt x="641" y="111"/>
                </a:cubicBezTo>
                <a:cubicBezTo>
                  <a:pt x="610" y="82"/>
                  <a:pt x="609" y="78"/>
                  <a:pt x="605" y="77"/>
                </a:cubicBezTo>
                <a:cubicBezTo>
                  <a:pt x="581" y="54"/>
                  <a:pt x="580" y="50"/>
                  <a:pt x="575" y="50"/>
                </a:cubicBezTo>
                <a:cubicBezTo>
                  <a:pt x="534" y="16"/>
                  <a:pt x="534" y="11"/>
                  <a:pt x="530" y="10"/>
                </a:cubicBezTo>
                <a:cubicBezTo>
                  <a:pt x="503" y="0"/>
                  <a:pt x="503" y="0"/>
                  <a:pt x="503" y="0"/>
                </a:cubicBezTo>
                <a:cubicBezTo>
                  <a:pt x="515" y="14"/>
                  <a:pt x="521" y="12"/>
                  <a:pt x="523" y="14"/>
                </a:cubicBezTo>
                <a:cubicBezTo>
                  <a:pt x="555" y="41"/>
                  <a:pt x="559" y="45"/>
                  <a:pt x="564" y="48"/>
                </a:cubicBezTo>
                <a:cubicBezTo>
                  <a:pt x="590" y="78"/>
                  <a:pt x="596" y="77"/>
                  <a:pt x="598" y="79"/>
                </a:cubicBezTo>
                <a:cubicBezTo>
                  <a:pt x="631" y="118"/>
                  <a:pt x="640" y="117"/>
                  <a:pt x="641" y="124"/>
                </a:cubicBezTo>
                <a:cubicBezTo>
                  <a:pt x="671" y="148"/>
                  <a:pt x="666" y="158"/>
                  <a:pt x="673" y="155"/>
                </a:cubicBezTo>
                <a:cubicBezTo>
                  <a:pt x="715" y="195"/>
                  <a:pt x="722" y="205"/>
                  <a:pt x="733" y="211"/>
                </a:cubicBezTo>
                <a:cubicBezTo>
                  <a:pt x="774" y="248"/>
                  <a:pt x="776" y="250"/>
                  <a:pt x="777" y="253"/>
                </a:cubicBezTo>
                <a:cubicBezTo>
                  <a:pt x="795" y="267"/>
                  <a:pt x="797" y="269"/>
                  <a:pt x="799" y="271"/>
                </a:cubicBezTo>
                <a:cubicBezTo>
                  <a:pt x="840" y="300"/>
                  <a:pt x="844" y="307"/>
                  <a:pt x="850" y="312"/>
                </a:cubicBezTo>
                <a:cubicBezTo>
                  <a:pt x="924" y="348"/>
                  <a:pt x="925" y="357"/>
                  <a:pt x="934" y="357"/>
                </a:cubicBezTo>
                <a:cubicBezTo>
                  <a:pt x="934" y="355"/>
                  <a:pt x="921" y="340"/>
                  <a:pt x="900" y="332"/>
                </a:cubicBezTo>
                <a:close/>
                <a:moveTo>
                  <a:pt x="417" y="167"/>
                </a:moveTo>
                <a:cubicBezTo>
                  <a:pt x="412" y="160"/>
                  <a:pt x="403" y="156"/>
                  <a:pt x="398" y="149"/>
                </a:cubicBezTo>
                <a:cubicBezTo>
                  <a:pt x="374" y="130"/>
                  <a:pt x="375" y="123"/>
                  <a:pt x="368" y="124"/>
                </a:cubicBezTo>
                <a:cubicBezTo>
                  <a:pt x="353" y="108"/>
                  <a:pt x="352" y="106"/>
                  <a:pt x="351" y="104"/>
                </a:cubicBezTo>
                <a:cubicBezTo>
                  <a:pt x="329" y="83"/>
                  <a:pt x="329" y="77"/>
                  <a:pt x="326" y="73"/>
                </a:cubicBezTo>
                <a:cubicBezTo>
                  <a:pt x="286" y="24"/>
                  <a:pt x="279" y="26"/>
                  <a:pt x="279" y="22"/>
                </a:cubicBezTo>
                <a:cubicBezTo>
                  <a:pt x="240" y="0"/>
                  <a:pt x="240" y="0"/>
                  <a:pt x="240" y="0"/>
                </a:cubicBezTo>
                <a:cubicBezTo>
                  <a:pt x="256" y="19"/>
                  <a:pt x="265" y="15"/>
                  <a:pt x="263" y="22"/>
                </a:cubicBezTo>
                <a:cubicBezTo>
                  <a:pt x="312" y="70"/>
                  <a:pt x="314" y="72"/>
                  <a:pt x="317" y="73"/>
                </a:cubicBezTo>
                <a:cubicBezTo>
                  <a:pt x="335" y="90"/>
                  <a:pt x="331" y="99"/>
                  <a:pt x="338" y="98"/>
                </a:cubicBezTo>
                <a:cubicBezTo>
                  <a:pt x="376" y="141"/>
                  <a:pt x="389" y="148"/>
                  <a:pt x="400" y="158"/>
                </a:cubicBezTo>
                <a:cubicBezTo>
                  <a:pt x="428" y="181"/>
                  <a:pt x="429" y="185"/>
                  <a:pt x="434" y="185"/>
                </a:cubicBezTo>
                <a:close/>
                <a:moveTo>
                  <a:pt x="527" y="235"/>
                </a:moveTo>
                <a:cubicBezTo>
                  <a:pt x="526" y="226"/>
                  <a:pt x="513" y="224"/>
                  <a:pt x="519" y="215"/>
                </a:cubicBezTo>
                <a:cubicBezTo>
                  <a:pt x="496" y="189"/>
                  <a:pt x="492" y="188"/>
                  <a:pt x="491" y="184"/>
                </a:cubicBezTo>
                <a:cubicBezTo>
                  <a:pt x="440" y="113"/>
                  <a:pt x="434" y="113"/>
                  <a:pt x="434" y="108"/>
                </a:cubicBezTo>
                <a:cubicBezTo>
                  <a:pt x="423" y="99"/>
                  <a:pt x="423" y="94"/>
                  <a:pt x="421" y="91"/>
                </a:cubicBezTo>
                <a:cubicBezTo>
                  <a:pt x="377" y="41"/>
                  <a:pt x="367" y="32"/>
                  <a:pt x="357" y="22"/>
                </a:cubicBezTo>
                <a:cubicBezTo>
                  <a:pt x="342" y="7"/>
                  <a:pt x="340" y="6"/>
                  <a:pt x="338" y="6"/>
                </a:cubicBezTo>
                <a:cubicBezTo>
                  <a:pt x="319" y="0"/>
                  <a:pt x="319" y="0"/>
                  <a:pt x="319" y="0"/>
                </a:cubicBezTo>
                <a:cubicBezTo>
                  <a:pt x="343" y="19"/>
                  <a:pt x="344" y="25"/>
                  <a:pt x="348" y="28"/>
                </a:cubicBezTo>
                <a:cubicBezTo>
                  <a:pt x="367" y="41"/>
                  <a:pt x="366" y="48"/>
                  <a:pt x="374" y="48"/>
                </a:cubicBezTo>
                <a:cubicBezTo>
                  <a:pt x="399" y="84"/>
                  <a:pt x="410" y="89"/>
                  <a:pt x="414" y="99"/>
                </a:cubicBezTo>
                <a:cubicBezTo>
                  <a:pt x="464" y="158"/>
                  <a:pt x="467" y="158"/>
                  <a:pt x="468" y="161"/>
                </a:cubicBezTo>
                <a:cubicBezTo>
                  <a:pt x="497" y="204"/>
                  <a:pt x="491" y="197"/>
                  <a:pt x="489" y="197"/>
                </a:cubicBezTo>
                <a:cubicBezTo>
                  <a:pt x="469" y="181"/>
                  <a:pt x="467" y="179"/>
                  <a:pt x="465" y="177"/>
                </a:cubicBezTo>
                <a:cubicBezTo>
                  <a:pt x="441" y="152"/>
                  <a:pt x="434" y="155"/>
                  <a:pt x="435" y="150"/>
                </a:cubicBezTo>
                <a:cubicBezTo>
                  <a:pt x="421" y="129"/>
                  <a:pt x="412" y="132"/>
                  <a:pt x="414" y="125"/>
                </a:cubicBezTo>
                <a:cubicBezTo>
                  <a:pt x="401" y="106"/>
                  <a:pt x="395" y="108"/>
                  <a:pt x="395" y="103"/>
                </a:cubicBezTo>
                <a:cubicBezTo>
                  <a:pt x="363" y="74"/>
                  <a:pt x="362" y="68"/>
                  <a:pt x="356" y="65"/>
                </a:cubicBezTo>
                <a:cubicBezTo>
                  <a:pt x="338" y="45"/>
                  <a:pt x="336" y="44"/>
                  <a:pt x="335" y="41"/>
                </a:cubicBezTo>
                <a:cubicBezTo>
                  <a:pt x="308" y="17"/>
                  <a:pt x="306" y="15"/>
                  <a:pt x="303" y="14"/>
                </a:cubicBezTo>
                <a:cubicBezTo>
                  <a:pt x="275" y="0"/>
                  <a:pt x="275" y="0"/>
                  <a:pt x="275" y="0"/>
                </a:cubicBezTo>
                <a:cubicBezTo>
                  <a:pt x="299" y="19"/>
                  <a:pt x="304" y="24"/>
                  <a:pt x="307" y="29"/>
                </a:cubicBezTo>
                <a:cubicBezTo>
                  <a:pt x="332" y="48"/>
                  <a:pt x="330" y="56"/>
                  <a:pt x="337" y="54"/>
                </a:cubicBezTo>
                <a:cubicBezTo>
                  <a:pt x="368" y="81"/>
                  <a:pt x="367" y="87"/>
                  <a:pt x="369" y="90"/>
                </a:cubicBezTo>
                <a:cubicBezTo>
                  <a:pt x="398" y="119"/>
                  <a:pt x="406" y="128"/>
                  <a:pt x="413" y="138"/>
                </a:cubicBezTo>
                <a:cubicBezTo>
                  <a:pt x="435" y="161"/>
                  <a:pt x="441" y="161"/>
                  <a:pt x="441" y="165"/>
                </a:cubicBezTo>
                <a:cubicBezTo>
                  <a:pt x="525" y="234"/>
                  <a:pt x="526" y="240"/>
                  <a:pt x="529" y="243"/>
                </a:cubicBezTo>
                <a:close/>
                <a:moveTo>
                  <a:pt x="1152" y="2099"/>
                </a:moveTo>
                <a:cubicBezTo>
                  <a:pt x="1150" y="2096"/>
                  <a:pt x="1154" y="2087"/>
                  <a:pt x="1150" y="2088"/>
                </a:cubicBezTo>
                <a:cubicBezTo>
                  <a:pt x="1138" y="2039"/>
                  <a:pt x="1133" y="2035"/>
                  <a:pt x="1134" y="2025"/>
                </a:cubicBezTo>
                <a:cubicBezTo>
                  <a:pt x="1111" y="1981"/>
                  <a:pt x="1109" y="1965"/>
                  <a:pt x="1102" y="1955"/>
                </a:cubicBezTo>
                <a:cubicBezTo>
                  <a:pt x="1091" y="1924"/>
                  <a:pt x="1085" y="1926"/>
                  <a:pt x="1086" y="1920"/>
                </a:cubicBezTo>
                <a:cubicBezTo>
                  <a:pt x="1073" y="1890"/>
                  <a:pt x="1072" y="1887"/>
                  <a:pt x="1069" y="1885"/>
                </a:cubicBezTo>
                <a:cubicBezTo>
                  <a:pt x="1052" y="1843"/>
                  <a:pt x="1043" y="1843"/>
                  <a:pt x="1043" y="1835"/>
                </a:cubicBezTo>
                <a:cubicBezTo>
                  <a:pt x="1003" y="1780"/>
                  <a:pt x="996" y="1770"/>
                  <a:pt x="988" y="1761"/>
                </a:cubicBezTo>
                <a:cubicBezTo>
                  <a:pt x="1012" y="1803"/>
                  <a:pt x="1016" y="1808"/>
                  <a:pt x="1021" y="1813"/>
                </a:cubicBezTo>
                <a:cubicBezTo>
                  <a:pt x="1030" y="1837"/>
                  <a:pt x="1036" y="1835"/>
                  <a:pt x="1036" y="1839"/>
                </a:cubicBezTo>
                <a:cubicBezTo>
                  <a:pt x="1046" y="1859"/>
                  <a:pt x="1050" y="1860"/>
                  <a:pt x="1049" y="1865"/>
                </a:cubicBezTo>
                <a:cubicBezTo>
                  <a:pt x="1067" y="1896"/>
                  <a:pt x="1069" y="1900"/>
                  <a:pt x="1071" y="1903"/>
                </a:cubicBezTo>
                <a:cubicBezTo>
                  <a:pt x="1092" y="1948"/>
                  <a:pt x="1092" y="1955"/>
                  <a:pt x="1095" y="1959"/>
                </a:cubicBezTo>
                <a:cubicBezTo>
                  <a:pt x="1123" y="2041"/>
                  <a:pt x="1129" y="2042"/>
                  <a:pt x="1130" y="2049"/>
                </a:cubicBezTo>
                <a:cubicBezTo>
                  <a:pt x="1150" y="2114"/>
                  <a:pt x="1150" y="2117"/>
                  <a:pt x="1150" y="2121"/>
                </a:cubicBezTo>
                <a:cubicBezTo>
                  <a:pt x="1151" y="2128"/>
                  <a:pt x="1142" y="2118"/>
                  <a:pt x="1139" y="2103"/>
                </a:cubicBezTo>
                <a:cubicBezTo>
                  <a:pt x="1126" y="2078"/>
                  <a:pt x="1123" y="2071"/>
                  <a:pt x="1119" y="2066"/>
                </a:cubicBezTo>
                <a:cubicBezTo>
                  <a:pt x="1108" y="2039"/>
                  <a:pt x="1106" y="2032"/>
                  <a:pt x="1099" y="2029"/>
                </a:cubicBezTo>
                <a:cubicBezTo>
                  <a:pt x="1078" y="1982"/>
                  <a:pt x="1076" y="1975"/>
                  <a:pt x="1071" y="1970"/>
                </a:cubicBezTo>
                <a:cubicBezTo>
                  <a:pt x="1048" y="1932"/>
                  <a:pt x="1047" y="1928"/>
                  <a:pt x="1047" y="1924"/>
                </a:cubicBezTo>
                <a:cubicBezTo>
                  <a:pt x="1030" y="1888"/>
                  <a:pt x="1021" y="1887"/>
                  <a:pt x="1021" y="1879"/>
                </a:cubicBezTo>
                <a:cubicBezTo>
                  <a:pt x="1008" y="1846"/>
                  <a:pt x="1000" y="1840"/>
                  <a:pt x="999" y="1846"/>
                </a:cubicBezTo>
                <a:cubicBezTo>
                  <a:pt x="1015" y="1873"/>
                  <a:pt x="1017" y="1885"/>
                  <a:pt x="1023" y="1892"/>
                </a:cubicBezTo>
                <a:cubicBezTo>
                  <a:pt x="1045" y="1935"/>
                  <a:pt x="1047" y="1939"/>
                  <a:pt x="1049" y="1944"/>
                </a:cubicBezTo>
                <a:cubicBezTo>
                  <a:pt x="1065" y="1974"/>
                  <a:pt x="1066" y="1974"/>
                  <a:pt x="1067" y="1974"/>
                </a:cubicBezTo>
                <a:cubicBezTo>
                  <a:pt x="1082" y="2010"/>
                  <a:pt x="1086" y="2011"/>
                  <a:pt x="1086" y="2018"/>
                </a:cubicBezTo>
                <a:cubicBezTo>
                  <a:pt x="1103" y="2056"/>
                  <a:pt x="1107" y="2058"/>
                  <a:pt x="1110" y="2062"/>
                </a:cubicBezTo>
                <a:cubicBezTo>
                  <a:pt x="1141" y="2137"/>
                  <a:pt x="1147" y="2139"/>
                  <a:pt x="1147" y="2147"/>
                </a:cubicBezTo>
                <a:cubicBezTo>
                  <a:pt x="1165" y="2142"/>
                  <a:pt x="1161" y="2123"/>
                  <a:pt x="1156" y="2105"/>
                </a:cubicBezTo>
                <a:close/>
                <a:moveTo>
                  <a:pt x="1282" y="2121"/>
                </a:moveTo>
                <a:cubicBezTo>
                  <a:pt x="1283" y="2117"/>
                  <a:pt x="1286" y="2117"/>
                  <a:pt x="1287" y="2114"/>
                </a:cubicBezTo>
                <a:cubicBezTo>
                  <a:pt x="1321" y="2080"/>
                  <a:pt x="1320" y="2072"/>
                  <a:pt x="1326" y="2070"/>
                </a:cubicBezTo>
                <a:cubicBezTo>
                  <a:pt x="1347" y="2053"/>
                  <a:pt x="1345" y="2047"/>
                  <a:pt x="1350" y="2049"/>
                </a:cubicBezTo>
                <a:cubicBezTo>
                  <a:pt x="1377" y="2021"/>
                  <a:pt x="1391" y="2005"/>
                  <a:pt x="1407" y="1990"/>
                </a:cubicBezTo>
                <a:cubicBezTo>
                  <a:pt x="1432" y="1962"/>
                  <a:pt x="1438" y="1960"/>
                  <a:pt x="1439" y="1955"/>
                </a:cubicBezTo>
                <a:cubicBezTo>
                  <a:pt x="1473" y="1911"/>
                  <a:pt x="1474" y="1904"/>
                  <a:pt x="1477" y="1898"/>
                </a:cubicBezTo>
                <a:cubicBezTo>
                  <a:pt x="1479" y="1880"/>
                  <a:pt x="1478" y="1883"/>
                  <a:pt x="1479" y="1887"/>
                </a:cubicBezTo>
                <a:cubicBezTo>
                  <a:pt x="1460" y="1920"/>
                  <a:pt x="1450" y="1925"/>
                  <a:pt x="1446" y="1937"/>
                </a:cubicBezTo>
                <a:cubicBezTo>
                  <a:pt x="1410" y="1977"/>
                  <a:pt x="1401" y="1976"/>
                  <a:pt x="1400" y="1983"/>
                </a:cubicBezTo>
                <a:cubicBezTo>
                  <a:pt x="1385" y="2005"/>
                  <a:pt x="1376" y="2000"/>
                  <a:pt x="1378" y="2007"/>
                </a:cubicBezTo>
                <a:cubicBezTo>
                  <a:pt x="1342" y="2047"/>
                  <a:pt x="1322" y="2057"/>
                  <a:pt x="1309" y="2075"/>
                </a:cubicBezTo>
                <a:cubicBezTo>
                  <a:pt x="1286" y="2101"/>
                  <a:pt x="1285" y="2104"/>
                  <a:pt x="1282" y="2105"/>
                </a:cubicBezTo>
                <a:cubicBezTo>
                  <a:pt x="1265" y="2129"/>
                  <a:pt x="1263" y="2131"/>
                  <a:pt x="1261" y="2131"/>
                </a:cubicBezTo>
                <a:cubicBezTo>
                  <a:pt x="1251" y="2152"/>
                  <a:pt x="1245" y="2151"/>
                  <a:pt x="1248" y="2158"/>
                </a:cubicBezTo>
                <a:cubicBezTo>
                  <a:pt x="1262" y="2152"/>
                  <a:pt x="1267" y="2142"/>
                  <a:pt x="1272" y="2131"/>
                </a:cubicBezTo>
                <a:close/>
                <a:moveTo>
                  <a:pt x="1252" y="2121"/>
                </a:moveTo>
                <a:cubicBezTo>
                  <a:pt x="1253" y="2116"/>
                  <a:pt x="1258" y="2113"/>
                  <a:pt x="1261" y="2110"/>
                </a:cubicBezTo>
                <a:cubicBezTo>
                  <a:pt x="1292" y="2075"/>
                  <a:pt x="1292" y="2069"/>
                  <a:pt x="1296" y="2066"/>
                </a:cubicBezTo>
                <a:cubicBezTo>
                  <a:pt x="1325" y="2042"/>
                  <a:pt x="1328" y="2032"/>
                  <a:pt x="1337" y="2027"/>
                </a:cubicBezTo>
                <a:cubicBezTo>
                  <a:pt x="1357" y="2004"/>
                  <a:pt x="1360" y="2005"/>
                  <a:pt x="1361" y="2003"/>
                </a:cubicBezTo>
                <a:cubicBezTo>
                  <a:pt x="1379" y="1988"/>
                  <a:pt x="1381" y="1987"/>
                  <a:pt x="1383" y="1985"/>
                </a:cubicBezTo>
                <a:cubicBezTo>
                  <a:pt x="1395" y="1974"/>
                  <a:pt x="1393" y="1969"/>
                  <a:pt x="1398" y="1970"/>
                </a:cubicBezTo>
                <a:cubicBezTo>
                  <a:pt x="1429" y="1937"/>
                  <a:pt x="1430" y="1935"/>
                  <a:pt x="1431" y="1933"/>
                </a:cubicBezTo>
                <a:cubicBezTo>
                  <a:pt x="1448" y="1913"/>
                  <a:pt x="1452" y="1911"/>
                  <a:pt x="1453" y="1905"/>
                </a:cubicBezTo>
                <a:cubicBezTo>
                  <a:pt x="1484" y="1849"/>
                  <a:pt x="1489" y="1848"/>
                  <a:pt x="1485" y="1844"/>
                </a:cubicBezTo>
                <a:cubicBezTo>
                  <a:pt x="1498" y="1819"/>
                  <a:pt x="1499" y="1815"/>
                  <a:pt x="1503" y="1813"/>
                </a:cubicBezTo>
                <a:cubicBezTo>
                  <a:pt x="1479" y="1838"/>
                  <a:pt x="1484" y="1853"/>
                  <a:pt x="1477" y="1855"/>
                </a:cubicBezTo>
                <a:cubicBezTo>
                  <a:pt x="1464" y="1882"/>
                  <a:pt x="1459" y="1886"/>
                  <a:pt x="1455" y="1892"/>
                </a:cubicBezTo>
                <a:cubicBezTo>
                  <a:pt x="1437" y="1912"/>
                  <a:pt x="1434" y="1918"/>
                  <a:pt x="1431" y="1922"/>
                </a:cubicBezTo>
                <a:cubicBezTo>
                  <a:pt x="1408" y="1942"/>
                  <a:pt x="1402" y="1953"/>
                  <a:pt x="1394" y="1961"/>
                </a:cubicBezTo>
                <a:cubicBezTo>
                  <a:pt x="1356" y="1988"/>
                  <a:pt x="1360" y="1997"/>
                  <a:pt x="1354" y="1996"/>
                </a:cubicBezTo>
                <a:cubicBezTo>
                  <a:pt x="1337" y="2014"/>
                  <a:pt x="1333" y="2016"/>
                  <a:pt x="1330" y="2018"/>
                </a:cubicBezTo>
                <a:cubicBezTo>
                  <a:pt x="1304" y="2043"/>
                  <a:pt x="1304" y="2048"/>
                  <a:pt x="1300" y="2049"/>
                </a:cubicBezTo>
                <a:cubicBezTo>
                  <a:pt x="1281" y="2070"/>
                  <a:pt x="1275" y="2075"/>
                  <a:pt x="1269" y="2079"/>
                </a:cubicBezTo>
                <a:cubicBezTo>
                  <a:pt x="1247" y="2112"/>
                  <a:pt x="1245" y="2113"/>
                  <a:pt x="1243" y="2114"/>
                </a:cubicBezTo>
                <a:cubicBezTo>
                  <a:pt x="1247" y="2103"/>
                  <a:pt x="1247" y="2098"/>
                  <a:pt x="1250" y="2094"/>
                </a:cubicBezTo>
                <a:cubicBezTo>
                  <a:pt x="1275" y="2064"/>
                  <a:pt x="1275" y="2058"/>
                  <a:pt x="1278" y="2055"/>
                </a:cubicBezTo>
                <a:cubicBezTo>
                  <a:pt x="1312" y="2008"/>
                  <a:pt x="1335" y="1985"/>
                  <a:pt x="1359" y="1964"/>
                </a:cubicBezTo>
                <a:cubicBezTo>
                  <a:pt x="1384" y="1931"/>
                  <a:pt x="1387" y="1930"/>
                  <a:pt x="1387" y="1924"/>
                </a:cubicBezTo>
                <a:cubicBezTo>
                  <a:pt x="1413" y="1898"/>
                  <a:pt x="1413" y="1892"/>
                  <a:pt x="1418" y="1892"/>
                </a:cubicBezTo>
                <a:cubicBezTo>
                  <a:pt x="1427" y="1879"/>
                  <a:pt x="1429" y="1875"/>
                  <a:pt x="1431" y="1872"/>
                </a:cubicBezTo>
                <a:cubicBezTo>
                  <a:pt x="1422" y="1877"/>
                  <a:pt x="1419" y="1882"/>
                  <a:pt x="1416" y="1885"/>
                </a:cubicBezTo>
                <a:cubicBezTo>
                  <a:pt x="1370" y="1932"/>
                  <a:pt x="1368" y="1937"/>
                  <a:pt x="1365" y="1942"/>
                </a:cubicBezTo>
                <a:cubicBezTo>
                  <a:pt x="1347" y="1957"/>
                  <a:pt x="1348" y="1963"/>
                  <a:pt x="1344" y="1961"/>
                </a:cubicBezTo>
                <a:cubicBezTo>
                  <a:pt x="1310" y="1997"/>
                  <a:pt x="1311" y="2001"/>
                  <a:pt x="1309" y="2003"/>
                </a:cubicBezTo>
                <a:cubicBezTo>
                  <a:pt x="1290" y="2031"/>
                  <a:pt x="1278" y="2034"/>
                  <a:pt x="1276" y="2046"/>
                </a:cubicBezTo>
                <a:cubicBezTo>
                  <a:pt x="1263" y="2059"/>
                  <a:pt x="1262" y="2063"/>
                  <a:pt x="1256" y="2066"/>
                </a:cubicBezTo>
                <a:cubicBezTo>
                  <a:pt x="1229" y="2114"/>
                  <a:pt x="1229" y="2119"/>
                  <a:pt x="1226" y="2121"/>
                </a:cubicBezTo>
                <a:cubicBezTo>
                  <a:pt x="1210" y="2155"/>
                  <a:pt x="1209" y="2158"/>
                  <a:pt x="1208" y="2160"/>
                </a:cubicBezTo>
                <a:cubicBezTo>
                  <a:pt x="1234" y="2148"/>
                  <a:pt x="1239" y="2141"/>
                  <a:pt x="1243" y="2131"/>
                </a:cubicBezTo>
                <a:close/>
                <a:moveTo>
                  <a:pt x="1095" y="2090"/>
                </a:moveTo>
                <a:cubicBezTo>
                  <a:pt x="1092" y="2080"/>
                  <a:pt x="1087" y="2072"/>
                  <a:pt x="1082" y="2064"/>
                </a:cubicBezTo>
                <a:cubicBezTo>
                  <a:pt x="1051" y="2009"/>
                  <a:pt x="1049" y="2005"/>
                  <a:pt x="1045" y="2003"/>
                </a:cubicBezTo>
                <a:cubicBezTo>
                  <a:pt x="1032" y="1967"/>
                  <a:pt x="1032" y="1961"/>
                  <a:pt x="1030" y="1957"/>
                </a:cubicBezTo>
                <a:cubicBezTo>
                  <a:pt x="1015" y="1906"/>
                  <a:pt x="1012" y="1903"/>
                  <a:pt x="1012" y="1896"/>
                </a:cubicBezTo>
                <a:cubicBezTo>
                  <a:pt x="1003" y="1886"/>
                  <a:pt x="1010" y="1901"/>
                  <a:pt x="1012" y="1920"/>
                </a:cubicBezTo>
                <a:cubicBezTo>
                  <a:pt x="1029" y="2003"/>
                  <a:pt x="1034" y="2018"/>
                  <a:pt x="1038" y="2033"/>
                </a:cubicBezTo>
                <a:cubicBezTo>
                  <a:pt x="1048" y="2064"/>
                  <a:pt x="1051" y="2072"/>
                  <a:pt x="1056" y="2077"/>
                </a:cubicBezTo>
                <a:cubicBezTo>
                  <a:pt x="1101" y="2160"/>
                  <a:pt x="1101" y="2160"/>
                  <a:pt x="1101" y="2160"/>
                </a:cubicBezTo>
                <a:cubicBezTo>
                  <a:pt x="1097" y="2151"/>
                  <a:pt x="1093" y="2150"/>
                  <a:pt x="1093" y="2142"/>
                </a:cubicBezTo>
                <a:cubicBezTo>
                  <a:pt x="1069" y="2093"/>
                  <a:pt x="1058" y="2074"/>
                  <a:pt x="1051" y="2051"/>
                </a:cubicBezTo>
                <a:cubicBezTo>
                  <a:pt x="1037" y="2005"/>
                  <a:pt x="1030" y="1997"/>
                  <a:pt x="1030" y="1983"/>
                </a:cubicBezTo>
                <a:cubicBezTo>
                  <a:pt x="1058" y="2041"/>
                  <a:pt x="1062" y="2045"/>
                  <a:pt x="1064" y="2051"/>
                </a:cubicBezTo>
                <a:cubicBezTo>
                  <a:pt x="1085" y="2092"/>
                  <a:pt x="1091" y="2094"/>
                  <a:pt x="1093" y="2101"/>
                </a:cubicBezTo>
                <a:cubicBezTo>
                  <a:pt x="1127" y="2147"/>
                  <a:pt x="1120" y="2159"/>
                  <a:pt x="1126" y="2158"/>
                </a:cubicBezTo>
                <a:cubicBezTo>
                  <a:pt x="1131" y="2147"/>
                  <a:pt x="1123" y="2137"/>
                  <a:pt x="1117" y="2125"/>
                </a:cubicBezTo>
                <a:close/>
                <a:moveTo>
                  <a:pt x="1062" y="2155"/>
                </a:moveTo>
                <a:cubicBezTo>
                  <a:pt x="1062" y="2152"/>
                  <a:pt x="1061" y="2150"/>
                  <a:pt x="1058" y="2149"/>
                </a:cubicBezTo>
                <a:cubicBezTo>
                  <a:pt x="1061" y="2142"/>
                  <a:pt x="1051" y="2147"/>
                  <a:pt x="1054" y="2140"/>
                </a:cubicBezTo>
                <a:cubicBezTo>
                  <a:pt x="1048" y="2137"/>
                  <a:pt x="1047" y="2129"/>
                  <a:pt x="1040" y="2127"/>
                </a:cubicBezTo>
                <a:cubicBezTo>
                  <a:pt x="1037" y="2113"/>
                  <a:pt x="1027" y="2105"/>
                  <a:pt x="1019" y="2097"/>
                </a:cubicBezTo>
                <a:cubicBezTo>
                  <a:pt x="1017" y="2106"/>
                  <a:pt x="1026" y="2106"/>
                  <a:pt x="1027" y="2112"/>
                </a:cubicBezTo>
                <a:cubicBezTo>
                  <a:pt x="1028" y="2119"/>
                  <a:pt x="1036" y="2120"/>
                  <a:pt x="1036" y="2127"/>
                </a:cubicBezTo>
                <a:cubicBezTo>
                  <a:pt x="1045" y="2135"/>
                  <a:pt x="1050" y="2146"/>
                  <a:pt x="1058" y="2155"/>
                </a:cubicBezTo>
                <a:cubicBezTo>
                  <a:pt x="1059" y="2157"/>
                  <a:pt x="1060" y="2159"/>
                  <a:pt x="1061" y="2160"/>
                </a:cubicBezTo>
                <a:cubicBezTo>
                  <a:pt x="1067" y="2160"/>
                  <a:pt x="1067" y="2160"/>
                  <a:pt x="1067" y="2160"/>
                </a:cubicBezTo>
                <a:cubicBezTo>
                  <a:pt x="1066" y="2158"/>
                  <a:pt x="1066" y="2155"/>
                  <a:pt x="1062" y="215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05474103-4A93-4198-B2FA-45EC74FD52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798" y="0"/>
            <a:ext cx="12151360" cy="6875463"/>
          </a:xfrm>
          <a:custGeom>
            <a:avLst/>
            <a:gdLst/>
            <a:ahLst/>
            <a:cxnLst/>
            <a:rect l="0" t="0" r="r" b="b"/>
            <a:pathLst>
              <a:path w="3840" h="2163">
                <a:moveTo>
                  <a:pt x="3809" y="960"/>
                </a:moveTo>
                <a:cubicBezTo>
                  <a:pt x="3796" y="975"/>
                  <a:pt x="3783" y="990"/>
                  <a:pt x="3772" y="1010"/>
                </a:cubicBezTo>
                <a:cubicBezTo>
                  <a:pt x="3769" y="1017"/>
                  <a:pt x="3766" y="1024"/>
                  <a:pt x="3763" y="1030"/>
                </a:cubicBezTo>
                <a:cubicBezTo>
                  <a:pt x="3771" y="1037"/>
                  <a:pt x="3769" y="1017"/>
                  <a:pt x="3775" y="1019"/>
                </a:cubicBezTo>
                <a:cubicBezTo>
                  <a:pt x="3774" y="1010"/>
                  <a:pt x="3779" y="1009"/>
                  <a:pt x="3783" y="1001"/>
                </a:cubicBezTo>
                <a:cubicBezTo>
                  <a:pt x="3787" y="996"/>
                  <a:pt x="3792" y="991"/>
                  <a:pt x="3796" y="985"/>
                </a:cubicBezTo>
                <a:cubicBezTo>
                  <a:pt x="3798" y="980"/>
                  <a:pt x="3802" y="982"/>
                  <a:pt x="3803" y="976"/>
                </a:cubicBezTo>
                <a:cubicBezTo>
                  <a:pt x="3807" y="980"/>
                  <a:pt x="3805" y="966"/>
                  <a:pt x="3810" y="970"/>
                </a:cubicBezTo>
                <a:cubicBezTo>
                  <a:pt x="3815" y="965"/>
                  <a:pt x="3819" y="960"/>
                  <a:pt x="3824" y="954"/>
                </a:cubicBezTo>
                <a:cubicBezTo>
                  <a:pt x="3826" y="952"/>
                  <a:pt x="3829" y="950"/>
                  <a:pt x="3831" y="948"/>
                </a:cubicBezTo>
                <a:cubicBezTo>
                  <a:pt x="3834" y="948"/>
                  <a:pt x="3835" y="940"/>
                  <a:pt x="3838" y="942"/>
                </a:cubicBezTo>
                <a:cubicBezTo>
                  <a:pt x="3839" y="941"/>
                  <a:pt x="3840" y="940"/>
                  <a:pt x="3840" y="940"/>
                </a:cubicBezTo>
                <a:cubicBezTo>
                  <a:pt x="3840" y="930"/>
                  <a:pt x="3840" y="930"/>
                  <a:pt x="3840" y="930"/>
                </a:cubicBezTo>
                <a:cubicBezTo>
                  <a:pt x="3837" y="933"/>
                  <a:pt x="3833" y="935"/>
                  <a:pt x="3830" y="938"/>
                </a:cubicBezTo>
                <a:cubicBezTo>
                  <a:pt x="3824" y="947"/>
                  <a:pt x="3817" y="953"/>
                  <a:pt x="3809" y="960"/>
                </a:cubicBezTo>
                <a:close/>
                <a:moveTo>
                  <a:pt x="3827" y="880"/>
                </a:moveTo>
                <a:cubicBezTo>
                  <a:pt x="3818" y="885"/>
                  <a:pt x="3810" y="891"/>
                  <a:pt x="3802" y="898"/>
                </a:cubicBezTo>
                <a:cubicBezTo>
                  <a:pt x="3795" y="906"/>
                  <a:pt x="3785" y="910"/>
                  <a:pt x="3779" y="921"/>
                </a:cubicBezTo>
                <a:cubicBezTo>
                  <a:pt x="3770" y="926"/>
                  <a:pt x="3764" y="938"/>
                  <a:pt x="3757" y="945"/>
                </a:cubicBezTo>
                <a:cubicBezTo>
                  <a:pt x="3754" y="951"/>
                  <a:pt x="3748" y="950"/>
                  <a:pt x="3746" y="959"/>
                </a:cubicBezTo>
                <a:cubicBezTo>
                  <a:pt x="3743" y="958"/>
                  <a:pt x="3742" y="963"/>
                  <a:pt x="3740" y="966"/>
                </a:cubicBezTo>
                <a:cubicBezTo>
                  <a:pt x="3738" y="965"/>
                  <a:pt x="3735" y="971"/>
                  <a:pt x="3738" y="972"/>
                </a:cubicBezTo>
                <a:cubicBezTo>
                  <a:pt x="3746" y="962"/>
                  <a:pt x="3754" y="953"/>
                  <a:pt x="3762" y="942"/>
                </a:cubicBezTo>
                <a:cubicBezTo>
                  <a:pt x="3773" y="939"/>
                  <a:pt x="3778" y="921"/>
                  <a:pt x="3789" y="918"/>
                </a:cubicBezTo>
                <a:cubicBezTo>
                  <a:pt x="3792" y="911"/>
                  <a:pt x="3799" y="912"/>
                  <a:pt x="3802" y="905"/>
                </a:cubicBezTo>
                <a:cubicBezTo>
                  <a:pt x="3807" y="902"/>
                  <a:pt x="3812" y="899"/>
                  <a:pt x="3816" y="894"/>
                </a:cubicBezTo>
                <a:cubicBezTo>
                  <a:pt x="3817" y="891"/>
                  <a:pt x="3822" y="895"/>
                  <a:pt x="3822" y="890"/>
                </a:cubicBezTo>
                <a:cubicBezTo>
                  <a:pt x="3826" y="891"/>
                  <a:pt x="3827" y="884"/>
                  <a:pt x="3831" y="886"/>
                </a:cubicBezTo>
                <a:cubicBezTo>
                  <a:pt x="3833" y="882"/>
                  <a:pt x="3837" y="881"/>
                  <a:pt x="3840" y="879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35" y="872"/>
                  <a:pt x="3831" y="878"/>
                  <a:pt x="3827" y="880"/>
                </a:cubicBezTo>
                <a:close/>
                <a:moveTo>
                  <a:pt x="3837" y="806"/>
                </a:moveTo>
                <a:cubicBezTo>
                  <a:pt x="3836" y="810"/>
                  <a:pt x="3827" y="812"/>
                  <a:pt x="3832" y="816"/>
                </a:cubicBezTo>
                <a:cubicBezTo>
                  <a:pt x="3835" y="814"/>
                  <a:pt x="3837" y="812"/>
                  <a:pt x="3840" y="810"/>
                </a:cubicBezTo>
                <a:cubicBezTo>
                  <a:pt x="3840" y="804"/>
                  <a:pt x="3840" y="804"/>
                  <a:pt x="3840" y="804"/>
                </a:cubicBezTo>
                <a:cubicBezTo>
                  <a:pt x="3839" y="804"/>
                  <a:pt x="3838" y="805"/>
                  <a:pt x="3837" y="806"/>
                </a:cubicBezTo>
                <a:close/>
                <a:moveTo>
                  <a:pt x="2318" y="205"/>
                </a:moveTo>
                <a:cubicBezTo>
                  <a:pt x="2319" y="200"/>
                  <a:pt x="2323" y="198"/>
                  <a:pt x="2322" y="192"/>
                </a:cubicBezTo>
                <a:cubicBezTo>
                  <a:pt x="2351" y="148"/>
                  <a:pt x="2361" y="145"/>
                  <a:pt x="2364" y="135"/>
                </a:cubicBezTo>
                <a:cubicBezTo>
                  <a:pt x="2383" y="109"/>
                  <a:pt x="2387" y="107"/>
                  <a:pt x="2388" y="102"/>
                </a:cubicBezTo>
                <a:cubicBezTo>
                  <a:pt x="2419" y="61"/>
                  <a:pt x="2429" y="59"/>
                  <a:pt x="2434" y="50"/>
                </a:cubicBezTo>
                <a:cubicBezTo>
                  <a:pt x="2462" y="20"/>
                  <a:pt x="2474" y="12"/>
                  <a:pt x="2481" y="0"/>
                </a:cubicBezTo>
                <a:cubicBezTo>
                  <a:pt x="2462" y="9"/>
                  <a:pt x="2460" y="16"/>
                  <a:pt x="2453" y="19"/>
                </a:cubicBezTo>
                <a:cubicBezTo>
                  <a:pt x="2438" y="35"/>
                  <a:pt x="2436" y="37"/>
                  <a:pt x="2434" y="39"/>
                </a:cubicBezTo>
                <a:cubicBezTo>
                  <a:pt x="2416" y="54"/>
                  <a:pt x="2418" y="60"/>
                  <a:pt x="2412" y="59"/>
                </a:cubicBezTo>
                <a:cubicBezTo>
                  <a:pt x="2382" y="92"/>
                  <a:pt x="2384" y="103"/>
                  <a:pt x="2377" y="104"/>
                </a:cubicBezTo>
                <a:cubicBezTo>
                  <a:pt x="2361" y="133"/>
                  <a:pt x="2355" y="132"/>
                  <a:pt x="2357" y="139"/>
                </a:cubicBezTo>
                <a:cubicBezTo>
                  <a:pt x="2336" y="177"/>
                  <a:pt x="2326" y="171"/>
                  <a:pt x="2329" y="179"/>
                </a:cubicBezTo>
                <a:cubicBezTo>
                  <a:pt x="2321" y="199"/>
                  <a:pt x="2312" y="203"/>
                  <a:pt x="2318" y="205"/>
                </a:cubicBezTo>
                <a:close/>
                <a:moveTo>
                  <a:pt x="3826" y="837"/>
                </a:moveTo>
                <a:cubicBezTo>
                  <a:pt x="3821" y="839"/>
                  <a:pt x="3818" y="844"/>
                  <a:pt x="3813" y="845"/>
                </a:cubicBezTo>
                <a:cubicBezTo>
                  <a:pt x="3805" y="852"/>
                  <a:pt x="3797" y="858"/>
                  <a:pt x="3790" y="867"/>
                </a:cubicBezTo>
                <a:cubicBezTo>
                  <a:pt x="3787" y="873"/>
                  <a:pt x="3782" y="871"/>
                  <a:pt x="3780" y="879"/>
                </a:cubicBezTo>
                <a:cubicBezTo>
                  <a:pt x="3776" y="877"/>
                  <a:pt x="3776" y="884"/>
                  <a:pt x="3773" y="883"/>
                </a:cubicBezTo>
                <a:cubicBezTo>
                  <a:pt x="3772" y="886"/>
                  <a:pt x="3769" y="890"/>
                  <a:pt x="3772" y="892"/>
                </a:cubicBezTo>
                <a:cubicBezTo>
                  <a:pt x="3778" y="885"/>
                  <a:pt x="3784" y="877"/>
                  <a:pt x="3792" y="872"/>
                </a:cubicBezTo>
                <a:cubicBezTo>
                  <a:pt x="3795" y="867"/>
                  <a:pt x="3799" y="864"/>
                  <a:pt x="3803" y="863"/>
                </a:cubicBezTo>
                <a:cubicBezTo>
                  <a:pt x="3806" y="858"/>
                  <a:pt x="3810" y="855"/>
                  <a:pt x="3814" y="853"/>
                </a:cubicBezTo>
                <a:cubicBezTo>
                  <a:pt x="3821" y="846"/>
                  <a:pt x="3828" y="841"/>
                  <a:pt x="3836" y="836"/>
                </a:cubicBezTo>
                <a:cubicBezTo>
                  <a:pt x="3837" y="837"/>
                  <a:pt x="3839" y="836"/>
                  <a:pt x="3840" y="835"/>
                </a:cubicBezTo>
                <a:cubicBezTo>
                  <a:pt x="3840" y="826"/>
                  <a:pt x="3840" y="826"/>
                  <a:pt x="3840" y="826"/>
                </a:cubicBezTo>
                <a:cubicBezTo>
                  <a:pt x="3839" y="827"/>
                  <a:pt x="3838" y="827"/>
                  <a:pt x="3837" y="827"/>
                </a:cubicBezTo>
                <a:cubicBezTo>
                  <a:pt x="3834" y="831"/>
                  <a:pt x="3830" y="835"/>
                  <a:pt x="3826" y="837"/>
                </a:cubicBezTo>
                <a:close/>
                <a:moveTo>
                  <a:pt x="3819" y="964"/>
                </a:moveTo>
                <a:cubicBezTo>
                  <a:pt x="3816" y="970"/>
                  <a:pt x="3810" y="971"/>
                  <a:pt x="3807" y="978"/>
                </a:cubicBezTo>
                <a:cubicBezTo>
                  <a:pt x="3801" y="978"/>
                  <a:pt x="3800" y="989"/>
                  <a:pt x="3795" y="989"/>
                </a:cubicBezTo>
                <a:cubicBezTo>
                  <a:pt x="3792" y="998"/>
                  <a:pt x="3786" y="999"/>
                  <a:pt x="3783" y="1006"/>
                </a:cubicBezTo>
                <a:cubicBezTo>
                  <a:pt x="3787" y="1008"/>
                  <a:pt x="3780" y="1008"/>
                  <a:pt x="3783" y="1011"/>
                </a:cubicBezTo>
                <a:cubicBezTo>
                  <a:pt x="3784" y="1015"/>
                  <a:pt x="3774" y="1015"/>
                  <a:pt x="3780" y="1019"/>
                </a:cubicBezTo>
                <a:cubicBezTo>
                  <a:pt x="3796" y="998"/>
                  <a:pt x="3813" y="976"/>
                  <a:pt x="3833" y="965"/>
                </a:cubicBezTo>
                <a:cubicBezTo>
                  <a:pt x="3835" y="963"/>
                  <a:pt x="3838" y="961"/>
                  <a:pt x="3840" y="959"/>
                </a:cubicBezTo>
                <a:cubicBezTo>
                  <a:pt x="3840" y="950"/>
                  <a:pt x="3840" y="950"/>
                  <a:pt x="3840" y="950"/>
                </a:cubicBezTo>
                <a:cubicBezTo>
                  <a:pt x="3837" y="952"/>
                  <a:pt x="3835" y="954"/>
                  <a:pt x="3833" y="956"/>
                </a:cubicBezTo>
                <a:cubicBezTo>
                  <a:pt x="3827" y="957"/>
                  <a:pt x="3825" y="965"/>
                  <a:pt x="3819" y="964"/>
                </a:cubicBezTo>
                <a:close/>
                <a:moveTo>
                  <a:pt x="3803" y="1109"/>
                </a:moveTo>
                <a:cubicBezTo>
                  <a:pt x="3801" y="1112"/>
                  <a:pt x="3798" y="1111"/>
                  <a:pt x="3797" y="1113"/>
                </a:cubicBezTo>
                <a:cubicBezTo>
                  <a:pt x="3795" y="1116"/>
                  <a:pt x="3794" y="1121"/>
                  <a:pt x="3791" y="1120"/>
                </a:cubicBezTo>
                <a:cubicBezTo>
                  <a:pt x="3786" y="1128"/>
                  <a:pt x="3788" y="1129"/>
                  <a:pt x="3782" y="1136"/>
                </a:cubicBezTo>
                <a:cubicBezTo>
                  <a:pt x="3780" y="1142"/>
                  <a:pt x="3777" y="1149"/>
                  <a:pt x="3774" y="1156"/>
                </a:cubicBezTo>
                <a:cubicBezTo>
                  <a:pt x="3769" y="1158"/>
                  <a:pt x="3768" y="1168"/>
                  <a:pt x="3775" y="1170"/>
                </a:cubicBezTo>
                <a:cubicBezTo>
                  <a:pt x="3776" y="1171"/>
                  <a:pt x="3778" y="1171"/>
                  <a:pt x="3779" y="1172"/>
                </a:cubicBezTo>
                <a:cubicBezTo>
                  <a:pt x="3780" y="1169"/>
                  <a:pt x="3780" y="1167"/>
                  <a:pt x="3779" y="1165"/>
                </a:cubicBezTo>
                <a:cubicBezTo>
                  <a:pt x="3787" y="1166"/>
                  <a:pt x="3779" y="1160"/>
                  <a:pt x="3780" y="1158"/>
                </a:cubicBezTo>
                <a:cubicBezTo>
                  <a:pt x="3785" y="1158"/>
                  <a:pt x="3788" y="1145"/>
                  <a:pt x="3787" y="1142"/>
                </a:cubicBezTo>
                <a:cubicBezTo>
                  <a:pt x="3794" y="1141"/>
                  <a:pt x="3796" y="1126"/>
                  <a:pt x="3802" y="1123"/>
                </a:cubicBezTo>
                <a:cubicBezTo>
                  <a:pt x="3807" y="1114"/>
                  <a:pt x="3813" y="1109"/>
                  <a:pt x="3818" y="1101"/>
                </a:cubicBezTo>
                <a:cubicBezTo>
                  <a:pt x="3823" y="1095"/>
                  <a:pt x="3830" y="1091"/>
                  <a:pt x="3835" y="1084"/>
                </a:cubicBezTo>
                <a:cubicBezTo>
                  <a:pt x="3837" y="1084"/>
                  <a:pt x="3838" y="1082"/>
                  <a:pt x="3840" y="1081"/>
                </a:cubicBezTo>
                <a:cubicBezTo>
                  <a:pt x="3840" y="1069"/>
                  <a:pt x="3840" y="1069"/>
                  <a:pt x="3840" y="1069"/>
                </a:cubicBezTo>
                <a:cubicBezTo>
                  <a:pt x="3836" y="1073"/>
                  <a:pt x="3831" y="1077"/>
                  <a:pt x="3827" y="1081"/>
                </a:cubicBezTo>
                <a:cubicBezTo>
                  <a:pt x="3818" y="1089"/>
                  <a:pt x="3811" y="1099"/>
                  <a:pt x="3803" y="1109"/>
                </a:cubicBezTo>
                <a:close/>
                <a:moveTo>
                  <a:pt x="3818" y="1248"/>
                </a:moveTo>
                <a:cubicBezTo>
                  <a:pt x="3822" y="1250"/>
                  <a:pt x="3815" y="1258"/>
                  <a:pt x="3822" y="1259"/>
                </a:cubicBezTo>
                <a:cubicBezTo>
                  <a:pt x="3826" y="1261"/>
                  <a:pt x="3826" y="1254"/>
                  <a:pt x="3829" y="1255"/>
                </a:cubicBezTo>
                <a:cubicBezTo>
                  <a:pt x="3832" y="1250"/>
                  <a:pt x="3832" y="1247"/>
                  <a:pt x="3831" y="1244"/>
                </a:cubicBezTo>
                <a:cubicBezTo>
                  <a:pt x="3835" y="1245"/>
                  <a:pt x="3835" y="1240"/>
                  <a:pt x="3834" y="1238"/>
                </a:cubicBezTo>
                <a:cubicBezTo>
                  <a:pt x="3839" y="1240"/>
                  <a:pt x="3833" y="1233"/>
                  <a:pt x="3837" y="1230"/>
                </a:cubicBezTo>
                <a:cubicBezTo>
                  <a:pt x="3838" y="1228"/>
                  <a:pt x="3839" y="1227"/>
                  <a:pt x="3840" y="1226"/>
                </a:cubicBezTo>
                <a:cubicBezTo>
                  <a:pt x="3840" y="1209"/>
                  <a:pt x="3840" y="1209"/>
                  <a:pt x="3840" y="1209"/>
                </a:cubicBezTo>
                <a:cubicBezTo>
                  <a:pt x="3835" y="1219"/>
                  <a:pt x="3829" y="1228"/>
                  <a:pt x="3823" y="1236"/>
                </a:cubicBezTo>
                <a:cubicBezTo>
                  <a:pt x="3828" y="1240"/>
                  <a:pt x="3819" y="1244"/>
                  <a:pt x="3818" y="1248"/>
                </a:cubicBezTo>
                <a:close/>
                <a:moveTo>
                  <a:pt x="3121" y="2109"/>
                </a:moveTo>
                <a:cubicBezTo>
                  <a:pt x="3119" y="2105"/>
                  <a:pt x="3124" y="2102"/>
                  <a:pt x="3118" y="2098"/>
                </a:cubicBezTo>
                <a:cubicBezTo>
                  <a:pt x="3121" y="2094"/>
                  <a:pt x="3113" y="2089"/>
                  <a:pt x="3115" y="2086"/>
                </a:cubicBezTo>
                <a:cubicBezTo>
                  <a:pt x="3114" y="2077"/>
                  <a:pt x="3111" y="2069"/>
                  <a:pt x="3108" y="2060"/>
                </a:cubicBezTo>
                <a:cubicBezTo>
                  <a:pt x="3108" y="2056"/>
                  <a:pt x="3105" y="2053"/>
                  <a:pt x="3104" y="2049"/>
                </a:cubicBezTo>
                <a:cubicBezTo>
                  <a:pt x="3103" y="2048"/>
                  <a:pt x="3105" y="2045"/>
                  <a:pt x="3104" y="2043"/>
                </a:cubicBezTo>
                <a:cubicBezTo>
                  <a:pt x="3103" y="2041"/>
                  <a:pt x="3099" y="2039"/>
                  <a:pt x="3102" y="2037"/>
                </a:cubicBezTo>
                <a:cubicBezTo>
                  <a:pt x="3096" y="2032"/>
                  <a:pt x="3099" y="2028"/>
                  <a:pt x="3093" y="2024"/>
                </a:cubicBezTo>
                <a:cubicBezTo>
                  <a:pt x="3095" y="2020"/>
                  <a:pt x="3092" y="2014"/>
                  <a:pt x="3087" y="2017"/>
                </a:cubicBezTo>
                <a:cubicBezTo>
                  <a:pt x="3092" y="2025"/>
                  <a:pt x="3088" y="2032"/>
                  <a:pt x="3095" y="2039"/>
                </a:cubicBezTo>
                <a:cubicBezTo>
                  <a:pt x="3093" y="2041"/>
                  <a:pt x="3096" y="2042"/>
                  <a:pt x="3096" y="2044"/>
                </a:cubicBezTo>
                <a:cubicBezTo>
                  <a:pt x="3097" y="2045"/>
                  <a:pt x="3096" y="2049"/>
                  <a:pt x="3096" y="2050"/>
                </a:cubicBezTo>
                <a:cubicBezTo>
                  <a:pt x="3096" y="2051"/>
                  <a:pt x="3098" y="2052"/>
                  <a:pt x="3099" y="2054"/>
                </a:cubicBezTo>
                <a:cubicBezTo>
                  <a:pt x="3101" y="2058"/>
                  <a:pt x="3097" y="2059"/>
                  <a:pt x="3101" y="2063"/>
                </a:cubicBezTo>
                <a:cubicBezTo>
                  <a:pt x="3106" y="2071"/>
                  <a:pt x="3101" y="2078"/>
                  <a:pt x="3107" y="2087"/>
                </a:cubicBezTo>
                <a:cubicBezTo>
                  <a:pt x="3108" y="2094"/>
                  <a:pt x="3109" y="2102"/>
                  <a:pt x="3114" y="2110"/>
                </a:cubicBezTo>
                <a:cubicBezTo>
                  <a:pt x="3112" y="2117"/>
                  <a:pt x="3115" y="2125"/>
                  <a:pt x="3115" y="2132"/>
                </a:cubicBezTo>
                <a:cubicBezTo>
                  <a:pt x="3119" y="2136"/>
                  <a:pt x="3117" y="2139"/>
                  <a:pt x="3119" y="2143"/>
                </a:cubicBezTo>
                <a:cubicBezTo>
                  <a:pt x="3118" y="2145"/>
                  <a:pt x="3120" y="2147"/>
                  <a:pt x="3122" y="2149"/>
                </a:cubicBezTo>
                <a:cubicBezTo>
                  <a:pt x="3124" y="2152"/>
                  <a:pt x="3120" y="2153"/>
                  <a:pt x="3121" y="2155"/>
                </a:cubicBezTo>
                <a:cubicBezTo>
                  <a:pt x="3122" y="2157"/>
                  <a:pt x="3123" y="2159"/>
                  <a:pt x="3123" y="2160"/>
                </a:cubicBezTo>
                <a:cubicBezTo>
                  <a:pt x="3132" y="2160"/>
                  <a:pt x="3132" y="2160"/>
                  <a:pt x="3132" y="2160"/>
                </a:cubicBezTo>
                <a:cubicBezTo>
                  <a:pt x="3132" y="2160"/>
                  <a:pt x="3132" y="2159"/>
                  <a:pt x="3132" y="2158"/>
                </a:cubicBezTo>
                <a:cubicBezTo>
                  <a:pt x="3129" y="2142"/>
                  <a:pt x="3124" y="2125"/>
                  <a:pt x="3121" y="2109"/>
                </a:cubicBezTo>
                <a:close/>
                <a:moveTo>
                  <a:pt x="3826" y="1017"/>
                </a:moveTo>
                <a:cubicBezTo>
                  <a:pt x="3822" y="1025"/>
                  <a:pt x="3814" y="1024"/>
                  <a:pt x="3810" y="1031"/>
                </a:cubicBezTo>
                <a:cubicBezTo>
                  <a:pt x="3806" y="1030"/>
                  <a:pt x="3805" y="1038"/>
                  <a:pt x="3801" y="1037"/>
                </a:cubicBezTo>
                <a:cubicBezTo>
                  <a:pt x="3798" y="1040"/>
                  <a:pt x="3796" y="1045"/>
                  <a:pt x="3792" y="1045"/>
                </a:cubicBezTo>
                <a:cubicBezTo>
                  <a:pt x="3791" y="1047"/>
                  <a:pt x="3790" y="1047"/>
                  <a:pt x="3787" y="1045"/>
                </a:cubicBezTo>
                <a:cubicBezTo>
                  <a:pt x="3786" y="1048"/>
                  <a:pt x="3789" y="1049"/>
                  <a:pt x="3787" y="1052"/>
                </a:cubicBezTo>
                <a:cubicBezTo>
                  <a:pt x="3783" y="1053"/>
                  <a:pt x="3780" y="1056"/>
                  <a:pt x="3779" y="1061"/>
                </a:cubicBezTo>
                <a:cubicBezTo>
                  <a:pt x="3772" y="1066"/>
                  <a:pt x="3768" y="1072"/>
                  <a:pt x="3767" y="1082"/>
                </a:cubicBezTo>
                <a:cubicBezTo>
                  <a:pt x="3773" y="1085"/>
                  <a:pt x="3776" y="1078"/>
                  <a:pt x="3778" y="1072"/>
                </a:cubicBezTo>
                <a:cubicBezTo>
                  <a:pt x="3782" y="1068"/>
                  <a:pt x="3787" y="1066"/>
                  <a:pt x="3789" y="1058"/>
                </a:cubicBezTo>
                <a:cubicBezTo>
                  <a:pt x="3795" y="1059"/>
                  <a:pt x="3798" y="1052"/>
                  <a:pt x="3802" y="1049"/>
                </a:cubicBezTo>
                <a:cubicBezTo>
                  <a:pt x="3805" y="1040"/>
                  <a:pt x="3812" y="1044"/>
                  <a:pt x="3815" y="1036"/>
                </a:cubicBezTo>
                <a:cubicBezTo>
                  <a:pt x="3824" y="1030"/>
                  <a:pt x="3833" y="1026"/>
                  <a:pt x="3840" y="1015"/>
                </a:cubicBezTo>
                <a:cubicBezTo>
                  <a:pt x="3840" y="1007"/>
                  <a:pt x="3840" y="1007"/>
                  <a:pt x="3840" y="1007"/>
                </a:cubicBezTo>
                <a:cubicBezTo>
                  <a:pt x="3835" y="1010"/>
                  <a:pt x="3832" y="1017"/>
                  <a:pt x="3826" y="1017"/>
                </a:cubicBezTo>
                <a:close/>
                <a:moveTo>
                  <a:pt x="450" y="2148"/>
                </a:moveTo>
                <a:cubicBezTo>
                  <a:pt x="443" y="2147"/>
                  <a:pt x="440" y="2141"/>
                  <a:pt x="432" y="2141"/>
                </a:cubicBezTo>
                <a:cubicBezTo>
                  <a:pt x="398" y="2115"/>
                  <a:pt x="391" y="2113"/>
                  <a:pt x="386" y="2109"/>
                </a:cubicBezTo>
                <a:cubicBezTo>
                  <a:pt x="312" y="2071"/>
                  <a:pt x="301" y="2066"/>
                  <a:pt x="298" y="2063"/>
                </a:cubicBezTo>
                <a:cubicBezTo>
                  <a:pt x="286" y="2058"/>
                  <a:pt x="284" y="2061"/>
                  <a:pt x="285" y="2061"/>
                </a:cubicBezTo>
                <a:cubicBezTo>
                  <a:pt x="253" y="2044"/>
                  <a:pt x="241" y="2046"/>
                  <a:pt x="235" y="2041"/>
                </a:cubicBezTo>
                <a:cubicBezTo>
                  <a:pt x="141" y="2001"/>
                  <a:pt x="136" y="1995"/>
                  <a:pt x="127" y="1994"/>
                </a:cubicBezTo>
                <a:cubicBezTo>
                  <a:pt x="113" y="1982"/>
                  <a:pt x="110" y="1982"/>
                  <a:pt x="111" y="1986"/>
                </a:cubicBezTo>
                <a:cubicBezTo>
                  <a:pt x="141" y="2010"/>
                  <a:pt x="141" y="2016"/>
                  <a:pt x="144" y="2019"/>
                </a:cubicBezTo>
                <a:cubicBezTo>
                  <a:pt x="143" y="2021"/>
                  <a:pt x="142" y="2027"/>
                  <a:pt x="147" y="2025"/>
                </a:cubicBezTo>
                <a:cubicBezTo>
                  <a:pt x="177" y="2058"/>
                  <a:pt x="180" y="2066"/>
                  <a:pt x="187" y="2070"/>
                </a:cubicBezTo>
                <a:cubicBezTo>
                  <a:pt x="244" y="2123"/>
                  <a:pt x="247" y="2132"/>
                  <a:pt x="253" y="2138"/>
                </a:cubicBezTo>
                <a:cubicBezTo>
                  <a:pt x="283" y="2160"/>
                  <a:pt x="283" y="2160"/>
                  <a:pt x="283" y="2160"/>
                </a:cubicBezTo>
                <a:cubicBezTo>
                  <a:pt x="254" y="2126"/>
                  <a:pt x="250" y="2124"/>
                  <a:pt x="247" y="2121"/>
                </a:cubicBezTo>
                <a:cubicBezTo>
                  <a:pt x="268" y="2130"/>
                  <a:pt x="274" y="2132"/>
                  <a:pt x="279" y="2136"/>
                </a:cubicBezTo>
                <a:cubicBezTo>
                  <a:pt x="313" y="2158"/>
                  <a:pt x="315" y="2159"/>
                  <a:pt x="318" y="2160"/>
                </a:cubicBezTo>
                <a:cubicBezTo>
                  <a:pt x="329" y="2157"/>
                  <a:pt x="326" y="2149"/>
                  <a:pt x="315" y="2149"/>
                </a:cubicBezTo>
                <a:cubicBezTo>
                  <a:pt x="288" y="2131"/>
                  <a:pt x="286" y="2130"/>
                  <a:pt x="285" y="2127"/>
                </a:cubicBezTo>
                <a:cubicBezTo>
                  <a:pt x="259" y="2117"/>
                  <a:pt x="260" y="2107"/>
                  <a:pt x="251" y="2110"/>
                </a:cubicBezTo>
                <a:cubicBezTo>
                  <a:pt x="223" y="2093"/>
                  <a:pt x="222" y="2087"/>
                  <a:pt x="216" y="2086"/>
                </a:cubicBezTo>
                <a:cubicBezTo>
                  <a:pt x="193" y="2069"/>
                  <a:pt x="184" y="2057"/>
                  <a:pt x="174" y="2047"/>
                </a:cubicBezTo>
                <a:cubicBezTo>
                  <a:pt x="206" y="2062"/>
                  <a:pt x="209" y="2064"/>
                  <a:pt x="211" y="2069"/>
                </a:cubicBezTo>
                <a:cubicBezTo>
                  <a:pt x="250" y="2097"/>
                  <a:pt x="255" y="2097"/>
                  <a:pt x="259" y="2100"/>
                </a:cubicBezTo>
                <a:cubicBezTo>
                  <a:pt x="299" y="2125"/>
                  <a:pt x="305" y="2125"/>
                  <a:pt x="309" y="2127"/>
                </a:cubicBezTo>
                <a:cubicBezTo>
                  <a:pt x="332" y="2140"/>
                  <a:pt x="331" y="2143"/>
                  <a:pt x="334" y="2143"/>
                </a:cubicBezTo>
                <a:cubicBezTo>
                  <a:pt x="363" y="2158"/>
                  <a:pt x="366" y="2159"/>
                  <a:pt x="369" y="2160"/>
                </a:cubicBezTo>
                <a:cubicBezTo>
                  <a:pt x="382" y="2154"/>
                  <a:pt x="375" y="2154"/>
                  <a:pt x="372" y="2149"/>
                </a:cubicBezTo>
                <a:cubicBezTo>
                  <a:pt x="323" y="2123"/>
                  <a:pt x="317" y="2125"/>
                  <a:pt x="313" y="2121"/>
                </a:cubicBezTo>
                <a:cubicBezTo>
                  <a:pt x="300" y="2113"/>
                  <a:pt x="295" y="2114"/>
                  <a:pt x="295" y="2111"/>
                </a:cubicBezTo>
                <a:cubicBezTo>
                  <a:pt x="234" y="2076"/>
                  <a:pt x="233" y="2074"/>
                  <a:pt x="231" y="2074"/>
                </a:cubicBezTo>
                <a:cubicBezTo>
                  <a:pt x="259" y="2083"/>
                  <a:pt x="261" y="2087"/>
                  <a:pt x="265" y="2089"/>
                </a:cubicBezTo>
                <a:cubicBezTo>
                  <a:pt x="310" y="2106"/>
                  <a:pt x="319" y="2108"/>
                  <a:pt x="325" y="2113"/>
                </a:cubicBezTo>
                <a:cubicBezTo>
                  <a:pt x="367" y="2126"/>
                  <a:pt x="366" y="2132"/>
                  <a:pt x="370" y="2132"/>
                </a:cubicBezTo>
                <a:cubicBezTo>
                  <a:pt x="395" y="2147"/>
                  <a:pt x="398" y="2148"/>
                  <a:pt x="400" y="2149"/>
                </a:cubicBezTo>
                <a:cubicBezTo>
                  <a:pt x="412" y="2155"/>
                  <a:pt x="413" y="2157"/>
                  <a:pt x="414" y="2157"/>
                </a:cubicBezTo>
                <a:cubicBezTo>
                  <a:pt x="439" y="2160"/>
                  <a:pt x="439" y="2160"/>
                  <a:pt x="439" y="2160"/>
                </a:cubicBezTo>
                <a:cubicBezTo>
                  <a:pt x="427" y="2149"/>
                  <a:pt x="421" y="2151"/>
                  <a:pt x="418" y="2148"/>
                </a:cubicBezTo>
                <a:cubicBezTo>
                  <a:pt x="389" y="2135"/>
                  <a:pt x="387" y="2131"/>
                  <a:pt x="383" y="2129"/>
                </a:cubicBezTo>
                <a:cubicBezTo>
                  <a:pt x="334" y="2106"/>
                  <a:pt x="329" y="2103"/>
                  <a:pt x="322" y="2100"/>
                </a:cubicBezTo>
                <a:cubicBezTo>
                  <a:pt x="300" y="2091"/>
                  <a:pt x="295" y="2088"/>
                  <a:pt x="289" y="2087"/>
                </a:cubicBezTo>
                <a:cubicBezTo>
                  <a:pt x="263" y="2072"/>
                  <a:pt x="256" y="2075"/>
                  <a:pt x="255" y="2072"/>
                </a:cubicBezTo>
                <a:cubicBezTo>
                  <a:pt x="202" y="2047"/>
                  <a:pt x="196" y="2045"/>
                  <a:pt x="191" y="2042"/>
                </a:cubicBezTo>
                <a:cubicBezTo>
                  <a:pt x="182" y="2043"/>
                  <a:pt x="176" y="2036"/>
                  <a:pt x="174" y="2036"/>
                </a:cubicBezTo>
                <a:cubicBezTo>
                  <a:pt x="148" y="2010"/>
                  <a:pt x="140" y="2013"/>
                  <a:pt x="141" y="2006"/>
                </a:cubicBezTo>
                <a:cubicBezTo>
                  <a:pt x="184" y="2026"/>
                  <a:pt x="184" y="2030"/>
                  <a:pt x="188" y="2029"/>
                </a:cubicBezTo>
                <a:cubicBezTo>
                  <a:pt x="278" y="2065"/>
                  <a:pt x="282" y="2074"/>
                  <a:pt x="296" y="2072"/>
                </a:cubicBezTo>
                <a:cubicBezTo>
                  <a:pt x="324" y="2086"/>
                  <a:pt x="331" y="2089"/>
                  <a:pt x="337" y="2093"/>
                </a:cubicBezTo>
                <a:cubicBezTo>
                  <a:pt x="364" y="2108"/>
                  <a:pt x="372" y="2110"/>
                  <a:pt x="376" y="2116"/>
                </a:cubicBezTo>
                <a:cubicBezTo>
                  <a:pt x="390" y="2124"/>
                  <a:pt x="394" y="2125"/>
                  <a:pt x="396" y="2128"/>
                </a:cubicBezTo>
                <a:cubicBezTo>
                  <a:pt x="426" y="2151"/>
                  <a:pt x="435" y="2147"/>
                  <a:pt x="433" y="2154"/>
                </a:cubicBezTo>
                <a:cubicBezTo>
                  <a:pt x="456" y="2157"/>
                  <a:pt x="452" y="2154"/>
                  <a:pt x="450" y="2148"/>
                </a:cubicBezTo>
                <a:close/>
                <a:moveTo>
                  <a:pt x="2266" y="551"/>
                </a:moveTo>
                <a:cubicBezTo>
                  <a:pt x="2269" y="545"/>
                  <a:pt x="2268" y="535"/>
                  <a:pt x="2272" y="530"/>
                </a:cubicBezTo>
                <a:cubicBezTo>
                  <a:pt x="2292" y="481"/>
                  <a:pt x="2296" y="476"/>
                  <a:pt x="2298" y="469"/>
                </a:cubicBezTo>
                <a:cubicBezTo>
                  <a:pt x="2337" y="415"/>
                  <a:pt x="2342" y="412"/>
                  <a:pt x="2344" y="410"/>
                </a:cubicBezTo>
                <a:cubicBezTo>
                  <a:pt x="2360" y="398"/>
                  <a:pt x="2356" y="389"/>
                  <a:pt x="2362" y="390"/>
                </a:cubicBezTo>
                <a:cubicBezTo>
                  <a:pt x="2397" y="365"/>
                  <a:pt x="2395" y="358"/>
                  <a:pt x="2399" y="357"/>
                </a:cubicBezTo>
                <a:cubicBezTo>
                  <a:pt x="2444" y="321"/>
                  <a:pt x="2452" y="319"/>
                  <a:pt x="2453" y="312"/>
                </a:cubicBezTo>
                <a:cubicBezTo>
                  <a:pt x="2491" y="287"/>
                  <a:pt x="2487" y="278"/>
                  <a:pt x="2493" y="279"/>
                </a:cubicBezTo>
                <a:cubicBezTo>
                  <a:pt x="2535" y="238"/>
                  <a:pt x="2531" y="229"/>
                  <a:pt x="2538" y="231"/>
                </a:cubicBezTo>
                <a:cubicBezTo>
                  <a:pt x="2554" y="211"/>
                  <a:pt x="2557" y="211"/>
                  <a:pt x="2556" y="207"/>
                </a:cubicBezTo>
                <a:cubicBezTo>
                  <a:pt x="2576" y="181"/>
                  <a:pt x="2580" y="179"/>
                  <a:pt x="2582" y="176"/>
                </a:cubicBezTo>
                <a:cubicBezTo>
                  <a:pt x="2597" y="153"/>
                  <a:pt x="2601" y="151"/>
                  <a:pt x="2604" y="148"/>
                </a:cubicBezTo>
                <a:cubicBezTo>
                  <a:pt x="2613" y="141"/>
                  <a:pt x="2605" y="150"/>
                  <a:pt x="2599" y="161"/>
                </a:cubicBezTo>
                <a:cubicBezTo>
                  <a:pt x="2562" y="212"/>
                  <a:pt x="2559" y="220"/>
                  <a:pt x="2556" y="226"/>
                </a:cubicBezTo>
                <a:cubicBezTo>
                  <a:pt x="2536" y="255"/>
                  <a:pt x="2527" y="251"/>
                  <a:pt x="2527" y="257"/>
                </a:cubicBezTo>
                <a:cubicBezTo>
                  <a:pt x="2486" y="293"/>
                  <a:pt x="2486" y="298"/>
                  <a:pt x="2482" y="298"/>
                </a:cubicBezTo>
                <a:cubicBezTo>
                  <a:pt x="2460" y="317"/>
                  <a:pt x="2458" y="324"/>
                  <a:pt x="2453" y="329"/>
                </a:cubicBezTo>
                <a:cubicBezTo>
                  <a:pt x="2429" y="353"/>
                  <a:pt x="2425" y="354"/>
                  <a:pt x="2423" y="357"/>
                </a:cubicBezTo>
                <a:cubicBezTo>
                  <a:pt x="2404" y="374"/>
                  <a:pt x="2402" y="376"/>
                  <a:pt x="2401" y="379"/>
                </a:cubicBezTo>
                <a:cubicBezTo>
                  <a:pt x="2380" y="394"/>
                  <a:pt x="2384" y="403"/>
                  <a:pt x="2377" y="401"/>
                </a:cubicBezTo>
                <a:cubicBezTo>
                  <a:pt x="2353" y="449"/>
                  <a:pt x="2342" y="451"/>
                  <a:pt x="2342" y="464"/>
                </a:cubicBezTo>
                <a:cubicBezTo>
                  <a:pt x="2318" y="525"/>
                  <a:pt x="2314" y="528"/>
                  <a:pt x="2314" y="534"/>
                </a:cubicBezTo>
                <a:cubicBezTo>
                  <a:pt x="2328" y="514"/>
                  <a:pt x="2327" y="509"/>
                  <a:pt x="2327" y="506"/>
                </a:cubicBezTo>
                <a:cubicBezTo>
                  <a:pt x="2335" y="485"/>
                  <a:pt x="2339" y="486"/>
                  <a:pt x="2338" y="479"/>
                </a:cubicBezTo>
                <a:cubicBezTo>
                  <a:pt x="2369" y="429"/>
                  <a:pt x="2374" y="423"/>
                  <a:pt x="2377" y="414"/>
                </a:cubicBezTo>
                <a:cubicBezTo>
                  <a:pt x="2409" y="376"/>
                  <a:pt x="2418" y="380"/>
                  <a:pt x="2416" y="373"/>
                </a:cubicBezTo>
                <a:cubicBezTo>
                  <a:pt x="2448" y="348"/>
                  <a:pt x="2448" y="339"/>
                  <a:pt x="2458" y="338"/>
                </a:cubicBezTo>
                <a:cubicBezTo>
                  <a:pt x="2497" y="296"/>
                  <a:pt x="2509" y="287"/>
                  <a:pt x="2521" y="279"/>
                </a:cubicBezTo>
                <a:cubicBezTo>
                  <a:pt x="2551" y="237"/>
                  <a:pt x="2561" y="242"/>
                  <a:pt x="2558" y="235"/>
                </a:cubicBezTo>
                <a:cubicBezTo>
                  <a:pt x="2575" y="216"/>
                  <a:pt x="2578" y="210"/>
                  <a:pt x="2582" y="205"/>
                </a:cubicBezTo>
                <a:cubicBezTo>
                  <a:pt x="2604" y="168"/>
                  <a:pt x="2610" y="169"/>
                  <a:pt x="2608" y="163"/>
                </a:cubicBezTo>
                <a:cubicBezTo>
                  <a:pt x="2614" y="170"/>
                  <a:pt x="2610" y="176"/>
                  <a:pt x="2606" y="183"/>
                </a:cubicBezTo>
                <a:cubicBezTo>
                  <a:pt x="2589" y="216"/>
                  <a:pt x="2577" y="226"/>
                  <a:pt x="2571" y="242"/>
                </a:cubicBezTo>
                <a:cubicBezTo>
                  <a:pt x="2558" y="254"/>
                  <a:pt x="2554" y="258"/>
                  <a:pt x="2551" y="261"/>
                </a:cubicBezTo>
                <a:cubicBezTo>
                  <a:pt x="2527" y="282"/>
                  <a:pt x="2526" y="288"/>
                  <a:pt x="2521" y="290"/>
                </a:cubicBezTo>
                <a:cubicBezTo>
                  <a:pt x="2498" y="313"/>
                  <a:pt x="2496" y="317"/>
                  <a:pt x="2490" y="318"/>
                </a:cubicBezTo>
                <a:cubicBezTo>
                  <a:pt x="2480" y="334"/>
                  <a:pt x="2473" y="334"/>
                  <a:pt x="2473" y="340"/>
                </a:cubicBezTo>
                <a:cubicBezTo>
                  <a:pt x="2450" y="368"/>
                  <a:pt x="2446" y="368"/>
                  <a:pt x="2445" y="370"/>
                </a:cubicBezTo>
                <a:cubicBezTo>
                  <a:pt x="2412" y="406"/>
                  <a:pt x="2415" y="415"/>
                  <a:pt x="2407" y="414"/>
                </a:cubicBezTo>
                <a:cubicBezTo>
                  <a:pt x="2383" y="455"/>
                  <a:pt x="2378" y="456"/>
                  <a:pt x="2377" y="462"/>
                </a:cubicBezTo>
                <a:cubicBezTo>
                  <a:pt x="2357" y="489"/>
                  <a:pt x="2361" y="500"/>
                  <a:pt x="2355" y="501"/>
                </a:cubicBezTo>
                <a:cubicBezTo>
                  <a:pt x="2332" y="563"/>
                  <a:pt x="2332" y="570"/>
                  <a:pt x="2331" y="575"/>
                </a:cubicBezTo>
                <a:cubicBezTo>
                  <a:pt x="2321" y="604"/>
                  <a:pt x="2323" y="609"/>
                  <a:pt x="2322" y="612"/>
                </a:cubicBezTo>
                <a:cubicBezTo>
                  <a:pt x="2334" y="577"/>
                  <a:pt x="2338" y="572"/>
                  <a:pt x="2338" y="564"/>
                </a:cubicBezTo>
                <a:cubicBezTo>
                  <a:pt x="2354" y="530"/>
                  <a:pt x="2352" y="524"/>
                  <a:pt x="2355" y="523"/>
                </a:cubicBezTo>
                <a:cubicBezTo>
                  <a:pt x="2378" y="476"/>
                  <a:pt x="2380" y="470"/>
                  <a:pt x="2383" y="464"/>
                </a:cubicBezTo>
                <a:cubicBezTo>
                  <a:pt x="2422" y="413"/>
                  <a:pt x="2426" y="409"/>
                  <a:pt x="2429" y="403"/>
                </a:cubicBezTo>
                <a:cubicBezTo>
                  <a:pt x="2448" y="389"/>
                  <a:pt x="2441" y="378"/>
                  <a:pt x="2449" y="381"/>
                </a:cubicBezTo>
                <a:cubicBezTo>
                  <a:pt x="2462" y="363"/>
                  <a:pt x="2465" y="361"/>
                  <a:pt x="2469" y="359"/>
                </a:cubicBezTo>
                <a:cubicBezTo>
                  <a:pt x="2549" y="273"/>
                  <a:pt x="2556" y="275"/>
                  <a:pt x="2556" y="270"/>
                </a:cubicBezTo>
                <a:cubicBezTo>
                  <a:pt x="2569" y="255"/>
                  <a:pt x="2571" y="254"/>
                  <a:pt x="2571" y="253"/>
                </a:cubicBezTo>
                <a:cubicBezTo>
                  <a:pt x="2530" y="317"/>
                  <a:pt x="2515" y="330"/>
                  <a:pt x="2503" y="346"/>
                </a:cubicBezTo>
                <a:cubicBezTo>
                  <a:pt x="2485" y="363"/>
                  <a:pt x="2484" y="364"/>
                  <a:pt x="2484" y="368"/>
                </a:cubicBezTo>
                <a:cubicBezTo>
                  <a:pt x="2458" y="390"/>
                  <a:pt x="2461" y="400"/>
                  <a:pt x="2453" y="399"/>
                </a:cubicBezTo>
                <a:cubicBezTo>
                  <a:pt x="2432" y="425"/>
                  <a:pt x="2435" y="431"/>
                  <a:pt x="2431" y="431"/>
                </a:cubicBezTo>
                <a:cubicBezTo>
                  <a:pt x="2417" y="455"/>
                  <a:pt x="2411" y="456"/>
                  <a:pt x="2412" y="464"/>
                </a:cubicBezTo>
                <a:cubicBezTo>
                  <a:pt x="2381" y="530"/>
                  <a:pt x="2373" y="536"/>
                  <a:pt x="2373" y="549"/>
                </a:cubicBezTo>
                <a:cubicBezTo>
                  <a:pt x="2360" y="592"/>
                  <a:pt x="2358" y="604"/>
                  <a:pt x="2355" y="615"/>
                </a:cubicBezTo>
                <a:cubicBezTo>
                  <a:pt x="2348" y="676"/>
                  <a:pt x="2346" y="689"/>
                  <a:pt x="2351" y="691"/>
                </a:cubicBezTo>
                <a:cubicBezTo>
                  <a:pt x="2364" y="602"/>
                  <a:pt x="2364" y="599"/>
                  <a:pt x="2366" y="597"/>
                </a:cubicBezTo>
                <a:cubicBezTo>
                  <a:pt x="2387" y="536"/>
                  <a:pt x="2389" y="528"/>
                  <a:pt x="2392" y="521"/>
                </a:cubicBezTo>
                <a:cubicBezTo>
                  <a:pt x="2410" y="485"/>
                  <a:pt x="2417" y="471"/>
                  <a:pt x="2425" y="458"/>
                </a:cubicBezTo>
                <a:cubicBezTo>
                  <a:pt x="2448" y="429"/>
                  <a:pt x="2448" y="423"/>
                  <a:pt x="2451" y="421"/>
                </a:cubicBezTo>
                <a:cubicBezTo>
                  <a:pt x="2474" y="389"/>
                  <a:pt x="2480" y="390"/>
                  <a:pt x="2479" y="383"/>
                </a:cubicBezTo>
                <a:cubicBezTo>
                  <a:pt x="2514" y="350"/>
                  <a:pt x="2514" y="345"/>
                  <a:pt x="2519" y="344"/>
                </a:cubicBezTo>
                <a:cubicBezTo>
                  <a:pt x="2535" y="322"/>
                  <a:pt x="2539" y="320"/>
                  <a:pt x="2540" y="316"/>
                </a:cubicBezTo>
                <a:cubicBezTo>
                  <a:pt x="2571" y="278"/>
                  <a:pt x="2572" y="274"/>
                  <a:pt x="2575" y="272"/>
                </a:cubicBezTo>
                <a:cubicBezTo>
                  <a:pt x="2589" y="250"/>
                  <a:pt x="2591" y="250"/>
                  <a:pt x="2591" y="246"/>
                </a:cubicBezTo>
                <a:cubicBezTo>
                  <a:pt x="2570" y="303"/>
                  <a:pt x="2565" y="309"/>
                  <a:pt x="2562" y="318"/>
                </a:cubicBezTo>
                <a:cubicBezTo>
                  <a:pt x="2529" y="360"/>
                  <a:pt x="2529" y="366"/>
                  <a:pt x="2525" y="368"/>
                </a:cubicBezTo>
                <a:cubicBezTo>
                  <a:pt x="2500" y="401"/>
                  <a:pt x="2497" y="404"/>
                  <a:pt x="2495" y="407"/>
                </a:cubicBezTo>
                <a:cubicBezTo>
                  <a:pt x="2477" y="421"/>
                  <a:pt x="2475" y="431"/>
                  <a:pt x="2469" y="436"/>
                </a:cubicBezTo>
                <a:cubicBezTo>
                  <a:pt x="2453" y="458"/>
                  <a:pt x="2449" y="457"/>
                  <a:pt x="2449" y="460"/>
                </a:cubicBezTo>
                <a:cubicBezTo>
                  <a:pt x="2433" y="483"/>
                  <a:pt x="2428" y="490"/>
                  <a:pt x="2423" y="497"/>
                </a:cubicBezTo>
                <a:cubicBezTo>
                  <a:pt x="2389" y="557"/>
                  <a:pt x="2380" y="572"/>
                  <a:pt x="2375" y="591"/>
                </a:cubicBezTo>
                <a:cubicBezTo>
                  <a:pt x="2388" y="566"/>
                  <a:pt x="2393" y="561"/>
                  <a:pt x="2394" y="554"/>
                </a:cubicBezTo>
                <a:cubicBezTo>
                  <a:pt x="2421" y="517"/>
                  <a:pt x="2420" y="511"/>
                  <a:pt x="2423" y="508"/>
                </a:cubicBezTo>
                <a:cubicBezTo>
                  <a:pt x="2443" y="487"/>
                  <a:pt x="2443" y="481"/>
                  <a:pt x="2447" y="479"/>
                </a:cubicBezTo>
                <a:cubicBezTo>
                  <a:pt x="2477" y="451"/>
                  <a:pt x="2473" y="441"/>
                  <a:pt x="2479" y="440"/>
                </a:cubicBezTo>
                <a:cubicBezTo>
                  <a:pt x="2491" y="429"/>
                  <a:pt x="2491" y="423"/>
                  <a:pt x="2495" y="421"/>
                </a:cubicBezTo>
                <a:cubicBezTo>
                  <a:pt x="2533" y="381"/>
                  <a:pt x="2531" y="373"/>
                  <a:pt x="2536" y="373"/>
                </a:cubicBezTo>
                <a:cubicBezTo>
                  <a:pt x="2542" y="375"/>
                  <a:pt x="2533" y="382"/>
                  <a:pt x="2527" y="392"/>
                </a:cubicBezTo>
                <a:cubicBezTo>
                  <a:pt x="2507" y="428"/>
                  <a:pt x="2501" y="430"/>
                  <a:pt x="2499" y="436"/>
                </a:cubicBezTo>
                <a:cubicBezTo>
                  <a:pt x="2483" y="460"/>
                  <a:pt x="2475" y="467"/>
                  <a:pt x="2471" y="479"/>
                </a:cubicBezTo>
                <a:cubicBezTo>
                  <a:pt x="2444" y="506"/>
                  <a:pt x="2443" y="518"/>
                  <a:pt x="2434" y="523"/>
                </a:cubicBezTo>
                <a:cubicBezTo>
                  <a:pt x="2415" y="560"/>
                  <a:pt x="2409" y="568"/>
                  <a:pt x="2403" y="575"/>
                </a:cubicBezTo>
                <a:cubicBezTo>
                  <a:pt x="2382" y="632"/>
                  <a:pt x="2382" y="637"/>
                  <a:pt x="2379" y="639"/>
                </a:cubicBezTo>
                <a:cubicBezTo>
                  <a:pt x="2369" y="679"/>
                  <a:pt x="2367" y="696"/>
                  <a:pt x="2364" y="713"/>
                </a:cubicBezTo>
                <a:cubicBezTo>
                  <a:pt x="2357" y="755"/>
                  <a:pt x="2353" y="757"/>
                  <a:pt x="2359" y="758"/>
                </a:cubicBezTo>
                <a:cubicBezTo>
                  <a:pt x="2365" y="714"/>
                  <a:pt x="2371" y="701"/>
                  <a:pt x="2373" y="689"/>
                </a:cubicBezTo>
                <a:cubicBezTo>
                  <a:pt x="2390" y="631"/>
                  <a:pt x="2392" y="626"/>
                  <a:pt x="2392" y="619"/>
                </a:cubicBezTo>
                <a:cubicBezTo>
                  <a:pt x="2419" y="571"/>
                  <a:pt x="2418" y="562"/>
                  <a:pt x="2423" y="560"/>
                </a:cubicBezTo>
                <a:cubicBezTo>
                  <a:pt x="2441" y="526"/>
                  <a:pt x="2448" y="525"/>
                  <a:pt x="2449" y="519"/>
                </a:cubicBezTo>
                <a:cubicBezTo>
                  <a:pt x="2482" y="479"/>
                  <a:pt x="2481" y="473"/>
                  <a:pt x="2486" y="473"/>
                </a:cubicBezTo>
                <a:cubicBezTo>
                  <a:pt x="2505" y="451"/>
                  <a:pt x="2502" y="443"/>
                  <a:pt x="2508" y="442"/>
                </a:cubicBezTo>
                <a:cubicBezTo>
                  <a:pt x="2537" y="393"/>
                  <a:pt x="2543" y="388"/>
                  <a:pt x="2547" y="381"/>
                </a:cubicBezTo>
                <a:cubicBezTo>
                  <a:pt x="2577" y="332"/>
                  <a:pt x="2578" y="321"/>
                  <a:pt x="2584" y="316"/>
                </a:cubicBezTo>
                <a:cubicBezTo>
                  <a:pt x="2567" y="360"/>
                  <a:pt x="2563" y="362"/>
                  <a:pt x="2560" y="366"/>
                </a:cubicBezTo>
                <a:cubicBezTo>
                  <a:pt x="2529" y="421"/>
                  <a:pt x="2528" y="432"/>
                  <a:pt x="2521" y="438"/>
                </a:cubicBezTo>
                <a:cubicBezTo>
                  <a:pt x="2490" y="494"/>
                  <a:pt x="2482" y="498"/>
                  <a:pt x="2479" y="508"/>
                </a:cubicBezTo>
                <a:cubicBezTo>
                  <a:pt x="2453" y="542"/>
                  <a:pt x="2452" y="548"/>
                  <a:pt x="2449" y="551"/>
                </a:cubicBezTo>
                <a:cubicBezTo>
                  <a:pt x="2437" y="564"/>
                  <a:pt x="2436" y="569"/>
                  <a:pt x="2434" y="573"/>
                </a:cubicBezTo>
                <a:cubicBezTo>
                  <a:pt x="2414" y="615"/>
                  <a:pt x="2404" y="630"/>
                  <a:pt x="2401" y="652"/>
                </a:cubicBezTo>
                <a:cubicBezTo>
                  <a:pt x="2390" y="690"/>
                  <a:pt x="2387" y="700"/>
                  <a:pt x="2386" y="711"/>
                </a:cubicBezTo>
                <a:cubicBezTo>
                  <a:pt x="2389" y="745"/>
                  <a:pt x="2385" y="735"/>
                  <a:pt x="2390" y="734"/>
                </a:cubicBezTo>
                <a:cubicBezTo>
                  <a:pt x="2395" y="685"/>
                  <a:pt x="2402" y="670"/>
                  <a:pt x="2405" y="649"/>
                </a:cubicBezTo>
                <a:cubicBezTo>
                  <a:pt x="2426" y="612"/>
                  <a:pt x="2423" y="603"/>
                  <a:pt x="2427" y="602"/>
                </a:cubicBezTo>
                <a:cubicBezTo>
                  <a:pt x="2441" y="569"/>
                  <a:pt x="2451" y="566"/>
                  <a:pt x="2453" y="556"/>
                </a:cubicBezTo>
                <a:cubicBezTo>
                  <a:pt x="2477" y="522"/>
                  <a:pt x="2481" y="520"/>
                  <a:pt x="2484" y="516"/>
                </a:cubicBezTo>
                <a:cubicBezTo>
                  <a:pt x="2504" y="490"/>
                  <a:pt x="2503" y="486"/>
                  <a:pt x="2506" y="486"/>
                </a:cubicBezTo>
                <a:cubicBezTo>
                  <a:pt x="2530" y="444"/>
                  <a:pt x="2531" y="434"/>
                  <a:pt x="2538" y="429"/>
                </a:cubicBezTo>
                <a:cubicBezTo>
                  <a:pt x="2564" y="389"/>
                  <a:pt x="2562" y="392"/>
                  <a:pt x="2560" y="397"/>
                </a:cubicBezTo>
                <a:cubicBezTo>
                  <a:pt x="2551" y="425"/>
                  <a:pt x="2547" y="432"/>
                  <a:pt x="2547" y="440"/>
                </a:cubicBezTo>
                <a:cubicBezTo>
                  <a:pt x="2518" y="479"/>
                  <a:pt x="2513" y="491"/>
                  <a:pt x="2503" y="499"/>
                </a:cubicBezTo>
                <a:cubicBezTo>
                  <a:pt x="2482" y="537"/>
                  <a:pt x="2477" y="540"/>
                  <a:pt x="2475" y="547"/>
                </a:cubicBezTo>
                <a:cubicBezTo>
                  <a:pt x="2463" y="564"/>
                  <a:pt x="2465" y="570"/>
                  <a:pt x="2462" y="571"/>
                </a:cubicBezTo>
                <a:cubicBezTo>
                  <a:pt x="2445" y="602"/>
                  <a:pt x="2443" y="608"/>
                  <a:pt x="2440" y="615"/>
                </a:cubicBezTo>
                <a:cubicBezTo>
                  <a:pt x="2423" y="658"/>
                  <a:pt x="2417" y="686"/>
                  <a:pt x="2414" y="717"/>
                </a:cubicBezTo>
                <a:cubicBezTo>
                  <a:pt x="2421" y="730"/>
                  <a:pt x="2417" y="715"/>
                  <a:pt x="2423" y="697"/>
                </a:cubicBezTo>
                <a:cubicBezTo>
                  <a:pt x="2456" y="595"/>
                  <a:pt x="2461" y="595"/>
                  <a:pt x="2462" y="591"/>
                </a:cubicBezTo>
                <a:cubicBezTo>
                  <a:pt x="2484" y="556"/>
                  <a:pt x="2482" y="547"/>
                  <a:pt x="2488" y="547"/>
                </a:cubicBezTo>
                <a:cubicBezTo>
                  <a:pt x="2520" y="494"/>
                  <a:pt x="2522" y="491"/>
                  <a:pt x="2523" y="488"/>
                </a:cubicBezTo>
                <a:cubicBezTo>
                  <a:pt x="2527" y="499"/>
                  <a:pt x="2518" y="509"/>
                  <a:pt x="2514" y="523"/>
                </a:cubicBezTo>
                <a:cubicBezTo>
                  <a:pt x="2485" y="577"/>
                  <a:pt x="2485" y="579"/>
                  <a:pt x="2484" y="582"/>
                </a:cubicBezTo>
                <a:cubicBezTo>
                  <a:pt x="2471" y="601"/>
                  <a:pt x="2471" y="608"/>
                  <a:pt x="2466" y="615"/>
                </a:cubicBezTo>
                <a:cubicBezTo>
                  <a:pt x="2455" y="667"/>
                  <a:pt x="2457" y="663"/>
                  <a:pt x="2458" y="658"/>
                </a:cubicBezTo>
                <a:cubicBezTo>
                  <a:pt x="2494" y="586"/>
                  <a:pt x="2491" y="575"/>
                  <a:pt x="2497" y="573"/>
                </a:cubicBezTo>
                <a:cubicBezTo>
                  <a:pt x="2528" y="520"/>
                  <a:pt x="2527" y="511"/>
                  <a:pt x="2532" y="508"/>
                </a:cubicBezTo>
                <a:cubicBezTo>
                  <a:pt x="2542" y="479"/>
                  <a:pt x="2547" y="472"/>
                  <a:pt x="2543" y="473"/>
                </a:cubicBezTo>
                <a:cubicBezTo>
                  <a:pt x="2533" y="519"/>
                  <a:pt x="2535" y="575"/>
                  <a:pt x="2523" y="617"/>
                </a:cubicBezTo>
                <a:cubicBezTo>
                  <a:pt x="2498" y="753"/>
                  <a:pt x="2496" y="760"/>
                  <a:pt x="2495" y="767"/>
                </a:cubicBezTo>
                <a:cubicBezTo>
                  <a:pt x="2503" y="765"/>
                  <a:pt x="2508" y="735"/>
                  <a:pt x="2516" y="708"/>
                </a:cubicBezTo>
                <a:cubicBezTo>
                  <a:pt x="2543" y="549"/>
                  <a:pt x="2543" y="541"/>
                  <a:pt x="2545" y="536"/>
                </a:cubicBezTo>
                <a:cubicBezTo>
                  <a:pt x="2550" y="513"/>
                  <a:pt x="2550" y="516"/>
                  <a:pt x="2551" y="508"/>
                </a:cubicBezTo>
                <a:cubicBezTo>
                  <a:pt x="2561" y="468"/>
                  <a:pt x="2557" y="457"/>
                  <a:pt x="2562" y="455"/>
                </a:cubicBezTo>
                <a:cubicBezTo>
                  <a:pt x="2564" y="481"/>
                  <a:pt x="2559" y="481"/>
                  <a:pt x="2560" y="486"/>
                </a:cubicBezTo>
                <a:cubicBezTo>
                  <a:pt x="2561" y="552"/>
                  <a:pt x="2560" y="561"/>
                  <a:pt x="2562" y="573"/>
                </a:cubicBezTo>
                <a:cubicBezTo>
                  <a:pt x="2538" y="696"/>
                  <a:pt x="2542" y="705"/>
                  <a:pt x="2540" y="708"/>
                </a:cubicBezTo>
                <a:cubicBezTo>
                  <a:pt x="2522" y="773"/>
                  <a:pt x="2522" y="782"/>
                  <a:pt x="2521" y="789"/>
                </a:cubicBezTo>
                <a:cubicBezTo>
                  <a:pt x="2525" y="796"/>
                  <a:pt x="2527" y="777"/>
                  <a:pt x="2534" y="763"/>
                </a:cubicBezTo>
                <a:cubicBezTo>
                  <a:pt x="2542" y="733"/>
                  <a:pt x="2538" y="724"/>
                  <a:pt x="2543" y="724"/>
                </a:cubicBezTo>
                <a:cubicBezTo>
                  <a:pt x="2557" y="641"/>
                  <a:pt x="2562" y="626"/>
                  <a:pt x="2567" y="610"/>
                </a:cubicBezTo>
                <a:cubicBezTo>
                  <a:pt x="2571" y="542"/>
                  <a:pt x="2568" y="518"/>
                  <a:pt x="2569" y="475"/>
                </a:cubicBezTo>
                <a:cubicBezTo>
                  <a:pt x="2570" y="422"/>
                  <a:pt x="2575" y="422"/>
                  <a:pt x="2573" y="416"/>
                </a:cubicBezTo>
                <a:cubicBezTo>
                  <a:pt x="2576" y="395"/>
                  <a:pt x="2573" y="394"/>
                  <a:pt x="2573" y="394"/>
                </a:cubicBezTo>
                <a:cubicBezTo>
                  <a:pt x="2582" y="376"/>
                  <a:pt x="2585" y="391"/>
                  <a:pt x="2584" y="407"/>
                </a:cubicBezTo>
                <a:cubicBezTo>
                  <a:pt x="2586" y="485"/>
                  <a:pt x="2588" y="495"/>
                  <a:pt x="2584" y="499"/>
                </a:cubicBezTo>
                <a:cubicBezTo>
                  <a:pt x="2587" y="537"/>
                  <a:pt x="2584" y="556"/>
                  <a:pt x="2588" y="569"/>
                </a:cubicBezTo>
                <a:cubicBezTo>
                  <a:pt x="2586" y="639"/>
                  <a:pt x="2581" y="653"/>
                  <a:pt x="2582" y="673"/>
                </a:cubicBezTo>
                <a:cubicBezTo>
                  <a:pt x="2579" y="709"/>
                  <a:pt x="2585" y="697"/>
                  <a:pt x="2584" y="678"/>
                </a:cubicBezTo>
                <a:cubicBezTo>
                  <a:pt x="2591" y="654"/>
                  <a:pt x="2587" y="646"/>
                  <a:pt x="2588" y="643"/>
                </a:cubicBezTo>
                <a:cubicBezTo>
                  <a:pt x="2594" y="565"/>
                  <a:pt x="2596" y="549"/>
                  <a:pt x="2595" y="532"/>
                </a:cubicBezTo>
                <a:cubicBezTo>
                  <a:pt x="2595" y="477"/>
                  <a:pt x="2594" y="475"/>
                  <a:pt x="2593" y="473"/>
                </a:cubicBezTo>
                <a:cubicBezTo>
                  <a:pt x="2593" y="439"/>
                  <a:pt x="2589" y="438"/>
                  <a:pt x="2591" y="431"/>
                </a:cubicBezTo>
                <a:cubicBezTo>
                  <a:pt x="2591" y="411"/>
                  <a:pt x="2590" y="406"/>
                  <a:pt x="2593" y="405"/>
                </a:cubicBezTo>
                <a:cubicBezTo>
                  <a:pt x="2596" y="421"/>
                  <a:pt x="2599" y="424"/>
                  <a:pt x="2599" y="431"/>
                </a:cubicBezTo>
                <a:cubicBezTo>
                  <a:pt x="2607" y="578"/>
                  <a:pt x="2612" y="578"/>
                  <a:pt x="2610" y="584"/>
                </a:cubicBezTo>
                <a:cubicBezTo>
                  <a:pt x="2608" y="676"/>
                  <a:pt x="2609" y="683"/>
                  <a:pt x="2608" y="700"/>
                </a:cubicBezTo>
                <a:cubicBezTo>
                  <a:pt x="2604" y="727"/>
                  <a:pt x="2608" y="721"/>
                  <a:pt x="2610" y="713"/>
                </a:cubicBezTo>
                <a:cubicBezTo>
                  <a:pt x="2617" y="628"/>
                  <a:pt x="2617" y="628"/>
                  <a:pt x="2617" y="628"/>
                </a:cubicBezTo>
                <a:cubicBezTo>
                  <a:pt x="2616" y="568"/>
                  <a:pt x="2617" y="567"/>
                  <a:pt x="2615" y="556"/>
                </a:cubicBezTo>
                <a:cubicBezTo>
                  <a:pt x="2604" y="402"/>
                  <a:pt x="2602" y="388"/>
                  <a:pt x="2602" y="368"/>
                </a:cubicBezTo>
                <a:cubicBezTo>
                  <a:pt x="2601" y="317"/>
                  <a:pt x="2597" y="313"/>
                  <a:pt x="2604" y="312"/>
                </a:cubicBezTo>
                <a:cubicBezTo>
                  <a:pt x="2615" y="406"/>
                  <a:pt x="2620" y="408"/>
                  <a:pt x="2619" y="416"/>
                </a:cubicBezTo>
                <a:cubicBezTo>
                  <a:pt x="2630" y="567"/>
                  <a:pt x="2630" y="585"/>
                  <a:pt x="2630" y="602"/>
                </a:cubicBezTo>
                <a:cubicBezTo>
                  <a:pt x="2627" y="621"/>
                  <a:pt x="2630" y="621"/>
                  <a:pt x="2630" y="621"/>
                </a:cubicBezTo>
                <a:cubicBezTo>
                  <a:pt x="2628" y="655"/>
                  <a:pt x="2633" y="654"/>
                  <a:pt x="2632" y="647"/>
                </a:cubicBezTo>
                <a:cubicBezTo>
                  <a:pt x="2632" y="609"/>
                  <a:pt x="2641" y="603"/>
                  <a:pt x="2634" y="599"/>
                </a:cubicBezTo>
                <a:cubicBezTo>
                  <a:pt x="2622" y="398"/>
                  <a:pt x="2625" y="390"/>
                  <a:pt x="2623" y="386"/>
                </a:cubicBezTo>
                <a:cubicBezTo>
                  <a:pt x="2612" y="298"/>
                  <a:pt x="2612" y="298"/>
                  <a:pt x="2612" y="298"/>
                </a:cubicBezTo>
                <a:cubicBezTo>
                  <a:pt x="2615" y="234"/>
                  <a:pt x="2616" y="229"/>
                  <a:pt x="2619" y="226"/>
                </a:cubicBezTo>
                <a:cubicBezTo>
                  <a:pt x="2627" y="274"/>
                  <a:pt x="2626" y="281"/>
                  <a:pt x="2630" y="283"/>
                </a:cubicBezTo>
                <a:cubicBezTo>
                  <a:pt x="2637" y="331"/>
                  <a:pt x="2644" y="346"/>
                  <a:pt x="2647" y="366"/>
                </a:cubicBezTo>
                <a:cubicBezTo>
                  <a:pt x="2666" y="436"/>
                  <a:pt x="2662" y="446"/>
                  <a:pt x="2667" y="447"/>
                </a:cubicBezTo>
                <a:cubicBezTo>
                  <a:pt x="2676" y="591"/>
                  <a:pt x="2676" y="591"/>
                  <a:pt x="2676" y="591"/>
                </a:cubicBezTo>
                <a:cubicBezTo>
                  <a:pt x="2677" y="618"/>
                  <a:pt x="2679" y="615"/>
                  <a:pt x="2680" y="610"/>
                </a:cubicBezTo>
                <a:cubicBezTo>
                  <a:pt x="2680" y="558"/>
                  <a:pt x="2679" y="554"/>
                  <a:pt x="2680" y="549"/>
                </a:cubicBezTo>
                <a:cubicBezTo>
                  <a:pt x="2674" y="470"/>
                  <a:pt x="2677" y="456"/>
                  <a:pt x="2673" y="449"/>
                </a:cubicBezTo>
                <a:cubicBezTo>
                  <a:pt x="2664" y="405"/>
                  <a:pt x="2665" y="398"/>
                  <a:pt x="2665" y="392"/>
                </a:cubicBezTo>
                <a:cubicBezTo>
                  <a:pt x="2654" y="345"/>
                  <a:pt x="2647" y="330"/>
                  <a:pt x="2645" y="309"/>
                </a:cubicBezTo>
                <a:cubicBezTo>
                  <a:pt x="2628" y="224"/>
                  <a:pt x="2628" y="224"/>
                  <a:pt x="2628" y="224"/>
                </a:cubicBezTo>
                <a:cubicBezTo>
                  <a:pt x="2657" y="335"/>
                  <a:pt x="2667" y="357"/>
                  <a:pt x="2673" y="383"/>
                </a:cubicBezTo>
                <a:cubicBezTo>
                  <a:pt x="2697" y="482"/>
                  <a:pt x="2689" y="497"/>
                  <a:pt x="2695" y="497"/>
                </a:cubicBezTo>
                <a:cubicBezTo>
                  <a:pt x="2693" y="420"/>
                  <a:pt x="2686" y="404"/>
                  <a:pt x="2684" y="383"/>
                </a:cubicBezTo>
                <a:cubicBezTo>
                  <a:pt x="2676" y="354"/>
                  <a:pt x="2672" y="345"/>
                  <a:pt x="2669" y="335"/>
                </a:cubicBezTo>
                <a:cubicBezTo>
                  <a:pt x="2662" y="314"/>
                  <a:pt x="2662" y="308"/>
                  <a:pt x="2665" y="307"/>
                </a:cubicBezTo>
                <a:cubicBezTo>
                  <a:pt x="2684" y="359"/>
                  <a:pt x="2686" y="361"/>
                  <a:pt x="2689" y="362"/>
                </a:cubicBezTo>
                <a:cubicBezTo>
                  <a:pt x="2699" y="392"/>
                  <a:pt x="2702" y="397"/>
                  <a:pt x="2704" y="403"/>
                </a:cubicBezTo>
                <a:cubicBezTo>
                  <a:pt x="2731" y="478"/>
                  <a:pt x="2734" y="489"/>
                  <a:pt x="2737" y="499"/>
                </a:cubicBezTo>
                <a:cubicBezTo>
                  <a:pt x="2745" y="509"/>
                  <a:pt x="2740" y="492"/>
                  <a:pt x="2737" y="473"/>
                </a:cubicBezTo>
                <a:cubicBezTo>
                  <a:pt x="2718" y="414"/>
                  <a:pt x="2713" y="407"/>
                  <a:pt x="2711" y="399"/>
                </a:cubicBezTo>
                <a:cubicBezTo>
                  <a:pt x="2696" y="368"/>
                  <a:pt x="2695" y="357"/>
                  <a:pt x="2691" y="351"/>
                </a:cubicBezTo>
                <a:cubicBezTo>
                  <a:pt x="2673" y="309"/>
                  <a:pt x="2674" y="301"/>
                  <a:pt x="2669" y="298"/>
                </a:cubicBezTo>
                <a:cubicBezTo>
                  <a:pt x="2662" y="267"/>
                  <a:pt x="2657" y="256"/>
                  <a:pt x="2654" y="244"/>
                </a:cubicBezTo>
                <a:cubicBezTo>
                  <a:pt x="2645" y="223"/>
                  <a:pt x="2648" y="212"/>
                  <a:pt x="2643" y="209"/>
                </a:cubicBezTo>
                <a:cubicBezTo>
                  <a:pt x="2640" y="167"/>
                  <a:pt x="2636" y="159"/>
                  <a:pt x="2641" y="159"/>
                </a:cubicBezTo>
                <a:cubicBezTo>
                  <a:pt x="2645" y="170"/>
                  <a:pt x="2649" y="172"/>
                  <a:pt x="2647" y="181"/>
                </a:cubicBezTo>
                <a:cubicBezTo>
                  <a:pt x="2655" y="202"/>
                  <a:pt x="2657" y="207"/>
                  <a:pt x="2658" y="213"/>
                </a:cubicBezTo>
                <a:cubicBezTo>
                  <a:pt x="2682" y="266"/>
                  <a:pt x="2681" y="275"/>
                  <a:pt x="2687" y="277"/>
                </a:cubicBezTo>
                <a:cubicBezTo>
                  <a:pt x="2714" y="328"/>
                  <a:pt x="2710" y="330"/>
                  <a:pt x="2715" y="335"/>
                </a:cubicBezTo>
                <a:cubicBezTo>
                  <a:pt x="2739" y="387"/>
                  <a:pt x="2739" y="394"/>
                  <a:pt x="2741" y="401"/>
                </a:cubicBezTo>
                <a:cubicBezTo>
                  <a:pt x="2753" y="416"/>
                  <a:pt x="2746" y="406"/>
                  <a:pt x="2743" y="390"/>
                </a:cubicBezTo>
                <a:cubicBezTo>
                  <a:pt x="2722" y="338"/>
                  <a:pt x="2722" y="333"/>
                  <a:pt x="2719" y="331"/>
                </a:cubicBezTo>
                <a:cubicBezTo>
                  <a:pt x="2696" y="283"/>
                  <a:pt x="2692" y="277"/>
                  <a:pt x="2691" y="268"/>
                </a:cubicBezTo>
                <a:cubicBezTo>
                  <a:pt x="2656" y="183"/>
                  <a:pt x="2659" y="175"/>
                  <a:pt x="2656" y="174"/>
                </a:cubicBezTo>
                <a:cubicBezTo>
                  <a:pt x="2645" y="89"/>
                  <a:pt x="2645" y="89"/>
                  <a:pt x="2645" y="89"/>
                </a:cubicBezTo>
                <a:cubicBezTo>
                  <a:pt x="2648" y="83"/>
                  <a:pt x="2651" y="92"/>
                  <a:pt x="2654" y="102"/>
                </a:cubicBezTo>
                <a:cubicBezTo>
                  <a:pt x="2666" y="159"/>
                  <a:pt x="2662" y="163"/>
                  <a:pt x="2665" y="170"/>
                </a:cubicBezTo>
                <a:cubicBezTo>
                  <a:pt x="2682" y="216"/>
                  <a:pt x="2685" y="223"/>
                  <a:pt x="2689" y="229"/>
                </a:cubicBezTo>
                <a:cubicBezTo>
                  <a:pt x="2713" y="277"/>
                  <a:pt x="2715" y="280"/>
                  <a:pt x="2717" y="283"/>
                </a:cubicBezTo>
                <a:cubicBezTo>
                  <a:pt x="2734" y="325"/>
                  <a:pt x="2744" y="320"/>
                  <a:pt x="2741" y="327"/>
                </a:cubicBezTo>
                <a:cubicBezTo>
                  <a:pt x="2773" y="382"/>
                  <a:pt x="2778" y="396"/>
                  <a:pt x="2785" y="407"/>
                </a:cubicBezTo>
                <a:cubicBezTo>
                  <a:pt x="2796" y="434"/>
                  <a:pt x="2795" y="444"/>
                  <a:pt x="2802" y="447"/>
                </a:cubicBezTo>
                <a:cubicBezTo>
                  <a:pt x="2789" y="399"/>
                  <a:pt x="2784" y="395"/>
                  <a:pt x="2782" y="388"/>
                </a:cubicBezTo>
                <a:cubicBezTo>
                  <a:pt x="2772" y="361"/>
                  <a:pt x="2768" y="356"/>
                  <a:pt x="2765" y="351"/>
                </a:cubicBezTo>
                <a:cubicBezTo>
                  <a:pt x="2745" y="309"/>
                  <a:pt x="2738" y="307"/>
                  <a:pt x="2737" y="298"/>
                </a:cubicBezTo>
                <a:cubicBezTo>
                  <a:pt x="2713" y="253"/>
                  <a:pt x="2707" y="254"/>
                  <a:pt x="2708" y="248"/>
                </a:cubicBezTo>
                <a:cubicBezTo>
                  <a:pt x="2689" y="204"/>
                  <a:pt x="2684" y="200"/>
                  <a:pt x="2684" y="192"/>
                </a:cubicBezTo>
                <a:cubicBezTo>
                  <a:pt x="2673" y="167"/>
                  <a:pt x="2673" y="158"/>
                  <a:pt x="2669" y="152"/>
                </a:cubicBezTo>
                <a:cubicBezTo>
                  <a:pt x="2657" y="77"/>
                  <a:pt x="2661" y="68"/>
                  <a:pt x="2656" y="67"/>
                </a:cubicBezTo>
                <a:cubicBezTo>
                  <a:pt x="2664" y="67"/>
                  <a:pt x="2660" y="69"/>
                  <a:pt x="2660" y="70"/>
                </a:cubicBezTo>
                <a:cubicBezTo>
                  <a:pt x="2674" y="116"/>
                  <a:pt x="2681" y="129"/>
                  <a:pt x="2682" y="148"/>
                </a:cubicBezTo>
                <a:cubicBezTo>
                  <a:pt x="2694" y="178"/>
                  <a:pt x="2702" y="181"/>
                  <a:pt x="2702" y="192"/>
                </a:cubicBezTo>
                <a:cubicBezTo>
                  <a:pt x="2725" y="237"/>
                  <a:pt x="2726" y="241"/>
                  <a:pt x="2726" y="246"/>
                </a:cubicBezTo>
                <a:cubicBezTo>
                  <a:pt x="2752" y="278"/>
                  <a:pt x="2754" y="286"/>
                  <a:pt x="2759" y="292"/>
                </a:cubicBezTo>
                <a:cubicBezTo>
                  <a:pt x="2772" y="303"/>
                  <a:pt x="2767" y="300"/>
                  <a:pt x="2765" y="294"/>
                </a:cubicBezTo>
                <a:cubicBezTo>
                  <a:pt x="2750" y="265"/>
                  <a:pt x="2740" y="258"/>
                  <a:pt x="2737" y="244"/>
                </a:cubicBezTo>
                <a:cubicBezTo>
                  <a:pt x="2721" y="219"/>
                  <a:pt x="2723" y="212"/>
                  <a:pt x="2719" y="211"/>
                </a:cubicBezTo>
                <a:cubicBezTo>
                  <a:pt x="2694" y="150"/>
                  <a:pt x="2684" y="126"/>
                  <a:pt x="2680" y="96"/>
                </a:cubicBezTo>
                <a:cubicBezTo>
                  <a:pt x="2668" y="50"/>
                  <a:pt x="2659" y="45"/>
                  <a:pt x="2665" y="39"/>
                </a:cubicBezTo>
                <a:cubicBezTo>
                  <a:pt x="2680" y="70"/>
                  <a:pt x="2682" y="86"/>
                  <a:pt x="2687" y="100"/>
                </a:cubicBezTo>
                <a:cubicBezTo>
                  <a:pt x="2711" y="149"/>
                  <a:pt x="2710" y="168"/>
                  <a:pt x="2719" y="176"/>
                </a:cubicBezTo>
                <a:cubicBezTo>
                  <a:pt x="2744" y="219"/>
                  <a:pt x="2747" y="228"/>
                  <a:pt x="2750" y="235"/>
                </a:cubicBezTo>
                <a:cubicBezTo>
                  <a:pt x="2765" y="266"/>
                  <a:pt x="2774" y="272"/>
                  <a:pt x="2776" y="283"/>
                </a:cubicBezTo>
                <a:cubicBezTo>
                  <a:pt x="2786" y="300"/>
                  <a:pt x="2786" y="308"/>
                  <a:pt x="2791" y="309"/>
                </a:cubicBezTo>
                <a:cubicBezTo>
                  <a:pt x="2806" y="343"/>
                  <a:pt x="2806" y="350"/>
                  <a:pt x="2811" y="351"/>
                </a:cubicBezTo>
                <a:cubicBezTo>
                  <a:pt x="2799" y="318"/>
                  <a:pt x="2799" y="309"/>
                  <a:pt x="2793" y="305"/>
                </a:cubicBezTo>
                <a:cubicBezTo>
                  <a:pt x="2780" y="271"/>
                  <a:pt x="2771" y="261"/>
                  <a:pt x="2767" y="246"/>
                </a:cubicBezTo>
                <a:cubicBezTo>
                  <a:pt x="2745" y="202"/>
                  <a:pt x="2737" y="201"/>
                  <a:pt x="2737" y="192"/>
                </a:cubicBezTo>
                <a:cubicBezTo>
                  <a:pt x="2720" y="162"/>
                  <a:pt x="2720" y="156"/>
                  <a:pt x="2717" y="155"/>
                </a:cubicBezTo>
                <a:cubicBezTo>
                  <a:pt x="2689" y="78"/>
                  <a:pt x="2685" y="62"/>
                  <a:pt x="2678" y="50"/>
                </a:cubicBezTo>
                <a:cubicBezTo>
                  <a:pt x="2669" y="8"/>
                  <a:pt x="2668" y="4"/>
                  <a:pt x="2667" y="0"/>
                </a:cubicBezTo>
                <a:cubicBezTo>
                  <a:pt x="2643" y="26"/>
                  <a:pt x="2634" y="31"/>
                  <a:pt x="2636" y="37"/>
                </a:cubicBezTo>
                <a:cubicBezTo>
                  <a:pt x="2621" y="57"/>
                  <a:pt x="2620" y="59"/>
                  <a:pt x="2619" y="61"/>
                </a:cubicBezTo>
                <a:cubicBezTo>
                  <a:pt x="2604" y="81"/>
                  <a:pt x="2606" y="87"/>
                  <a:pt x="2604" y="89"/>
                </a:cubicBezTo>
                <a:cubicBezTo>
                  <a:pt x="2577" y="128"/>
                  <a:pt x="2568" y="139"/>
                  <a:pt x="2560" y="150"/>
                </a:cubicBezTo>
                <a:cubicBezTo>
                  <a:pt x="2542" y="170"/>
                  <a:pt x="2540" y="170"/>
                  <a:pt x="2540" y="174"/>
                </a:cubicBezTo>
                <a:cubicBezTo>
                  <a:pt x="2521" y="188"/>
                  <a:pt x="2523" y="196"/>
                  <a:pt x="2516" y="194"/>
                </a:cubicBezTo>
                <a:cubicBezTo>
                  <a:pt x="2500" y="217"/>
                  <a:pt x="2490" y="217"/>
                  <a:pt x="2488" y="224"/>
                </a:cubicBezTo>
                <a:cubicBezTo>
                  <a:pt x="2447" y="256"/>
                  <a:pt x="2450" y="266"/>
                  <a:pt x="2442" y="266"/>
                </a:cubicBezTo>
                <a:cubicBezTo>
                  <a:pt x="2420" y="294"/>
                  <a:pt x="2413" y="295"/>
                  <a:pt x="2410" y="298"/>
                </a:cubicBezTo>
                <a:cubicBezTo>
                  <a:pt x="2372" y="341"/>
                  <a:pt x="2367" y="350"/>
                  <a:pt x="2359" y="357"/>
                </a:cubicBezTo>
                <a:cubicBezTo>
                  <a:pt x="2337" y="393"/>
                  <a:pt x="2335" y="395"/>
                  <a:pt x="2336" y="399"/>
                </a:cubicBezTo>
                <a:cubicBezTo>
                  <a:pt x="2321" y="412"/>
                  <a:pt x="2325" y="424"/>
                  <a:pt x="2320" y="427"/>
                </a:cubicBezTo>
                <a:cubicBezTo>
                  <a:pt x="2297" y="465"/>
                  <a:pt x="2291" y="468"/>
                  <a:pt x="2290" y="475"/>
                </a:cubicBezTo>
                <a:cubicBezTo>
                  <a:pt x="2269" y="516"/>
                  <a:pt x="2269" y="524"/>
                  <a:pt x="2268" y="532"/>
                </a:cubicBezTo>
                <a:close/>
                <a:moveTo>
                  <a:pt x="2588" y="235"/>
                </a:moveTo>
                <a:cubicBezTo>
                  <a:pt x="2585" y="239"/>
                  <a:pt x="2582" y="243"/>
                  <a:pt x="2580" y="248"/>
                </a:cubicBezTo>
                <a:cubicBezTo>
                  <a:pt x="2574" y="245"/>
                  <a:pt x="2584" y="240"/>
                  <a:pt x="2584" y="235"/>
                </a:cubicBezTo>
                <a:cubicBezTo>
                  <a:pt x="2588" y="232"/>
                  <a:pt x="2589" y="226"/>
                  <a:pt x="2593" y="222"/>
                </a:cubicBezTo>
                <a:cubicBezTo>
                  <a:pt x="2599" y="226"/>
                  <a:pt x="2588" y="230"/>
                  <a:pt x="2588" y="235"/>
                </a:cubicBezTo>
                <a:close/>
                <a:moveTo>
                  <a:pt x="2593" y="357"/>
                </a:moveTo>
                <a:cubicBezTo>
                  <a:pt x="2591" y="361"/>
                  <a:pt x="2590" y="356"/>
                  <a:pt x="2591" y="353"/>
                </a:cubicBezTo>
                <a:cubicBezTo>
                  <a:pt x="2592" y="349"/>
                  <a:pt x="2593" y="354"/>
                  <a:pt x="2593" y="357"/>
                </a:cubicBezTo>
                <a:close/>
                <a:moveTo>
                  <a:pt x="2626" y="146"/>
                </a:moveTo>
                <a:cubicBezTo>
                  <a:pt x="2620" y="140"/>
                  <a:pt x="2626" y="128"/>
                  <a:pt x="2628" y="122"/>
                </a:cubicBezTo>
                <a:cubicBezTo>
                  <a:pt x="2633" y="127"/>
                  <a:pt x="2623" y="136"/>
                  <a:pt x="2626" y="146"/>
                </a:cubicBezTo>
                <a:close/>
                <a:moveTo>
                  <a:pt x="2630" y="179"/>
                </a:moveTo>
                <a:cubicBezTo>
                  <a:pt x="2621" y="176"/>
                  <a:pt x="2630" y="171"/>
                  <a:pt x="2628" y="163"/>
                </a:cubicBezTo>
                <a:cubicBezTo>
                  <a:pt x="2633" y="164"/>
                  <a:pt x="2629" y="174"/>
                  <a:pt x="2630" y="179"/>
                </a:cubicBezTo>
                <a:close/>
                <a:moveTo>
                  <a:pt x="2630" y="109"/>
                </a:moveTo>
                <a:cubicBezTo>
                  <a:pt x="2620" y="105"/>
                  <a:pt x="2634" y="99"/>
                  <a:pt x="2632" y="89"/>
                </a:cubicBezTo>
                <a:cubicBezTo>
                  <a:pt x="2640" y="96"/>
                  <a:pt x="2627" y="99"/>
                  <a:pt x="2630" y="109"/>
                </a:cubicBezTo>
                <a:close/>
                <a:moveTo>
                  <a:pt x="2342" y="394"/>
                </a:moveTo>
                <a:cubicBezTo>
                  <a:pt x="2348" y="395"/>
                  <a:pt x="2344" y="386"/>
                  <a:pt x="2349" y="386"/>
                </a:cubicBezTo>
                <a:cubicBezTo>
                  <a:pt x="2366" y="361"/>
                  <a:pt x="2367" y="360"/>
                  <a:pt x="2368" y="359"/>
                </a:cubicBezTo>
                <a:cubicBezTo>
                  <a:pt x="2392" y="332"/>
                  <a:pt x="2390" y="325"/>
                  <a:pt x="2397" y="327"/>
                </a:cubicBezTo>
                <a:cubicBezTo>
                  <a:pt x="2424" y="298"/>
                  <a:pt x="2431" y="295"/>
                  <a:pt x="2434" y="288"/>
                </a:cubicBezTo>
                <a:cubicBezTo>
                  <a:pt x="2463" y="259"/>
                  <a:pt x="2471" y="253"/>
                  <a:pt x="2475" y="244"/>
                </a:cubicBezTo>
                <a:cubicBezTo>
                  <a:pt x="2495" y="230"/>
                  <a:pt x="2497" y="224"/>
                  <a:pt x="2501" y="220"/>
                </a:cubicBezTo>
                <a:cubicBezTo>
                  <a:pt x="2528" y="196"/>
                  <a:pt x="2532" y="195"/>
                  <a:pt x="2534" y="192"/>
                </a:cubicBezTo>
                <a:cubicBezTo>
                  <a:pt x="2564" y="150"/>
                  <a:pt x="2578" y="151"/>
                  <a:pt x="2578" y="137"/>
                </a:cubicBezTo>
                <a:cubicBezTo>
                  <a:pt x="2621" y="86"/>
                  <a:pt x="2625" y="63"/>
                  <a:pt x="2639" y="50"/>
                </a:cubicBezTo>
                <a:cubicBezTo>
                  <a:pt x="2629" y="77"/>
                  <a:pt x="2629" y="85"/>
                  <a:pt x="2623" y="87"/>
                </a:cubicBezTo>
                <a:cubicBezTo>
                  <a:pt x="2594" y="142"/>
                  <a:pt x="2594" y="148"/>
                  <a:pt x="2591" y="150"/>
                </a:cubicBezTo>
                <a:cubicBezTo>
                  <a:pt x="2563" y="181"/>
                  <a:pt x="2563" y="192"/>
                  <a:pt x="2556" y="196"/>
                </a:cubicBezTo>
                <a:cubicBezTo>
                  <a:pt x="2535" y="217"/>
                  <a:pt x="2534" y="226"/>
                  <a:pt x="2525" y="229"/>
                </a:cubicBezTo>
                <a:cubicBezTo>
                  <a:pt x="2489" y="268"/>
                  <a:pt x="2486" y="275"/>
                  <a:pt x="2479" y="279"/>
                </a:cubicBezTo>
                <a:cubicBezTo>
                  <a:pt x="2461" y="296"/>
                  <a:pt x="2460" y="298"/>
                  <a:pt x="2458" y="298"/>
                </a:cubicBezTo>
                <a:cubicBezTo>
                  <a:pt x="2433" y="319"/>
                  <a:pt x="2422" y="329"/>
                  <a:pt x="2410" y="338"/>
                </a:cubicBezTo>
                <a:cubicBezTo>
                  <a:pt x="2364" y="378"/>
                  <a:pt x="2362" y="381"/>
                  <a:pt x="2359" y="383"/>
                </a:cubicBezTo>
                <a:cubicBezTo>
                  <a:pt x="2343" y="402"/>
                  <a:pt x="2340" y="402"/>
                  <a:pt x="2340" y="405"/>
                </a:cubicBezTo>
                <a:close/>
                <a:moveTo>
                  <a:pt x="2551" y="26"/>
                </a:moveTo>
                <a:cubicBezTo>
                  <a:pt x="2533" y="53"/>
                  <a:pt x="2510" y="76"/>
                  <a:pt x="2486" y="98"/>
                </a:cubicBezTo>
                <a:cubicBezTo>
                  <a:pt x="2461" y="130"/>
                  <a:pt x="2457" y="132"/>
                  <a:pt x="2458" y="137"/>
                </a:cubicBezTo>
                <a:cubicBezTo>
                  <a:pt x="2431" y="164"/>
                  <a:pt x="2432" y="169"/>
                  <a:pt x="2427" y="170"/>
                </a:cubicBezTo>
                <a:cubicBezTo>
                  <a:pt x="2418" y="183"/>
                  <a:pt x="2416" y="187"/>
                  <a:pt x="2414" y="189"/>
                </a:cubicBezTo>
                <a:cubicBezTo>
                  <a:pt x="2423" y="184"/>
                  <a:pt x="2425" y="180"/>
                  <a:pt x="2429" y="176"/>
                </a:cubicBezTo>
                <a:cubicBezTo>
                  <a:pt x="2474" y="129"/>
                  <a:pt x="2477" y="124"/>
                  <a:pt x="2479" y="120"/>
                </a:cubicBezTo>
                <a:cubicBezTo>
                  <a:pt x="2498" y="104"/>
                  <a:pt x="2496" y="99"/>
                  <a:pt x="2501" y="100"/>
                </a:cubicBezTo>
                <a:cubicBezTo>
                  <a:pt x="2535" y="65"/>
                  <a:pt x="2534" y="60"/>
                  <a:pt x="2536" y="59"/>
                </a:cubicBezTo>
                <a:cubicBezTo>
                  <a:pt x="2555" y="30"/>
                  <a:pt x="2566" y="27"/>
                  <a:pt x="2569" y="15"/>
                </a:cubicBezTo>
                <a:cubicBezTo>
                  <a:pt x="2583" y="5"/>
                  <a:pt x="2583" y="3"/>
                  <a:pt x="2583" y="0"/>
                </a:cubicBezTo>
                <a:cubicBezTo>
                  <a:pt x="2563" y="8"/>
                  <a:pt x="2563" y="14"/>
                  <a:pt x="2560" y="17"/>
                </a:cubicBezTo>
                <a:close/>
                <a:moveTo>
                  <a:pt x="2711" y="37"/>
                </a:moveTo>
                <a:cubicBezTo>
                  <a:pt x="2717" y="39"/>
                  <a:pt x="2715" y="48"/>
                  <a:pt x="2719" y="52"/>
                </a:cubicBezTo>
                <a:cubicBezTo>
                  <a:pt x="2743" y="115"/>
                  <a:pt x="2751" y="115"/>
                  <a:pt x="2750" y="124"/>
                </a:cubicBezTo>
                <a:cubicBezTo>
                  <a:pt x="2761" y="147"/>
                  <a:pt x="2765" y="152"/>
                  <a:pt x="2767" y="159"/>
                </a:cubicBezTo>
                <a:cubicBezTo>
                  <a:pt x="2777" y="183"/>
                  <a:pt x="2781" y="188"/>
                  <a:pt x="2782" y="194"/>
                </a:cubicBezTo>
                <a:cubicBezTo>
                  <a:pt x="2806" y="231"/>
                  <a:pt x="2811" y="235"/>
                  <a:pt x="2813" y="242"/>
                </a:cubicBezTo>
                <a:cubicBezTo>
                  <a:pt x="2858" y="290"/>
                  <a:pt x="2848" y="290"/>
                  <a:pt x="2848" y="281"/>
                </a:cubicBezTo>
                <a:cubicBezTo>
                  <a:pt x="2826" y="242"/>
                  <a:pt x="2820" y="244"/>
                  <a:pt x="2820" y="240"/>
                </a:cubicBezTo>
                <a:cubicBezTo>
                  <a:pt x="2804" y="222"/>
                  <a:pt x="2807" y="214"/>
                  <a:pt x="2802" y="213"/>
                </a:cubicBezTo>
                <a:cubicBezTo>
                  <a:pt x="2789" y="193"/>
                  <a:pt x="2789" y="184"/>
                  <a:pt x="2785" y="179"/>
                </a:cubicBezTo>
                <a:cubicBezTo>
                  <a:pt x="2773" y="147"/>
                  <a:pt x="2767" y="140"/>
                  <a:pt x="2763" y="131"/>
                </a:cubicBezTo>
                <a:cubicBezTo>
                  <a:pt x="2742" y="83"/>
                  <a:pt x="2732" y="64"/>
                  <a:pt x="2726" y="43"/>
                </a:cubicBezTo>
                <a:cubicBezTo>
                  <a:pt x="2714" y="8"/>
                  <a:pt x="2713" y="4"/>
                  <a:pt x="2712" y="0"/>
                </a:cubicBezTo>
                <a:cubicBezTo>
                  <a:pt x="2707" y="23"/>
                  <a:pt x="2712" y="27"/>
                  <a:pt x="2711" y="37"/>
                </a:cubicBezTo>
                <a:close/>
                <a:moveTo>
                  <a:pt x="1591" y="997"/>
                </a:moveTo>
                <a:cubicBezTo>
                  <a:pt x="1591" y="991"/>
                  <a:pt x="1595" y="988"/>
                  <a:pt x="1595" y="981"/>
                </a:cubicBezTo>
                <a:cubicBezTo>
                  <a:pt x="1610" y="933"/>
                  <a:pt x="1607" y="925"/>
                  <a:pt x="1613" y="923"/>
                </a:cubicBezTo>
                <a:cubicBezTo>
                  <a:pt x="1626" y="868"/>
                  <a:pt x="1627" y="859"/>
                  <a:pt x="1631" y="853"/>
                </a:cubicBezTo>
                <a:cubicBezTo>
                  <a:pt x="1644" y="801"/>
                  <a:pt x="1644" y="793"/>
                  <a:pt x="1648" y="788"/>
                </a:cubicBezTo>
                <a:cubicBezTo>
                  <a:pt x="1660" y="736"/>
                  <a:pt x="1667" y="729"/>
                  <a:pt x="1669" y="720"/>
                </a:cubicBezTo>
                <a:cubicBezTo>
                  <a:pt x="1682" y="706"/>
                  <a:pt x="1681" y="700"/>
                  <a:pt x="1683" y="695"/>
                </a:cubicBezTo>
                <a:cubicBezTo>
                  <a:pt x="1695" y="675"/>
                  <a:pt x="1697" y="672"/>
                  <a:pt x="1699" y="674"/>
                </a:cubicBezTo>
                <a:cubicBezTo>
                  <a:pt x="1672" y="737"/>
                  <a:pt x="1676" y="744"/>
                  <a:pt x="1672" y="746"/>
                </a:cubicBezTo>
                <a:cubicBezTo>
                  <a:pt x="1661" y="790"/>
                  <a:pt x="1663" y="793"/>
                  <a:pt x="1661" y="794"/>
                </a:cubicBezTo>
                <a:cubicBezTo>
                  <a:pt x="1657" y="822"/>
                  <a:pt x="1655" y="826"/>
                  <a:pt x="1654" y="831"/>
                </a:cubicBezTo>
                <a:cubicBezTo>
                  <a:pt x="1651" y="853"/>
                  <a:pt x="1648" y="857"/>
                  <a:pt x="1649" y="863"/>
                </a:cubicBezTo>
                <a:cubicBezTo>
                  <a:pt x="1637" y="927"/>
                  <a:pt x="1636" y="933"/>
                  <a:pt x="1636" y="941"/>
                </a:cubicBezTo>
                <a:cubicBezTo>
                  <a:pt x="1629" y="975"/>
                  <a:pt x="1623" y="975"/>
                  <a:pt x="1625" y="980"/>
                </a:cubicBezTo>
                <a:cubicBezTo>
                  <a:pt x="1614" y="1012"/>
                  <a:pt x="1607" y="1023"/>
                  <a:pt x="1602" y="1035"/>
                </a:cubicBezTo>
                <a:cubicBezTo>
                  <a:pt x="1621" y="1005"/>
                  <a:pt x="1625" y="1005"/>
                  <a:pt x="1625" y="1002"/>
                </a:cubicBezTo>
                <a:cubicBezTo>
                  <a:pt x="1636" y="972"/>
                  <a:pt x="1636" y="964"/>
                  <a:pt x="1642" y="960"/>
                </a:cubicBezTo>
                <a:cubicBezTo>
                  <a:pt x="1649" y="910"/>
                  <a:pt x="1647" y="901"/>
                  <a:pt x="1653" y="898"/>
                </a:cubicBezTo>
                <a:cubicBezTo>
                  <a:pt x="1658" y="861"/>
                  <a:pt x="1659" y="845"/>
                  <a:pt x="1663" y="832"/>
                </a:cubicBezTo>
                <a:cubicBezTo>
                  <a:pt x="1674" y="785"/>
                  <a:pt x="1673" y="775"/>
                  <a:pt x="1676" y="769"/>
                </a:cubicBezTo>
                <a:cubicBezTo>
                  <a:pt x="1698" y="710"/>
                  <a:pt x="1694" y="703"/>
                  <a:pt x="1697" y="701"/>
                </a:cubicBezTo>
                <a:cubicBezTo>
                  <a:pt x="1721" y="660"/>
                  <a:pt x="1728" y="644"/>
                  <a:pt x="1737" y="630"/>
                </a:cubicBezTo>
                <a:cubicBezTo>
                  <a:pt x="1757" y="606"/>
                  <a:pt x="1761" y="604"/>
                  <a:pt x="1766" y="603"/>
                </a:cubicBezTo>
                <a:cubicBezTo>
                  <a:pt x="1773" y="599"/>
                  <a:pt x="1768" y="600"/>
                  <a:pt x="1766" y="603"/>
                </a:cubicBezTo>
                <a:cubicBezTo>
                  <a:pt x="1749" y="626"/>
                  <a:pt x="1750" y="632"/>
                  <a:pt x="1747" y="635"/>
                </a:cubicBezTo>
                <a:cubicBezTo>
                  <a:pt x="1719" y="686"/>
                  <a:pt x="1715" y="692"/>
                  <a:pt x="1712" y="701"/>
                </a:cubicBezTo>
                <a:cubicBezTo>
                  <a:pt x="1692" y="757"/>
                  <a:pt x="1692" y="767"/>
                  <a:pt x="1685" y="772"/>
                </a:cubicBezTo>
                <a:cubicBezTo>
                  <a:pt x="1669" y="830"/>
                  <a:pt x="1673" y="839"/>
                  <a:pt x="1667" y="842"/>
                </a:cubicBezTo>
                <a:cubicBezTo>
                  <a:pt x="1665" y="865"/>
                  <a:pt x="1664" y="870"/>
                  <a:pt x="1662" y="876"/>
                </a:cubicBezTo>
                <a:cubicBezTo>
                  <a:pt x="1650" y="927"/>
                  <a:pt x="1654" y="945"/>
                  <a:pt x="1645" y="954"/>
                </a:cubicBezTo>
                <a:cubicBezTo>
                  <a:pt x="1621" y="1043"/>
                  <a:pt x="1613" y="1046"/>
                  <a:pt x="1615" y="1055"/>
                </a:cubicBezTo>
                <a:cubicBezTo>
                  <a:pt x="1614" y="1060"/>
                  <a:pt x="1622" y="1054"/>
                  <a:pt x="1623" y="1043"/>
                </a:cubicBezTo>
                <a:cubicBezTo>
                  <a:pt x="1639" y="1006"/>
                  <a:pt x="1641" y="995"/>
                  <a:pt x="1647" y="987"/>
                </a:cubicBezTo>
                <a:cubicBezTo>
                  <a:pt x="1662" y="913"/>
                  <a:pt x="1670" y="906"/>
                  <a:pt x="1670" y="895"/>
                </a:cubicBezTo>
                <a:cubicBezTo>
                  <a:pt x="1687" y="827"/>
                  <a:pt x="1683" y="818"/>
                  <a:pt x="1686" y="814"/>
                </a:cubicBezTo>
                <a:cubicBezTo>
                  <a:pt x="1693" y="775"/>
                  <a:pt x="1702" y="773"/>
                  <a:pt x="1700" y="765"/>
                </a:cubicBezTo>
                <a:cubicBezTo>
                  <a:pt x="1730" y="692"/>
                  <a:pt x="1734" y="679"/>
                  <a:pt x="1740" y="667"/>
                </a:cubicBezTo>
                <a:cubicBezTo>
                  <a:pt x="1764" y="633"/>
                  <a:pt x="1761" y="628"/>
                  <a:pt x="1763" y="625"/>
                </a:cubicBezTo>
                <a:cubicBezTo>
                  <a:pt x="1784" y="596"/>
                  <a:pt x="1791" y="593"/>
                  <a:pt x="1794" y="586"/>
                </a:cubicBezTo>
                <a:cubicBezTo>
                  <a:pt x="1808" y="577"/>
                  <a:pt x="1808" y="574"/>
                  <a:pt x="1810" y="577"/>
                </a:cubicBezTo>
                <a:cubicBezTo>
                  <a:pt x="1785" y="618"/>
                  <a:pt x="1779" y="621"/>
                  <a:pt x="1779" y="629"/>
                </a:cubicBezTo>
                <a:cubicBezTo>
                  <a:pt x="1757" y="666"/>
                  <a:pt x="1756" y="673"/>
                  <a:pt x="1753" y="678"/>
                </a:cubicBezTo>
                <a:cubicBezTo>
                  <a:pt x="1723" y="756"/>
                  <a:pt x="1719" y="768"/>
                  <a:pt x="1716" y="771"/>
                </a:cubicBezTo>
                <a:cubicBezTo>
                  <a:pt x="1713" y="784"/>
                  <a:pt x="1716" y="785"/>
                  <a:pt x="1716" y="784"/>
                </a:cubicBezTo>
                <a:cubicBezTo>
                  <a:pt x="1703" y="818"/>
                  <a:pt x="1705" y="829"/>
                  <a:pt x="1701" y="836"/>
                </a:cubicBezTo>
                <a:cubicBezTo>
                  <a:pt x="1672" y="934"/>
                  <a:pt x="1666" y="939"/>
                  <a:pt x="1666" y="948"/>
                </a:cubicBezTo>
                <a:cubicBezTo>
                  <a:pt x="1656" y="964"/>
                  <a:pt x="1657" y="966"/>
                  <a:pt x="1660" y="965"/>
                </a:cubicBezTo>
                <a:cubicBezTo>
                  <a:pt x="1681" y="933"/>
                  <a:pt x="1686" y="932"/>
                  <a:pt x="1689" y="929"/>
                </a:cubicBezTo>
                <a:cubicBezTo>
                  <a:pt x="1692" y="929"/>
                  <a:pt x="1697" y="930"/>
                  <a:pt x="1695" y="925"/>
                </a:cubicBezTo>
                <a:cubicBezTo>
                  <a:pt x="1725" y="892"/>
                  <a:pt x="1733" y="888"/>
                  <a:pt x="1736" y="880"/>
                </a:cubicBezTo>
                <a:cubicBezTo>
                  <a:pt x="1782" y="818"/>
                  <a:pt x="1791" y="814"/>
                  <a:pt x="1796" y="808"/>
                </a:cubicBezTo>
                <a:cubicBezTo>
                  <a:pt x="1839" y="758"/>
                  <a:pt x="1838" y="752"/>
                  <a:pt x="1841" y="749"/>
                </a:cubicBezTo>
                <a:cubicBezTo>
                  <a:pt x="1855" y="724"/>
                  <a:pt x="1858" y="721"/>
                  <a:pt x="1859" y="716"/>
                </a:cubicBezTo>
                <a:cubicBezTo>
                  <a:pt x="1868" y="703"/>
                  <a:pt x="1872" y="700"/>
                  <a:pt x="1871" y="694"/>
                </a:cubicBezTo>
                <a:cubicBezTo>
                  <a:pt x="1887" y="668"/>
                  <a:pt x="1889" y="664"/>
                  <a:pt x="1891" y="660"/>
                </a:cubicBezTo>
                <a:cubicBezTo>
                  <a:pt x="1907" y="625"/>
                  <a:pt x="1908" y="623"/>
                  <a:pt x="1909" y="621"/>
                </a:cubicBezTo>
                <a:cubicBezTo>
                  <a:pt x="1919" y="591"/>
                  <a:pt x="1927" y="591"/>
                  <a:pt x="1924" y="583"/>
                </a:cubicBezTo>
                <a:cubicBezTo>
                  <a:pt x="1943" y="565"/>
                  <a:pt x="1936" y="556"/>
                  <a:pt x="1944" y="557"/>
                </a:cubicBezTo>
                <a:cubicBezTo>
                  <a:pt x="1961" y="515"/>
                  <a:pt x="1963" y="513"/>
                  <a:pt x="1964" y="509"/>
                </a:cubicBezTo>
                <a:cubicBezTo>
                  <a:pt x="1974" y="496"/>
                  <a:pt x="1971" y="486"/>
                  <a:pt x="1979" y="484"/>
                </a:cubicBezTo>
                <a:cubicBezTo>
                  <a:pt x="1987" y="478"/>
                  <a:pt x="1983" y="488"/>
                  <a:pt x="1982" y="499"/>
                </a:cubicBezTo>
                <a:cubicBezTo>
                  <a:pt x="1984" y="525"/>
                  <a:pt x="1985" y="528"/>
                  <a:pt x="1985" y="532"/>
                </a:cubicBezTo>
                <a:cubicBezTo>
                  <a:pt x="1992" y="482"/>
                  <a:pt x="1998" y="479"/>
                  <a:pt x="1997" y="470"/>
                </a:cubicBezTo>
                <a:cubicBezTo>
                  <a:pt x="2016" y="476"/>
                  <a:pt x="2011" y="464"/>
                  <a:pt x="2014" y="458"/>
                </a:cubicBezTo>
                <a:cubicBezTo>
                  <a:pt x="2023" y="444"/>
                  <a:pt x="2017" y="446"/>
                  <a:pt x="2020" y="455"/>
                </a:cubicBezTo>
                <a:cubicBezTo>
                  <a:pt x="2028" y="470"/>
                  <a:pt x="2025" y="476"/>
                  <a:pt x="2029" y="478"/>
                </a:cubicBezTo>
                <a:cubicBezTo>
                  <a:pt x="2037" y="428"/>
                  <a:pt x="2041" y="425"/>
                  <a:pt x="2040" y="418"/>
                </a:cubicBezTo>
                <a:cubicBezTo>
                  <a:pt x="2053" y="391"/>
                  <a:pt x="2065" y="395"/>
                  <a:pt x="2061" y="388"/>
                </a:cubicBezTo>
                <a:cubicBezTo>
                  <a:pt x="2076" y="361"/>
                  <a:pt x="2072" y="363"/>
                  <a:pt x="2071" y="357"/>
                </a:cubicBezTo>
                <a:cubicBezTo>
                  <a:pt x="2019" y="368"/>
                  <a:pt x="2016" y="366"/>
                  <a:pt x="2013" y="365"/>
                </a:cubicBezTo>
                <a:cubicBezTo>
                  <a:pt x="1985" y="336"/>
                  <a:pt x="1974" y="340"/>
                  <a:pt x="1973" y="328"/>
                </a:cubicBezTo>
                <a:cubicBezTo>
                  <a:pt x="1978" y="346"/>
                  <a:pt x="1981" y="350"/>
                  <a:pt x="1985" y="355"/>
                </a:cubicBezTo>
                <a:cubicBezTo>
                  <a:pt x="2009" y="380"/>
                  <a:pt x="2013" y="383"/>
                  <a:pt x="2017" y="387"/>
                </a:cubicBezTo>
                <a:cubicBezTo>
                  <a:pt x="1983" y="404"/>
                  <a:pt x="1984" y="398"/>
                  <a:pt x="1979" y="400"/>
                </a:cubicBezTo>
                <a:cubicBezTo>
                  <a:pt x="1942" y="400"/>
                  <a:pt x="1943" y="392"/>
                  <a:pt x="1936" y="395"/>
                </a:cubicBezTo>
                <a:cubicBezTo>
                  <a:pt x="1910" y="389"/>
                  <a:pt x="1906" y="388"/>
                  <a:pt x="1904" y="385"/>
                </a:cubicBezTo>
                <a:cubicBezTo>
                  <a:pt x="1835" y="360"/>
                  <a:pt x="1828" y="358"/>
                  <a:pt x="1823" y="353"/>
                </a:cubicBezTo>
                <a:cubicBezTo>
                  <a:pt x="1774" y="332"/>
                  <a:pt x="1774" y="325"/>
                  <a:pt x="1769" y="325"/>
                </a:cubicBezTo>
                <a:cubicBezTo>
                  <a:pt x="1728" y="306"/>
                  <a:pt x="1722" y="307"/>
                  <a:pt x="1719" y="305"/>
                </a:cubicBezTo>
                <a:cubicBezTo>
                  <a:pt x="1684" y="287"/>
                  <a:pt x="1676" y="287"/>
                  <a:pt x="1670" y="283"/>
                </a:cubicBezTo>
                <a:cubicBezTo>
                  <a:pt x="1616" y="276"/>
                  <a:pt x="1604" y="277"/>
                  <a:pt x="1592" y="277"/>
                </a:cubicBezTo>
                <a:cubicBezTo>
                  <a:pt x="1594" y="280"/>
                  <a:pt x="1613" y="284"/>
                  <a:pt x="1635" y="283"/>
                </a:cubicBezTo>
                <a:cubicBezTo>
                  <a:pt x="1657" y="292"/>
                  <a:pt x="1663" y="288"/>
                  <a:pt x="1665" y="291"/>
                </a:cubicBezTo>
                <a:cubicBezTo>
                  <a:pt x="1741" y="318"/>
                  <a:pt x="1767" y="337"/>
                  <a:pt x="1797" y="349"/>
                </a:cubicBezTo>
                <a:cubicBezTo>
                  <a:pt x="1813" y="360"/>
                  <a:pt x="1814" y="361"/>
                  <a:pt x="1816" y="363"/>
                </a:cubicBezTo>
                <a:cubicBezTo>
                  <a:pt x="1887" y="388"/>
                  <a:pt x="1889" y="392"/>
                  <a:pt x="1892" y="394"/>
                </a:cubicBezTo>
                <a:cubicBezTo>
                  <a:pt x="1944" y="403"/>
                  <a:pt x="1955" y="411"/>
                  <a:pt x="1970" y="411"/>
                </a:cubicBezTo>
                <a:cubicBezTo>
                  <a:pt x="2004" y="413"/>
                  <a:pt x="2006" y="413"/>
                  <a:pt x="2008" y="413"/>
                </a:cubicBezTo>
                <a:cubicBezTo>
                  <a:pt x="2000" y="416"/>
                  <a:pt x="1998" y="418"/>
                  <a:pt x="1996" y="419"/>
                </a:cubicBezTo>
                <a:cubicBezTo>
                  <a:pt x="1935" y="417"/>
                  <a:pt x="1925" y="412"/>
                  <a:pt x="1914" y="407"/>
                </a:cubicBezTo>
                <a:cubicBezTo>
                  <a:pt x="1886" y="400"/>
                  <a:pt x="1868" y="398"/>
                  <a:pt x="1856" y="389"/>
                </a:cubicBezTo>
                <a:cubicBezTo>
                  <a:pt x="1831" y="377"/>
                  <a:pt x="1825" y="378"/>
                  <a:pt x="1822" y="375"/>
                </a:cubicBezTo>
                <a:cubicBezTo>
                  <a:pt x="1787" y="357"/>
                  <a:pt x="1782" y="358"/>
                  <a:pt x="1779" y="357"/>
                </a:cubicBezTo>
                <a:cubicBezTo>
                  <a:pt x="1762" y="352"/>
                  <a:pt x="1764" y="344"/>
                  <a:pt x="1757" y="347"/>
                </a:cubicBezTo>
                <a:cubicBezTo>
                  <a:pt x="1743" y="338"/>
                  <a:pt x="1738" y="339"/>
                  <a:pt x="1735" y="336"/>
                </a:cubicBezTo>
                <a:cubicBezTo>
                  <a:pt x="1708" y="326"/>
                  <a:pt x="1693" y="321"/>
                  <a:pt x="1678" y="315"/>
                </a:cubicBezTo>
                <a:cubicBezTo>
                  <a:pt x="1644" y="309"/>
                  <a:pt x="1637" y="305"/>
                  <a:pt x="1628" y="304"/>
                </a:cubicBezTo>
                <a:cubicBezTo>
                  <a:pt x="1587" y="293"/>
                  <a:pt x="1579" y="297"/>
                  <a:pt x="1577" y="293"/>
                </a:cubicBezTo>
                <a:cubicBezTo>
                  <a:pt x="1478" y="297"/>
                  <a:pt x="1469" y="299"/>
                  <a:pt x="1454" y="298"/>
                </a:cubicBezTo>
                <a:cubicBezTo>
                  <a:pt x="1420" y="304"/>
                  <a:pt x="1411" y="305"/>
                  <a:pt x="1400" y="307"/>
                </a:cubicBezTo>
                <a:cubicBezTo>
                  <a:pt x="1397" y="310"/>
                  <a:pt x="1420" y="310"/>
                  <a:pt x="1444" y="308"/>
                </a:cubicBezTo>
                <a:cubicBezTo>
                  <a:pt x="1478" y="310"/>
                  <a:pt x="1483" y="317"/>
                  <a:pt x="1494" y="313"/>
                </a:cubicBezTo>
                <a:cubicBezTo>
                  <a:pt x="1547" y="330"/>
                  <a:pt x="1550" y="333"/>
                  <a:pt x="1555" y="333"/>
                </a:cubicBezTo>
                <a:cubicBezTo>
                  <a:pt x="1582" y="345"/>
                  <a:pt x="1585" y="347"/>
                  <a:pt x="1589" y="349"/>
                </a:cubicBezTo>
                <a:cubicBezTo>
                  <a:pt x="1616" y="360"/>
                  <a:pt x="1616" y="367"/>
                  <a:pt x="1623" y="365"/>
                </a:cubicBezTo>
                <a:cubicBezTo>
                  <a:pt x="1648" y="381"/>
                  <a:pt x="1665" y="385"/>
                  <a:pt x="1678" y="397"/>
                </a:cubicBezTo>
                <a:cubicBezTo>
                  <a:pt x="1726" y="414"/>
                  <a:pt x="1728" y="418"/>
                  <a:pt x="1731" y="421"/>
                </a:cubicBezTo>
                <a:cubicBezTo>
                  <a:pt x="1755" y="430"/>
                  <a:pt x="1759" y="430"/>
                  <a:pt x="1762" y="433"/>
                </a:cubicBezTo>
                <a:cubicBezTo>
                  <a:pt x="1807" y="456"/>
                  <a:pt x="1816" y="455"/>
                  <a:pt x="1822" y="460"/>
                </a:cubicBezTo>
                <a:cubicBezTo>
                  <a:pt x="1852" y="468"/>
                  <a:pt x="1860" y="470"/>
                  <a:pt x="1866" y="474"/>
                </a:cubicBezTo>
                <a:cubicBezTo>
                  <a:pt x="1905" y="475"/>
                  <a:pt x="1910" y="476"/>
                  <a:pt x="1914" y="478"/>
                </a:cubicBezTo>
                <a:cubicBezTo>
                  <a:pt x="1913" y="492"/>
                  <a:pt x="1911" y="496"/>
                  <a:pt x="1904" y="498"/>
                </a:cubicBezTo>
                <a:cubicBezTo>
                  <a:pt x="1850" y="489"/>
                  <a:pt x="1841" y="492"/>
                  <a:pt x="1834" y="491"/>
                </a:cubicBezTo>
                <a:cubicBezTo>
                  <a:pt x="1794" y="478"/>
                  <a:pt x="1788" y="478"/>
                  <a:pt x="1784" y="473"/>
                </a:cubicBezTo>
                <a:cubicBezTo>
                  <a:pt x="1745" y="457"/>
                  <a:pt x="1727" y="442"/>
                  <a:pt x="1702" y="437"/>
                </a:cubicBezTo>
                <a:cubicBezTo>
                  <a:pt x="1656" y="409"/>
                  <a:pt x="1651" y="403"/>
                  <a:pt x="1643" y="401"/>
                </a:cubicBezTo>
                <a:cubicBezTo>
                  <a:pt x="1610" y="385"/>
                  <a:pt x="1611" y="381"/>
                  <a:pt x="1608" y="381"/>
                </a:cubicBezTo>
                <a:cubicBezTo>
                  <a:pt x="1598" y="373"/>
                  <a:pt x="1594" y="374"/>
                  <a:pt x="1593" y="372"/>
                </a:cubicBezTo>
                <a:cubicBezTo>
                  <a:pt x="1555" y="351"/>
                  <a:pt x="1543" y="353"/>
                  <a:pt x="1540" y="344"/>
                </a:cubicBezTo>
                <a:cubicBezTo>
                  <a:pt x="1506" y="339"/>
                  <a:pt x="1502" y="331"/>
                  <a:pt x="1493" y="331"/>
                </a:cubicBezTo>
                <a:cubicBezTo>
                  <a:pt x="1454" y="318"/>
                  <a:pt x="1445" y="322"/>
                  <a:pt x="1444" y="317"/>
                </a:cubicBezTo>
                <a:cubicBezTo>
                  <a:pt x="1411" y="318"/>
                  <a:pt x="1405" y="311"/>
                  <a:pt x="1404" y="318"/>
                </a:cubicBezTo>
                <a:cubicBezTo>
                  <a:pt x="1460" y="329"/>
                  <a:pt x="1466" y="329"/>
                  <a:pt x="1473" y="330"/>
                </a:cubicBezTo>
                <a:cubicBezTo>
                  <a:pt x="1513" y="345"/>
                  <a:pt x="1524" y="347"/>
                  <a:pt x="1533" y="354"/>
                </a:cubicBezTo>
                <a:cubicBezTo>
                  <a:pt x="1571" y="372"/>
                  <a:pt x="1574" y="372"/>
                  <a:pt x="1576" y="373"/>
                </a:cubicBezTo>
                <a:cubicBezTo>
                  <a:pt x="1626" y="404"/>
                  <a:pt x="1639" y="404"/>
                  <a:pt x="1645" y="414"/>
                </a:cubicBezTo>
                <a:cubicBezTo>
                  <a:pt x="1705" y="444"/>
                  <a:pt x="1706" y="446"/>
                  <a:pt x="1709" y="447"/>
                </a:cubicBezTo>
                <a:cubicBezTo>
                  <a:pt x="1733" y="461"/>
                  <a:pt x="1738" y="463"/>
                  <a:pt x="1745" y="462"/>
                </a:cubicBezTo>
                <a:cubicBezTo>
                  <a:pt x="1768" y="476"/>
                  <a:pt x="1770" y="478"/>
                  <a:pt x="1774" y="477"/>
                </a:cubicBezTo>
                <a:cubicBezTo>
                  <a:pt x="1806" y="494"/>
                  <a:pt x="1815" y="492"/>
                  <a:pt x="1819" y="495"/>
                </a:cubicBezTo>
                <a:cubicBezTo>
                  <a:pt x="1873" y="511"/>
                  <a:pt x="1884" y="506"/>
                  <a:pt x="1888" y="510"/>
                </a:cubicBezTo>
                <a:cubicBezTo>
                  <a:pt x="1869" y="516"/>
                  <a:pt x="1866" y="515"/>
                  <a:pt x="1863" y="514"/>
                </a:cubicBezTo>
                <a:cubicBezTo>
                  <a:pt x="1835" y="516"/>
                  <a:pt x="1831" y="512"/>
                  <a:pt x="1825" y="512"/>
                </a:cubicBezTo>
                <a:cubicBezTo>
                  <a:pt x="1781" y="495"/>
                  <a:pt x="1779" y="493"/>
                  <a:pt x="1775" y="495"/>
                </a:cubicBezTo>
                <a:cubicBezTo>
                  <a:pt x="1738" y="472"/>
                  <a:pt x="1730" y="475"/>
                  <a:pt x="1728" y="470"/>
                </a:cubicBezTo>
                <a:cubicBezTo>
                  <a:pt x="1705" y="458"/>
                  <a:pt x="1703" y="456"/>
                  <a:pt x="1700" y="457"/>
                </a:cubicBezTo>
                <a:cubicBezTo>
                  <a:pt x="1653" y="427"/>
                  <a:pt x="1642" y="426"/>
                  <a:pt x="1637" y="415"/>
                </a:cubicBezTo>
                <a:cubicBezTo>
                  <a:pt x="1618" y="408"/>
                  <a:pt x="1613" y="406"/>
                  <a:pt x="1608" y="405"/>
                </a:cubicBezTo>
                <a:cubicBezTo>
                  <a:pt x="1580" y="386"/>
                  <a:pt x="1573" y="389"/>
                  <a:pt x="1571" y="383"/>
                </a:cubicBezTo>
                <a:cubicBezTo>
                  <a:pt x="1546" y="373"/>
                  <a:pt x="1538" y="367"/>
                  <a:pt x="1528" y="364"/>
                </a:cubicBezTo>
                <a:cubicBezTo>
                  <a:pt x="1452" y="335"/>
                  <a:pt x="1444" y="337"/>
                  <a:pt x="1440" y="333"/>
                </a:cubicBezTo>
                <a:cubicBezTo>
                  <a:pt x="1412" y="329"/>
                  <a:pt x="1409" y="326"/>
                  <a:pt x="1409" y="330"/>
                </a:cubicBezTo>
                <a:cubicBezTo>
                  <a:pt x="1478" y="351"/>
                  <a:pt x="1489" y="352"/>
                  <a:pt x="1497" y="356"/>
                </a:cubicBezTo>
                <a:cubicBezTo>
                  <a:pt x="1540" y="378"/>
                  <a:pt x="1541" y="380"/>
                  <a:pt x="1546" y="379"/>
                </a:cubicBezTo>
                <a:cubicBezTo>
                  <a:pt x="1569" y="394"/>
                  <a:pt x="1574" y="397"/>
                  <a:pt x="1580" y="397"/>
                </a:cubicBezTo>
                <a:cubicBezTo>
                  <a:pt x="1624" y="422"/>
                  <a:pt x="1629" y="423"/>
                  <a:pt x="1634" y="425"/>
                </a:cubicBezTo>
                <a:cubicBezTo>
                  <a:pt x="1646" y="437"/>
                  <a:pt x="1652" y="436"/>
                  <a:pt x="1655" y="441"/>
                </a:cubicBezTo>
                <a:cubicBezTo>
                  <a:pt x="1683" y="456"/>
                  <a:pt x="1689" y="454"/>
                  <a:pt x="1689" y="461"/>
                </a:cubicBezTo>
                <a:cubicBezTo>
                  <a:pt x="1731" y="481"/>
                  <a:pt x="1736" y="482"/>
                  <a:pt x="1738" y="486"/>
                </a:cubicBezTo>
                <a:cubicBezTo>
                  <a:pt x="1766" y="502"/>
                  <a:pt x="1774" y="499"/>
                  <a:pt x="1776" y="503"/>
                </a:cubicBezTo>
                <a:cubicBezTo>
                  <a:pt x="1808" y="514"/>
                  <a:pt x="1813" y="515"/>
                  <a:pt x="1817" y="518"/>
                </a:cubicBezTo>
                <a:cubicBezTo>
                  <a:pt x="1835" y="524"/>
                  <a:pt x="1840" y="524"/>
                  <a:pt x="1843" y="527"/>
                </a:cubicBezTo>
                <a:cubicBezTo>
                  <a:pt x="1844" y="539"/>
                  <a:pt x="1833" y="532"/>
                  <a:pt x="1822" y="537"/>
                </a:cubicBezTo>
                <a:cubicBezTo>
                  <a:pt x="1763" y="519"/>
                  <a:pt x="1760" y="515"/>
                  <a:pt x="1756" y="513"/>
                </a:cubicBezTo>
                <a:cubicBezTo>
                  <a:pt x="1726" y="503"/>
                  <a:pt x="1719" y="500"/>
                  <a:pt x="1713" y="495"/>
                </a:cubicBezTo>
                <a:cubicBezTo>
                  <a:pt x="1680" y="476"/>
                  <a:pt x="1674" y="477"/>
                  <a:pt x="1671" y="473"/>
                </a:cubicBezTo>
                <a:cubicBezTo>
                  <a:pt x="1645" y="461"/>
                  <a:pt x="1644" y="455"/>
                  <a:pt x="1637" y="455"/>
                </a:cubicBezTo>
                <a:cubicBezTo>
                  <a:pt x="1601" y="434"/>
                  <a:pt x="1598" y="425"/>
                  <a:pt x="1590" y="426"/>
                </a:cubicBezTo>
                <a:cubicBezTo>
                  <a:pt x="1571" y="413"/>
                  <a:pt x="1568" y="411"/>
                  <a:pt x="1565" y="411"/>
                </a:cubicBezTo>
                <a:cubicBezTo>
                  <a:pt x="1547" y="395"/>
                  <a:pt x="1543" y="395"/>
                  <a:pt x="1540" y="393"/>
                </a:cubicBezTo>
                <a:cubicBezTo>
                  <a:pt x="1478" y="362"/>
                  <a:pt x="1474" y="356"/>
                  <a:pt x="1464" y="358"/>
                </a:cubicBezTo>
                <a:cubicBezTo>
                  <a:pt x="1433" y="346"/>
                  <a:pt x="1429" y="345"/>
                  <a:pt x="1426" y="343"/>
                </a:cubicBezTo>
                <a:cubicBezTo>
                  <a:pt x="1374" y="333"/>
                  <a:pt x="1366" y="332"/>
                  <a:pt x="1360" y="330"/>
                </a:cubicBezTo>
                <a:cubicBezTo>
                  <a:pt x="1329" y="331"/>
                  <a:pt x="1332" y="335"/>
                  <a:pt x="1340" y="331"/>
                </a:cubicBezTo>
                <a:cubicBezTo>
                  <a:pt x="1379" y="339"/>
                  <a:pt x="1390" y="339"/>
                  <a:pt x="1398" y="343"/>
                </a:cubicBezTo>
                <a:cubicBezTo>
                  <a:pt x="1435" y="353"/>
                  <a:pt x="1445" y="354"/>
                  <a:pt x="1452" y="360"/>
                </a:cubicBezTo>
                <a:cubicBezTo>
                  <a:pt x="1485" y="377"/>
                  <a:pt x="1496" y="378"/>
                  <a:pt x="1502" y="384"/>
                </a:cubicBezTo>
                <a:cubicBezTo>
                  <a:pt x="1541" y="399"/>
                  <a:pt x="1542" y="408"/>
                  <a:pt x="1549" y="409"/>
                </a:cubicBezTo>
                <a:cubicBezTo>
                  <a:pt x="1571" y="418"/>
                  <a:pt x="1568" y="428"/>
                  <a:pt x="1574" y="424"/>
                </a:cubicBezTo>
                <a:cubicBezTo>
                  <a:pt x="1592" y="440"/>
                  <a:pt x="1600" y="435"/>
                  <a:pt x="1599" y="442"/>
                </a:cubicBezTo>
                <a:cubicBezTo>
                  <a:pt x="1641" y="464"/>
                  <a:pt x="1644" y="471"/>
                  <a:pt x="1651" y="473"/>
                </a:cubicBezTo>
                <a:cubicBezTo>
                  <a:pt x="1673" y="488"/>
                  <a:pt x="1680" y="489"/>
                  <a:pt x="1686" y="493"/>
                </a:cubicBezTo>
                <a:cubicBezTo>
                  <a:pt x="1729" y="513"/>
                  <a:pt x="1736" y="515"/>
                  <a:pt x="1742" y="518"/>
                </a:cubicBezTo>
                <a:cubicBezTo>
                  <a:pt x="1788" y="534"/>
                  <a:pt x="1792" y="539"/>
                  <a:pt x="1801" y="539"/>
                </a:cubicBezTo>
                <a:cubicBezTo>
                  <a:pt x="1790" y="544"/>
                  <a:pt x="1783" y="547"/>
                  <a:pt x="1780" y="545"/>
                </a:cubicBezTo>
                <a:cubicBezTo>
                  <a:pt x="1738" y="528"/>
                  <a:pt x="1721" y="530"/>
                  <a:pt x="1713" y="519"/>
                </a:cubicBezTo>
                <a:cubicBezTo>
                  <a:pt x="1690" y="508"/>
                  <a:pt x="1683" y="507"/>
                  <a:pt x="1679" y="501"/>
                </a:cubicBezTo>
                <a:cubicBezTo>
                  <a:pt x="1636" y="472"/>
                  <a:pt x="1632" y="471"/>
                  <a:pt x="1629" y="470"/>
                </a:cubicBezTo>
                <a:cubicBezTo>
                  <a:pt x="1606" y="458"/>
                  <a:pt x="1604" y="451"/>
                  <a:pt x="1597" y="451"/>
                </a:cubicBezTo>
                <a:cubicBezTo>
                  <a:pt x="1563" y="430"/>
                  <a:pt x="1559" y="427"/>
                  <a:pt x="1554" y="424"/>
                </a:cubicBezTo>
                <a:cubicBezTo>
                  <a:pt x="1519" y="405"/>
                  <a:pt x="1516" y="400"/>
                  <a:pt x="1511" y="396"/>
                </a:cubicBezTo>
                <a:cubicBezTo>
                  <a:pt x="1476" y="378"/>
                  <a:pt x="1467" y="380"/>
                  <a:pt x="1465" y="373"/>
                </a:cubicBezTo>
                <a:cubicBezTo>
                  <a:pt x="1426" y="360"/>
                  <a:pt x="1420" y="358"/>
                  <a:pt x="1415" y="356"/>
                </a:cubicBezTo>
                <a:cubicBezTo>
                  <a:pt x="1375" y="348"/>
                  <a:pt x="1375" y="343"/>
                  <a:pt x="1369" y="346"/>
                </a:cubicBezTo>
                <a:cubicBezTo>
                  <a:pt x="1382" y="355"/>
                  <a:pt x="1389" y="351"/>
                  <a:pt x="1391" y="353"/>
                </a:cubicBezTo>
                <a:cubicBezTo>
                  <a:pt x="1446" y="377"/>
                  <a:pt x="1459" y="379"/>
                  <a:pt x="1470" y="386"/>
                </a:cubicBezTo>
                <a:cubicBezTo>
                  <a:pt x="1508" y="408"/>
                  <a:pt x="1515" y="409"/>
                  <a:pt x="1521" y="412"/>
                </a:cubicBezTo>
                <a:cubicBezTo>
                  <a:pt x="1575" y="451"/>
                  <a:pt x="1583" y="451"/>
                  <a:pt x="1588" y="455"/>
                </a:cubicBezTo>
                <a:cubicBezTo>
                  <a:pt x="1615" y="475"/>
                  <a:pt x="1622" y="471"/>
                  <a:pt x="1621" y="478"/>
                </a:cubicBezTo>
                <a:cubicBezTo>
                  <a:pt x="1649" y="495"/>
                  <a:pt x="1651" y="497"/>
                  <a:pt x="1654" y="499"/>
                </a:cubicBezTo>
                <a:cubicBezTo>
                  <a:pt x="1711" y="527"/>
                  <a:pt x="1711" y="533"/>
                  <a:pt x="1715" y="532"/>
                </a:cubicBezTo>
                <a:cubicBezTo>
                  <a:pt x="1752" y="544"/>
                  <a:pt x="1758" y="548"/>
                  <a:pt x="1765" y="550"/>
                </a:cubicBezTo>
                <a:cubicBezTo>
                  <a:pt x="1779" y="556"/>
                  <a:pt x="1783" y="556"/>
                  <a:pt x="1780" y="558"/>
                </a:cubicBezTo>
                <a:cubicBezTo>
                  <a:pt x="1702" y="547"/>
                  <a:pt x="1695" y="539"/>
                  <a:pt x="1685" y="535"/>
                </a:cubicBezTo>
                <a:cubicBezTo>
                  <a:pt x="1649" y="518"/>
                  <a:pt x="1646" y="517"/>
                  <a:pt x="1644" y="516"/>
                </a:cubicBezTo>
                <a:cubicBezTo>
                  <a:pt x="1614" y="502"/>
                  <a:pt x="1615" y="498"/>
                  <a:pt x="1614" y="497"/>
                </a:cubicBezTo>
                <a:cubicBezTo>
                  <a:pt x="1595" y="486"/>
                  <a:pt x="1585" y="484"/>
                  <a:pt x="1579" y="475"/>
                </a:cubicBezTo>
                <a:cubicBezTo>
                  <a:pt x="1537" y="447"/>
                  <a:pt x="1533" y="443"/>
                  <a:pt x="1528" y="442"/>
                </a:cubicBezTo>
                <a:cubicBezTo>
                  <a:pt x="1493" y="420"/>
                  <a:pt x="1484" y="415"/>
                  <a:pt x="1476" y="409"/>
                </a:cubicBezTo>
                <a:cubicBezTo>
                  <a:pt x="1431" y="388"/>
                  <a:pt x="1429" y="386"/>
                  <a:pt x="1425" y="387"/>
                </a:cubicBezTo>
                <a:cubicBezTo>
                  <a:pt x="1403" y="379"/>
                  <a:pt x="1396" y="375"/>
                  <a:pt x="1388" y="374"/>
                </a:cubicBezTo>
                <a:cubicBezTo>
                  <a:pt x="1367" y="367"/>
                  <a:pt x="1362" y="365"/>
                  <a:pt x="1355" y="366"/>
                </a:cubicBezTo>
                <a:cubicBezTo>
                  <a:pt x="1318" y="360"/>
                  <a:pt x="1310" y="352"/>
                  <a:pt x="1307" y="360"/>
                </a:cubicBezTo>
                <a:cubicBezTo>
                  <a:pt x="1345" y="366"/>
                  <a:pt x="1349" y="367"/>
                  <a:pt x="1351" y="369"/>
                </a:cubicBezTo>
                <a:cubicBezTo>
                  <a:pt x="1386" y="379"/>
                  <a:pt x="1390" y="380"/>
                  <a:pt x="1393" y="382"/>
                </a:cubicBezTo>
                <a:cubicBezTo>
                  <a:pt x="1423" y="399"/>
                  <a:pt x="1432" y="393"/>
                  <a:pt x="1434" y="397"/>
                </a:cubicBezTo>
                <a:cubicBezTo>
                  <a:pt x="1454" y="412"/>
                  <a:pt x="1462" y="407"/>
                  <a:pt x="1461" y="414"/>
                </a:cubicBezTo>
                <a:cubicBezTo>
                  <a:pt x="1510" y="441"/>
                  <a:pt x="1512" y="443"/>
                  <a:pt x="1515" y="444"/>
                </a:cubicBezTo>
                <a:cubicBezTo>
                  <a:pt x="1543" y="466"/>
                  <a:pt x="1550" y="462"/>
                  <a:pt x="1551" y="466"/>
                </a:cubicBezTo>
                <a:cubicBezTo>
                  <a:pt x="1571" y="481"/>
                  <a:pt x="1572" y="486"/>
                  <a:pt x="1576" y="486"/>
                </a:cubicBezTo>
                <a:cubicBezTo>
                  <a:pt x="1608" y="503"/>
                  <a:pt x="1609" y="508"/>
                  <a:pt x="1612" y="511"/>
                </a:cubicBezTo>
                <a:cubicBezTo>
                  <a:pt x="1647" y="524"/>
                  <a:pt x="1647" y="530"/>
                  <a:pt x="1651" y="532"/>
                </a:cubicBezTo>
                <a:cubicBezTo>
                  <a:pt x="1681" y="539"/>
                  <a:pt x="1682" y="546"/>
                  <a:pt x="1687" y="546"/>
                </a:cubicBezTo>
                <a:cubicBezTo>
                  <a:pt x="1722" y="557"/>
                  <a:pt x="1728" y="560"/>
                  <a:pt x="1734" y="562"/>
                </a:cubicBezTo>
                <a:cubicBezTo>
                  <a:pt x="1758" y="569"/>
                  <a:pt x="1752" y="572"/>
                  <a:pt x="1738" y="570"/>
                </a:cubicBezTo>
                <a:cubicBezTo>
                  <a:pt x="1665" y="552"/>
                  <a:pt x="1658" y="553"/>
                  <a:pt x="1652" y="552"/>
                </a:cubicBezTo>
                <a:cubicBezTo>
                  <a:pt x="1612" y="537"/>
                  <a:pt x="1614" y="527"/>
                  <a:pt x="1607" y="532"/>
                </a:cubicBezTo>
                <a:cubicBezTo>
                  <a:pt x="1584" y="521"/>
                  <a:pt x="1582" y="517"/>
                  <a:pt x="1579" y="514"/>
                </a:cubicBezTo>
                <a:cubicBezTo>
                  <a:pt x="1550" y="497"/>
                  <a:pt x="1547" y="498"/>
                  <a:pt x="1547" y="496"/>
                </a:cubicBezTo>
                <a:cubicBezTo>
                  <a:pt x="1532" y="482"/>
                  <a:pt x="1524" y="487"/>
                  <a:pt x="1524" y="480"/>
                </a:cubicBezTo>
                <a:cubicBezTo>
                  <a:pt x="1499" y="464"/>
                  <a:pt x="1491" y="463"/>
                  <a:pt x="1485" y="458"/>
                </a:cubicBezTo>
                <a:cubicBezTo>
                  <a:pt x="1459" y="445"/>
                  <a:pt x="1453" y="441"/>
                  <a:pt x="1446" y="439"/>
                </a:cubicBezTo>
                <a:cubicBezTo>
                  <a:pt x="1415" y="420"/>
                  <a:pt x="1408" y="423"/>
                  <a:pt x="1407" y="419"/>
                </a:cubicBezTo>
                <a:cubicBezTo>
                  <a:pt x="1383" y="409"/>
                  <a:pt x="1378" y="410"/>
                  <a:pt x="1374" y="410"/>
                </a:cubicBezTo>
                <a:cubicBezTo>
                  <a:pt x="1351" y="399"/>
                  <a:pt x="1343" y="404"/>
                  <a:pt x="1341" y="400"/>
                </a:cubicBezTo>
                <a:cubicBezTo>
                  <a:pt x="1337" y="401"/>
                  <a:pt x="1353" y="409"/>
                  <a:pt x="1372" y="412"/>
                </a:cubicBezTo>
                <a:cubicBezTo>
                  <a:pt x="1399" y="423"/>
                  <a:pt x="1401" y="424"/>
                  <a:pt x="1403" y="424"/>
                </a:cubicBezTo>
                <a:cubicBezTo>
                  <a:pt x="1429" y="440"/>
                  <a:pt x="1438" y="443"/>
                  <a:pt x="1447" y="445"/>
                </a:cubicBezTo>
                <a:cubicBezTo>
                  <a:pt x="1518" y="491"/>
                  <a:pt x="1524" y="489"/>
                  <a:pt x="1526" y="493"/>
                </a:cubicBezTo>
                <a:cubicBezTo>
                  <a:pt x="1550" y="509"/>
                  <a:pt x="1552" y="509"/>
                  <a:pt x="1554" y="510"/>
                </a:cubicBezTo>
                <a:cubicBezTo>
                  <a:pt x="1616" y="544"/>
                  <a:pt x="1623" y="549"/>
                  <a:pt x="1632" y="551"/>
                </a:cubicBezTo>
                <a:cubicBezTo>
                  <a:pt x="1674" y="567"/>
                  <a:pt x="1679" y="568"/>
                  <a:pt x="1682" y="571"/>
                </a:cubicBezTo>
                <a:cubicBezTo>
                  <a:pt x="1723" y="576"/>
                  <a:pt x="1729" y="583"/>
                  <a:pt x="1742" y="580"/>
                </a:cubicBezTo>
                <a:cubicBezTo>
                  <a:pt x="1759" y="590"/>
                  <a:pt x="1755" y="592"/>
                  <a:pt x="1754" y="589"/>
                </a:cubicBezTo>
                <a:cubicBezTo>
                  <a:pt x="1713" y="591"/>
                  <a:pt x="1708" y="586"/>
                  <a:pt x="1698" y="586"/>
                </a:cubicBezTo>
                <a:cubicBezTo>
                  <a:pt x="1654" y="574"/>
                  <a:pt x="1647" y="578"/>
                  <a:pt x="1646" y="576"/>
                </a:cubicBezTo>
                <a:cubicBezTo>
                  <a:pt x="1591" y="557"/>
                  <a:pt x="1586" y="553"/>
                  <a:pt x="1577" y="555"/>
                </a:cubicBezTo>
                <a:cubicBezTo>
                  <a:pt x="1551" y="536"/>
                  <a:pt x="1541" y="545"/>
                  <a:pt x="1543" y="536"/>
                </a:cubicBezTo>
                <a:cubicBezTo>
                  <a:pt x="1513" y="523"/>
                  <a:pt x="1510" y="521"/>
                  <a:pt x="1507" y="521"/>
                </a:cubicBezTo>
                <a:cubicBezTo>
                  <a:pt x="1477" y="507"/>
                  <a:pt x="1473" y="506"/>
                  <a:pt x="1472" y="500"/>
                </a:cubicBezTo>
                <a:cubicBezTo>
                  <a:pt x="1408" y="467"/>
                  <a:pt x="1397" y="459"/>
                  <a:pt x="1384" y="454"/>
                </a:cubicBezTo>
                <a:cubicBezTo>
                  <a:pt x="1343" y="434"/>
                  <a:pt x="1341" y="426"/>
                  <a:pt x="1333" y="426"/>
                </a:cubicBezTo>
                <a:cubicBezTo>
                  <a:pt x="1289" y="410"/>
                  <a:pt x="1284" y="405"/>
                  <a:pt x="1276" y="405"/>
                </a:cubicBezTo>
                <a:cubicBezTo>
                  <a:pt x="1253" y="397"/>
                  <a:pt x="1247" y="401"/>
                  <a:pt x="1246" y="397"/>
                </a:cubicBezTo>
                <a:cubicBezTo>
                  <a:pt x="1257" y="404"/>
                  <a:pt x="1261" y="408"/>
                  <a:pt x="1269" y="406"/>
                </a:cubicBezTo>
                <a:cubicBezTo>
                  <a:pt x="1312" y="423"/>
                  <a:pt x="1323" y="427"/>
                  <a:pt x="1332" y="433"/>
                </a:cubicBezTo>
                <a:cubicBezTo>
                  <a:pt x="1373" y="452"/>
                  <a:pt x="1380" y="461"/>
                  <a:pt x="1391" y="464"/>
                </a:cubicBezTo>
                <a:cubicBezTo>
                  <a:pt x="1429" y="487"/>
                  <a:pt x="1438" y="493"/>
                  <a:pt x="1448" y="498"/>
                </a:cubicBezTo>
                <a:cubicBezTo>
                  <a:pt x="1495" y="522"/>
                  <a:pt x="1497" y="523"/>
                  <a:pt x="1497" y="527"/>
                </a:cubicBezTo>
                <a:cubicBezTo>
                  <a:pt x="1546" y="551"/>
                  <a:pt x="1559" y="551"/>
                  <a:pt x="1567" y="559"/>
                </a:cubicBezTo>
                <a:cubicBezTo>
                  <a:pt x="1622" y="576"/>
                  <a:pt x="1626" y="580"/>
                  <a:pt x="1631" y="583"/>
                </a:cubicBezTo>
                <a:cubicBezTo>
                  <a:pt x="1662" y="587"/>
                  <a:pt x="1662" y="592"/>
                  <a:pt x="1668" y="589"/>
                </a:cubicBezTo>
                <a:cubicBezTo>
                  <a:pt x="1709" y="600"/>
                  <a:pt x="1718" y="597"/>
                  <a:pt x="1723" y="599"/>
                </a:cubicBezTo>
                <a:cubicBezTo>
                  <a:pt x="1724" y="608"/>
                  <a:pt x="1723" y="608"/>
                  <a:pt x="1722" y="606"/>
                </a:cubicBezTo>
                <a:cubicBezTo>
                  <a:pt x="1682" y="603"/>
                  <a:pt x="1670" y="604"/>
                  <a:pt x="1660" y="604"/>
                </a:cubicBezTo>
                <a:cubicBezTo>
                  <a:pt x="1606" y="587"/>
                  <a:pt x="1598" y="585"/>
                  <a:pt x="1591" y="581"/>
                </a:cubicBezTo>
                <a:cubicBezTo>
                  <a:pt x="1518" y="552"/>
                  <a:pt x="1512" y="547"/>
                  <a:pt x="1505" y="543"/>
                </a:cubicBezTo>
                <a:cubicBezTo>
                  <a:pt x="1461" y="517"/>
                  <a:pt x="1453" y="512"/>
                  <a:pt x="1445" y="508"/>
                </a:cubicBezTo>
                <a:cubicBezTo>
                  <a:pt x="1416" y="493"/>
                  <a:pt x="1413" y="488"/>
                  <a:pt x="1410" y="485"/>
                </a:cubicBezTo>
                <a:cubicBezTo>
                  <a:pt x="1380" y="471"/>
                  <a:pt x="1374" y="471"/>
                  <a:pt x="1371" y="466"/>
                </a:cubicBezTo>
                <a:cubicBezTo>
                  <a:pt x="1302" y="432"/>
                  <a:pt x="1301" y="425"/>
                  <a:pt x="1293" y="429"/>
                </a:cubicBezTo>
                <a:cubicBezTo>
                  <a:pt x="1283" y="430"/>
                  <a:pt x="1290" y="428"/>
                  <a:pt x="1294" y="433"/>
                </a:cubicBezTo>
                <a:cubicBezTo>
                  <a:pt x="1362" y="468"/>
                  <a:pt x="1370" y="477"/>
                  <a:pt x="1382" y="479"/>
                </a:cubicBezTo>
                <a:cubicBezTo>
                  <a:pt x="1400" y="491"/>
                  <a:pt x="1406" y="491"/>
                  <a:pt x="1410" y="496"/>
                </a:cubicBezTo>
                <a:cubicBezTo>
                  <a:pt x="1443" y="513"/>
                  <a:pt x="1445" y="520"/>
                  <a:pt x="1452" y="520"/>
                </a:cubicBezTo>
                <a:cubicBezTo>
                  <a:pt x="1488" y="537"/>
                  <a:pt x="1488" y="547"/>
                  <a:pt x="1496" y="545"/>
                </a:cubicBezTo>
                <a:cubicBezTo>
                  <a:pt x="1533" y="569"/>
                  <a:pt x="1543" y="571"/>
                  <a:pt x="1548" y="578"/>
                </a:cubicBezTo>
                <a:cubicBezTo>
                  <a:pt x="1580" y="584"/>
                  <a:pt x="1582" y="594"/>
                  <a:pt x="1593" y="592"/>
                </a:cubicBezTo>
                <a:cubicBezTo>
                  <a:pt x="1620" y="603"/>
                  <a:pt x="1621" y="605"/>
                  <a:pt x="1624" y="604"/>
                </a:cubicBezTo>
                <a:cubicBezTo>
                  <a:pt x="1657" y="614"/>
                  <a:pt x="1662" y="613"/>
                  <a:pt x="1667" y="611"/>
                </a:cubicBezTo>
                <a:cubicBezTo>
                  <a:pt x="1692" y="626"/>
                  <a:pt x="1685" y="617"/>
                  <a:pt x="1681" y="622"/>
                </a:cubicBezTo>
                <a:cubicBezTo>
                  <a:pt x="1593" y="615"/>
                  <a:pt x="1584" y="614"/>
                  <a:pt x="1575" y="613"/>
                </a:cubicBezTo>
                <a:cubicBezTo>
                  <a:pt x="1546" y="601"/>
                  <a:pt x="1538" y="605"/>
                  <a:pt x="1535" y="602"/>
                </a:cubicBezTo>
                <a:cubicBezTo>
                  <a:pt x="1505" y="591"/>
                  <a:pt x="1501" y="590"/>
                  <a:pt x="1497" y="587"/>
                </a:cubicBezTo>
                <a:cubicBezTo>
                  <a:pt x="1464" y="574"/>
                  <a:pt x="1462" y="573"/>
                  <a:pt x="1461" y="571"/>
                </a:cubicBezTo>
                <a:cubicBezTo>
                  <a:pt x="1444" y="564"/>
                  <a:pt x="1441" y="561"/>
                  <a:pt x="1437" y="560"/>
                </a:cubicBezTo>
                <a:cubicBezTo>
                  <a:pt x="1396" y="533"/>
                  <a:pt x="1390" y="529"/>
                  <a:pt x="1384" y="523"/>
                </a:cubicBezTo>
                <a:cubicBezTo>
                  <a:pt x="1348" y="497"/>
                  <a:pt x="1334" y="487"/>
                  <a:pt x="1322" y="474"/>
                </a:cubicBezTo>
                <a:cubicBezTo>
                  <a:pt x="1288" y="447"/>
                  <a:pt x="1282" y="448"/>
                  <a:pt x="1280" y="442"/>
                </a:cubicBezTo>
                <a:cubicBezTo>
                  <a:pt x="1254" y="427"/>
                  <a:pt x="1251" y="424"/>
                  <a:pt x="1246" y="424"/>
                </a:cubicBezTo>
                <a:cubicBezTo>
                  <a:pt x="1239" y="423"/>
                  <a:pt x="1244" y="426"/>
                  <a:pt x="1247" y="430"/>
                </a:cubicBezTo>
                <a:cubicBezTo>
                  <a:pt x="1267" y="440"/>
                  <a:pt x="1271" y="443"/>
                  <a:pt x="1275" y="447"/>
                </a:cubicBezTo>
                <a:cubicBezTo>
                  <a:pt x="1323" y="484"/>
                  <a:pt x="1331" y="493"/>
                  <a:pt x="1339" y="500"/>
                </a:cubicBezTo>
                <a:cubicBezTo>
                  <a:pt x="1401" y="544"/>
                  <a:pt x="1408" y="552"/>
                  <a:pt x="1418" y="557"/>
                </a:cubicBezTo>
                <a:cubicBezTo>
                  <a:pt x="1436" y="571"/>
                  <a:pt x="1444" y="569"/>
                  <a:pt x="1446" y="576"/>
                </a:cubicBezTo>
                <a:cubicBezTo>
                  <a:pt x="1503" y="601"/>
                  <a:pt x="1515" y="599"/>
                  <a:pt x="1520" y="607"/>
                </a:cubicBezTo>
                <a:cubicBezTo>
                  <a:pt x="1568" y="619"/>
                  <a:pt x="1585" y="625"/>
                  <a:pt x="1606" y="627"/>
                </a:cubicBezTo>
                <a:cubicBezTo>
                  <a:pt x="1641" y="631"/>
                  <a:pt x="1645" y="634"/>
                  <a:pt x="1651" y="632"/>
                </a:cubicBezTo>
                <a:cubicBezTo>
                  <a:pt x="1618" y="637"/>
                  <a:pt x="1616" y="637"/>
                  <a:pt x="1608" y="636"/>
                </a:cubicBezTo>
                <a:cubicBezTo>
                  <a:pt x="1567" y="628"/>
                  <a:pt x="1562" y="625"/>
                  <a:pt x="1555" y="625"/>
                </a:cubicBezTo>
                <a:cubicBezTo>
                  <a:pt x="1534" y="620"/>
                  <a:pt x="1531" y="619"/>
                  <a:pt x="1529" y="616"/>
                </a:cubicBezTo>
                <a:cubicBezTo>
                  <a:pt x="1499" y="609"/>
                  <a:pt x="1498" y="606"/>
                  <a:pt x="1496" y="605"/>
                </a:cubicBezTo>
                <a:cubicBezTo>
                  <a:pt x="1453" y="583"/>
                  <a:pt x="1451" y="582"/>
                  <a:pt x="1447" y="582"/>
                </a:cubicBezTo>
                <a:cubicBezTo>
                  <a:pt x="1415" y="563"/>
                  <a:pt x="1404" y="558"/>
                  <a:pt x="1393" y="552"/>
                </a:cubicBezTo>
                <a:cubicBezTo>
                  <a:pt x="1381" y="541"/>
                  <a:pt x="1375" y="541"/>
                  <a:pt x="1373" y="536"/>
                </a:cubicBezTo>
                <a:cubicBezTo>
                  <a:pt x="1299" y="486"/>
                  <a:pt x="1294" y="478"/>
                  <a:pt x="1286" y="474"/>
                </a:cubicBezTo>
                <a:cubicBezTo>
                  <a:pt x="1274" y="462"/>
                  <a:pt x="1268" y="463"/>
                  <a:pt x="1265" y="458"/>
                </a:cubicBezTo>
                <a:cubicBezTo>
                  <a:pt x="1227" y="434"/>
                  <a:pt x="1225" y="430"/>
                  <a:pt x="1218" y="431"/>
                </a:cubicBezTo>
                <a:cubicBezTo>
                  <a:pt x="1245" y="452"/>
                  <a:pt x="1249" y="454"/>
                  <a:pt x="1254" y="456"/>
                </a:cubicBezTo>
                <a:cubicBezTo>
                  <a:pt x="1273" y="470"/>
                  <a:pt x="1275" y="472"/>
                  <a:pt x="1277" y="474"/>
                </a:cubicBezTo>
                <a:cubicBezTo>
                  <a:pt x="1295" y="490"/>
                  <a:pt x="1297" y="491"/>
                  <a:pt x="1300" y="492"/>
                </a:cubicBezTo>
                <a:cubicBezTo>
                  <a:pt x="1374" y="550"/>
                  <a:pt x="1391" y="560"/>
                  <a:pt x="1408" y="572"/>
                </a:cubicBezTo>
                <a:cubicBezTo>
                  <a:pt x="1492" y="612"/>
                  <a:pt x="1496" y="615"/>
                  <a:pt x="1500" y="617"/>
                </a:cubicBezTo>
                <a:cubicBezTo>
                  <a:pt x="1529" y="631"/>
                  <a:pt x="1535" y="628"/>
                  <a:pt x="1536" y="631"/>
                </a:cubicBezTo>
                <a:cubicBezTo>
                  <a:pt x="1564" y="637"/>
                  <a:pt x="1570" y="637"/>
                  <a:pt x="1575" y="639"/>
                </a:cubicBezTo>
                <a:cubicBezTo>
                  <a:pt x="1630" y="648"/>
                  <a:pt x="1639" y="643"/>
                  <a:pt x="1641" y="649"/>
                </a:cubicBezTo>
                <a:cubicBezTo>
                  <a:pt x="1616" y="651"/>
                  <a:pt x="1609" y="655"/>
                  <a:pt x="1608" y="651"/>
                </a:cubicBezTo>
                <a:cubicBezTo>
                  <a:pt x="1511" y="636"/>
                  <a:pt x="1504" y="634"/>
                  <a:pt x="1496" y="633"/>
                </a:cubicBezTo>
                <a:cubicBezTo>
                  <a:pt x="1421" y="596"/>
                  <a:pt x="1414" y="600"/>
                  <a:pt x="1412" y="598"/>
                </a:cubicBezTo>
                <a:cubicBezTo>
                  <a:pt x="1378" y="578"/>
                  <a:pt x="1373" y="574"/>
                  <a:pt x="1368" y="570"/>
                </a:cubicBezTo>
                <a:cubicBezTo>
                  <a:pt x="1339" y="548"/>
                  <a:pt x="1329" y="538"/>
                  <a:pt x="1316" y="531"/>
                </a:cubicBezTo>
                <a:cubicBezTo>
                  <a:pt x="1280" y="494"/>
                  <a:pt x="1271" y="495"/>
                  <a:pt x="1268" y="486"/>
                </a:cubicBezTo>
                <a:cubicBezTo>
                  <a:pt x="1258" y="473"/>
                  <a:pt x="1254" y="485"/>
                  <a:pt x="1259" y="483"/>
                </a:cubicBezTo>
                <a:cubicBezTo>
                  <a:pt x="1281" y="508"/>
                  <a:pt x="1287" y="506"/>
                  <a:pt x="1286" y="512"/>
                </a:cubicBezTo>
                <a:cubicBezTo>
                  <a:pt x="1320" y="539"/>
                  <a:pt x="1329" y="550"/>
                  <a:pt x="1341" y="555"/>
                </a:cubicBezTo>
                <a:cubicBezTo>
                  <a:pt x="1379" y="584"/>
                  <a:pt x="1383" y="593"/>
                  <a:pt x="1394" y="592"/>
                </a:cubicBezTo>
                <a:cubicBezTo>
                  <a:pt x="1424" y="609"/>
                  <a:pt x="1430" y="615"/>
                  <a:pt x="1438" y="617"/>
                </a:cubicBezTo>
                <a:cubicBezTo>
                  <a:pt x="1466" y="632"/>
                  <a:pt x="1473" y="632"/>
                  <a:pt x="1478" y="632"/>
                </a:cubicBezTo>
                <a:cubicBezTo>
                  <a:pt x="1542" y="650"/>
                  <a:pt x="1551" y="659"/>
                  <a:pt x="1567" y="656"/>
                </a:cubicBezTo>
                <a:cubicBezTo>
                  <a:pt x="1589" y="662"/>
                  <a:pt x="1592" y="664"/>
                  <a:pt x="1595" y="664"/>
                </a:cubicBezTo>
                <a:cubicBezTo>
                  <a:pt x="1555" y="665"/>
                  <a:pt x="1549" y="669"/>
                  <a:pt x="1547" y="666"/>
                </a:cubicBezTo>
                <a:cubicBezTo>
                  <a:pt x="1487" y="658"/>
                  <a:pt x="1484" y="657"/>
                  <a:pt x="1481" y="656"/>
                </a:cubicBezTo>
                <a:cubicBezTo>
                  <a:pt x="1433" y="643"/>
                  <a:pt x="1421" y="636"/>
                  <a:pt x="1408" y="632"/>
                </a:cubicBezTo>
                <a:cubicBezTo>
                  <a:pt x="1354" y="601"/>
                  <a:pt x="1350" y="598"/>
                  <a:pt x="1346" y="596"/>
                </a:cubicBezTo>
                <a:cubicBezTo>
                  <a:pt x="1333" y="588"/>
                  <a:pt x="1334" y="584"/>
                  <a:pt x="1332" y="583"/>
                </a:cubicBezTo>
                <a:cubicBezTo>
                  <a:pt x="1306" y="568"/>
                  <a:pt x="1292" y="554"/>
                  <a:pt x="1274" y="545"/>
                </a:cubicBezTo>
                <a:cubicBezTo>
                  <a:pt x="1221" y="514"/>
                  <a:pt x="1213" y="518"/>
                  <a:pt x="1211" y="512"/>
                </a:cubicBezTo>
                <a:cubicBezTo>
                  <a:pt x="1178" y="504"/>
                  <a:pt x="1176" y="502"/>
                  <a:pt x="1172" y="504"/>
                </a:cubicBezTo>
                <a:cubicBezTo>
                  <a:pt x="1192" y="514"/>
                  <a:pt x="1200" y="513"/>
                  <a:pt x="1205" y="518"/>
                </a:cubicBezTo>
                <a:cubicBezTo>
                  <a:pt x="1278" y="558"/>
                  <a:pt x="1289" y="560"/>
                  <a:pt x="1294" y="570"/>
                </a:cubicBezTo>
                <a:cubicBezTo>
                  <a:pt x="1336" y="596"/>
                  <a:pt x="1337" y="599"/>
                  <a:pt x="1340" y="600"/>
                </a:cubicBezTo>
                <a:cubicBezTo>
                  <a:pt x="1380" y="627"/>
                  <a:pt x="1387" y="635"/>
                  <a:pt x="1399" y="635"/>
                </a:cubicBezTo>
                <a:cubicBezTo>
                  <a:pt x="1436" y="655"/>
                  <a:pt x="1447" y="659"/>
                  <a:pt x="1461" y="658"/>
                </a:cubicBezTo>
                <a:cubicBezTo>
                  <a:pt x="1487" y="664"/>
                  <a:pt x="1488" y="669"/>
                  <a:pt x="1492" y="670"/>
                </a:cubicBezTo>
                <a:cubicBezTo>
                  <a:pt x="1538" y="679"/>
                  <a:pt x="1550" y="675"/>
                  <a:pt x="1556" y="680"/>
                </a:cubicBezTo>
                <a:cubicBezTo>
                  <a:pt x="1519" y="683"/>
                  <a:pt x="1520" y="675"/>
                  <a:pt x="1513" y="677"/>
                </a:cubicBezTo>
                <a:cubicBezTo>
                  <a:pt x="1499" y="674"/>
                  <a:pt x="1492" y="677"/>
                  <a:pt x="1488" y="675"/>
                </a:cubicBezTo>
                <a:cubicBezTo>
                  <a:pt x="1432" y="662"/>
                  <a:pt x="1430" y="659"/>
                  <a:pt x="1428" y="659"/>
                </a:cubicBezTo>
                <a:cubicBezTo>
                  <a:pt x="1407" y="653"/>
                  <a:pt x="1398" y="651"/>
                  <a:pt x="1391" y="648"/>
                </a:cubicBezTo>
                <a:cubicBezTo>
                  <a:pt x="1354" y="632"/>
                  <a:pt x="1348" y="632"/>
                  <a:pt x="1345" y="630"/>
                </a:cubicBezTo>
                <a:cubicBezTo>
                  <a:pt x="1322" y="615"/>
                  <a:pt x="1316" y="617"/>
                  <a:pt x="1313" y="613"/>
                </a:cubicBezTo>
                <a:cubicBezTo>
                  <a:pt x="1279" y="594"/>
                  <a:pt x="1276" y="591"/>
                  <a:pt x="1271" y="590"/>
                </a:cubicBezTo>
                <a:cubicBezTo>
                  <a:pt x="1238" y="568"/>
                  <a:pt x="1232" y="570"/>
                  <a:pt x="1230" y="566"/>
                </a:cubicBezTo>
                <a:cubicBezTo>
                  <a:pt x="1190" y="554"/>
                  <a:pt x="1189" y="549"/>
                  <a:pt x="1182" y="550"/>
                </a:cubicBezTo>
                <a:cubicBezTo>
                  <a:pt x="1139" y="548"/>
                  <a:pt x="1134" y="547"/>
                  <a:pt x="1126" y="547"/>
                </a:cubicBezTo>
                <a:cubicBezTo>
                  <a:pt x="1156" y="555"/>
                  <a:pt x="1170" y="550"/>
                  <a:pt x="1177" y="556"/>
                </a:cubicBezTo>
                <a:cubicBezTo>
                  <a:pt x="1230" y="573"/>
                  <a:pt x="1232" y="576"/>
                  <a:pt x="1234" y="579"/>
                </a:cubicBezTo>
                <a:cubicBezTo>
                  <a:pt x="1286" y="604"/>
                  <a:pt x="1288" y="608"/>
                  <a:pt x="1291" y="611"/>
                </a:cubicBezTo>
                <a:cubicBezTo>
                  <a:pt x="1326" y="629"/>
                  <a:pt x="1333" y="632"/>
                  <a:pt x="1339" y="635"/>
                </a:cubicBezTo>
                <a:cubicBezTo>
                  <a:pt x="1354" y="643"/>
                  <a:pt x="1358" y="644"/>
                  <a:pt x="1355" y="646"/>
                </a:cubicBezTo>
                <a:cubicBezTo>
                  <a:pt x="1332" y="636"/>
                  <a:pt x="1330" y="635"/>
                  <a:pt x="1326" y="635"/>
                </a:cubicBezTo>
                <a:cubicBezTo>
                  <a:pt x="1294" y="620"/>
                  <a:pt x="1289" y="619"/>
                  <a:pt x="1283" y="619"/>
                </a:cubicBezTo>
                <a:cubicBezTo>
                  <a:pt x="1231" y="596"/>
                  <a:pt x="1222" y="592"/>
                  <a:pt x="1212" y="589"/>
                </a:cubicBezTo>
                <a:cubicBezTo>
                  <a:pt x="1134" y="577"/>
                  <a:pt x="1120" y="579"/>
                  <a:pt x="1108" y="579"/>
                </a:cubicBezTo>
                <a:cubicBezTo>
                  <a:pt x="1062" y="594"/>
                  <a:pt x="1067" y="589"/>
                  <a:pt x="1076" y="589"/>
                </a:cubicBezTo>
                <a:cubicBezTo>
                  <a:pt x="1157" y="587"/>
                  <a:pt x="1166" y="585"/>
                  <a:pt x="1173" y="585"/>
                </a:cubicBezTo>
                <a:cubicBezTo>
                  <a:pt x="1205" y="597"/>
                  <a:pt x="1212" y="594"/>
                  <a:pt x="1213" y="598"/>
                </a:cubicBezTo>
                <a:cubicBezTo>
                  <a:pt x="1245" y="611"/>
                  <a:pt x="1259" y="614"/>
                  <a:pt x="1270" y="621"/>
                </a:cubicBezTo>
                <a:cubicBezTo>
                  <a:pt x="1316" y="636"/>
                  <a:pt x="1321" y="639"/>
                  <a:pt x="1326" y="644"/>
                </a:cubicBezTo>
                <a:cubicBezTo>
                  <a:pt x="1370" y="662"/>
                  <a:pt x="1377" y="664"/>
                  <a:pt x="1383" y="667"/>
                </a:cubicBezTo>
                <a:cubicBezTo>
                  <a:pt x="1436" y="683"/>
                  <a:pt x="1437" y="688"/>
                  <a:pt x="1444" y="685"/>
                </a:cubicBezTo>
                <a:cubicBezTo>
                  <a:pt x="1504" y="697"/>
                  <a:pt x="1508" y="695"/>
                  <a:pt x="1512" y="695"/>
                </a:cubicBezTo>
                <a:cubicBezTo>
                  <a:pt x="1536" y="698"/>
                  <a:pt x="1543" y="693"/>
                  <a:pt x="1544" y="698"/>
                </a:cubicBezTo>
                <a:cubicBezTo>
                  <a:pt x="1486" y="702"/>
                  <a:pt x="1471" y="703"/>
                  <a:pt x="1456" y="703"/>
                </a:cubicBezTo>
                <a:cubicBezTo>
                  <a:pt x="1429" y="698"/>
                  <a:pt x="1423" y="696"/>
                  <a:pt x="1415" y="697"/>
                </a:cubicBezTo>
                <a:cubicBezTo>
                  <a:pt x="1353" y="677"/>
                  <a:pt x="1348" y="673"/>
                  <a:pt x="1340" y="675"/>
                </a:cubicBezTo>
                <a:cubicBezTo>
                  <a:pt x="1312" y="661"/>
                  <a:pt x="1304" y="658"/>
                  <a:pt x="1295" y="656"/>
                </a:cubicBezTo>
                <a:cubicBezTo>
                  <a:pt x="1258" y="637"/>
                  <a:pt x="1253" y="638"/>
                  <a:pt x="1247" y="638"/>
                </a:cubicBezTo>
                <a:cubicBezTo>
                  <a:pt x="1196" y="619"/>
                  <a:pt x="1187" y="623"/>
                  <a:pt x="1186" y="618"/>
                </a:cubicBezTo>
                <a:cubicBezTo>
                  <a:pt x="1157" y="610"/>
                  <a:pt x="1149" y="614"/>
                  <a:pt x="1147" y="610"/>
                </a:cubicBezTo>
                <a:cubicBezTo>
                  <a:pt x="1083" y="616"/>
                  <a:pt x="1084" y="621"/>
                  <a:pt x="1078" y="620"/>
                </a:cubicBezTo>
                <a:cubicBezTo>
                  <a:pt x="1150" y="620"/>
                  <a:pt x="1157" y="619"/>
                  <a:pt x="1160" y="623"/>
                </a:cubicBezTo>
                <a:cubicBezTo>
                  <a:pt x="1199" y="630"/>
                  <a:pt x="1204" y="632"/>
                  <a:pt x="1209" y="634"/>
                </a:cubicBezTo>
                <a:cubicBezTo>
                  <a:pt x="1228" y="642"/>
                  <a:pt x="1238" y="637"/>
                  <a:pt x="1239" y="644"/>
                </a:cubicBezTo>
                <a:cubicBezTo>
                  <a:pt x="1313" y="668"/>
                  <a:pt x="1320" y="677"/>
                  <a:pt x="1332" y="679"/>
                </a:cubicBezTo>
                <a:cubicBezTo>
                  <a:pt x="1381" y="698"/>
                  <a:pt x="1390" y="695"/>
                  <a:pt x="1393" y="701"/>
                </a:cubicBezTo>
                <a:cubicBezTo>
                  <a:pt x="1304" y="679"/>
                  <a:pt x="1301" y="674"/>
                  <a:pt x="1293" y="674"/>
                </a:cubicBezTo>
                <a:cubicBezTo>
                  <a:pt x="1253" y="666"/>
                  <a:pt x="1252" y="659"/>
                  <a:pt x="1244" y="661"/>
                </a:cubicBezTo>
                <a:cubicBezTo>
                  <a:pt x="1190" y="645"/>
                  <a:pt x="1182" y="646"/>
                  <a:pt x="1177" y="644"/>
                </a:cubicBezTo>
                <a:cubicBezTo>
                  <a:pt x="1102" y="645"/>
                  <a:pt x="1100" y="643"/>
                  <a:pt x="1084" y="646"/>
                </a:cubicBezTo>
                <a:cubicBezTo>
                  <a:pt x="1038" y="654"/>
                  <a:pt x="1027" y="657"/>
                  <a:pt x="1016" y="660"/>
                </a:cubicBezTo>
                <a:cubicBezTo>
                  <a:pt x="1009" y="671"/>
                  <a:pt x="1023" y="663"/>
                  <a:pt x="1040" y="658"/>
                </a:cubicBezTo>
                <a:cubicBezTo>
                  <a:pt x="1127" y="644"/>
                  <a:pt x="1133" y="653"/>
                  <a:pt x="1142" y="648"/>
                </a:cubicBezTo>
                <a:cubicBezTo>
                  <a:pt x="1168" y="650"/>
                  <a:pt x="1171" y="650"/>
                  <a:pt x="1174" y="652"/>
                </a:cubicBezTo>
                <a:cubicBezTo>
                  <a:pt x="1216" y="663"/>
                  <a:pt x="1230" y="664"/>
                  <a:pt x="1243" y="668"/>
                </a:cubicBezTo>
                <a:cubicBezTo>
                  <a:pt x="1286" y="682"/>
                  <a:pt x="1293" y="683"/>
                  <a:pt x="1300" y="684"/>
                </a:cubicBezTo>
                <a:cubicBezTo>
                  <a:pt x="1341" y="697"/>
                  <a:pt x="1345" y="698"/>
                  <a:pt x="1347" y="700"/>
                </a:cubicBezTo>
                <a:cubicBezTo>
                  <a:pt x="1407" y="712"/>
                  <a:pt x="1415" y="717"/>
                  <a:pt x="1425" y="717"/>
                </a:cubicBezTo>
                <a:cubicBezTo>
                  <a:pt x="1468" y="727"/>
                  <a:pt x="1479" y="717"/>
                  <a:pt x="1479" y="723"/>
                </a:cubicBezTo>
                <a:cubicBezTo>
                  <a:pt x="1425" y="732"/>
                  <a:pt x="1411" y="731"/>
                  <a:pt x="1397" y="731"/>
                </a:cubicBezTo>
                <a:cubicBezTo>
                  <a:pt x="1367" y="724"/>
                  <a:pt x="1361" y="728"/>
                  <a:pt x="1360" y="724"/>
                </a:cubicBezTo>
                <a:cubicBezTo>
                  <a:pt x="1304" y="710"/>
                  <a:pt x="1299" y="708"/>
                  <a:pt x="1293" y="708"/>
                </a:cubicBezTo>
                <a:cubicBezTo>
                  <a:pt x="1240" y="696"/>
                  <a:pt x="1239" y="689"/>
                  <a:pt x="1232" y="690"/>
                </a:cubicBezTo>
                <a:cubicBezTo>
                  <a:pt x="1148" y="668"/>
                  <a:pt x="1139" y="669"/>
                  <a:pt x="1132" y="666"/>
                </a:cubicBezTo>
                <a:cubicBezTo>
                  <a:pt x="1108" y="662"/>
                  <a:pt x="1101" y="667"/>
                  <a:pt x="1101" y="663"/>
                </a:cubicBezTo>
                <a:cubicBezTo>
                  <a:pt x="1074" y="662"/>
                  <a:pt x="1066" y="667"/>
                  <a:pt x="1065" y="662"/>
                </a:cubicBezTo>
                <a:cubicBezTo>
                  <a:pt x="1055" y="666"/>
                  <a:pt x="1086" y="668"/>
                  <a:pt x="1116" y="671"/>
                </a:cubicBezTo>
                <a:cubicBezTo>
                  <a:pt x="1206" y="690"/>
                  <a:pt x="1212" y="689"/>
                  <a:pt x="1215" y="693"/>
                </a:cubicBezTo>
                <a:cubicBezTo>
                  <a:pt x="1240" y="698"/>
                  <a:pt x="1245" y="703"/>
                  <a:pt x="1254" y="704"/>
                </a:cubicBezTo>
                <a:cubicBezTo>
                  <a:pt x="1310" y="722"/>
                  <a:pt x="1318" y="725"/>
                  <a:pt x="1325" y="729"/>
                </a:cubicBezTo>
                <a:cubicBezTo>
                  <a:pt x="1364" y="740"/>
                  <a:pt x="1374" y="733"/>
                  <a:pt x="1374" y="740"/>
                </a:cubicBezTo>
                <a:cubicBezTo>
                  <a:pt x="1411" y="742"/>
                  <a:pt x="1411" y="738"/>
                  <a:pt x="1414" y="743"/>
                </a:cubicBezTo>
                <a:cubicBezTo>
                  <a:pt x="1303" y="732"/>
                  <a:pt x="1295" y="732"/>
                  <a:pt x="1290" y="728"/>
                </a:cubicBezTo>
                <a:cubicBezTo>
                  <a:pt x="1255" y="719"/>
                  <a:pt x="1240" y="716"/>
                  <a:pt x="1225" y="713"/>
                </a:cubicBezTo>
                <a:cubicBezTo>
                  <a:pt x="1158" y="693"/>
                  <a:pt x="1147" y="697"/>
                  <a:pt x="1142" y="693"/>
                </a:cubicBezTo>
                <a:cubicBezTo>
                  <a:pt x="1067" y="682"/>
                  <a:pt x="1060" y="680"/>
                  <a:pt x="1051" y="680"/>
                </a:cubicBezTo>
                <a:cubicBezTo>
                  <a:pt x="1019" y="689"/>
                  <a:pt x="1034" y="691"/>
                  <a:pt x="1054" y="687"/>
                </a:cubicBezTo>
                <a:cubicBezTo>
                  <a:pt x="1119" y="691"/>
                  <a:pt x="1120" y="700"/>
                  <a:pt x="1129" y="697"/>
                </a:cubicBezTo>
                <a:cubicBezTo>
                  <a:pt x="1178" y="710"/>
                  <a:pt x="1192" y="710"/>
                  <a:pt x="1203" y="715"/>
                </a:cubicBezTo>
                <a:cubicBezTo>
                  <a:pt x="1244" y="728"/>
                  <a:pt x="1252" y="727"/>
                  <a:pt x="1257" y="730"/>
                </a:cubicBezTo>
                <a:cubicBezTo>
                  <a:pt x="1283" y="735"/>
                  <a:pt x="1286" y="740"/>
                  <a:pt x="1294" y="739"/>
                </a:cubicBezTo>
                <a:cubicBezTo>
                  <a:pt x="1351" y="756"/>
                  <a:pt x="1361" y="747"/>
                  <a:pt x="1361" y="753"/>
                </a:cubicBezTo>
                <a:cubicBezTo>
                  <a:pt x="1380" y="756"/>
                  <a:pt x="1376" y="760"/>
                  <a:pt x="1362" y="762"/>
                </a:cubicBezTo>
                <a:cubicBezTo>
                  <a:pt x="1315" y="757"/>
                  <a:pt x="1314" y="755"/>
                  <a:pt x="1310" y="756"/>
                </a:cubicBezTo>
                <a:cubicBezTo>
                  <a:pt x="1291" y="749"/>
                  <a:pt x="1286" y="752"/>
                  <a:pt x="1285" y="749"/>
                </a:cubicBezTo>
                <a:cubicBezTo>
                  <a:pt x="1265" y="745"/>
                  <a:pt x="1264" y="743"/>
                  <a:pt x="1260" y="745"/>
                </a:cubicBezTo>
                <a:cubicBezTo>
                  <a:pt x="1206" y="729"/>
                  <a:pt x="1199" y="730"/>
                  <a:pt x="1196" y="725"/>
                </a:cubicBezTo>
                <a:cubicBezTo>
                  <a:pt x="1126" y="707"/>
                  <a:pt x="1120" y="706"/>
                  <a:pt x="1113" y="707"/>
                </a:cubicBezTo>
                <a:cubicBezTo>
                  <a:pt x="1142" y="713"/>
                  <a:pt x="1148" y="722"/>
                  <a:pt x="1162" y="720"/>
                </a:cubicBezTo>
                <a:cubicBezTo>
                  <a:pt x="1229" y="744"/>
                  <a:pt x="1232" y="748"/>
                  <a:pt x="1238" y="749"/>
                </a:cubicBezTo>
                <a:cubicBezTo>
                  <a:pt x="1266" y="755"/>
                  <a:pt x="1278" y="756"/>
                  <a:pt x="1287" y="762"/>
                </a:cubicBezTo>
                <a:cubicBezTo>
                  <a:pt x="1327" y="768"/>
                  <a:pt x="1331" y="770"/>
                  <a:pt x="1339" y="768"/>
                </a:cubicBezTo>
                <a:cubicBezTo>
                  <a:pt x="1311" y="775"/>
                  <a:pt x="1304" y="771"/>
                  <a:pt x="1291" y="774"/>
                </a:cubicBezTo>
                <a:cubicBezTo>
                  <a:pt x="1247" y="759"/>
                  <a:pt x="1242" y="760"/>
                  <a:pt x="1238" y="760"/>
                </a:cubicBezTo>
                <a:cubicBezTo>
                  <a:pt x="1210" y="756"/>
                  <a:pt x="1208" y="753"/>
                  <a:pt x="1203" y="753"/>
                </a:cubicBezTo>
                <a:cubicBezTo>
                  <a:pt x="1153" y="739"/>
                  <a:pt x="1142" y="743"/>
                  <a:pt x="1136" y="738"/>
                </a:cubicBezTo>
                <a:cubicBezTo>
                  <a:pt x="1065" y="736"/>
                  <a:pt x="1052" y="738"/>
                  <a:pt x="1039" y="740"/>
                </a:cubicBezTo>
                <a:cubicBezTo>
                  <a:pt x="1001" y="753"/>
                  <a:pt x="1000" y="758"/>
                  <a:pt x="992" y="758"/>
                </a:cubicBezTo>
                <a:cubicBezTo>
                  <a:pt x="998" y="764"/>
                  <a:pt x="1000" y="760"/>
                  <a:pt x="1005" y="757"/>
                </a:cubicBezTo>
                <a:cubicBezTo>
                  <a:pt x="1082" y="742"/>
                  <a:pt x="1087" y="741"/>
                  <a:pt x="1092" y="739"/>
                </a:cubicBezTo>
                <a:cubicBezTo>
                  <a:pt x="1123" y="744"/>
                  <a:pt x="1129" y="748"/>
                  <a:pt x="1138" y="747"/>
                </a:cubicBezTo>
                <a:cubicBezTo>
                  <a:pt x="1211" y="765"/>
                  <a:pt x="1220" y="764"/>
                  <a:pt x="1228" y="766"/>
                </a:cubicBezTo>
                <a:cubicBezTo>
                  <a:pt x="1279" y="775"/>
                  <a:pt x="1279" y="782"/>
                  <a:pt x="1286" y="780"/>
                </a:cubicBezTo>
                <a:cubicBezTo>
                  <a:pt x="1318" y="788"/>
                  <a:pt x="1327" y="783"/>
                  <a:pt x="1328" y="790"/>
                </a:cubicBezTo>
                <a:cubicBezTo>
                  <a:pt x="1241" y="786"/>
                  <a:pt x="1232" y="784"/>
                  <a:pt x="1222" y="783"/>
                </a:cubicBezTo>
                <a:cubicBezTo>
                  <a:pt x="1192" y="776"/>
                  <a:pt x="1187" y="776"/>
                  <a:pt x="1181" y="777"/>
                </a:cubicBezTo>
                <a:cubicBezTo>
                  <a:pt x="1149" y="770"/>
                  <a:pt x="1146" y="766"/>
                  <a:pt x="1140" y="769"/>
                </a:cubicBezTo>
                <a:cubicBezTo>
                  <a:pt x="1088" y="767"/>
                  <a:pt x="1068" y="764"/>
                  <a:pt x="1046" y="766"/>
                </a:cubicBezTo>
                <a:cubicBezTo>
                  <a:pt x="971" y="785"/>
                  <a:pt x="962" y="782"/>
                  <a:pt x="964" y="787"/>
                </a:cubicBezTo>
                <a:cubicBezTo>
                  <a:pt x="983" y="786"/>
                  <a:pt x="994" y="781"/>
                  <a:pt x="1006" y="777"/>
                </a:cubicBezTo>
                <a:cubicBezTo>
                  <a:pt x="1067" y="772"/>
                  <a:pt x="1071" y="774"/>
                  <a:pt x="1076" y="773"/>
                </a:cubicBezTo>
                <a:cubicBezTo>
                  <a:pt x="1106" y="776"/>
                  <a:pt x="1115" y="770"/>
                  <a:pt x="1117" y="775"/>
                </a:cubicBezTo>
                <a:cubicBezTo>
                  <a:pt x="1191" y="786"/>
                  <a:pt x="1211" y="787"/>
                  <a:pt x="1228" y="793"/>
                </a:cubicBezTo>
                <a:cubicBezTo>
                  <a:pt x="1281" y="803"/>
                  <a:pt x="1277" y="804"/>
                  <a:pt x="1276" y="802"/>
                </a:cubicBezTo>
                <a:cubicBezTo>
                  <a:pt x="1242" y="800"/>
                  <a:pt x="1229" y="800"/>
                  <a:pt x="1218" y="799"/>
                </a:cubicBezTo>
                <a:cubicBezTo>
                  <a:pt x="1129" y="795"/>
                  <a:pt x="1128" y="790"/>
                  <a:pt x="1122" y="792"/>
                </a:cubicBezTo>
                <a:cubicBezTo>
                  <a:pt x="971" y="817"/>
                  <a:pt x="962" y="818"/>
                  <a:pt x="957" y="822"/>
                </a:cubicBezTo>
                <a:cubicBezTo>
                  <a:pt x="931" y="836"/>
                  <a:pt x="925" y="840"/>
                  <a:pt x="918" y="844"/>
                </a:cubicBezTo>
                <a:cubicBezTo>
                  <a:pt x="915" y="851"/>
                  <a:pt x="927" y="844"/>
                  <a:pt x="937" y="836"/>
                </a:cubicBezTo>
                <a:cubicBezTo>
                  <a:pt x="967" y="824"/>
                  <a:pt x="968" y="824"/>
                  <a:pt x="970" y="821"/>
                </a:cubicBezTo>
                <a:cubicBezTo>
                  <a:pt x="988" y="819"/>
                  <a:pt x="997" y="815"/>
                  <a:pt x="1010" y="812"/>
                </a:cubicBezTo>
                <a:cubicBezTo>
                  <a:pt x="1118" y="803"/>
                  <a:pt x="1124" y="799"/>
                  <a:pt x="1126" y="802"/>
                </a:cubicBezTo>
                <a:cubicBezTo>
                  <a:pt x="1151" y="804"/>
                  <a:pt x="1155" y="804"/>
                  <a:pt x="1159" y="803"/>
                </a:cubicBezTo>
                <a:cubicBezTo>
                  <a:pt x="1188" y="806"/>
                  <a:pt x="1197" y="803"/>
                  <a:pt x="1202" y="808"/>
                </a:cubicBezTo>
                <a:cubicBezTo>
                  <a:pt x="1137" y="807"/>
                  <a:pt x="1132" y="808"/>
                  <a:pt x="1129" y="806"/>
                </a:cubicBezTo>
                <a:cubicBezTo>
                  <a:pt x="1007" y="827"/>
                  <a:pt x="987" y="836"/>
                  <a:pt x="958" y="843"/>
                </a:cubicBezTo>
                <a:cubicBezTo>
                  <a:pt x="933" y="859"/>
                  <a:pt x="923" y="861"/>
                  <a:pt x="918" y="866"/>
                </a:cubicBezTo>
                <a:cubicBezTo>
                  <a:pt x="898" y="891"/>
                  <a:pt x="901" y="878"/>
                  <a:pt x="915" y="873"/>
                </a:cubicBezTo>
                <a:cubicBezTo>
                  <a:pt x="944" y="858"/>
                  <a:pt x="947" y="856"/>
                  <a:pt x="949" y="854"/>
                </a:cubicBezTo>
                <a:cubicBezTo>
                  <a:pt x="992" y="838"/>
                  <a:pt x="1000" y="841"/>
                  <a:pt x="999" y="836"/>
                </a:cubicBezTo>
                <a:cubicBezTo>
                  <a:pt x="1049" y="824"/>
                  <a:pt x="1051" y="821"/>
                  <a:pt x="1058" y="821"/>
                </a:cubicBezTo>
                <a:cubicBezTo>
                  <a:pt x="1141" y="816"/>
                  <a:pt x="1140" y="815"/>
                  <a:pt x="1146" y="816"/>
                </a:cubicBezTo>
                <a:cubicBezTo>
                  <a:pt x="1178" y="815"/>
                  <a:pt x="1186" y="820"/>
                  <a:pt x="1200" y="818"/>
                </a:cubicBezTo>
                <a:cubicBezTo>
                  <a:pt x="1212" y="833"/>
                  <a:pt x="1196" y="824"/>
                  <a:pt x="1177" y="826"/>
                </a:cubicBezTo>
                <a:cubicBezTo>
                  <a:pt x="1028" y="844"/>
                  <a:pt x="1022" y="846"/>
                  <a:pt x="1014" y="847"/>
                </a:cubicBezTo>
                <a:cubicBezTo>
                  <a:pt x="992" y="855"/>
                  <a:pt x="977" y="859"/>
                  <a:pt x="966" y="864"/>
                </a:cubicBezTo>
                <a:cubicBezTo>
                  <a:pt x="916" y="894"/>
                  <a:pt x="905" y="894"/>
                  <a:pt x="904" y="900"/>
                </a:cubicBezTo>
                <a:cubicBezTo>
                  <a:pt x="980" y="863"/>
                  <a:pt x="990" y="863"/>
                  <a:pt x="994" y="859"/>
                </a:cubicBezTo>
                <a:cubicBezTo>
                  <a:pt x="1024" y="851"/>
                  <a:pt x="1039" y="847"/>
                  <a:pt x="1056" y="844"/>
                </a:cubicBezTo>
                <a:cubicBezTo>
                  <a:pt x="1146" y="832"/>
                  <a:pt x="1149" y="836"/>
                  <a:pt x="1156" y="834"/>
                </a:cubicBezTo>
                <a:cubicBezTo>
                  <a:pt x="1103" y="846"/>
                  <a:pt x="1103" y="849"/>
                  <a:pt x="1099" y="849"/>
                </a:cubicBezTo>
                <a:cubicBezTo>
                  <a:pt x="1074" y="856"/>
                  <a:pt x="1075" y="852"/>
                  <a:pt x="1071" y="856"/>
                </a:cubicBezTo>
                <a:cubicBezTo>
                  <a:pt x="1014" y="877"/>
                  <a:pt x="1004" y="885"/>
                  <a:pt x="989" y="889"/>
                </a:cubicBezTo>
                <a:cubicBezTo>
                  <a:pt x="937" y="920"/>
                  <a:pt x="924" y="917"/>
                  <a:pt x="927" y="927"/>
                </a:cubicBezTo>
                <a:cubicBezTo>
                  <a:pt x="944" y="914"/>
                  <a:pt x="953" y="913"/>
                  <a:pt x="957" y="908"/>
                </a:cubicBezTo>
                <a:cubicBezTo>
                  <a:pt x="1079" y="868"/>
                  <a:pt x="1081" y="859"/>
                  <a:pt x="1085" y="860"/>
                </a:cubicBezTo>
                <a:cubicBezTo>
                  <a:pt x="1115" y="856"/>
                  <a:pt x="1123" y="851"/>
                  <a:pt x="1124" y="856"/>
                </a:cubicBezTo>
                <a:cubicBezTo>
                  <a:pt x="1048" y="892"/>
                  <a:pt x="1037" y="891"/>
                  <a:pt x="1034" y="896"/>
                </a:cubicBezTo>
                <a:cubicBezTo>
                  <a:pt x="995" y="917"/>
                  <a:pt x="985" y="917"/>
                  <a:pt x="986" y="925"/>
                </a:cubicBezTo>
                <a:cubicBezTo>
                  <a:pt x="1060" y="887"/>
                  <a:pt x="1082" y="881"/>
                  <a:pt x="1101" y="871"/>
                </a:cubicBezTo>
                <a:cubicBezTo>
                  <a:pt x="1190" y="845"/>
                  <a:pt x="1192" y="840"/>
                  <a:pt x="1201" y="839"/>
                </a:cubicBezTo>
                <a:cubicBezTo>
                  <a:pt x="1214" y="839"/>
                  <a:pt x="1208" y="844"/>
                  <a:pt x="1196" y="845"/>
                </a:cubicBezTo>
                <a:cubicBezTo>
                  <a:pt x="1124" y="887"/>
                  <a:pt x="1112" y="885"/>
                  <a:pt x="1111" y="891"/>
                </a:cubicBezTo>
                <a:cubicBezTo>
                  <a:pt x="1040" y="922"/>
                  <a:pt x="1032" y="930"/>
                  <a:pt x="1019" y="934"/>
                </a:cubicBezTo>
                <a:cubicBezTo>
                  <a:pt x="994" y="953"/>
                  <a:pt x="987" y="952"/>
                  <a:pt x="987" y="956"/>
                </a:cubicBezTo>
                <a:cubicBezTo>
                  <a:pt x="936" y="987"/>
                  <a:pt x="933" y="989"/>
                  <a:pt x="932" y="992"/>
                </a:cubicBezTo>
                <a:cubicBezTo>
                  <a:pt x="945" y="988"/>
                  <a:pt x="958" y="980"/>
                  <a:pt x="970" y="972"/>
                </a:cubicBezTo>
                <a:cubicBezTo>
                  <a:pt x="999" y="956"/>
                  <a:pt x="1004" y="952"/>
                  <a:pt x="1010" y="947"/>
                </a:cubicBezTo>
                <a:cubicBezTo>
                  <a:pt x="1093" y="911"/>
                  <a:pt x="1102" y="904"/>
                  <a:pt x="1115" y="899"/>
                </a:cubicBezTo>
                <a:cubicBezTo>
                  <a:pt x="1139" y="885"/>
                  <a:pt x="1151" y="883"/>
                  <a:pt x="1150" y="886"/>
                </a:cubicBezTo>
                <a:cubicBezTo>
                  <a:pt x="1128" y="905"/>
                  <a:pt x="1125" y="907"/>
                  <a:pt x="1120" y="907"/>
                </a:cubicBezTo>
                <a:cubicBezTo>
                  <a:pt x="1090" y="934"/>
                  <a:pt x="1084" y="937"/>
                  <a:pt x="1082" y="943"/>
                </a:cubicBezTo>
                <a:cubicBezTo>
                  <a:pt x="1020" y="991"/>
                  <a:pt x="998" y="1003"/>
                  <a:pt x="978" y="1017"/>
                </a:cubicBezTo>
                <a:cubicBezTo>
                  <a:pt x="941" y="1045"/>
                  <a:pt x="928" y="1040"/>
                  <a:pt x="930" y="1046"/>
                </a:cubicBezTo>
                <a:cubicBezTo>
                  <a:pt x="921" y="1048"/>
                  <a:pt x="938" y="1050"/>
                  <a:pt x="941" y="1042"/>
                </a:cubicBezTo>
                <a:cubicBezTo>
                  <a:pt x="977" y="1024"/>
                  <a:pt x="978" y="1024"/>
                  <a:pt x="980" y="1023"/>
                </a:cubicBezTo>
                <a:cubicBezTo>
                  <a:pt x="1005" y="1006"/>
                  <a:pt x="1009" y="1003"/>
                  <a:pt x="1013" y="1000"/>
                </a:cubicBezTo>
                <a:cubicBezTo>
                  <a:pt x="1093" y="947"/>
                  <a:pt x="1094" y="941"/>
                  <a:pt x="1102" y="939"/>
                </a:cubicBezTo>
                <a:cubicBezTo>
                  <a:pt x="1124" y="923"/>
                  <a:pt x="1125" y="913"/>
                  <a:pt x="1127" y="919"/>
                </a:cubicBezTo>
                <a:cubicBezTo>
                  <a:pt x="1102" y="949"/>
                  <a:pt x="1088" y="952"/>
                  <a:pt x="1086" y="962"/>
                </a:cubicBezTo>
                <a:cubicBezTo>
                  <a:pt x="1026" y="1003"/>
                  <a:pt x="1022" y="1013"/>
                  <a:pt x="1009" y="1016"/>
                </a:cubicBezTo>
                <a:cubicBezTo>
                  <a:pt x="974" y="1039"/>
                  <a:pt x="965" y="1044"/>
                  <a:pt x="956" y="1050"/>
                </a:cubicBezTo>
                <a:cubicBezTo>
                  <a:pt x="944" y="1063"/>
                  <a:pt x="956" y="1056"/>
                  <a:pt x="971" y="1049"/>
                </a:cubicBezTo>
                <a:cubicBezTo>
                  <a:pt x="996" y="1034"/>
                  <a:pt x="1001" y="1029"/>
                  <a:pt x="1009" y="1027"/>
                </a:cubicBezTo>
                <a:cubicBezTo>
                  <a:pt x="1066" y="985"/>
                  <a:pt x="1076" y="984"/>
                  <a:pt x="1078" y="977"/>
                </a:cubicBezTo>
                <a:cubicBezTo>
                  <a:pt x="1127" y="934"/>
                  <a:pt x="1130" y="932"/>
                  <a:pt x="1134" y="931"/>
                </a:cubicBezTo>
                <a:cubicBezTo>
                  <a:pt x="1159" y="903"/>
                  <a:pt x="1165" y="900"/>
                  <a:pt x="1172" y="896"/>
                </a:cubicBezTo>
                <a:cubicBezTo>
                  <a:pt x="1209" y="866"/>
                  <a:pt x="1212" y="862"/>
                  <a:pt x="1216" y="859"/>
                </a:cubicBezTo>
                <a:cubicBezTo>
                  <a:pt x="1239" y="845"/>
                  <a:pt x="1244" y="841"/>
                  <a:pt x="1252" y="839"/>
                </a:cubicBezTo>
                <a:cubicBezTo>
                  <a:pt x="1222" y="871"/>
                  <a:pt x="1212" y="871"/>
                  <a:pt x="1210" y="878"/>
                </a:cubicBezTo>
                <a:cubicBezTo>
                  <a:pt x="1167" y="923"/>
                  <a:pt x="1164" y="928"/>
                  <a:pt x="1158" y="931"/>
                </a:cubicBezTo>
                <a:cubicBezTo>
                  <a:pt x="1105" y="979"/>
                  <a:pt x="1096" y="989"/>
                  <a:pt x="1083" y="996"/>
                </a:cubicBezTo>
                <a:cubicBezTo>
                  <a:pt x="1060" y="1010"/>
                  <a:pt x="1059" y="1017"/>
                  <a:pt x="1049" y="1017"/>
                </a:cubicBezTo>
                <a:cubicBezTo>
                  <a:pt x="1009" y="1042"/>
                  <a:pt x="1008" y="1047"/>
                  <a:pt x="999" y="1046"/>
                </a:cubicBezTo>
                <a:cubicBezTo>
                  <a:pt x="1010" y="1045"/>
                  <a:pt x="1018" y="1046"/>
                  <a:pt x="1019" y="1043"/>
                </a:cubicBezTo>
                <a:cubicBezTo>
                  <a:pt x="1042" y="1033"/>
                  <a:pt x="1041" y="1028"/>
                  <a:pt x="1047" y="1029"/>
                </a:cubicBezTo>
                <a:cubicBezTo>
                  <a:pt x="1083" y="1001"/>
                  <a:pt x="1094" y="1001"/>
                  <a:pt x="1096" y="996"/>
                </a:cubicBezTo>
                <a:cubicBezTo>
                  <a:pt x="1125" y="978"/>
                  <a:pt x="1132" y="967"/>
                  <a:pt x="1143" y="959"/>
                </a:cubicBezTo>
                <a:cubicBezTo>
                  <a:pt x="1161" y="941"/>
                  <a:pt x="1167" y="938"/>
                  <a:pt x="1172" y="933"/>
                </a:cubicBezTo>
                <a:cubicBezTo>
                  <a:pt x="1182" y="914"/>
                  <a:pt x="1188" y="915"/>
                  <a:pt x="1190" y="912"/>
                </a:cubicBezTo>
                <a:cubicBezTo>
                  <a:pt x="1250" y="864"/>
                  <a:pt x="1235" y="870"/>
                  <a:pt x="1231" y="883"/>
                </a:cubicBezTo>
                <a:cubicBezTo>
                  <a:pt x="1206" y="904"/>
                  <a:pt x="1210" y="911"/>
                  <a:pt x="1203" y="910"/>
                </a:cubicBezTo>
                <a:cubicBezTo>
                  <a:pt x="1169" y="949"/>
                  <a:pt x="1164" y="950"/>
                  <a:pt x="1164" y="955"/>
                </a:cubicBezTo>
                <a:cubicBezTo>
                  <a:pt x="1132" y="987"/>
                  <a:pt x="1124" y="990"/>
                  <a:pt x="1121" y="996"/>
                </a:cubicBezTo>
                <a:cubicBezTo>
                  <a:pt x="1053" y="1048"/>
                  <a:pt x="1050" y="1050"/>
                  <a:pt x="1049" y="1053"/>
                </a:cubicBezTo>
                <a:cubicBezTo>
                  <a:pt x="1028" y="1067"/>
                  <a:pt x="1023" y="1068"/>
                  <a:pt x="1021" y="1071"/>
                </a:cubicBezTo>
                <a:cubicBezTo>
                  <a:pt x="1074" y="1047"/>
                  <a:pt x="1077" y="1034"/>
                  <a:pt x="1094" y="1029"/>
                </a:cubicBezTo>
                <a:cubicBezTo>
                  <a:pt x="1127" y="1000"/>
                  <a:pt x="1131" y="995"/>
                  <a:pt x="1138" y="993"/>
                </a:cubicBezTo>
                <a:cubicBezTo>
                  <a:pt x="1170" y="960"/>
                  <a:pt x="1175" y="957"/>
                  <a:pt x="1179" y="952"/>
                </a:cubicBezTo>
                <a:cubicBezTo>
                  <a:pt x="1266" y="861"/>
                  <a:pt x="1268" y="852"/>
                  <a:pt x="1278" y="848"/>
                </a:cubicBezTo>
                <a:cubicBezTo>
                  <a:pt x="1310" y="817"/>
                  <a:pt x="1311" y="812"/>
                  <a:pt x="1318" y="812"/>
                </a:cubicBezTo>
                <a:cubicBezTo>
                  <a:pt x="1337" y="798"/>
                  <a:pt x="1338" y="794"/>
                  <a:pt x="1340" y="797"/>
                </a:cubicBezTo>
                <a:cubicBezTo>
                  <a:pt x="1320" y="818"/>
                  <a:pt x="1310" y="821"/>
                  <a:pt x="1305" y="827"/>
                </a:cubicBezTo>
                <a:cubicBezTo>
                  <a:pt x="1272" y="863"/>
                  <a:pt x="1269" y="865"/>
                  <a:pt x="1266" y="868"/>
                </a:cubicBezTo>
                <a:cubicBezTo>
                  <a:pt x="1240" y="900"/>
                  <a:pt x="1232" y="904"/>
                  <a:pt x="1230" y="912"/>
                </a:cubicBezTo>
                <a:cubicBezTo>
                  <a:pt x="1205" y="941"/>
                  <a:pt x="1195" y="952"/>
                  <a:pt x="1184" y="962"/>
                </a:cubicBezTo>
                <a:cubicBezTo>
                  <a:pt x="1136" y="1004"/>
                  <a:pt x="1131" y="1018"/>
                  <a:pt x="1115" y="1026"/>
                </a:cubicBezTo>
                <a:cubicBezTo>
                  <a:pt x="1086" y="1052"/>
                  <a:pt x="1078" y="1051"/>
                  <a:pt x="1079" y="1057"/>
                </a:cubicBezTo>
                <a:cubicBezTo>
                  <a:pt x="1113" y="1033"/>
                  <a:pt x="1124" y="1028"/>
                  <a:pt x="1130" y="1021"/>
                </a:cubicBezTo>
                <a:cubicBezTo>
                  <a:pt x="1187" y="966"/>
                  <a:pt x="1196" y="966"/>
                  <a:pt x="1196" y="960"/>
                </a:cubicBezTo>
                <a:cubicBezTo>
                  <a:pt x="1240" y="913"/>
                  <a:pt x="1240" y="908"/>
                  <a:pt x="1247" y="907"/>
                </a:cubicBezTo>
                <a:cubicBezTo>
                  <a:pt x="1258" y="891"/>
                  <a:pt x="1263" y="890"/>
                  <a:pt x="1263" y="886"/>
                </a:cubicBezTo>
                <a:cubicBezTo>
                  <a:pt x="1296" y="857"/>
                  <a:pt x="1296" y="847"/>
                  <a:pt x="1304" y="843"/>
                </a:cubicBezTo>
                <a:cubicBezTo>
                  <a:pt x="1319" y="829"/>
                  <a:pt x="1320" y="826"/>
                  <a:pt x="1321" y="829"/>
                </a:cubicBezTo>
                <a:cubicBezTo>
                  <a:pt x="1305" y="848"/>
                  <a:pt x="1301" y="850"/>
                  <a:pt x="1299" y="853"/>
                </a:cubicBezTo>
                <a:cubicBezTo>
                  <a:pt x="1280" y="873"/>
                  <a:pt x="1274" y="888"/>
                  <a:pt x="1260" y="897"/>
                </a:cubicBezTo>
                <a:cubicBezTo>
                  <a:pt x="1250" y="921"/>
                  <a:pt x="1239" y="921"/>
                  <a:pt x="1240" y="930"/>
                </a:cubicBezTo>
                <a:cubicBezTo>
                  <a:pt x="1219" y="954"/>
                  <a:pt x="1214" y="955"/>
                  <a:pt x="1214" y="959"/>
                </a:cubicBezTo>
                <a:cubicBezTo>
                  <a:pt x="1153" y="1020"/>
                  <a:pt x="1147" y="1023"/>
                  <a:pt x="1145" y="1029"/>
                </a:cubicBezTo>
                <a:cubicBezTo>
                  <a:pt x="1092" y="1073"/>
                  <a:pt x="1084" y="1075"/>
                  <a:pt x="1078" y="1079"/>
                </a:cubicBezTo>
                <a:cubicBezTo>
                  <a:pt x="1049" y="1099"/>
                  <a:pt x="1040" y="1097"/>
                  <a:pt x="1040" y="1101"/>
                </a:cubicBezTo>
                <a:cubicBezTo>
                  <a:pt x="1032" y="1111"/>
                  <a:pt x="1047" y="1102"/>
                  <a:pt x="1060" y="1100"/>
                </a:cubicBezTo>
                <a:cubicBezTo>
                  <a:pt x="1109" y="1066"/>
                  <a:pt x="1122" y="1059"/>
                  <a:pt x="1133" y="1049"/>
                </a:cubicBezTo>
                <a:cubicBezTo>
                  <a:pt x="1174" y="1010"/>
                  <a:pt x="1187" y="1001"/>
                  <a:pt x="1195" y="989"/>
                </a:cubicBezTo>
                <a:cubicBezTo>
                  <a:pt x="1215" y="970"/>
                  <a:pt x="1221" y="965"/>
                  <a:pt x="1225" y="959"/>
                </a:cubicBezTo>
                <a:cubicBezTo>
                  <a:pt x="1259" y="917"/>
                  <a:pt x="1260" y="913"/>
                  <a:pt x="1265" y="912"/>
                </a:cubicBezTo>
                <a:cubicBezTo>
                  <a:pt x="1297" y="873"/>
                  <a:pt x="1300" y="866"/>
                  <a:pt x="1305" y="861"/>
                </a:cubicBezTo>
                <a:cubicBezTo>
                  <a:pt x="1383" y="782"/>
                  <a:pt x="1385" y="780"/>
                  <a:pt x="1385" y="778"/>
                </a:cubicBezTo>
                <a:cubicBezTo>
                  <a:pt x="1409" y="773"/>
                  <a:pt x="1402" y="775"/>
                  <a:pt x="1399" y="780"/>
                </a:cubicBezTo>
                <a:cubicBezTo>
                  <a:pt x="1372" y="809"/>
                  <a:pt x="1370" y="815"/>
                  <a:pt x="1363" y="817"/>
                </a:cubicBezTo>
                <a:cubicBezTo>
                  <a:pt x="1334" y="859"/>
                  <a:pt x="1336" y="867"/>
                  <a:pt x="1328" y="868"/>
                </a:cubicBezTo>
                <a:cubicBezTo>
                  <a:pt x="1317" y="891"/>
                  <a:pt x="1311" y="890"/>
                  <a:pt x="1313" y="895"/>
                </a:cubicBezTo>
                <a:cubicBezTo>
                  <a:pt x="1281" y="937"/>
                  <a:pt x="1275" y="940"/>
                  <a:pt x="1274" y="946"/>
                </a:cubicBezTo>
                <a:cubicBezTo>
                  <a:pt x="1245" y="976"/>
                  <a:pt x="1245" y="983"/>
                  <a:pt x="1239" y="986"/>
                </a:cubicBezTo>
                <a:cubicBezTo>
                  <a:pt x="1200" y="1032"/>
                  <a:pt x="1193" y="1033"/>
                  <a:pt x="1191" y="1039"/>
                </a:cubicBezTo>
                <a:cubicBezTo>
                  <a:pt x="1145" y="1080"/>
                  <a:pt x="1138" y="1082"/>
                  <a:pt x="1135" y="1086"/>
                </a:cubicBezTo>
                <a:cubicBezTo>
                  <a:pt x="1085" y="1120"/>
                  <a:pt x="1080" y="1120"/>
                  <a:pt x="1079" y="1123"/>
                </a:cubicBezTo>
                <a:cubicBezTo>
                  <a:pt x="1119" y="1106"/>
                  <a:pt x="1123" y="1103"/>
                  <a:pt x="1126" y="1099"/>
                </a:cubicBezTo>
                <a:cubicBezTo>
                  <a:pt x="1159" y="1076"/>
                  <a:pt x="1165" y="1073"/>
                  <a:pt x="1167" y="1067"/>
                </a:cubicBezTo>
                <a:cubicBezTo>
                  <a:pt x="1200" y="1044"/>
                  <a:pt x="1196" y="1035"/>
                  <a:pt x="1206" y="1036"/>
                </a:cubicBezTo>
                <a:cubicBezTo>
                  <a:pt x="1247" y="991"/>
                  <a:pt x="1255" y="984"/>
                  <a:pt x="1261" y="975"/>
                </a:cubicBezTo>
                <a:cubicBezTo>
                  <a:pt x="1275" y="953"/>
                  <a:pt x="1282" y="954"/>
                  <a:pt x="1281" y="949"/>
                </a:cubicBezTo>
                <a:cubicBezTo>
                  <a:pt x="1307" y="922"/>
                  <a:pt x="1306" y="914"/>
                  <a:pt x="1312" y="913"/>
                </a:cubicBezTo>
                <a:cubicBezTo>
                  <a:pt x="1326" y="889"/>
                  <a:pt x="1332" y="880"/>
                  <a:pt x="1338" y="870"/>
                </a:cubicBezTo>
                <a:cubicBezTo>
                  <a:pt x="1367" y="825"/>
                  <a:pt x="1385" y="812"/>
                  <a:pt x="1399" y="795"/>
                </a:cubicBezTo>
                <a:cubicBezTo>
                  <a:pt x="1439" y="757"/>
                  <a:pt x="1439" y="750"/>
                  <a:pt x="1449" y="751"/>
                </a:cubicBezTo>
                <a:cubicBezTo>
                  <a:pt x="1375" y="857"/>
                  <a:pt x="1363" y="865"/>
                  <a:pt x="1361" y="879"/>
                </a:cubicBezTo>
                <a:cubicBezTo>
                  <a:pt x="1346" y="897"/>
                  <a:pt x="1345" y="900"/>
                  <a:pt x="1346" y="904"/>
                </a:cubicBezTo>
                <a:cubicBezTo>
                  <a:pt x="1326" y="929"/>
                  <a:pt x="1328" y="937"/>
                  <a:pt x="1319" y="938"/>
                </a:cubicBezTo>
                <a:cubicBezTo>
                  <a:pt x="1302" y="971"/>
                  <a:pt x="1298" y="971"/>
                  <a:pt x="1296" y="973"/>
                </a:cubicBezTo>
                <a:cubicBezTo>
                  <a:pt x="1279" y="998"/>
                  <a:pt x="1276" y="1003"/>
                  <a:pt x="1271" y="1006"/>
                </a:cubicBezTo>
                <a:cubicBezTo>
                  <a:pt x="1232" y="1053"/>
                  <a:pt x="1222" y="1060"/>
                  <a:pt x="1216" y="1069"/>
                </a:cubicBezTo>
                <a:cubicBezTo>
                  <a:pt x="1197" y="1083"/>
                  <a:pt x="1193" y="1088"/>
                  <a:pt x="1189" y="1092"/>
                </a:cubicBezTo>
                <a:cubicBezTo>
                  <a:pt x="1158" y="1118"/>
                  <a:pt x="1152" y="1120"/>
                  <a:pt x="1148" y="1124"/>
                </a:cubicBezTo>
                <a:cubicBezTo>
                  <a:pt x="1140" y="1133"/>
                  <a:pt x="1146" y="1132"/>
                  <a:pt x="1149" y="1128"/>
                </a:cubicBezTo>
                <a:cubicBezTo>
                  <a:pt x="1198" y="1096"/>
                  <a:pt x="1201" y="1086"/>
                  <a:pt x="1212" y="1081"/>
                </a:cubicBezTo>
                <a:cubicBezTo>
                  <a:pt x="1258" y="1034"/>
                  <a:pt x="1262" y="1031"/>
                  <a:pt x="1266" y="1027"/>
                </a:cubicBezTo>
                <a:cubicBezTo>
                  <a:pt x="1285" y="1010"/>
                  <a:pt x="1287" y="999"/>
                  <a:pt x="1295" y="993"/>
                </a:cubicBezTo>
                <a:cubicBezTo>
                  <a:pt x="1309" y="971"/>
                  <a:pt x="1311" y="969"/>
                  <a:pt x="1313" y="968"/>
                </a:cubicBezTo>
                <a:cubicBezTo>
                  <a:pt x="1331" y="939"/>
                  <a:pt x="1336" y="936"/>
                  <a:pt x="1340" y="932"/>
                </a:cubicBezTo>
                <a:cubicBezTo>
                  <a:pt x="1349" y="909"/>
                  <a:pt x="1355" y="910"/>
                  <a:pt x="1353" y="905"/>
                </a:cubicBezTo>
                <a:cubicBezTo>
                  <a:pt x="1363" y="887"/>
                  <a:pt x="1367" y="888"/>
                  <a:pt x="1367" y="887"/>
                </a:cubicBezTo>
                <a:cubicBezTo>
                  <a:pt x="1378" y="861"/>
                  <a:pt x="1381" y="858"/>
                  <a:pt x="1386" y="855"/>
                </a:cubicBezTo>
                <a:cubicBezTo>
                  <a:pt x="1404" y="824"/>
                  <a:pt x="1403" y="817"/>
                  <a:pt x="1410" y="815"/>
                </a:cubicBezTo>
                <a:cubicBezTo>
                  <a:pt x="1431" y="782"/>
                  <a:pt x="1438" y="775"/>
                  <a:pt x="1445" y="767"/>
                </a:cubicBezTo>
                <a:cubicBezTo>
                  <a:pt x="1483" y="743"/>
                  <a:pt x="1475" y="742"/>
                  <a:pt x="1475" y="748"/>
                </a:cubicBezTo>
                <a:cubicBezTo>
                  <a:pt x="1453" y="775"/>
                  <a:pt x="1451" y="780"/>
                  <a:pt x="1446" y="782"/>
                </a:cubicBezTo>
                <a:cubicBezTo>
                  <a:pt x="1434" y="807"/>
                  <a:pt x="1432" y="808"/>
                  <a:pt x="1431" y="809"/>
                </a:cubicBezTo>
                <a:cubicBezTo>
                  <a:pt x="1421" y="835"/>
                  <a:pt x="1414" y="839"/>
                  <a:pt x="1413" y="848"/>
                </a:cubicBezTo>
                <a:cubicBezTo>
                  <a:pt x="1399" y="870"/>
                  <a:pt x="1400" y="871"/>
                  <a:pt x="1400" y="872"/>
                </a:cubicBezTo>
                <a:cubicBezTo>
                  <a:pt x="1396" y="885"/>
                  <a:pt x="1392" y="888"/>
                  <a:pt x="1390" y="892"/>
                </a:cubicBezTo>
                <a:cubicBezTo>
                  <a:pt x="1377" y="923"/>
                  <a:pt x="1372" y="929"/>
                  <a:pt x="1372" y="939"/>
                </a:cubicBezTo>
                <a:cubicBezTo>
                  <a:pt x="1362" y="957"/>
                  <a:pt x="1363" y="961"/>
                  <a:pt x="1361" y="961"/>
                </a:cubicBezTo>
                <a:cubicBezTo>
                  <a:pt x="1326" y="1038"/>
                  <a:pt x="1327" y="1048"/>
                  <a:pt x="1319" y="1053"/>
                </a:cubicBezTo>
                <a:cubicBezTo>
                  <a:pt x="1288" y="1101"/>
                  <a:pt x="1283" y="1108"/>
                  <a:pt x="1280" y="1116"/>
                </a:cubicBezTo>
                <a:cubicBezTo>
                  <a:pt x="1261" y="1138"/>
                  <a:pt x="1258" y="1140"/>
                  <a:pt x="1256" y="1144"/>
                </a:cubicBezTo>
                <a:cubicBezTo>
                  <a:pt x="1240" y="1168"/>
                  <a:pt x="1231" y="1166"/>
                  <a:pt x="1230" y="1171"/>
                </a:cubicBezTo>
                <a:cubicBezTo>
                  <a:pt x="1264" y="1144"/>
                  <a:pt x="1269" y="1134"/>
                  <a:pt x="1277" y="1127"/>
                </a:cubicBezTo>
                <a:cubicBezTo>
                  <a:pt x="1297" y="1098"/>
                  <a:pt x="1302" y="1099"/>
                  <a:pt x="1300" y="1094"/>
                </a:cubicBezTo>
                <a:cubicBezTo>
                  <a:pt x="1317" y="1073"/>
                  <a:pt x="1319" y="1071"/>
                  <a:pt x="1323" y="1070"/>
                </a:cubicBezTo>
                <a:cubicBezTo>
                  <a:pt x="1336" y="1043"/>
                  <a:pt x="1339" y="1039"/>
                  <a:pt x="1340" y="1034"/>
                </a:cubicBezTo>
                <a:cubicBezTo>
                  <a:pt x="1364" y="977"/>
                  <a:pt x="1371" y="968"/>
                  <a:pt x="1371" y="955"/>
                </a:cubicBezTo>
                <a:cubicBezTo>
                  <a:pt x="1391" y="915"/>
                  <a:pt x="1395" y="910"/>
                  <a:pt x="1397" y="904"/>
                </a:cubicBezTo>
                <a:cubicBezTo>
                  <a:pt x="1407" y="879"/>
                  <a:pt x="1410" y="874"/>
                  <a:pt x="1412" y="868"/>
                </a:cubicBezTo>
                <a:cubicBezTo>
                  <a:pt x="1421" y="842"/>
                  <a:pt x="1430" y="841"/>
                  <a:pt x="1431" y="834"/>
                </a:cubicBezTo>
                <a:cubicBezTo>
                  <a:pt x="1448" y="807"/>
                  <a:pt x="1452" y="796"/>
                  <a:pt x="1457" y="784"/>
                </a:cubicBezTo>
                <a:cubicBezTo>
                  <a:pt x="1479" y="764"/>
                  <a:pt x="1477" y="759"/>
                  <a:pt x="1479" y="756"/>
                </a:cubicBezTo>
                <a:cubicBezTo>
                  <a:pt x="1499" y="740"/>
                  <a:pt x="1500" y="734"/>
                  <a:pt x="1507" y="731"/>
                </a:cubicBezTo>
                <a:cubicBezTo>
                  <a:pt x="1497" y="749"/>
                  <a:pt x="1499" y="752"/>
                  <a:pt x="1498" y="753"/>
                </a:cubicBezTo>
                <a:cubicBezTo>
                  <a:pt x="1475" y="794"/>
                  <a:pt x="1472" y="800"/>
                  <a:pt x="1467" y="805"/>
                </a:cubicBezTo>
                <a:cubicBezTo>
                  <a:pt x="1456" y="837"/>
                  <a:pt x="1455" y="840"/>
                  <a:pt x="1452" y="843"/>
                </a:cubicBezTo>
                <a:cubicBezTo>
                  <a:pt x="1435" y="888"/>
                  <a:pt x="1432" y="895"/>
                  <a:pt x="1427" y="901"/>
                </a:cubicBezTo>
                <a:cubicBezTo>
                  <a:pt x="1402" y="970"/>
                  <a:pt x="1407" y="978"/>
                  <a:pt x="1401" y="978"/>
                </a:cubicBezTo>
                <a:cubicBezTo>
                  <a:pt x="1387" y="1021"/>
                  <a:pt x="1381" y="1027"/>
                  <a:pt x="1378" y="1034"/>
                </a:cubicBezTo>
                <a:cubicBezTo>
                  <a:pt x="1360" y="1067"/>
                  <a:pt x="1357" y="1070"/>
                  <a:pt x="1357" y="1075"/>
                </a:cubicBezTo>
                <a:cubicBezTo>
                  <a:pt x="1322" y="1125"/>
                  <a:pt x="1315" y="1126"/>
                  <a:pt x="1313" y="1129"/>
                </a:cubicBezTo>
                <a:cubicBezTo>
                  <a:pt x="1325" y="1123"/>
                  <a:pt x="1326" y="1118"/>
                  <a:pt x="1331" y="1115"/>
                </a:cubicBezTo>
                <a:cubicBezTo>
                  <a:pt x="1341" y="1100"/>
                  <a:pt x="1349" y="1100"/>
                  <a:pt x="1347" y="1092"/>
                </a:cubicBezTo>
                <a:cubicBezTo>
                  <a:pt x="1369" y="1067"/>
                  <a:pt x="1368" y="1060"/>
                  <a:pt x="1374" y="1059"/>
                </a:cubicBezTo>
                <a:cubicBezTo>
                  <a:pt x="1382" y="1041"/>
                  <a:pt x="1385" y="1037"/>
                  <a:pt x="1389" y="1034"/>
                </a:cubicBezTo>
                <a:cubicBezTo>
                  <a:pt x="1413" y="982"/>
                  <a:pt x="1409" y="972"/>
                  <a:pt x="1415" y="969"/>
                </a:cubicBezTo>
                <a:cubicBezTo>
                  <a:pt x="1422" y="940"/>
                  <a:pt x="1428" y="941"/>
                  <a:pt x="1424" y="934"/>
                </a:cubicBezTo>
                <a:cubicBezTo>
                  <a:pt x="1466" y="845"/>
                  <a:pt x="1463" y="834"/>
                  <a:pt x="1472" y="831"/>
                </a:cubicBezTo>
                <a:cubicBezTo>
                  <a:pt x="1490" y="787"/>
                  <a:pt x="1488" y="783"/>
                  <a:pt x="1490" y="781"/>
                </a:cubicBezTo>
                <a:cubicBezTo>
                  <a:pt x="1514" y="740"/>
                  <a:pt x="1518" y="731"/>
                  <a:pt x="1526" y="723"/>
                </a:cubicBezTo>
                <a:cubicBezTo>
                  <a:pt x="1526" y="736"/>
                  <a:pt x="1523" y="739"/>
                  <a:pt x="1520" y="742"/>
                </a:cubicBezTo>
                <a:cubicBezTo>
                  <a:pt x="1505" y="769"/>
                  <a:pt x="1502" y="773"/>
                  <a:pt x="1500" y="777"/>
                </a:cubicBezTo>
                <a:cubicBezTo>
                  <a:pt x="1474" y="831"/>
                  <a:pt x="1473" y="841"/>
                  <a:pt x="1466" y="847"/>
                </a:cubicBezTo>
                <a:cubicBezTo>
                  <a:pt x="1452" y="905"/>
                  <a:pt x="1448" y="907"/>
                  <a:pt x="1449" y="912"/>
                </a:cubicBezTo>
                <a:cubicBezTo>
                  <a:pt x="1437" y="938"/>
                  <a:pt x="1441" y="944"/>
                  <a:pt x="1437" y="945"/>
                </a:cubicBezTo>
                <a:cubicBezTo>
                  <a:pt x="1425" y="1007"/>
                  <a:pt x="1422" y="1012"/>
                  <a:pt x="1419" y="1017"/>
                </a:cubicBezTo>
                <a:cubicBezTo>
                  <a:pt x="1394" y="1087"/>
                  <a:pt x="1391" y="1089"/>
                  <a:pt x="1393" y="1093"/>
                </a:cubicBezTo>
                <a:cubicBezTo>
                  <a:pt x="1381" y="1111"/>
                  <a:pt x="1379" y="1113"/>
                  <a:pt x="1377" y="1116"/>
                </a:cubicBezTo>
                <a:cubicBezTo>
                  <a:pt x="1358" y="1151"/>
                  <a:pt x="1350" y="1152"/>
                  <a:pt x="1350" y="1158"/>
                </a:cubicBezTo>
                <a:cubicBezTo>
                  <a:pt x="1373" y="1127"/>
                  <a:pt x="1385" y="1125"/>
                  <a:pt x="1384" y="1115"/>
                </a:cubicBezTo>
                <a:cubicBezTo>
                  <a:pt x="1405" y="1084"/>
                  <a:pt x="1402" y="1079"/>
                  <a:pt x="1408" y="1079"/>
                </a:cubicBezTo>
                <a:cubicBezTo>
                  <a:pt x="1416" y="1052"/>
                  <a:pt x="1422" y="1046"/>
                  <a:pt x="1423" y="1037"/>
                </a:cubicBezTo>
                <a:cubicBezTo>
                  <a:pt x="1444" y="980"/>
                  <a:pt x="1442" y="968"/>
                  <a:pt x="1447" y="961"/>
                </a:cubicBezTo>
                <a:cubicBezTo>
                  <a:pt x="1459" y="887"/>
                  <a:pt x="1471" y="875"/>
                  <a:pt x="1472" y="855"/>
                </a:cubicBezTo>
                <a:cubicBezTo>
                  <a:pt x="1491" y="823"/>
                  <a:pt x="1488" y="817"/>
                  <a:pt x="1494" y="818"/>
                </a:cubicBezTo>
                <a:cubicBezTo>
                  <a:pt x="1507" y="774"/>
                  <a:pt x="1517" y="775"/>
                  <a:pt x="1516" y="769"/>
                </a:cubicBezTo>
                <a:cubicBezTo>
                  <a:pt x="1545" y="733"/>
                  <a:pt x="1541" y="724"/>
                  <a:pt x="1548" y="724"/>
                </a:cubicBezTo>
                <a:cubicBezTo>
                  <a:pt x="1567" y="700"/>
                  <a:pt x="1568" y="698"/>
                  <a:pt x="1572" y="697"/>
                </a:cubicBezTo>
                <a:cubicBezTo>
                  <a:pt x="1565" y="709"/>
                  <a:pt x="1566" y="712"/>
                  <a:pt x="1564" y="712"/>
                </a:cubicBezTo>
                <a:cubicBezTo>
                  <a:pt x="1548" y="738"/>
                  <a:pt x="1542" y="752"/>
                  <a:pt x="1533" y="762"/>
                </a:cubicBezTo>
                <a:cubicBezTo>
                  <a:pt x="1527" y="793"/>
                  <a:pt x="1516" y="796"/>
                  <a:pt x="1519" y="807"/>
                </a:cubicBezTo>
                <a:cubicBezTo>
                  <a:pt x="1509" y="836"/>
                  <a:pt x="1506" y="843"/>
                  <a:pt x="1502" y="849"/>
                </a:cubicBezTo>
                <a:cubicBezTo>
                  <a:pt x="1486" y="911"/>
                  <a:pt x="1479" y="924"/>
                  <a:pt x="1479" y="942"/>
                </a:cubicBezTo>
                <a:cubicBezTo>
                  <a:pt x="1466" y="979"/>
                  <a:pt x="1459" y="986"/>
                  <a:pt x="1458" y="997"/>
                </a:cubicBezTo>
                <a:cubicBezTo>
                  <a:pt x="1439" y="1041"/>
                  <a:pt x="1437" y="1046"/>
                  <a:pt x="1437" y="1052"/>
                </a:cubicBezTo>
                <a:cubicBezTo>
                  <a:pt x="1421" y="1085"/>
                  <a:pt x="1419" y="1087"/>
                  <a:pt x="1417" y="1089"/>
                </a:cubicBezTo>
                <a:cubicBezTo>
                  <a:pt x="1406" y="1111"/>
                  <a:pt x="1401" y="1119"/>
                  <a:pt x="1395" y="1126"/>
                </a:cubicBezTo>
                <a:cubicBezTo>
                  <a:pt x="1373" y="1155"/>
                  <a:pt x="1373" y="1163"/>
                  <a:pt x="1364" y="1165"/>
                </a:cubicBezTo>
                <a:cubicBezTo>
                  <a:pt x="1358" y="1177"/>
                  <a:pt x="1365" y="1179"/>
                  <a:pt x="1366" y="1175"/>
                </a:cubicBezTo>
                <a:cubicBezTo>
                  <a:pt x="1386" y="1144"/>
                  <a:pt x="1394" y="1143"/>
                  <a:pt x="1394" y="1137"/>
                </a:cubicBezTo>
                <a:cubicBezTo>
                  <a:pt x="1431" y="1081"/>
                  <a:pt x="1439" y="1061"/>
                  <a:pt x="1448" y="1043"/>
                </a:cubicBezTo>
                <a:cubicBezTo>
                  <a:pt x="1464" y="1004"/>
                  <a:pt x="1466" y="993"/>
                  <a:pt x="1471" y="984"/>
                </a:cubicBezTo>
                <a:cubicBezTo>
                  <a:pt x="1496" y="912"/>
                  <a:pt x="1499" y="902"/>
                  <a:pt x="1501" y="892"/>
                </a:cubicBezTo>
                <a:cubicBezTo>
                  <a:pt x="1512" y="850"/>
                  <a:pt x="1519" y="842"/>
                  <a:pt x="1521" y="831"/>
                </a:cubicBezTo>
                <a:cubicBezTo>
                  <a:pt x="1539" y="782"/>
                  <a:pt x="1541" y="778"/>
                  <a:pt x="1541" y="772"/>
                </a:cubicBezTo>
                <a:cubicBezTo>
                  <a:pt x="1564" y="728"/>
                  <a:pt x="1567" y="727"/>
                  <a:pt x="1568" y="725"/>
                </a:cubicBezTo>
                <a:cubicBezTo>
                  <a:pt x="1586" y="705"/>
                  <a:pt x="1586" y="702"/>
                  <a:pt x="1588" y="701"/>
                </a:cubicBezTo>
                <a:cubicBezTo>
                  <a:pt x="1587" y="710"/>
                  <a:pt x="1582" y="711"/>
                  <a:pt x="1582" y="715"/>
                </a:cubicBezTo>
                <a:cubicBezTo>
                  <a:pt x="1565" y="759"/>
                  <a:pt x="1557" y="757"/>
                  <a:pt x="1560" y="764"/>
                </a:cubicBezTo>
                <a:cubicBezTo>
                  <a:pt x="1544" y="799"/>
                  <a:pt x="1545" y="808"/>
                  <a:pt x="1540" y="814"/>
                </a:cubicBezTo>
                <a:cubicBezTo>
                  <a:pt x="1522" y="867"/>
                  <a:pt x="1526" y="885"/>
                  <a:pt x="1517" y="893"/>
                </a:cubicBezTo>
                <a:cubicBezTo>
                  <a:pt x="1511" y="951"/>
                  <a:pt x="1505" y="961"/>
                  <a:pt x="1502" y="974"/>
                </a:cubicBezTo>
                <a:cubicBezTo>
                  <a:pt x="1488" y="1033"/>
                  <a:pt x="1487" y="1036"/>
                  <a:pt x="1488" y="1040"/>
                </a:cubicBezTo>
                <a:cubicBezTo>
                  <a:pt x="1472" y="1091"/>
                  <a:pt x="1465" y="1093"/>
                  <a:pt x="1465" y="1100"/>
                </a:cubicBezTo>
                <a:cubicBezTo>
                  <a:pt x="1449" y="1137"/>
                  <a:pt x="1447" y="1140"/>
                  <a:pt x="1446" y="1143"/>
                </a:cubicBezTo>
                <a:cubicBezTo>
                  <a:pt x="1454" y="1132"/>
                  <a:pt x="1459" y="1129"/>
                  <a:pt x="1461" y="1123"/>
                </a:cubicBezTo>
                <a:cubicBezTo>
                  <a:pt x="1487" y="1072"/>
                  <a:pt x="1483" y="1063"/>
                  <a:pt x="1489" y="1060"/>
                </a:cubicBezTo>
                <a:cubicBezTo>
                  <a:pt x="1500" y="1013"/>
                  <a:pt x="1511" y="1017"/>
                  <a:pt x="1507" y="1010"/>
                </a:cubicBezTo>
                <a:cubicBezTo>
                  <a:pt x="1511" y="959"/>
                  <a:pt x="1522" y="958"/>
                  <a:pt x="1517" y="946"/>
                </a:cubicBezTo>
                <a:cubicBezTo>
                  <a:pt x="1527" y="897"/>
                  <a:pt x="1531" y="894"/>
                  <a:pt x="1529" y="887"/>
                </a:cubicBezTo>
                <a:cubicBezTo>
                  <a:pt x="1547" y="822"/>
                  <a:pt x="1551" y="815"/>
                  <a:pt x="1554" y="807"/>
                </a:cubicBezTo>
                <a:cubicBezTo>
                  <a:pt x="1573" y="742"/>
                  <a:pt x="1585" y="745"/>
                  <a:pt x="1582" y="738"/>
                </a:cubicBezTo>
                <a:cubicBezTo>
                  <a:pt x="1593" y="722"/>
                  <a:pt x="1591" y="719"/>
                  <a:pt x="1594" y="718"/>
                </a:cubicBezTo>
                <a:cubicBezTo>
                  <a:pt x="1619" y="684"/>
                  <a:pt x="1616" y="687"/>
                  <a:pt x="1615" y="692"/>
                </a:cubicBezTo>
                <a:cubicBezTo>
                  <a:pt x="1599" y="715"/>
                  <a:pt x="1601" y="718"/>
                  <a:pt x="1598" y="719"/>
                </a:cubicBezTo>
                <a:cubicBezTo>
                  <a:pt x="1585" y="740"/>
                  <a:pt x="1585" y="746"/>
                  <a:pt x="1581" y="749"/>
                </a:cubicBezTo>
                <a:cubicBezTo>
                  <a:pt x="1568" y="794"/>
                  <a:pt x="1561" y="795"/>
                  <a:pt x="1562" y="801"/>
                </a:cubicBezTo>
                <a:cubicBezTo>
                  <a:pt x="1546" y="844"/>
                  <a:pt x="1548" y="851"/>
                  <a:pt x="1545" y="855"/>
                </a:cubicBezTo>
                <a:cubicBezTo>
                  <a:pt x="1538" y="894"/>
                  <a:pt x="1537" y="904"/>
                  <a:pt x="1536" y="914"/>
                </a:cubicBezTo>
                <a:cubicBezTo>
                  <a:pt x="1529" y="960"/>
                  <a:pt x="1529" y="966"/>
                  <a:pt x="1526" y="969"/>
                </a:cubicBezTo>
                <a:cubicBezTo>
                  <a:pt x="1512" y="1031"/>
                  <a:pt x="1515" y="1039"/>
                  <a:pt x="1513" y="1043"/>
                </a:cubicBezTo>
                <a:cubicBezTo>
                  <a:pt x="1500" y="1088"/>
                  <a:pt x="1491" y="1087"/>
                  <a:pt x="1493" y="1095"/>
                </a:cubicBezTo>
                <a:cubicBezTo>
                  <a:pt x="1496" y="1099"/>
                  <a:pt x="1498" y="1092"/>
                  <a:pt x="1501" y="1087"/>
                </a:cubicBezTo>
                <a:cubicBezTo>
                  <a:pt x="1520" y="1044"/>
                  <a:pt x="1523" y="1037"/>
                  <a:pt x="1524" y="1030"/>
                </a:cubicBezTo>
                <a:cubicBezTo>
                  <a:pt x="1535" y="1007"/>
                  <a:pt x="1530" y="996"/>
                  <a:pt x="1534" y="990"/>
                </a:cubicBezTo>
                <a:cubicBezTo>
                  <a:pt x="1547" y="920"/>
                  <a:pt x="1543" y="912"/>
                  <a:pt x="1546" y="908"/>
                </a:cubicBezTo>
                <a:cubicBezTo>
                  <a:pt x="1558" y="848"/>
                  <a:pt x="1560" y="836"/>
                  <a:pt x="1564" y="825"/>
                </a:cubicBezTo>
                <a:cubicBezTo>
                  <a:pt x="1596" y="749"/>
                  <a:pt x="1597" y="736"/>
                  <a:pt x="1604" y="727"/>
                </a:cubicBezTo>
                <a:cubicBezTo>
                  <a:pt x="1617" y="708"/>
                  <a:pt x="1618" y="702"/>
                  <a:pt x="1621" y="697"/>
                </a:cubicBezTo>
                <a:cubicBezTo>
                  <a:pt x="1645" y="666"/>
                  <a:pt x="1646" y="660"/>
                  <a:pt x="1649" y="655"/>
                </a:cubicBezTo>
                <a:cubicBezTo>
                  <a:pt x="1664" y="655"/>
                  <a:pt x="1660" y="659"/>
                  <a:pt x="1655" y="663"/>
                </a:cubicBezTo>
                <a:cubicBezTo>
                  <a:pt x="1646" y="680"/>
                  <a:pt x="1644" y="682"/>
                  <a:pt x="1640" y="683"/>
                </a:cubicBezTo>
                <a:cubicBezTo>
                  <a:pt x="1628" y="709"/>
                  <a:pt x="1626" y="711"/>
                  <a:pt x="1624" y="712"/>
                </a:cubicBezTo>
                <a:cubicBezTo>
                  <a:pt x="1609" y="739"/>
                  <a:pt x="1613" y="749"/>
                  <a:pt x="1606" y="751"/>
                </a:cubicBezTo>
                <a:cubicBezTo>
                  <a:pt x="1591" y="789"/>
                  <a:pt x="1590" y="796"/>
                  <a:pt x="1586" y="801"/>
                </a:cubicBezTo>
                <a:cubicBezTo>
                  <a:pt x="1573" y="863"/>
                  <a:pt x="1567" y="866"/>
                  <a:pt x="1571" y="877"/>
                </a:cubicBezTo>
                <a:cubicBezTo>
                  <a:pt x="1569" y="1011"/>
                  <a:pt x="1566" y="1004"/>
                  <a:pt x="1567" y="1000"/>
                </a:cubicBezTo>
                <a:cubicBezTo>
                  <a:pt x="1584" y="947"/>
                  <a:pt x="1586" y="936"/>
                  <a:pt x="1591" y="926"/>
                </a:cubicBezTo>
                <a:cubicBezTo>
                  <a:pt x="1618" y="817"/>
                  <a:pt x="1621" y="806"/>
                  <a:pt x="1623" y="794"/>
                </a:cubicBezTo>
                <a:cubicBezTo>
                  <a:pt x="1638" y="752"/>
                  <a:pt x="1642" y="741"/>
                  <a:pt x="1647" y="730"/>
                </a:cubicBezTo>
                <a:cubicBezTo>
                  <a:pt x="1665" y="691"/>
                  <a:pt x="1667" y="688"/>
                  <a:pt x="1670" y="686"/>
                </a:cubicBezTo>
                <a:cubicBezTo>
                  <a:pt x="1680" y="666"/>
                  <a:pt x="1683" y="662"/>
                  <a:pt x="1685" y="657"/>
                </a:cubicBezTo>
                <a:cubicBezTo>
                  <a:pt x="1698" y="643"/>
                  <a:pt x="1698" y="640"/>
                  <a:pt x="1701" y="639"/>
                </a:cubicBezTo>
                <a:cubicBezTo>
                  <a:pt x="1715" y="633"/>
                  <a:pt x="1706" y="644"/>
                  <a:pt x="1697" y="655"/>
                </a:cubicBezTo>
                <a:cubicBezTo>
                  <a:pt x="1662" y="708"/>
                  <a:pt x="1663" y="716"/>
                  <a:pt x="1658" y="719"/>
                </a:cubicBezTo>
                <a:cubicBezTo>
                  <a:pt x="1644" y="762"/>
                  <a:pt x="1639" y="772"/>
                  <a:pt x="1639" y="785"/>
                </a:cubicBezTo>
                <a:cubicBezTo>
                  <a:pt x="1619" y="855"/>
                  <a:pt x="1616" y="860"/>
                  <a:pt x="1616" y="867"/>
                </a:cubicBezTo>
                <a:cubicBezTo>
                  <a:pt x="1604" y="896"/>
                  <a:pt x="1606" y="912"/>
                  <a:pt x="1600" y="923"/>
                </a:cubicBezTo>
                <a:cubicBezTo>
                  <a:pt x="1589" y="968"/>
                  <a:pt x="1585" y="973"/>
                  <a:pt x="1586" y="981"/>
                </a:cubicBezTo>
                <a:cubicBezTo>
                  <a:pt x="1573" y="1022"/>
                  <a:pt x="1565" y="1025"/>
                  <a:pt x="1566" y="1033"/>
                </a:cubicBezTo>
                <a:cubicBezTo>
                  <a:pt x="1553" y="1054"/>
                  <a:pt x="1550" y="1059"/>
                  <a:pt x="1545" y="1063"/>
                </a:cubicBezTo>
                <a:cubicBezTo>
                  <a:pt x="1509" y="1110"/>
                  <a:pt x="1503" y="1109"/>
                  <a:pt x="1506" y="1115"/>
                </a:cubicBezTo>
                <a:cubicBezTo>
                  <a:pt x="1523" y="1102"/>
                  <a:pt x="1526" y="1099"/>
                  <a:pt x="1529" y="1095"/>
                </a:cubicBezTo>
                <a:cubicBezTo>
                  <a:pt x="1541" y="1079"/>
                  <a:pt x="1546" y="1077"/>
                  <a:pt x="1547" y="1072"/>
                </a:cubicBezTo>
                <a:cubicBezTo>
                  <a:pt x="1566" y="1044"/>
                  <a:pt x="1569" y="1040"/>
                  <a:pt x="1573" y="1036"/>
                </a:cubicBezTo>
                <a:close/>
                <a:moveTo>
                  <a:pt x="1704" y="888"/>
                </a:moveTo>
                <a:cubicBezTo>
                  <a:pt x="1709" y="888"/>
                  <a:pt x="1703" y="895"/>
                  <a:pt x="1704" y="897"/>
                </a:cubicBezTo>
                <a:cubicBezTo>
                  <a:pt x="1680" y="926"/>
                  <a:pt x="1684" y="933"/>
                  <a:pt x="1677" y="933"/>
                </a:cubicBezTo>
                <a:cubicBezTo>
                  <a:pt x="1692" y="888"/>
                  <a:pt x="1696" y="888"/>
                  <a:pt x="1694" y="884"/>
                </a:cubicBezTo>
                <a:cubicBezTo>
                  <a:pt x="1720" y="791"/>
                  <a:pt x="1729" y="785"/>
                  <a:pt x="1725" y="772"/>
                </a:cubicBezTo>
                <a:cubicBezTo>
                  <a:pt x="1737" y="743"/>
                  <a:pt x="1738" y="735"/>
                  <a:pt x="1742" y="729"/>
                </a:cubicBezTo>
                <a:cubicBezTo>
                  <a:pt x="1754" y="700"/>
                  <a:pt x="1755" y="692"/>
                  <a:pt x="1761" y="688"/>
                </a:cubicBezTo>
                <a:cubicBezTo>
                  <a:pt x="1767" y="673"/>
                  <a:pt x="1768" y="669"/>
                  <a:pt x="1770" y="666"/>
                </a:cubicBezTo>
                <a:cubicBezTo>
                  <a:pt x="1790" y="634"/>
                  <a:pt x="1785" y="626"/>
                  <a:pt x="1792" y="627"/>
                </a:cubicBezTo>
                <a:cubicBezTo>
                  <a:pt x="1795" y="624"/>
                  <a:pt x="1796" y="629"/>
                  <a:pt x="1795" y="633"/>
                </a:cubicBezTo>
                <a:cubicBezTo>
                  <a:pt x="1779" y="657"/>
                  <a:pt x="1783" y="666"/>
                  <a:pt x="1777" y="667"/>
                </a:cubicBezTo>
                <a:cubicBezTo>
                  <a:pt x="1760" y="709"/>
                  <a:pt x="1759" y="717"/>
                  <a:pt x="1754" y="722"/>
                </a:cubicBezTo>
                <a:cubicBezTo>
                  <a:pt x="1745" y="753"/>
                  <a:pt x="1749" y="759"/>
                  <a:pt x="1745" y="759"/>
                </a:cubicBezTo>
                <a:cubicBezTo>
                  <a:pt x="1733" y="796"/>
                  <a:pt x="1737" y="802"/>
                  <a:pt x="1733" y="803"/>
                </a:cubicBezTo>
                <a:cubicBezTo>
                  <a:pt x="1722" y="841"/>
                  <a:pt x="1717" y="851"/>
                  <a:pt x="1715" y="864"/>
                </a:cubicBezTo>
                <a:cubicBezTo>
                  <a:pt x="1700" y="892"/>
                  <a:pt x="1704" y="892"/>
                  <a:pt x="1704" y="888"/>
                </a:cubicBezTo>
                <a:close/>
                <a:moveTo>
                  <a:pt x="1534" y="299"/>
                </a:moveTo>
                <a:cubicBezTo>
                  <a:pt x="1541" y="296"/>
                  <a:pt x="1544" y="300"/>
                  <a:pt x="1551" y="298"/>
                </a:cubicBezTo>
                <a:cubicBezTo>
                  <a:pt x="1606" y="305"/>
                  <a:pt x="1609" y="310"/>
                  <a:pt x="1615" y="309"/>
                </a:cubicBezTo>
                <a:cubicBezTo>
                  <a:pt x="1665" y="320"/>
                  <a:pt x="1668" y="324"/>
                  <a:pt x="1675" y="322"/>
                </a:cubicBezTo>
                <a:cubicBezTo>
                  <a:pt x="1725" y="336"/>
                  <a:pt x="1725" y="345"/>
                  <a:pt x="1732" y="343"/>
                </a:cubicBezTo>
                <a:cubicBezTo>
                  <a:pt x="1776" y="364"/>
                  <a:pt x="1782" y="363"/>
                  <a:pt x="1783" y="369"/>
                </a:cubicBezTo>
                <a:cubicBezTo>
                  <a:pt x="1805" y="373"/>
                  <a:pt x="1804" y="382"/>
                  <a:pt x="1812" y="379"/>
                </a:cubicBezTo>
                <a:cubicBezTo>
                  <a:pt x="1845" y="400"/>
                  <a:pt x="1856" y="399"/>
                  <a:pt x="1863" y="406"/>
                </a:cubicBezTo>
                <a:cubicBezTo>
                  <a:pt x="1911" y="424"/>
                  <a:pt x="1920" y="418"/>
                  <a:pt x="1923" y="421"/>
                </a:cubicBezTo>
                <a:cubicBezTo>
                  <a:pt x="1958" y="431"/>
                  <a:pt x="1968" y="425"/>
                  <a:pt x="1969" y="431"/>
                </a:cubicBezTo>
                <a:cubicBezTo>
                  <a:pt x="1954" y="441"/>
                  <a:pt x="1952" y="436"/>
                  <a:pt x="1948" y="435"/>
                </a:cubicBezTo>
                <a:cubicBezTo>
                  <a:pt x="1904" y="430"/>
                  <a:pt x="1898" y="426"/>
                  <a:pt x="1891" y="425"/>
                </a:cubicBezTo>
                <a:cubicBezTo>
                  <a:pt x="1826" y="407"/>
                  <a:pt x="1828" y="397"/>
                  <a:pt x="1822" y="400"/>
                </a:cubicBezTo>
                <a:cubicBezTo>
                  <a:pt x="1792" y="385"/>
                  <a:pt x="1790" y="382"/>
                  <a:pt x="1786" y="382"/>
                </a:cubicBezTo>
                <a:cubicBezTo>
                  <a:pt x="1758" y="367"/>
                  <a:pt x="1754" y="368"/>
                  <a:pt x="1754" y="365"/>
                </a:cubicBezTo>
                <a:cubicBezTo>
                  <a:pt x="1735" y="356"/>
                  <a:pt x="1730" y="353"/>
                  <a:pt x="1723" y="351"/>
                </a:cubicBezTo>
                <a:cubicBezTo>
                  <a:pt x="1699" y="338"/>
                  <a:pt x="1689" y="341"/>
                  <a:pt x="1684" y="336"/>
                </a:cubicBezTo>
                <a:cubicBezTo>
                  <a:pt x="1637" y="322"/>
                  <a:pt x="1631" y="319"/>
                  <a:pt x="1625" y="316"/>
                </a:cubicBezTo>
                <a:cubicBezTo>
                  <a:pt x="1552" y="306"/>
                  <a:pt x="1547" y="305"/>
                  <a:pt x="1542" y="306"/>
                </a:cubicBezTo>
                <a:cubicBezTo>
                  <a:pt x="1519" y="295"/>
                  <a:pt x="1527" y="303"/>
                  <a:pt x="1534" y="299"/>
                </a:cubicBezTo>
                <a:close/>
                <a:moveTo>
                  <a:pt x="1968" y="449"/>
                </a:moveTo>
                <a:cubicBezTo>
                  <a:pt x="1969" y="454"/>
                  <a:pt x="1963" y="455"/>
                  <a:pt x="1960" y="452"/>
                </a:cubicBezTo>
                <a:cubicBezTo>
                  <a:pt x="1960" y="449"/>
                  <a:pt x="1965" y="450"/>
                  <a:pt x="1968" y="449"/>
                </a:cubicBezTo>
                <a:close/>
                <a:moveTo>
                  <a:pt x="1567" y="324"/>
                </a:moveTo>
                <a:cubicBezTo>
                  <a:pt x="1564" y="319"/>
                  <a:pt x="1555" y="323"/>
                  <a:pt x="1551" y="320"/>
                </a:cubicBezTo>
                <a:cubicBezTo>
                  <a:pt x="1450" y="299"/>
                  <a:pt x="1460" y="303"/>
                  <a:pt x="1463" y="303"/>
                </a:cubicBezTo>
                <a:cubicBezTo>
                  <a:pt x="1502" y="303"/>
                  <a:pt x="1506" y="306"/>
                  <a:pt x="1511" y="307"/>
                </a:cubicBezTo>
                <a:cubicBezTo>
                  <a:pt x="1565" y="311"/>
                  <a:pt x="1566" y="318"/>
                  <a:pt x="1572" y="316"/>
                </a:cubicBezTo>
                <a:cubicBezTo>
                  <a:pt x="1642" y="329"/>
                  <a:pt x="1649" y="335"/>
                  <a:pt x="1660" y="336"/>
                </a:cubicBezTo>
                <a:cubicBezTo>
                  <a:pt x="1704" y="352"/>
                  <a:pt x="1706" y="355"/>
                  <a:pt x="1710" y="354"/>
                </a:cubicBezTo>
                <a:cubicBezTo>
                  <a:pt x="1734" y="367"/>
                  <a:pt x="1739" y="368"/>
                  <a:pt x="1744" y="370"/>
                </a:cubicBezTo>
                <a:cubicBezTo>
                  <a:pt x="1759" y="383"/>
                  <a:pt x="1767" y="380"/>
                  <a:pt x="1770" y="382"/>
                </a:cubicBezTo>
                <a:cubicBezTo>
                  <a:pt x="1788" y="392"/>
                  <a:pt x="1791" y="396"/>
                  <a:pt x="1797" y="395"/>
                </a:cubicBezTo>
                <a:cubicBezTo>
                  <a:pt x="1858" y="428"/>
                  <a:pt x="1872" y="424"/>
                  <a:pt x="1879" y="432"/>
                </a:cubicBezTo>
                <a:cubicBezTo>
                  <a:pt x="1917" y="440"/>
                  <a:pt x="1925" y="442"/>
                  <a:pt x="1932" y="444"/>
                </a:cubicBezTo>
                <a:cubicBezTo>
                  <a:pt x="1950" y="451"/>
                  <a:pt x="1943" y="456"/>
                  <a:pt x="1942" y="451"/>
                </a:cubicBezTo>
                <a:cubicBezTo>
                  <a:pt x="1913" y="449"/>
                  <a:pt x="1907" y="449"/>
                  <a:pt x="1902" y="447"/>
                </a:cubicBezTo>
                <a:cubicBezTo>
                  <a:pt x="1879" y="443"/>
                  <a:pt x="1872" y="443"/>
                  <a:pt x="1869" y="438"/>
                </a:cubicBezTo>
                <a:cubicBezTo>
                  <a:pt x="1814" y="426"/>
                  <a:pt x="1813" y="418"/>
                  <a:pt x="1804" y="421"/>
                </a:cubicBezTo>
                <a:cubicBezTo>
                  <a:pt x="1757" y="398"/>
                  <a:pt x="1753" y="395"/>
                  <a:pt x="1748" y="393"/>
                </a:cubicBezTo>
                <a:cubicBezTo>
                  <a:pt x="1726" y="379"/>
                  <a:pt x="1714" y="379"/>
                  <a:pt x="1706" y="372"/>
                </a:cubicBezTo>
                <a:cubicBezTo>
                  <a:pt x="1669" y="351"/>
                  <a:pt x="1663" y="354"/>
                  <a:pt x="1663" y="351"/>
                </a:cubicBezTo>
                <a:cubicBezTo>
                  <a:pt x="1643" y="344"/>
                  <a:pt x="1639" y="340"/>
                  <a:pt x="1632" y="341"/>
                </a:cubicBezTo>
                <a:cubicBezTo>
                  <a:pt x="1598" y="327"/>
                  <a:pt x="1591" y="328"/>
                  <a:pt x="1585" y="327"/>
                </a:cubicBezTo>
                <a:close/>
                <a:moveTo>
                  <a:pt x="1948" y="481"/>
                </a:moveTo>
                <a:cubicBezTo>
                  <a:pt x="1943" y="482"/>
                  <a:pt x="1946" y="488"/>
                  <a:pt x="1940" y="487"/>
                </a:cubicBezTo>
                <a:cubicBezTo>
                  <a:pt x="1944" y="482"/>
                  <a:pt x="1944" y="475"/>
                  <a:pt x="1953" y="474"/>
                </a:cubicBezTo>
                <a:cubicBezTo>
                  <a:pt x="1955" y="479"/>
                  <a:pt x="1949" y="479"/>
                  <a:pt x="1948" y="481"/>
                </a:cubicBezTo>
                <a:close/>
                <a:moveTo>
                  <a:pt x="1923" y="470"/>
                </a:moveTo>
                <a:cubicBezTo>
                  <a:pt x="1920" y="466"/>
                  <a:pt x="1912" y="469"/>
                  <a:pt x="1907" y="466"/>
                </a:cubicBezTo>
                <a:cubicBezTo>
                  <a:pt x="1879" y="465"/>
                  <a:pt x="1874" y="467"/>
                  <a:pt x="1873" y="464"/>
                </a:cubicBezTo>
                <a:cubicBezTo>
                  <a:pt x="1838" y="455"/>
                  <a:pt x="1833" y="454"/>
                  <a:pt x="1829" y="452"/>
                </a:cubicBezTo>
                <a:cubicBezTo>
                  <a:pt x="1753" y="419"/>
                  <a:pt x="1749" y="416"/>
                  <a:pt x="1745" y="414"/>
                </a:cubicBezTo>
                <a:cubicBezTo>
                  <a:pt x="1687" y="386"/>
                  <a:pt x="1681" y="389"/>
                  <a:pt x="1680" y="385"/>
                </a:cubicBezTo>
                <a:cubicBezTo>
                  <a:pt x="1662" y="375"/>
                  <a:pt x="1659" y="374"/>
                  <a:pt x="1656" y="374"/>
                </a:cubicBezTo>
                <a:cubicBezTo>
                  <a:pt x="1619" y="357"/>
                  <a:pt x="1617" y="350"/>
                  <a:pt x="1610" y="352"/>
                </a:cubicBezTo>
                <a:cubicBezTo>
                  <a:pt x="1571" y="325"/>
                  <a:pt x="1576" y="333"/>
                  <a:pt x="1579" y="330"/>
                </a:cubicBezTo>
                <a:cubicBezTo>
                  <a:pt x="1615" y="345"/>
                  <a:pt x="1630" y="345"/>
                  <a:pt x="1640" y="350"/>
                </a:cubicBezTo>
                <a:cubicBezTo>
                  <a:pt x="1669" y="363"/>
                  <a:pt x="1671" y="364"/>
                  <a:pt x="1672" y="367"/>
                </a:cubicBezTo>
                <a:cubicBezTo>
                  <a:pt x="1726" y="389"/>
                  <a:pt x="1726" y="395"/>
                  <a:pt x="1730" y="394"/>
                </a:cubicBezTo>
                <a:cubicBezTo>
                  <a:pt x="1758" y="411"/>
                  <a:pt x="1765" y="409"/>
                  <a:pt x="1769" y="414"/>
                </a:cubicBezTo>
                <a:cubicBezTo>
                  <a:pt x="1815" y="430"/>
                  <a:pt x="1822" y="439"/>
                  <a:pt x="1838" y="437"/>
                </a:cubicBezTo>
                <a:cubicBezTo>
                  <a:pt x="1891" y="455"/>
                  <a:pt x="1892" y="458"/>
                  <a:pt x="1895" y="458"/>
                </a:cubicBezTo>
                <a:cubicBezTo>
                  <a:pt x="1925" y="456"/>
                  <a:pt x="1939" y="461"/>
                  <a:pt x="1947" y="464"/>
                </a:cubicBezTo>
                <a:cubicBezTo>
                  <a:pt x="1946" y="472"/>
                  <a:pt x="1931" y="465"/>
                  <a:pt x="1923" y="470"/>
                </a:cubicBezTo>
                <a:close/>
                <a:moveTo>
                  <a:pt x="1923" y="528"/>
                </a:moveTo>
                <a:cubicBezTo>
                  <a:pt x="1926" y="518"/>
                  <a:pt x="1933" y="511"/>
                  <a:pt x="1938" y="503"/>
                </a:cubicBezTo>
                <a:cubicBezTo>
                  <a:pt x="1972" y="476"/>
                  <a:pt x="1969" y="477"/>
                  <a:pt x="1969" y="479"/>
                </a:cubicBezTo>
                <a:cubicBezTo>
                  <a:pt x="1958" y="497"/>
                  <a:pt x="1958" y="501"/>
                  <a:pt x="1956" y="504"/>
                </a:cubicBezTo>
                <a:cubicBezTo>
                  <a:pt x="1932" y="538"/>
                  <a:pt x="1936" y="549"/>
                  <a:pt x="1929" y="553"/>
                </a:cubicBezTo>
                <a:cubicBezTo>
                  <a:pt x="1901" y="608"/>
                  <a:pt x="1903" y="613"/>
                  <a:pt x="1901" y="616"/>
                </a:cubicBezTo>
                <a:cubicBezTo>
                  <a:pt x="1866" y="694"/>
                  <a:pt x="1857" y="699"/>
                  <a:pt x="1856" y="708"/>
                </a:cubicBezTo>
                <a:cubicBezTo>
                  <a:pt x="1838" y="738"/>
                  <a:pt x="1833" y="746"/>
                  <a:pt x="1828" y="753"/>
                </a:cubicBezTo>
                <a:cubicBezTo>
                  <a:pt x="1818" y="768"/>
                  <a:pt x="1816" y="771"/>
                  <a:pt x="1814" y="775"/>
                </a:cubicBezTo>
                <a:cubicBezTo>
                  <a:pt x="1784" y="808"/>
                  <a:pt x="1782" y="812"/>
                  <a:pt x="1780" y="815"/>
                </a:cubicBezTo>
                <a:cubicBezTo>
                  <a:pt x="1787" y="794"/>
                  <a:pt x="1788" y="787"/>
                  <a:pt x="1791" y="782"/>
                </a:cubicBezTo>
                <a:cubicBezTo>
                  <a:pt x="1812" y="744"/>
                  <a:pt x="1811" y="736"/>
                  <a:pt x="1815" y="731"/>
                </a:cubicBezTo>
                <a:cubicBezTo>
                  <a:pt x="1845" y="671"/>
                  <a:pt x="1848" y="658"/>
                  <a:pt x="1853" y="647"/>
                </a:cubicBezTo>
                <a:cubicBezTo>
                  <a:pt x="1865" y="618"/>
                  <a:pt x="1870" y="618"/>
                  <a:pt x="1870" y="615"/>
                </a:cubicBezTo>
                <a:cubicBezTo>
                  <a:pt x="1884" y="588"/>
                  <a:pt x="1881" y="581"/>
                  <a:pt x="1886" y="581"/>
                </a:cubicBezTo>
                <a:cubicBezTo>
                  <a:pt x="1902" y="555"/>
                  <a:pt x="1903" y="553"/>
                  <a:pt x="1902" y="549"/>
                </a:cubicBezTo>
                <a:close/>
                <a:moveTo>
                  <a:pt x="1897" y="530"/>
                </a:moveTo>
                <a:cubicBezTo>
                  <a:pt x="1900" y="530"/>
                  <a:pt x="1902" y="528"/>
                  <a:pt x="1902" y="525"/>
                </a:cubicBezTo>
                <a:cubicBezTo>
                  <a:pt x="1921" y="520"/>
                  <a:pt x="1910" y="520"/>
                  <a:pt x="1909" y="526"/>
                </a:cubicBezTo>
                <a:cubicBezTo>
                  <a:pt x="1880" y="565"/>
                  <a:pt x="1883" y="570"/>
                  <a:pt x="1880" y="571"/>
                </a:cubicBezTo>
                <a:cubicBezTo>
                  <a:pt x="1866" y="602"/>
                  <a:pt x="1857" y="609"/>
                  <a:pt x="1858" y="621"/>
                </a:cubicBezTo>
                <a:cubicBezTo>
                  <a:pt x="1825" y="682"/>
                  <a:pt x="1824" y="691"/>
                  <a:pt x="1818" y="697"/>
                </a:cubicBezTo>
                <a:cubicBezTo>
                  <a:pt x="1794" y="747"/>
                  <a:pt x="1794" y="753"/>
                  <a:pt x="1791" y="758"/>
                </a:cubicBezTo>
                <a:cubicBezTo>
                  <a:pt x="1780" y="779"/>
                  <a:pt x="1781" y="783"/>
                  <a:pt x="1778" y="784"/>
                </a:cubicBezTo>
                <a:cubicBezTo>
                  <a:pt x="1763" y="815"/>
                  <a:pt x="1763" y="820"/>
                  <a:pt x="1761" y="825"/>
                </a:cubicBezTo>
                <a:cubicBezTo>
                  <a:pt x="1742" y="853"/>
                  <a:pt x="1738" y="859"/>
                  <a:pt x="1730" y="862"/>
                </a:cubicBezTo>
                <a:cubicBezTo>
                  <a:pt x="1712" y="896"/>
                  <a:pt x="1713" y="894"/>
                  <a:pt x="1714" y="893"/>
                </a:cubicBezTo>
                <a:cubicBezTo>
                  <a:pt x="1733" y="846"/>
                  <a:pt x="1741" y="839"/>
                  <a:pt x="1745" y="830"/>
                </a:cubicBezTo>
                <a:cubicBezTo>
                  <a:pt x="1765" y="800"/>
                  <a:pt x="1765" y="788"/>
                  <a:pt x="1771" y="781"/>
                </a:cubicBezTo>
                <a:cubicBezTo>
                  <a:pt x="1785" y="750"/>
                  <a:pt x="1782" y="742"/>
                  <a:pt x="1786" y="739"/>
                </a:cubicBezTo>
                <a:cubicBezTo>
                  <a:pt x="1790" y="719"/>
                  <a:pt x="1799" y="720"/>
                  <a:pt x="1796" y="712"/>
                </a:cubicBezTo>
                <a:cubicBezTo>
                  <a:pt x="1816" y="669"/>
                  <a:pt x="1812" y="661"/>
                  <a:pt x="1818" y="660"/>
                </a:cubicBezTo>
                <a:cubicBezTo>
                  <a:pt x="1829" y="643"/>
                  <a:pt x="1826" y="635"/>
                  <a:pt x="1833" y="633"/>
                </a:cubicBezTo>
                <a:cubicBezTo>
                  <a:pt x="1843" y="612"/>
                  <a:pt x="1842" y="605"/>
                  <a:pt x="1845" y="599"/>
                </a:cubicBezTo>
                <a:cubicBezTo>
                  <a:pt x="1856" y="588"/>
                  <a:pt x="1855" y="583"/>
                  <a:pt x="1859" y="581"/>
                </a:cubicBezTo>
                <a:cubicBezTo>
                  <a:pt x="1885" y="546"/>
                  <a:pt x="1893" y="540"/>
                  <a:pt x="1897" y="530"/>
                </a:cubicBezTo>
                <a:close/>
                <a:moveTo>
                  <a:pt x="1824" y="596"/>
                </a:moveTo>
                <a:cubicBezTo>
                  <a:pt x="1827" y="593"/>
                  <a:pt x="1832" y="591"/>
                  <a:pt x="1831" y="584"/>
                </a:cubicBezTo>
                <a:cubicBezTo>
                  <a:pt x="1861" y="547"/>
                  <a:pt x="1867" y="544"/>
                  <a:pt x="1869" y="540"/>
                </a:cubicBezTo>
                <a:cubicBezTo>
                  <a:pt x="1888" y="530"/>
                  <a:pt x="1879" y="535"/>
                  <a:pt x="1880" y="538"/>
                </a:cubicBezTo>
                <a:cubicBezTo>
                  <a:pt x="1870" y="552"/>
                  <a:pt x="1866" y="551"/>
                  <a:pt x="1867" y="553"/>
                </a:cubicBezTo>
                <a:cubicBezTo>
                  <a:pt x="1850" y="569"/>
                  <a:pt x="1854" y="575"/>
                  <a:pt x="1850" y="576"/>
                </a:cubicBezTo>
                <a:cubicBezTo>
                  <a:pt x="1822" y="623"/>
                  <a:pt x="1825" y="632"/>
                  <a:pt x="1818" y="633"/>
                </a:cubicBezTo>
                <a:cubicBezTo>
                  <a:pt x="1805" y="665"/>
                  <a:pt x="1801" y="669"/>
                  <a:pt x="1801" y="674"/>
                </a:cubicBezTo>
                <a:cubicBezTo>
                  <a:pt x="1786" y="713"/>
                  <a:pt x="1784" y="727"/>
                  <a:pt x="1776" y="736"/>
                </a:cubicBezTo>
                <a:cubicBezTo>
                  <a:pt x="1773" y="758"/>
                  <a:pt x="1767" y="757"/>
                  <a:pt x="1768" y="762"/>
                </a:cubicBezTo>
                <a:cubicBezTo>
                  <a:pt x="1745" y="811"/>
                  <a:pt x="1743" y="823"/>
                  <a:pt x="1736" y="832"/>
                </a:cubicBezTo>
                <a:cubicBezTo>
                  <a:pt x="1737" y="820"/>
                  <a:pt x="1738" y="815"/>
                  <a:pt x="1741" y="813"/>
                </a:cubicBezTo>
                <a:cubicBezTo>
                  <a:pt x="1751" y="780"/>
                  <a:pt x="1752" y="770"/>
                  <a:pt x="1754" y="762"/>
                </a:cubicBezTo>
                <a:cubicBezTo>
                  <a:pt x="1769" y="712"/>
                  <a:pt x="1770" y="705"/>
                  <a:pt x="1774" y="701"/>
                </a:cubicBezTo>
                <a:cubicBezTo>
                  <a:pt x="1782" y="677"/>
                  <a:pt x="1787" y="673"/>
                  <a:pt x="1791" y="669"/>
                </a:cubicBezTo>
                <a:cubicBezTo>
                  <a:pt x="1796" y="652"/>
                  <a:pt x="1795" y="650"/>
                  <a:pt x="1796" y="648"/>
                </a:cubicBezTo>
                <a:cubicBezTo>
                  <a:pt x="1802" y="634"/>
                  <a:pt x="1807" y="627"/>
                  <a:pt x="1811" y="619"/>
                </a:cubicBezTo>
                <a:close/>
                <a:moveTo>
                  <a:pt x="1818" y="584"/>
                </a:moveTo>
                <a:cubicBezTo>
                  <a:pt x="1823" y="584"/>
                  <a:pt x="1819" y="591"/>
                  <a:pt x="1817" y="591"/>
                </a:cubicBezTo>
                <a:cubicBezTo>
                  <a:pt x="1813" y="593"/>
                  <a:pt x="1817" y="600"/>
                  <a:pt x="1809" y="599"/>
                </a:cubicBezTo>
                <a:cubicBezTo>
                  <a:pt x="1809" y="592"/>
                  <a:pt x="1818" y="591"/>
                  <a:pt x="1818" y="584"/>
                </a:cubicBezTo>
                <a:close/>
                <a:moveTo>
                  <a:pt x="1372" y="654"/>
                </a:moveTo>
                <a:cubicBezTo>
                  <a:pt x="1369" y="651"/>
                  <a:pt x="1365" y="650"/>
                  <a:pt x="1362" y="649"/>
                </a:cubicBezTo>
                <a:cubicBezTo>
                  <a:pt x="1364" y="641"/>
                  <a:pt x="1368" y="652"/>
                  <a:pt x="1373" y="649"/>
                </a:cubicBezTo>
                <a:cubicBezTo>
                  <a:pt x="1376" y="652"/>
                  <a:pt x="1379" y="652"/>
                  <a:pt x="1383" y="654"/>
                </a:cubicBezTo>
                <a:cubicBezTo>
                  <a:pt x="1381" y="662"/>
                  <a:pt x="1377" y="650"/>
                  <a:pt x="1372" y="654"/>
                </a:cubicBezTo>
                <a:close/>
                <a:moveTo>
                  <a:pt x="1400" y="662"/>
                </a:moveTo>
                <a:cubicBezTo>
                  <a:pt x="1395" y="661"/>
                  <a:pt x="1390" y="659"/>
                  <a:pt x="1386" y="658"/>
                </a:cubicBezTo>
                <a:cubicBezTo>
                  <a:pt x="1387" y="652"/>
                  <a:pt x="1393" y="662"/>
                  <a:pt x="1399" y="658"/>
                </a:cubicBezTo>
                <a:cubicBezTo>
                  <a:pt x="1402" y="661"/>
                  <a:pt x="1407" y="664"/>
                  <a:pt x="1413" y="664"/>
                </a:cubicBezTo>
                <a:cubicBezTo>
                  <a:pt x="1412" y="669"/>
                  <a:pt x="1402" y="664"/>
                  <a:pt x="1400" y="662"/>
                </a:cubicBezTo>
                <a:close/>
                <a:moveTo>
                  <a:pt x="1440" y="675"/>
                </a:moveTo>
                <a:cubicBezTo>
                  <a:pt x="1434" y="672"/>
                  <a:pt x="1443" y="674"/>
                  <a:pt x="1446" y="674"/>
                </a:cubicBezTo>
                <a:cubicBezTo>
                  <a:pt x="1445" y="678"/>
                  <a:pt x="1442" y="675"/>
                  <a:pt x="1440" y="675"/>
                </a:cubicBezTo>
                <a:close/>
                <a:moveTo>
                  <a:pt x="1398" y="704"/>
                </a:moveTo>
                <a:cubicBezTo>
                  <a:pt x="1398" y="699"/>
                  <a:pt x="1406" y="702"/>
                  <a:pt x="1407" y="703"/>
                </a:cubicBezTo>
                <a:cubicBezTo>
                  <a:pt x="1407" y="709"/>
                  <a:pt x="1402" y="701"/>
                  <a:pt x="1398" y="704"/>
                </a:cubicBezTo>
                <a:close/>
                <a:moveTo>
                  <a:pt x="1433" y="709"/>
                </a:moveTo>
                <a:cubicBezTo>
                  <a:pt x="1426" y="706"/>
                  <a:pt x="1436" y="708"/>
                  <a:pt x="1439" y="708"/>
                </a:cubicBezTo>
                <a:cubicBezTo>
                  <a:pt x="1438" y="712"/>
                  <a:pt x="1435" y="709"/>
                  <a:pt x="1433" y="709"/>
                </a:cubicBezTo>
                <a:close/>
                <a:moveTo>
                  <a:pt x="1135" y="916"/>
                </a:moveTo>
                <a:cubicBezTo>
                  <a:pt x="1134" y="916"/>
                  <a:pt x="1132" y="916"/>
                  <a:pt x="1131" y="916"/>
                </a:cubicBezTo>
                <a:cubicBezTo>
                  <a:pt x="1129" y="912"/>
                  <a:pt x="1133" y="912"/>
                  <a:pt x="1137" y="911"/>
                </a:cubicBezTo>
                <a:cubicBezTo>
                  <a:pt x="1137" y="913"/>
                  <a:pt x="1135" y="913"/>
                  <a:pt x="1135" y="916"/>
                </a:cubicBezTo>
                <a:close/>
                <a:moveTo>
                  <a:pt x="1156" y="896"/>
                </a:moveTo>
                <a:cubicBezTo>
                  <a:pt x="1150" y="895"/>
                  <a:pt x="1160" y="891"/>
                  <a:pt x="1159" y="887"/>
                </a:cubicBezTo>
                <a:cubicBezTo>
                  <a:pt x="1162" y="887"/>
                  <a:pt x="1165" y="886"/>
                  <a:pt x="1165" y="884"/>
                </a:cubicBezTo>
                <a:cubicBezTo>
                  <a:pt x="1172" y="888"/>
                  <a:pt x="1156" y="891"/>
                  <a:pt x="1156" y="896"/>
                </a:cubicBezTo>
                <a:close/>
                <a:moveTo>
                  <a:pt x="1242" y="819"/>
                </a:moveTo>
                <a:cubicBezTo>
                  <a:pt x="1244" y="815"/>
                  <a:pt x="1243" y="813"/>
                  <a:pt x="1240" y="810"/>
                </a:cubicBezTo>
                <a:cubicBezTo>
                  <a:pt x="1230" y="814"/>
                  <a:pt x="1224" y="810"/>
                  <a:pt x="1216" y="810"/>
                </a:cubicBezTo>
                <a:cubicBezTo>
                  <a:pt x="1208" y="811"/>
                  <a:pt x="1221" y="804"/>
                  <a:pt x="1220" y="809"/>
                </a:cubicBezTo>
                <a:cubicBezTo>
                  <a:pt x="1236" y="806"/>
                  <a:pt x="1246" y="812"/>
                  <a:pt x="1260" y="811"/>
                </a:cubicBezTo>
                <a:cubicBezTo>
                  <a:pt x="1258" y="816"/>
                  <a:pt x="1246" y="815"/>
                  <a:pt x="1242" y="819"/>
                </a:cubicBezTo>
                <a:close/>
                <a:moveTo>
                  <a:pt x="1266" y="830"/>
                </a:moveTo>
                <a:cubicBezTo>
                  <a:pt x="1267" y="826"/>
                  <a:pt x="1271" y="823"/>
                  <a:pt x="1276" y="822"/>
                </a:cubicBezTo>
                <a:cubicBezTo>
                  <a:pt x="1275" y="826"/>
                  <a:pt x="1271" y="828"/>
                  <a:pt x="1266" y="830"/>
                </a:cubicBezTo>
                <a:close/>
                <a:moveTo>
                  <a:pt x="1416" y="743"/>
                </a:moveTo>
                <a:cubicBezTo>
                  <a:pt x="1418" y="736"/>
                  <a:pt x="1425" y="744"/>
                  <a:pt x="1432" y="740"/>
                </a:cubicBezTo>
                <a:cubicBezTo>
                  <a:pt x="1431" y="749"/>
                  <a:pt x="1421" y="745"/>
                  <a:pt x="1416" y="743"/>
                </a:cubicBezTo>
                <a:close/>
                <a:moveTo>
                  <a:pt x="1655" y="687"/>
                </a:moveTo>
                <a:cubicBezTo>
                  <a:pt x="1656" y="691"/>
                  <a:pt x="1654" y="693"/>
                  <a:pt x="1654" y="696"/>
                </a:cubicBezTo>
                <a:cubicBezTo>
                  <a:pt x="1650" y="699"/>
                  <a:pt x="1647" y="704"/>
                  <a:pt x="1645" y="709"/>
                </a:cubicBezTo>
                <a:cubicBezTo>
                  <a:pt x="1645" y="715"/>
                  <a:pt x="1640" y="718"/>
                  <a:pt x="1639" y="723"/>
                </a:cubicBezTo>
                <a:cubicBezTo>
                  <a:pt x="1636" y="727"/>
                  <a:pt x="1636" y="733"/>
                  <a:pt x="1633" y="737"/>
                </a:cubicBezTo>
                <a:cubicBezTo>
                  <a:pt x="1630" y="748"/>
                  <a:pt x="1623" y="755"/>
                  <a:pt x="1623" y="768"/>
                </a:cubicBezTo>
                <a:cubicBezTo>
                  <a:pt x="1616" y="776"/>
                  <a:pt x="1617" y="789"/>
                  <a:pt x="1610" y="797"/>
                </a:cubicBezTo>
                <a:cubicBezTo>
                  <a:pt x="1609" y="821"/>
                  <a:pt x="1604" y="841"/>
                  <a:pt x="1595" y="859"/>
                </a:cubicBezTo>
                <a:cubicBezTo>
                  <a:pt x="1596" y="871"/>
                  <a:pt x="1592" y="880"/>
                  <a:pt x="1592" y="891"/>
                </a:cubicBezTo>
                <a:cubicBezTo>
                  <a:pt x="1586" y="898"/>
                  <a:pt x="1588" y="910"/>
                  <a:pt x="1583" y="917"/>
                </a:cubicBezTo>
                <a:cubicBezTo>
                  <a:pt x="1583" y="928"/>
                  <a:pt x="1578" y="936"/>
                  <a:pt x="1577" y="947"/>
                </a:cubicBezTo>
                <a:cubicBezTo>
                  <a:pt x="1576" y="956"/>
                  <a:pt x="1570" y="963"/>
                  <a:pt x="1571" y="974"/>
                </a:cubicBezTo>
                <a:cubicBezTo>
                  <a:pt x="1562" y="968"/>
                  <a:pt x="1575" y="961"/>
                  <a:pt x="1569" y="950"/>
                </a:cubicBezTo>
                <a:cubicBezTo>
                  <a:pt x="1570" y="943"/>
                  <a:pt x="1571" y="934"/>
                  <a:pt x="1569" y="924"/>
                </a:cubicBezTo>
                <a:cubicBezTo>
                  <a:pt x="1572" y="920"/>
                  <a:pt x="1570" y="912"/>
                  <a:pt x="1572" y="908"/>
                </a:cubicBezTo>
                <a:cubicBezTo>
                  <a:pt x="1572" y="902"/>
                  <a:pt x="1574" y="897"/>
                  <a:pt x="1577" y="894"/>
                </a:cubicBezTo>
                <a:cubicBezTo>
                  <a:pt x="1575" y="882"/>
                  <a:pt x="1582" y="875"/>
                  <a:pt x="1580" y="862"/>
                </a:cubicBezTo>
                <a:cubicBezTo>
                  <a:pt x="1585" y="854"/>
                  <a:pt x="1584" y="841"/>
                  <a:pt x="1588" y="832"/>
                </a:cubicBezTo>
                <a:cubicBezTo>
                  <a:pt x="1591" y="823"/>
                  <a:pt x="1595" y="814"/>
                  <a:pt x="1596" y="804"/>
                </a:cubicBezTo>
                <a:cubicBezTo>
                  <a:pt x="1599" y="800"/>
                  <a:pt x="1599" y="794"/>
                  <a:pt x="1602" y="789"/>
                </a:cubicBezTo>
                <a:cubicBezTo>
                  <a:pt x="1603" y="787"/>
                  <a:pt x="1604" y="784"/>
                  <a:pt x="1603" y="780"/>
                </a:cubicBezTo>
                <a:cubicBezTo>
                  <a:pt x="1606" y="781"/>
                  <a:pt x="1606" y="778"/>
                  <a:pt x="1606" y="775"/>
                </a:cubicBezTo>
                <a:cubicBezTo>
                  <a:pt x="1611" y="767"/>
                  <a:pt x="1612" y="757"/>
                  <a:pt x="1619" y="751"/>
                </a:cubicBezTo>
                <a:cubicBezTo>
                  <a:pt x="1619" y="744"/>
                  <a:pt x="1623" y="742"/>
                  <a:pt x="1626" y="739"/>
                </a:cubicBezTo>
                <a:cubicBezTo>
                  <a:pt x="1625" y="735"/>
                  <a:pt x="1628" y="734"/>
                  <a:pt x="1627" y="730"/>
                </a:cubicBezTo>
                <a:cubicBezTo>
                  <a:pt x="1631" y="730"/>
                  <a:pt x="1630" y="727"/>
                  <a:pt x="1630" y="724"/>
                </a:cubicBezTo>
                <a:cubicBezTo>
                  <a:pt x="1636" y="723"/>
                  <a:pt x="1632" y="715"/>
                  <a:pt x="1637" y="712"/>
                </a:cubicBezTo>
                <a:cubicBezTo>
                  <a:pt x="1637" y="706"/>
                  <a:pt x="1642" y="705"/>
                  <a:pt x="1641" y="698"/>
                </a:cubicBezTo>
                <a:cubicBezTo>
                  <a:pt x="1648" y="694"/>
                  <a:pt x="1652" y="687"/>
                  <a:pt x="1656" y="680"/>
                </a:cubicBezTo>
                <a:cubicBezTo>
                  <a:pt x="1661" y="679"/>
                  <a:pt x="1657" y="687"/>
                  <a:pt x="1655" y="687"/>
                </a:cubicBezTo>
                <a:close/>
                <a:moveTo>
                  <a:pt x="2606" y="35"/>
                </a:moveTo>
                <a:cubicBezTo>
                  <a:pt x="2599" y="41"/>
                  <a:pt x="2596" y="51"/>
                  <a:pt x="2588" y="56"/>
                </a:cubicBezTo>
                <a:cubicBezTo>
                  <a:pt x="2562" y="100"/>
                  <a:pt x="2557" y="112"/>
                  <a:pt x="2547" y="120"/>
                </a:cubicBezTo>
                <a:cubicBezTo>
                  <a:pt x="2515" y="157"/>
                  <a:pt x="2517" y="164"/>
                  <a:pt x="2512" y="163"/>
                </a:cubicBezTo>
                <a:cubicBezTo>
                  <a:pt x="2498" y="179"/>
                  <a:pt x="2493" y="184"/>
                  <a:pt x="2490" y="189"/>
                </a:cubicBezTo>
                <a:cubicBezTo>
                  <a:pt x="2471" y="199"/>
                  <a:pt x="2475" y="208"/>
                  <a:pt x="2469" y="207"/>
                </a:cubicBezTo>
                <a:cubicBezTo>
                  <a:pt x="2445" y="224"/>
                  <a:pt x="2450" y="235"/>
                  <a:pt x="2442" y="233"/>
                </a:cubicBezTo>
                <a:cubicBezTo>
                  <a:pt x="2418" y="259"/>
                  <a:pt x="2417" y="261"/>
                  <a:pt x="2416" y="261"/>
                </a:cubicBezTo>
                <a:cubicBezTo>
                  <a:pt x="2399" y="277"/>
                  <a:pt x="2396" y="284"/>
                  <a:pt x="2392" y="290"/>
                </a:cubicBezTo>
                <a:cubicBezTo>
                  <a:pt x="2384" y="304"/>
                  <a:pt x="2387" y="303"/>
                  <a:pt x="2388" y="301"/>
                </a:cubicBezTo>
                <a:cubicBezTo>
                  <a:pt x="2423" y="265"/>
                  <a:pt x="2425" y="260"/>
                  <a:pt x="2429" y="257"/>
                </a:cubicBezTo>
                <a:cubicBezTo>
                  <a:pt x="2444" y="240"/>
                  <a:pt x="2450" y="237"/>
                  <a:pt x="2453" y="233"/>
                </a:cubicBezTo>
                <a:cubicBezTo>
                  <a:pt x="2474" y="214"/>
                  <a:pt x="2481" y="207"/>
                  <a:pt x="2490" y="200"/>
                </a:cubicBezTo>
                <a:cubicBezTo>
                  <a:pt x="2538" y="145"/>
                  <a:pt x="2544" y="137"/>
                  <a:pt x="2551" y="131"/>
                </a:cubicBezTo>
                <a:cubicBezTo>
                  <a:pt x="2594" y="76"/>
                  <a:pt x="2597" y="66"/>
                  <a:pt x="2602" y="56"/>
                </a:cubicBezTo>
                <a:cubicBezTo>
                  <a:pt x="2614" y="35"/>
                  <a:pt x="2615" y="32"/>
                  <a:pt x="2617" y="30"/>
                </a:cubicBezTo>
                <a:cubicBezTo>
                  <a:pt x="2632" y="3"/>
                  <a:pt x="2632" y="1"/>
                  <a:pt x="2633" y="0"/>
                </a:cubicBezTo>
                <a:cubicBezTo>
                  <a:pt x="2619" y="13"/>
                  <a:pt x="2613" y="14"/>
                  <a:pt x="2612" y="19"/>
                </a:cubicBezTo>
                <a:close/>
                <a:moveTo>
                  <a:pt x="2684" y="26"/>
                </a:moveTo>
                <a:cubicBezTo>
                  <a:pt x="2685" y="29"/>
                  <a:pt x="2687" y="30"/>
                  <a:pt x="2687" y="35"/>
                </a:cubicBezTo>
                <a:cubicBezTo>
                  <a:pt x="2698" y="65"/>
                  <a:pt x="2702" y="73"/>
                  <a:pt x="2706" y="80"/>
                </a:cubicBezTo>
                <a:cubicBezTo>
                  <a:pt x="2728" y="129"/>
                  <a:pt x="2728" y="136"/>
                  <a:pt x="2730" y="141"/>
                </a:cubicBezTo>
                <a:cubicBezTo>
                  <a:pt x="2753" y="174"/>
                  <a:pt x="2752" y="178"/>
                  <a:pt x="2754" y="179"/>
                </a:cubicBezTo>
                <a:cubicBezTo>
                  <a:pt x="2777" y="216"/>
                  <a:pt x="2779" y="226"/>
                  <a:pt x="2787" y="231"/>
                </a:cubicBezTo>
                <a:cubicBezTo>
                  <a:pt x="2810" y="267"/>
                  <a:pt x="2809" y="274"/>
                  <a:pt x="2813" y="277"/>
                </a:cubicBezTo>
                <a:cubicBezTo>
                  <a:pt x="2841" y="314"/>
                  <a:pt x="2834" y="311"/>
                  <a:pt x="2833" y="303"/>
                </a:cubicBezTo>
                <a:cubicBezTo>
                  <a:pt x="2810" y="258"/>
                  <a:pt x="2808" y="251"/>
                  <a:pt x="2802" y="246"/>
                </a:cubicBezTo>
                <a:cubicBezTo>
                  <a:pt x="2778" y="204"/>
                  <a:pt x="2773" y="199"/>
                  <a:pt x="2772" y="192"/>
                </a:cubicBezTo>
                <a:cubicBezTo>
                  <a:pt x="2764" y="178"/>
                  <a:pt x="2759" y="179"/>
                  <a:pt x="2759" y="174"/>
                </a:cubicBezTo>
                <a:cubicBezTo>
                  <a:pt x="2730" y="126"/>
                  <a:pt x="2729" y="108"/>
                  <a:pt x="2721" y="96"/>
                </a:cubicBezTo>
                <a:cubicBezTo>
                  <a:pt x="2698" y="41"/>
                  <a:pt x="2697" y="22"/>
                  <a:pt x="2689" y="11"/>
                </a:cubicBezTo>
                <a:cubicBezTo>
                  <a:pt x="2678" y="3"/>
                  <a:pt x="2678" y="6"/>
                  <a:pt x="2680" y="8"/>
                </a:cubicBezTo>
                <a:close/>
                <a:moveTo>
                  <a:pt x="2336" y="19"/>
                </a:moveTo>
                <a:cubicBezTo>
                  <a:pt x="2346" y="21"/>
                  <a:pt x="2343" y="8"/>
                  <a:pt x="2351" y="6"/>
                </a:cubicBezTo>
                <a:cubicBezTo>
                  <a:pt x="2352" y="5"/>
                  <a:pt x="2354" y="2"/>
                  <a:pt x="2355" y="0"/>
                </a:cubicBezTo>
                <a:cubicBezTo>
                  <a:pt x="2349" y="0"/>
                  <a:pt x="2349" y="0"/>
                  <a:pt x="2349" y="0"/>
                </a:cubicBezTo>
                <a:cubicBezTo>
                  <a:pt x="2348" y="2"/>
                  <a:pt x="2347" y="3"/>
                  <a:pt x="2346" y="4"/>
                </a:cubicBezTo>
                <a:cubicBezTo>
                  <a:pt x="2344" y="5"/>
                  <a:pt x="2342" y="7"/>
                  <a:pt x="2342" y="11"/>
                </a:cubicBezTo>
                <a:cubicBezTo>
                  <a:pt x="2340" y="13"/>
                  <a:pt x="2338" y="15"/>
                  <a:pt x="2336" y="17"/>
                </a:cubicBezTo>
                <a:cubicBezTo>
                  <a:pt x="2332" y="17"/>
                  <a:pt x="2334" y="23"/>
                  <a:pt x="2331" y="24"/>
                </a:cubicBezTo>
                <a:cubicBezTo>
                  <a:pt x="2333" y="30"/>
                  <a:pt x="2327" y="28"/>
                  <a:pt x="2327" y="32"/>
                </a:cubicBezTo>
                <a:cubicBezTo>
                  <a:pt x="2334" y="32"/>
                  <a:pt x="2335" y="26"/>
                  <a:pt x="2336" y="19"/>
                </a:cubicBezTo>
                <a:close/>
                <a:moveTo>
                  <a:pt x="2793" y="46"/>
                </a:moveTo>
                <a:cubicBezTo>
                  <a:pt x="2793" y="52"/>
                  <a:pt x="2795" y="57"/>
                  <a:pt x="2800" y="59"/>
                </a:cubicBezTo>
                <a:cubicBezTo>
                  <a:pt x="2798" y="68"/>
                  <a:pt x="2804" y="69"/>
                  <a:pt x="2804" y="76"/>
                </a:cubicBezTo>
                <a:cubicBezTo>
                  <a:pt x="2809" y="78"/>
                  <a:pt x="2806" y="87"/>
                  <a:pt x="2811" y="89"/>
                </a:cubicBezTo>
                <a:cubicBezTo>
                  <a:pt x="2812" y="94"/>
                  <a:pt x="2813" y="100"/>
                  <a:pt x="2815" y="104"/>
                </a:cubicBezTo>
                <a:cubicBezTo>
                  <a:pt x="2818" y="115"/>
                  <a:pt x="2822" y="123"/>
                  <a:pt x="2824" y="135"/>
                </a:cubicBezTo>
                <a:cubicBezTo>
                  <a:pt x="2827" y="138"/>
                  <a:pt x="2827" y="144"/>
                  <a:pt x="2828" y="150"/>
                </a:cubicBezTo>
                <a:cubicBezTo>
                  <a:pt x="2830" y="155"/>
                  <a:pt x="2833" y="159"/>
                  <a:pt x="2833" y="165"/>
                </a:cubicBezTo>
                <a:cubicBezTo>
                  <a:pt x="2835" y="170"/>
                  <a:pt x="2835" y="176"/>
                  <a:pt x="2837" y="181"/>
                </a:cubicBezTo>
                <a:cubicBezTo>
                  <a:pt x="2841" y="184"/>
                  <a:pt x="2836" y="197"/>
                  <a:pt x="2844" y="196"/>
                </a:cubicBezTo>
                <a:cubicBezTo>
                  <a:pt x="2842" y="176"/>
                  <a:pt x="2835" y="161"/>
                  <a:pt x="2833" y="141"/>
                </a:cubicBezTo>
                <a:cubicBezTo>
                  <a:pt x="2827" y="124"/>
                  <a:pt x="2822" y="107"/>
                  <a:pt x="2817" y="89"/>
                </a:cubicBezTo>
                <a:cubicBezTo>
                  <a:pt x="2818" y="84"/>
                  <a:pt x="2821" y="81"/>
                  <a:pt x="2820" y="74"/>
                </a:cubicBezTo>
                <a:cubicBezTo>
                  <a:pt x="2815" y="58"/>
                  <a:pt x="2811" y="43"/>
                  <a:pt x="2806" y="28"/>
                </a:cubicBezTo>
                <a:cubicBezTo>
                  <a:pt x="2804" y="25"/>
                  <a:pt x="2804" y="20"/>
                  <a:pt x="2802" y="17"/>
                </a:cubicBezTo>
                <a:cubicBezTo>
                  <a:pt x="2801" y="13"/>
                  <a:pt x="2801" y="8"/>
                  <a:pt x="2798" y="6"/>
                </a:cubicBezTo>
                <a:cubicBezTo>
                  <a:pt x="2798" y="4"/>
                  <a:pt x="2797" y="2"/>
                  <a:pt x="2797" y="0"/>
                </a:cubicBezTo>
                <a:cubicBezTo>
                  <a:pt x="2790" y="0"/>
                  <a:pt x="2790" y="0"/>
                  <a:pt x="2790" y="0"/>
                </a:cubicBezTo>
                <a:cubicBezTo>
                  <a:pt x="2791" y="4"/>
                  <a:pt x="2792" y="7"/>
                  <a:pt x="2793" y="11"/>
                </a:cubicBezTo>
                <a:cubicBezTo>
                  <a:pt x="2797" y="15"/>
                  <a:pt x="2798" y="22"/>
                  <a:pt x="2800" y="28"/>
                </a:cubicBezTo>
                <a:cubicBezTo>
                  <a:pt x="2803" y="32"/>
                  <a:pt x="2802" y="40"/>
                  <a:pt x="2806" y="43"/>
                </a:cubicBezTo>
                <a:cubicBezTo>
                  <a:pt x="2808" y="56"/>
                  <a:pt x="2814" y="65"/>
                  <a:pt x="2815" y="78"/>
                </a:cubicBezTo>
                <a:cubicBezTo>
                  <a:pt x="2806" y="70"/>
                  <a:pt x="2808" y="50"/>
                  <a:pt x="2798" y="43"/>
                </a:cubicBezTo>
                <a:cubicBezTo>
                  <a:pt x="2799" y="34"/>
                  <a:pt x="2792" y="32"/>
                  <a:pt x="2789" y="26"/>
                </a:cubicBezTo>
                <a:cubicBezTo>
                  <a:pt x="2787" y="20"/>
                  <a:pt x="2782" y="17"/>
                  <a:pt x="2780" y="11"/>
                </a:cubicBezTo>
                <a:cubicBezTo>
                  <a:pt x="2778" y="8"/>
                  <a:pt x="2776" y="4"/>
                  <a:pt x="2775" y="0"/>
                </a:cubicBezTo>
                <a:cubicBezTo>
                  <a:pt x="2765" y="0"/>
                  <a:pt x="2765" y="0"/>
                  <a:pt x="2765" y="0"/>
                </a:cubicBezTo>
                <a:cubicBezTo>
                  <a:pt x="2770" y="7"/>
                  <a:pt x="2773" y="15"/>
                  <a:pt x="2778" y="22"/>
                </a:cubicBezTo>
                <a:cubicBezTo>
                  <a:pt x="2783" y="30"/>
                  <a:pt x="2786" y="40"/>
                  <a:pt x="2793" y="46"/>
                </a:cubicBezTo>
                <a:close/>
                <a:moveTo>
                  <a:pt x="2852" y="11"/>
                </a:moveTo>
                <a:cubicBezTo>
                  <a:pt x="2852" y="20"/>
                  <a:pt x="2857" y="25"/>
                  <a:pt x="2859" y="32"/>
                </a:cubicBezTo>
                <a:cubicBezTo>
                  <a:pt x="2857" y="39"/>
                  <a:pt x="2863" y="39"/>
                  <a:pt x="2861" y="46"/>
                </a:cubicBezTo>
                <a:cubicBezTo>
                  <a:pt x="2861" y="51"/>
                  <a:pt x="2862" y="56"/>
                  <a:pt x="2865" y="59"/>
                </a:cubicBezTo>
                <a:cubicBezTo>
                  <a:pt x="2867" y="43"/>
                  <a:pt x="2860" y="35"/>
                  <a:pt x="2859" y="22"/>
                </a:cubicBezTo>
                <a:cubicBezTo>
                  <a:pt x="2858" y="15"/>
                  <a:pt x="2856" y="10"/>
                  <a:pt x="2854" y="4"/>
                </a:cubicBezTo>
                <a:cubicBezTo>
                  <a:pt x="2855" y="2"/>
                  <a:pt x="2854" y="1"/>
                  <a:pt x="2854" y="0"/>
                </a:cubicBezTo>
                <a:cubicBezTo>
                  <a:pt x="2849" y="0"/>
                  <a:pt x="2849" y="0"/>
                  <a:pt x="2849" y="0"/>
                </a:cubicBezTo>
                <a:cubicBezTo>
                  <a:pt x="2851" y="3"/>
                  <a:pt x="2848" y="10"/>
                  <a:pt x="2852" y="11"/>
                </a:cubicBezTo>
                <a:close/>
                <a:moveTo>
                  <a:pt x="2386" y="46"/>
                </a:moveTo>
                <a:cubicBezTo>
                  <a:pt x="2379" y="43"/>
                  <a:pt x="2380" y="49"/>
                  <a:pt x="2377" y="50"/>
                </a:cubicBezTo>
                <a:cubicBezTo>
                  <a:pt x="2377" y="53"/>
                  <a:pt x="2370" y="58"/>
                  <a:pt x="2375" y="59"/>
                </a:cubicBezTo>
                <a:cubicBezTo>
                  <a:pt x="2383" y="52"/>
                  <a:pt x="2389" y="44"/>
                  <a:pt x="2399" y="39"/>
                </a:cubicBezTo>
                <a:cubicBezTo>
                  <a:pt x="2399" y="32"/>
                  <a:pt x="2410" y="36"/>
                  <a:pt x="2410" y="28"/>
                </a:cubicBezTo>
                <a:cubicBezTo>
                  <a:pt x="2413" y="28"/>
                  <a:pt x="2413" y="24"/>
                  <a:pt x="2416" y="24"/>
                </a:cubicBezTo>
                <a:cubicBezTo>
                  <a:pt x="2420" y="23"/>
                  <a:pt x="2418" y="16"/>
                  <a:pt x="2423" y="17"/>
                </a:cubicBezTo>
                <a:cubicBezTo>
                  <a:pt x="2429" y="16"/>
                  <a:pt x="2428" y="8"/>
                  <a:pt x="2436" y="8"/>
                </a:cubicBezTo>
                <a:cubicBezTo>
                  <a:pt x="2436" y="5"/>
                  <a:pt x="2438" y="2"/>
                  <a:pt x="2440" y="0"/>
                </a:cubicBezTo>
                <a:cubicBezTo>
                  <a:pt x="2432" y="0"/>
                  <a:pt x="2432" y="0"/>
                  <a:pt x="2432" y="0"/>
                </a:cubicBezTo>
                <a:cubicBezTo>
                  <a:pt x="2430" y="2"/>
                  <a:pt x="2428" y="3"/>
                  <a:pt x="2427" y="6"/>
                </a:cubicBezTo>
                <a:cubicBezTo>
                  <a:pt x="2422" y="10"/>
                  <a:pt x="2417" y="14"/>
                  <a:pt x="2414" y="19"/>
                </a:cubicBezTo>
                <a:cubicBezTo>
                  <a:pt x="2406" y="21"/>
                  <a:pt x="2406" y="30"/>
                  <a:pt x="2399" y="32"/>
                </a:cubicBezTo>
                <a:cubicBezTo>
                  <a:pt x="2393" y="31"/>
                  <a:pt x="2395" y="37"/>
                  <a:pt x="2392" y="39"/>
                </a:cubicBezTo>
                <a:cubicBezTo>
                  <a:pt x="2387" y="39"/>
                  <a:pt x="2385" y="41"/>
                  <a:pt x="2386" y="46"/>
                </a:cubicBezTo>
                <a:close/>
                <a:moveTo>
                  <a:pt x="2569" y="59"/>
                </a:moveTo>
                <a:cubicBezTo>
                  <a:pt x="2566" y="59"/>
                  <a:pt x="2566" y="62"/>
                  <a:pt x="2567" y="65"/>
                </a:cubicBezTo>
                <a:cubicBezTo>
                  <a:pt x="2549" y="87"/>
                  <a:pt x="2548" y="92"/>
                  <a:pt x="2543" y="93"/>
                </a:cubicBezTo>
                <a:cubicBezTo>
                  <a:pt x="2513" y="133"/>
                  <a:pt x="2508" y="135"/>
                  <a:pt x="2508" y="141"/>
                </a:cubicBezTo>
                <a:cubicBezTo>
                  <a:pt x="2473" y="177"/>
                  <a:pt x="2469" y="180"/>
                  <a:pt x="2466" y="185"/>
                </a:cubicBezTo>
                <a:cubicBezTo>
                  <a:pt x="2441" y="207"/>
                  <a:pt x="2443" y="212"/>
                  <a:pt x="2438" y="211"/>
                </a:cubicBezTo>
                <a:cubicBezTo>
                  <a:pt x="2407" y="240"/>
                  <a:pt x="2405" y="242"/>
                  <a:pt x="2405" y="246"/>
                </a:cubicBezTo>
                <a:cubicBezTo>
                  <a:pt x="2379" y="268"/>
                  <a:pt x="2378" y="282"/>
                  <a:pt x="2366" y="285"/>
                </a:cubicBezTo>
                <a:cubicBezTo>
                  <a:pt x="2344" y="325"/>
                  <a:pt x="2345" y="329"/>
                  <a:pt x="2342" y="329"/>
                </a:cubicBezTo>
                <a:cubicBezTo>
                  <a:pt x="2361" y="305"/>
                  <a:pt x="2369" y="301"/>
                  <a:pt x="2370" y="290"/>
                </a:cubicBezTo>
                <a:cubicBezTo>
                  <a:pt x="2392" y="267"/>
                  <a:pt x="2393" y="265"/>
                  <a:pt x="2397" y="266"/>
                </a:cubicBezTo>
                <a:cubicBezTo>
                  <a:pt x="2413" y="243"/>
                  <a:pt x="2418" y="242"/>
                  <a:pt x="2423" y="240"/>
                </a:cubicBezTo>
                <a:cubicBezTo>
                  <a:pt x="2446" y="214"/>
                  <a:pt x="2452" y="213"/>
                  <a:pt x="2455" y="209"/>
                </a:cubicBezTo>
                <a:cubicBezTo>
                  <a:pt x="2475" y="187"/>
                  <a:pt x="2477" y="185"/>
                  <a:pt x="2479" y="183"/>
                </a:cubicBezTo>
                <a:cubicBezTo>
                  <a:pt x="2492" y="165"/>
                  <a:pt x="2498" y="167"/>
                  <a:pt x="2497" y="161"/>
                </a:cubicBezTo>
                <a:cubicBezTo>
                  <a:pt x="2517" y="136"/>
                  <a:pt x="2528" y="137"/>
                  <a:pt x="2527" y="128"/>
                </a:cubicBezTo>
                <a:cubicBezTo>
                  <a:pt x="2563" y="79"/>
                  <a:pt x="2568" y="75"/>
                  <a:pt x="2573" y="72"/>
                </a:cubicBezTo>
                <a:cubicBezTo>
                  <a:pt x="2585" y="53"/>
                  <a:pt x="2586" y="50"/>
                  <a:pt x="2586" y="46"/>
                </a:cubicBezTo>
                <a:cubicBezTo>
                  <a:pt x="2615" y="7"/>
                  <a:pt x="2616" y="4"/>
                  <a:pt x="2617" y="0"/>
                </a:cubicBezTo>
                <a:cubicBezTo>
                  <a:pt x="2600" y="13"/>
                  <a:pt x="2595" y="15"/>
                  <a:pt x="2595" y="22"/>
                </a:cubicBezTo>
                <a:cubicBezTo>
                  <a:pt x="2579" y="41"/>
                  <a:pt x="2576" y="52"/>
                  <a:pt x="2569" y="59"/>
                </a:cubicBezTo>
                <a:close/>
                <a:moveTo>
                  <a:pt x="2351" y="28"/>
                </a:moveTo>
                <a:cubicBezTo>
                  <a:pt x="2351" y="32"/>
                  <a:pt x="2348" y="32"/>
                  <a:pt x="2346" y="35"/>
                </a:cubicBezTo>
                <a:cubicBezTo>
                  <a:pt x="2343" y="38"/>
                  <a:pt x="2340" y="42"/>
                  <a:pt x="2338" y="46"/>
                </a:cubicBezTo>
                <a:cubicBezTo>
                  <a:pt x="2333" y="44"/>
                  <a:pt x="2331" y="57"/>
                  <a:pt x="2336" y="59"/>
                </a:cubicBezTo>
                <a:cubicBezTo>
                  <a:pt x="2341" y="44"/>
                  <a:pt x="2352" y="36"/>
                  <a:pt x="2362" y="26"/>
                </a:cubicBezTo>
                <a:cubicBezTo>
                  <a:pt x="2366" y="20"/>
                  <a:pt x="2371" y="15"/>
                  <a:pt x="2377" y="11"/>
                </a:cubicBezTo>
                <a:cubicBezTo>
                  <a:pt x="2379" y="8"/>
                  <a:pt x="2383" y="6"/>
                  <a:pt x="2383" y="2"/>
                </a:cubicBezTo>
                <a:cubicBezTo>
                  <a:pt x="2385" y="1"/>
                  <a:pt x="2387" y="2"/>
                  <a:pt x="2388" y="0"/>
                </a:cubicBezTo>
                <a:cubicBezTo>
                  <a:pt x="2380" y="0"/>
                  <a:pt x="2380" y="0"/>
                  <a:pt x="2380" y="0"/>
                </a:cubicBezTo>
                <a:cubicBezTo>
                  <a:pt x="2378" y="2"/>
                  <a:pt x="2375" y="3"/>
                  <a:pt x="2375" y="6"/>
                </a:cubicBezTo>
                <a:cubicBezTo>
                  <a:pt x="2369" y="7"/>
                  <a:pt x="2367" y="12"/>
                  <a:pt x="2364" y="15"/>
                </a:cubicBezTo>
                <a:cubicBezTo>
                  <a:pt x="2363" y="20"/>
                  <a:pt x="2356" y="19"/>
                  <a:pt x="2357" y="26"/>
                </a:cubicBezTo>
                <a:cubicBezTo>
                  <a:pt x="2354" y="26"/>
                  <a:pt x="2353" y="27"/>
                  <a:pt x="2351" y="28"/>
                </a:cubicBezTo>
                <a:close/>
                <a:moveTo>
                  <a:pt x="2438" y="72"/>
                </a:moveTo>
                <a:cubicBezTo>
                  <a:pt x="2435" y="76"/>
                  <a:pt x="2432" y="80"/>
                  <a:pt x="2427" y="83"/>
                </a:cubicBezTo>
                <a:cubicBezTo>
                  <a:pt x="2425" y="89"/>
                  <a:pt x="2420" y="91"/>
                  <a:pt x="2416" y="96"/>
                </a:cubicBezTo>
                <a:cubicBezTo>
                  <a:pt x="2413" y="100"/>
                  <a:pt x="2407" y="101"/>
                  <a:pt x="2405" y="107"/>
                </a:cubicBezTo>
                <a:cubicBezTo>
                  <a:pt x="2403" y="112"/>
                  <a:pt x="2397" y="114"/>
                  <a:pt x="2394" y="120"/>
                </a:cubicBezTo>
                <a:cubicBezTo>
                  <a:pt x="2388" y="128"/>
                  <a:pt x="2381" y="137"/>
                  <a:pt x="2377" y="148"/>
                </a:cubicBezTo>
                <a:cubicBezTo>
                  <a:pt x="2372" y="151"/>
                  <a:pt x="2371" y="158"/>
                  <a:pt x="2368" y="163"/>
                </a:cubicBezTo>
                <a:cubicBezTo>
                  <a:pt x="2365" y="163"/>
                  <a:pt x="2367" y="169"/>
                  <a:pt x="2364" y="170"/>
                </a:cubicBezTo>
                <a:cubicBezTo>
                  <a:pt x="2362" y="172"/>
                  <a:pt x="2361" y="176"/>
                  <a:pt x="2362" y="181"/>
                </a:cubicBezTo>
                <a:cubicBezTo>
                  <a:pt x="2366" y="181"/>
                  <a:pt x="2367" y="179"/>
                  <a:pt x="2366" y="174"/>
                </a:cubicBezTo>
                <a:cubicBezTo>
                  <a:pt x="2369" y="173"/>
                  <a:pt x="2370" y="171"/>
                  <a:pt x="2370" y="168"/>
                </a:cubicBezTo>
                <a:cubicBezTo>
                  <a:pt x="2377" y="166"/>
                  <a:pt x="2375" y="156"/>
                  <a:pt x="2381" y="155"/>
                </a:cubicBezTo>
                <a:cubicBezTo>
                  <a:pt x="2385" y="142"/>
                  <a:pt x="2395" y="136"/>
                  <a:pt x="2399" y="124"/>
                </a:cubicBezTo>
                <a:cubicBezTo>
                  <a:pt x="2408" y="118"/>
                  <a:pt x="2413" y="108"/>
                  <a:pt x="2423" y="102"/>
                </a:cubicBezTo>
                <a:cubicBezTo>
                  <a:pt x="2424" y="96"/>
                  <a:pt x="2429" y="94"/>
                  <a:pt x="2434" y="91"/>
                </a:cubicBezTo>
                <a:cubicBezTo>
                  <a:pt x="2434" y="84"/>
                  <a:pt x="2443" y="85"/>
                  <a:pt x="2445" y="78"/>
                </a:cubicBezTo>
                <a:cubicBezTo>
                  <a:pt x="2449" y="76"/>
                  <a:pt x="2453" y="72"/>
                  <a:pt x="2455" y="67"/>
                </a:cubicBezTo>
                <a:cubicBezTo>
                  <a:pt x="2456" y="64"/>
                  <a:pt x="2460" y="65"/>
                  <a:pt x="2462" y="63"/>
                </a:cubicBezTo>
                <a:cubicBezTo>
                  <a:pt x="2459" y="56"/>
                  <a:pt x="2469" y="61"/>
                  <a:pt x="2466" y="54"/>
                </a:cubicBezTo>
                <a:cubicBezTo>
                  <a:pt x="2472" y="53"/>
                  <a:pt x="2475" y="48"/>
                  <a:pt x="2479" y="46"/>
                </a:cubicBezTo>
                <a:cubicBezTo>
                  <a:pt x="2479" y="37"/>
                  <a:pt x="2489" y="39"/>
                  <a:pt x="2490" y="32"/>
                </a:cubicBezTo>
                <a:cubicBezTo>
                  <a:pt x="2500" y="20"/>
                  <a:pt x="2512" y="11"/>
                  <a:pt x="2523" y="0"/>
                </a:cubicBezTo>
                <a:cubicBezTo>
                  <a:pt x="2509" y="0"/>
                  <a:pt x="2509" y="0"/>
                  <a:pt x="2509" y="0"/>
                </a:cubicBezTo>
                <a:cubicBezTo>
                  <a:pt x="2508" y="1"/>
                  <a:pt x="2507" y="2"/>
                  <a:pt x="2506" y="2"/>
                </a:cubicBezTo>
                <a:cubicBezTo>
                  <a:pt x="2506" y="6"/>
                  <a:pt x="2504" y="8"/>
                  <a:pt x="2501" y="8"/>
                </a:cubicBezTo>
                <a:cubicBezTo>
                  <a:pt x="2498" y="9"/>
                  <a:pt x="2500" y="14"/>
                  <a:pt x="2495" y="13"/>
                </a:cubicBezTo>
                <a:cubicBezTo>
                  <a:pt x="2494" y="16"/>
                  <a:pt x="2491" y="16"/>
                  <a:pt x="2490" y="19"/>
                </a:cubicBezTo>
                <a:cubicBezTo>
                  <a:pt x="2490" y="23"/>
                  <a:pt x="2483" y="21"/>
                  <a:pt x="2484" y="26"/>
                </a:cubicBezTo>
                <a:cubicBezTo>
                  <a:pt x="2468" y="41"/>
                  <a:pt x="2454" y="57"/>
                  <a:pt x="2438" y="72"/>
                </a:cubicBezTo>
                <a:close/>
                <a:moveTo>
                  <a:pt x="2508" y="35"/>
                </a:moveTo>
                <a:cubicBezTo>
                  <a:pt x="2506" y="40"/>
                  <a:pt x="2501" y="40"/>
                  <a:pt x="2499" y="46"/>
                </a:cubicBezTo>
                <a:cubicBezTo>
                  <a:pt x="2484" y="62"/>
                  <a:pt x="2478" y="60"/>
                  <a:pt x="2479" y="65"/>
                </a:cubicBezTo>
                <a:cubicBezTo>
                  <a:pt x="2463" y="80"/>
                  <a:pt x="2459" y="80"/>
                  <a:pt x="2458" y="83"/>
                </a:cubicBezTo>
                <a:cubicBezTo>
                  <a:pt x="2444" y="102"/>
                  <a:pt x="2434" y="106"/>
                  <a:pt x="2427" y="113"/>
                </a:cubicBezTo>
                <a:cubicBezTo>
                  <a:pt x="2414" y="132"/>
                  <a:pt x="2408" y="130"/>
                  <a:pt x="2410" y="135"/>
                </a:cubicBezTo>
                <a:cubicBezTo>
                  <a:pt x="2383" y="161"/>
                  <a:pt x="2382" y="173"/>
                  <a:pt x="2375" y="179"/>
                </a:cubicBezTo>
                <a:cubicBezTo>
                  <a:pt x="2355" y="218"/>
                  <a:pt x="2355" y="224"/>
                  <a:pt x="2351" y="224"/>
                </a:cubicBezTo>
                <a:cubicBezTo>
                  <a:pt x="2344" y="254"/>
                  <a:pt x="2335" y="259"/>
                  <a:pt x="2342" y="261"/>
                </a:cubicBezTo>
                <a:cubicBezTo>
                  <a:pt x="2366" y="200"/>
                  <a:pt x="2372" y="200"/>
                  <a:pt x="2373" y="196"/>
                </a:cubicBezTo>
                <a:cubicBezTo>
                  <a:pt x="2395" y="169"/>
                  <a:pt x="2391" y="160"/>
                  <a:pt x="2397" y="161"/>
                </a:cubicBezTo>
                <a:cubicBezTo>
                  <a:pt x="2420" y="141"/>
                  <a:pt x="2418" y="135"/>
                  <a:pt x="2421" y="133"/>
                </a:cubicBezTo>
                <a:cubicBezTo>
                  <a:pt x="2456" y="96"/>
                  <a:pt x="2463" y="93"/>
                  <a:pt x="2466" y="87"/>
                </a:cubicBezTo>
                <a:cubicBezTo>
                  <a:pt x="2495" y="64"/>
                  <a:pt x="2495" y="59"/>
                  <a:pt x="2499" y="59"/>
                </a:cubicBezTo>
                <a:cubicBezTo>
                  <a:pt x="2518" y="37"/>
                  <a:pt x="2524" y="32"/>
                  <a:pt x="2530" y="28"/>
                </a:cubicBezTo>
                <a:cubicBezTo>
                  <a:pt x="2545" y="8"/>
                  <a:pt x="2549" y="7"/>
                  <a:pt x="2551" y="4"/>
                </a:cubicBezTo>
                <a:cubicBezTo>
                  <a:pt x="2541" y="2"/>
                  <a:pt x="2540" y="3"/>
                  <a:pt x="2538" y="4"/>
                </a:cubicBezTo>
                <a:close/>
                <a:moveTo>
                  <a:pt x="3098" y="2129"/>
                </a:moveTo>
                <a:cubicBezTo>
                  <a:pt x="3093" y="2124"/>
                  <a:pt x="3098" y="2119"/>
                  <a:pt x="3093" y="2113"/>
                </a:cubicBezTo>
                <a:cubicBezTo>
                  <a:pt x="3086" y="2064"/>
                  <a:pt x="3077" y="2058"/>
                  <a:pt x="3079" y="2054"/>
                </a:cubicBezTo>
                <a:cubicBezTo>
                  <a:pt x="3040" y="1980"/>
                  <a:pt x="3047" y="1984"/>
                  <a:pt x="3048" y="1988"/>
                </a:cubicBezTo>
                <a:cubicBezTo>
                  <a:pt x="3064" y="2024"/>
                  <a:pt x="3062" y="2030"/>
                  <a:pt x="3069" y="2036"/>
                </a:cubicBezTo>
                <a:cubicBezTo>
                  <a:pt x="3073" y="2062"/>
                  <a:pt x="3074" y="2065"/>
                  <a:pt x="3078" y="2069"/>
                </a:cubicBezTo>
                <a:cubicBezTo>
                  <a:pt x="3075" y="2066"/>
                  <a:pt x="3067" y="2062"/>
                  <a:pt x="3071" y="2058"/>
                </a:cubicBezTo>
                <a:cubicBezTo>
                  <a:pt x="3019" y="1980"/>
                  <a:pt x="3021" y="1968"/>
                  <a:pt x="3011" y="1974"/>
                </a:cubicBezTo>
                <a:cubicBezTo>
                  <a:pt x="3035" y="2011"/>
                  <a:pt x="3044" y="2015"/>
                  <a:pt x="3046" y="2019"/>
                </a:cubicBezTo>
                <a:cubicBezTo>
                  <a:pt x="3060" y="2063"/>
                  <a:pt x="3065" y="2068"/>
                  <a:pt x="3067" y="2073"/>
                </a:cubicBezTo>
                <a:cubicBezTo>
                  <a:pt x="3073" y="2103"/>
                  <a:pt x="3074" y="2105"/>
                  <a:pt x="3071" y="2107"/>
                </a:cubicBezTo>
                <a:cubicBezTo>
                  <a:pt x="3078" y="2130"/>
                  <a:pt x="3077" y="2132"/>
                  <a:pt x="3077" y="2134"/>
                </a:cubicBezTo>
                <a:cubicBezTo>
                  <a:pt x="3065" y="2103"/>
                  <a:pt x="3062" y="2098"/>
                  <a:pt x="3061" y="2093"/>
                </a:cubicBezTo>
                <a:cubicBezTo>
                  <a:pt x="3054" y="2074"/>
                  <a:pt x="3050" y="2071"/>
                  <a:pt x="3051" y="2069"/>
                </a:cubicBezTo>
                <a:cubicBezTo>
                  <a:pt x="2992" y="2001"/>
                  <a:pt x="2987" y="1997"/>
                  <a:pt x="2983" y="1990"/>
                </a:cubicBezTo>
                <a:cubicBezTo>
                  <a:pt x="3043" y="2076"/>
                  <a:pt x="3050" y="2086"/>
                  <a:pt x="3056" y="2097"/>
                </a:cubicBezTo>
                <a:cubicBezTo>
                  <a:pt x="3062" y="2124"/>
                  <a:pt x="3060" y="2124"/>
                  <a:pt x="3060" y="2125"/>
                </a:cubicBezTo>
                <a:cubicBezTo>
                  <a:pt x="3064" y="2144"/>
                  <a:pt x="3068" y="2146"/>
                  <a:pt x="3068" y="2147"/>
                </a:cubicBezTo>
                <a:cubicBezTo>
                  <a:pt x="3078" y="2160"/>
                  <a:pt x="3078" y="2160"/>
                  <a:pt x="3078" y="2160"/>
                </a:cubicBezTo>
                <a:cubicBezTo>
                  <a:pt x="3079" y="2148"/>
                  <a:pt x="3079" y="2154"/>
                  <a:pt x="3079" y="2160"/>
                </a:cubicBezTo>
                <a:cubicBezTo>
                  <a:pt x="3087" y="2158"/>
                  <a:pt x="3088" y="2155"/>
                  <a:pt x="3088" y="2153"/>
                </a:cubicBezTo>
                <a:cubicBezTo>
                  <a:pt x="3082" y="2102"/>
                  <a:pt x="3079" y="2093"/>
                  <a:pt x="3077" y="2085"/>
                </a:cubicBezTo>
                <a:cubicBezTo>
                  <a:pt x="3087" y="2106"/>
                  <a:pt x="3084" y="2112"/>
                  <a:pt x="3088" y="2118"/>
                </a:cubicBezTo>
                <a:cubicBezTo>
                  <a:pt x="3091" y="2155"/>
                  <a:pt x="3092" y="2158"/>
                  <a:pt x="3093" y="2160"/>
                </a:cubicBezTo>
                <a:cubicBezTo>
                  <a:pt x="3101" y="2149"/>
                  <a:pt x="3096" y="2139"/>
                  <a:pt x="3098" y="2129"/>
                </a:cubicBezTo>
                <a:close/>
                <a:moveTo>
                  <a:pt x="2730" y="4"/>
                </a:moveTo>
                <a:cubicBezTo>
                  <a:pt x="2730" y="10"/>
                  <a:pt x="2731" y="13"/>
                  <a:pt x="2735" y="15"/>
                </a:cubicBezTo>
                <a:cubicBezTo>
                  <a:pt x="2759" y="58"/>
                  <a:pt x="2759" y="68"/>
                  <a:pt x="2765" y="72"/>
                </a:cubicBezTo>
                <a:cubicBezTo>
                  <a:pt x="2788" y="115"/>
                  <a:pt x="2789" y="123"/>
                  <a:pt x="2793" y="128"/>
                </a:cubicBezTo>
                <a:cubicBezTo>
                  <a:pt x="2807" y="153"/>
                  <a:pt x="2810" y="159"/>
                  <a:pt x="2815" y="163"/>
                </a:cubicBezTo>
                <a:cubicBezTo>
                  <a:pt x="2837" y="203"/>
                  <a:pt x="2835" y="211"/>
                  <a:pt x="2839" y="211"/>
                </a:cubicBezTo>
                <a:cubicBezTo>
                  <a:pt x="2837" y="204"/>
                  <a:pt x="2837" y="199"/>
                  <a:pt x="2837" y="194"/>
                </a:cubicBezTo>
                <a:cubicBezTo>
                  <a:pt x="2804" y="142"/>
                  <a:pt x="2807" y="132"/>
                  <a:pt x="2802" y="131"/>
                </a:cubicBezTo>
                <a:cubicBezTo>
                  <a:pt x="2780" y="92"/>
                  <a:pt x="2781" y="90"/>
                  <a:pt x="2780" y="89"/>
                </a:cubicBezTo>
                <a:cubicBezTo>
                  <a:pt x="2772" y="61"/>
                  <a:pt x="2764" y="63"/>
                  <a:pt x="2765" y="56"/>
                </a:cubicBezTo>
                <a:cubicBezTo>
                  <a:pt x="2742" y="16"/>
                  <a:pt x="2749" y="13"/>
                  <a:pt x="2741" y="13"/>
                </a:cubicBezTo>
                <a:cubicBezTo>
                  <a:pt x="2727" y="2"/>
                  <a:pt x="2728" y="4"/>
                  <a:pt x="2730" y="4"/>
                </a:cubicBezTo>
                <a:close/>
                <a:moveTo>
                  <a:pt x="2729" y="2032"/>
                </a:moveTo>
                <a:cubicBezTo>
                  <a:pt x="2713" y="2020"/>
                  <a:pt x="2697" y="2002"/>
                  <a:pt x="2681" y="1987"/>
                </a:cubicBezTo>
                <a:cubicBezTo>
                  <a:pt x="2676" y="1986"/>
                  <a:pt x="2671" y="1980"/>
                  <a:pt x="2665" y="1978"/>
                </a:cubicBezTo>
                <a:cubicBezTo>
                  <a:pt x="2660" y="1970"/>
                  <a:pt x="2655" y="1972"/>
                  <a:pt x="2650" y="1965"/>
                </a:cubicBezTo>
                <a:cubicBezTo>
                  <a:pt x="2648" y="1962"/>
                  <a:pt x="2645" y="1963"/>
                  <a:pt x="2643" y="1960"/>
                </a:cubicBezTo>
                <a:cubicBezTo>
                  <a:pt x="2642" y="1961"/>
                  <a:pt x="2634" y="1956"/>
                  <a:pt x="2637" y="1962"/>
                </a:cubicBezTo>
                <a:cubicBezTo>
                  <a:pt x="2645" y="1963"/>
                  <a:pt x="2653" y="1974"/>
                  <a:pt x="2662" y="1978"/>
                </a:cubicBezTo>
                <a:cubicBezTo>
                  <a:pt x="2672" y="1992"/>
                  <a:pt x="2683" y="1992"/>
                  <a:pt x="2693" y="2006"/>
                </a:cubicBezTo>
                <a:cubicBezTo>
                  <a:pt x="2696" y="2004"/>
                  <a:pt x="2694" y="2010"/>
                  <a:pt x="2697" y="2008"/>
                </a:cubicBezTo>
                <a:cubicBezTo>
                  <a:pt x="2699" y="2011"/>
                  <a:pt x="2702" y="2014"/>
                  <a:pt x="2704" y="2016"/>
                </a:cubicBezTo>
                <a:cubicBezTo>
                  <a:pt x="2709" y="2024"/>
                  <a:pt x="2715" y="2026"/>
                  <a:pt x="2720" y="2031"/>
                </a:cubicBezTo>
                <a:cubicBezTo>
                  <a:pt x="2743" y="2058"/>
                  <a:pt x="2766" y="2084"/>
                  <a:pt x="2789" y="2110"/>
                </a:cubicBezTo>
                <a:cubicBezTo>
                  <a:pt x="2794" y="2119"/>
                  <a:pt x="2805" y="2136"/>
                  <a:pt x="2811" y="2146"/>
                </a:cubicBezTo>
                <a:cubicBezTo>
                  <a:pt x="2815" y="2150"/>
                  <a:pt x="2819" y="2155"/>
                  <a:pt x="2822" y="2160"/>
                </a:cubicBezTo>
                <a:cubicBezTo>
                  <a:pt x="2833" y="2160"/>
                  <a:pt x="2833" y="2160"/>
                  <a:pt x="2833" y="2160"/>
                </a:cubicBezTo>
                <a:cubicBezTo>
                  <a:pt x="2819" y="2141"/>
                  <a:pt x="2808" y="2121"/>
                  <a:pt x="2793" y="2101"/>
                </a:cubicBezTo>
                <a:cubicBezTo>
                  <a:pt x="2769" y="2071"/>
                  <a:pt x="2752" y="2059"/>
                  <a:pt x="2729" y="2032"/>
                </a:cubicBezTo>
                <a:close/>
                <a:moveTo>
                  <a:pt x="2593" y="2068"/>
                </a:moveTo>
                <a:cubicBezTo>
                  <a:pt x="2590" y="2060"/>
                  <a:pt x="2586" y="2052"/>
                  <a:pt x="2577" y="2043"/>
                </a:cubicBezTo>
                <a:cubicBezTo>
                  <a:pt x="2574" y="2034"/>
                  <a:pt x="2569" y="2024"/>
                  <a:pt x="2561" y="2015"/>
                </a:cubicBezTo>
                <a:cubicBezTo>
                  <a:pt x="2556" y="2010"/>
                  <a:pt x="2562" y="2004"/>
                  <a:pt x="2554" y="2003"/>
                </a:cubicBezTo>
                <a:cubicBezTo>
                  <a:pt x="2558" y="1999"/>
                  <a:pt x="2542" y="1993"/>
                  <a:pt x="2547" y="1989"/>
                </a:cubicBezTo>
                <a:cubicBezTo>
                  <a:pt x="2539" y="1985"/>
                  <a:pt x="2535" y="1972"/>
                  <a:pt x="2527" y="1963"/>
                </a:cubicBezTo>
                <a:cubicBezTo>
                  <a:pt x="2522" y="1953"/>
                  <a:pt x="2513" y="1943"/>
                  <a:pt x="2507" y="1934"/>
                </a:cubicBezTo>
                <a:cubicBezTo>
                  <a:pt x="2502" y="1938"/>
                  <a:pt x="2505" y="1942"/>
                  <a:pt x="2510" y="1946"/>
                </a:cubicBezTo>
                <a:cubicBezTo>
                  <a:pt x="2509" y="1950"/>
                  <a:pt x="2514" y="1955"/>
                  <a:pt x="2518" y="1959"/>
                </a:cubicBezTo>
                <a:cubicBezTo>
                  <a:pt x="2522" y="1968"/>
                  <a:pt x="2528" y="1977"/>
                  <a:pt x="2536" y="1987"/>
                </a:cubicBezTo>
                <a:cubicBezTo>
                  <a:pt x="2535" y="1994"/>
                  <a:pt x="2547" y="2003"/>
                  <a:pt x="2549" y="2011"/>
                </a:cubicBezTo>
                <a:cubicBezTo>
                  <a:pt x="2552" y="2015"/>
                  <a:pt x="2550" y="2018"/>
                  <a:pt x="2556" y="2022"/>
                </a:cubicBezTo>
                <a:cubicBezTo>
                  <a:pt x="2553" y="2026"/>
                  <a:pt x="2564" y="2031"/>
                  <a:pt x="2561" y="2035"/>
                </a:cubicBezTo>
                <a:cubicBezTo>
                  <a:pt x="2574" y="2053"/>
                  <a:pt x="2580" y="2063"/>
                  <a:pt x="2590" y="2081"/>
                </a:cubicBezTo>
                <a:cubicBezTo>
                  <a:pt x="2617" y="2114"/>
                  <a:pt x="2628" y="2123"/>
                  <a:pt x="2652" y="2158"/>
                </a:cubicBezTo>
                <a:cubicBezTo>
                  <a:pt x="2653" y="2159"/>
                  <a:pt x="2654" y="2160"/>
                  <a:pt x="2655" y="2160"/>
                </a:cubicBezTo>
                <a:cubicBezTo>
                  <a:pt x="2668" y="2160"/>
                  <a:pt x="2668" y="2160"/>
                  <a:pt x="2668" y="2160"/>
                </a:cubicBezTo>
                <a:cubicBezTo>
                  <a:pt x="2649" y="2138"/>
                  <a:pt x="2635" y="2118"/>
                  <a:pt x="2614" y="2095"/>
                </a:cubicBezTo>
                <a:cubicBezTo>
                  <a:pt x="2611" y="2088"/>
                  <a:pt x="2603" y="2079"/>
                  <a:pt x="2593" y="2068"/>
                </a:cubicBezTo>
                <a:close/>
                <a:moveTo>
                  <a:pt x="2526" y="2071"/>
                </a:moveTo>
                <a:cubicBezTo>
                  <a:pt x="2526" y="2071"/>
                  <a:pt x="2524" y="2072"/>
                  <a:pt x="2524" y="2072"/>
                </a:cubicBezTo>
                <a:cubicBezTo>
                  <a:pt x="2524" y="2072"/>
                  <a:pt x="2519" y="2060"/>
                  <a:pt x="2519" y="2060"/>
                </a:cubicBezTo>
                <a:cubicBezTo>
                  <a:pt x="2518" y="2058"/>
                  <a:pt x="2517" y="2058"/>
                  <a:pt x="2516" y="2056"/>
                </a:cubicBezTo>
                <a:cubicBezTo>
                  <a:pt x="2506" y="2038"/>
                  <a:pt x="2496" y="2020"/>
                  <a:pt x="2481" y="2000"/>
                </a:cubicBezTo>
                <a:cubicBezTo>
                  <a:pt x="2460" y="1977"/>
                  <a:pt x="2453" y="1962"/>
                  <a:pt x="2430" y="1938"/>
                </a:cubicBezTo>
                <a:cubicBezTo>
                  <a:pt x="2422" y="1935"/>
                  <a:pt x="2415" y="1922"/>
                  <a:pt x="2408" y="1922"/>
                </a:cubicBezTo>
                <a:cubicBezTo>
                  <a:pt x="2410" y="1925"/>
                  <a:pt x="2411" y="1927"/>
                  <a:pt x="2413" y="1929"/>
                </a:cubicBezTo>
                <a:cubicBezTo>
                  <a:pt x="2415" y="1931"/>
                  <a:pt x="2418" y="1930"/>
                  <a:pt x="2416" y="1932"/>
                </a:cubicBezTo>
                <a:cubicBezTo>
                  <a:pt x="2421" y="1940"/>
                  <a:pt x="2420" y="1938"/>
                  <a:pt x="2426" y="1944"/>
                </a:cubicBezTo>
                <a:cubicBezTo>
                  <a:pt x="2435" y="1954"/>
                  <a:pt x="2444" y="1964"/>
                  <a:pt x="2452" y="1973"/>
                </a:cubicBezTo>
                <a:cubicBezTo>
                  <a:pt x="2451" y="1975"/>
                  <a:pt x="2451" y="1975"/>
                  <a:pt x="2452" y="1976"/>
                </a:cubicBezTo>
                <a:cubicBezTo>
                  <a:pt x="2455" y="1979"/>
                  <a:pt x="2459" y="1978"/>
                  <a:pt x="2458" y="1983"/>
                </a:cubicBezTo>
                <a:cubicBezTo>
                  <a:pt x="2462" y="1988"/>
                  <a:pt x="2466" y="1993"/>
                  <a:pt x="2471" y="1998"/>
                </a:cubicBezTo>
                <a:cubicBezTo>
                  <a:pt x="2468" y="2002"/>
                  <a:pt x="2478" y="2008"/>
                  <a:pt x="2480" y="2012"/>
                </a:cubicBezTo>
                <a:cubicBezTo>
                  <a:pt x="2478" y="2017"/>
                  <a:pt x="2488" y="2022"/>
                  <a:pt x="2490" y="2027"/>
                </a:cubicBezTo>
                <a:cubicBezTo>
                  <a:pt x="2495" y="2040"/>
                  <a:pt x="2506" y="2054"/>
                  <a:pt x="2511" y="2067"/>
                </a:cubicBezTo>
                <a:cubicBezTo>
                  <a:pt x="2516" y="2080"/>
                  <a:pt x="2531" y="2094"/>
                  <a:pt x="2534" y="2107"/>
                </a:cubicBezTo>
                <a:cubicBezTo>
                  <a:pt x="2540" y="2104"/>
                  <a:pt x="2536" y="2112"/>
                  <a:pt x="2540" y="2114"/>
                </a:cubicBezTo>
                <a:cubicBezTo>
                  <a:pt x="2544" y="2118"/>
                  <a:pt x="2540" y="2119"/>
                  <a:pt x="2546" y="2120"/>
                </a:cubicBezTo>
                <a:cubicBezTo>
                  <a:pt x="2542" y="2123"/>
                  <a:pt x="2550" y="2127"/>
                  <a:pt x="2551" y="2130"/>
                </a:cubicBezTo>
                <a:cubicBezTo>
                  <a:pt x="2557" y="2134"/>
                  <a:pt x="2555" y="2137"/>
                  <a:pt x="2558" y="2141"/>
                </a:cubicBezTo>
                <a:cubicBezTo>
                  <a:pt x="2564" y="2148"/>
                  <a:pt x="2569" y="2154"/>
                  <a:pt x="2573" y="2160"/>
                </a:cubicBezTo>
                <a:cubicBezTo>
                  <a:pt x="2586" y="2160"/>
                  <a:pt x="2586" y="2160"/>
                  <a:pt x="2586" y="2160"/>
                </a:cubicBezTo>
                <a:cubicBezTo>
                  <a:pt x="2570" y="2139"/>
                  <a:pt x="2553" y="2118"/>
                  <a:pt x="2541" y="2095"/>
                </a:cubicBezTo>
                <a:cubicBezTo>
                  <a:pt x="2533" y="2089"/>
                  <a:pt x="2531" y="2079"/>
                  <a:pt x="2526" y="2071"/>
                </a:cubicBezTo>
                <a:close/>
                <a:moveTo>
                  <a:pt x="2594" y="2142"/>
                </a:moveTo>
                <a:cubicBezTo>
                  <a:pt x="2588" y="2138"/>
                  <a:pt x="2596" y="2135"/>
                  <a:pt x="2590" y="2131"/>
                </a:cubicBezTo>
                <a:cubicBezTo>
                  <a:pt x="2586" y="2134"/>
                  <a:pt x="2585" y="2126"/>
                  <a:pt x="2584" y="2124"/>
                </a:cubicBezTo>
                <a:cubicBezTo>
                  <a:pt x="2581" y="2120"/>
                  <a:pt x="2578" y="2123"/>
                  <a:pt x="2575" y="2118"/>
                </a:cubicBezTo>
                <a:cubicBezTo>
                  <a:pt x="2581" y="2115"/>
                  <a:pt x="2567" y="2111"/>
                  <a:pt x="2573" y="2108"/>
                </a:cubicBezTo>
                <a:cubicBezTo>
                  <a:pt x="2572" y="2105"/>
                  <a:pt x="2564" y="2101"/>
                  <a:pt x="2567" y="2098"/>
                </a:cubicBezTo>
                <a:cubicBezTo>
                  <a:pt x="2564" y="2092"/>
                  <a:pt x="2558" y="2085"/>
                  <a:pt x="2556" y="2079"/>
                </a:cubicBezTo>
                <a:cubicBezTo>
                  <a:pt x="2545" y="2066"/>
                  <a:pt x="2543" y="2053"/>
                  <a:pt x="2530" y="2039"/>
                </a:cubicBezTo>
                <a:cubicBezTo>
                  <a:pt x="2520" y="2018"/>
                  <a:pt x="2508" y="1996"/>
                  <a:pt x="2494" y="1975"/>
                </a:cubicBezTo>
                <a:cubicBezTo>
                  <a:pt x="2486" y="1969"/>
                  <a:pt x="2487" y="1968"/>
                  <a:pt x="2481" y="1960"/>
                </a:cubicBezTo>
                <a:cubicBezTo>
                  <a:pt x="2474" y="1955"/>
                  <a:pt x="2476" y="1956"/>
                  <a:pt x="2469" y="1950"/>
                </a:cubicBezTo>
                <a:cubicBezTo>
                  <a:pt x="2464" y="1944"/>
                  <a:pt x="2459" y="1938"/>
                  <a:pt x="2453" y="1932"/>
                </a:cubicBezTo>
                <a:cubicBezTo>
                  <a:pt x="2450" y="1930"/>
                  <a:pt x="2448" y="1922"/>
                  <a:pt x="2445" y="1925"/>
                </a:cubicBezTo>
                <a:cubicBezTo>
                  <a:pt x="2442" y="1923"/>
                  <a:pt x="2439" y="1915"/>
                  <a:pt x="2436" y="1918"/>
                </a:cubicBezTo>
                <a:cubicBezTo>
                  <a:pt x="2438" y="1927"/>
                  <a:pt x="2447" y="1931"/>
                  <a:pt x="2453" y="1938"/>
                </a:cubicBezTo>
                <a:cubicBezTo>
                  <a:pt x="2469" y="1956"/>
                  <a:pt x="2486" y="1976"/>
                  <a:pt x="2499" y="1993"/>
                </a:cubicBezTo>
                <a:cubicBezTo>
                  <a:pt x="2501" y="2004"/>
                  <a:pt x="2507" y="2011"/>
                  <a:pt x="2511" y="2017"/>
                </a:cubicBezTo>
                <a:cubicBezTo>
                  <a:pt x="2515" y="2027"/>
                  <a:pt x="2522" y="2037"/>
                  <a:pt x="2525" y="2046"/>
                </a:cubicBezTo>
                <a:cubicBezTo>
                  <a:pt x="2532" y="2052"/>
                  <a:pt x="2530" y="2058"/>
                  <a:pt x="2537" y="2064"/>
                </a:cubicBezTo>
                <a:cubicBezTo>
                  <a:pt x="2536" y="2070"/>
                  <a:pt x="2547" y="2077"/>
                  <a:pt x="2545" y="2083"/>
                </a:cubicBezTo>
                <a:cubicBezTo>
                  <a:pt x="2554" y="2096"/>
                  <a:pt x="2560" y="2108"/>
                  <a:pt x="2566" y="2120"/>
                </a:cubicBezTo>
                <a:cubicBezTo>
                  <a:pt x="2570" y="2125"/>
                  <a:pt x="2575" y="2130"/>
                  <a:pt x="2579" y="2135"/>
                </a:cubicBezTo>
                <a:cubicBezTo>
                  <a:pt x="2583" y="2143"/>
                  <a:pt x="2590" y="2152"/>
                  <a:pt x="2595" y="2160"/>
                </a:cubicBezTo>
                <a:cubicBezTo>
                  <a:pt x="2607" y="2160"/>
                  <a:pt x="2607" y="2160"/>
                  <a:pt x="2607" y="2160"/>
                </a:cubicBezTo>
                <a:cubicBezTo>
                  <a:pt x="2605" y="2158"/>
                  <a:pt x="2603" y="2156"/>
                  <a:pt x="2601" y="2153"/>
                </a:cubicBezTo>
                <a:cubicBezTo>
                  <a:pt x="2601" y="2150"/>
                  <a:pt x="2598" y="2146"/>
                  <a:pt x="2594" y="2142"/>
                </a:cubicBezTo>
                <a:close/>
                <a:moveTo>
                  <a:pt x="2754" y="2103"/>
                </a:moveTo>
                <a:cubicBezTo>
                  <a:pt x="2742" y="2089"/>
                  <a:pt x="2730" y="2080"/>
                  <a:pt x="2724" y="2069"/>
                </a:cubicBezTo>
                <a:cubicBezTo>
                  <a:pt x="2673" y="2020"/>
                  <a:pt x="2658" y="2006"/>
                  <a:pt x="2642" y="1992"/>
                </a:cubicBezTo>
                <a:cubicBezTo>
                  <a:pt x="2611" y="1967"/>
                  <a:pt x="2603" y="1971"/>
                  <a:pt x="2595" y="1958"/>
                </a:cubicBezTo>
                <a:cubicBezTo>
                  <a:pt x="2552" y="1947"/>
                  <a:pt x="2570" y="1954"/>
                  <a:pt x="2579" y="1969"/>
                </a:cubicBezTo>
                <a:cubicBezTo>
                  <a:pt x="2603" y="1993"/>
                  <a:pt x="2607" y="1992"/>
                  <a:pt x="2605" y="1996"/>
                </a:cubicBezTo>
                <a:cubicBezTo>
                  <a:pt x="2621" y="2013"/>
                  <a:pt x="2630" y="2011"/>
                  <a:pt x="2630" y="2018"/>
                </a:cubicBezTo>
                <a:cubicBezTo>
                  <a:pt x="2705" y="2088"/>
                  <a:pt x="2711" y="2097"/>
                  <a:pt x="2730" y="2115"/>
                </a:cubicBezTo>
                <a:cubicBezTo>
                  <a:pt x="2774" y="2160"/>
                  <a:pt x="2774" y="2160"/>
                  <a:pt x="2774" y="2160"/>
                </a:cubicBezTo>
                <a:cubicBezTo>
                  <a:pt x="2687" y="2056"/>
                  <a:pt x="2675" y="2048"/>
                  <a:pt x="2664" y="2034"/>
                </a:cubicBezTo>
                <a:cubicBezTo>
                  <a:pt x="2639" y="2016"/>
                  <a:pt x="2640" y="2011"/>
                  <a:pt x="2634" y="2009"/>
                </a:cubicBezTo>
                <a:cubicBezTo>
                  <a:pt x="2590" y="1961"/>
                  <a:pt x="2592" y="1965"/>
                  <a:pt x="2595" y="1967"/>
                </a:cubicBezTo>
                <a:cubicBezTo>
                  <a:pt x="2643" y="2000"/>
                  <a:pt x="2660" y="2019"/>
                  <a:pt x="2677" y="2032"/>
                </a:cubicBezTo>
                <a:cubicBezTo>
                  <a:pt x="2722" y="2081"/>
                  <a:pt x="2728" y="2091"/>
                  <a:pt x="2740" y="2104"/>
                </a:cubicBezTo>
                <a:cubicBezTo>
                  <a:pt x="2743" y="2107"/>
                  <a:pt x="2746" y="2106"/>
                  <a:pt x="2746" y="2107"/>
                </a:cubicBezTo>
                <a:cubicBezTo>
                  <a:pt x="2776" y="2144"/>
                  <a:pt x="2782" y="2152"/>
                  <a:pt x="2788" y="2160"/>
                </a:cubicBezTo>
                <a:cubicBezTo>
                  <a:pt x="2766" y="2118"/>
                  <a:pt x="2761" y="2111"/>
                  <a:pt x="2754" y="2103"/>
                </a:cubicBezTo>
                <a:close/>
                <a:moveTo>
                  <a:pt x="2693" y="2110"/>
                </a:moveTo>
                <a:cubicBezTo>
                  <a:pt x="2696" y="2104"/>
                  <a:pt x="2682" y="2098"/>
                  <a:pt x="2684" y="2092"/>
                </a:cubicBezTo>
                <a:cubicBezTo>
                  <a:pt x="2662" y="2071"/>
                  <a:pt x="2655" y="2066"/>
                  <a:pt x="2644" y="2057"/>
                </a:cubicBezTo>
                <a:cubicBezTo>
                  <a:pt x="2578" y="1981"/>
                  <a:pt x="2570" y="1972"/>
                  <a:pt x="2560" y="1960"/>
                </a:cubicBezTo>
                <a:cubicBezTo>
                  <a:pt x="2548" y="1932"/>
                  <a:pt x="2535" y="1928"/>
                  <a:pt x="2540" y="1925"/>
                </a:cubicBezTo>
                <a:cubicBezTo>
                  <a:pt x="2520" y="1893"/>
                  <a:pt x="2526" y="1881"/>
                  <a:pt x="2517" y="1885"/>
                </a:cubicBezTo>
                <a:cubicBezTo>
                  <a:pt x="2536" y="1948"/>
                  <a:pt x="2536" y="1956"/>
                  <a:pt x="2544" y="1966"/>
                </a:cubicBezTo>
                <a:cubicBezTo>
                  <a:pt x="2562" y="2002"/>
                  <a:pt x="2567" y="2009"/>
                  <a:pt x="2571" y="2017"/>
                </a:cubicBezTo>
                <a:cubicBezTo>
                  <a:pt x="2647" y="2106"/>
                  <a:pt x="2655" y="2116"/>
                  <a:pt x="2663" y="2125"/>
                </a:cubicBezTo>
                <a:cubicBezTo>
                  <a:pt x="2703" y="2158"/>
                  <a:pt x="2696" y="2155"/>
                  <a:pt x="2695" y="2152"/>
                </a:cubicBezTo>
                <a:cubicBezTo>
                  <a:pt x="2672" y="2122"/>
                  <a:pt x="2670" y="2119"/>
                  <a:pt x="2667" y="2116"/>
                </a:cubicBezTo>
                <a:cubicBezTo>
                  <a:pt x="2636" y="2077"/>
                  <a:pt x="2632" y="2073"/>
                  <a:pt x="2628" y="2069"/>
                </a:cubicBezTo>
                <a:cubicBezTo>
                  <a:pt x="2551" y="1971"/>
                  <a:pt x="2541" y="1952"/>
                  <a:pt x="2535" y="1933"/>
                </a:cubicBezTo>
                <a:cubicBezTo>
                  <a:pt x="2537" y="1931"/>
                  <a:pt x="2537" y="1933"/>
                  <a:pt x="2538" y="1936"/>
                </a:cubicBezTo>
                <a:cubicBezTo>
                  <a:pt x="2555" y="1961"/>
                  <a:pt x="2559" y="1971"/>
                  <a:pt x="2566" y="1981"/>
                </a:cubicBezTo>
                <a:cubicBezTo>
                  <a:pt x="2684" y="2109"/>
                  <a:pt x="2700" y="2128"/>
                  <a:pt x="2712" y="2137"/>
                </a:cubicBezTo>
                <a:cubicBezTo>
                  <a:pt x="2738" y="2156"/>
                  <a:pt x="2735" y="2152"/>
                  <a:pt x="2733" y="2148"/>
                </a:cubicBezTo>
                <a:close/>
                <a:moveTo>
                  <a:pt x="2591" y="2098"/>
                </a:moveTo>
                <a:cubicBezTo>
                  <a:pt x="2574" y="2082"/>
                  <a:pt x="2569" y="2066"/>
                  <a:pt x="2557" y="2050"/>
                </a:cubicBezTo>
                <a:cubicBezTo>
                  <a:pt x="2542" y="2025"/>
                  <a:pt x="2544" y="2022"/>
                  <a:pt x="2540" y="2018"/>
                </a:cubicBezTo>
                <a:cubicBezTo>
                  <a:pt x="2518" y="1973"/>
                  <a:pt x="2511" y="1965"/>
                  <a:pt x="2510" y="1957"/>
                </a:cubicBezTo>
                <a:cubicBezTo>
                  <a:pt x="2495" y="1931"/>
                  <a:pt x="2489" y="1936"/>
                  <a:pt x="2497" y="1942"/>
                </a:cubicBezTo>
                <a:cubicBezTo>
                  <a:pt x="2510" y="1978"/>
                  <a:pt x="2514" y="1981"/>
                  <a:pt x="2516" y="1984"/>
                </a:cubicBezTo>
                <a:cubicBezTo>
                  <a:pt x="2525" y="2012"/>
                  <a:pt x="2529" y="2015"/>
                  <a:pt x="2531" y="2017"/>
                </a:cubicBezTo>
                <a:cubicBezTo>
                  <a:pt x="2543" y="2038"/>
                  <a:pt x="2539" y="2041"/>
                  <a:pt x="2543" y="2044"/>
                </a:cubicBezTo>
                <a:cubicBezTo>
                  <a:pt x="2576" y="2100"/>
                  <a:pt x="2580" y="2103"/>
                  <a:pt x="2582" y="2106"/>
                </a:cubicBezTo>
                <a:cubicBezTo>
                  <a:pt x="2599" y="2132"/>
                  <a:pt x="2603" y="2135"/>
                  <a:pt x="2605" y="2138"/>
                </a:cubicBezTo>
                <a:cubicBezTo>
                  <a:pt x="2623" y="2154"/>
                  <a:pt x="2621" y="2156"/>
                  <a:pt x="2622" y="2158"/>
                </a:cubicBezTo>
                <a:cubicBezTo>
                  <a:pt x="2623" y="2145"/>
                  <a:pt x="2610" y="2129"/>
                  <a:pt x="2597" y="2113"/>
                </a:cubicBezTo>
                <a:close/>
                <a:moveTo>
                  <a:pt x="3033" y="2114"/>
                </a:moveTo>
                <a:cubicBezTo>
                  <a:pt x="3034" y="2107"/>
                  <a:pt x="3026" y="2100"/>
                  <a:pt x="3027" y="2094"/>
                </a:cubicBezTo>
                <a:cubicBezTo>
                  <a:pt x="3015" y="2078"/>
                  <a:pt x="3010" y="2064"/>
                  <a:pt x="2999" y="2048"/>
                </a:cubicBezTo>
                <a:cubicBezTo>
                  <a:pt x="2993" y="2042"/>
                  <a:pt x="2987" y="2035"/>
                  <a:pt x="2982" y="2029"/>
                </a:cubicBezTo>
                <a:cubicBezTo>
                  <a:pt x="2976" y="2019"/>
                  <a:pt x="2974" y="2020"/>
                  <a:pt x="2966" y="2011"/>
                </a:cubicBezTo>
                <a:cubicBezTo>
                  <a:pt x="2959" y="2006"/>
                  <a:pt x="2963" y="2002"/>
                  <a:pt x="2957" y="1998"/>
                </a:cubicBezTo>
                <a:cubicBezTo>
                  <a:pt x="2951" y="1998"/>
                  <a:pt x="2953" y="1992"/>
                  <a:pt x="2952" y="1991"/>
                </a:cubicBezTo>
                <a:cubicBezTo>
                  <a:pt x="2951" y="1991"/>
                  <a:pt x="2950" y="1993"/>
                  <a:pt x="2949" y="1991"/>
                </a:cubicBezTo>
                <a:cubicBezTo>
                  <a:pt x="2945" y="1988"/>
                  <a:pt x="2942" y="1983"/>
                  <a:pt x="2937" y="1978"/>
                </a:cubicBezTo>
                <a:cubicBezTo>
                  <a:pt x="2933" y="1980"/>
                  <a:pt x="2929" y="1969"/>
                  <a:pt x="2925" y="1971"/>
                </a:cubicBezTo>
                <a:cubicBezTo>
                  <a:pt x="2921" y="1969"/>
                  <a:pt x="2917" y="1962"/>
                  <a:pt x="2913" y="1967"/>
                </a:cubicBezTo>
                <a:cubicBezTo>
                  <a:pt x="2922" y="1978"/>
                  <a:pt x="2932" y="1982"/>
                  <a:pt x="2941" y="1989"/>
                </a:cubicBezTo>
                <a:cubicBezTo>
                  <a:pt x="2945" y="1997"/>
                  <a:pt x="2946" y="1998"/>
                  <a:pt x="2955" y="2005"/>
                </a:cubicBezTo>
                <a:cubicBezTo>
                  <a:pt x="2959" y="2009"/>
                  <a:pt x="2957" y="2013"/>
                  <a:pt x="2962" y="2017"/>
                </a:cubicBezTo>
                <a:cubicBezTo>
                  <a:pt x="2976" y="2032"/>
                  <a:pt x="2989" y="2047"/>
                  <a:pt x="2995" y="2057"/>
                </a:cubicBezTo>
                <a:cubicBezTo>
                  <a:pt x="3002" y="2065"/>
                  <a:pt x="3006" y="2073"/>
                  <a:pt x="3009" y="2080"/>
                </a:cubicBezTo>
                <a:cubicBezTo>
                  <a:pt x="3013" y="2084"/>
                  <a:pt x="3016" y="2088"/>
                  <a:pt x="3013" y="2091"/>
                </a:cubicBezTo>
                <a:cubicBezTo>
                  <a:pt x="3017" y="2095"/>
                  <a:pt x="3020" y="2099"/>
                  <a:pt x="3020" y="2102"/>
                </a:cubicBezTo>
                <a:cubicBezTo>
                  <a:pt x="3026" y="2117"/>
                  <a:pt x="3033" y="2132"/>
                  <a:pt x="3039" y="2147"/>
                </a:cubicBezTo>
                <a:cubicBezTo>
                  <a:pt x="3040" y="2151"/>
                  <a:pt x="3041" y="2156"/>
                  <a:pt x="3042" y="2160"/>
                </a:cubicBezTo>
                <a:cubicBezTo>
                  <a:pt x="3052" y="2160"/>
                  <a:pt x="3052" y="2160"/>
                  <a:pt x="3052" y="2160"/>
                </a:cubicBezTo>
                <a:cubicBezTo>
                  <a:pt x="3049" y="2152"/>
                  <a:pt x="3045" y="2143"/>
                  <a:pt x="3046" y="2135"/>
                </a:cubicBezTo>
                <a:cubicBezTo>
                  <a:pt x="3039" y="2128"/>
                  <a:pt x="3040" y="2121"/>
                  <a:pt x="3033" y="2114"/>
                </a:cubicBezTo>
                <a:close/>
                <a:moveTo>
                  <a:pt x="2537" y="2130"/>
                </a:moveTo>
                <a:cubicBezTo>
                  <a:pt x="2524" y="2116"/>
                  <a:pt x="2523" y="2103"/>
                  <a:pt x="2514" y="2093"/>
                </a:cubicBezTo>
                <a:cubicBezTo>
                  <a:pt x="2504" y="2070"/>
                  <a:pt x="2497" y="2066"/>
                  <a:pt x="2499" y="2063"/>
                </a:cubicBezTo>
                <a:cubicBezTo>
                  <a:pt x="2497" y="2052"/>
                  <a:pt x="2484" y="2048"/>
                  <a:pt x="2489" y="2045"/>
                </a:cubicBezTo>
                <a:cubicBezTo>
                  <a:pt x="2476" y="2022"/>
                  <a:pt x="2468" y="2018"/>
                  <a:pt x="2471" y="2015"/>
                </a:cubicBezTo>
                <a:cubicBezTo>
                  <a:pt x="2435" y="1967"/>
                  <a:pt x="2425" y="1955"/>
                  <a:pt x="2414" y="1943"/>
                </a:cubicBezTo>
                <a:cubicBezTo>
                  <a:pt x="2373" y="1912"/>
                  <a:pt x="2369" y="1896"/>
                  <a:pt x="2364" y="1900"/>
                </a:cubicBezTo>
                <a:cubicBezTo>
                  <a:pt x="2381" y="1915"/>
                  <a:pt x="2378" y="1916"/>
                  <a:pt x="2380" y="1918"/>
                </a:cubicBezTo>
                <a:cubicBezTo>
                  <a:pt x="2388" y="1923"/>
                  <a:pt x="2388" y="1926"/>
                  <a:pt x="2389" y="1927"/>
                </a:cubicBezTo>
                <a:cubicBezTo>
                  <a:pt x="2400" y="1940"/>
                  <a:pt x="2408" y="1942"/>
                  <a:pt x="2409" y="1947"/>
                </a:cubicBezTo>
                <a:cubicBezTo>
                  <a:pt x="2443" y="1995"/>
                  <a:pt x="2452" y="1999"/>
                  <a:pt x="2449" y="2002"/>
                </a:cubicBezTo>
                <a:cubicBezTo>
                  <a:pt x="2487" y="2063"/>
                  <a:pt x="2491" y="2067"/>
                  <a:pt x="2487" y="2070"/>
                </a:cubicBezTo>
                <a:cubicBezTo>
                  <a:pt x="2506" y="2104"/>
                  <a:pt x="2514" y="2108"/>
                  <a:pt x="2512" y="2112"/>
                </a:cubicBezTo>
                <a:cubicBezTo>
                  <a:pt x="2539" y="2152"/>
                  <a:pt x="2543" y="2157"/>
                  <a:pt x="2546" y="2160"/>
                </a:cubicBezTo>
                <a:cubicBezTo>
                  <a:pt x="2540" y="2140"/>
                  <a:pt x="2541" y="2135"/>
                  <a:pt x="2537" y="2130"/>
                </a:cubicBezTo>
                <a:close/>
                <a:moveTo>
                  <a:pt x="2359" y="2098"/>
                </a:moveTo>
                <a:cubicBezTo>
                  <a:pt x="2355" y="2093"/>
                  <a:pt x="2356" y="2088"/>
                  <a:pt x="2351" y="2082"/>
                </a:cubicBezTo>
                <a:cubicBezTo>
                  <a:pt x="2335" y="2044"/>
                  <a:pt x="2331" y="2038"/>
                  <a:pt x="2328" y="2033"/>
                </a:cubicBezTo>
                <a:cubicBezTo>
                  <a:pt x="2301" y="1982"/>
                  <a:pt x="2293" y="1965"/>
                  <a:pt x="2285" y="1948"/>
                </a:cubicBezTo>
                <a:cubicBezTo>
                  <a:pt x="2224" y="1882"/>
                  <a:pt x="2221" y="1878"/>
                  <a:pt x="2218" y="1874"/>
                </a:cubicBezTo>
                <a:cubicBezTo>
                  <a:pt x="2188" y="1841"/>
                  <a:pt x="2182" y="1834"/>
                  <a:pt x="2176" y="1827"/>
                </a:cubicBezTo>
                <a:cubicBezTo>
                  <a:pt x="2168" y="1800"/>
                  <a:pt x="2167" y="1797"/>
                  <a:pt x="2164" y="1793"/>
                </a:cubicBezTo>
                <a:cubicBezTo>
                  <a:pt x="2171" y="1829"/>
                  <a:pt x="2175" y="1832"/>
                  <a:pt x="2177" y="1835"/>
                </a:cubicBezTo>
                <a:cubicBezTo>
                  <a:pt x="2193" y="1872"/>
                  <a:pt x="2204" y="1885"/>
                  <a:pt x="2212" y="1897"/>
                </a:cubicBezTo>
                <a:cubicBezTo>
                  <a:pt x="2261" y="1978"/>
                  <a:pt x="2271" y="1983"/>
                  <a:pt x="2264" y="1987"/>
                </a:cubicBezTo>
                <a:cubicBezTo>
                  <a:pt x="2277" y="2021"/>
                  <a:pt x="2288" y="2026"/>
                  <a:pt x="2285" y="2030"/>
                </a:cubicBezTo>
                <a:cubicBezTo>
                  <a:pt x="2303" y="2068"/>
                  <a:pt x="2301" y="2072"/>
                  <a:pt x="2302" y="2076"/>
                </a:cubicBezTo>
                <a:cubicBezTo>
                  <a:pt x="2322" y="2110"/>
                  <a:pt x="2320" y="2114"/>
                  <a:pt x="2324" y="2118"/>
                </a:cubicBezTo>
                <a:cubicBezTo>
                  <a:pt x="2337" y="2145"/>
                  <a:pt x="2350" y="2149"/>
                  <a:pt x="2344" y="2152"/>
                </a:cubicBezTo>
                <a:cubicBezTo>
                  <a:pt x="2314" y="2125"/>
                  <a:pt x="2312" y="2120"/>
                  <a:pt x="2308" y="2120"/>
                </a:cubicBezTo>
                <a:cubicBezTo>
                  <a:pt x="2286" y="2084"/>
                  <a:pt x="2287" y="2074"/>
                  <a:pt x="2278" y="2062"/>
                </a:cubicBezTo>
                <a:cubicBezTo>
                  <a:pt x="2250" y="1984"/>
                  <a:pt x="2245" y="1972"/>
                  <a:pt x="2241" y="1961"/>
                </a:cubicBezTo>
                <a:cubicBezTo>
                  <a:pt x="2207" y="1901"/>
                  <a:pt x="2203" y="1897"/>
                  <a:pt x="2199" y="1893"/>
                </a:cubicBezTo>
                <a:cubicBezTo>
                  <a:pt x="2180" y="1859"/>
                  <a:pt x="2173" y="1847"/>
                  <a:pt x="2168" y="1834"/>
                </a:cubicBezTo>
                <a:cubicBezTo>
                  <a:pt x="2156" y="1801"/>
                  <a:pt x="2161" y="1800"/>
                  <a:pt x="2155" y="1799"/>
                </a:cubicBezTo>
                <a:cubicBezTo>
                  <a:pt x="2162" y="1855"/>
                  <a:pt x="2173" y="1859"/>
                  <a:pt x="2171" y="1863"/>
                </a:cubicBezTo>
                <a:cubicBezTo>
                  <a:pt x="2220" y="1937"/>
                  <a:pt x="2218" y="1940"/>
                  <a:pt x="2219" y="1942"/>
                </a:cubicBezTo>
                <a:cubicBezTo>
                  <a:pt x="2235" y="1976"/>
                  <a:pt x="2242" y="1984"/>
                  <a:pt x="2242" y="1992"/>
                </a:cubicBezTo>
                <a:cubicBezTo>
                  <a:pt x="2250" y="2025"/>
                  <a:pt x="2261" y="2035"/>
                  <a:pt x="2259" y="2044"/>
                </a:cubicBezTo>
                <a:cubicBezTo>
                  <a:pt x="2271" y="2072"/>
                  <a:pt x="2281" y="2080"/>
                  <a:pt x="2279" y="2087"/>
                </a:cubicBezTo>
                <a:cubicBezTo>
                  <a:pt x="2297" y="2123"/>
                  <a:pt x="2306" y="2127"/>
                  <a:pt x="2303" y="2130"/>
                </a:cubicBezTo>
                <a:cubicBezTo>
                  <a:pt x="2288" y="2117"/>
                  <a:pt x="2278" y="2115"/>
                  <a:pt x="2273" y="2107"/>
                </a:cubicBezTo>
                <a:cubicBezTo>
                  <a:pt x="2244" y="2046"/>
                  <a:pt x="2250" y="2043"/>
                  <a:pt x="2247" y="2040"/>
                </a:cubicBezTo>
                <a:cubicBezTo>
                  <a:pt x="2239" y="2016"/>
                  <a:pt x="2232" y="2013"/>
                  <a:pt x="2235" y="2010"/>
                </a:cubicBezTo>
                <a:cubicBezTo>
                  <a:pt x="2222" y="1977"/>
                  <a:pt x="2214" y="1973"/>
                  <a:pt x="2218" y="1970"/>
                </a:cubicBezTo>
                <a:cubicBezTo>
                  <a:pt x="2196" y="1923"/>
                  <a:pt x="2187" y="1916"/>
                  <a:pt x="2188" y="1909"/>
                </a:cubicBezTo>
                <a:cubicBezTo>
                  <a:pt x="2172" y="1880"/>
                  <a:pt x="2172" y="1877"/>
                  <a:pt x="2170" y="1879"/>
                </a:cubicBezTo>
                <a:cubicBezTo>
                  <a:pt x="2148" y="1849"/>
                  <a:pt x="2146" y="1846"/>
                  <a:pt x="2140" y="1841"/>
                </a:cubicBezTo>
                <a:cubicBezTo>
                  <a:pt x="2122" y="1818"/>
                  <a:pt x="2120" y="1815"/>
                  <a:pt x="2120" y="1812"/>
                </a:cubicBezTo>
                <a:cubicBezTo>
                  <a:pt x="2133" y="1844"/>
                  <a:pt x="2148" y="1854"/>
                  <a:pt x="2149" y="1862"/>
                </a:cubicBezTo>
                <a:cubicBezTo>
                  <a:pt x="2163" y="1878"/>
                  <a:pt x="2160" y="1878"/>
                  <a:pt x="2166" y="1882"/>
                </a:cubicBezTo>
                <a:cubicBezTo>
                  <a:pt x="2182" y="1914"/>
                  <a:pt x="2180" y="1918"/>
                  <a:pt x="2184" y="1921"/>
                </a:cubicBezTo>
                <a:cubicBezTo>
                  <a:pt x="2203" y="1968"/>
                  <a:pt x="2210" y="1974"/>
                  <a:pt x="2209" y="1980"/>
                </a:cubicBezTo>
                <a:cubicBezTo>
                  <a:pt x="2222" y="2004"/>
                  <a:pt x="2224" y="2008"/>
                  <a:pt x="2224" y="2011"/>
                </a:cubicBezTo>
                <a:cubicBezTo>
                  <a:pt x="2245" y="2053"/>
                  <a:pt x="2243" y="2065"/>
                  <a:pt x="2251" y="2077"/>
                </a:cubicBezTo>
                <a:cubicBezTo>
                  <a:pt x="2258" y="2112"/>
                  <a:pt x="2252" y="2108"/>
                  <a:pt x="2246" y="2105"/>
                </a:cubicBezTo>
                <a:cubicBezTo>
                  <a:pt x="2234" y="2075"/>
                  <a:pt x="2228" y="2071"/>
                  <a:pt x="2230" y="2067"/>
                </a:cubicBezTo>
                <a:cubicBezTo>
                  <a:pt x="2214" y="2023"/>
                  <a:pt x="2210" y="2019"/>
                  <a:pt x="2210" y="2014"/>
                </a:cubicBezTo>
                <a:cubicBezTo>
                  <a:pt x="2191" y="1966"/>
                  <a:pt x="2190" y="1957"/>
                  <a:pt x="2183" y="1948"/>
                </a:cubicBezTo>
                <a:cubicBezTo>
                  <a:pt x="2115" y="1843"/>
                  <a:pt x="2109" y="1836"/>
                  <a:pt x="2102" y="1828"/>
                </a:cubicBezTo>
                <a:cubicBezTo>
                  <a:pt x="2084" y="1810"/>
                  <a:pt x="2089" y="1820"/>
                  <a:pt x="2100" y="1829"/>
                </a:cubicBezTo>
                <a:cubicBezTo>
                  <a:pt x="2180" y="1968"/>
                  <a:pt x="2187" y="1974"/>
                  <a:pt x="2184" y="1979"/>
                </a:cubicBezTo>
                <a:cubicBezTo>
                  <a:pt x="2204" y="2026"/>
                  <a:pt x="2202" y="2030"/>
                  <a:pt x="2207" y="2034"/>
                </a:cubicBezTo>
                <a:cubicBezTo>
                  <a:pt x="2222" y="2075"/>
                  <a:pt x="2224" y="2079"/>
                  <a:pt x="2224" y="2083"/>
                </a:cubicBezTo>
                <a:cubicBezTo>
                  <a:pt x="2213" y="2080"/>
                  <a:pt x="2204" y="2073"/>
                  <a:pt x="2206" y="2067"/>
                </a:cubicBezTo>
                <a:cubicBezTo>
                  <a:pt x="2183" y="2022"/>
                  <a:pt x="2178" y="2013"/>
                  <a:pt x="2178" y="2005"/>
                </a:cubicBezTo>
                <a:cubicBezTo>
                  <a:pt x="2150" y="1952"/>
                  <a:pt x="2156" y="1949"/>
                  <a:pt x="2153" y="1946"/>
                </a:cubicBezTo>
                <a:cubicBezTo>
                  <a:pt x="2092" y="1848"/>
                  <a:pt x="2086" y="1839"/>
                  <a:pt x="2080" y="1830"/>
                </a:cubicBezTo>
                <a:cubicBezTo>
                  <a:pt x="2028" y="1770"/>
                  <a:pt x="2025" y="1766"/>
                  <a:pt x="2021" y="1765"/>
                </a:cubicBezTo>
                <a:cubicBezTo>
                  <a:pt x="2015" y="1759"/>
                  <a:pt x="2018" y="1765"/>
                  <a:pt x="2019" y="1767"/>
                </a:cubicBezTo>
                <a:cubicBezTo>
                  <a:pt x="2031" y="1783"/>
                  <a:pt x="2032" y="1782"/>
                  <a:pt x="2034" y="1783"/>
                </a:cubicBezTo>
                <a:cubicBezTo>
                  <a:pt x="2080" y="1843"/>
                  <a:pt x="2084" y="1849"/>
                  <a:pt x="2088" y="1855"/>
                </a:cubicBezTo>
                <a:cubicBezTo>
                  <a:pt x="2107" y="1882"/>
                  <a:pt x="2113" y="1894"/>
                  <a:pt x="2121" y="1907"/>
                </a:cubicBezTo>
                <a:cubicBezTo>
                  <a:pt x="2133" y="1930"/>
                  <a:pt x="2135" y="1937"/>
                  <a:pt x="2142" y="1943"/>
                </a:cubicBezTo>
                <a:cubicBezTo>
                  <a:pt x="2150" y="1967"/>
                  <a:pt x="2149" y="1968"/>
                  <a:pt x="2153" y="1969"/>
                </a:cubicBezTo>
                <a:cubicBezTo>
                  <a:pt x="2176" y="2038"/>
                  <a:pt x="2182" y="2045"/>
                  <a:pt x="2184" y="2051"/>
                </a:cubicBezTo>
                <a:cubicBezTo>
                  <a:pt x="2178" y="2070"/>
                  <a:pt x="2180" y="2060"/>
                  <a:pt x="2175" y="2057"/>
                </a:cubicBezTo>
                <a:cubicBezTo>
                  <a:pt x="2153" y="2021"/>
                  <a:pt x="2158" y="2016"/>
                  <a:pt x="2151" y="2010"/>
                </a:cubicBezTo>
                <a:cubicBezTo>
                  <a:pt x="2121" y="1936"/>
                  <a:pt x="2119" y="1926"/>
                  <a:pt x="2108" y="1915"/>
                </a:cubicBezTo>
                <a:cubicBezTo>
                  <a:pt x="2036" y="1803"/>
                  <a:pt x="2040" y="1801"/>
                  <a:pt x="2034" y="1797"/>
                </a:cubicBezTo>
                <a:cubicBezTo>
                  <a:pt x="2007" y="1765"/>
                  <a:pt x="2005" y="1763"/>
                  <a:pt x="2003" y="1761"/>
                </a:cubicBezTo>
                <a:cubicBezTo>
                  <a:pt x="1972" y="1730"/>
                  <a:pt x="1967" y="1720"/>
                  <a:pt x="1962" y="1724"/>
                </a:cubicBezTo>
                <a:cubicBezTo>
                  <a:pt x="1992" y="1755"/>
                  <a:pt x="1992" y="1758"/>
                  <a:pt x="1992" y="1759"/>
                </a:cubicBezTo>
                <a:cubicBezTo>
                  <a:pt x="2021" y="1792"/>
                  <a:pt x="2020" y="1796"/>
                  <a:pt x="2026" y="1801"/>
                </a:cubicBezTo>
                <a:cubicBezTo>
                  <a:pt x="2060" y="1845"/>
                  <a:pt x="2062" y="1850"/>
                  <a:pt x="2064" y="1855"/>
                </a:cubicBezTo>
                <a:cubicBezTo>
                  <a:pt x="2095" y="1898"/>
                  <a:pt x="2096" y="1916"/>
                  <a:pt x="2112" y="1935"/>
                </a:cubicBezTo>
                <a:cubicBezTo>
                  <a:pt x="2128" y="1975"/>
                  <a:pt x="2126" y="1980"/>
                  <a:pt x="2133" y="1986"/>
                </a:cubicBezTo>
                <a:cubicBezTo>
                  <a:pt x="2155" y="2039"/>
                  <a:pt x="2153" y="2043"/>
                  <a:pt x="2157" y="2046"/>
                </a:cubicBezTo>
                <a:cubicBezTo>
                  <a:pt x="2137" y="2045"/>
                  <a:pt x="2142" y="2043"/>
                  <a:pt x="2142" y="2042"/>
                </a:cubicBezTo>
                <a:cubicBezTo>
                  <a:pt x="2135" y="2030"/>
                  <a:pt x="2128" y="2031"/>
                  <a:pt x="2127" y="2026"/>
                </a:cubicBezTo>
                <a:cubicBezTo>
                  <a:pt x="2111" y="1989"/>
                  <a:pt x="2109" y="1986"/>
                  <a:pt x="2107" y="1983"/>
                </a:cubicBezTo>
                <a:cubicBezTo>
                  <a:pt x="2085" y="1918"/>
                  <a:pt x="2078" y="1914"/>
                  <a:pt x="2079" y="1911"/>
                </a:cubicBezTo>
                <a:cubicBezTo>
                  <a:pt x="2055" y="1866"/>
                  <a:pt x="2049" y="1852"/>
                  <a:pt x="2041" y="1838"/>
                </a:cubicBezTo>
                <a:cubicBezTo>
                  <a:pt x="1965" y="1757"/>
                  <a:pt x="1962" y="1741"/>
                  <a:pt x="1957" y="1746"/>
                </a:cubicBezTo>
                <a:cubicBezTo>
                  <a:pt x="2003" y="1791"/>
                  <a:pt x="2001" y="1802"/>
                  <a:pt x="2007" y="1806"/>
                </a:cubicBezTo>
                <a:cubicBezTo>
                  <a:pt x="2039" y="1854"/>
                  <a:pt x="2043" y="1857"/>
                  <a:pt x="2046" y="1860"/>
                </a:cubicBezTo>
                <a:cubicBezTo>
                  <a:pt x="2065" y="1901"/>
                  <a:pt x="2070" y="1913"/>
                  <a:pt x="2074" y="1925"/>
                </a:cubicBezTo>
                <a:cubicBezTo>
                  <a:pt x="2084" y="1955"/>
                  <a:pt x="2091" y="1959"/>
                  <a:pt x="2088" y="1961"/>
                </a:cubicBezTo>
                <a:cubicBezTo>
                  <a:pt x="2109" y="2008"/>
                  <a:pt x="2111" y="2011"/>
                  <a:pt x="2111" y="2014"/>
                </a:cubicBezTo>
                <a:cubicBezTo>
                  <a:pt x="2084" y="2001"/>
                  <a:pt x="2083" y="1990"/>
                  <a:pt x="2078" y="1979"/>
                </a:cubicBezTo>
                <a:cubicBezTo>
                  <a:pt x="2058" y="1935"/>
                  <a:pt x="2059" y="1924"/>
                  <a:pt x="2051" y="1913"/>
                </a:cubicBezTo>
                <a:cubicBezTo>
                  <a:pt x="2005" y="1834"/>
                  <a:pt x="1999" y="1823"/>
                  <a:pt x="1992" y="1811"/>
                </a:cubicBezTo>
                <a:cubicBezTo>
                  <a:pt x="1942" y="1756"/>
                  <a:pt x="1938" y="1745"/>
                  <a:pt x="1934" y="1752"/>
                </a:cubicBezTo>
                <a:cubicBezTo>
                  <a:pt x="2017" y="1869"/>
                  <a:pt x="2028" y="1877"/>
                  <a:pt x="2027" y="1885"/>
                </a:cubicBezTo>
                <a:cubicBezTo>
                  <a:pt x="2063" y="1966"/>
                  <a:pt x="2065" y="1973"/>
                  <a:pt x="2067" y="1980"/>
                </a:cubicBezTo>
                <a:cubicBezTo>
                  <a:pt x="2065" y="1992"/>
                  <a:pt x="2057" y="1989"/>
                  <a:pt x="2060" y="1986"/>
                </a:cubicBezTo>
                <a:cubicBezTo>
                  <a:pt x="2045" y="1948"/>
                  <a:pt x="2043" y="1946"/>
                  <a:pt x="2043" y="1943"/>
                </a:cubicBezTo>
                <a:cubicBezTo>
                  <a:pt x="2023" y="1902"/>
                  <a:pt x="2017" y="1897"/>
                  <a:pt x="2017" y="1893"/>
                </a:cubicBezTo>
                <a:cubicBezTo>
                  <a:pt x="2004" y="1865"/>
                  <a:pt x="1997" y="1860"/>
                  <a:pt x="1998" y="1855"/>
                </a:cubicBezTo>
                <a:cubicBezTo>
                  <a:pt x="1963" y="1808"/>
                  <a:pt x="1953" y="1796"/>
                  <a:pt x="1940" y="1775"/>
                </a:cubicBezTo>
                <a:cubicBezTo>
                  <a:pt x="1905" y="1717"/>
                  <a:pt x="1893" y="1717"/>
                  <a:pt x="1896" y="1709"/>
                </a:cubicBezTo>
                <a:cubicBezTo>
                  <a:pt x="1877" y="1696"/>
                  <a:pt x="1887" y="1701"/>
                  <a:pt x="1884" y="1705"/>
                </a:cubicBezTo>
                <a:cubicBezTo>
                  <a:pt x="1901" y="1729"/>
                  <a:pt x="1903" y="1740"/>
                  <a:pt x="1915" y="1751"/>
                </a:cubicBezTo>
                <a:cubicBezTo>
                  <a:pt x="1973" y="1832"/>
                  <a:pt x="1981" y="1851"/>
                  <a:pt x="1997" y="1870"/>
                </a:cubicBezTo>
                <a:cubicBezTo>
                  <a:pt x="2010" y="1904"/>
                  <a:pt x="2014" y="1909"/>
                  <a:pt x="2017" y="1913"/>
                </a:cubicBezTo>
                <a:cubicBezTo>
                  <a:pt x="2030" y="1939"/>
                  <a:pt x="2036" y="1949"/>
                  <a:pt x="2039" y="1958"/>
                </a:cubicBezTo>
                <a:cubicBezTo>
                  <a:pt x="2048" y="1982"/>
                  <a:pt x="2048" y="1987"/>
                  <a:pt x="2045" y="1985"/>
                </a:cubicBezTo>
                <a:cubicBezTo>
                  <a:pt x="2031" y="1963"/>
                  <a:pt x="2024" y="1958"/>
                  <a:pt x="2019" y="1952"/>
                </a:cubicBezTo>
                <a:cubicBezTo>
                  <a:pt x="1966" y="1858"/>
                  <a:pt x="1972" y="1850"/>
                  <a:pt x="1964" y="1850"/>
                </a:cubicBezTo>
                <a:cubicBezTo>
                  <a:pt x="1953" y="1828"/>
                  <a:pt x="1951" y="1823"/>
                  <a:pt x="1948" y="1818"/>
                </a:cubicBezTo>
                <a:cubicBezTo>
                  <a:pt x="1895" y="1732"/>
                  <a:pt x="1891" y="1727"/>
                  <a:pt x="1888" y="1723"/>
                </a:cubicBezTo>
                <a:cubicBezTo>
                  <a:pt x="1919" y="1786"/>
                  <a:pt x="1923" y="1796"/>
                  <a:pt x="1930" y="1807"/>
                </a:cubicBezTo>
                <a:cubicBezTo>
                  <a:pt x="1947" y="1834"/>
                  <a:pt x="1951" y="1837"/>
                  <a:pt x="1950" y="1839"/>
                </a:cubicBezTo>
                <a:cubicBezTo>
                  <a:pt x="1975" y="1882"/>
                  <a:pt x="1974" y="1885"/>
                  <a:pt x="1977" y="1888"/>
                </a:cubicBezTo>
                <a:cubicBezTo>
                  <a:pt x="1992" y="1925"/>
                  <a:pt x="2004" y="1931"/>
                  <a:pt x="1999" y="1935"/>
                </a:cubicBezTo>
                <a:cubicBezTo>
                  <a:pt x="2013" y="1957"/>
                  <a:pt x="2017" y="1963"/>
                  <a:pt x="2017" y="1969"/>
                </a:cubicBezTo>
                <a:cubicBezTo>
                  <a:pt x="2004" y="1947"/>
                  <a:pt x="1994" y="1941"/>
                  <a:pt x="1991" y="1936"/>
                </a:cubicBezTo>
                <a:cubicBezTo>
                  <a:pt x="1972" y="1896"/>
                  <a:pt x="1966" y="1889"/>
                  <a:pt x="1964" y="1882"/>
                </a:cubicBezTo>
                <a:cubicBezTo>
                  <a:pt x="1925" y="1808"/>
                  <a:pt x="1925" y="1804"/>
                  <a:pt x="1915" y="1797"/>
                </a:cubicBezTo>
                <a:cubicBezTo>
                  <a:pt x="1867" y="1736"/>
                  <a:pt x="1869" y="1724"/>
                  <a:pt x="1860" y="1730"/>
                </a:cubicBezTo>
                <a:cubicBezTo>
                  <a:pt x="1899" y="1781"/>
                  <a:pt x="1901" y="1790"/>
                  <a:pt x="1916" y="1808"/>
                </a:cubicBezTo>
                <a:cubicBezTo>
                  <a:pt x="1941" y="1843"/>
                  <a:pt x="1937" y="1847"/>
                  <a:pt x="1943" y="1851"/>
                </a:cubicBezTo>
                <a:cubicBezTo>
                  <a:pt x="1973" y="1924"/>
                  <a:pt x="1975" y="1926"/>
                  <a:pt x="1978" y="1931"/>
                </a:cubicBezTo>
                <a:cubicBezTo>
                  <a:pt x="1970" y="1937"/>
                  <a:pt x="1972" y="1932"/>
                  <a:pt x="1965" y="1927"/>
                </a:cubicBezTo>
                <a:cubicBezTo>
                  <a:pt x="1952" y="1892"/>
                  <a:pt x="1945" y="1884"/>
                  <a:pt x="1941" y="1876"/>
                </a:cubicBezTo>
                <a:cubicBezTo>
                  <a:pt x="1925" y="1837"/>
                  <a:pt x="1914" y="1832"/>
                  <a:pt x="1916" y="1828"/>
                </a:cubicBezTo>
                <a:cubicBezTo>
                  <a:pt x="1875" y="1771"/>
                  <a:pt x="1871" y="1766"/>
                  <a:pt x="1867" y="1761"/>
                </a:cubicBezTo>
                <a:cubicBezTo>
                  <a:pt x="1850" y="1739"/>
                  <a:pt x="1837" y="1733"/>
                  <a:pt x="1834" y="1724"/>
                </a:cubicBezTo>
                <a:cubicBezTo>
                  <a:pt x="1831" y="1727"/>
                  <a:pt x="1840" y="1739"/>
                  <a:pt x="1859" y="1759"/>
                </a:cubicBezTo>
                <a:cubicBezTo>
                  <a:pt x="1929" y="1870"/>
                  <a:pt x="1932" y="1882"/>
                  <a:pt x="1940" y="1894"/>
                </a:cubicBezTo>
                <a:cubicBezTo>
                  <a:pt x="1955" y="1926"/>
                  <a:pt x="1962" y="1930"/>
                  <a:pt x="1956" y="1933"/>
                </a:cubicBezTo>
                <a:cubicBezTo>
                  <a:pt x="1948" y="1914"/>
                  <a:pt x="1940" y="1910"/>
                  <a:pt x="1939" y="1907"/>
                </a:cubicBezTo>
                <a:cubicBezTo>
                  <a:pt x="1901" y="1834"/>
                  <a:pt x="1882" y="1810"/>
                  <a:pt x="1865" y="1786"/>
                </a:cubicBezTo>
                <a:cubicBezTo>
                  <a:pt x="1823" y="1743"/>
                  <a:pt x="1820" y="1733"/>
                  <a:pt x="1816" y="1736"/>
                </a:cubicBezTo>
                <a:cubicBezTo>
                  <a:pt x="1800" y="1727"/>
                  <a:pt x="1800" y="1727"/>
                  <a:pt x="1808" y="1734"/>
                </a:cubicBezTo>
                <a:cubicBezTo>
                  <a:pt x="1845" y="1773"/>
                  <a:pt x="1851" y="1780"/>
                  <a:pt x="1857" y="1787"/>
                </a:cubicBezTo>
                <a:cubicBezTo>
                  <a:pt x="1914" y="1883"/>
                  <a:pt x="1922" y="1889"/>
                  <a:pt x="1921" y="1893"/>
                </a:cubicBezTo>
                <a:cubicBezTo>
                  <a:pt x="1911" y="1899"/>
                  <a:pt x="1910" y="1880"/>
                  <a:pt x="1897" y="1865"/>
                </a:cubicBezTo>
                <a:cubicBezTo>
                  <a:pt x="1850" y="1801"/>
                  <a:pt x="1840" y="1789"/>
                  <a:pt x="1832" y="1778"/>
                </a:cubicBezTo>
                <a:cubicBezTo>
                  <a:pt x="1783" y="1729"/>
                  <a:pt x="1776" y="1719"/>
                  <a:pt x="1768" y="1715"/>
                </a:cubicBezTo>
                <a:cubicBezTo>
                  <a:pt x="1752" y="1711"/>
                  <a:pt x="1762" y="1716"/>
                  <a:pt x="1772" y="1723"/>
                </a:cubicBezTo>
                <a:cubicBezTo>
                  <a:pt x="1813" y="1762"/>
                  <a:pt x="1814" y="1765"/>
                  <a:pt x="1814" y="1767"/>
                </a:cubicBezTo>
                <a:cubicBezTo>
                  <a:pt x="1834" y="1793"/>
                  <a:pt x="1840" y="1799"/>
                  <a:pt x="1844" y="1808"/>
                </a:cubicBezTo>
                <a:cubicBezTo>
                  <a:pt x="1893" y="1871"/>
                  <a:pt x="1889" y="1874"/>
                  <a:pt x="1893" y="1877"/>
                </a:cubicBezTo>
                <a:cubicBezTo>
                  <a:pt x="1882" y="1864"/>
                  <a:pt x="1878" y="1863"/>
                  <a:pt x="1874" y="1856"/>
                </a:cubicBezTo>
                <a:cubicBezTo>
                  <a:pt x="1833" y="1802"/>
                  <a:pt x="1826" y="1794"/>
                  <a:pt x="1819" y="1786"/>
                </a:cubicBezTo>
                <a:cubicBezTo>
                  <a:pt x="1773" y="1738"/>
                  <a:pt x="1769" y="1738"/>
                  <a:pt x="1765" y="1734"/>
                </a:cubicBezTo>
                <a:cubicBezTo>
                  <a:pt x="1760" y="1738"/>
                  <a:pt x="1770" y="1737"/>
                  <a:pt x="1766" y="1742"/>
                </a:cubicBezTo>
                <a:cubicBezTo>
                  <a:pt x="1803" y="1777"/>
                  <a:pt x="1807" y="1785"/>
                  <a:pt x="1813" y="1785"/>
                </a:cubicBezTo>
                <a:cubicBezTo>
                  <a:pt x="1829" y="1807"/>
                  <a:pt x="1825" y="1810"/>
                  <a:pt x="1831" y="1813"/>
                </a:cubicBezTo>
                <a:cubicBezTo>
                  <a:pt x="1813" y="1794"/>
                  <a:pt x="1808" y="1796"/>
                  <a:pt x="1805" y="1790"/>
                </a:cubicBezTo>
                <a:cubicBezTo>
                  <a:pt x="1754" y="1747"/>
                  <a:pt x="1750" y="1740"/>
                  <a:pt x="1745" y="1738"/>
                </a:cubicBezTo>
                <a:cubicBezTo>
                  <a:pt x="1769" y="1764"/>
                  <a:pt x="1779" y="1774"/>
                  <a:pt x="1790" y="1782"/>
                </a:cubicBezTo>
                <a:cubicBezTo>
                  <a:pt x="1832" y="1841"/>
                  <a:pt x="1845" y="1847"/>
                  <a:pt x="1842" y="1852"/>
                </a:cubicBezTo>
                <a:cubicBezTo>
                  <a:pt x="1793" y="1807"/>
                  <a:pt x="1776" y="1786"/>
                  <a:pt x="1752" y="1769"/>
                </a:cubicBezTo>
                <a:cubicBezTo>
                  <a:pt x="1766" y="1787"/>
                  <a:pt x="1777" y="1798"/>
                  <a:pt x="1788" y="1810"/>
                </a:cubicBezTo>
                <a:cubicBezTo>
                  <a:pt x="1812" y="1838"/>
                  <a:pt x="1805" y="1839"/>
                  <a:pt x="1803" y="1837"/>
                </a:cubicBezTo>
                <a:cubicBezTo>
                  <a:pt x="1781" y="1826"/>
                  <a:pt x="1776" y="1821"/>
                  <a:pt x="1770" y="1820"/>
                </a:cubicBezTo>
                <a:cubicBezTo>
                  <a:pt x="1726" y="1790"/>
                  <a:pt x="1728" y="1785"/>
                  <a:pt x="1721" y="1787"/>
                </a:cubicBezTo>
                <a:cubicBezTo>
                  <a:pt x="1746" y="1808"/>
                  <a:pt x="1748" y="1812"/>
                  <a:pt x="1751" y="1811"/>
                </a:cubicBezTo>
                <a:cubicBezTo>
                  <a:pt x="1774" y="1830"/>
                  <a:pt x="1769" y="1830"/>
                  <a:pt x="1768" y="1830"/>
                </a:cubicBezTo>
                <a:cubicBezTo>
                  <a:pt x="1762" y="1829"/>
                  <a:pt x="1758" y="1825"/>
                  <a:pt x="1757" y="1825"/>
                </a:cubicBezTo>
                <a:cubicBezTo>
                  <a:pt x="1733" y="1815"/>
                  <a:pt x="1722" y="1808"/>
                  <a:pt x="1711" y="1802"/>
                </a:cubicBezTo>
                <a:cubicBezTo>
                  <a:pt x="1668" y="1781"/>
                  <a:pt x="1665" y="1767"/>
                  <a:pt x="1662" y="1772"/>
                </a:cubicBezTo>
                <a:cubicBezTo>
                  <a:pt x="1716" y="1810"/>
                  <a:pt x="1719" y="1814"/>
                  <a:pt x="1721" y="1816"/>
                </a:cubicBezTo>
                <a:cubicBezTo>
                  <a:pt x="1754" y="1831"/>
                  <a:pt x="1760" y="1834"/>
                  <a:pt x="1766" y="1838"/>
                </a:cubicBezTo>
                <a:cubicBezTo>
                  <a:pt x="1741" y="1835"/>
                  <a:pt x="1730" y="1831"/>
                  <a:pt x="1719" y="1827"/>
                </a:cubicBezTo>
                <a:cubicBezTo>
                  <a:pt x="1667" y="1800"/>
                  <a:pt x="1664" y="1802"/>
                  <a:pt x="1662" y="1799"/>
                </a:cubicBezTo>
                <a:cubicBezTo>
                  <a:pt x="1679" y="1814"/>
                  <a:pt x="1683" y="1818"/>
                  <a:pt x="1687" y="1817"/>
                </a:cubicBezTo>
                <a:cubicBezTo>
                  <a:pt x="1763" y="1850"/>
                  <a:pt x="1779" y="1856"/>
                  <a:pt x="1795" y="1858"/>
                </a:cubicBezTo>
                <a:cubicBezTo>
                  <a:pt x="1811" y="1866"/>
                  <a:pt x="1816" y="1856"/>
                  <a:pt x="1820" y="1863"/>
                </a:cubicBezTo>
                <a:cubicBezTo>
                  <a:pt x="1850" y="1871"/>
                  <a:pt x="1857" y="1864"/>
                  <a:pt x="1862" y="1875"/>
                </a:cubicBezTo>
                <a:cubicBezTo>
                  <a:pt x="1842" y="1876"/>
                  <a:pt x="1840" y="1873"/>
                  <a:pt x="1838" y="1874"/>
                </a:cubicBezTo>
                <a:cubicBezTo>
                  <a:pt x="1781" y="1864"/>
                  <a:pt x="1772" y="1865"/>
                  <a:pt x="1764" y="1866"/>
                </a:cubicBezTo>
                <a:cubicBezTo>
                  <a:pt x="1697" y="1850"/>
                  <a:pt x="1680" y="1845"/>
                  <a:pt x="1664" y="1837"/>
                </a:cubicBezTo>
                <a:cubicBezTo>
                  <a:pt x="1641" y="1830"/>
                  <a:pt x="1651" y="1834"/>
                  <a:pt x="1660" y="1843"/>
                </a:cubicBezTo>
                <a:cubicBezTo>
                  <a:pt x="1703" y="1857"/>
                  <a:pt x="1709" y="1862"/>
                  <a:pt x="1715" y="1862"/>
                </a:cubicBezTo>
                <a:cubicBezTo>
                  <a:pt x="1776" y="1874"/>
                  <a:pt x="1779" y="1875"/>
                  <a:pt x="1782" y="1876"/>
                </a:cubicBezTo>
                <a:cubicBezTo>
                  <a:pt x="1814" y="1881"/>
                  <a:pt x="1817" y="1882"/>
                  <a:pt x="1820" y="1880"/>
                </a:cubicBezTo>
                <a:cubicBezTo>
                  <a:pt x="1859" y="1887"/>
                  <a:pt x="1867" y="1889"/>
                  <a:pt x="1874" y="1888"/>
                </a:cubicBezTo>
                <a:cubicBezTo>
                  <a:pt x="1891" y="1901"/>
                  <a:pt x="1888" y="1900"/>
                  <a:pt x="1886" y="1895"/>
                </a:cubicBezTo>
                <a:cubicBezTo>
                  <a:pt x="1852" y="1893"/>
                  <a:pt x="1845" y="1895"/>
                  <a:pt x="1840" y="1892"/>
                </a:cubicBezTo>
                <a:cubicBezTo>
                  <a:pt x="1795" y="1885"/>
                  <a:pt x="1789" y="1891"/>
                  <a:pt x="1783" y="1887"/>
                </a:cubicBezTo>
                <a:cubicBezTo>
                  <a:pt x="1718" y="1880"/>
                  <a:pt x="1711" y="1879"/>
                  <a:pt x="1705" y="1877"/>
                </a:cubicBezTo>
                <a:cubicBezTo>
                  <a:pt x="1657" y="1869"/>
                  <a:pt x="1650" y="1862"/>
                  <a:pt x="1644" y="1861"/>
                </a:cubicBezTo>
                <a:cubicBezTo>
                  <a:pt x="1600" y="1841"/>
                  <a:pt x="1597" y="1831"/>
                  <a:pt x="1593" y="1833"/>
                </a:cubicBezTo>
                <a:cubicBezTo>
                  <a:pt x="1597" y="1840"/>
                  <a:pt x="1599" y="1842"/>
                  <a:pt x="1602" y="1843"/>
                </a:cubicBezTo>
                <a:cubicBezTo>
                  <a:pt x="1641" y="1869"/>
                  <a:pt x="1637" y="1872"/>
                  <a:pt x="1643" y="1876"/>
                </a:cubicBezTo>
                <a:cubicBezTo>
                  <a:pt x="1683" y="1894"/>
                  <a:pt x="1693" y="1901"/>
                  <a:pt x="1703" y="1902"/>
                </a:cubicBezTo>
                <a:cubicBezTo>
                  <a:pt x="1750" y="1920"/>
                  <a:pt x="1751" y="1916"/>
                  <a:pt x="1753" y="1916"/>
                </a:cubicBezTo>
                <a:cubicBezTo>
                  <a:pt x="1774" y="1922"/>
                  <a:pt x="1784" y="1924"/>
                  <a:pt x="1794" y="1923"/>
                </a:cubicBezTo>
                <a:cubicBezTo>
                  <a:pt x="1830" y="1924"/>
                  <a:pt x="1835" y="1925"/>
                  <a:pt x="1840" y="1926"/>
                </a:cubicBezTo>
                <a:cubicBezTo>
                  <a:pt x="1877" y="1930"/>
                  <a:pt x="1883" y="1925"/>
                  <a:pt x="1888" y="1925"/>
                </a:cubicBezTo>
                <a:cubicBezTo>
                  <a:pt x="1940" y="1939"/>
                  <a:pt x="1943" y="1934"/>
                  <a:pt x="1946" y="1941"/>
                </a:cubicBezTo>
                <a:cubicBezTo>
                  <a:pt x="1906" y="1945"/>
                  <a:pt x="1904" y="1942"/>
                  <a:pt x="1901" y="1943"/>
                </a:cubicBezTo>
                <a:cubicBezTo>
                  <a:pt x="1865" y="1942"/>
                  <a:pt x="1860" y="1941"/>
                  <a:pt x="1855" y="1940"/>
                </a:cubicBezTo>
                <a:cubicBezTo>
                  <a:pt x="1837" y="1942"/>
                  <a:pt x="1834" y="1939"/>
                  <a:pt x="1832" y="1940"/>
                </a:cubicBezTo>
                <a:cubicBezTo>
                  <a:pt x="1785" y="1936"/>
                  <a:pt x="1774" y="1934"/>
                  <a:pt x="1764" y="1932"/>
                </a:cubicBezTo>
                <a:cubicBezTo>
                  <a:pt x="1714" y="1916"/>
                  <a:pt x="1708" y="1920"/>
                  <a:pt x="1704" y="1913"/>
                </a:cubicBezTo>
                <a:cubicBezTo>
                  <a:pt x="1661" y="1902"/>
                  <a:pt x="1658" y="1892"/>
                  <a:pt x="1654" y="1899"/>
                </a:cubicBezTo>
                <a:cubicBezTo>
                  <a:pt x="1721" y="1926"/>
                  <a:pt x="1728" y="1931"/>
                  <a:pt x="1735" y="1935"/>
                </a:cubicBezTo>
                <a:cubicBezTo>
                  <a:pt x="1769" y="1942"/>
                  <a:pt x="1772" y="1946"/>
                  <a:pt x="1776" y="1942"/>
                </a:cubicBezTo>
                <a:cubicBezTo>
                  <a:pt x="1811" y="1952"/>
                  <a:pt x="1815" y="1945"/>
                  <a:pt x="1819" y="1951"/>
                </a:cubicBezTo>
                <a:cubicBezTo>
                  <a:pt x="1842" y="1951"/>
                  <a:pt x="1846" y="1953"/>
                  <a:pt x="1850" y="1950"/>
                </a:cubicBezTo>
                <a:cubicBezTo>
                  <a:pt x="1909" y="1952"/>
                  <a:pt x="1915" y="1954"/>
                  <a:pt x="1922" y="1953"/>
                </a:cubicBezTo>
                <a:cubicBezTo>
                  <a:pt x="1939" y="1951"/>
                  <a:pt x="1941" y="1956"/>
                  <a:pt x="1944" y="1952"/>
                </a:cubicBezTo>
                <a:cubicBezTo>
                  <a:pt x="1969" y="1956"/>
                  <a:pt x="1972" y="1958"/>
                  <a:pt x="1976" y="1959"/>
                </a:cubicBezTo>
                <a:cubicBezTo>
                  <a:pt x="1965" y="1961"/>
                  <a:pt x="1960" y="1960"/>
                  <a:pt x="1954" y="1957"/>
                </a:cubicBezTo>
                <a:cubicBezTo>
                  <a:pt x="1914" y="1964"/>
                  <a:pt x="1909" y="1955"/>
                  <a:pt x="1903" y="1961"/>
                </a:cubicBezTo>
                <a:cubicBezTo>
                  <a:pt x="1880" y="1964"/>
                  <a:pt x="1875" y="1959"/>
                  <a:pt x="1869" y="1959"/>
                </a:cubicBezTo>
                <a:cubicBezTo>
                  <a:pt x="1815" y="1960"/>
                  <a:pt x="1813" y="1960"/>
                  <a:pt x="1810" y="1958"/>
                </a:cubicBezTo>
                <a:cubicBezTo>
                  <a:pt x="1782" y="1951"/>
                  <a:pt x="1779" y="1954"/>
                  <a:pt x="1777" y="1953"/>
                </a:cubicBezTo>
                <a:cubicBezTo>
                  <a:pt x="1748" y="1947"/>
                  <a:pt x="1746" y="1947"/>
                  <a:pt x="1743" y="1948"/>
                </a:cubicBezTo>
                <a:cubicBezTo>
                  <a:pt x="1712" y="1936"/>
                  <a:pt x="1706" y="1934"/>
                  <a:pt x="1701" y="1929"/>
                </a:cubicBezTo>
                <a:cubicBezTo>
                  <a:pt x="1717" y="1946"/>
                  <a:pt x="1727" y="1946"/>
                  <a:pt x="1737" y="1953"/>
                </a:cubicBezTo>
                <a:cubicBezTo>
                  <a:pt x="1812" y="1968"/>
                  <a:pt x="1818" y="1971"/>
                  <a:pt x="1823" y="1970"/>
                </a:cubicBezTo>
                <a:cubicBezTo>
                  <a:pt x="1845" y="1969"/>
                  <a:pt x="1847" y="1974"/>
                  <a:pt x="1850" y="1970"/>
                </a:cubicBezTo>
                <a:cubicBezTo>
                  <a:pt x="1872" y="1968"/>
                  <a:pt x="1875" y="1968"/>
                  <a:pt x="1877" y="1972"/>
                </a:cubicBezTo>
                <a:cubicBezTo>
                  <a:pt x="1901" y="1970"/>
                  <a:pt x="1907" y="1971"/>
                  <a:pt x="1913" y="1970"/>
                </a:cubicBezTo>
                <a:cubicBezTo>
                  <a:pt x="1996" y="1976"/>
                  <a:pt x="2007" y="1978"/>
                  <a:pt x="2019" y="1982"/>
                </a:cubicBezTo>
                <a:cubicBezTo>
                  <a:pt x="1956" y="1985"/>
                  <a:pt x="1952" y="1983"/>
                  <a:pt x="1948" y="1983"/>
                </a:cubicBezTo>
                <a:cubicBezTo>
                  <a:pt x="1865" y="1989"/>
                  <a:pt x="1861" y="1990"/>
                  <a:pt x="1858" y="1989"/>
                </a:cubicBezTo>
                <a:cubicBezTo>
                  <a:pt x="1842" y="1988"/>
                  <a:pt x="1838" y="1989"/>
                  <a:pt x="1835" y="1989"/>
                </a:cubicBezTo>
                <a:cubicBezTo>
                  <a:pt x="1791" y="1980"/>
                  <a:pt x="1783" y="1979"/>
                  <a:pt x="1775" y="1975"/>
                </a:cubicBezTo>
                <a:cubicBezTo>
                  <a:pt x="1733" y="1968"/>
                  <a:pt x="1738" y="1969"/>
                  <a:pt x="1743" y="1971"/>
                </a:cubicBezTo>
                <a:cubicBezTo>
                  <a:pt x="1801" y="1990"/>
                  <a:pt x="1807" y="1993"/>
                  <a:pt x="1813" y="1994"/>
                </a:cubicBezTo>
                <a:cubicBezTo>
                  <a:pt x="1848" y="2002"/>
                  <a:pt x="1853" y="1994"/>
                  <a:pt x="1857" y="1999"/>
                </a:cubicBezTo>
                <a:cubicBezTo>
                  <a:pt x="1893" y="1996"/>
                  <a:pt x="1901" y="1998"/>
                  <a:pt x="1910" y="1996"/>
                </a:cubicBezTo>
                <a:cubicBezTo>
                  <a:pt x="1965" y="1991"/>
                  <a:pt x="1969" y="1993"/>
                  <a:pt x="1974" y="1989"/>
                </a:cubicBezTo>
                <a:cubicBezTo>
                  <a:pt x="2013" y="1993"/>
                  <a:pt x="2016" y="1991"/>
                  <a:pt x="2020" y="1996"/>
                </a:cubicBezTo>
                <a:cubicBezTo>
                  <a:pt x="2003" y="2000"/>
                  <a:pt x="1999" y="1994"/>
                  <a:pt x="1995" y="1997"/>
                </a:cubicBezTo>
                <a:cubicBezTo>
                  <a:pt x="1946" y="1996"/>
                  <a:pt x="1936" y="2007"/>
                  <a:pt x="1928" y="2000"/>
                </a:cubicBezTo>
                <a:cubicBezTo>
                  <a:pt x="1842" y="2015"/>
                  <a:pt x="1833" y="2014"/>
                  <a:pt x="1825" y="2015"/>
                </a:cubicBezTo>
                <a:cubicBezTo>
                  <a:pt x="1794" y="2010"/>
                  <a:pt x="1786" y="2016"/>
                  <a:pt x="1779" y="2012"/>
                </a:cubicBezTo>
                <a:cubicBezTo>
                  <a:pt x="1727" y="2002"/>
                  <a:pt x="1720" y="1995"/>
                  <a:pt x="1712" y="1998"/>
                </a:cubicBezTo>
                <a:cubicBezTo>
                  <a:pt x="1766" y="2016"/>
                  <a:pt x="1769" y="2018"/>
                  <a:pt x="1772" y="2021"/>
                </a:cubicBezTo>
                <a:cubicBezTo>
                  <a:pt x="1866" y="2024"/>
                  <a:pt x="1878" y="2021"/>
                  <a:pt x="1890" y="2019"/>
                </a:cubicBezTo>
                <a:cubicBezTo>
                  <a:pt x="1932" y="2010"/>
                  <a:pt x="1937" y="2015"/>
                  <a:pt x="1943" y="2010"/>
                </a:cubicBezTo>
                <a:cubicBezTo>
                  <a:pt x="1974" y="2009"/>
                  <a:pt x="1986" y="2010"/>
                  <a:pt x="1999" y="2005"/>
                </a:cubicBezTo>
                <a:cubicBezTo>
                  <a:pt x="2065" y="2015"/>
                  <a:pt x="2062" y="2015"/>
                  <a:pt x="2059" y="2014"/>
                </a:cubicBezTo>
                <a:cubicBezTo>
                  <a:pt x="2033" y="2015"/>
                  <a:pt x="2030" y="2011"/>
                  <a:pt x="2026" y="2013"/>
                </a:cubicBezTo>
                <a:cubicBezTo>
                  <a:pt x="1966" y="2015"/>
                  <a:pt x="1964" y="2014"/>
                  <a:pt x="1961" y="2015"/>
                </a:cubicBezTo>
                <a:cubicBezTo>
                  <a:pt x="1902" y="2024"/>
                  <a:pt x="1881" y="2032"/>
                  <a:pt x="1861" y="2033"/>
                </a:cubicBezTo>
                <a:cubicBezTo>
                  <a:pt x="1842" y="2035"/>
                  <a:pt x="1837" y="2035"/>
                  <a:pt x="1831" y="2036"/>
                </a:cubicBezTo>
                <a:cubicBezTo>
                  <a:pt x="1814" y="2032"/>
                  <a:pt x="1811" y="2034"/>
                  <a:pt x="1809" y="2032"/>
                </a:cubicBezTo>
                <a:cubicBezTo>
                  <a:pt x="1760" y="2026"/>
                  <a:pt x="1750" y="2023"/>
                  <a:pt x="1740" y="2023"/>
                </a:cubicBezTo>
                <a:cubicBezTo>
                  <a:pt x="1786" y="2037"/>
                  <a:pt x="1792" y="2040"/>
                  <a:pt x="1799" y="2038"/>
                </a:cubicBezTo>
                <a:cubicBezTo>
                  <a:pt x="1827" y="2043"/>
                  <a:pt x="1835" y="2045"/>
                  <a:pt x="1843" y="2043"/>
                </a:cubicBezTo>
                <a:cubicBezTo>
                  <a:pt x="1876" y="2042"/>
                  <a:pt x="1885" y="2038"/>
                  <a:pt x="1893" y="2037"/>
                </a:cubicBezTo>
                <a:cubicBezTo>
                  <a:pt x="1933" y="2027"/>
                  <a:pt x="1936" y="2029"/>
                  <a:pt x="1940" y="2030"/>
                </a:cubicBezTo>
                <a:cubicBezTo>
                  <a:pt x="1985" y="2019"/>
                  <a:pt x="1987" y="2022"/>
                  <a:pt x="1990" y="2021"/>
                </a:cubicBezTo>
                <a:cubicBezTo>
                  <a:pt x="2030" y="2021"/>
                  <a:pt x="2034" y="2027"/>
                  <a:pt x="2039" y="2022"/>
                </a:cubicBezTo>
                <a:cubicBezTo>
                  <a:pt x="2066" y="2021"/>
                  <a:pt x="2068" y="2028"/>
                  <a:pt x="2072" y="2025"/>
                </a:cubicBezTo>
                <a:cubicBezTo>
                  <a:pt x="2080" y="2034"/>
                  <a:pt x="2073" y="2035"/>
                  <a:pt x="2065" y="2031"/>
                </a:cubicBezTo>
                <a:cubicBezTo>
                  <a:pt x="2026" y="2036"/>
                  <a:pt x="2022" y="2032"/>
                  <a:pt x="2019" y="2034"/>
                </a:cubicBezTo>
                <a:cubicBezTo>
                  <a:pt x="1978" y="2039"/>
                  <a:pt x="1973" y="2041"/>
                  <a:pt x="1969" y="2040"/>
                </a:cubicBezTo>
                <a:cubicBezTo>
                  <a:pt x="1930" y="2047"/>
                  <a:pt x="1920" y="2051"/>
                  <a:pt x="1911" y="2053"/>
                </a:cubicBezTo>
                <a:cubicBezTo>
                  <a:pt x="1865" y="2061"/>
                  <a:pt x="1863" y="2058"/>
                  <a:pt x="1861" y="2059"/>
                </a:cubicBezTo>
                <a:cubicBezTo>
                  <a:pt x="1819" y="2062"/>
                  <a:pt x="1815" y="2058"/>
                  <a:pt x="1810" y="2060"/>
                </a:cubicBezTo>
                <a:cubicBezTo>
                  <a:pt x="1790" y="2059"/>
                  <a:pt x="1785" y="2058"/>
                  <a:pt x="1781" y="2057"/>
                </a:cubicBezTo>
                <a:cubicBezTo>
                  <a:pt x="1776" y="2063"/>
                  <a:pt x="1780" y="2063"/>
                  <a:pt x="1785" y="2065"/>
                </a:cubicBezTo>
                <a:cubicBezTo>
                  <a:pt x="1807" y="2068"/>
                  <a:pt x="1810" y="2068"/>
                  <a:pt x="1812" y="2067"/>
                </a:cubicBezTo>
                <a:cubicBezTo>
                  <a:pt x="1856" y="2069"/>
                  <a:pt x="1858" y="2069"/>
                  <a:pt x="1860" y="2068"/>
                </a:cubicBezTo>
                <a:cubicBezTo>
                  <a:pt x="1886" y="2067"/>
                  <a:pt x="1888" y="2068"/>
                  <a:pt x="1890" y="2066"/>
                </a:cubicBezTo>
                <a:cubicBezTo>
                  <a:pt x="1917" y="2057"/>
                  <a:pt x="1921" y="2064"/>
                  <a:pt x="1926" y="2060"/>
                </a:cubicBezTo>
                <a:cubicBezTo>
                  <a:pt x="1980" y="2047"/>
                  <a:pt x="1989" y="2048"/>
                  <a:pt x="1999" y="2042"/>
                </a:cubicBezTo>
                <a:cubicBezTo>
                  <a:pt x="2018" y="2044"/>
                  <a:pt x="2020" y="2045"/>
                  <a:pt x="2023" y="2042"/>
                </a:cubicBezTo>
                <a:cubicBezTo>
                  <a:pt x="2061" y="2040"/>
                  <a:pt x="2065" y="2040"/>
                  <a:pt x="2069" y="2042"/>
                </a:cubicBezTo>
                <a:cubicBezTo>
                  <a:pt x="2089" y="2045"/>
                  <a:pt x="2092" y="2044"/>
                  <a:pt x="2090" y="2047"/>
                </a:cubicBezTo>
                <a:cubicBezTo>
                  <a:pt x="2039" y="2050"/>
                  <a:pt x="2025" y="2060"/>
                  <a:pt x="2012" y="2057"/>
                </a:cubicBezTo>
                <a:cubicBezTo>
                  <a:pt x="1987" y="2061"/>
                  <a:pt x="1980" y="2066"/>
                  <a:pt x="1973" y="2065"/>
                </a:cubicBezTo>
                <a:cubicBezTo>
                  <a:pt x="1926" y="2080"/>
                  <a:pt x="1920" y="2077"/>
                  <a:pt x="1914" y="2080"/>
                </a:cubicBezTo>
                <a:cubicBezTo>
                  <a:pt x="1848" y="2084"/>
                  <a:pt x="1842" y="2084"/>
                  <a:pt x="1836" y="2084"/>
                </a:cubicBezTo>
                <a:cubicBezTo>
                  <a:pt x="1809" y="2083"/>
                  <a:pt x="1802" y="2084"/>
                  <a:pt x="1796" y="2081"/>
                </a:cubicBezTo>
                <a:cubicBezTo>
                  <a:pt x="1781" y="2083"/>
                  <a:pt x="1784" y="2084"/>
                  <a:pt x="1786" y="2087"/>
                </a:cubicBezTo>
                <a:cubicBezTo>
                  <a:pt x="1816" y="2091"/>
                  <a:pt x="1822" y="2088"/>
                  <a:pt x="1828" y="2091"/>
                </a:cubicBezTo>
                <a:cubicBezTo>
                  <a:pt x="1850" y="2093"/>
                  <a:pt x="1855" y="2091"/>
                  <a:pt x="1860" y="2092"/>
                </a:cubicBezTo>
                <a:cubicBezTo>
                  <a:pt x="1880" y="2093"/>
                  <a:pt x="1882" y="2090"/>
                  <a:pt x="1885" y="2090"/>
                </a:cubicBezTo>
                <a:cubicBezTo>
                  <a:pt x="1905" y="2093"/>
                  <a:pt x="1908" y="2086"/>
                  <a:pt x="1911" y="2090"/>
                </a:cubicBezTo>
                <a:cubicBezTo>
                  <a:pt x="1936" y="2089"/>
                  <a:pt x="1929" y="2089"/>
                  <a:pt x="1925" y="2090"/>
                </a:cubicBezTo>
                <a:cubicBezTo>
                  <a:pt x="1905" y="2095"/>
                  <a:pt x="1902" y="2094"/>
                  <a:pt x="1900" y="2094"/>
                </a:cubicBezTo>
                <a:cubicBezTo>
                  <a:pt x="1830" y="2102"/>
                  <a:pt x="1814" y="2103"/>
                  <a:pt x="1798" y="2100"/>
                </a:cubicBezTo>
                <a:cubicBezTo>
                  <a:pt x="1757" y="2101"/>
                  <a:pt x="1753" y="2092"/>
                  <a:pt x="1748" y="2100"/>
                </a:cubicBezTo>
                <a:cubicBezTo>
                  <a:pt x="1799" y="2109"/>
                  <a:pt x="1804" y="2109"/>
                  <a:pt x="1810" y="2110"/>
                </a:cubicBezTo>
                <a:cubicBezTo>
                  <a:pt x="1851" y="2110"/>
                  <a:pt x="1853" y="2109"/>
                  <a:pt x="1856" y="2110"/>
                </a:cubicBezTo>
                <a:cubicBezTo>
                  <a:pt x="1890" y="2107"/>
                  <a:pt x="1892" y="2108"/>
                  <a:pt x="1895" y="2105"/>
                </a:cubicBezTo>
                <a:cubicBezTo>
                  <a:pt x="1913" y="2105"/>
                  <a:pt x="1916" y="2100"/>
                  <a:pt x="1918" y="2102"/>
                </a:cubicBezTo>
                <a:cubicBezTo>
                  <a:pt x="1977" y="2083"/>
                  <a:pt x="1987" y="2085"/>
                  <a:pt x="1999" y="2078"/>
                </a:cubicBezTo>
                <a:cubicBezTo>
                  <a:pt x="2053" y="2068"/>
                  <a:pt x="2058" y="2069"/>
                  <a:pt x="2064" y="2070"/>
                </a:cubicBezTo>
                <a:cubicBezTo>
                  <a:pt x="2099" y="2065"/>
                  <a:pt x="2102" y="2065"/>
                  <a:pt x="2104" y="2066"/>
                </a:cubicBezTo>
                <a:cubicBezTo>
                  <a:pt x="2123" y="2069"/>
                  <a:pt x="2131" y="2064"/>
                  <a:pt x="2127" y="2069"/>
                </a:cubicBezTo>
                <a:cubicBezTo>
                  <a:pt x="2075" y="2080"/>
                  <a:pt x="2071" y="2079"/>
                  <a:pt x="2067" y="2079"/>
                </a:cubicBezTo>
                <a:cubicBezTo>
                  <a:pt x="2020" y="2094"/>
                  <a:pt x="2011" y="2100"/>
                  <a:pt x="2002" y="2098"/>
                </a:cubicBezTo>
                <a:cubicBezTo>
                  <a:pt x="1963" y="2116"/>
                  <a:pt x="1959" y="2109"/>
                  <a:pt x="1954" y="2116"/>
                </a:cubicBezTo>
                <a:cubicBezTo>
                  <a:pt x="1851" y="2138"/>
                  <a:pt x="1844" y="2132"/>
                  <a:pt x="1836" y="2136"/>
                </a:cubicBezTo>
                <a:cubicBezTo>
                  <a:pt x="1826" y="2142"/>
                  <a:pt x="1836" y="2142"/>
                  <a:pt x="1846" y="2142"/>
                </a:cubicBezTo>
                <a:cubicBezTo>
                  <a:pt x="1867" y="2140"/>
                  <a:pt x="1872" y="2144"/>
                  <a:pt x="1877" y="2141"/>
                </a:cubicBezTo>
                <a:cubicBezTo>
                  <a:pt x="1913" y="2139"/>
                  <a:pt x="1919" y="2132"/>
                  <a:pt x="1924" y="2134"/>
                </a:cubicBezTo>
                <a:cubicBezTo>
                  <a:pt x="1959" y="2125"/>
                  <a:pt x="1964" y="2124"/>
                  <a:pt x="1970" y="2120"/>
                </a:cubicBezTo>
                <a:cubicBezTo>
                  <a:pt x="2007" y="2106"/>
                  <a:pt x="2013" y="2108"/>
                  <a:pt x="2020" y="2105"/>
                </a:cubicBezTo>
                <a:cubicBezTo>
                  <a:pt x="2040" y="2100"/>
                  <a:pt x="2044" y="2093"/>
                  <a:pt x="2047" y="2096"/>
                </a:cubicBezTo>
                <a:cubicBezTo>
                  <a:pt x="2086" y="2089"/>
                  <a:pt x="2094" y="2082"/>
                  <a:pt x="2100" y="2084"/>
                </a:cubicBezTo>
                <a:cubicBezTo>
                  <a:pt x="2135" y="2086"/>
                  <a:pt x="2139" y="2077"/>
                  <a:pt x="2142" y="2079"/>
                </a:cubicBezTo>
                <a:cubicBezTo>
                  <a:pt x="2159" y="2083"/>
                  <a:pt x="2154" y="2082"/>
                  <a:pt x="2150" y="2081"/>
                </a:cubicBezTo>
                <a:cubicBezTo>
                  <a:pt x="2117" y="2084"/>
                  <a:pt x="2111" y="2088"/>
                  <a:pt x="2106" y="2088"/>
                </a:cubicBezTo>
                <a:cubicBezTo>
                  <a:pt x="2041" y="2104"/>
                  <a:pt x="2035" y="2114"/>
                  <a:pt x="2030" y="2111"/>
                </a:cubicBezTo>
                <a:cubicBezTo>
                  <a:pt x="1993" y="2122"/>
                  <a:pt x="1991" y="2126"/>
                  <a:pt x="1991" y="2128"/>
                </a:cubicBezTo>
                <a:cubicBezTo>
                  <a:pt x="1972" y="2138"/>
                  <a:pt x="1964" y="2127"/>
                  <a:pt x="1967" y="2134"/>
                </a:cubicBezTo>
                <a:cubicBezTo>
                  <a:pt x="1927" y="2146"/>
                  <a:pt x="1921" y="2143"/>
                  <a:pt x="1915" y="2148"/>
                </a:cubicBezTo>
                <a:cubicBezTo>
                  <a:pt x="1877" y="2147"/>
                  <a:pt x="1871" y="2154"/>
                  <a:pt x="1865" y="2154"/>
                </a:cubicBezTo>
                <a:cubicBezTo>
                  <a:pt x="1843" y="2149"/>
                  <a:pt x="1837" y="2158"/>
                  <a:pt x="1831" y="2151"/>
                </a:cubicBezTo>
                <a:cubicBezTo>
                  <a:pt x="1792" y="2150"/>
                  <a:pt x="1787" y="2142"/>
                  <a:pt x="1781" y="2146"/>
                </a:cubicBezTo>
                <a:cubicBezTo>
                  <a:pt x="1821" y="2158"/>
                  <a:pt x="1829" y="2160"/>
                  <a:pt x="1837" y="2160"/>
                </a:cubicBezTo>
                <a:cubicBezTo>
                  <a:pt x="1845" y="2160"/>
                  <a:pt x="1845" y="2160"/>
                  <a:pt x="1845" y="2160"/>
                </a:cubicBezTo>
                <a:cubicBezTo>
                  <a:pt x="1917" y="2153"/>
                  <a:pt x="1922" y="2158"/>
                  <a:pt x="1927" y="2152"/>
                </a:cubicBezTo>
                <a:cubicBezTo>
                  <a:pt x="1990" y="2138"/>
                  <a:pt x="2001" y="2131"/>
                  <a:pt x="2012" y="2129"/>
                </a:cubicBezTo>
                <a:cubicBezTo>
                  <a:pt x="2062" y="2106"/>
                  <a:pt x="2075" y="2111"/>
                  <a:pt x="2090" y="2102"/>
                </a:cubicBezTo>
                <a:cubicBezTo>
                  <a:pt x="2139" y="2090"/>
                  <a:pt x="2145" y="2096"/>
                  <a:pt x="2152" y="2091"/>
                </a:cubicBezTo>
                <a:cubicBezTo>
                  <a:pt x="2188" y="2096"/>
                  <a:pt x="2192" y="2094"/>
                  <a:pt x="2195" y="2094"/>
                </a:cubicBezTo>
                <a:cubicBezTo>
                  <a:pt x="2212" y="2100"/>
                  <a:pt x="2215" y="2098"/>
                  <a:pt x="2213" y="2101"/>
                </a:cubicBezTo>
                <a:cubicBezTo>
                  <a:pt x="2155" y="2109"/>
                  <a:pt x="2152" y="2110"/>
                  <a:pt x="2148" y="2109"/>
                </a:cubicBezTo>
                <a:cubicBezTo>
                  <a:pt x="2095" y="2129"/>
                  <a:pt x="2087" y="2129"/>
                  <a:pt x="2080" y="2134"/>
                </a:cubicBezTo>
                <a:cubicBezTo>
                  <a:pt x="2050" y="2142"/>
                  <a:pt x="2042" y="2150"/>
                  <a:pt x="2034" y="2151"/>
                </a:cubicBezTo>
                <a:cubicBezTo>
                  <a:pt x="2014" y="2160"/>
                  <a:pt x="2014" y="2160"/>
                  <a:pt x="2013" y="2160"/>
                </a:cubicBezTo>
                <a:cubicBezTo>
                  <a:pt x="2054" y="2153"/>
                  <a:pt x="2064" y="2154"/>
                  <a:pt x="2074" y="2148"/>
                </a:cubicBezTo>
                <a:cubicBezTo>
                  <a:pt x="2154" y="2114"/>
                  <a:pt x="2159" y="2123"/>
                  <a:pt x="2165" y="2115"/>
                </a:cubicBezTo>
                <a:cubicBezTo>
                  <a:pt x="2190" y="2117"/>
                  <a:pt x="2187" y="2113"/>
                  <a:pt x="2183" y="2119"/>
                </a:cubicBezTo>
                <a:cubicBezTo>
                  <a:pt x="2157" y="2125"/>
                  <a:pt x="2154" y="2123"/>
                  <a:pt x="2150" y="2125"/>
                </a:cubicBezTo>
                <a:cubicBezTo>
                  <a:pt x="2102" y="2142"/>
                  <a:pt x="2098" y="2146"/>
                  <a:pt x="2094" y="2147"/>
                </a:cubicBezTo>
                <a:cubicBezTo>
                  <a:pt x="2087" y="2160"/>
                  <a:pt x="2087" y="2160"/>
                  <a:pt x="2087" y="2160"/>
                </a:cubicBezTo>
                <a:cubicBezTo>
                  <a:pt x="2130" y="2147"/>
                  <a:pt x="2134" y="2139"/>
                  <a:pt x="2138" y="2141"/>
                </a:cubicBezTo>
                <a:cubicBezTo>
                  <a:pt x="2207" y="2127"/>
                  <a:pt x="2211" y="2122"/>
                  <a:pt x="2215" y="2123"/>
                </a:cubicBezTo>
                <a:cubicBezTo>
                  <a:pt x="2265" y="2131"/>
                  <a:pt x="2255" y="2136"/>
                  <a:pt x="2245" y="2134"/>
                </a:cubicBezTo>
                <a:cubicBezTo>
                  <a:pt x="2202" y="2144"/>
                  <a:pt x="2188" y="2144"/>
                  <a:pt x="2175" y="2150"/>
                </a:cubicBezTo>
                <a:cubicBezTo>
                  <a:pt x="2182" y="2158"/>
                  <a:pt x="2190" y="2154"/>
                  <a:pt x="2198" y="2153"/>
                </a:cubicBezTo>
                <a:cubicBezTo>
                  <a:pt x="2242" y="2147"/>
                  <a:pt x="2254" y="2144"/>
                  <a:pt x="2266" y="2142"/>
                </a:cubicBezTo>
                <a:cubicBezTo>
                  <a:pt x="2296" y="2149"/>
                  <a:pt x="2289" y="2141"/>
                  <a:pt x="2281" y="2149"/>
                </a:cubicBezTo>
                <a:cubicBezTo>
                  <a:pt x="2215" y="2160"/>
                  <a:pt x="2215" y="2160"/>
                  <a:pt x="2215" y="2160"/>
                </a:cubicBezTo>
                <a:cubicBezTo>
                  <a:pt x="2261" y="2163"/>
                  <a:pt x="2266" y="2158"/>
                  <a:pt x="2270" y="2159"/>
                </a:cubicBezTo>
                <a:cubicBezTo>
                  <a:pt x="2286" y="2157"/>
                  <a:pt x="2288" y="2158"/>
                  <a:pt x="2290" y="2159"/>
                </a:cubicBezTo>
                <a:cubicBezTo>
                  <a:pt x="2306" y="2159"/>
                  <a:pt x="2301" y="2160"/>
                  <a:pt x="2296" y="2159"/>
                </a:cubicBezTo>
                <a:cubicBezTo>
                  <a:pt x="2375" y="2159"/>
                  <a:pt x="2374" y="2158"/>
                  <a:pt x="2372" y="2157"/>
                </a:cubicBezTo>
                <a:cubicBezTo>
                  <a:pt x="2357" y="2145"/>
                  <a:pt x="2353" y="2143"/>
                  <a:pt x="2349" y="2136"/>
                </a:cubicBezTo>
                <a:cubicBezTo>
                  <a:pt x="2334" y="2103"/>
                  <a:pt x="2327" y="2099"/>
                  <a:pt x="2325" y="2096"/>
                </a:cubicBezTo>
                <a:cubicBezTo>
                  <a:pt x="2312" y="2069"/>
                  <a:pt x="2309" y="2062"/>
                  <a:pt x="2306" y="2055"/>
                </a:cubicBezTo>
                <a:cubicBezTo>
                  <a:pt x="2290" y="2013"/>
                  <a:pt x="2286" y="2009"/>
                  <a:pt x="2286" y="2006"/>
                </a:cubicBezTo>
                <a:cubicBezTo>
                  <a:pt x="2276" y="1972"/>
                  <a:pt x="2269" y="1966"/>
                  <a:pt x="2269" y="1960"/>
                </a:cubicBezTo>
                <a:cubicBezTo>
                  <a:pt x="2205" y="1870"/>
                  <a:pt x="2206" y="1871"/>
                  <a:pt x="2207" y="1872"/>
                </a:cubicBezTo>
                <a:cubicBezTo>
                  <a:pt x="2252" y="1922"/>
                  <a:pt x="2262" y="1928"/>
                  <a:pt x="2273" y="1948"/>
                </a:cubicBezTo>
                <a:cubicBezTo>
                  <a:pt x="2301" y="2003"/>
                  <a:pt x="2306" y="2005"/>
                  <a:pt x="2308" y="2010"/>
                </a:cubicBezTo>
                <a:cubicBezTo>
                  <a:pt x="2314" y="2029"/>
                  <a:pt x="2321" y="2036"/>
                  <a:pt x="2322" y="2043"/>
                </a:cubicBezTo>
                <a:cubicBezTo>
                  <a:pt x="2355" y="2106"/>
                  <a:pt x="2363" y="2126"/>
                  <a:pt x="2374" y="2146"/>
                </a:cubicBezTo>
                <a:cubicBezTo>
                  <a:pt x="2399" y="2160"/>
                  <a:pt x="2399" y="2160"/>
                  <a:pt x="2399" y="2160"/>
                </a:cubicBezTo>
                <a:close/>
                <a:moveTo>
                  <a:pt x="1838" y="1827"/>
                </a:moveTo>
                <a:cubicBezTo>
                  <a:pt x="1845" y="1821"/>
                  <a:pt x="1845" y="1838"/>
                  <a:pt x="1854" y="1842"/>
                </a:cubicBezTo>
                <a:cubicBezTo>
                  <a:pt x="1845" y="1846"/>
                  <a:pt x="1846" y="1833"/>
                  <a:pt x="1838" y="1827"/>
                </a:cubicBezTo>
                <a:close/>
                <a:moveTo>
                  <a:pt x="1853" y="1848"/>
                </a:moveTo>
                <a:cubicBezTo>
                  <a:pt x="1859" y="1847"/>
                  <a:pt x="1862" y="1858"/>
                  <a:pt x="1865" y="1862"/>
                </a:cubicBezTo>
                <a:cubicBezTo>
                  <a:pt x="1859" y="1863"/>
                  <a:pt x="1856" y="1852"/>
                  <a:pt x="1853" y="1848"/>
                </a:cubicBezTo>
                <a:close/>
                <a:moveTo>
                  <a:pt x="1645" y="1869"/>
                </a:moveTo>
                <a:cubicBezTo>
                  <a:pt x="1648" y="1868"/>
                  <a:pt x="1651" y="1869"/>
                  <a:pt x="1654" y="1872"/>
                </a:cubicBezTo>
                <a:cubicBezTo>
                  <a:pt x="1650" y="1878"/>
                  <a:pt x="1648" y="1871"/>
                  <a:pt x="1645" y="1869"/>
                </a:cubicBezTo>
                <a:close/>
                <a:moveTo>
                  <a:pt x="1907" y="1920"/>
                </a:moveTo>
                <a:cubicBezTo>
                  <a:pt x="1903" y="1914"/>
                  <a:pt x="1899" y="1920"/>
                  <a:pt x="1895" y="1916"/>
                </a:cubicBezTo>
                <a:cubicBezTo>
                  <a:pt x="1841" y="1913"/>
                  <a:pt x="1839" y="1913"/>
                  <a:pt x="1836" y="1915"/>
                </a:cubicBezTo>
                <a:cubicBezTo>
                  <a:pt x="1810" y="1916"/>
                  <a:pt x="1803" y="1912"/>
                  <a:pt x="1795" y="1914"/>
                </a:cubicBezTo>
                <a:cubicBezTo>
                  <a:pt x="1766" y="1908"/>
                  <a:pt x="1762" y="1912"/>
                  <a:pt x="1758" y="1909"/>
                </a:cubicBezTo>
                <a:cubicBezTo>
                  <a:pt x="1719" y="1899"/>
                  <a:pt x="1715" y="1899"/>
                  <a:pt x="1711" y="1898"/>
                </a:cubicBezTo>
                <a:cubicBezTo>
                  <a:pt x="1659" y="1869"/>
                  <a:pt x="1662" y="1879"/>
                  <a:pt x="1666" y="1876"/>
                </a:cubicBezTo>
                <a:cubicBezTo>
                  <a:pt x="1713" y="1885"/>
                  <a:pt x="1732" y="1891"/>
                  <a:pt x="1751" y="1894"/>
                </a:cubicBezTo>
                <a:cubicBezTo>
                  <a:pt x="1785" y="1897"/>
                  <a:pt x="1790" y="1895"/>
                  <a:pt x="1794" y="1900"/>
                </a:cubicBezTo>
                <a:cubicBezTo>
                  <a:pt x="1828" y="1901"/>
                  <a:pt x="1832" y="1905"/>
                  <a:pt x="1837" y="1903"/>
                </a:cubicBezTo>
                <a:cubicBezTo>
                  <a:pt x="1870" y="1907"/>
                  <a:pt x="1875" y="1907"/>
                  <a:pt x="1880" y="1906"/>
                </a:cubicBezTo>
                <a:cubicBezTo>
                  <a:pt x="1899" y="1909"/>
                  <a:pt x="1903" y="1916"/>
                  <a:pt x="1908" y="1914"/>
                </a:cubicBezTo>
                <a:cubicBezTo>
                  <a:pt x="1916" y="1920"/>
                  <a:pt x="1912" y="1920"/>
                  <a:pt x="1907" y="1920"/>
                </a:cubicBezTo>
                <a:close/>
                <a:moveTo>
                  <a:pt x="1952" y="1945"/>
                </a:moveTo>
                <a:cubicBezTo>
                  <a:pt x="1949" y="1940"/>
                  <a:pt x="1958" y="1939"/>
                  <a:pt x="1960" y="1944"/>
                </a:cubicBezTo>
                <a:cubicBezTo>
                  <a:pt x="1957" y="1945"/>
                  <a:pt x="1955" y="1943"/>
                  <a:pt x="1952" y="1945"/>
                </a:cubicBezTo>
                <a:close/>
                <a:moveTo>
                  <a:pt x="2090" y="2033"/>
                </a:moveTo>
                <a:cubicBezTo>
                  <a:pt x="2094" y="2028"/>
                  <a:pt x="2097" y="2030"/>
                  <a:pt x="2100" y="2035"/>
                </a:cubicBezTo>
                <a:cubicBezTo>
                  <a:pt x="2097" y="2036"/>
                  <a:pt x="2093" y="2037"/>
                  <a:pt x="2090" y="2033"/>
                </a:cubicBezTo>
                <a:close/>
                <a:moveTo>
                  <a:pt x="2417" y="2149"/>
                </a:moveTo>
                <a:cubicBezTo>
                  <a:pt x="2411" y="2141"/>
                  <a:pt x="2408" y="2133"/>
                  <a:pt x="2399" y="2124"/>
                </a:cubicBezTo>
                <a:cubicBezTo>
                  <a:pt x="2394" y="2113"/>
                  <a:pt x="2388" y="2102"/>
                  <a:pt x="2378" y="2090"/>
                </a:cubicBezTo>
                <a:cubicBezTo>
                  <a:pt x="2363" y="2061"/>
                  <a:pt x="2346" y="2031"/>
                  <a:pt x="2331" y="2001"/>
                </a:cubicBezTo>
                <a:cubicBezTo>
                  <a:pt x="2317" y="1971"/>
                  <a:pt x="2296" y="1941"/>
                  <a:pt x="2279" y="1911"/>
                </a:cubicBezTo>
                <a:cubicBezTo>
                  <a:pt x="2267" y="1900"/>
                  <a:pt x="2264" y="1893"/>
                  <a:pt x="2254" y="1886"/>
                </a:cubicBezTo>
                <a:cubicBezTo>
                  <a:pt x="2256" y="1883"/>
                  <a:pt x="2252" y="1884"/>
                  <a:pt x="2250" y="1881"/>
                </a:cubicBezTo>
                <a:cubicBezTo>
                  <a:pt x="2252" y="1878"/>
                  <a:pt x="2248" y="1876"/>
                  <a:pt x="2245" y="1876"/>
                </a:cubicBezTo>
                <a:cubicBezTo>
                  <a:pt x="2243" y="1872"/>
                  <a:pt x="2240" y="1865"/>
                  <a:pt x="2234" y="1869"/>
                </a:cubicBezTo>
                <a:cubicBezTo>
                  <a:pt x="2240" y="1873"/>
                  <a:pt x="2249" y="1891"/>
                  <a:pt x="2260" y="1896"/>
                </a:cubicBezTo>
                <a:cubicBezTo>
                  <a:pt x="2256" y="1900"/>
                  <a:pt x="2266" y="1904"/>
                  <a:pt x="2268" y="1909"/>
                </a:cubicBezTo>
                <a:cubicBezTo>
                  <a:pt x="2270" y="1913"/>
                  <a:pt x="2272" y="1918"/>
                  <a:pt x="2278" y="1923"/>
                </a:cubicBezTo>
                <a:cubicBezTo>
                  <a:pt x="2281" y="1932"/>
                  <a:pt x="2290" y="1941"/>
                  <a:pt x="2293" y="1950"/>
                </a:cubicBezTo>
                <a:cubicBezTo>
                  <a:pt x="2303" y="1969"/>
                  <a:pt x="2315" y="1987"/>
                  <a:pt x="2323" y="2005"/>
                </a:cubicBezTo>
                <a:cubicBezTo>
                  <a:pt x="2330" y="2014"/>
                  <a:pt x="2329" y="2023"/>
                  <a:pt x="2339" y="2032"/>
                </a:cubicBezTo>
                <a:cubicBezTo>
                  <a:pt x="2337" y="2041"/>
                  <a:pt x="2350" y="2051"/>
                  <a:pt x="2351" y="2059"/>
                </a:cubicBezTo>
                <a:cubicBezTo>
                  <a:pt x="2360" y="2069"/>
                  <a:pt x="2357" y="2077"/>
                  <a:pt x="2366" y="2087"/>
                </a:cubicBezTo>
                <a:cubicBezTo>
                  <a:pt x="2369" y="2096"/>
                  <a:pt x="2375" y="2105"/>
                  <a:pt x="2384" y="2114"/>
                </a:cubicBezTo>
                <a:cubicBezTo>
                  <a:pt x="2385" y="2119"/>
                  <a:pt x="2391" y="2125"/>
                  <a:pt x="2392" y="2130"/>
                </a:cubicBezTo>
                <a:cubicBezTo>
                  <a:pt x="2395" y="2133"/>
                  <a:pt x="2397" y="2136"/>
                  <a:pt x="2399" y="2138"/>
                </a:cubicBezTo>
                <a:cubicBezTo>
                  <a:pt x="2394" y="2141"/>
                  <a:pt x="2407" y="2145"/>
                  <a:pt x="2402" y="2148"/>
                </a:cubicBezTo>
                <a:cubicBezTo>
                  <a:pt x="2408" y="2151"/>
                  <a:pt x="2412" y="2156"/>
                  <a:pt x="2415" y="2160"/>
                </a:cubicBezTo>
                <a:cubicBezTo>
                  <a:pt x="2426" y="2160"/>
                  <a:pt x="2426" y="2160"/>
                  <a:pt x="2426" y="2160"/>
                </a:cubicBezTo>
                <a:cubicBezTo>
                  <a:pt x="2424" y="2157"/>
                  <a:pt x="2423" y="2154"/>
                  <a:pt x="2417" y="2149"/>
                </a:cubicBezTo>
                <a:close/>
                <a:moveTo>
                  <a:pt x="2465" y="2104"/>
                </a:moveTo>
                <a:cubicBezTo>
                  <a:pt x="2451" y="2090"/>
                  <a:pt x="2446" y="2076"/>
                  <a:pt x="2434" y="2062"/>
                </a:cubicBezTo>
                <a:cubicBezTo>
                  <a:pt x="2436" y="2059"/>
                  <a:pt x="2432" y="2056"/>
                  <a:pt x="2430" y="2054"/>
                </a:cubicBezTo>
                <a:cubicBezTo>
                  <a:pt x="2431" y="2051"/>
                  <a:pt x="2431" y="2049"/>
                  <a:pt x="2429" y="2046"/>
                </a:cubicBezTo>
                <a:cubicBezTo>
                  <a:pt x="2418" y="2032"/>
                  <a:pt x="2414" y="2018"/>
                  <a:pt x="2404" y="2004"/>
                </a:cubicBezTo>
                <a:cubicBezTo>
                  <a:pt x="2409" y="2001"/>
                  <a:pt x="2396" y="1997"/>
                  <a:pt x="2401" y="1995"/>
                </a:cubicBezTo>
                <a:cubicBezTo>
                  <a:pt x="2400" y="1991"/>
                  <a:pt x="2391" y="1987"/>
                  <a:pt x="2394" y="1983"/>
                </a:cubicBezTo>
                <a:cubicBezTo>
                  <a:pt x="2387" y="1978"/>
                  <a:pt x="2388" y="1966"/>
                  <a:pt x="2379" y="1965"/>
                </a:cubicBezTo>
                <a:cubicBezTo>
                  <a:pt x="2380" y="1970"/>
                  <a:pt x="2383" y="1973"/>
                  <a:pt x="2390" y="1982"/>
                </a:cubicBezTo>
                <a:cubicBezTo>
                  <a:pt x="2391" y="1985"/>
                  <a:pt x="2386" y="1987"/>
                  <a:pt x="2392" y="1991"/>
                </a:cubicBezTo>
                <a:cubicBezTo>
                  <a:pt x="2393" y="1994"/>
                  <a:pt x="2394" y="1997"/>
                  <a:pt x="2398" y="2001"/>
                </a:cubicBezTo>
                <a:cubicBezTo>
                  <a:pt x="2397" y="2007"/>
                  <a:pt x="2405" y="2015"/>
                  <a:pt x="2404" y="2021"/>
                </a:cubicBezTo>
                <a:cubicBezTo>
                  <a:pt x="2410" y="2025"/>
                  <a:pt x="2406" y="2027"/>
                  <a:pt x="2410" y="2031"/>
                </a:cubicBezTo>
                <a:cubicBezTo>
                  <a:pt x="2411" y="2035"/>
                  <a:pt x="2415" y="2038"/>
                  <a:pt x="2414" y="2042"/>
                </a:cubicBezTo>
                <a:cubicBezTo>
                  <a:pt x="2419" y="2045"/>
                  <a:pt x="2415" y="2048"/>
                  <a:pt x="2419" y="2051"/>
                </a:cubicBezTo>
                <a:cubicBezTo>
                  <a:pt x="2417" y="2055"/>
                  <a:pt x="2426" y="2059"/>
                  <a:pt x="2423" y="2063"/>
                </a:cubicBezTo>
                <a:cubicBezTo>
                  <a:pt x="2436" y="2077"/>
                  <a:pt x="2436" y="2084"/>
                  <a:pt x="2450" y="2100"/>
                </a:cubicBezTo>
                <a:cubicBezTo>
                  <a:pt x="2458" y="2115"/>
                  <a:pt x="2467" y="2122"/>
                  <a:pt x="2475" y="2139"/>
                </a:cubicBezTo>
                <a:cubicBezTo>
                  <a:pt x="2483" y="2146"/>
                  <a:pt x="2487" y="2153"/>
                  <a:pt x="2492" y="2160"/>
                </a:cubicBezTo>
                <a:cubicBezTo>
                  <a:pt x="2505" y="2160"/>
                  <a:pt x="2505" y="2160"/>
                  <a:pt x="2505" y="2160"/>
                </a:cubicBezTo>
                <a:cubicBezTo>
                  <a:pt x="2497" y="2148"/>
                  <a:pt x="2487" y="2136"/>
                  <a:pt x="2476" y="2123"/>
                </a:cubicBezTo>
                <a:cubicBezTo>
                  <a:pt x="2472" y="2113"/>
                  <a:pt x="2469" y="2112"/>
                  <a:pt x="2465" y="2104"/>
                </a:cubicBezTo>
                <a:close/>
                <a:moveTo>
                  <a:pt x="2502" y="2123"/>
                </a:moveTo>
                <a:cubicBezTo>
                  <a:pt x="2499" y="2119"/>
                  <a:pt x="2495" y="2114"/>
                  <a:pt x="2496" y="2109"/>
                </a:cubicBezTo>
                <a:cubicBezTo>
                  <a:pt x="2486" y="2106"/>
                  <a:pt x="2483" y="2091"/>
                  <a:pt x="2476" y="2083"/>
                </a:cubicBezTo>
                <a:cubicBezTo>
                  <a:pt x="2468" y="2080"/>
                  <a:pt x="2477" y="2070"/>
                  <a:pt x="2469" y="2072"/>
                </a:cubicBezTo>
                <a:cubicBezTo>
                  <a:pt x="2468" y="2067"/>
                  <a:pt x="2461" y="2062"/>
                  <a:pt x="2462" y="2057"/>
                </a:cubicBezTo>
                <a:cubicBezTo>
                  <a:pt x="2451" y="2047"/>
                  <a:pt x="2455" y="2038"/>
                  <a:pt x="2442" y="2028"/>
                </a:cubicBezTo>
                <a:cubicBezTo>
                  <a:pt x="2445" y="2023"/>
                  <a:pt x="2435" y="2018"/>
                  <a:pt x="2437" y="2013"/>
                </a:cubicBezTo>
                <a:cubicBezTo>
                  <a:pt x="2431" y="2007"/>
                  <a:pt x="2433" y="2002"/>
                  <a:pt x="2426" y="1996"/>
                </a:cubicBezTo>
                <a:cubicBezTo>
                  <a:pt x="2421" y="1985"/>
                  <a:pt x="2413" y="1974"/>
                  <a:pt x="2408" y="1963"/>
                </a:cubicBezTo>
                <a:cubicBezTo>
                  <a:pt x="2397" y="1949"/>
                  <a:pt x="2387" y="1934"/>
                  <a:pt x="2377" y="1920"/>
                </a:cubicBezTo>
                <a:cubicBezTo>
                  <a:pt x="2366" y="1914"/>
                  <a:pt x="2356" y="1898"/>
                  <a:pt x="2345" y="1887"/>
                </a:cubicBezTo>
                <a:cubicBezTo>
                  <a:pt x="2340" y="1882"/>
                  <a:pt x="2335" y="1882"/>
                  <a:pt x="2331" y="1874"/>
                </a:cubicBezTo>
                <a:cubicBezTo>
                  <a:pt x="2328" y="1871"/>
                  <a:pt x="2326" y="1869"/>
                  <a:pt x="2323" y="1866"/>
                </a:cubicBezTo>
                <a:cubicBezTo>
                  <a:pt x="2320" y="1870"/>
                  <a:pt x="2318" y="1858"/>
                  <a:pt x="2314" y="1865"/>
                </a:cubicBezTo>
                <a:cubicBezTo>
                  <a:pt x="2322" y="1870"/>
                  <a:pt x="2330" y="1882"/>
                  <a:pt x="2342" y="1890"/>
                </a:cubicBezTo>
                <a:cubicBezTo>
                  <a:pt x="2350" y="1903"/>
                  <a:pt x="2356" y="1909"/>
                  <a:pt x="2368" y="1920"/>
                </a:cubicBezTo>
                <a:cubicBezTo>
                  <a:pt x="2377" y="1936"/>
                  <a:pt x="2393" y="1953"/>
                  <a:pt x="2403" y="1970"/>
                </a:cubicBezTo>
                <a:cubicBezTo>
                  <a:pt x="2408" y="1979"/>
                  <a:pt x="2409" y="1987"/>
                  <a:pt x="2417" y="1996"/>
                </a:cubicBezTo>
                <a:cubicBezTo>
                  <a:pt x="2417" y="2004"/>
                  <a:pt x="2428" y="2013"/>
                  <a:pt x="2427" y="2021"/>
                </a:cubicBezTo>
                <a:cubicBezTo>
                  <a:pt x="2443" y="2039"/>
                  <a:pt x="2447" y="2055"/>
                  <a:pt x="2458" y="2073"/>
                </a:cubicBezTo>
                <a:cubicBezTo>
                  <a:pt x="2467" y="2083"/>
                  <a:pt x="2472" y="2093"/>
                  <a:pt x="2476" y="2103"/>
                </a:cubicBezTo>
                <a:cubicBezTo>
                  <a:pt x="2482" y="2104"/>
                  <a:pt x="2478" y="2105"/>
                  <a:pt x="2482" y="2110"/>
                </a:cubicBezTo>
                <a:cubicBezTo>
                  <a:pt x="2485" y="2114"/>
                  <a:pt x="2489" y="2117"/>
                  <a:pt x="2489" y="2121"/>
                </a:cubicBezTo>
                <a:cubicBezTo>
                  <a:pt x="2497" y="2124"/>
                  <a:pt x="2495" y="2133"/>
                  <a:pt x="2503" y="2141"/>
                </a:cubicBezTo>
                <a:cubicBezTo>
                  <a:pt x="2509" y="2149"/>
                  <a:pt x="2514" y="2154"/>
                  <a:pt x="2518" y="2160"/>
                </a:cubicBezTo>
                <a:cubicBezTo>
                  <a:pt x="2530" y="2160"/>
                  <a:pt x="2530" y="2160"/>
                  <a:pt x="2530" y="2160"/>
                </a:cubicBezTo>
                <a:cubicBezTo>
                  <a:pt x="2526" y="2154"/>
                  <a:pt x="2521" y="2148"/>
                  <a:pt x="2512" y="2138"/>
                </a:cubicBezTo>
                <a:cubicBezTo>
                  <a:pt x="2510" y="2133"/>
                  <a:pt x="2508" y="2129"/>
                  <a:pt x="2502" y="2123"/>
                </a:cubicBezTo>
                <a:close/>
                <a:moveTo>
                  <a:pt x="2459" y="2153"/>
                </a:moveTo>
                <a:cubicBezTo>
                  <a:pt x="2456" y="2150"/>
                  <a:pt x="2453" y="2146"/>
                  <a:pt x="2450" y="2143"/>
                </a:cubicBezTo>
                <a:cubicBezTo>
                  <a:pt x="2404" y="2065"/>
                  <a:pt x="2403" y="2059"/>
                  <a:pt x="2396" y="2051"/>
                </a:cubicBezTo>
                <a:cubicBezTo>
                  <a:pt x="2391" y="2028"/>
                  <a:pt x="2382" y="2020"/>
                  <a:pt x="2383" y="2014"/>
                </a:cubicBezTo>
                <a:cubicBezTo>
                  <a:pt x="2360" y="1965"/>
                  <a:pt x="2355" y="1958"/>
                  <a:pt x="2352" y="1951"/>
                </a:cubicBezTo>
                <a:cubicBezTo>
                  <a:pt x="2320" y="1909"/>
                  <a:pt x="2322" y="1898"/>
                  <a:pt x="2315" y="1902"/>
                </a:cubicBezTo>
                <a:cubicBezTo>
                  <a:pt x="2370" y="2007"/>
                  <a:pt x="2371" y="2014"/>
                  <a:pt x="2375" y="2021"/>
                </a:cubicBezTo>
                <a:cubicBezTo>
                  <a:pt x="2381" y="2054"/>
                  <a:pt x="2386" y="2049"/>
                  <a:pt x="2380" y="2043"/>
                </a:cubicBezTo>
                <a:cubicBezTo>
                  <a:pt x="2364" y="1998"/>
                  <a:pt x="2352" y="1991"/>
                  <a:pt x="2352" y="1985"/>
                </a:cubicBezTo>
                <a:cubicBezTo>
                  <a:pt x="2344" y="1962"/>
                  <a:pt x="2339" y="1955"/>
                  <a:pt x="2338" y="1949"/>
                </a:cubicBezTo>
                <a:cubicBezTo>
                  <a:pt x="2301" y="1894"/>
                  <a:pt x="2293" y="1879"/>
                  <a:pt x="2277" y="1863"/>
                </a:cubicBezTo>
                <a:cubicBezTo>
                  <a:pt x="2297" y="1890"/>
                  <a:pt x="2298" y="1894"/>
                  <a:pt x="2298" y="1897"/>
                </a:cubicBezTo>
                <a:cubicBezTo>
                  <a:pt x="2316" y="1928"/>
                  <a:pt x="2325" y="1935"/>
                  <a:pt x="2326" y="1942"/>
                </a:cubicBezTo>
                <a:cubicBezTo>
                  <a:pt x="2339" y="1986"/>
                  <a:pt x="2353" y="1990"/>
                  <a:pt x="2347" y="1993"/>
                </a:cubicBezTo>
                <a:cubicBezTo>
                  <a:pt x="2365" y="2028"/>
                  <a:pt x="2361" y="2031"/>
                  <a:pt x="2366" y="2034"/>
                </a:cubicBezTo>
                <a:cubicBezTo>
                  <a:pt x="2377" y="2059"/>
                  <a:pt x="2381" y="2062"/>
                  <a:pt x="2380" y="2066"/>
                </a:cubicBezTo>
                <a:cubicBezTo>
                  <a:pt x="2394" y="2093"/>
                  <a:pt x="2399" y="2101"/>
                  <a:pt x="2403" y="2106"/>
                </a:cubicBezTo>
                <a:cubicBezTo>
                  <a:pt x="2413" y="2118"/>
                  <a:pt x="2409" y="2121"/>
                  <a:pt x="2414" y="2125"/>
                </a:cubicBezTo>
                <a:cubicBezTo>
                  <a:pt x="2438" y="2159"/>
                  <a:pt x="2439" y="2160"/>
                  <a:pt x="2440" y="2160"/>
                </a:cubicBezTo>
                <a:cubicBezTo>
                  <a:pt x="2460" y="2160"/>
                  <a:pt x="2462" y="2156"/>
                  <a:pt x="2459" y="2153"/>
                </a:cubicBezTo>
                <a:close/>
                <a:moveTo>
                  <a:pt x="2392" y="2064"/>
                </a:moveTo>
                <a:cubicBezTo>
                  <a:pt x="2397" y="2062"/>
                  <a:pt x="2399" y="2073"/>
                  <a:pt x="2400" y="2077"/>
                </a:cubicBezTo>
                <a:cubicBezTo>
                  <a:pt x="2396" y="2078"/>
                  <a:pt x="2394" y="2067"/>
                  <a:pt x="2392" y="2064"/>
                </a:cubicBezTo>
                <a:close/>
                <a:moveTo>
                  <a:pt x="2400" y="2083"/>
                </a:moveTo>
                <a:cubicBezTo>
                  <a:pt x="2404" y="2080"/>
                  <a:pt x="2407" y="2089"/>
                  <a:pt x="2407" y="2091"/>
                </a:cubicBezTo>
                <a:cubicBezTo>
                  <a:pt x="2403" y="2094"/>
                  <a:pt x="2400" y="2084"/>
                  <a:pt x="2400" y="2083"/>
                </a:cubicBezTo>
                <a:close/>
                <a:moveTo>
                  <a:pt x="2867" y="2097"/>
                </a:moveTo>
                <a:cubicBezTo>
                  <a:pt x="2845" y="2071"/>
                  <a:pt x="2822" y="2045"/>
                  <a:pt x="2800" y="2020"/>
                </a:cubicBezTo>
                <a:cubicBezTo>
                  <a:pt x="2787" y="2012"/>
                  <a:pt x="2781" y="1993"/>
                  <a:pt x="2766" y="1994"/>
                </a:cubicBezTo>
                <a:cubicBezTo>
                  <a:pt x="2774" y="1997"/>
                  <a:pt x="2780" y="2010"/>
                  <a:pt x="2788" y="2013"/>
                </a:cubicBezTo>
                <a:cubicBezTo>
                  <a:pt x="2796" y="2027"/>
                  <a:pt x="2804" y="2030"/>
                  <a:pt x="2812" y="2044"/>
                </a:cubicBezTo>
                <a:cubicBezTo>
                  <a:pt x="2818" y="2047"/>
                  <a:pt x="2818" y="2053"/>
                  <a:pt x="2826" y="2060"/>
                </a:cubicBezTo>
                <a:cubicBezTo>
                  <a:pt x="2834" y="2069"/>
                  <a:pt x="2831" y="2068"/>
                  <a:pt x="2838" y="2076"/>
                </a:cubicBezTo>
                <a:cubicBezTo>
                  <a:pt x="2848" y="2083"/>
                  <a:pt x="2851" y="2096"/>
                  <a:pt x="2861" y="2103"/>
                </a:cubicBezTo>
                <a:cubicBezTo>
                  <a:pt x="2860" y="2107"/>
                  <a:pt x="2863" y="2112"/>
                  <a:pt x="2868" y="2117"/>
                </a:cubicBezTo>
                <a:cubicBezTo>
                  <a:pt x="2866" y="2122"/>
                  <a:pt x="2875" y="2128"/>
                  <a:pt x="2873" y="2133"/>
                </a:cubicBezTo>
                <a:cubicBezTo>
                  <a:pt x="2880" y="2142"/>
                  <a:pt x="2886" y="2151"/>
                  <a:pt x="2891" y="2160"/>
                </a:cubicBezTo>
                <a:cubicBezTo>
                  <a:pt x="2902" y="2160"/>
                  <a:pt x="2902" y="2160"/>
                  <a:pt x="2902" y="2160"/>
                </a:cubicBezTo>
                <a:cubicBezTo>
                  <a:pt x="2900" y="2157"/>
                  <a:pt x="2899" y="2155"/>
                  <a:pt x="2898" y="2151"/>
                </a:cubicBezTo>
                <a:cubicBezTo>
                  <a:pt x="2882" y="2133"/>
                  <a:pt x="2878" y="2115"/>
                  <a:pt x="2867" y="2097"/>
                </a:cubicBezTo>
                <a:close/>
                <a:moveTo>
                  <a:pt x="2925" y="2156"/>
                </a:moveTo>
                <a:cubicBezTo>
                  <a:pt x="2918" y="2156"/>
                  <a:pt x="2925" y="2151"/>
                  <a:pt x="2920" y="2147"/>
                </a:cubicBezTo>
                <a:cubicBezTo>
                  <a:pt x="2912" y="2136"/>
                  <a:pt x="2914" y="2134"/>
                  <a:pt x="2906" y="2124"/>
                </a:cubicBezTo>
                <a:cubicBezTo>
                  <a:pt x="2909" y="2121"/>
                  <a:pt x="2900" y="2116"/>
                  <a:pt x="2902" y="2113"/>
                </a:cubicBezTo>
                <a:cubicBezTo>
                  <a:pt x="2898" y="2109"/>
                  <a:pt x="2893" y="2104"/>
                  <a:pt x="2893" y="2100"/>
                </a:cubicBezTo>
                <a:cubicBezTo>
                  <a:pt x="2887" y="2091"/>
                  <a:pt x="2882" y="2083"/>
                  <a:pt x="2877" y="2074"/>
                </a:cubicBezTo>
                <a:cubicBezTo>
                  <a:pt x="2871" y="2068"/>
                  <a:pt x="2866" y="2062"/>
                  <a:pt x="2861" y="2056"/>
                </a:cubicBezTo>
                <a:cubicBezTo>
                  <a:pt x="2843" y="2043"/>
                  <a:pt x="2826" y="2021"/>
                  <a:pt x="2808" y="2009"/>
                </a:cubicBezTo>
                <a:cubicBezTo>
                  <a:pt x="2800" y="1999"/>
                  <a:pt x="2791" y="1996"/>
                  <a:pt x="2782" y="1986"/>
                </a:cubicBezTo>
                <a:cubicBezTo>
                  <a:pt x="2778" y="1981"/>
                  <a:pt x="2773" y="1984"/>
                  <a:pt x="2769" y="1977"/>
                </a:cubicBezTo>
                <a:cubicBezTo>
                  <a:pt x="2764" y="1972"/>
                  <a:pt x="2760" y="1969"/>
                  <a:pt x="2755" y="1969"/>
                </a:cubicBezTo>
                <a:cubicBezTo>
                  <a:pt x="2761" y="1976"/>
                  <a:pt x="2765" y="1974"/>
                  <a:pt x="2767" y="1982"/>
                </a:cubicBezTo>
                <a:cubicBezTo>
                  <a:pt x="2777" y="1985"/>
                  <a:pt x="2786" y="1998"/>
                  <a:pt x="2796" y="2006"/>
                </a:cubicBezTo>
                <a:cubicBezTo>
                  <a:pt x="2801" y="2013"/>
                  <a:pt x="2806" y="2014"/>
                  <a:pt x="2811" y="2019"/>
                </a:cubicBezTo>
                <a:cubicBezTo>
                  <a:pt x="2813" y="2021"/>
                  <a:pt x="2815" y="2025"/>
                  <a:pt x="2818" y="2024"/>
                </a:cubicBezTo>
                <a:cubicBezTo>
                  <a:pt x="2822" y="2026"/>
                  <a:pt x="2818" y="2034"/>
                  <a:pt x="2824" y="2031"/>
                </a:cubicBezTo>
                <a:cubicBezTo>
                  <a:pt x="2823" y="2036"/>
                  <a:pt x="2831" y="2036"/>
                  <a:pt x="2835" y="2044"/>
                </a:cubicBezTo>
                <a:cubicBezTo>
                  <a:pt x="2840" y="2050"/>
                  <a:pt x="2845" y="2054"/>
                  <a:pt x="2850" y="2057"/>
                </a:cubicBezTo>
                <a:cubicBezTo>
                  <a:pt x="2848" y="2060"/>
                  <a:pt x="2852" y="2062"/>
                  <a:pt x="2854" y="2062"/>
                </a:cubicBezTo>
                <a:cubicBezTo>
                  <a:pt x="2852" y="2065"/>
                  <a:pt x="2856" y="2067"/>
                  <a:pt x="2858" y="2067"/>
                </a:cubicBezTo>
                <a:cubicBezTo>
                  <a:pt x="2860" y="2072"/>
                  <a:pt x="2862" y="2074"/>
                  <a:pt x="2869" y="2078"/>
                </a:cubicBezTo>
                <a:cubicBezTo>
                  <a:pt x="2872" y="2087"/>
                  <a:pt x="2878" y="2097"/>
                  <a:pt x="2887" y="2106"/>
                </a:cubicBezTo>
                <a:cubicBezTo>
                  <a:pt x="2890" y="2112"/>
                  <a:pt x="2891" y="2117"/>
                  <a:pt x="2893" y="2123"/>
                </a:cubicBezTo>
                <a:cubicBezTo>
                  <a:pt x="2898" y="2120"/>
                  <a:pt x="2894" y="2128"/>
                  <a:pt x="2899" y="2130"/>
                </a:cubicBezTo>
                <a:cubicBezTo>
                  <a:pt x="2899" y="2136"/>
                  <a:pt x="2901" y="2132"/>
                  <a:pt x="2905" y="2136"/>
                </a:cubicBezTo>
                <a:cubicBezTo>
                  <a:pt x="2903" y="2142"/>
                  <a:pt x="2911" y="2148"/>
                  <a:pt x="2911" y="2154"/>
                </a:cubicBezTo>
                <a:cubicBezTo>
                  <a:pt x="2912" y="2159"/>
                  <a:pt x="2913" y="2156"/>
                  <a:pt x="2917" y="2160"/>
                </a:cubicBezTo>
                <a:cubicBezTo>
                  <a:pt x="2925" y="2160"/>
                  <a:pt x="2925" y="2160"/>
                  <a:pt x="2925" y="2160"/>
                </a:cubicBezTo>
                <a:cubicBezTo>
                  <a:pt x="2924" y="2159"/>
                  <a:pt x="2924" y="2158"/>
                  <a:pt x="2925" y="2156"/>
                </a:cubicBezTo>
                <a:close/>
                <a:moveTo>
                  <a:pt x="2984" y="2151"/>
                </a:moveTo>
                <a:cubicBezTo>
                  <a:pt x="2976" y="2138"/>
                  <a:pt x="2972" y="2125"/>
                  <a:pt x="2965" y="2113"/>
                </a:cubicBezTo>
                <a:cubicBezTo>
                  <a:pt x="2944" y="2085"/>
                  <a:pt x="2929" y="2066"/>
                  <a:pt x="2911" y="2044"/>
                </a:cubicBezTo>
                <a:cubicBezTo>
                  <a:pt x="2902" y="2037"/>
                  <a:pt x="2893" y="2028"/>
                  <a:pt x="2883" y="2019"/>
                </a:cubicBezTo>
                <a:cubicBezTo>
                  <a:pt x="2880" y="2020"/>
                  <a:pt x="2876" y="2016"/>
                  <a:pt x="2873" y="2014"/>
                </a:cubicBezTo>
                <a:cubicBezTo>
                  <a:pt x="2869" y="2018"/>
                  <a:pt x="2866" y="2004"/>
                  <a:pt x="2862" y="2008"/>
                </a:cubicBezTo>
                <a:cubicBezTo>
                  <a:pt x="2855" y="2002"/>
                  <a:pt x="2848" y="1997"/>
                  <a:pt x="2840" y="1996"/>
                </a:cubicBezTo>
                <a:cubicBezTo>
                  <a:pt x="2833" y="1988"/>
                  <a:pt x="2825" y="1988"/>
                  <a:pt x="2818" y="1981"/>
                </a:cubicBezTo>
                <a:cubicBezTo>
                  <a:pt x="2810" y="1980"/>
                  <a:pt x="2804" y="1964"/>
                  <a:pt x="2795" y="1971"/>
                </a:cubicBezTo>
                <a:cubicBezTo>
                  <a:pt x="2804" y="1978"/>
                  <a:pt x="2812" y="1981"/>
                  <a:pt x="2820" y="1990"/>
                </a:cubicBezTo>
                <a:cubicBezTo>
                  <a:pt x="2825" y="1992"/>
                  <a:pt x="2829" y="1996"/>
                  <a:pt x="2834" y="1999"/>
                </a:cubicBezTo>
                <a:cubicBezTo>
                  <a:pt x="2839" y="1996"/>
                  <a:pt x="2842" y="2006"/>
                  <a:pt x="2847" y="2004"/>
                </a:cubicBezTo>
                <a:cubicBezTo>
                  <a:pt x="2855" y="2014"/>
                  <a:pt x="2864" y="2015"/>
                  <a:pt x="2872" y="2023"/>
                </a:cubicBezTo>
                <a:cubicBezTo>
                  <a:pt x="2875" y="2021"/>
                  <a:pt x="2877" y="2030"/>
                  <a:pt x="2883" y="2028"/>
                </a:cubicBezTo>
                <a:cubicBezTo>
                  <a:pt x="2887" y="2035"/>
                  <a:pt x="2891" y="2037"/>
                  <a:pt x="2896" y="2040"/>
                </a:cubicBezTo>
                <a:cubicBezTo>
                  <a:pt x="2900" y="2047"/>
                  <a:pt x="2906" y="2059"/>
                  <a:pt x="2917" y="2065"/>
                </a:cubicBezTo>
                <a:cubicBezTo>
                  <a:pt x="2915" y="2069"/>
                  <a:pt x="2925" y="2074"/>
                  <a:pt x="2927" y="2079"/>
                </a:cubicBezTo>
                <a:cubicBezTo>
                  <a:pt x="2932" y="2085"/>
                  <a:pt x="2937" y="2090"/>
                  <a:pt x="2942" y="2096"/>
                </a:cubicBezTo>
                <a:cubicBezTo>
                  <a:pt x="2944" y="2102"/>
                  <a:pt x="2950" y="2108"/>
                  <a:pt x="2956" y="2115"/>
                </a:cubicBezTo>
                <a:cubicBezTo>
                  <a:pt x="2959" y="2123"/>
                  <a:pt x="2963" y="2131"/>
                  <a:pt x="2968" y="2139"/>
                </a:cubicBezTo>
                <a:cubicBezTo>
                  <a:pt x="2967" y="2143"/>
                  <a:pt x="2972" y="2148"/>
                  <a:pt x="2973" y="2152"/>
                </a:cubicBezTo>
                <a:cubicBezTo>
                  <a:pt x="2974" y="2155"/>
                  <a:pt x="2977" y="2158"/>
                  <a:pt x="2978" y="2160"/>
                </a:cubicBezTo>
                <a:cubicBezTo>
                  <a:pt x="2986" y="2160"/>
                  <a:pt x="2986" y="2160"/>
                  <a:pt x="2986" y="2160"/>
                </a:cubicBezTo>
                <a:cubicBezTo>
                  <a:pt x="2985" y="2157"/>
                  <a:pt x="2984" y="2154"/>
                  <a:pt x="2984" y="2151"/>
                </a:cubicBezTo>
                <a:close/>
                <a:moveTo>
                  <a:pt x="2933" y="2112"/>
                </a:moveTo>
                <a:cubicBezTo>
                  <a:pt x="2912" y="2088"/>
                  <a:pt x="2896" y="2065"/>
                  <a:pt x="2870" y="2037"/>
                </a:cubicBezTo>
                <a:cubicBezTo>
                  <a:pt x="2851" y="2023"/>
                  <a:pt x="2833" y="2005"/>
                  <a:pt x="2814" y="1993"/>
                </a:cubicBezTo>
                <a:cubicBezTo>
                  <a:pt x="2810" y="1987"/>
                  <a:pt x="2805" y="1991"/>
                  <a:pt x="2801" y="1984"/>
                </a:cubicBezTo>
                <a:cubicBezTo>
                  <a:pt x="2795" y="1984"/>
                  <a:pt x="2791" y="1977"/>
                  <a:pt x="2786" y="1977"/>
                </a:cubicBezTo>
                <a:cubicBezTo>
                  <a:pt x="2784" y="1975"/>
                  <a:pt x="2782" y="1974"/>
                  <a:pt x="2780" y="1974"/>
                </a:cubicBezTo>
                <a:cubicBezTo>
                  <a:pt x="2777" y="1971"/>
                  <a:pt x="2775" y="1967"/>
                  <a:pt x="2772" y="1968"/>
                </a:cubicBezTo>
                <a:cubicBezTo>
                  <a:pt x="2770" y="1966"/>
                  <a:pt x="2768" y="1962"/>
                  <a:pt x="2765" y="1963"/>
                </a:cubicBezTo>
                <a:cubicBezTo>
                  <a:pt x="2763" y="1960"/>
                  <a:pt x="2759" y="1961"/>
                  <a:pt x="2760" y="1965"/>
                </a:cubicBezTo>
                <a:cubicBezTo>
                  <a:pt x="2764" y="1964"/>
                  <a:pt x="2768" y="1967"/>
                  <a:pt x="2772" y="1972"/>
                </a:cubicBezTo>
                <a:cubicBezTo>
                  <a:pt x="2777" y="1974"/>
                  <a:pt x="2781" y="1979"/>
                  <a:pt x="2785" y="1980"/>
                </a:cubicBezTo>
                <a:cubicBezTo>
                  <a:pt x="2794" y="1986"/>
                  <a:pt x="2802" y="1990"/>
                  <a:pt x="2810" y="1999"/>
                </a:cubicBezTo>
                <a:cubicBezTo>
                  <a:pt x="2818" y="2006"/>
                  <a:pt x="2830" y="2007"/>
                  <a:pt x="2832" y="2017"/>
                </a:cubicBezTo>
                <a:cubicBezTo>
                  <a:pt x="2837" y="2017"/>
                  <a:pt x="2841" y="2021"/>
                  <a:pt x="2846" y="2026"/>
                </a:cubicBezTo>
                <a:cubicBezTo>
                  <a:pt x="2850" y="2033"/>
                  <a:pt x="2855" y="2032"/>
                  <a:pt x="2859" y="2038"/>
                </a:cubicBezTo>
                <a:cubicBezTo>
                  <a:pt x="2869" y="2049"/>
                  <a:pt x="2879" y="2061"/>
                  <a:pt x="2889" y="2072"/>
                </a:cubicBezTo>
                <a:cubicBezTo>
                  <a:pt x="2894" y="2076"/>
                  <a:pt x="2891" y="2080"/>
                  <a:pt x="2897" y="2085"/>
                </a:cubicBezTo>
                <a:cubicBezTo>
                  <a:pt x="2902" y="2090"/>
                  <a:pt x="2907" y="2096"/>
                  <a:pt x="2912" y="2101"/>
                </a:cubicBezTo>
                <a:cubicBezTo>
                  <a:pt x="2920" y="2107"/>
                  <a:pt x="2918" y="2115"/>
                  <a:pt x="2925" y="2116"/>
                </a:cubicBezTo>
                <a:cubicBezTo>
                  <a:pt x="2928" y="2119"/>
                  <a:pt x="2926" y="2121"/>
                  <a:pt x="2929" y="2124"/>
                </a:cubicBezTo>
                <a:cubicBezTo>
                  <a:pt x="2931" y="2127"/>
                  <a:pt x="2935" y="2130"/>
                  <a:pt x="2933" y="2132"/>
                </a:cubicBezTo>
                <a:cubicBezTo>
                  <a:pt x="2937" y="2138"/>
                  <a:pt x="2948" y="2144"/>
                  <a:pt x="2943" y="2150"/>
                </a:cubicBezTo>
                <a:cubicBezTo>
                  <a:pt x="2948" y="2150"/>
                  <a:pt x="2947" y="2156"/>
                  <a:pt x="2951" y="2160"/>
                </a:cubicBezTo>
                <a:cubicBezTo>
                  <a:pt x="2962" y="2160"/>
                  <a:pt x="2962" y="2160"/>
                  <a:pt x="2962" y="2160"/>
                </a:cubicBezTo>
                <a:cubicBezTo>
                  <a:pt x="2961" y="2159"/>
                  <a:pt x="2960" y="2157"/>
                  <a:pt x="2959" y="2155"/>
                </a:cubicBezTo>
                <a:cubicBezTo>
                  <a:pt x="2954" y="2141"/>
                  <a:pt x="2941" y="2126"/>
                  <a:pt x="2933" y="2112"/>
                </a:cubicBezTo>
                <a:close/>
                <a:moveTo>
                  <a:pt x="3015" y="2113"/>
                </a:moveTo>
                <a:cubicBezTo>
                  <a:pt x="3020" y="2110"/>
                  <a:pt x="3007" y="2106"/>
                  <a:pt x="3012" y="2103"/>
                </a:cubicBezTo>
                <a:cubicBezTo>
                  <a:pt x="3010" y="2100"/>
                  <a:pt x="3008" y="2097"/>
                  <a:pt x="3010" y="2094"/>
                </a:cubicBezTo>
                <a:cubicBezTo>
                  <a:pt x="2995" y="2074"/>
                  <a:pt x="2992" y="2063"/>
                  <a:pt x="2976" y="2045"/>
                </a:cubicBezTo>
                <a:cubicBezTo>
                  <a:pt x="2964" y="2035"/>
                  <a:pt x="2951" y="2024"/>
                  <a:pt x="2939" y="2017"/>
                </a:cubicBezTo>
                <a:cubicBezTo>
                  <a:pt x="2933" y="2010"/>
                  <a:pt x="2926" y="2010"/>
                  <a:pt x="2920" y="2001"/>
                </a:cubicBezTo>
                <a:cubicBezTo>
                  <a:pt x="2913" y="2001"/>
                  <a:pt x="2907" y="1991"/>
                  <a:pt x="2901" y="1992"/>
                </a:cubicBezTo>
                <a:cubicBezTo>
                  <a:pt x="2915" y="2006"/>
                  <a:pt x="2929" y="2015"/>
                  <a:pt x="2943" y="2025"/>
                </a:cubicBezTo>
                <a:cubicBezTo>
                  <a:pt x="2950" y="2033"/>
                  <a:pt x="2958" y="2039"/>
                  <a:pt x="2965" y="2043"/>
                </a:cubicBezTo>
                <a:cubicBezTo>
                  <a:pt x="2962" y="2047"/>
                  <a:pt x="2972" y="2052"/>
                  <a:pt x="2974" y="2056"/>
                </a:cubicBezTo>
                <a:cubicBezTo>
                  <a:pt x="2978" y="2061"/>
                  <a:pt x="2982" y="2066"/>
                  <a:pt x="2986" y="2071"/>
                </a:cubicBezTo>
                <a:cubicBezTo>
                  <a:pt x="2991" y="2078"/>
                  <a:pt x="2995" y="2092"/>
                  <a:pt x="3002" y="2095"/>
                </a:cubicBezTo>
                <a:cubicBezTo>
                  <a:pt x="2998" y="2100"/>
                  <a:pt x="3006" y="2107"/>
                  <a:pt x="3005" y="2112"/>
                </a:cubicBezTo>
                <a:cubicBezTo>
                  <a:pt x="3008" y="2118"/>
                  <a:pt x="3012" y="2124"/>
                  <a:pt x="3012" y="2130"/>
                </a:cubicBezTo>
                <a:cubicBezTo>
                  <a:pt x="3018" y="2140"/>
                  <a:pt x="3020" y="2150"/>
                  <a:pt x="3026" y="2160"/>
                </a:cubicBezTo>
                <a:cubicBezTo>
                  <a:pt x="3035" y="2160"/>
                  <a:pt x="3035" y="2160"/>
                  <a:pt x="3035" y="2160"/>
                </a:cubicBezTo>
                <a:cubicBezTo>
                  <a:pt x="3030" y="2151"/>
                  <a:pt x="3030" y="2142"/>
                  <a:pt x="3023" y="2132"/>
                </a:cubicBezTo>
                <a:cubicBezTo>
                  <a:pt x="3023" y="2126"/>
                  <a:pt x="3017" y="2119"/>
                  <a:pt x="3015" y="2113"/>
                </a:cubicBezTo>
                <a:close/>
                <a:moveTo>
                  <a:pt x="3006" y="2155"/>
                </a:moveTo>
                <a:cubicBezTo>
                  <a:pt x="3008" y="2139"/>
                  <a:pt x="2989" y="2121"/>
                  <a:pt x="2990" y="2105"/>
                </a:cubicBezTo>
                <a:cubicBezTo>
                  <a:pt x="2986" y="2100"/>
                  <a:pt x="2982" y="2095"/>
                  <a:pt x="2984" y="2091"/>
                </a:cubicBezTo>
                <a:cubicBezTo>
                  <a:pt x="2971" y="2074"/>
                  <a:pt x="2959" y="2055"/>
                  <a:pt x="2950" y="2042"/>
                </a:cubicBezTo>
                <a:cubicBezTo>
                  <a:pt x="2938" y="2031"/>
                  <a:pt x="2920" y="2017"/>
                  <a:pt x="2904" y="2003"/>
                </a:cubicBezTo>
                <a:cubicBezTo>
                  <a:pt x="2897" y="2003"/>
                  <a:pt x="2890" y="1997"/>
                  <a:pt x="2884" y="1993"/>
                </a:cubicBezTo>
                <a:cubicBezTo>
                  <a:pt x="2876" y="1993"/>
                  <a:pt x="2869" y="1982"/>
                  <a:pt x="2861" y="1984"/>
                </a:cubicBezTo>
                <a:cubicBezTo>
                  <a:pt x="2864" y="1987"/>
                  <a:pt x="2868" y="1986"/>
                  <a:pt x="2871" y="1992"/>
                </a:cubicBezTo>
                <a:cubicBezTo>
                  <a:pt x="2875" y="1991"/>
                  <a:pt x="2878" y="2000"/>
                  <a:pt x="2882" y="1997"/>
                </a:cubicBezTo>
                <a:cubicBezTo>
                  <a:pt x="2885" y="2002"/>
                  <a:pt x="2888" y="2003"/>
                  <a:pt x="2892" y="2003"/>
                </a:cubicBezTo>
                <a:cubicBezTo>
                  <a:pt x="2892" y="2006"/>
                  <a:pt x="2897" y="2009"/>
                  <a:pt x="2901" y="2009"/>
                </a:cubicBezTo>
                <a:cubicBezTo>
                  <a:pt x="2915" y="2021"/>
                  <a:pt x="2929" y="2033"/>
                  <a:pt x="2943" y="2045"/>
                </a:cubicBezTo>
                <a:cubicBezTo>
                  <a:pt x="2945" y="2047"/>
                  <a:pt x="2943" y="2049"/>
                  <a:pt x="2946" y="2051"/>
                </a:cubicBezTo>
                <a:cubicBezTo>
                  <a:pt x="2948" y="2053"/>
                  <a:pt x="2951" y="2052"/>
                  <a:pt x="2949" y="2054"/>
                </a:cubicBezTo>
                <a:cubicBezTo>
                  <a:pt x="2951" y="2059"/>
                  <a:pt x="2960" y="2063"/>
                  <a:pt x="2957" y="2067"/>
                </a:cubicBezTo>
                <a:cubicBezTo>
                  <a:pt x="2961" y="2072"/>
                  <a:pt x="2966" y="2076"/>
                  <a:pt x="2966" y="2080"/>
                </a:cubicBezTo>
                <a:cubicBezTo>
                  <a:pt x="2966" y="2085"/>
                  <a:pt x="2974" y="2090"/>
                  <a:pt x="2973" y="2095"/>
                </a:cubicBezTo>
                <a:cubicBezTo>
                  <a:pt x="2985" y="2112"/>
                  <a:pt x="2986" y="2129"/>
                  <a:pt x="2995" y="2147"/>
                </a:cubicBezTo>
                <a:cubicBezTo>
                  <a:pt x="2996" y="2151"/>
                  <a:pt x="2998" y="2156"/>
                  <a:pt x="2999" y="2160"/>
                </a:cubicBezTo>
                <a:cubicBezTo>
                  <a:pt x="3010" y="2160"/>
                  <a:pt x="3010" y="2160"/>
                  <a:pt x="3010" y="2160"/>
                </a:cubicBezTo>
                <a:cubicBezTo>
                  <a:pt x="3009" y="2159"/>
                  <a:pt x="3008" y="2157"/>
                  <a:pt x="3006" y="2155"/>
                </a:cubicBezTo>
                <a:close/>
                <a:moveTo>
                  <a:pt x="729" y="2129"/>
                </a:moveTo>
                <a:cubicBezTo>
                  <a:pt x="729" y="2126"/>
                  <a:pt x="729" y="2123"/>
                  <a:pt x="733" y="2124"/>
                </a:cubicBezTo>
                <a:cubicBezTo>
                  <a:pt x="753" y="2068"/>
                  <a:pt x="761" y="2070"/>
                  <a:pt x="759" y="2063"/>
                </a:cubicBezTo>
                <a:cubicBezTo>
                  <a:pt x="773" y="2016"/>
                  <a:pt x="777" y="2009"/>
                  <a:pt x="779" y="2000"/>
                </a:cubicBezTo>
                <a:cubicBezTo>
                  <a:pt x="790" y="1956"/>
                  <a:pt x="792" y="1944"/>
                  <a:pt x="793" y="1921"/>
                </a:cubicBezTo>
                <a:cubicBezTo>
                  <a:pt x="796" y="1847"/>
                  <a:pt x="795" y="1840"/>
                  <a:pt x="798" y="1837"/>
                </a:cubicBezTo>
                <a:cubicBezTo>
                  <a:pt x="793" y="1793"/>
                  <a:pt x="796" y="1792"/>
                  <a:pt x="794" y="1785"/>
                </a:cubicBezTo>
                <a:cubicBezTo>
                  <a:pt x="784" y="1845"/>
                  <a:pt x="785" y="1850"/>
                  <a:pt x="784" y="1854"/>
                </a:cubicBezTo>
                <a:cubicBezTo>
                  <a:pt x="770" y="1895"/>
                  <a:pt x="773" y="1909"/>
                  <a:pt x="766" y="1914"/>
                </a:cubicBezTo>
                <a:cubicBezTo>
                  <a:pt x="748" y="1953"/>
                  <a:pt x="745" y="1956"/>
                  <a:pt x="743" y="1959"/>
                </a:cubicBezTo>
                <a:cubicBezTo>
                  <a:pt x="726" y="1983"/>
                  <a:pt x="731" y="1992"/>
                  <a:pt x="723" y="1991"/>
                </a:cubicBezTo>
                <a:cubicBezTo>
                  <a:pt x="709" y="2014"/>
                  <a:pt x="707" y="2015"/>
                  <a:pt x="708" y="2019"/>
                </a:cubicBezTo>
                <a:cubicBezTo>
                  <a:pt x="674" y="2075"/>
                  <a:pt x="665" y="2079"/>
                  <a:pt x="665" y="2089"/>
                </a:cubicBezTo>
                <a:cubicBezTo>
                  <a:pt x="647" y="2122"/>
                  <a:pt x="642" y="2122"/>
                  <a:pt x="641" y="2126"/>
                </a:cubicBezTo>
                <a:cubicBezTo>
                  <a:pt x="625" y="2149"/>
                  <a:pt x="624" y="2156"/>
                  <a:pt x="620" y="2160"/>
                </a:cubicBezTo>
                <a:cubicBezTo>
                  <a:pt x="643" y="2138"/>
                  <a:pt x="647" y="2134"/>
                  <a:pt x="650" y="2130"/>
                </a:cubicBezTo>
                <a:cubicBezTo>
                  <a:pt x="684" y="2076"/>
                  <a:pt x="681" y="2069"/>
                  <a:pt x="685" y="2068"/>
                </a:cubicBezTo>
                <a:cubicBezTo>
                  <a:pt x="698" y="2051"/>
                  <a:pt x="699" y="2049"/>
                  <a:pt x="699" y="2045"/>
                </a:cubicBezTo>
                <a:cubicBezTo>
                  <a:pt x="720" y="2010"/>
                  <a:pt x="727" y="2010"/>
                  <a:pt x="726" y="2002"/>
                </a:cubicBezTo>
                <a:cubicBezTo>
                  <a:pt x="757" y="1966"/>
                  <a:pt x="748" y="1970"/>
                  <a:pt x="751" y="1974"/>
                </a:cubicBezTo>
                <a:cubicBezTo>
                  <a:pt x="732" y="2008"/>
                  <a:pt x="731" y="2023"/>
                  <a:pt x="724" y="2033"/>
                </a:cubicBezTo>
                <a:cubicBezTo>
                  <a:pt x="709" y="2059"/>
                  <a:pt x="707" y="2061"/>
                  <a:pt x="704" y="2063"/>
                </a:cubicBezTo>
                <a:cubicBezTo>
                  <a:pt x="677" y="2114"/>
                  <a:pt x="671" y="2113"/>
                  <a:pt x="671" y="2117"/>
                </a:cubicBezTo>
                <a:cubicBezTo>
                  <a:pt x="652" y="2143"/>
                  <a:pt x="652" y="2151"/>
                  <a:pt x="647" y="2154"/>
                </a:cubicBezTo>
                <a:cubicBezTo>
                  <a:pt x="657" y="2156"/>
                  <a:pt x="659" y="2152"/>
                  <a:pt x="662" y="2149"/>
                </a:cubicBezTo>
                <a:cubicBezTo>
                  <a:pt x="675" y="2126"/>
                  <a:pt x="679" y="2125"/>
                  <a:pt x="678" y="2121"/>
                </a:cubicBezTo>
                <a:cubicBezTo>
                  <a:pt x="714" y="2066"/>
                  <a:pt x="717" y="2065"/>
                  <a:pt x="717" y="2062"/>
                </a:cubicBezTo>
                <a:cubicBezTo>
                  <a:pt x="728" y="2047"/>
                  <a:pt x="726" y="2041"/>
                  <a:pt x="729" y="2041"/>
                </a:cubicBezTo>
                <a:cubicBezTo>
                  <a:pt x="740" y="2003"/>
                  <a:pt x="750" y="2005"/>
                  <a:pt x="748" y="1996"/>
                </a:cubicBezTo>
                <a:cubicBezTo>
                  <a:pt x="764" y="1960"/>
                  <a:pt x="761" y="1951"/>
                  <a:pt x="764" y="1947"/>
                </a:cubicBezTo>
                <a:cubicBezTo>
                  <a:pt x="796" y="1849"/>
                  <a:pt x="791" y="1858"/>
                  <a:pt x="791" y="1862"/>
                </a:cubicBezTo>
                <a:cubicBezTo>
                  <a:pt x="786" y="1901"/>
                  <a:pt x="782" y="1904"/>
                  <a:pt x="781" y="1908"/>
                </a:cubicBezTo>
                <a:cubicBezTo>
                  <a:pt x="772" y="1962"/>
                  <a:pt x="765" y="1962"/>
                  <a:pt x="766" y="1969"/>
                </a:cubicBezTo>
                <a:cubicBezTo>
                  <a:pt x="746" y="2037"/>
                  <a:pt x="738" y="2043"/>
                  <a:pt x="737" y="2054"/>
                </a:cubicBezTo>
                <a:cubicBezTo>
                  <a:pt x="716" y="2096"/>
                  <a:pt x="713" y="2097"/>
                  <a:pt x="714" y="2101"/>
                </a:cubicBezTo>
                <a:cubicBezTo>
                  <a:pt x="697" y="2124"/>
                  <a:pt x="696" y="2129"/>
                  <a:pt x="694" y="2133"/>
                </a:cubicBezTo>
                <a:cubicBezTo>
                  <a:pt x="679" y="2147"/>
                  <a:pt x="682" y="2155"/>
                  <a:pt x="678" y="2158"/>
                </a:cubicBezTo>
                <a:cubicBezTo>
                  <a:pt x="688" y="2156"/>
                  <a:pt x="691" y="2153"/>
                  <a:pt x="693" y="2149"/>
                </a:cubicBezTo>
                <a:cubicBezTo>
                  <a:pt x="704" y="2140"/>
                  <a:pt x="697" y="2130"/>
                  <a:pt x="705" y="2132"/>
                </a:cubicBezTo>
                <a:cubicBezTo>
                  <a:pt x="720" y="2101"/>
                  <a:pt x="726" y="2102"/>
                  <a:pt x="724" y="2096"/>
                </a:cubicBezTo>
                <a:cubicBezTo>
                  <a:pt x="745" y="2052"/>
                  <a:pt x="748" y="2046"/>
                  <a:pt x="753" y="2042"/>
                </a:cubicBezTo>
                <a:cubicBezTo>
                  <a:pt x="775" y="1963"/>
                  <a:pt x="776" y="1958"/>
                  <a:pt x="775" y="1953"/>
                </a:cubicBezTo>
                <a:cubicBezTo>
                  <a:pt x="783" y="1921"/>
                  <a:pt x="788" y="1921"/>
                  <a:pt x="786" y="1915"/>
                </a:cubicBezTo>
                <a:cubicBezTo>
                  <a:pt x="785" y="1961"/>
                  <a:pt x="781" y="1971"/>
                  <a:pt x="780" y="1983"/>
                </a:cubicBezTo>
                <a:cubicBezTo>
                  <a:pt x="765" y="2021"/>
                  <a:pt x="762" y="2030"/>
                  <a:pt x="760" y="2041"/>
                </a:cubicBezTo>
                <a:cubicBezTo>
                  <a:pt x="741" y="2077"/>
                  <a:pt x="740" y="2089"/>
                  <a:pt x="735" y="2097"/>
                </a:cubicBezTo>
                <a:cubicBezTo>
                  <a:pt x="715" y="2131"/>
                  <a:pt x="711" y="2140"/>
                  <a:pt x="708" y="2150"/>
                </a:cubicBezTo>
                <a:cubicBezTo>
                  <a:pt x="711" y="2160"/>
                  <a:pt x="711" y="2160"/>
                  <a:pt x="711" y="2160"/>
                </a:cubicBezTo>
                <a:cubicBezTo>
                  <a:pt x="719" y="2142"/>
                  <a:pt x="723" y="2142"/>
                  <a:pt x="723" y="2140"/>
                </a:cubicBezTo>
                <a:close/>
                <a:moveTo>
                  <a:pt x="2860" y="2138"/>
                </a:moveTo>
                <a:cubicBezTo>
                  <a:pt x="2860" y="2132"/>
                  <a:pt x="2854" y="2135"/>
                  <a:pt x="2854" y="2128"/>
                </a:cubicBezTo>
                <a:cubicBezTo>
                  <a:pt x="2845" y="2120"/>
                  <a:pt x="2844" y="2111"/>
                  <a:pt x="2838" y="2103"/>
                </a:cubicBezTo>
                <a:cubicBezTo>
                  <a:pt x="2828" y="2094"/>
                  <a:pt x="2828" y="2087"/>
                  <a:pt x="2819" y="2078"/>
                </a:cubicBezTo>
                <a:cubicBezTo>
                  <a:pt x="2818" y="2076"/>
                  <a:pt x="2815" y="2074"/>
                  <a:pt x="2816" y="2072"/>
                </a:cubicBezTo>
                <a:cubicBezTo>
                  <a:pt x="2815" y="2070"/>
                  <a:pt x="2817" y="2067"/>
                  <a:pt x="2814" y="2069"/>
                </a:cubicBezTo>
                <a:cubicBezTo>
                  <a:pt x="2807" y="2064"/>
                  <a:pt x="2810" y="2060"/>
                  <a:pt x="2805" y="2056"/>
                </a:cubicBezTo>
                <a:cubicBezTo>
                  <a:pt x="2797" y="2047"/>
                  <a:pt x="2797" y="2043"/>
                  <a:pt x="2789" y="2038"/>
                </a:cubicBezTo>
                <a:cubicBezTo>
                  <a:pt x="2789" y="2034"/>
                  <a:pt x="2785" y="2032"/>
                  <a:pt x="2782" y="2029"/>
                </a:cubicBezTo>
                <a:cubicBezTo>
                  <a:pt x="2776" y="2021"/>
                  <a:pt x="2773" y="2015"/>
                  <a:pt x="2765" y="2010"/>
                </a:cubicBezTo>
                <a:cubicBezTo>
                  <a:pt x="2762" y="2005"/>
                  <a:pt x="2762" y="2001"/>
                  <a:pt x="2757" y="1997"/>
                </a:cubicBezTo>
                <a:cubicBezTo>
                  <a:pt x="2748" y="1991"/>
                  <a:pt x="2740" y="1981"/>
                  <a:pt x="2732" y="1972"/>
                </a:cubicBezTo>
                <a:cubicBezTo>
                  <a:pt x="2721" y="1964"/>
                  <a:pt x="2710" y="1952"/>
                  <a:pt x="2698" y="1946"/>
                </a:cubicBezTo>
                <a:cubicBezTo>
                  <a:pt x="2693" y="1941"/>
                  <a:pt x="2687" y="1939"/>
                  <a:pt x="2682" y="1935"/>
                </a:cubicBezTo>
                <a:cubicBezTo>
                  <a:pt x="2676" y="1928"/>
                  <a:pt x="2670" y="1924"/>
                  <a:pt x="2664" y="1924"/>
                </a:cubicBezTo>
                <a:cubicBezTo>
                  <a:pt x="2685" y="1942"/>
                  <a:pt x="2706" y="1958"/>
                  <a:pt x="2727" y="1976"/>
                </a:cubicBezTo>
                <a:cubicBezTo>
                  <a:pt x="2744" y="1996"/>
                  <a:pt x="2765" y="2017"/>
                  <a:pt x="2777" y="2037"/>
                </a:cubicBezTo>
                <a:cubicBezTo>
                  <a:pt x="2781" y="2041"/>
                  <a:pt x="2786" y="2048"/>
                  <a:pt x="2790" y="2048"/>
                </a:cubicBezTo>
                <a:cubicBezTo>
                  <a:pt x="2785" y="2052"/>
                  <a:pt x="2800" y="2057"/>
                  <a:pt x="2796" y="2061"/>
                </a:cubicBezTo>
                <a:cubicBezTo>
                  <a:pt x="2798" y="2065"/>
                  <a:pt x="2807" y="2070"/>
                  <a:pt x="2804" y="2074"/>
                </a:cubicBezTo>
                <a:cubicBezTo>
                  <a:pt x="2815" y="2086"/>
                  <a:pt x="2813" y="2088"/>
                  <a:pt x="2822" y="2098"/>
                </a:cubicBezTo>
                <a:cubicBezTo>
                  <a:pt x="2826" y="2107"/>
                  <a:pt x="2835" y="2116"/>
                  <a:pt x="2839" y="2124"/>
                </a:cubicBezTo>
                <a:cubicBezTo>
                  <a:pt x="2845" y="2129"/>
                  <a:pt x="2842" y="2133"/>
                  <a:pt x="2848" y="2137"/>
                </a:cubicBezTo>
                <a:cubicBezTo>
                  <a:pt x="2855" y="2142"/>
                  <a:pt x="2850" y="2147"/>
                  <a:pt x="2854" y="2152"/>
                </a:cubicBezTo>
                <a:cubicBezTo>
                  <a:pt x="2857" y="2155"/>
                  <a:pt x="2859" y="2157"/>
                  <a:pt x="2862" y="2160"/>
                </a:cubicBezTo>
                <a:cubicBezTo>
                  <a:pt x="2873" y="2160"/>
                  <a:pt x="2873" y="2160"/>
                  <a:pt x="2873" y="2160"/>
                </a:cubicBezTo>
                <a:cubicBezTo>
                  <a:pt x="2870" y="2157"/>
                  <a:pt x="2867" y="2153"/>
                  <a:pt x="2864" y="2149"/>
                </a:cubicBezTo>
                <a:cubicBezTo>
                  <a:pt x="2867" y="2146"/>
                  <a:pt x="2858" y="2142"/>
                  <a:pt x="2860" y="2138"/>
                </a:cubicBezTo>
                <a:close/>
                <a:moveTo>
                  <a:pt x="796" y="1969"/>
                </a:moveTo>
                <a:cubicBezTo>
                  <a:pt x="799" y="1994"/>
                  <a:pt x="793" y="2012"/>
                  <a:pt x="792" y="2035"/>
                </a:cubicBezTo>
                <a:cubicBezTo>
                  <a:pt x="788" y="2035"/>
                  <a:pt x="791" y="2042"/>
                  <a:pt x="788" y="2043"/>
                </a:cubicBezTo>
                <a:cubicBezTo>
                  <a:pt x="785" y="2046"/>
                  <a:pt x="784" y="2049"/>
                  <a:pt x="785" y="2055"/>
                </a:cubicBezTo>
                <a:cubicBezTo>
                  <a:pt x="781" y="2055"/>
                  <a:pt x="784" y="2062"/>
                  <a:pt x="781" y="2064"/>
                </a:cubicBezTo>
                <a:cubicBezTo>
                  <a:pt x="778" y="2066"/>
                  <a:pt x="778" y="2071"/>
                  <a:pt x="777" y="2075"/>
                </a:cubicBezTo>
                <a:cubicBezTo>
                  <a:pt x="767" y="2082"/>
                  <a:pt x="766" y="2096"/>
                  <a:pt x="755" y="2103"/>
                </a:cubicBezTo>
                <a:cubicBezTo>
                  <a:pt x="749" y="2125"/>
                  <a:pt x="737" y="2143"/>
                  <a:pt x="726" y="2160"/>
                </a:cubicBezTo>
                <a:cubicBezTo>
                  <a:pt x="738" y="2160"/>
                  <a:pt x="738" y="2160"/>
                  <a:pt x="738" y="2160"/>
                </a:cubicBezTo>
                <a:cubicBezTo>
                  <a:pt x="740" y="2157"/>
                  <a:pt x="741" y="2154"/>
                  <a:pt x="743" y="2152"/>
                </a:cubicBezTo>
                <a:cubicBezTo>
                  <a:pt x="746" y="2142"/>
                  <a:pt x="753" y="2137"/>
                  <a:pt x="755" y="2127"/>
                </a:cubicBezTo>
                <a:cubicBezTo>
                  <a:pt x="758" y="2124"/>
                  <a:pt x="758" y="2119"/>
                  <a:pt x="761" y="2115"/>
                </a:cubicBezTo>
                <a:cubicBezTo>
                  <a:pt x="764" y="2112"/>
                  <a:pt x="766" y="2108"/>
                  <a:pt x="766" y="2102"/>
                </a:cubicBezTo>
                <a:cubicBezTo>
                  <a:pt x="773" y="2100"/>
                  <a:pt x="773" y="2092"/>
                  <a:pt x="778" y="2088"/>
                </a:cubicBezTo>
                <a:cubicBezTo>
                  <a:pt x="783" y="2083"/>
                  <a:pt x="783" y="2075"/>
                  <a:pt x="788" y="2070"/>
                </a:cubicBezTo>
                <a:cubicBezTo>
                  <a:pt x="788" y="2062"/>
                  <a:pt x="792" y="2057"/>
                  <a:pt x="793" y="2050"/>
                </a:cubicBezTo>
                <a:cubicBezTo>
                  <a:pt x="798" y="2045"/>
                  <a:pt x="796" y="2034"/>
                  <a:pt x="800" y="2030"/>
                </a:cubicBezTo>
                <a:cubicBezTo>
                  <a:pt x="801" y="2017"/>
                  <a:pt x="801" y="2004"/>
                  <a:pt x="802" y="1992"/>
                </a:cubicBezTo>
                <a:cubicBezTo>
                  <a:pt x="802" y="1988"/>
                  <a:pt x="802" y="1984"/>
                  <a:pt x="801" y="1979"/>
                </a:cubicBezTo>
                <a:cubicBezTo>
                  <a:pt x="800" y="1975"/>
                  <a:pt x="803" y="1966"/>
                  <a:pt x="796" y="1969"/>
                </a:cubicBezTo>
                <a:close/>
                <a:moveTo>
                  <a:pt x="632" y="2085"/>
                </a:moveTo>
                <a:cubicBezTo>
                  <a:pt x="639" y="2082"/>
                  <a:pt x="641" y="2073"/>
                  <a:pt x="648" y="2069"/>
                </a:cubicBezTo>
                <a:cubicBezTo>
                  <a:pt x="679" y="2024"/>
                  <a:pt x="680" y="2015"/>
                  <a:pt x="688" y="2011"/>
                </a:cubicBezTo>
                <a:cubicBezTo>
                  <a:pt x="698" y="1995"/>
                  <a:pt x="700" y="1994"/>
                  <a:pt x="702" y="1993"/>
                </a:cubicBezTo>
                <a:cubicBezTo>
                  <a:pt x="709" y="1979"/>
                  <a:pt x="711" y="1976"/>
                  <a:pt x="716" y="1974"/>
                </a:cubicBezTo>
                <a:cubicBezTo>
                  <a:pt x="740" y="1928"/>
                  <a:pt x="740" y="1923"/>
                  <a:pt x="745" y="1922"/>
                </a:cubicBezTo>
                <a:cubicBezTo>
                  <a:pt x="764" y="1882"/>
                  <a:pt x="767" y="1874"/>
                  <a:pt x="769" y="1866"/>
                </a:cubicBezTo>
                <a:cubicBezTo>
                  <a:pt x="779" y="1830"/>
                  <a:pt x="778" y="1830"/>
                  <a:pt x="779" y="1821"/>
                </a:cubicBezTo>
                <a:cubicBezTo>
                  <a:pt x="780" y="1813"/>
                  <a:pt x="775" y="1822"/>
                  <a:pt x="774" y="1835"/>
                </a:cubicBezTo>
                <a:cubicBezTo>
                  <a:pt x="762" y="1874"/>
                  <a:pt x="757" y="1877"/>
                  <a:pt x="755" y="1882"/>
                </a:cubicBezTo>
                <a:cubicBezTo>
                  <a:pt x="728" y="1935"/>
                  <a:pt x="723" y="1944"/>
                  <a:pt x="716" y="1952"/>
                </a:cubicBezTo>
                <a:cubicBezTo>
                  <a:pt x="707" y="1972"/>
                  <a:pt x="699" y="1973"/>
                  <a:pt x="699" y="1980"/>
                </a:cubicBezTo>
                <a:cubicBezTo>
                  <a:pt x="656" y="2040"/>
                  <a:pt x="650" y="2048"/>
                  <a:pt x="643" y="2056"/>
                </a:cubicBezTo>
                <a:cubicBezTo>
                  <a:pt x="618" y="2091"/>
                  <a:pt x="620" y="2096"/>
                  <a:pt x="617" y="2097"/>
                </a:cubicBezTo>
                <a:cubicBezTo>
                  <a:pt x="596" y="2127"/>
                  <a:pt x="594" y="2132"/>
                  <a:pt x="592" y="2138"/>
                </a:cubicBezTo>
                <a:cubicBezTo>
                  <a:pt x="581" y="2154"/>
                  <a:pt x="577" y="2156"/>
                  <a:pt x="576" y="2160"/>
                </a:cubicBezTo>
                <a:cubicBezTo>
                  <a:pt x="593" y="2151"/>
                  <a:pt x="595" y="2149"/>
                  <a:pt x="597" y="2147"/>
                </a:cubicBezTo>
                <a:close/>
                <a:moveTo>
                  <a:pt x="527" y="2119"/>
                </a:moveTo>
                <a:cubicBezTo>
                  <a:pt x="538" y="2111"/>
                  <a:pt x="537" y="2093"/>
                  <a:pt x="549" y="2087"/>
                </a:cubicBezTo>
                <a:cubicBezTo>
                  <a:pt x="562" y="2065"/>
                  <a:pt x="564" y="2058"/>
                  <a:pt x="570" y="2054"/>
                </a:cubicBezTo>
                <a:cubicBezTo>
                  <a:pt x="604" y="2015"/>
                  <a:pt x="605" y="2012"/>
                  <a:pt x="607" y="2008"/>
                </a:cubicBezTo>
                <a:cubicBezTo>
                  <a:pt x="621" y="1986"/>
                  <a:pt x="628" y="1985"/>
                  <a:pt x="629" y="1978"/>
                </a:cubicBezTo>
                <a:cubicBezTo>
                  <a:pt x="654" y="1948"/>
                  <a:pt x="657" y="1943"/>
                  <a:pt x="661" y="1939"/>
                </a:cubicBezTo>
                <a:cubicBezTo>
                  <a:pt x="683" y="1906"/>
                  <a:pt x="689" y="1903"/>
                  <a:pt x="693" y="1899"/>
                </a:cubicBezTo>
                <a:cubicBezTo>
                  <a:pt x="715" y="1866"/>
                  <a:pt x="713" y="1857"/>
                  <a:pt x="720" y="1856"/>
                </a:cubicBezTo>
                <a:cubicBezTo>
                  <a:pt x="738" y="1819"/>
                  <a:pt x="740" y="1813"/>
                  <a:pt x="743" y="1808"/>
                </a:cubicBezTo>
                <a:cubicBezTo>
                  <a:pt x="755" y="1770"/>
                  <a:pt x="760" y="1770"/>
                  <a:pt x="758" y="1764"/>
                </a:cubicBezTo>
                <a:cubicBezTo>
                  <a:pt x="748" y="1776"/>
                  <a:pt x="751" y="1782"/>
                  <a:pt x="748" y="1784"/>
                </a:cubicBezTo>
                <a:cubicBezTo>
                  <a:pt x="719" y="1836"/>
                  <a:pt x="716" y="1850"/>
                  <a:pt x="708" y="1859"/>
                </a:cubicBezTo>
                <a:cubicBezTo>
                  <a:pt x="681" y="1895"/>
                  <a:pt x="679" y="1902"/>
                  <a:pt x="676" y="1907"/>
                </a:cubicBezTo>
                <a:cubicBezTo>
                  <a:pt x="632" y="1957"/>
                  <a:pt x="630" y="1965"/>
                  <a:pt x="626" y="1970"/>
                </a:cubicBezTo>
                <a:cubicBezTo>
                  <a:pt x="604" y="1994"/>
                  <a:pt x="607" y="2001"/>
                  <a:pt x="599" y="2000"/>
                </a:cubicBezTo>
                <a:cubicBezTo>
                  <a:pt x="579" y="2025"/>
                  <a:pt x="577" y="2028"/>
                  <a:pt x="575" y="2030"/>
                </a:cubicBezTo>
                <a:cubicBezTo>
                  <a:pt x="541" y="2084"/>
                  <a:pt x="535" y="2083"/>
                  <a:pt x="536" y="2087"/>
                </a:cubicBezTo>
                <a:cubicBezTo>
                  <a:pt x="519" y="2123"/>
                  <a:pt x="515" y="2128"/>
                  <a:pt x="513" y="2135"/>
                </a:cubicBezTo>
                <a:cubicBezTo>
                  <a:pt x="505" y="2148"/>
                  <a:pt x="504" y="2152"/>
                  <a:pt x="503" y="2149"/>
                </a:cubicBezTo>
                <a:cubicBezTo>
                  <a:pt x="523" y="2073"/>
                  <a:pt x="531" y="2066"/>
                  <a:pt x="536" y="2057"/>
                </a:cubicBezTo>
                <a:cubicBezTo>
                  <a:pt x="557" y="2023"/>
                  <a:pt x="558" y="2021"/>
                  <a:pt x="559" y="2018"/>
                </a:cubicBezTo>
                <a:cubicBezTo>
                  <a:pt x="576" y="1990"/>
                  <a:pt x="580" y="1991"/>
                  <a:pt x="581" y="1990"/>
                </a:cubicBezTo>
                <a:cubicBezTo>
                  <a:pt x="594" y="1973"/>
                  <a:pt x="598" y="1963"/>
                  <a:pt x="607" y="1958"/>
                </a:cubicBezTo>
                <a:cubicBezTo>
                  <a:pt x="639" y="1919"/>
                  <a:pt x="644" y="1916"/>
                  <a:pt x="646" y="1911"/>
                </a:cubicBezTo>
                <a:cubicBezTo>
                  <a:pt x="671" y="1879"/>
                  <a:pt x="677" y="1871"/>
                  <a:pt x="684" y="1863"/>
                </a:cubicBezTo>
                <a:cubicBezTo>
                  <a:pt x="710" y="1821"/>
                  <a:pt x="711" y="1819"/>
                  <a:pt x="711" y="1815"/>
                </a:cubicBezTo>
                <a:cubicBezTo>
                  <a:pt x="721" y="1793"/>
                  <a:pt x="726" y="1787"/>
                  <a:pt x="728" y="1779"/>
                </a:cubicBezTo>
                <a:cubicBezTo>
                  <a:pt x="737" y="1759"/>
                  <a:pt x="740" y="1755"/>
                  <a:pt x="739" y="1748"/>
                </a:cubicBezTo>
                <a:cubicBezTo>
                  <a:pt x="749" y="1711"/>
                  <a:pt x="758" y="1704"/>
                  <a:pt x="751" y="1701"/>
                </a:cubicBezTo>
                <a:cubicBezTo>
                  <a:pt x="741" y="1737"/>
                  <a:pt x="739" y="1741"/>
                  <a:pt x="737" y="1743"/>
                </a:cubicBezTo>
                <a:cubicBezTo>
                  <a:pt x="723" y="1777"/>
                  <a:pt x="722" y="1781"/>
                  <a:pt x="720" y="1784"/>
                </a:cubicBezTo>
                <a:cubicBezTo>
                  <a:pt x="699" y="1812"/>
                  <a:pt x="704" y="1820"/>
                  <a:pt x="701" y="1822"/>
                </a:cubicBezTo>
                <a:cubicBezTo>
                  <a:pt x="683" y="1840"/>
                  <a:pt x="688" y="1849"/>
                  <a:pt x="681" y="1848"/>
                </a:cubicBezTo>
                <a:cubicBezTo>
                  <a:pt x="648" y="1893"/>
                  <a:pt x="646" y="1895"/>
                  <a:pt x="645" y="1898"/>
                </a:cubicBezTo>
                <a:cubicBezTo>
                  <a:pt x="620" y="1924"/>
                  <a:pt x="623" y="1930"/>
                  <a:pt x="619" y="1931"/>
                </a:cubicBezTo>
                <a:cubicBezTo>
                  <a:pt x="602" y="1950"/>
                  <a:pt x="597" y="1950"/>
                  <a:pt x="596" y="1954"/>
                </a:cubicBezTo>
                <a:cubicBezTo>
                  <a:pt x="576" y="1984"/>
                  <a:pt x="571" y="1984"/>
                  <a:pt x="568" y="1987"/>
                </a:cubicBezTo>
                <a:cubicBezTo>
                  <a:pt x="551" y="2020"/>
                  <a:pt x="544" y="2020"/>
                  <a:pt x="542" y="2024"/>
                </a:cubicBezTo>
                <a:cubicBezTo>
                  <a:pt x="532" y="2053"/>
                  <a:pt x="525" y="2052"/>
                  <a:pt x="525" y="2058"/>
                </a:cubicBezTo>
                <a:cubicBezTo>
                  <a:pt x="510" y="2092"/>
                  <a:pt x="506" y="2097"/>
                  <a:pt x="504" y="2103"/>
                </a:cubicBezTo>
                <a:cubicBezTo>
                  <a:pt x="494" y="2126"/>
                  <a:pt x="492" y="2119"/>
                  <a:pt x="495" y="2106"/>
                </a:cubicBezTo>
                <a:cubicBezTo>
                  <a:pt x="521" y="2035"/>
                  <a:pt x="521" y="2029"/>
                  <a:pt x="522" y="2023"/>
                </a:cubicBezTo>
                <a:cubicBezTo>
                  <a:pt x="542" y="1984"/>
                  <a:pt x="551" y="1988"/>
                  <a:pt x="548" y="1980"/>
                </a:cubicBezTo>
                <a:cubicBezTo>
                  <a:pt x="561" y="1958"/>
                  <a:pt x="565" y="1956"/>
                  <a:pt x="568" y="1954"/>
                </a:cubicBezTo>
                <a:cubicBezTo>
                  <a:pt x="588" y="1927"/>
                  <a:pt x="588" y="1924"/>
                  <a:pt x="590" y="1924"/>
                </a:cubicBezTo>
                <a:cubicBezTo>
                  <a:pt x="605" y="1911"/>
                  <a:pt x="601" y="1902"/>
                  <a:pt x="608" y="1903"/>
                </a:cubicBezTo>
                <a:cubicBezTo>
                  <a:pt x="626" y="1880"/>
                  <a:pt x="629" y="1872"/>
                  <a:pt x="634" y="1866"/>
                </a:cubicBezTo>
                <a:cubicBezTo>
                  <a:pt x="650" y="1842"/>
                  <a:pt x="654" y="1836"/>
                  <a:pt x="657" y="1830"/>
                </a:cubicBezTo>
                <a:cubicBezTo>
                  <a:pt x="680" y="1801"/>
                  <a:pt x="677" y="1794"/>
                  <a:pt x="681" y="1793"/>
                </a:cubicBezTo>
                <a:cubicBezTo>
                  <a:pt x="694" y="1771"/>
                  <a:pt x="693" y="1766"/>
                  <a:pt x="694" y="1762"/>
                </a:cubicBezTo>
                <a:cubicBezTo>
                  <a:pt x="707" y="1740"/>
                  <a:pt x="703" y="1731"/>
                  <a:pt x="707" y="1730"/>
                </a:cubicBezTo>
                <a:cubicBezTo>
                  <a:pt x="706" y="1726"/>
                  <a:pt x="697" y="1741"/>
                  <a:pt x="692" y="1760"/>
                </a:cubicBezTo>
                <a:cubicBezTo>
                  <a:pt x="678" y="1785"/>
                  <a:pt x="677" y="1787"/>
                  <a:pt x="676" y="1789"/>
                </a:cubicBezTo>
                <a:cubicBezTo>
                  <a:pt x="658" y="1813"/>
                  <a:pt x="654" y="1821"/>
                  <a:pt x="651" y="1830"/>
                </a:cubicBezTo>
                <a:cubicBezTo>
                  <a:pt x="598" y="1896"/>
                  <a:pt x="599" y="1902"/>
                  <a:pt x="595" y="1904"/>
                </a:cubicBezTo>
                <a:cubicBezTo>
                  <a:pt x="576" y="1926"/>
                  <a:pt x="576" y="1928"/>
                  <a:pt x="575" y="1930"/>
                </a:cubicBezTo>
                <a:cubicBezTo>
                  <a:pt x="534" y="1988"/>
                  <a:pt x="529" y="1994"/>
                  <a:pt x="525" y="2003"/>
                </a:cubicBezTo>
                <a:cubicBezTo>
                  <a:pt x="505" y="2043"/>
                  <a:pt x="504" y="2047"/>
                  <a:pt x="500" y="2051"/>
                </a:cubicBezTo>
                <a:cubicBezTo>
                  <a:pt x="491" y="2091"/>
                  <a:pt x="484" y="2096"/>
                  <a:pt x="485" y="2109"/>
                </a:cubicBezTo>
                <a:cubicBezTo>
                  <a:pt x="473" y="2124"/>
                  <a:pt x="472" y="2121"/>
                  <a:pt x="475" y="2120"/>
                </a:cubicBezTo>
                <a:cubicBezTo>
                  <a:pt x="477" y="2079"/>
                  <a:pt x="483" y="2074"/>
                  <a:pt x="484" y="2065"/>
                </a:cubicBezTo>
                <a:cubicBezTo>
                  <a:pt x="500" y="2022"/>
                  <a:pt x="497" y="2015"/>
                  <a:pt x="500" y="2014"/>
                </a:cubicBezTo>
                <a:cubicBezTo>
                  <a:pt x="524" y="1961"/>
                  <a:pt x="529" y="1957"/>
                  <a:pt x="528" y="1948"/>
                </a:cubicBezTo>
                <a:cubicBezTo>
                  <a:pt x="549" y="1923"/>
                  <a:pt x="542" y="1913"/>
                  <a:pt x="550" y="1916"/>
                </a:cubicBezTo>
                <a:cubicBezTo>
                  <a:pt x="566" y="1887"/>
                  <a:pt x="568" y="1885"/>
                  <a:pt x="569" y="1882"/>
                </a:cubicBezTo>
                <a:cubicBezTo>
                  <a:pt x="586" y="1853"/>
                  <a:pt x="587" y="1849"/>
                  <a:pt x="593" y="1850"/>
                </a:cubicBezTo>
                <a:cubicBezTo>
                  <a:pt x="633" y="1789"/>
                  <a:pt x="642" y="1779"/>
                  <a:pt x="649" y="1767"/>
                </a:cubicBezTo>
                <a:cubicBezTo>
                  <a:pt x="673" y="1728"/>
                  <a:pt x="682" y="1727"/>
                  <a:pt x="682" y="1719"/>
                </a:cubicBezTo>
                <a:cubicBezTo>
                  <a:pt x="703" y="1677"/>
                  <a:pt x="709" y="1673"/>
                  <a:pt x="709" y="1664"/>
                </a:cubicBezTo>
                <a:cubicBezTo>
                  <a:pt x="719" y="1643"/>
                  <a:pt x="716" y="1636"/>
                  <a:pt x="720" y="1635"/>
                </a:cubicBezTo>
                <a:cubicBezTo>
                  <a:pt x="713" y="1646"/>
                  <a:pt x="708" y="1649"/>
                  <a:pt x="709" y="1658"/>
                </a:cubicBezTo>
                <a:cubicBezTo>
                  <a:pt x="687" y="1698"/>
                  <a:pt x="683" y="1709"/>
                  <a:pt x="676" y="1717"/>
                </a:cubicBezTo>
                <a:cubicBezTo>
                  <a:pt x="652" y="1756"/>
                  <a:pt x="643" y="1762"/>
                  <a:pt x="638" y="1772"/>
                </a:cubicBezTo>
                <a:cubicBezTo>
                  <a:pt x="611" y="1808"/>
                  <a:pt x="605" y="1817"/>
                  <a:pt x="598" y="1825"/>
                </a:cubicBezTo>
                <a:cubicBezTo>
                  <a:pt x="570" y="1869"/>
                  <a:pt x="568" y="1871"/>
                  <a:pt x="564" y="1871"/>
                </a:cubicBezTo>
                <a:cubicBezTo>
                  <a:pt x="535" y="1917"/>
                  <a:pt x="533" y="1930"/>
                  <a:pt x="525" y="1937"/>
                </a:cubicBezTo>
                <a:cubicBezTo>
                  <a:pt x="502" y="1990"/>
                  <a:pt x="498" y="1994"/>
                  <a:pt x="494" y="1999"/>
                </a:cubicBezTo>
                <a:cubicBezTo>
                  <a:pt x="487" y="2028"/>
                  <a:pt x="482" y="2028"/>
                  <a:pt x="484" y="2034"/>
                </a:cubicBezTo>
                <a:cubicBezTo>
                  <a:pt x="469" y="2074"/>
                  <a:pt x="471" y="2083"/>
                  <a:pt x="468" y="2088"/>
                </a:cubicBezTo>
                <a:cubicBezTo>
                  <a:pt x="459" y="2089"/>
                  <a:pt x="460" y="2087"/>
                  <a:pt x="461" y="2086"/>
                </a:cubicBezTo>
                <a:cubicBezTo>
                  <a:pt x="469" y="2046"/>
                  <a:pt x="469" y="2035"/>
                  <a:pt x="470" y="2024"/>
                </a:cubicBezTo>
                <a:cubicBezTo>
                  <a:pt x="493" y="1973"/>
                  <a:pt x="496" y="1965"/>
                  <a:pt x="500" y="1959"/>
                </a:cubicBezTo>
                <a:cubicBezTo>
                  <a:pt x="538" y="1889"/>
                  <a:pt x="543" y="1883"/>
                  <a:pt x="547" y="1877"/>
                </a:cubicBezTo>
                <a:cubicBezTo>
                  <a:pt x="578" y="1836"/>
                  <a:pt x="584" y="1829"/>
                  <a:pt x="589" y="1821"/>
                </a:cubicBezTo>
                <a:cubicBezTo>
                  <a:pt x="607" y="1794"/>
                  <a:pt x="612" y="1792"/>
                  <a:pt x="615" y="1789"/>
                </a:cubicBezTo>
                <a:cubicBezTo>
                  <a:pt x="633" y="1760"/>
                  <a:pt x="634" y="1755"/>
                  <a:pt x="639" y="1752"/>
                </a:cubicBezTo>
                <a:cubicBezTo>
                  <a:pt x="679" y="1687"/>
                  <a:pt x="686" y="1688"/>
                  <a:pt x="684" y="1679"/>
                </a:cubicBezTo>
                <a:cubicBezTo>
                  <a:pt x="684" y="1668"/>
                  <a:pt x="684" y="1676"/>
                  <a:pt x="680" y="1680"/>
                </a:cubicBezTo>
                <a:cubicBezTo>
                  <a:pt x="637" y="1744"/>
                  <a:pt x="628" y="1750"/>
                  <a:pt x="624" y="1762"/>
                </a:cubicBezTo>
                <a:cubicBezTo>
                  <a:pt x="611" y="1778"/>
                  <a:pt x="610" y="1785"/>
                  <a:pt x="604" y="1788"/>
                </a:cubicBezTo>
                <a:cubicBezTo>
                  <a:pt x="583" y="1819"/>
                  <a:pt x="577" y="1821"/>
                  <a:pt x="576" y="1827"/>
                </a:cubicBezTo>
                <a:cubicBezTo>
                  <a:pt x="555" y="1861"/>
                  <a:pt x="545" y="1860"/>
                  <a:pt x="546" y="1868"/>
                </a:cubicBezTo>
                <a:cubicBezTo>
                  <a:pt x="519" y="1903"/>
                  <a:pt x="516" y="1912"/>
                  <a:pt x="508" y="1917"/>
                </a:cubicBezTo>
                <a:cubicBezTo>
                  <a:pt x="499" y="1947"/>
                  <a:pt x="488" y="1948"/>
                  <a:pt x="490" y="1960"/>
                </a:cubicBezTo>
                <a:cubicBezTo>
                  <a:pt x="476" y="1985"/>
                  <a:pt x="473" y="1985"/>
                  <a:pt x="474" y="1989"/>
                </a:cubicBezTo>
                <a:cubicBezTo>
                  <a:pt x="461" y="2021"/>
                  <a:pt x="461" y="2026"/>
                  <a:pt x="462" y="2031"/>
                </a:cubicBezTo>
                <a:cubicBezTo>
                  <a:pt x="445" y="2054"/>
                  <a:pt x="454" y="2048"/>
                  <a:pt x="450" y="2043"/>
                </a:cubicBezTo>
                <a:cubicBezTo>
                  <a:pt x="467" y="1957"/>
                  <a:pt x="468" y="1948"/>
                  <a:pt x="471" y="1939"/>
                </a:cubicBezTo>
                <a:cubicBezTo>
                  <a:pt x="485" y="1912"/>
                  <a:pt x="483" y="1904"/>
                  <a:pt x="485" y="1901"/>
                </a:cubicBezTo>
                <a:cubicBezTo>
                  <a:pt x="500" y="1872"/>
                  <a:pt x="501" y="1868"/>
                  <a:pt x="505" y="1865"/>
                </a:cubicBezTo>
                <a:cubicBezTo>
                  <a:pt x="521" y="1833"/>
                  <a:pt x="523" y="1832"/>
                  <a:pt x="524" y="1830"/>
                </a:cubicBezTo>
                <a:cubicBezTo>
                  <a:pt x="533" y="1814"/>
                  <a:pt x="536" y="1812"/>
                  <a:pt x="538" y="1808"/>
                </a:cubicBezTo>
                <a:cubicBezTo>
                  <a:pt x="569" y="1770"/>
                  <a:pt x="574" y="1764"/>
                  <a:pt x="580" y="1759"/>
                </a:cubicBezTo>
                <a:cubicBezTo>
                  <a:pt x="610" y="1726"/>
                  <a:pt x="622" y="1714"/>
                  <a:pt x="635" y="1702"/>
                </a:cubicBezTo>
                <a:cubicBezTo>
                  <a:pt x="667" y="1672"/>
                  <a:pt x="666" y="1666"/>
                  <a:pt x="672" y="1665"/>
                </a:cubicBezTo>
                <a:cubicBezTo>
                  <a:pt x="690" y="1640"/>
                  <a:pt x="693" y="1637"/>
                  <a:pt x="694" y="1633"/>
                </a:cubicBezTo>
                <a:cubicBezTo>
                  <a:pt x="695" y="1626"/>
                  <a:pt x="692" y="1630"/>
                  <a:pt x="687" y="1633"/>
                </a:cubicBezTo>
                <a:cubicBezTo>
                  <a:pt x="675" y="1652"/>
                  <a:pt x="672" y="1656"/>
                  <a:pt x="667" y="1659"/>
                </a:cubicBezTo>
                <a:cubicBezTo>
                  <a:pt x="626" y="1703"/>
                  <a:pt x="616" y="1710"/>
                  <a:pt x="608" y="1717"/>
                </a:cubicBezTo>
                <a:cubicBezTo>
                  <a:pt x="558" y="1774"/>
                  <a:pt x="548" y="1780"/>
                  <a:pt x="543" y="1790"/>
                </a:cubicBezTo>
                <a:cubicBezTo>
                  <a:pt x="527" y="1806"/>
                  <a:pt x="528" y="1814"/>
                  <a:pt x="521" y="1815"/>
                </a:cubicBezTo>
                <a:cubicBezTo>
                  <a:pt x="490" y="1870"/>
                  <a:pt x="490" y="1881"/>
                  <a:pt x="482" y="1886"/>
                </a:cubicBezTo>
                <a:cubicBezTo>
                  <a:pt x="465" y="1932"/>
                  <a:pt x="457" y="1948"/>
                  <a:pt x="453" y="1969"/>
                </a:cubicBezTo>
                <a:cubicBezTo>
                  <a:pt x="445" y="2003"/>
                  <a:pt x="442" y="2006"/>
                  <a:pt x="443" y="2013"/>
                </a:cubicBezTo>
                <a:cubicBezTo>
                  <a:pt x="442" y="1979"/>
                  <a:pt x="442" y="1977"/>
                  <a:pt x="444" y="1969"/>
                </a:cubicBezTo>
                <a:cubicBezTo>
                  <a:pt x="457" y="1930"/>
                  <a:pt x="460" y="1925"/>
                  <a:pt x="460" y="1918"/>
                </a:cubicBezTo>
                <a:cubicBezTo>
                  <a:pt x="468" y="1898"/>
                  <a:pt x="469" y="1895"/>
                  <a:pt x="472" y="1893"/>
                </a:cubicBezTo>
                <a:cubicBezTo>
                  <a:pt x="482" y="1864"/>
                  <a:pt x="486" y="1864"/>
                  <a:pt x="487" y="1861"/>
                </a:cubicBezTo>
                <a:cubicBezTo>
                  <a:pt x="513" y="1822"/>
                  <a:pt x="515" y="1819"/>
                  <a:pt x="514" y="1816"/>
                </a:cubicBezTo>
                <a:cubicBezTo>
                  <a:pt x="538" y="1785"/>
                  <a:pt x="543" y="1775"/>
                  <a:pt x="550" y="1765"/>
                </a:cubicBezTo>
                <a:cubicBezTo>
                  <a:pt x="563" y="1754"/>
                  <a:pt x="564" y="1748"/>
                  <a:pt x="569" y="1746"/>
                </a:cubicBezTo>
                <a:cubicBezTo>
                  <a:pt x="626" y="1679"/>
                  <a:pt x="635" y="1675"/>
                  <a:pt x="639" y="1667"/>
                </a:cubicBezTo>
                <a:cubicBezTo>
                  <a:pt x="652" y="1656"/>
                  <a:pt x="653" y="1650"/>
                  <a:pt x="658" y="1648"/>
                </a:cubicBezTo>
                <a:cubicBezTo>
                  <a:pt x="685" y="1613"/>
                  <a:pt x="690" y="1611"/>
                  <a:pt x="690" y="1605"/>
                </a:cubicBezTo>
                <a:cubicBezTo>
                  <a:pt x="666" y="1629"/>
                  <a:pt x="663" y="1633"/>
                  <a:pt x="661" y="1637"/>
                </a:cubicBezTo>
                <a:cubicBezTo>
                  <a:pt x="645" y="1655"/>
                  <a:pt x="642" y="1656"/>
                  <a:pt x="641" y="1658"/>
                </a:cubicBezTo>
                <a:cubicBezTo>
                  <a:pt x="623" y="1675"/>
                  <a:pt x="621" y="1677"/>
                  <a:pt x="621" y="1679"/>
                </a:cubicBezTo>
                <a:cubicBezTo>
                  <a:pt x="555" y="1747"/>
                  <a:pt x="542" y="1762"/>
                  <a:pt x="529" y="1778"/>
                </a:cubicBezTo>
                <a:cubicBezTo>
                  <a:pt x="480" y="1857"/>
                  <a:pt x="477" y="1861"/>
                  <a:pt x="474" y="1865"/>
                </a:cubicBezTo>
                <a:cubicBezTo>
                  <a:pt x="457" y="1892"/>
                  <a:pt x="460" y="1898"/>
                  <a:pt x="457" y="1899"/>
                </a:cubicBezTo>
                <a:cubicBezTo>
                  <a:pt x="448" y="1926"/>
                  <a:pt x="447" y="1932"/>
                  <a:pt x="444" y="1937"/>
                </a:cubicBezTo>
                <a:cubicBezTo>
                  <a:pt x="430" y="1990"/>
                  <a:pt x="434" y="2000"/>
                  <a:pt x="427" y="2001"/>
                </a:cubicBezTo>
                <a:cubicBezTo>
                  <a:pt x="428" y="1976"/>
                  <a:pt x="425" y="1969"/>
                  <a:pt x="429" y="1968"/>
                </a:cubicBezTo>
                <a:cubicBezTo>
                  <a:pt x="454" y="1873"/>
                  <a:pt x="457" y="1867"/>
                  <a:pt x="458" y="1859"/>
                </a:cubicBezTo>
                <a:cubicBezTo>
                  <a:pt x="503" y="1788"/>
                  <a:pt x="500" y="1781"/>
                  <a:pt x="503" y="1779"/>
                </a:cubicBezTo>
                <a:cubicBezTo>
                  <a:pt x="526" y="1748"/>
                  <a:pt x="531" y="1743"/>
                  <a:pt x="535" y="1738"/>
                </a:cubicBezTo>
                <a:cubicBezTo>
                  <a:pt x="560" y="1712"/>
                  <a:pt x="572" y="1703"/>
                  <a:pt x="580" y="1691"/>
                </a:cubicBezTo>
                <a:cubicBezTo>
                  <a:pt x="620" y="1659"/>
                  <a:pt x="620" y="1650"/>
                  <a:pt x="629" y="1648"/>
                </a:cubicBezTo>
                <a:cubicBezTo>
                  <a:pt x="643" y="1640"/>
                  <a:pt x="632" y="1634"/>
                  <a:pt x="633" y="1639"/>
                </a:cubicBezTo>
                <a:cubicBezTo>
                  <a:pt x="606" y="1659"/>
                  <a:pt x="608" y="1664"/>
                  <a:pt x="602" y="1663"/>
                </a:cubicBezTo>
                <a:cubicBezTo>
                  <a:pt x="571" y="1694"/>
                  <a:pt x="560" y="1701"/>
                  <a:pt x="553" y="1713"/>
                </a:cubicBezTo>
                <a:cubicBezTo>
                  <a:pt x="520" y="1748"/>
                  <a:pt x="511" y="1751"/>
                  <a:pt x="511" y="1761"/>
                </a:cubicBezTo>
                <a:cubicBezTo>
                  <a:pt x="490" y="1789"/>
                  <a:pt x="484" y="1795"/>
                  <a:pt x="481" y="1803"/>
                </a:cubicBezTo>
                <a:cubicBezTo>
                  <a:pt x="463" y="1829"/>
                  <a:pt x="463" y="1836"/>
                  <a:pt x="462" y="1841"/>
                </a:cubicBezTo>
                <a:cubicBezTo>
                  <a:pt x="437" y="1903"/>
                  <a:pt x="428" y="1911"/>
                  <a:pt x="428" y="1927"/>
                </a:cubicBezTo>
                <a:cubicBezTo>
                  <a:pt x="420" y="1948"/>
                  <a:pt x="418" y="1950"/>
                  <a:pt x="417" y="1954"/>
                </a:cubicBezTo>
                <a:cubicBezTo>
                  <a:pt x="420" y="1914"/>
                  <a:pt x="417" y="1907"/>
                  <a:pt x="420" y="1905"/>
                </a:cubicBezTo>
                <a:cubicBezTo>
                  <a:pt x="435" y="1847"/>
                  <a:pt x="437" y="1844"/>
                  <a:pt x="437" y="1841"/>
                </a:cubicBezTo>
                <a:cubicBezTo>
                  <a:pt x="456" y="1795"/>
                  <a:pt x="464" y="1784"/>
                  <a:pt x="470" y="1771"/>
                </a:cubicBezTo>
                <a:cubicBezTo>
                  <a:pt x="506" y="1721"/>
                  <a:pt x="509" y="1717"/>
                  <a:pt x="512" y="1713"/>
                </a:cubicBezTo>
                <a:cubicBezTo>
                  <a:pt x="521" y="1701"/>
                  <a:pt x="525" y="1702"/>
                  <a:pt x="526" y="1701"/>
                </a:cubicBezTo>
                <a:cubicBezTo>
                  <a:pt x="544" y="1677"/>
                  <a:pt x="559" y="1664"/>
                  <a:pt x="570" y="1648"/>
                </a:cubicBezTo>
                <a:cubicBezTo>
                  <a:pt x="607" y="1598"/>
                  <a:pt x="604" y="1589"/>
                  <a:pt x="610" y="1588"/>
                </a:cubicBezTo>
                <a:cubicBezTo>
                  <a:pt x="621" y="1556"/>
                  <a:pt x="624" y="1555"/>
                  <a:pt x="622" y="1550"/>
                </a:cubicBezTo>
                <a:cubicBezTo>
                  <a:pt x="610" y="1569"/>
                  <a:pt x="610" y="1577"/>
                  <a:pt x="605" y="1582"/>
                </a:cubicBezTo>
                <a:cubicBezTo>
                  <a:pt x="557" y="1650"/>
                  <a:pt x="554" y="1661"/>
                  <a:pt x="543" y="1665"/>
                </a:cubicBezTo>
                <a:cubicBezTo>
                  <a:pt x="512" y="1703"/>
                  <a:pt x="509" y="1704"/>
                  <a:pt x="509" y="1707"/>
                </a:cubicBezTo>
                <a:cubicBezTo>
                  <a:pt x="478" y="1744"/>
                  <a:pt x="469" y="1750"/>
                  <a:pt x="467" y="1762"/>
                </a:cubicBezTo>
                <a:cubicBezTo>
                  <a:pt x="443" y="1797"/>
                  <a:pt x="439" y="1807"/>
                  <a:pt x="438" y="1821"/>
                </a:cubicBezTo>
                <a:cubicBezTo>
                  <a:pt x="429" y="1846"/>
                  <a:pt x="423" y="1846"/>
                  <a:pt x="423" y="1851"/>
                </a:cubicBezTo>
                <a:cubicBezTo>
                  <a:pt x="408" y="1895"/>
                  <a:pt x="412" y="1908"/>
                  <a:pt x="405" y="1913"/>
                </a:cubicBezTo>
                <a:cubicBezTo>
                  <a:pt x="407" y="1876"/>
                  <a:pt x="415" y="1878"/>
                  <a:pt x="413" y="1871"/>
                </a:cubicBezTo>
                <a:cubicBezTo>
                  <a:pt x="418" y="1857"/>
                  <a:pt x="415" y="1850"/>
                  <a:pt x="418" y="1847"/>
                </a:cubicBezTo>
                <a:cubicBezTo>
                  <a:pt x="437" y="1792"/>
                  <a:pt x="440" y="1790"/>
                  <a:pt x="440" y="1788"/>
                </a:cubicBezTo>
                <a:cubicBezTo>
                  <a:pt x="448" y="1768"/>
                  <a:pt x="451" y="1760"/>
                  <a:pt x="455" y="1752"/>
                </a:cubicBezTo>
                <a:cubicBezTo>
                  <a:pt x="476" y="1717"/>
                  <a:pt x="475" y="1712"/>
                  <a:pt x="478" y="1709"/>
                </a:cubicBezTo>
                <a:cubicBezTo>
                  <a:pt x="495" y="1687"/>
                  <a:pt x="495" y="1681"/>
                  <a:pt x="498" y="1679"/>
                </a:cubicBezTo>
                <a:cubicBezTo>
                  <a:pt x="521" y="1647"/>
                  <a:pt x="524" y="1644"/>
                  <a:pt x="526" y="1640"/>
                </a:cubicBezTo>
                <a:cubicBezTo>
                  <a:pt x="551" y="1609"/>
                  <a:pt x="550" y="1603"/>
                  <a:pt x="554" y="1601"/>
                </a:cubicBezTo>
                <a:cubicBezTo>
                  <a:pt x="570" y="1563"/>
                  <a:pt x="576" y="1562"/>
                  <a:pt x="575" y="1556"/>
                </a:cubicBezTo>
                <a:cubicBezTo>
                  <a:pt x="581" y="1513"/>
                  <a:pt x="584" y="1508"/>
                  <a:pt x="584" y="1500"/>
                </a:cubicBezTo>
                <a:cubicBezTo>
                  <a:pt x="573" y="1529"/>
                  <a:pt x="577" y="1544"/>
                  <a:pt x="570" y="1550"/>
                </a:cubicBezTo>
                <a:cubicBezTo>
                  <a:pt x="548" y="1600"/>
                  <a:pt x="544" y="1602"/>
                  <a:pt x="541" y="1604"/>
                </a:cubicBezTo>
                <a:cubicBezTo>
                  <a:pt x="510" y="1653"/>
                  <a:pt x="506" y="1655"/>
                  <a:pt x="503" y="1657"/>
                </a:cubicBezTo>
                <a:cubicBezTo>
                  <a:pt x="481" y="1690"/>
                  <a:pt x="477" y="1696"/>
                  <a:pt x="474" y="1703"/>
                </a:cubicBezTo>
                <a:cubicBezTo>
                  <a:pt x="464" y="1717"/>
                  <a:pt x="463" y="1720"/>
                  <a:pt x="462" y="1717"/>
                </a:cubicBezTo>
                <a:cubicBezTo>
                  <a:pt x="474" y="1695"/>
                  <a:pt x="475" y="1693"/>
                  <a:pt x="475" y="1690"/>
                </a:cubicBezTo>
                <a:cubicBezTo>
                  <a:pt x="494" y="1659"/>
                  <a:pt x="495" y="1654"/>
                  <a:pt x="496" y="1649"/>
                </a:cubicBezTo>
                <a:cubicBezTo>
                  <a:pt x="525" y="1599"/>
                  <a:pt x="529" y="1590"/>
                  <a:pt x="533" y="1581"/>
                </a:cubicBezTo>
                <a:cubicBezTo>
                  <a:pt x="553" y="1505"/>
                  <a:pt x="553" y="1491"/>
                  <a:pt x="554" y="1479"/>
                </a:cubicBezTo>
                <a:cubicBezTo>
                  <a:pt x="544" y="1432"/>
                  <a:pt x="549" y="1437"/>
                  <a:pt x="547" y="1446"/>
                </a:cubicBezTo>
                <a:cubicBezTo>
                  <a:pt x="542" y="1527"/>
                  <a:pt x="542" y="1535"/>
                  <a:pt x="541" y="1543"/>
                </a:cubicBezTo>
                <a:cubicBezTo>
                  <a:pt x="526" y="1573"/>
                  <a:pt x="529" y="1580"/>
                  <a:pt x="524" y="1581"/>
                </a:cubicBezTo>
                <a:cubicBezTo>
                  <a:pt x="508" y="1611"/>
                  <a:pt x="503" y="1625"/>
                  <a:pt x="495" y="1636"/>
                </a:cubicBezTo>
                <a:cubicBezTo>
                  <a:pt x="475" y="1680"/>
                  <a:pt x="471" y="1684"/>
                  <a:pt x="466" y="1688"/>
                </a:cubicBezTo>
                <a:cubicBezTo>
                  <a:pt x="444" y="1731"/>
                  <a:pt x="441" y="1737"/>
                  <a:pt x="437" y="1743"/>
                </a:cubicBezTo>
                <a:cubicBezTo>
                  <a:pt x="416" y="1794"/>
                  <a:pt x="410" y="1794"/>
                  <a:pt x="413" y="1801"/>
                </a:cubicBezTo>
                <a:cubicBezTo>
                  <a:pt x="394" y="1860"/>
                  <a:pt x="396" y="1864"/>
                  <a:pt x="396" y="1868"/>
                </a:cubicBezTo>
                <a:cubicBezTo>
                  <a:pt x="390" y="1891"/>
                  <a:pt x="394" y="1899"/>
                  <a:pt x="389" y="1899"/>
                </a:cubicBezTo>
                <a:cubicBezTo>
                  <a:pt x="391" y="1841"/>
                  <a:pt x="392" y="1826"/>
                  <a:pt x="394" y="1811"/>
                </a:cubicBezTo>
                <a:cubicBezTo>
                  <a:pt x="401" y="1785"/>
                  <a:pt x="405" y="1780"/>
                  <a:pt x="404" y="1771"/>
                </a:cubicBezTo>
                <a:cubicBezTo>
                  <a:pt x="430" y="1712"/>
                  <a:pt x="435" y="1708"/>
                  <a:pt x="434" y="1699"/>
                </a:cubicBezTo>
                <a:cubicBezTo>
                  <a:pt x="451" y="1672"/>
                  <a:pt x="455" y="1665"/>
                  <a:pt x="457" y="1656"/>
                </a:cubicBezTo>
                <a:cubicBezTo>
                  <a:pt x="481" y="1622"/>
                  <a:pt x="480" y="1616"/>
                  <a:pt x="480" y="1611"/>
                </a:cubicBezTo>
                <a:cubicBezTo>
                  <a:pt x="505" y="1561"/>
                  <a:pt x="502" y="1553"/>
                  <a:pt x="507" y="1552"/>
                </a:cubicBezTo>
                <a:cubicBezTo>
                  <a:pt x="519" y="1524"/>
                  <a:pt x="515" y="1515"/>
                  <a:pt x="519" y="1514"/>
                </a:cubicBezTo>
                <a:cubicBezTo>
                  <a:pt x="520" y="1449"/>
                  <a:pt x="515" y="1450"/>
                  <a:pt x="517" y="1444"/>
                </a:cubicBezTo>
                <a:cubicBezTo>
                  <a:pt x="509" y="1516"/>
                  <a:pt x="509" y="1523"/>
                  <a:pt x="505" y="1526"/>
                </a:cubicBezTo>
                <a:cubicBezTo>
                  <a:pt x="494" y="1564"/>
                  <a:pt x="491" y="1568"/>
                  <a:pt x="489" y="1573"/>
                </a:cubicBezTo>
                <a:cubicBezTo>
                  <a:pt x="479" y="1592"/>
                  <a:pt x="483" y="1602"/>
                  <a:pt x="475" y="1602"/>
                </a:cubicBezTo>
                <a:cubicBezTo>
                  <a:pt x="443" y="1672"/>
                  <a:pt x="434" y="1679"/>
                  <a:pt x="431" y="1690"/>
                </a:cubicBezTo>
                <a:cubicBezTo>
                  <a:pt x="406" y="1738"/>
                  <a:pt x="409" y="1747"/>
                  <a:pt x="403" y="1749"/>
                </a:cubicBezTo>
                <a:cubicBezTo>
                  <a:pt x="434" y="1663"/>
                  <a:pt x="439" y="1660"/>
                  <a:pt x="440" y="1653"/>
                </a:cubicBezTo>
                <a:cubicBezTo>
                  <a:pt x="452" y="1614"/>
                  <a:pt x="459" y="1613"/>
                  <a:pt x="458" y="1606"/>
                </a:cubicBezTo>
                <a:cubicBezTo>
                  <a:pt x="480" y="1553"/>
                  <a:pt x="480" y="1545"/>
                  <a:pt x="482" y="1540"/>
                </a:cubicBezTo>
                <a:cubicBezTo>
                  <a:pt x="489" y="1465"/>
                  <a:pt x="491" y="1464"/>
                  <a:pt x="491" y="1448"/>
                </a:cubicBezTo>
                <a:cubicBezTo>
                  <a:pt x="487" y="1401"/>
                  <a:pt x="485" y="1390"/>
                  <a:pt x="484" y="1379"/>
                </a:cubicBezTo>
                <a:cubicBezTo>
                  <a:pt x="474" y="1371"/>
                  <a:pt x="480" y="1385"/>
                  <a:pt x="483" y="1403"/>
                </a:cubicBezTo>
                <a:cubicBezTo>
                  <a:pt x="487" y="1491"/>
                  <a:pt x="478" y="1495"/>
                  <a:pt x="482" y="1506"/>
                </a:cubicBezTo>
                <a:cubicBezTo>
                  <a:pt x="478" y="1531"/>
                  <a:pt x="477" y="1534"/>
                  <a:pt x="475" y="1537"/>
                </a:cubicBezTo>
                <a:cubicBezTo>
                  <a:pt x="459" y="1577"/>
                  <a:pt x="456" y="1591"/>
                  <a:pt x="451" y="1604"/>
                </a:cubicBezTo>
                <a:cubicBezTo>
                  <a:pt x="433" y="1645"/>
                  <a:pt x="431" y="1652"/>
                  <a:pt x="429" y="1658"/>
                </a:cubicBezTo>
                <a:cubicBezTo>
                  <a:pt x="412" y="1698"/>
                  <a:pt x="411" y="1701"/>
                  <a:pt x="408" y="1703"/>
                </a:cubicBezTo>
                <a:cubicBezTo>
                  <a:pt x="390" y="1762"/>
                  <a:pt x="384" y="1769"/>
                  <a:pt x="383" y="1779"/>
                </a:cubicBezTo>
                <a:cubicBezTo>
                  <a:pt x="369" y="1821"/>
                  <a:pt x="377" y="1833"/>
                  <a:pt x="371" y="1832"/>
                </a:cubicBezTo>
                <a:cubicBezTo>
                  <a:pt x="368" y="1777"/>
                  <a:pt x="371" y="1764"/>
                  <a:pt x="372" y="1749"/>
                </a:cubicBezTo>
                <a:cubicBezTo>
                  <a:pt x="382" y="1721"/>
                  <a:pt x="379" y="1714"/>
                  <a:pt x="383" y="1714"/>
                </a:cubicBezTo>
                <a:cubicBezTo>
                  <a:pt x="403" y="1659"/>
                  <a:pt x="406" y="1655"/>
                  <a:pt x="406" y="1649"/>
                </a:cubicBezTo>
                <a:cubicBezTo>
                  <a:pt x="424" y="1598"/>
                  <a:pt x="431" y="1597"/>
                  <a:pt x="431" y="1590"/>
                </a:cubicBezTo>
                <a:cubicBezTo>
                  <a:pt x="461" y="1509"/>
                  <a:pt x="462" y="1500"/>
                  <a:pt x="465" y="1494"/>
                </a:cubicBezTo>
                <a:cubicBezTo>
                  <a:pt x="472" y="1470"/>
                  <a:pt x="467" y="1462"/>
                  <a:pt x="472" y="1462"/>
                </a:cubicBezTo>
                <a:cubicBezTo>
                  <a:pt x="476" y="1437"/>
                  <a:pt x="471" y="1428"/>
                  <a:pt x="476" y="1427"/>
                </a:cubicBezTo>
                <a:cubicBezTo>
                  <a:pt x="473" y="1417"/>
                  <a:pt x="469" y="1447"/>
                  <a:pt x="462" y="1476"/>
                </a:cubicBezTo>
                <a:cubicBezTo>
                  <a:pt x="434" y="1564"/>
                  <a:pt x="433" y="1570"/>
                  <a:pt x="430" y="1573"/>
                </a:cubicBezTo>
                <a:cubicBezTo>
                  <a:pt x="422" y="1597"/>
                  <a:pt x="416" y="1602"/>
                  <a:pt x="415" y="1611"/>
                </a:cubicBezTo>
                <a:cubicBezTo>
                  <a:pt x="391" y="1664"/>
                  <a:pt x="387" y="1672"/>
                  <a:pt x="382" y="1679"/>
                </a:cubicBezTo>
                <a:cubicBezTo>
                  <a:pt x="367" y="1716"/>
                  <a:pt x="373" y="1726"/>
                  <a:pt x="366" y="1726"/>
                </a:cubicBezTo>
                <a:cubicBezTo>
                  <a:pt x="360" y="1762"/>
                  <a:pt x="364" y="1763"/>
                  <a:pt x="358" y="1766"/>
                </a:cubicBezTo>
                <a:cubicBezTo>
                  <a:pt x="381" y="1656"/>
                  <a:pt x="382" y="1648"/>
                  <a:pt x="386" y="1643"/>
                </a:cubicBezTo>
                <a:cubicBezTo>
                  <a:pt x="399" y="1610"/>
                  <a:pt x="404" y="1595"/>
                  <a:pt x="408" y="1581"/>
                </a:cubicBezTo>
                <a:cubicBezTo>
                  <a:pt x="436" y="1516"/>
                  <a:pt x="433" y="1505"/>
                  <a:pt x="438" y="1500"/>
                </a:cubicBezTo>
                <a:cubicBezTo>
                  <a:pt x="456" y="1427"/>
                  <a:pt x="459" y="1420"/>
                  <a:pt x="460" y="1411"/>
                </a:cubicBezTo>
                <a:cubicBezTo>
                  <a:pt x="455" y="1378"/>
                  <a:pt x="451" y="1393"/>
                  <a:pt x="453" y="1414"/>
                </a:cubicBezTo>
                <a:cubicBezTo>
                  <a:pt x="442" y="1477"/>
                  <a:pt x="433" y="1477"/>
                  <a:pt x="434" y="1487"/>
                </a:cubicBezTo>
                <a:cubicBezTo>
                  <a:pt x="416" y="1534"/>
                  <a:pt x="415" y="1548"/>
                  <a:pt x="409" y="1559"/>
                </a:cubicBezTo>
                <a:cubicBezTo>
                  <a:pt x="392" y="1598"/>
                  <a:pt x="391" y="1605"/>
                  <a:pt x="388" y="1610"/>
                </a:cubicBezTo>
                <a:cubicBezTo>
                  <a:pt x="380" y="1635"/>
                  <a:pt x="375" y="1638"/>
                  <a:pt x="376" y="1646"/>
                </a:cubicBezTo>
                <a:cubicBezTo>
                  <a:pt x="352" y="1701"/>
                  <a:pt x="360" y="1712"/>
                  <a:pt x="354" y="1711"/>
                </a:cubicBezTo>
                <a:cubicBezTo>
                  <a:pt x="350" y="1730"/>
                  <a:pt x="346" y="1726"/>
                  <a:pt x="345" y="1712"/>
                </a:cubicBezTo>
                <a:cubicBezTo>
                  <a:pt x="355" y="1665"/>
                  <a:pt x="358" y="1665"/>
                  <a:pt x="357" y="1661"/>
                </a:cubicBezTo>
                <a:cubicBezTo>
                  <a:pt x="366" y="1643"/>
                  <a:pt x="363" y="1637"/>
                  <a:pt x="366" y="1636"/>
                </a:cubicBezTo>
                <a:cubicBezTo>
                  <a:pt x="372" y="1617"/>
                  <a:pt x="374" y="1616"/>
                  <a:pt x="373" y="1612"/>
                </a:cubicBezTo>
                <a:cubicBezTo>
                  <a:pt x="395" y="1560"/>
                  <a:pt x="394" y="1553"/>
                  <a:pt x="400" y="1551"/>
                </a:cubicBezTo>
                <a:cubicBezTo>
                  <a:pt x="425" y="1482"/>
                  <a:pt x="427" y="1477"/>
                  <a:pt x="427" y="1470"/>
                </a:cubicBezTo>
                <a:cubicBezTo>
                  <a:pt x="418" y="1498"/>
                  <a:pt x="408" y="1504"/>
                  <a:pt x="408" y="1517"/>
                </a:cubicBezTo>
                <a:cubicBezTo>
                  <a:pt x="377" y="1581"/>
                  <a:pt x="373" y="1584"/>
                  <a:pt x="372" y="1590"/>
                </a:cubicBezTo>
                <a:cubicBezTo>
                  <a:pt x="363" y="1617"/>
                  <a:pt x="360" y="1628"/>
                  <a:pt x="353" y="1637"/>
                </a:cubicBezTo>
                <a:cubicBezTo>
                  <a:pt x="343" y="1676"/>
                  <a:pt x="340" y="1680"/>
                  <a:pt x="341" y="1688"/>
                </a:cubicBezTo>
                <a:cubicBezTo>
                  <a:pt x="338" y="1660"/>
                  <a:pt x="342" y="1652"/>
                  <a:pt x="340" y="1640"/>
                </a:cubicBezTo>
                <a:cubicBezTo>
                  <a:pt x="360" y="1597"/>
                  <a:pt x="360" y="1592"/>
                  <a:pt x="361" y="1588"/>
                </a:cubicBezTo>
                <a:cubicBezTo>
                  <a:pt x="367" y="1561"/>
                  <a:pt x="371" y="1559"/>
                  <a:pt x="371" y="1555"/>
                </a:cubicBezTo>
                <a:cubicBezTo>
                  <a:pt x="390" y="1506"/>
                  <a:pt x="387" y="1494"/>
                  <a:pt x="393" y="1490"/>
                </a:cubicBezTo>
                <a:cubicBezTo>
                  <a:pt x="403" y="1419"/>
                  <a:pt x="403" y="1406"/>
                  <a:pt x="402" y="1393"/>
                </a:cubicBezTo>
                <a:cubicBezTo>
                  <a:pt x="393" y="1354"/>
                  <a:pt x="388" y="1352"/>
                  <a:pt x="389" y="1344"/>
                </a:cubicBezTo>
                <a:cubicBezTo>
                  <a:pt x="382" y="1350"/>
                  <a:pt x="386" y="1352"/>
                  <a:pt x="388" y="1357"/>
                </a:cubicBezTo>
                <a:cubicBezTo>
                  <a:pt x="396" y="1435"/>
                  <a:pt x="396" y="1441"/>
                  <a:pt x="397" y="1446"/>
                </a:cubicBezTo>
                <a:cubicBezTo>
                  <a:pt x="389" y="1476"/>
                  <a:pt x="385" y="1481"/>
                  <a:pt x="384" y="1491"/>
                </a:cubicBezTo>
                <a:cubicBezTo>
                  <a:pt x="358" y="1561"/>
                  <a:pt x="358" y="1571"/>
                  <a:pt x="356" y="1578"/>
                </a:cubicBezTo>
                <a:cubicBezTo>
                  <a:pt x="341" y="1628"/>
                  <a:pt x="334" y="1627"/>
                  <a:pt x="335" y="1634"/>
                </a:cubicBezTo>
                <a:cubicBezTo>
                  <a:pt x="324" y="1665"/>
                  <a:pt x="328" y="1674"/>
                  <a:pt x="321" y="1674"/>
                </a:cubicBezTo>
                <a:cubicBezTo>
                  <a:pt x="334" y="1588"/>
                  <a:pt x="337" y="1580"/>
                  <a:pt x="340" y="1570"/>
                </a:cubicBezTo>
                <a:cubicBezTo>
                  <a:pt x="350" y="1541"/>
                  <a:pt x="350" y="1536"/>
                  <a:pt x="350" y="1530"/>
                </a:cubicBezTo>
                <a:cubicBezTo>
                  <a:pt x="360" y="1499"/>
                  <a:pt x="364" y="1497"/>
                  <a:pt x="363" y="1490"/>
                </a:cubicBezTo>
                <a:cubicBezTo>
                  <a:pt x="370" y="1438"/>
                  <a:pt x="375" y="1420"/>
                  <a:pt x="376" y="1397"/>
                </a:cubicBezTo>
                <a:cubicBezTo>
                  <a:pt x="365" y="1320"/>
                  <a:pt x="368" y="1312"/>
                  <a:pt x="363" y="1313"/>
                </a:cubicBezTo>
                <a:cubicBezTo>
                  <a:pt x="362" y="1332"/>
                  <a:pt x="366" y="1343"/>
                  <a:pt x="368" y="1356"/>
                </a:cubicBezTo>
                <a:cubicBezTo>
                  <a:pt x="367" y="1417"/>
                  <a:pt x="365" y="1421"/>
                  <a:pt x="365" y="1426"/>
                </a:cubicBezTo>
                <a:cubicBezTo>
                  <a:pt x="359" y="1455"/>
                  <a:pt x="363" y="1465"/>
                  <a:pt x="359" y="1466"/>
                </a:cubicBezTo>
                <a:cubicBezTo>
                  <a:pt x="340" y="1539"/>
                  <a:pt x="336" y="1559"/>
                  <a:pt x="329" y="1575"/>
                </a:cubicBezTo>
                <a:cubicBezTo>
                  <a:pt x="313" y="1626"/>
                  <a:pt x="312" y="1623"/>
                  <a:pt x="315" y="1622"/>
                </a:cubicBezTo>
                <a:cubicBezTo>
                  <a:pt x="321" y="1588"/>
                  <a:pt x="322" y="1576"/>
                  <a:pt x="324" y="1565"/>
                </a:cubicBezTo>
                <a:cubicBezTo>
                  <a:pt x="337" y="1477"/>
                  <a:pt x="342" y="1476"/>
                  <a:pt x="341" y="1469"/>
                </a:cubicBezTo>
                <a:cubicBezTo>
                  <a:pt x="333" y="1317"/>
                  <a:pt x="332" y="1308"/>
                  <a:pt x="330" y="1302"/>
                </a:cubicBezTo>
                <a:cubicBezTo>
                  <a:pt x="318" y="1275"/>
                  <a:pt x="315" y="1268"/>
                  <a:pt x="311" y="1262"/>
                </a:cubicBezTo>
                <a:cubicBezTo>
                  <a:pt x="305" y="1258"/>
                  <a:pt x="310" y="1270"/>
                  <a:pt x="317" y="1281"/>
                </a:cubicBezTo>
                <a:cubicBezTo>
                  <a:pt x="326" y="1312"/>
                  <a:pt x="326" y="1314"/>
                  <a:pt x="328" y="1315"/>
                </a:cubicBezTo>
                <a:cubicBezTo>
                  <a:pt x="329" y="1333"/>
                  <a:pt x="332" y="1343"/>
                  <a:pt x="333" y="1356"/>
                </a:cubicBezTo>
                <a:cubicBezTo>
                  <a:pt x="330" y="1464"/>
                  <a:pt x="334" y="1471"/>
                  <a:pt x="331" y="1472"/>
                </a:cubicBezTo>
                <a:cubicBezTo>
                  <a:pt x="326" y="1497"/>
                  <a:pt x="326" y="1501"/>
                  <a:pt x="326" y="1506"/>
                </a:cubicBezTo>
                <a:cubicBezTo>
                  <a:pt x="320" y="1533"/>
                  <a:pt x="322" y="1543"/>
                  <a:pt x="316" y="1548"/>
                </a:cubicBezTo>
                <a:cubicBezTo>
                  <a:pt x="325" y="1483"/>
                  <a:pt x="324" y="1478"/>
                  <a:pt x="326" y="1475"/>
                </a:cubicBezTo>
                <a:cubicBezTo>
                  <a:pt x="318" y="1352"/>
                  <a:pt x="312" y="1331"/>
                  <a:pt x="308" y="1301"/>
                </a:cubicBezTo>
                <a:cubicBezTo>
                  <a:pt x="295" y="1275"/>
                  <a:pt x="294" y="1264"/>
                  <a:pt x="289" y="1259"/>
                </a:cubicBezTo>
                <a:cubicBezTo>
                  <a:pt x="267" y="1237"/>
                  <a:pt x="279" y="1241"/>
                  <a:pt x="283" y="1255"/>
                </a:cubicBezTo>
                <a:cubicBezTo>
                  <a:pt x="295" y="1285"/>
                  <a:pt x="296" y="1289"/>
                  <a:pt x="298" y="1291"/>
                </a:cubicBezTo>
                <a:cubicBezTo>
                  <a:pt x="309" y="1335"/>
                  <a:pt x="306" y="1343"/>
                  <a:pt x="311" y="1343"/>
                </a:cubicBezTo>
                <a:cubicBezTo>
                  <a:pt x="317" y="1393"/>
                  <a:pt x="320" y="1396"/>
                  <a:pt x="319" y="1403"/>
                </a:cubicBezTo>
                <a:cubicBezTo>
                  <a:pt x="315" y="1486"/>
                  <a:pt x="316" y="1486"/>
                  <a:pt x="314" y="1491"/>
                </a:cubicBezTo>
                <a:cubicBezTo>
                  <a:pt x="313" y="1523"/>
                  <a:pt x="307" y="1531"/>
                  <a:pt x="307" y="1544"/>
                </a:cubicBezTo>
                <a:cubicBezTo>
                  <a:pt x="291" y="1555"/>
                  <a:pt x="301" y="1540"/>
                  <a:pt x="301" y="1520"/>
                </a:cubicBezTo>
                <a:cubicBezTo>
                  <a:pt x="300" y="1371"/>
                  <a:pt x="298" y="1365"/>
                  <a:pt x="298" y="1357"/>
                </a:cubicBezTo>
                <a:cubicBezTo>
                  <a:pt x="292" y="1333"/>
                  <a:pt x="291" y="1319"/>
                  <a:pt x="286" y="1307"/>
                </a:cubicBezTo>
                <a:cubicBezTo>
                  <a:pt x="262" y="1254"/>
                  <a:pt x="263" y="1243"/>
                  <a:pt x="258" y="1242"/>
                </a:cubicBezTo>
                <a:cubicBezTo>
                  <a:pt x="286" y="1321"/>
                  <a:pt x="285" y="1331"/>
                  <a:pt x="288" y="1336"/>
                </a:cubicBezTo>
                <a:cubicBezTo>
                  <a:pt x="293" y="1366"/>
                  <a:pt x="296" y="1381"/>
                  <a:pt x="297" y="1398"/>
                </a:cubicBezTo>
                <a:cubicBezTo>
                  <a:pt x="299" y="1489"/>
                  <a:pt x="294" y="1492"/>
                  <a:pt x="295" y="1499"/>
                </a:cubicBezTo>
                <a:cubicBezTo>
                  <a:pt x="290" y="1445"/>
                  <a:pt x="287" y="1444"/>
                  <a:pt x="287" y="1441"/>
                </a:cubicBezTo>
                <a:cubicBezTo>
                  <a:pt x="283" y="1415"/>
                  <a:pt x="287" y="1416"/>
                  <a:pt x="283" y="1412"/>
                </a:cubicBezTo>
                <a:cubicBezTo>
                  <a:pt x="269" y="1353"/>
                  <a:pt x="262" y="1342"/>
                  <a:pt x="259" y="1327"/>
                </a:cubicBezTo>
                <a:cubicBezTo>
                  <a:pt x="234" y="1272"/>
                  <a:pt x="238" y="1259"/>
                  <a:pt x="228" y="1261"/>
                </a:cubicBezTo>
                <a:cubicBezTo>
                  <a:pt x="239" y="1279"/>
                  <a:pt x="239" y="1288"/>
                  <a:pt x="244" y="1293"/>
                </a:cubicBezTo>
                <a:cubicBezTo>
                  <a:pt x="270" y="1419"/>
                  <a:pt x="279" y="1422"/>
                  <a:pt x="277" y="1426"/>
                </a:cubicBezTo>
                <a:cubicBezTo>
                  <a:pt x="278" y="1456"/>
                  <a:pt x="282" y="1465"/>
                  <a:pt x="278" y="1465"/>
                </a:cubicBezTo>
                <a:cubicBezTo>
                  <a:pt x="250" y="1385"/>
                  <a:pt x="252" y="1374"/>
                  <a:pt x="247" y="1371"/>
                </a:cubicBezTo>
                <a:cubicBezTo>
                  <a:pt x="231" y="1330"/>
                  <a:pt x="231" y="1320"/>
                  <a:pt x="224" y="1320"/>
                </a:cubicBezTo>
                <a:cubicBezTo>
                  <a:pt x="253" y="1397"/>
                  <a:pt x="257" y="1421"/>
                  <a:pt x="265" y="1440"/>
                </a:cubicBezTo>
                <a:cubicBezTo>
                  <a:pt x="281" y="1531"/>
                  <a:pt x="286" y="1534"/>
                  <a:pt x="285" y="1543"/>
                </a:cubicBezTo>
                <a:cubicBezTo>
                  <a:pt x="284" y="1556"/>
                  <a:pt x="280" y="1549"/>
                  <a:pt x="281" y="1537"/>
                </a:cubicBezTo>
                <a:cubicBezTo>
                  <a:pt x="247" y="1462"/>
                  <a:pt x="249" y="1450"/>
                  <a:pt x="244" y="1448"/>
                </a:cubicBezTo>
                <a:cubicBezTo>
                  <a:pt x="221" y="1375"/>
                  <a:pt x="214" y="1365"/>
                  <a:pt x="211" y="1352"/>
                </a:cubicBezTo>
                <a:cubicBezTo>
                  <a:pt x="195" y="1325"/>
                  <a:pt x="197" y="1318"/>
                  <a:pt x="193" y="1318"/>
                </a:cubicBezTo>
                <a:cubicBezTo>
                  <a:pt x="167" y="1263"/>
                  <a:pt x="166" y="1260"/>
                  <a:pt x="163" y="1259"/>
                </a:cubicBezTo>
                <a:cubicBezTo>
                  <a:pt x="165" y="1272"/>
                  <a:pt x="172" y="1286"/>
                  <a:pt x="179" y="1300"/>
                </a:cubicBezTo>
                <a:cubicBezTo>
                  <a:pt x="191" y="1329"/>
                  <a:pt x="195" y="1335"/>
                  <a:pt x="199" y="1342"/>
                </a:cubicBezTo>
                <a:cubicBezTo>
                  <a:pt x="226" y="1428"/>
                  <a:pt x="232" y="1438"/>
                  <a:pt x="235" y="1451"/>
                </a:cubicBezTo>
                <a:cubicBezTo>
                  <a:pt x="247" y="1477"/>
                  <a:pt x="248" y="1489"/>
                  <a:pt x="244" y="1487"/>
                </a:cubicBezTo>
                <a:cubicBezTo>
                  <a:pt x="228" y="1464"/>
                  <a:pt x="227" y="1461"/>
                  <a:pt x="227" y="1456"/>
                </a:cubicBezTo>
                <a:cubicBezTo>
                  <a:pt x="203" y="1423"/>
                  <a:pt x="201" y="1417"/>
                  <a:pt x="195" y="1414"/>
                </a:cubicBezTo>
                <a:cubicBezTo>
                  <a:pt x="155" y="1347"/>
                  <a:pt x="145" y="1324"/>
                  <a:pt x="133" y="1303"/>
                </a:cubicBezTo>
                <a:cubicBezTo>
                  <a:pt x="109" y="1262"/>
                  <a:pt x="115" y="1250"/>
                  <a:pt x="110" y="1252"/>
                </a:cubicBezTo>
                <a:cubicBezTo>
                  <a:pt x="109" y="1242"/>
                  <a:pt x="105" y="1259"/>
                  <a:pt x="113" y="1263"/>
                </a:cubicBezTo>
                <a:cubicBezTo>
                  <a:pt x="127" y="1300"/>
                  <a:pt x="126" y="1302"/>
                  <a:pt x="126" y="1303"/>
                </a:cubicBezTo>
                <a:cubicBezTo>
                  <a:pt x="141" y="1331"/>
                  <a:pt x="144" y="1335"/>
                  <a:pt x="146" y="1339"/>
                </a:cubicBezTo>
                <a:cubicBezTo>
                  <a:pt x="190" y="1424"/>
                  <a:pt x="196" y="1426"/>
                  <a:pt x="197" y="1434"/>
                </a:cubicBezTo>
                <a:cubicBezTo>
                  <a:pt x="210" y="1458"/>
                  <a:pt x="220" y="1459"/>
                  <a:pt x="214" y="1461"/>
                </a:cubicBezTo>
                <a:cubicBezTo>
                  <a:pt x="187" y="1433"/>
                  <a:pt x="186" y="1419"/>
                  <a:pt x="176" y="1416"/>
                </a:cubicBezTo>
                <a:cubicBezTo>
                  <a:pt x="141" y="1351"/>
                  <a:pt x="132" y="1347"/>
                  <a:pt x="131" y="1333"/>
                </a:cubicBezTo>
                <a:cubicBezTo>
                  <a:pt x="111" y="1296"/>
                  <a:pt x="107" y="1286"/>
                  <a:pt x="103" y="1276"/>
                </a:cubicBezTo>
                <a:cubicBezTo>
                  <a:pt x="91" y="1264"/>
                  <a:pt x="97" y="1277"/>
                  <a:pt x="102" y="1292"/>
                </a:cubicBezTo>
                <a:cubicBezTo>
                  <a:pt x="114" y="1318"/>
                  <a:pt x="118" y="1323"/>
                  <a:pt x="120" y="1332"/>
                </a:cubicBezTo>
                <a:cubicBezTo>
                  <a:pt x="155" y="1393"/>
                  <a:pt x="155" y="1404"/>
                  <a:pt x="162" y="1406"/>
                </a:cubicBezTo>
                <a:cubicBezTo>
                  <a:pt x="199" y="1459"/>
                  <a:pt x="201" y="1462"/>
                  <a:pt x="201" y="1466"/>
                </a:cubicBezTo>
                <a:cubicBezTo>
                  <a:pt x="226" y="1495"/>
                  <a:pt x="229" y="1501"/>
                  <a:pt x="233" y="1508"/>
                </a:cubicBezTo>
                <a:cubicBezTo>
                  <a:pt x="258" y="1549"/>
                  <a:pt x="262" y="1552"/>
                  <a:pt x="264" y="1556"/>
                </a:cubicBezTo>
                <a:cubicBezTo>
                  <a:pt x="275" y="1581"/>
                  <a:pt x="279" y="1585"/>
                  <a:pt x="280" y="1594"/>
                </a:cubicBezTo>
                <a:cubicBezTo>
                  <a:pt x="252" y="1560"/>
                  <a:pt x="253" y="1550"/>
                  <a:pt x="246" y="1548"/>
                </a:cubicBezTo>
                <a:cubicBezTo>
                  <a:pt x="206" y="1500"/>
                  <a:pt x="201" y="1497"/>
                  <a:pt x="199" y="1490"/>
                </a:cubicBezTo>
                <a:cubicBezTo>
                  <a:pt x="157" y="1432"/>
                  <a:pt x="148" y="1422"/>
                  <a:pt x="143" y="1409"/>
                </a:cubicBezTo>
                <a:cubicBezTo>
                  <a:pt x="131" y="1385"/>
                  <a:pt x="125" y="1383"/>
                  <a:pt x="125" y="1373"/>
                </a:cubicBezTo>
                <a:cubicBezTo>
                  <a:pt x="105" y="1330"/>
                  <a:pt x="100" y="1329"/>
                  <a:pt x="101" y="1320"/>
                </a:cubicBezTo>
                <a:cubicBezTo>
                  <a:pt x="102" y="1331"/>
                  <a:pt x="100" y="1339"/>
                  <a:pt x="103" y="1340"/>
                </a:cubicBezTo>
                <a:cubicBezTo>
                  <a:pt x="110" y="1364"/>
                  <a:pt x="115" y="1363"/>
                  <a:pt x="114" y="1370"/>
                </a:cubicBezTo>
                <a:cubicBezTo>
                  <a:pt x="137" y="1408"/>
                  <a:pt x="136" y="1419"/>
                  <a:pt x="141" y="1422"/>
                </a:cubicBezTo>
                <a:cubicBezTo>
                  <a:pt x="156" y="1453"/>
                  <a:pt x="166" y="1461"/>
                  <a:pt x="173" y="1473"/>
                </a:cubicBezTo>
                <a:cubicBezTo>
                  <a:pt x="189" y="1492"/>
                  <a:pt x="192" y="1499"/>
                  <a:pt x="195" y="1504"/>
                </a:cubicBezTo>
                <a:cubicBezTo>
                  <a:pt x="213" y="1516"/>
                  <a:pt x="212" y="1522"/>
                  <a:pt x="214" y="1524"/>
                </a:cubicBezTo>
                <a:cubicBezTo>
                  <a:pt x="255" y="1589"/>
                  <a:pt x="252" y="1574"/>
                  <a:pt x="239" y="1568"/>
                </a:cubicBezTo>
                <a:cubicBezTo>
                  <a:pt x="221" y="1541"/>
                  <a:pt x="214" y="1544"/>
                  <a:pt x="215" y="1537"/>
                </a:cubicBezTo>
                <a:cubicBezTo>
                  <a:pt x="180" y="1500"/>
                  <a:pt x="179" y="1495"/>
                  <a:pt x="175" y="1494"/>
                </a:cubicBezTo>
                <a:cubicBezTo>
                  <a:pt x="146" y="1459"/>
                  <a:pt x="144" y="1451"/>
                  <a:pt x="139" y="1447"/>
                </a:cubicBezTo>
                <a:cubicBezTo>
                  <a:pt x="94" y="1374"/>
                  <a:pt x="93" y="1370"/>
                  <a:pt x="90" y="1369"/>
                </a:cubicBezTo>
                <a:cubicBezTo>
                  <a:pt x="78" y="1346"/>
                  <a:pt x="78" y="1341"/>
                  <a:pt x="74" y="1340"/>
                </a:cubicBezTo>
                <a:cubicBezTo>
                  <a:pt x="93" y="1394"/>
                  <a:pt x="106" y="1399"/>
                  <a:pt x="108" y="1416"/>
                </a:cubicBezTo>
                <a:cubicBezTo>
                  <a:pt x="134" y="1452"/>
                  <a:pt x="138" y="1456"/>
                  <a:pt x="140" y="1464"/>
                </a:cubicBezTo>
                <a:cubicBezTo>
                  <a:pt x="169" y="1499"/>
                  <a:pt x="172" y="1505"/>
                  <a:pt x="176" y="1510"/>
                </a:cubicBezTo>
                <a:cubicBezTo>
                  <a:pt x="257" y="1606"/>
                  <a:pt x="266" y="1609"/>
                  <a:pt x="269" y="1619"/>
                </a:cubicBezTo>
                <a:cubicBezTo>
                  <a:pt x="296" y="1654"/>
                  <a:pt x="301" y="1655"/>
                  <a:pt x="300" y="1663"/>
                </a:cubicBezTo>
                <a:cubicBezTo>
                  <a:pt x="312" y="1683"/>
                  <a:pt x="316" y="1685"/>
                  <a:pt x="313" y="1686"/>
                </a:cubicBezTo>
                <a:cubicBezTo>
                  <a:pt x="294" y="1663"/>
                  <a:pt x="292" y="1654"/>
                  <a:pt x="286" y="1648"/>
                </a:cubicBezTo>
                <a:cubicBezTo>
                  <a:pt x="254" y="1611"/>
                  <a:pt x="253" y="1608"/>
                  <a:pt x="250" y="1605"/>
                </a:cubicBezTo>
                <a:cubicBezTo>
                  <a:pt x="221" y="1575"/>
                  <a:pt x="218" y="1567"/>
                  <a:pt x="210" y="1564"/>
                </a:cubicBezTo>
                <a:cubicBezTo>
                  <a:pt x="184" y="1536"/>
                  <a:pt x="174" y="1525"/>
                  <a:pt x="165" y="1512"/>
                </a:cubicBezTo>
                <a:cubicBezTo>
                  <a:pt x="129" y="1461"/>
                  <a:pt x="115" y="1454"/>
                  <a:pt x="110" y="1438"/>
                </a:cubicBezTo>
                <a:cubicBezTo>
                  <a:pt x="87" y="1406"/>
                  <a:pt x="88" y="1398"/>
                  <a:pt x="83" y="1398"/>
                </a:cubicBezTo>
                <a:cubicBezTo>
                  <a:pt x="103" y="1435"/>
                  <a:pt x="106" y="1446"/>
                  <a:pt x="113" y="1453"/>
                </a:cubicBezTo>
                <a:cubicBezTo>
                  <a:pt x="161" y="1516"/>
                  <a:pt x="160" y="1524"/>
                  <a:pt x="166" y="1526"/>
                </a:cubicBezTo>
                <a:cubicBezTo>
                  <a:pt x="208" y="1573"/>
                  <a:pt x="213" y="1575"/>
                  <a:pt x="214" y="1581"/>
                </a:cubicBezTo>
                <a:cubicBezTo>
                  <a:pt x="228" y="1594"/>
                  <a:pt x="228" y="1599"/>
                  <a:pt x="233" y="1600"/>
                </a:cubicBezTo>
                <a:cubicBezTo>
                  <a:pt x="258" y="1636"/>
                  <a:pt x="268" y="1637"/>
                  <a:pt x="271" y="1645"/>
                </a:cubicBezTo>
                <a:cubicBezTo>
                  <a:pt x="283" y="1662"/>
                  <a:pt x="286" y="1663"/>
                  <a:pt x="283" y="1664"/>
                </a:cubicBezTo>
                <a:cubicBezTo>
                  <a:pt x="266" y="1645"/>
                  <a:pt x="264" y="1642"/>
                  <a:pt x="262" y="1639"/>
                </a:cubicBezTo>
                <a:cubicBezTo>
                  <a:pt x="243" y="1618"/>
                  <a:pt x="229" y="1611"/>
                  <a:pt x="221" y="1596"/>
                </a:cubicBezTo>
                <a:cubicBezTo>
                  <a:pt x="199" y="1583"/>
                  <a:pt x="200" y="1572"/>
                  <a:pt x="191" y="1572"/>
                </a:cubicBezTo>
                <a:cubicBezTo>
                  <a:pt x="170" y="1549"/>
                  <a:pt x="170" y="1543"/>
                  <a:pt x="165" y="1543"/>
                </a:cubicBezTo>
                <a:cubicBezTo>
                  <a:pt x="111" y="1476"/>
                  <a:pt x="109" y="1469"/>
                  <a:pt x="103" y="1467"/>
                </a:cubicBezTo>
                <a:cubicBezTo>
                  <a:pt x="65" y="1409"/>
                  <a:pt x="64" y="1401"/>
                  <a:pt x="61" y="1395"/>
                </a:cubicBezTo>
                <a:cubicBezTo>
                  <a:pt x="44" y="1364"/>
                  <a:pt x="47" y="1355"/>
                  <a:pt x="43" y="1355"/>
                </a:cubicBezTo>
                <a:cubicBezTo>
                  <a:pt x="34" y="1346"/>
                  <a:pt x="41" y="1361"/>
                  <a:pt x="42" y="1375"/>
                </a:cubicBezTo>
                <a:cubicBezTo>
                  <a:pt x="70" y="1427"/>
                  <a:pt x="76" y="1441"/>
                  <a:pt x="84" y="1453"/>
                </a:cubicBezTo>
                <a:cubicBezTo>
                  <a:pt x="119" y="1498"/>
                  <a:pt x="126" y="1512"/>
                  <a:pt x="137" y="1521"/>
                </a:cubicBezTo>
                <a:cubicBezTo>
                  <a:pt x="155" y="1543"/>
                  <a:pt x="158" y="1549"/>
                  <a:pt x="164" y="1554"/>
                </a:cubicBezTo>
                <a:cubicBezTo>
                  <a:pt x="202" y="1593"/>
                  <a:pt x="206" y="1594"/>
                  <a:pt x="206" y="1599"/>
                </a:cubicBezTo>
                <a:cubicBezTo>
                  <a:pt x="242" y="1635"/>
                  <a:pt x="249" y="1638"/>
                  <a:pt x="253" y="1644"/>
                </a:cubicBezTo>
                <a:cubicBezTo>
                  <a:pt x="322" y="1730"/>
                  <a:pt x="324" y="1732"/>
                  <a:pt x="327" y="1733"/>
                </a:cubicBezTo>
                <a:cubicBezTo>
                  <a:pt x="330" y="1757"/>
                  <a:pt x="328" y="1750"/>
                  <a:pt x="324" y="1746"/>
                </a:cubicBezTo>
                <a:cubicBezTo>
                  <a:pt x="297" y="1716"/>
                  <a:pt x="292" y="1714"/>
                  <a:pt x="290" y="1707"/>
                </a:cubicBezTo>
                <a:cubicBezTo>
                  <a:pt x="252" y="1673"/>
                  <a:pt x="244" y="1674"/>
                  <a:pt x="244" y="1667"/>
                </a:cubicBezTo>
                <a:cubicBezTo>
                  <a:pt x="222" y="1653"/>
                  <a:pt x="223" y="1647"/>
                  <a:pt x="218" y="1649"/>
                </a:cubicBezTo>
                <a:cubicBezTo>
                  <a:pt x="180" y="1612"/>
                  <a:pt x="177" y="1606"/>
                  <a:pt x="172" y="1604"/>
                </a:cubicBezTo>
                <a:cubicBezTo>
                  <a:pt x="145" y="1572"/>
                  <a:pt x="138" y="1572"/>
                  <a:pt x="136" y="1565"/>
                </a:cubicBezTo>
                <a:cubicBezTo>
                  <a:pt x="94" y="1522"/>
                  <a:pt x="94" y="1514"/>
                  <a:pt x="89" y="1511"/>
                </a:cubicBezTo>
                <a:cubicBezTo>
                  <a:pt x="53" y="1462"/>
                  <a:pt x="51" y="1455"/>
                  <a:pt x="47" y="1451"/>
                </a:cubicBezTo>
                <a:cubicBezTo>
                  <a:pt x="19" y="1397"/>
                  <a:pt x="20" y="1392"/>
                  <a:pt x="17" y="1392"/>
                </a:cubicBezTo>
                <a:cubicBezTo>
                  <a:pt x="29" y="1432"/>
                  <a:pt x="32" y="1437"/>
                  <a:pt x="36" y="1441"/>
                </a:cubicBezTo>
                <a:cubicBezTo>
                  <a:pt x="55" y="1476"/>
                  <a:pt x="57" y="1482"/>
                  <a:pt x="63" y="1485"/>
                </a:cubicBezTo>
                <a:cubicBezTo>
                  <a:pt x="82" y="1520"/>
                  <a:pt x="91" y="1517"/>
                  <a:pt x="90" y="1527"/>
                </a:cubicBezTo>
                <a:cubicBezTo>
                  <a:pt x="130" y="1572"/>
                  <a:pt x="136" y="1582"/>
                  <a:pt x="144" y="1588"/>
                </a:cubicBezTo>
                <a:cubicBezTo>
                  <a:pt x="165" y="1605"/>
                  <a:pt x="163" y="1612"/>
                  <a:pt x="168" y="1611"/>
                </a:cubicBezTo>
                <a:cubicBezTo>
                  <a:pt x="192" y="1640"/>
                  <a:pt x="200" y="1639"/>
                  <a:pt x="201" y="1645"/>
                </a:cubicBezTo>
                <a:cubicBezTo>
                  <a:pt x="223" y="1662"/>
                  <a:pt x="231" y="1669"/>
                  <a:pt x="240" y="1676"/>
                </a:cubicBezTo>
                <a:cubicBezTo>
                  <a:pt x="282" y="1709"/>
                  <a:pt x="293" y="1729"/>
                  <a:pt x="308" y="1745"/>
                </a:cubicBezTo>
                <a:cubicBezTo>
                  <a:pt x="341" y="1789"/>
                  <a:pt x="348" y="1789"/>
                  <a:pt x="347" y="1799"/>
                </a:cubicBezTo>
                <a:cubicBezTo>
                  <a:pt x="249" y="1714"/>
                  <a:pt x="242" y="1702"/>
                  <a:pt x="229" y="1698"/>
                </a:cubicBezTo>
                <a:cubicBezTo>
                  <a:pt x="213" y="1681"/>
                  <a:pt x="209" y="1680"/>
                  <a:pt x="205" y="1680"/>
                </a:cubicBezTo>
                <a:cubicBezTo>
                  <a:pt x="183" y="1658"/>
                  <a:pt x="175" y="1658"/>
                  <a:pt x="175" y="1649"/>
                </a:cubicBezTo>
                <a:cubicBezTo>
                  <a:pt x="144" y="1629"/>
                  <a:pt x="144" y="1625"/>
                  <a:pt x="142" y="1623"/>
                </a:cubicBezTo>
                <a:cubicBezTo>
                  <a:pt x="119" y="1604"/>
                  <a:pt x="115" y="1600"/>
                  <a:pt x="112" y="1595"/>
                </a:cubicBezTo>
                <a:cubicBezTo>
                  <a:pt x="70" y="1551"/>
                  <a:pt x="64" y="1541"/>
                  <a:pt x="55" y="1533"/>
                </a:cubicBezTo>
                <a:cubicBezTo>
                  <a:pt x="43" y="1512"/>
                  <a:pt x="39" y="1508"/>
                  <a:pt x="36" y="1504"/>
                </a:cubicBezTo>
                <a:cubicBezTo>
                  <a:pt x="13" y="1470"/>
                  <a:pt x="12" y="1464"/>
                  <a:pt x="9" y="1460"/>
                </a:cubicBezTo>
                <a:cubicBezTo>
                  <a:pt x="0" y="1445"/>
                  <a:pt x="0" y="1449"/>
                  <a:pt x="0" y="1452"/>
                </a:cubicBezTo>
                <a:cubicBezTo>
                  <a:pt x="16" y="1485"/>
                  <a:pt x="21" y="1494"/>
                  <a:pt x="29" y="1500"/>
                </a:cubicBezTo>
                <a:cubicBezTo>
                  <a:pt x="68" y="1562"/>
                  <a:pt x="77" y="1567"/>
                  <a:pt x="80" y="1577"/>
                </a:cubicBezTo>
                <a:cubicBezTo>
                  <a:pt x="100" y="1594"/>
                  <a:pt x="101" y="1597"/>
                  <a:pt x="103" y="1598"/>
                </a:cubicBezTo>
                <a:cubicBezTo>
                  <a:pt x="135" y="1634"/>
                  <a:pt x="140" y="1632"/>
                  <a:pt x="139" y="1637"/>
                </a:cubicBezTo>
                <a:cubicBezTo>
                  <a:pt x="163" y="1650"/>
                  <a:pt x="163" y="1658"/>
                  <a:pt x="167" y="1661"/>
                </a:cubicBezTo>
                <a:cubicBezTo>
                  <a:pt x="193" y="1681"/>
                  <a:pt x="195" y="1682"/>
                  <a:pt x="197" y="1683"/>
                </a:cubicBezTo>
                <a:cubicBezTo>
                  <a:pt x="215" y="1700"/>
                  <a:pt x="218" y="1698"/>
                  <a:pt x="220" y="1699"/>
                </a:cubicBezTo>
                <a:cubicBezTo>
                  <a:pt x="230" y="1711"/>
                  <a:pt x="236" y="1712"/>
                  <a:pt x="239" y="1717"/>
                </a:cubicBezTo>
                <a:cubicBezTo>
                  <a:pt x="267" y="1736"/>
                  <a:pt x="274" y="1737"/>
                  <a:pt x="275" y="1743"/>
                </a:cubicBezTo>
                <a:cubicBezTo>
                  <a:pt x="302" y="1765"/>
                  <a:pt x="308" y="1766"/>
                  <a:pt x="310" y="1771"/>
                </a:cubicBezTo>
                <a:cubicBezTo>
                  <a:pt x="349" y="1821"/>
                  <a:pt x="357" y="1823"/>
                  <a:pt x="356" y="1836"/>
                </a:cubicBezTo>
                <a:cubicBezTo>
                  <a:pt x="331" y="1813"/>
                  <a:pt x="332" y="1805"/>
                  <a:pt x="326" y="1805"/>
                </a:cubicBezTo>
                <a:cubicBezTo>
                  <a:pt x="304" y="1782"/>
                  <a:pt x="298" y="1782"/>
                  <a:pt x="295" y="1779"/>
                </a:cubicBezTo>
                <a:cubicBezTo>
                  <a:pt x="282" y="1769"/>
                  <a:pt x="279" y="1766"/>
                  <a:pt x="277" y="1763"/>
                </a:cubicBezTo>
                <a:cubicBezTo>
                  <a:pt x="241" y="1743"/>
                  <a:pt x="238" y="1740"/>
                  <a:pt x="234" y="1739"/>
                </a:cubicBezTo>
                <a:cubicBezTo>
                  <a:pt x="227" y="1734"/>
                  <a:pt x="224" y="1735"/>
                  <a:pt x="222" y="1734"/>
                </a:cubicBezTo>
                <a:cubicBezTo>
                  <a:pt x="198" y="1718"/>
                  <a:pt x="195" y="1713"/>
                  <a:pt x="190" y="1714"/>
                </a:cubicBezTo>
                <a:cubicBezTo>
                  <a:pt x="156" y="1694"/>
                  <a:pt x="153" y="1694"/>
                  <a:pt x="154" y="1690"/>
                </a:cubicBezTo>
                <a:cubicBezTo>
                  <a:pt x="95" y="1661"/>
                  <a:pt x="89" y="1655"/>
                  <a:pt x="79" y="1654"/>
                </a:cubicBezTo>
                <a:cubicBezTo>
                  <a:pt x="34" y="1618"/>
                  <a:pt x="28" y="1612"/>
                  <a:pt x="21" y="1608"/>
                </a:cubicBezTo>
                <a:cubicBezTo>
                  <a:pt x="0" y="1597"/>
                  <a:pt x="0" y="1597"/>
                  <a:pt x="0" y="1597"/>
                </a:cubicBezTo>
                <a:cubicBezTo>
                  <a:pt x="18" y="1610"/>
                  <a:pt x="17" y="1616"/>
                  <a:pt x="22" y="1614"/>
                </a:cubicBezTo>
                <a:cubicBezTo>
                  <a:pt x="41" y="1634"/>
                  <a:pt x="43" y="1635"/>
                  <a:pt x="43" y="1639"/>
                </a:cubicBezTo>
                <a:cubicBezTo>
                  <a:pt x="69" y="1655"/>
                  <a:pt x="73" y="1658"/>
                  <a:pt x="77" y="1661"/>
                </a:cubicBezTo>
                <a:cubicBezTo>
                  <a:pt x="131" y="1690"/>
                  <a:pt x="139" y="1698"/>
                  <a:pt x="152" y="1699"/>
                </a:cubicBezTo>
                <a:cubicBezTo>
                  <a:pt x="190" y="1724"/>
                  <a:pt x="194" y="1728"/>
                  <a:pt x="200" y="1731"/>
                </a:cubicBezTo>
                <a:cubicBezTo>
                  <a:pt x="224" y="1743"/>
                  <a:pt x="229" y="1747"/>
                  <a:pt x="234" y="1750"/>
                </a:cubicBezTo>
                <a:cubicBezTo>
                  <a:pt x="259" y="1762"/>
                  <a:pt x="260" y="1770"/>
                  <a:pt x="266" y="1772"/>
                </a:cubicBezTo>
                <a:cubicBezTo>
                  <a:pt x="291" y="1792"/>
                  <a:pt x="302" y="1798"/>
                  <a:pt x="312" y="1804"/>
                </a:cubicBezTo>
                <a:cubicBezTo>
                  <a:pt x="330" y="1828"/>
                  <a:pt x="336" y="1826"/>
                  <a:pt x="338" y="1828"/>
                </a:cubicBezTo>
                <a:cubicBezTo>
                  <a:pt x="352" y="1850"/>
                  <a:pt x="358" y="1852"/>
                  <a:pt x="360" y="1859"/>
                </a:cubicBezTo>
                <a:cubicBezTo>
                  <a:pt x="343" y="1847"/>
                  <a:pt x="340" y="1848"/>
                  <a:pt x="340" y="1848"/>
                </a:cubicBezTo>
                <a:cubicBezTo>
                  <a:pt x="301" y="1820"/>
                  <a:pt x="296" y="1817"/>
                  <a:pt x="291" y="1812"/>
                </a:cubicBezTo>
                <a:cubicBezTo>
                  <a:pt x="261" y="1797"/>
                  <a:pt x="258" y="1795"/>
                  <a:pt x="255" y="1792"/>
                </a:cubicBezTo>
                <a:cubicBezTo>
                  <a:pt x="212" y="1770"/>
                  <a:pt x="205" y="1767"/>
                  <a:pt x="200" y="1761"/>
                </a:cubicBezTo>
                <a:cubicBezTo>
                  <a:pt x="134" y="1729"/>
                  <a:pt x="125" y="1733"/>
                  <a:pt x="126" y="1727"/>
                </a:cubicBezTo>
                <a:cubicBezTo>
                  <a:pt x="85" y="1708"/>
                  <a:pt x="80" y="1702"/>
                  <a:pt x="73" y="1698"/>
                </a:cubicBezTo>
                <a:cubicBezTo>
                  <a:pt x="42" y="1677"/>
                  <a:pt x="39" y="1673"/>
                  <a:pt x="34" y="1672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11" y="1654"/>
                  <a:pt x="11" y="1662"/>
                  <a:pt x="18" y="1661"/>
                </a:cubicBezTo>
                <a:cubicBezTo>
                  <a:pt x="41" y="1686"/>
                  <a:pt x="48" y="1685"/>
                  <a:pt x="49" y="1691"/>
                </a:cubicBezTo>
                <a:cubicBezTo>
                  <a:pt x="65" y="1701"/>
                  <a:pt x="69" y="1705"/>
                  <a:pt x="72" y="1709"/>
                </a:cubicBezTo>
                <a:cubicBezTo>
                  <a:pt x="121" y="1739"/>
                  <a:pt x="131" y="1736"/>
                  <a:pt x="133" y="1742"/>
                </a:cubicBezTo>
                <a:cubicBezTo>
                  <a:pt x="161" y="1752"/>
                  <a:pt x="160" y="1758"/>
                  <a:pt x="167" y="1755"/>
                </a:cubicBezTo>
                <a:cubicBezTo>
                  <a:pt x="252" y="1806"/>
                  <a:pt x="263" y="1804"/>
                  <a:pt x="265" y="1814"/>
                </a:cubicBezTo>
                <a:cubicBezTo>
                  <a:pt x="307" y="1836"/>
                  <a:pt x="311" y="1835"/>
                  <a:pt x="313" y="1837"/>
                </a:cubicBezTo>
                <a:cubicBezTo>
                  <a:pt x="351" y="1865"/>
                  <a:pt x="359" y="1870"/>
                  <a:pt x="366" y="1879"/>
                </a:cubicBezTo>
                <a:cubicBezTo>
                  <a:pt x="354" y="1877"/>
                  <a:pt x="351" y="1874"/>
                  <a:pt x="348" y="1871"/>
                </a:cubicBezTo>
                <a:cubicBezTo>
                  <a:pt x="323" y="1853"/>
                  <a:pt x="319" y="1850"/>
                  <a:pt x="316" y="1847"/>
                </a:cubicBezTo>
                <a:cubicBezTo>
                  <a:pt x="264" y="1815"/>
                  <a:pt x="254" y="1813"/>
                  <a:pt x="249" y="1806"/>
                </a:cubicBezTo>
                <a:cubicBezTo>
                  <a:pt x="193" y="1785"/>
                  <a:pt x="191" y="1782"/>
                  <a:pt x="186" y="1782"/>
                </a:cubicBezTo>
                <a:cubicBezTo>
                  <a:pt x="162" y="1768"/>
                  <a:pt x="155" y="1771"/>
                  <a:pt x="155" y="1767"/>
                </a:cubicBezTo>
                <a:cubicBezTo>
                  <a:pt x="94" y="1748"/>
                  <a:pt x="90" y="1744"/>
                  <a:pt x="85" y="1741"/>
                </a:cubicBezTo>
                <a:cubicBezTo>
                  <a:pt x="19" y="1708"/>
                  <a:pt x="17" y="1706"/>
                  <a:pt x="13" y="1707"/>
                </a:cubicBezTo>
                <a:cubicBezTo>
                  <a:pt x="0" y="1704"/>
                  <a:pt x="0" y="1704"/>
                  <a:pt x="0" y="1704"/>
                </a:cubicBezTo>
                <a:cubicBezTo>
                  <a:pt x="20" y="1720"/>
                  <a:pt x="26" y="1717"/>
                  <a:pt x="25" y="1723"/>
                </a:cubicBezTo>
                <a:cubicBezTo>
                  <a:pt x="51" y="1734"/>
                  <a:pt x="56" y="1741"/>
                  <a:pt x="66" y="1742"/>
                </a:cubicBezTo>
                <a:cubicBezTo>
                  <a:pt x="119" y="1769"/>
                  <a:pt x="131" y="1768"/>
                  <a:pt x="138" y="1775"/>
                </a:cubicBezTo>
                <a:cubicBezTo>
                  <a:pt x="210" y="1795"/>
                  <a:pt x="221" y="1808"/>
                  <a:pt x="241" y="1811"/>
                </a:cubicBezTo>
                <a:cubicBezTo>
                  <a:pt x="271" y="1833"/>
                  <a:pt x="277" y="1831"/>
                  <a:pt x="275" y="1837"/>
                </a:cubicBezTo>
                <a:cubicBezTo>
                  <a:pt x="318" y="1854"/>
                  <a:pt x="315" y="1864"/>
                  <a:pt x="321" y="1864"/>
                </a:cubicBezTo>
                <a:cubicBezTo>
                  <a:pt x="354" y="1897"/>
                  <a:pt x="363" y="1894"/>
                  <a:pt x="363" y="1901"/>
                </a:cubicBezTo>
                <a:cubicBezTo>
                  <a:pt x="385" y="1922"/>
                  <a:pt x="387" y="1924"/>
                  <a:pt x="387" y="1927"/>
                </a:cubicBezTo>
                <a:cubicBezTo>
                  <a:pt x="376" y="1919"/>
                  <a:pt x="373" y="1920"/>
                  <a:pt x="373" y="1918"/>
                </a:cubicBezTo>
                <a:cubicBezTo>
                  <a:pt x="349" y="1899"/>
                  <a:pt x="336" y="1892"/>
                  <a:pt x="327" y="1881"/>
                </a:cubicBezTo>
                <a:cubicBezTo>
                  <a:pt x="296" y="1872"/>
                  <a:pt x="295" y="1861"/>
                  <a:pt x="284" y="1863"/>
                </a:cubicBezTo>
                <a:cubicBezTo>
                  <a:pt x="256" y="1850"/>
                  <a:pt x="249" y="1846"/>
                  <a:pt x="243" y="1841"/>
                </a:cubicBezTo>
                <a:cubicBezTo>
                  <a:pt x="183" y="1819"/>
                  <a:pt x="172" y="1810"/>
                  <a:pt x="153" y="1808"/>
                </a:cubicBezTo>
                <a:cubicBezTo>
                  <a:pt x="118" y="1791"/>
                  <a:pt x="112" y="1783"/>
                  <a:pt x="101" y="1781"/>
                </a:cubicBezTo>
                <a:cubicBezTo>
                  <a:pt x="59" y="1758"/>
                  <a:pt x="55" y="1755"/>
                  <a:pt x="49" y="1755"/>
                </a:cubicBezTo>
                <a:cubicBezTo>
                  <a:pt x="18" y="1735"/>
                  <a:pt x="16" y="1733"/>
                  <a:pt x="14" y="1731"/>
                </a:cubicBezTo>
                <a:cubicBezTo>
                  <a:pt x="1" y="1723"/>
                  <a:pt x="0" y="1723"/>
                  <a:pt x="0" y="1722"/>
                </a:cubicBezTo>
                <a:cubicBezTo>
                  <a:pt x="20" y="1746"/>
                  <a:pt x="39" y="1755"/>
                  <a:pt x="56" y="1767"/>
                </a:cubicBezTo>
                <a:cubicBezTo>
                  <a:pt x="94" y="1787"/>
                  <a:pt x="104" y="1790"/>
                  <a:pt x="113" y="1796"/>
                </a:cubicBezTo>
                <a:cubicBezTo>
                  <a:pt x="181" y="1829"/>
                  <a:pt x="191" y="1832"/>
                  <a:pt x="201" y="1836"/>
                </a:cubicBezTo>
                <a:cubicBezTo>
                  <a:pt x="242" y="1852"/>
                  <a:pt x="249" y="1859"/>
                  <a:pt x="260" y="1862"/>
                </a:cubicBezTo>
                <a:cubicBezTo>
                  <a:pt x="306" y="1885"/>
                  <a:pt x="310" y="1888"/>
                  <a:pt x="316" y="1889"/>
                </a:cubicBezTo>
                <a:cubicBezTo>
                  <a:pt x="357" y="1916"/>
                  <a:pt x="358" y="1919"/>
                  <a:pt x="360" y="1921"/>
                </a:cubicBezTo>
                <a:cubicBezTo>
                  <a:pt x="377" y="1940"/>
                  <a:pt x="380" y="1940"/>
                  <a:pt x="381" y="1943"/>
                </a:cubicBezTo>
                <a:cubicBezTo>
                  <a:pt x="372" y="1941"/>
                  <a:pt x="372" y="1936"/>
                  <a:pt x="368" y="1935"/>
                </a:cubicBezTo>
                <a:cubicBezTo>
                  <a:pt x="327" y="1914"/>
                  <a:pt x="329" y="1906"/>
                  <a:pt x="322" y="1908"/>
                </a:cubicBezTo>
                <a:cubicBezTo>
                  <a:pt x="289" y="1888"/>
                  <a:pt x="279" y="1888"/>
                  <a:pt x="274" y="1883"/>
                </a:cubicBezTo>
                <a:cubicBezTo>
                  <a:pt x="223" y="1860"/>
                  <a:pt x="205" y="1861"/>
                  <a:pt x="198" y="1851"/>
                </a:cubicBezTo>
                <a:cubicBezTo>
                  <a:pt x="141" y="1840"/>
                  <a:pt x="132" y="1832"/>
                  <a:pt x="120" y="1828"/>
                </a:cubicBezTo>
                <a:cubicBezTo>
                  <a:pt x="62" y="1807"/>
                  <a:pt x="59" y="1807"/>
                  <a:pt x="55" y="1807"/>
                </a:cubicBezTo>
                <a:cubicBezTo>
                  <a:pt x="7" y="1785"/>
                  <a:pt x="5" y="1780"/>
                  <a:pt x="0" y="1778"/>
                </a:cubicBezTo>
                <a:cubicBezTo>
                  <a:pt x="11" y="1790"/>
                  <a:pt x="14" y="1795"/>
                  <a:pt x="21" y="1796"/>
                </a:cubicBezTo>
                <a:cubicBezTo>
                  <a:pt x="69" y="1822"/>
                  <a:pt x="73" y="1822"/>
                  <a:pt x="73" y="1825"/>
                </a:cubicBezTo>
                <a:cubicBezTo>
                  <a:pt x="107" y="1837"/>
                  <a:pt x="117" y="1835"/>
                  <a:pt x="121" y="1841"/>
                </a:cubicBezTo>
                <a:cubicBezTo>
                  <a:pt x="173" y="1856"/>
                  <a:pt x="180" y="1858"/>
                  <a:pt x="185" y="1863"/>
                </a:cubicBezTo>
                <a:cubicBezTo>
                  <a:pt x="244" y="1877"/>
                  <a:pt x="247" y="1885"/>
                  <a:pt x="257" y="1886"/>
                </a:cubicBezTo>
                <a:cubicBezTo>
                  <a:pt x="328" y="1923"/>
                  <a:pt x="333" y="1922"/>
                  <a:pt x="334" y="1927"/>
                </a:cubicBezTo>
                <a:cubicBezTo>
                  <a:pt x="357" y="1939"/>
                  <a:pt x="358" y="1941"/>
                  <a:pt x="359" y="1943"/>
                </a:cubicBezTo>
                <a:cubicBezTo>
                  <a:pt x="389" y="1965"/>
                  <a:pt x="397" y="1968"/>
                  <a:pt x="399" y="1977"/>
                </a:cubicBezTo>
                <a:cubicBezTo>
                  <a:pt x="374" y="1960"/>
                  <a:pt x="371" y="1957"/>
                  <a:pt x="367" y="1955"/>
                </a:cubicBezTo>
                <a:cubicBezTo>
                  <a:pt x="354" y="1942"/>
                  <a:pt x="348" y="1943"/>
                  <a:pt x="346" y="1939"/>
                </a:cubicBezTo>
                <a:cubicBezTo>
                  <a:pt x="304" y="1918"/>
                  <a:pt x="302" y="1914"/>
                  <a:pt x="296" y="1914"/>
                </a:cubicBezTo>
                <a:cubicBezTo>
                  <a:pt x="255" y="1891"/>
                  <a:pt x="250" y="1892"/>
                  <a:pt x="246" y="1889"/>
                </a:cubicBezTo>
                <a:cubicBezTo>
                  <a:pt x="214" y="1878"/>
                  <a:pt x="207" y="1878"/>
                  <a:pt x="204" y="1875"/>
                </a:cubicBezTo>
                <a:cubicBezTo>
                  <a:pt x="145" y="1856"/>
                  <a:pt x="139" y="1862"/>
                  <a:pt x="137" y="1855"/>
                </a:cubicBezTo>
                <a:cubicBezTo>
                  <a:pt x="80" y="1844"/>
                  <a:pt x="74" y="1838"/>
                  <a:pt x="63" y="1837"/>
                </a:cubicBezTo>
                <a:cubicBezTo>
                  <a:pt x="29" y="1820"/>
                  <a:pt x="21" y="1817"/>
                  <a:pt x="14" y="1812"/>
                </a:cubicBezTo>
                <a:cubicBezTo>
                  <a:pt x="3" y="1812"/>
                  <a:pt x="5" y="1813"/>
                  <a:pt x="7" y="1814"/>
                </a:cubicBezTo>
                <a:cubicBezTo>
                  <a:pt x="48" y="1839"/>
                  <a:pt x="54" y="1842"/>
                  <a:pt x="62" y="1843"/>
                </a:cubicBezTo>
                <a:cubicBezTo>
                  <a:pt x="83" y="1858"/>
                  <a:pt x="95" y="1854"/>
                  <a:pt x="100" y="1858"/>
                </a:cubicBezTo>
                <a:cubicBezTo>
                  <a:pt x="168" y="1879"/>
                  <a:pt x="177" y="1875"/>
                  <a:pt x="180" y="1879"/>
                </a:cubicBezTo>
                <a:cubicBezTo>
                  <a:pt x="238" y="1897"/>
                  <a:pt x="250" y="1901"/>
                  <a:pt x="261" y="1906"/>
                </a:cubicBezTo>
                <a:cubicBezTo>
                  <a:pt x="333" y="1945"/>
                  <a:pt x="345" y="1948"/>
                  <a:pt x="354" y="1956"/>
                </a:cubicBezTo>
                <a:cubicBezTo>
                  <a:pt x="371" y="1971"/>
                  <a:pt x="377" y="1972"/>
                  <a:pt x="381" y="1976"/>
                </a:cubicBezTo>
                <a:cubicBezTo>
                  <a:pt x="410" y="2003"/>
                  <a:pt x="416" y="2005"/>
                  <a:pt x="421" y="2008"/>
                </a:cubicBezTo>
                <a:cubicBezTo>
                  <a:pt x="419" y="2023"/>
                  <a:pt x="415" y="2019"/>
                  <a:pt x="412" y="2013"/>
                </a:cubicBezTo>
                <a:cubicBezTo>
                  <a:pt x="396" y="2002"/>
                  <a:pt x="394" y="2001"/>
                  <a:pt x="394" y="1997"/>
                </a:cubicBezTo>
                <a:cubicBezTo>
                  <a:pt x="369" y="1981"/>
                  <a:pt x="367" y="1980"/>
                  <a:pt x="366" y="1977"/>
                </a:cubicBezTo>
                <a:cubicBezTo>
                  <a:pt x="342" y="1959"/>
                  <a:pt x="331" y="1963"/>
                  <a:pt x="330" y="1956"/>
                </a:cubicBezTo>
                <a:cubicBezTo>
                  <a:pt x="293" y="1936"/>
                  <a:pt x="287" y="1934"/>
                  <a:pt x="282" y="1930"/>
                </a:cubicBezTo>
                <a:cubicBezTo>
                  <a:pt x="221" y="1911"/>
                  <a:pt x="220" y="1904"/>
                  <a:pt x="208" y="1907"/>
                </a:cubicBezTo>
                <a:cubicBezTo>
                  <a:pt x="75" y="1890"/>
                  <a:pt x="83" y="1888"/>
                  <a:pt x="87" y="1890"/>
                </a:cubicBezTo>
                <a:cubicBezTo>
                  <a:pt x="138" y="1913"/>
                  <a:pt x="148" y="1916"/>
                  <a:pt x="157" y="1922"/>
                </a:cubicBezTo>
                <a:cubicBezTo>
                  <a:pt x="263" y="1960"/>
                  <a:pt x="273" y="1964"/>
                  <a:pt x="285" y="1967"/>
                </a:cubicBezTo>
                <a:cubicBezTo>
                  <a:pt x="325" y="1987"/>
                  <a:pt x="336" y="1992"/>
                  <a:pt x="346" y="1998"/>
                </a:cubicBezTo>
                <a:cubicBezTo>
                  <a:pt x="383" y="2021"/>
                  <a:pt x="386" y="2023"/>
                  <a:pt x="387" y="2026"/>
                </a:cubicBezTo>
                <a:cubicBezTo>
                  <a:pt x="406" y="2038"/>
                  <a:pt x="410" y="2041"/>
                  <a:pt x="415" y="2044"/>
                </a:cubicBezTo>
                <a:cubicBezTo>
                  <a:pt x="427" y="2059"/>
                  <a:pt x="430" y="2059"/>
                  <a:pt x="431" y="2062"/>
                </a:cubicBezTo>
                <a:cubicBezTo>
                  <a:pt x="435" y="2076"/>
                  <a:pt x="425" y="2066"/>
                  <a:pt x="415" y="2057"/>
                </a:cubicBezTo>
                <a:cubicBezTo>
                  <a:pt x="366" y="2016"/>
                  <a:pt x="358" y="2016"/>
                  <a:pt x="355" y="2011"/>
                </a:cubicBezTo>
                <a:cubicBezTo>
                  <a:pt x="315" y="1992"/>
                  <a:pt x="305" y="1986"/>
                  <a:pt x="292" y="1984"/>
                </a:cubicBezTo>
                <a:cubicBezTo>
                  <a:pt x="225" y="1957"/>
                  <a:pt x="220" y="1954"/>
                  <a:pt x="214" y="1953"/>
                </a:cubicBezTo>
                <a:cubicBezTo>
                  <a:pt x="186" y="1938"/>
                  <a:pt x="170" y="1937"/>
                  <a:pt x="160" y="1930"/>
                </a:cubicBezTo>
                <a:cubicBezTo>
                  <a:pt x="116" y="1915"/>
                  <a:pt x="111" y="1911"/>
                  <a:pt x="104" y="1910"/>
                </a:cubicBezTo>
                <a:cubicBezTo>
                  <a:pt x="63" y="1893"/>
                  <a:pt x="62" y="1885"/>
                  <a:pt x="54" y="1885"/>
                </a:cubicBezTo>
                <a:cubicBezTo>
                  <a:pt x="34" y="1870"/>
                  <a:pt x="30" y="1866"/>
                  <a:pt x="26" y="1861"/>
                </a:cubicBezTo>
                <a:cubicBezTo>
                  <a:pt x="0" y="1847"/>
                  <a:pt x="1" y="1847"/>
                  <a:pt x="1" y="1848"/>
                </a:cubicBezTo>
                <a:cubicBezTo>
                  <a:pt x="22" y="1863"/>
                  <a:pt x="21" y="1872"/>
                  <a:pt x="29" y="1872"/>
                </a:cubicBezTo>
                <a:cubicBezTo>
                  <a:pt x="60" y="1894"/>
                  <a:pt x="65" y="1903"/>
                  <a:pt x="75" y="1906"/>
                </a:cubicBezTo>
                <a:cubicBezTo>
                  <a:pt x="112" y="1923"/>
                  <a:pt x="122" y="1926"/>
                  <a:pt x="131" y="1930"/>
                </a:cubicBezTo>
                <a:cubicBezTo>
                  <a:pt x="168" y="1943"/>
                  <a:pt x="174" y="1948"/>
                  <a:pt x="183" y="1948"/>
                </a:cubicBezTo>
                <a:cubicBezTo>
                  <a:pt x="235" y="1971"/>
                  <a:pt x="241" y="1975"/>
                  <a:pt x="252" y="1974"/>
                </a:cubicBezTo>
                <a:cubicBezTo>
                  <a:pt x="295" y="1992"/>
                  <a:pt x="297" y="1997"/>
                  <a:pt x="304" y="1995"/>
                </a:cubicBezTo>
                <a:cubicBezTo>
                  <a:pt x="355" y="2024"/>
                  <a:pt x="357" y="2025"/>
                  <a:pt x="359" y="2026"/>
                </a:cubicBezTo>
                <a:cubicBezTo>
                  <a:pt x="381" y="2040"/>
                  <a:pt x="384" y="2043"/>
                  <a:pt x="388" y="2045"/>
                </a:cubicBezTo>
                <a:cubicBezTo>
                  <a:pt x="384" y="2048"/>
                  <a:pt x="369" y="2044"/>
                  <a:pt x="359" y="2034"/>
                </a:cubicBezTo>
                <a:cubicBezTo>
                  <a:pt x="320" y="2025"/>
                  <a:pt x="323" y="2016"/>
                  <a:pt x="317" y="2018"/>
                </a:cubicBezTo>
                <a:cubicBezTo>
                  <a:pt x="276" y="2006"/>
                  <a:pt x="276" y="2002"/>
                  <a:pt x="274" y="2001"/>
                </a:cubicBezTo>
                <a:cubicBezTo>
                  <a:pt x="241" y="1995"/>
                  <a:pt x="240" y="1992"/>
                  <a:pt x="236" y="1993"/>
                </a:cubicBezTo>
                <a:cubicBezTo>
                  <a:pt x="210" y="1981"/>
                  <a:pt x="201" y="1985"/>
                  <a:pt x="200" y="1978"/>
                </a:cubicBezTo>
                <a:cubicBezTo>
                  <a:pt x="133" y="1960"/>
                  <a:pt x="123" y="1961"/>
                  <a:pt x="118" y="1957"/>
                </a:cubicBezTo>
                <a:cubicBezTo>
                  <a:pt x="100" y="1945"/>
                  <a:pt x="90" y="1952"/>
                  <a:pt x="93" y="1944"/>
                </a:cubicBezTo>
                <a:cubicBezTo>
                  <a:pt x="49" y="1931"/>
                  <a:pt x="58" y="1932"/>
                  <a:pt x="64" y="1937"/>
                </a:cubicBezTo>
                <a:cubicBezTo>
                  <a:pt x="80" y="1947"/>
                  <a:pt x="81" y="1949"/>
                  <a:pt x="82" y="1951"/>
                </a:cubicBezTo>
                <a:cubicBezTo>
                  <a:pt x="127" y="1968"/>
                  <a:pt x="132" y="1972"/>
                  <a:pt x="139" y="1973"/>
                </a:cubicBezTo>
                <a:cubicBezTo>
                  <a:pt x="182" y="1987"/>
                  <a:pt x="190" y="1982"/>
                  <a:pt x="190" y="1987"/>
                </a:cubicBezTo>
                <a:cubicBezTo>
                  <a:pt x="248" y="2008"/>
                  <a:pt x="257" y="2006"/>
                  <a:pt x="263" y="2008"/>
                </a:cubicBezTo>
                <a:cubicBezTo>
                  <a:pt x="311" y="2025"/>
                  <a:pt x="318" y="2027"/>
                  <a:pt x="322" y="2033"/>
                </a:cubicBezTo>
                <a:cubicBezTo>
                  <a:pt x="370" y="2056"/>
                  <a:pt x="375" y="2055"/>
                  <a:pt x="378" y="2057"/>
                </a:cubicBezTo>
                <a:cubicBezTo>
                  <a:pt x="437" y="2104"/>
                  <a:pt x="444" y="2102"/>
                  <a:pt x="443" y="2109"/>
                </a:cubicBezTo>
                <a:cubicBezTo>
                  <a:pt x="462" y="2130"/>
                  <a:pt x="464" y="2132"/>
                  <a:pt x="465" y="2134"/>
                </a:cubicBezTo>
                <a:cubicBezTo>
                  <a:pt x="457" y="2127"/>
                  <a:pt x="451" y="2128"/>
                  <a:pt x="451" y="2122"/>
                </a:cubicBezTo>
                <a:cubicBezTo>
                  <a:pt x="423" y="2104"/>
                  <a:pt x="417" y="2098"/>
                  <a:pt x="411" y="2092"/>
                </a:cubicBezTo>
                <a:cubicBezTo>
                  <a:pt x="362" y="2061"/>
                  <a:pt x="351" y="2061"/>
                  <a:pt x="345" y="2055"/>
                </a:cubicBezTo>
                <a:cubicBezTo>
                  <a:pt x="286" y="2031"/>
                  <a:pt x="275" y="2027"/>
                  <a:pt x="264" y="2021"/>
                </a:cubicBezTo>
                <a:cubicBezTo>
                  <a:pt x="230" y="2007"/>
                  <a:pt x="228" y="2010"/>
                  <a:pt x="226" y="2007"/>
                </a:cubicBezTo>
                <a:cubicBezTo>
                  <a:pt x="192" y="1997"/>
                  <a:pt x="187" y="1995"/>
                  <a:pt x="181" y="1992"/>
                </a:cubicBezTo>
                <a:cubicBezTo>
                  <a:pt x="108" y="1970"/>
                  <a:pt x="98" y="1960"/>
                  <a:pt x="83" y="1958"/>
                </a:cubicBezTo>
                <a:cubicBezTo>
                  <a:pt x="25" y="1928"/>
                  <a:pt x="23" y="1926"/>
                  <a:pt x="19" y="1925"/>
                </a:cubicBezTo>
                <a:cubicBezTo>
                  <a:pt x="40" y="1946"/>
                  <a:pt x="48" y="1943"/>
                  <a:pt x="49" y="1949"/>
                </a:cubicBezTo>
                <a:cubicBezTo>
                  <a:pt x="103" y="1971"/>
                  <a:pt x="111" y="1978"/>
                  <a:pt x="122" y="1981"/>
                </a:cubicBezTo>
                <a:cubicBezTo>
                  <a:pt x="192" y="2004"/>
                  <a:pt x="200" y="2010"/>
                  <a:pt x="211" y="2012"/>
                </a:cubicBezTo>
                <a:cubicBezTo>
                  <a:pt x="263" y="2031"/>
                  <a:pt x="270" y="2031"/>
                  <a:pt x="272" y="2036"/>
                </a:cubicBezTo>
                <a:cubicBezTo>
                  <a:pt x="314" y="2054"/>
                  <a:pt x="326" y="2056"/>
                  <a:pt x="335" y="2062"/>
                </a:cubicBezTo>
                <a:cubicBezTo>
                  <a:pt x="402" y="2103"/>
                  <a:pt x="410" y="2103"/>
                  <a:pt x="413" y="2109"/>
                </a:cubicBezTo>
                <a:cubicBezTo>
                  <a:pt x="439" y="2128"/>
                  <a:pt x="442" y="2130"/>
                  <a:pt x="445" y="2131"/>
                </a:cubicBezTo>
                <a:cubicBezTo>
                  <a:pt x="473" y="2160"/>
                  <a:pt x="473" y="2160"/>
                  <a:pt x="473" y="2160"/>
                </a:cubicBezTo>
                <a:cubicBezTo>
                  <a:pt x="521" y="2147"/>
                  <a:pt x="516" y="2139"/>
                  <a:pt x="524" y="2139"/>
                </a:cubicBezTo>
                <a:close/>
                <a:moveTo>
                  <a:pt x="452" y="1733"/>
                </a:moveTo>
                <a:cubicBezTo>
                  <a:pt x="454" y="1730"/>
                  <a:pt x="456" y="1727"/>
                  <a:pt x="458" y="1724"/>
                </a:cubicBezTo>
                <a:cubicBezTo>
                  <a:pt x="465" y="1726"/>
                  <a:pt x="453" y="1729"/>
                  <a:pt x="456" y="1735"/>
                </a:cubicBezTo>
                <a:cubicBezTo>
                  <a:pt x="453" y="1737"/>
                  <a:pt x="452" y="1741"/>
                  <a:pt x="450" y="1744"/>
                </a:cubicBezTo>
                <a:cubicBezTo>
                  <a:pt x="443" y="1741"/>
                  <a:pt x="454" y="1738"/>
                  <a:pt x="452" y="1733"/>
                </a:cubicBezTo>
                <a:close/>
                <a:moveTo>
                  <a:pt x="440" y="1760"/>
                </a:moveTo>
                <a:cubicBezTo>
                  <a:pt x="442" y="1755"/>
                  <a:pt x="444" y="1751"/>
                  <a:pt x="446" y="1746"/>
                </a:cubicBezTo>
                <a:cubicBezTo>
                  <a:pt x="452" y="1748"/>
                  <a:pt x="442" y="1753"/>
                  <a:pt x="445" y="1759"/>
                </a:cubicBezTo>
                <a:cubicBezTo>
                  <a:pt x="441" y="1763"/>
                  <a:pt x="438" y="1767"/>
                  <a:pt x="437" y="1773"/>
                </a:cubicBezTo>
                <a:cubicBezTo>
                  <a:pt x="432" y="1771"/>
                  <a:pt x="438" y="1762"/>
                  <a:pt x="440" y="1760"/>
                </a:cubicBezTo>
                <a:close/>
                <a:moveTo>
                  <a:pt x="424" y="1798"/>
                </a:moveTo>
                <a:cubicBezTo>
                  <a:pt x="427" y="1792"/>
                  <a:pt x="424" y="1802"/>
                  <a:pt x="424" y="1805"/>
                </a:cubicBezTo>
                <a:cubicBezTo>
                  <a:pt x="420" y="1803"/>
                  <a:pt x="423" y="1801"/>
                  <a:pt x="424" y="1798"/>
                </a:cubicBezTo>
                <a:close/>
                <a:moveTo>
                  <a:pt x="399" y="1754"/>
                </a:moveTo>
                <a:cubicBezTo>
                  <a:pt x="404" y="1754"/>
                  <a:pt x="400" y="1761"/>
                  <a:pt x="399" y="1763"/>
                </a:cubicBezTo>
                <a:cubicBezTo>
                  <a:pt x="393" y="1762"/>
                  <a:pt x="401" y="1758"/>
                  <a:pt x="399" y="1754"/>
                </a:cubicBezTo>
                <a:close/>
                <a:moveTo>
                  <a:pt x="390" y="1787"/>
                </a:moveTo>
                <a:cubicBezTo>
                  <a:pt x="394" y="1782"/>
                  <a:pt x="390" y="1791"/>
                  <a:pt x="390" y="1794"/>
                </a:cubicBezTo>
                <a:cubicBezTo>
                  <a:pt x="386" y="1793"/>
                  <a:pt x="390" y="1790"/>
                  <a:pt x="390" y="1787"/>
                </a:cubicBezTo>
                <a:close/>
                <a:moveTo>
                  <a:pt x="217" y="1469"/>
                </a:moveTo>
                <a:cubicBezTo>
                  <a:pt x="217" y="1468"/>
                  <a:pt x="217" y="1467"/>
                  <a:pt x="216" y="1465"/>
                </a:cubicBezTo>
                <a:cubicBezTo>
                  <a:pt x="221" y="1464"/>
                  <a:pt x="221" y="1468"/>
                  <a:pt x="221" y="1471"/>
                </a:cubicBezTo>
                <a:cubicBezTo>
                  <a:pt x="220" y="1471"/>
                  <a:pt x="219" y="1469"/>
                  <a:pt x="217" y="1469"/>
                </a:cubicBezTo>
                <a:close/>
                <a:moveTo>
                  <a:pt x="234" y="1492"/>
                </a:moveTo>
                <a:cubicBezTo>
                  <a:pt x="235" y="1486"/>
                  <a:pt x="239" y="1497"/>
                  <a:pt x="243" y="1496"/>
                </a:cubicBezTo>
                <a:cubicBezTo>
                  <a:pt x="243" y="1499"/>
                  <a:pt x="243" y="1502"/>
                  <a:pt x="245" y="1502"/>
                </a:cubicBezTo>
                <a:cubicBezTo>
                  <a:pt x="241" y="1509"/>
                  <a:pt x="239" y="1493"/>
                  <a:pt x="234" y="1492"/>
                </a:cubicBezTo>
                <a:close/>
                <a:moveTo>
                  <a:pt x="288" y="1609"/>
                </a:moveTo>
                <a:cubicBezTo>
                  <a:pt x="292" y="1610"/>
                  <a:pt x="294" y="1614"/>
                  <a:pt x="295" y="1619"/>
                </a:cubicBezTo>
                <a:cubicBezTo>
                  <a:pt x="291" y="1618"/>
                  <a:pt x="289" y="1614"/>
                  <a:pt x="288" y="1609"/>
                </a:cubicBezTo>
                <a:close/>
                <a:moveTo>
                  <a:pt x="307" y="1605"/>
                </a:moveTo>
                <a:cubicBezTo>
                  <a:pt x="302" y="1602"/>
                  <a:pt x="305" y="1590"/>
                  <a:pt x="301" y="1586"/>
                </a:cubicBezTo>
                <a:cubicBezTo>
                  <a:pt x="305" y="1588"/>
                  <a:pt x="307" y="1588"/>
                  <a:pt x="310" y="1585"/>
                </a:cubicBezTo>
                <a:cubicBezTo>
                  <a:pt x="308" y="1574"/>
                  <a:pt x="312" y="1569"/>
                  <a:pt x="313" y="1561"/>
                </a:cubicBezTo>
                <a:cubicBezTo>
                  <a:pt x="313" y="1553"/>
                  <a:pt x="319" y="1567"/>
                  <a:pt x="313" y="1565"/>
                </a:cubicBezTo>
                <a:cubicBezTo>
                  <a:pt x="315" y="1582"/>
                  <a:pt x="308" y="1591"/>
                  <a:pt x="307" y="1605"/>
                </a:cubicBezTo>
                <a:close/>
                <a:moveTo>
                  <a:pt x="359" y="1783"/>
                </a:moveTo>
                <a:cubicBezTo>
                  <a:pt x="351" y="1782"/>
                  <a:pt x="356" y="1772"/>
                  <a:pt x="358" y="1768"/>
                </a:cubicBezTo>
                <a:cubicBezTo>
                  <a:pt x="365" y="1770"/>
                  <a:pt x="356" y="1776"/>
                  <a:pt x="359" y="1783"/>
                </a:cubicBezTo>
                <a:close/>
                <a:moveTo>
                  <a:pt x="388" y="2010"/>
                </a:moveTo>
                <a:cubicBezTo>
                  <a:pt x="384" y="2012"/>
                  <a:pt x="382" y="2009"/>
                  <a:pt x="379" y="2009"/>
                </a:cubicBezTo>
                <a:cubicBezTo>
                  <a:pt x="376" y="2005"/>
                  <a:pt x="372" y="2001"/>
                  <a:pt x="368" y="1999"/>
                </a:cubicBezTo>
                <a:cubicBezTo>
                  <a:pt x="362" y="1998"/>
                  <a:pt x="359" y="1993"/>
                  <a:pt x="354" y="1991"/>
                </a:cubicBezTo>
                <a:cubicBezTo>
                  <a:pt x="350" y="1988"/>
                  <a:pt x="344" y="1987"/>
                  <a:pt x="340" y="1983"/>
                </a:cubicBezTo>
                <a:cubicBezTo>
                  <a:pt x="330" y="1979"/>
                  <a:pt x="323" y="1971"/>
                  <a:pt x="311" y="1970"/>
                </a:cubicBezTo>
                <a:cubicBezTo>
                  <a:pt x="304" y="1963"/>
                  <a:pt x="290" y="1963"/>
                  <a:pt x="284" y="1954"/>
                </a:cubicBezTo>
                <a:cubicBezTo>
                  <a:pt x="260" y="1951"/>
                  <a:pt x="240" y="1944"/>
                  <a:pt x="223" y="1932"/>
                </a:cubicBezTo>
                <a:cubicBezTo>
                  <a:pt x="211" y="1932"/>
                  <a:pt x="203" y="1927"/>
                  <a:pt x="192" y="1926"/>
                </a:cubicBezTo>
                <a:cubicBezTo>
                  <a:pt x="186" y="1920"/>
                  <a:pt x="173" y="1921"/>
                  <a:pt x="167" y="1915"/>
                </a:cubicBezTo>
                <a:cubicBezTo>
                  <a:pt x="156" y="1913"/>
                  <a:pt x="149" y="1908"/>
                  <a:pt x="138" y="1906"/>
                </a:cubicBezTo>
                <a:cubicBezTo>
                  <a:pt x="129" y="1903"/>
                  <a:pt x="123" y="1897"/>
                  <a:pt x="111" y="1897"/>
                </a:cubicBezTo>
                <a:cubicBezTo>
                  <a:pt x="119" y="1888"/>
                  <a:pt x="125" y="1901"/>
                  <a:pt x="135" y="1897"/>
                </a:cubicBezTo>
                <a:cubicBezTo>
                  <a:pt x="143" y="1899"/>
                  <a:pt x="151" y="1901"/>
                  <a:pt x="162" y="1900"/>
                </a:cubicBezTo>
                <a:cubicBezTo>
                  <a:pt x="165" y="1904"/>
                  <a:pt x="173" y="1902"/>
                  <a:pt x="177" y="1905"/>
                </a:cubicBezTo>
                <a:cubicBezTo>
                  <a:pt x="183" y="1906"/>
                  <a:pt x="188" y="1907"/>
                  <a:pt x="191" y="1911"/>
                </a:cubicBezTo>
                <a:cubicBezTo>
                  <a:pt x="203" y="1911"/>
                  <a:pt x="209" y="1918"/>
                  <a:pt x="222" y="1917"/>
                </a:cubicBezTo>
                <a:cubicBezTo>
                  <a:pt x="230" y="1923"/>
                  <a:pt x="243" y="1923"/>
                  <a:pt x="251" y="1928"/>
                </a:cubicBezTo>
                <a:cubicBezTo>
                  <a:pt x="260" y="1933"/>
                  <a:pt x="268" y="1937"/>
                  <a:pt x="278" y="1939"/>
                </a:cubicBezTo>
                <a:cubicBezTo>
                  <a:pt x="282" y="1943"/>
                  <a:pt x="288" y="1944"/>
                  <a:pt x="292" y="1947"/>
                </a:cubicBezTo>
                <a:cubicBezTo>
                  <a:pt x="294" y="1949"/>
                  <a:pt x="297" y="1949"/>
                  <a:pt x="301" y="1949"/>
                </a:cubicBezTo>
                <a:cubicBezTo>
                  <a:pt x="300" y="1953"/>
                  <a:pt x="303" y="1953"/>
                  <a:pt x="305" y="1953"/>
                </a:cubicBezTo>
                <a:cubicBezTo>
                  <a:pt x="313" y="1958"/>
                  <a:pt x="323" y="1961"/>
                  <a:pt x="328" y="1969"/>
                </a:cubicBezTo>
                <a:cubicBezTo>
                  <a:pt x="335" y="1968"/>
                  <a:pt x="337" y="1973"/>
                  <a:pt x="340" y="1977"/>
                </a:cubicBezTo>
                <a:cubicBezTo>
                  <a:pt x="344" y="1976"/>
                  <a:pt x="345" y="1979"/>
                  <a:pt x="349" y="1978"/>
                </a:cubicBezTo>
                <a:cubicBezTo>
                  <a:pt x="348" y="1982"/>
                  <a:pt x="351" y="1982"/>
                  <a:pt x="353" y="1982"/>
                </a:cubicBezTo>
                <a:cubicBezTo>
                  <a:pt x="354" y="1988"/>
                  <a:pt x="363" y="1986"/>
                  <a:pt x="365" y="1990"/>
                </a:cubicBezTo>
                <a:cubicBezTo>
                  <a:pt x="371" y="1991"/>
                  <a:pt x="372" y="1996"/>
                  <a:pt x="378" y="1996"/>
                </a:cubicBezTo>
                <a:cubicBezTo>
                  <a:pt x="382" y="2003"/>
                  <a:pt x="388" y="2008"/>
                  <a:pt x="395" y="2012"/>
                </a:cubicBezTo>
                <a:cubicBezTo>
                  <a:pt x="395" y="2018"/>
                  <a:pt x="388" y="2013"/>
                  <a:pt x="388" y="2010"/>
                </a:cubicBezTo>
                <a:close/>
                <a:moveTo>
                  <a:pt x="596" y="2107"/>
                </a:moveTo>
                <a:cubicBezTo>
                  <a:pt x="598" y="2103"/>
                  <a:pt x="602" y="2098"/>
                  <a:pt x="604" y="2094"/>
                </a:cubicBezTo>
                <a:cubicBezTo>
                  <a:pt x="619" y="2080"/>
                  <a:pt x="618" y="2072"/>
                  <a:pt x="622" y="2068"/>
                </a:cubicBezTo>
                <a:cubicBezTo>
                  <a:pt x="660" y="2019"/>
                  <a:pt x="661" y="2017"/>
                  <a:pt x="662" y="2015"/>
                </a:cubicBezTo>
                <a:cubicBezTo>
                  <a:pt x="680" y="1994"/>
                  <a:pt x="677" y="1985"/>
                  <a:pt x="684" y="1985"/>
                </a:cubicBezTo>
                <a:cubicBezTo>
                  <a:pt x="699" y="1956"/>
                  <a:pt x="701" y="1954"/>
                  <a:pt x="703" y="1953"/>
                </a:cubicBezTo>
                <a:cubicBezTo>
                  <a:pt x="735" y="1903"/>
                  <a:pt x="744" y="1884"/>
                  <a:pt x="752" y="1865"/>
                </a:cubicBezTo>
                <a:cubicBezTo>
                  <a:pt x="765" y="1831"/>
                  <a:pt x="766" y="1825"/>
                  <a:pt x="768" y="1820"/>
                </a:cubicBezTo>
                <a:cubicBezTo>
                  <a:pt x="769" y="1817"/>
                  <a:pt x="760" y="1822"/>
                  <a:pt x="761" y="1836"/>
                </a:cubicBezTo>
                <a:cubicBezTo>
                  <a:pt x="728" y="1898"/>
                  <a:pt x="723" y="1908"/>
                  <a:pt x="718" y="1917"/>
                </a:cubicBezTo>
                <a:cubicBezTo>
                  <a:pt x="702" y="1935"/>
                  <a:pt x="702" y="1939"/>
                  <a:pt x="700" y="1940"/>
                </a:cubicBezTo>
                <a:cubicBezTo>
                  <a:pt x="676" y="1974"/>
                  <a:pt x="673" y="1984"/>
                  <a:pt x="667" y="1991"/>
                </a:cubicBezTo>
                <a:cubicBezTo>
                  <a:pt x="648" y="2019"/>
                  <a:pt x="646" y="2019"/>
                  <a:pt x="647" y="2023"/>
                </a:cubicBezTo>
                <a:cubicBezTo>
                  <a:pt x="633" y="2043"/>
                  <a:pt x="628" y="2045"/>
                  <a:pt x="625" y="2048"/>
                </a:cubicBezTo>
                <a:cubicBezTo>
                  <a:pt x="609" y="2076"/>
                  <a:pt x="604" y="2078"/>
                  <a:pt x="601" y="2081"/>
                </a:cubicBezTo>
                <a:cubicBezTo>
                  <a:pt x="576" y="2118"/>
                  <a:pt x="578" y="2126"/>
                  <a:pt x="571" y="2127"/>
                </a:cubicBezTo>
                <a:cubicBezTo>
                  <a:pt x="556" y="2155"/>
                  <a:pt x="554" y="2157"/>
                  <a:pt x="553" y="2160"/>
                </a:cubicBezTo>
                <a:cubicBezTo>
                  <a:pt x="565" y="2157"/>
                  <a:pt x="568" y="2155"/>
                  <a:pt x="566" y="2151"/>
                </a:cubicBezTo>
                <a:cubicBezTo>
                  <a:pt x="593" y="2117"/>
                  <a:pt x="590" y="2108"/>
                  <a:pt x="596" y="2107"/>
                </a:cubicBezTo>
                <a:close/>
                <a:moveTo>
                  <a:pt x="556" y="2121"/>
                </a:moveTo>
                <a:cubicBezTo>
                  <a:pt x="555" y="2115"/>
                  <a:pt x="559" y="2113"/>
                  <a:pt x="561" y="2110"/>
                </a:cubicBezTo>
                <a:cubicBezTo>
                  <a:pt x="585" y="2064"/>
                  <a:pt x="590" y="2064"/>
                  <a:pt x="591" y="2060"/>
                </a:cubicBezTo>
                <a:cubicBezTo>
                  <a:pt x="608" y="2038"/>
                  <a:pt x="607" y="2033"/>
                  <a:pt x="610" y="2030"/>
                </a:cubicBezTo>
                <a:cubicBezTo>
                  <a:pt x="638" y="2004"/>
                  <a:pt x="636" y="1993"/>
                  <a:pt x="645" y="1992"/>
                </a:cubicBezTo>
                <a:cubicBezTo>
                  <a:pt x="664" y="1965"/>
                  <a:pt x="667" y="1963"/>
                  <a:pt x="666" y="1958"/>
                </a:cubicBezTo>
                <a:cubicBezTo>
                  <a:pt x="682" y="1941"/>
                  <a:pt x="684" y="1938"/>
                  <a:pt x="687" y="1937"/>
                </a:cubicBezTo>
                <a:cubicBezTo>
                  <a:pt x="710" y="1898"/>
                  <a:pt x="721" y="1889"/>
                  <a:pt x="726" y="1875"/>
                </a:cubicBezTo>
                <a:cubicBezTo>
                  <a:pt x="749" y="1838"/>
                  <a:pt x="750" y="1835"/>
                  <a:pt x="749" y="1830"/>
                </a:cubicBezTo>
                <a:cubicBezTo>
                  <a:pt x="766" y="1792"/>
                  <a:pt x="762" y="1780"/>
                  <a:pt x="770" y="1778"/>
                </a:cubicBezTo>
                <a:cubicBezTo>
                  <a:pt x="774" y="1706"/>
                  <a:pt x="781" y="1717"/>
                  <a:pt x="776" y="1719"/>
                </a:cubicBezTo>
                <a:cubicBezTo>
                  <a:pt x="771" y="1756"/>
                  <a:pt x="768" y="1760"/>
                  <a:pt x="767" y="1765"/>
                </a:cubicBezTo>
                <a:cubicBezTo>
                  <a:pt x="751" y="1811"/>
                  <a:pt x="751" y="1818"/>
                  <a:pt x="746" y="1819"/>
                </a:cubicBezTo>
                <a:cubicBezTo>
                  <a:pt x="726" y="1861"/>
                  <a:pt x="723" y="1864"/>
                  <a:pt x="721" y="1869"/>
                </a:cubicBezTo>
                <a:cubicBezTo>
                  <a:pt x="686" y="1918"/>
                  <a:pt x="687" y="1914"/>
                  <a:pt x="683" y="1918"/>
                </a:cubicBezTo>
                <a:cubicBezTo>
                  <a:pt x="665" y="1944"/>
                  <a:pt x="666" y="1949"/>
                  <a:pt x="661" y="1950"/>
                </a:cubicBezTo>
                <a:cubicBezTo>
                  <a:pt x="649" y="1969"/>
                  <a:pt x="647" y="1972"/>
                  <a:pt x="646" y="1975"/>
                </a:cubicBezTo>
                <a:cubicBezTo>
                  <a:pt x="622" y="2004"/>
                  <a:pt x="620" y="2011"/>
                  <a:pt x="614" y="2014"/>
                </a:cubicBezTo>
                <a:cubicBezTo>
                  <a:pt x="595" y="2042"/>
                  <a:pt x="587" y="2040"/>
                  <a:pt x="590" y="2047"/>
                </a:cubicBezTo>
                <a:cubicBezTo>
                  <a:pt x="566" y="2088"/>
                  <a:pt x="559" y="2090"/>
                  <a:pt x="556" y="2097"/>
                </a:cubicBezTo>
                <a:cubicBezTo>
                  <a:pt x="535" y="2141"/>
                  <a:pt x="528" y="2144"/>
                  <a:pt x="527" y="2151"/>
                </a:cubicBezTo>
                <a:cubicBezTo>
                  <a:pt x="533" y="2157"/>
                  <a:pt x="535" y="2153"/>
                  <a:pt x="538" y="2151"/>
                </a:cubicBezTo>
                <a:cubicBezTo>
                  <a:pt x="549" y="2125"/>
                  <a:pt x="552" y="2123"/>
                  <a:pt x="556" y="212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4BDC-A3E7-4317-A652-4C711537E6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419" y="0"/>
            <a:ext cx="753770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BAABD3-7850-4600-BF15-44633214A8E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98564" y="0"/>
            <a:ext cx="0" cy="685800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5FFF46-7665-4A66-A43B-FEE4EA3347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18324" y="4228554"/>
            <a:ext cx="13716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DFBF08-F951-4A77-87BB-C7732115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487" y="643467"/>
            <a:ext cx="6253571" cy="33798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930"/>
              </a:spcBef>
            </a:pPr>
            <a:r>
              <a:rPr lang="en-US" sz="5400" dirty="0"/>
              <a:t>User Security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5BA57-A16F-4E68-869C-0CA9C76D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3709" y="4231730"/>
            <a:ext cx="6244349" cy="236420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l">
              <a:spcBef>
                <a:spcPts val="930"/>
              </a:spcBef>
            </a:pPr>
            <a:r>
              <a:rPr lang="en-US" sz="2400" dirty="0"/>
              <a:t>Physical Bitcoin Storage</a:t>
            </a:r>
          </a:p>
          <a:p>
            <a:pPr algn="l">
              <a:spcBef>
                <a:spcPts val="930"/>
              </a:spcBef>
            </a:pPr>
            <a:r>
              <a:rPr lang="en-US" sz="2400" dirty="0"/>
              <a:t>Hardware Wallets</a:t>
            </a:r>
          </a:p>
          <a:p>
            <a:pPr algn="l">
              <a:spcBef>
                <a:spcPts val="930"/>
              </a:spcBef>
            </a:pPr>
            <a:r>
              <a:rPr lang="en-US" sz="2400" dirty="0"/>
              <a:t>Balancing Risk</a:t>
            </a:r>
          </a:p>
          <a:p>
            <a:pPr algn="l">
              <a:spcBef>
                <a:spcPts val="930"/>
              </a:spcBef>
            </a:pPr>
            <a:r>
              <a:rPr lang="en-US" sz="2400" dirty="0"/>
              <a:t>Diversifying Risk</a:t>
            </a:r>
          </a:p>
          <a:p>
            <a:pPr algn="l">
              <a:spcBef>
                <a:spcPts val="930"/>
              </a:spcBef>
            </a:pPr>
            <a:r>
              <a:rPr lang="en-US" sz="2400" dirty="0" err="1"/>
              <a:t>Multisig</a:t>
            </a:r>
            <a:r>
              <a:rPr lang="en-US" sz="2400" dirty="0"/>
              <a:t> and Governance</a:t>
            </a:r>
          </a:p>
          <a:p>
            <a:pPr algn="l">
              <a:spcBef>
                <a:spcPts val="930"/>
              </a:spcBef>
            </a:pPr>
            <a:r>
              <a:rPr lang="en-US" sz="2400" dirty="0"/>
              <a:t>Survivability</a:t>
            </a:r>
          </a:p>
        </p:txBody>
      </p:sp>
    </p:spTree>
    <p:extLst>
      <p:ext uri="{BB962C8B-B14F-4D97-AF65-F5344CB8AC3E}">
        <p14:creationId xmlns:p14="http://schemas.microsoft.com/office/powerpoint/2010/main" val="2176546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77659D-44B3-4D37-9681-887C8CDA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User Security 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75E6AF-4630-4FF3-A66D-58725DFD9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11295"/>
              </p:ext>
            </p:extLst>
          </p:nvPr>
        </p:nvGraphicFramePr>
        <p:xfrm>
          <a:off x="1846580" y="2438399"/>
          <a:ext cx="9701953" cy="4219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561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77659D-44B3-4D37-9681-887C8CDA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User Security 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AD7D8F-E545-411D-A8FB-4B9DAC526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988626"/>
              </p:ext>
            </p:extLst>
          </p:nvPr>
        </p:nvGraphicFramePr>
        <p:xfrm>
          <a:off x="1846580" y="2129061"/>
          <a:ext cx="9701953" cy="4560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4007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77659D-44B3-4D37-9681-887C8CDA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User Security 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7A97C1-F6C9-49B0-A44E-5450F3955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44942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3134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4A3F0A1-C227-44DE-94FF-96C928B9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User Security 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B299CE-995E-4433-9AD6-43D1C5B9C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693685"/>
              </p:ext>
            </p:extLst>
          </p:nvPr>
        </p:nvGraphicFramePr>
        <p:xfrm>
          <a:off x="1846580" y="2222959"/>
          <a:ext cx="9701953" cy="4498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778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4A3F0A1-C227-44DE-94FF-96C928B9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User Security Best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AAF062-2EF1-4FAD-89E6-9CF1CE929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095806"/>
              </p:ext>
            </p:extLst>
          </p:nvPr>
        </p:nvGraphicFramePr>
        <p:xfrm>
          <a:off x="1846580" y="2129061"/>
          <a:ext cx="9701953" cy="451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9972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4C428F-10D3-4E1A-9B20-3E86CA6F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Avareness for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B38014-8464-45A9-B750-BCDA54A81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225410"/>
              </p:ext>
            </p:extLst>
          </p:nvPr>
        </p:nvGraphicFramePr>
        <p:xfrm>
          <a:off x="1846580" y="2222959"/>
          <a:ext cx="9701953" cy="441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772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15EC-5F43-4304-9B2A-A5DB63F4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Affect of Bitcoin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4303CD-BA98-492F-A1B4-5F086A29E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33426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418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Physical Bitcoin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276599-E186-4C48-87AD-FFF8F7542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3698960"/>
              </p:ext>
            </p:extLst>
          </p:nvPr>
        </p:nvGraphicFramePr>
        <p:xfrm>
          <a:off x="1846580" y="2342147"/>
          <a:ext cx="9701953" cy="4363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9646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Physical Bitcoin Storage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302B05-2FC8-4CFB-93BF-5F4ADE2CC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63908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2497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Hardware Wallets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E5E64C-A9FE-449D-9232-0105AAB1C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615041"/>
              </p:ext>
            </p:extLst>
          </p:nvPr>
        </p:nvGraphicFramePr>
        <p:xfrm>
          <a:off x="1846580" y="2342153"/>
          <a:ext cx="9701953" cy="436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1089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Balancing Risk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E3C40B-2FAD-4B0E-87BB-553168128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24795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160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Balancing Risk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25742D-1E43-402D-9877-14556B4D9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703081"/>
              </p:ext>
            </p:extLst>
          </p:nvPr>
        </p:nvGraphicFramePr>
        <p:xfrm>
          <a:off x="1846580" y="2222959"/>
          <a:ext cx="9701953" cy="4209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1586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Diversifying Risk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0BA525-E993-448A-BF0A-FD9BBF605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441536"/>
              </p:ext>
            </p:extLst>
          </p:nvPr>
        </p:nvGraphicFramePr>
        <p:xfrm>
          <a:off x="1846580" y="2438399"/>
          <a:ext cx="9701953" cy="4203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726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 err="1"/>
              <a:t>Multisig</a:t>
            </a:r>
            <a:r>
              <a:rPr lang="en-US" dirty="0"/>
              <a:t> and Governance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2EE086-CC02-4DD6-BAD3-F54353716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385329"/>
              </p:ext>
            </p:extLst>
          </p:nvPr>
        </p:nvGraphicFramePr>
        <p:xfrm>
          <a:off x="1846580" y="2222959"/>
          <a:ext cx="9701953" cy="441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072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en-US" dirty="0" err="1"/>
              <a:t>Multisig</a:t>
            </a:r>
            <a:r>
              <a:rPr lang="en-US" dirty="0"/>
              <a:t> and Governance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2BE125F-84EF-4A17-A537-B00CCDEFA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6470617"/>
              </p:ext>
            </p:extLst>
          </p:nvPr>
        </p:nvGraphicFramePr>
        <p:xfrm>
          <a:off x="2933700" y="2438399"/>
          <a:ext cx="8770938" cy="417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022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en-US" dirty="0"/>
              <a:t>Survivability</a:t>
            </a:r>
            <a:endParaRPr lang="tr-TR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C19B00A-626B-4691-BD12-3F642FF00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180307"/>
              </p:ext>
            </p:extLst>
          </p:nvPr>
        </p:nvGraphicFramePr>
        <p:xfrm>
          <a:off x="2933700" y="2310063"/>
          <a:ext cx="8770938" cy="4251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55517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31F8C-F0AF-4B0A-A8A9-5CA738E0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Survivability</a:t>
            </a:r>
            <a:endParaRPr lang="tr-TR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DE2C7C-197F-4931-8E83-CB7630AD4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7143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7421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881CB0-1221-43BE-BE77-866AB4D5547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BD77A15-12B8-4FAB-A167-E0D60E5C92E2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D0DD1E-3DFD-459C-AF93-74007A3D127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1E32EF0-93A9-42DF-953A-1574E58C5864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73F2476-AF66-478D-98AC-4E572A85CCCE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C1FF5215-F946-48D6-BA7C-5BCEBE2D166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E9B1CB7D-F5B1-40C6-9E55-F1314B9B581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0F5362-ECD6-4C1D-9DFE-15BF7094511A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64A62ED5-69F8-4A9A-959F-BDFA4CB006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50" y="26"/>
                </a:moveTo>
                <a:cubicBezTo>
                  <a:pt x="3150" y="29"/>
                  <a:pt x="3149" y="31"/>
                  <a:pt x="3148" y="33"/>
                </a:cubicBezTo>
                <a:cubicBezTo>
                  <a:pt x="3130" y="54"/>
                  <a:pt x="3133" y="63"/>
                  <a:pt x="3126" y="63"/>
                </a:cubicBezTo>
                <a:cubicBezTo>
                  <a:pt x="3111" y="92"/>
                  <a:pt x="3109" y="94"/>
                  <a:pt x="3107" y="95"/>
                </a:cubicBezTo>
                <a:cubicBezTo>
                  <a:pt x="3075" y="145"/>
                  <a:pt x="3066" y="164"/>
                  <a:pt x="3058" y="184"/>
                </a:cubicBezTo>
                <a:cubicBezTo>
                  <a:pt x="3045" y="217"/>
                  <a:pt x="3044" y="224"/>
                  <a:pt x="3042" y="229"/>
                </a:cubicBezTo>
                <a:cubicBezTo>
                  <a:pt x="3041" y="231"/>
                  <a:pt x="3050" y="226"/>
                  <a:pt x="3049" y="213"/>
                </a:cubicBezTo>
                <a:cubicBezTo>
                  <a:pt x="3082" y="150"/>
                  <a:pt x="3087" y="141"/>
                  <a:pt x="3092" y="131"/>
                </a:cubicBezTo>
                <a:cubicBezTo>
                  <a:pt x="3108" y="113"/>
                  <a:pt x="3108" y="109"/>
                  <a:pt x="3110" y="108"/>
                </a:cubicBezTo>
                <a:cubicBezTo>
                  <a:pt x="3133" y="75"/>
                  <a:pt x="3137" y="65"/>
                  <a:pt x="3143" y="57"/>
                </a:cubicBezTo>
                <a:cubicBezTo>
                  <a:pt x="3162" y="30"/>
                  <a:pt x="3164" y="29"/>
                  <a:pt x="3163" y="26"/>
                </a:cubicBezTo>
                <a:cubicBezTo>
                  <a:pt x="3177" y="5"/>
                  <a:pt x="3181" y="3"/>
                  <a:pt x="3185" y="0"/>
                </a:cubicBezTo>
                <a:cubicBezTo>
                  <a:pt x="3164" y="11"/>
                  <a:pt x="3161" y="22"/>
                  <a:pt x="3150" y="26"/>
                </a:cubicBezTo>
                <a:close/>
                <a:moveTo>
                  <a:pt x="3022" y="73"/>
                </a:moveTo>
                <a:cubicBezTo>
                  <a:pt x="3020" y="92"/>
                  <a:pt x="3018" y="104"/>
                  <a:pt x="3017" y="128"/>
                </a:cubicBezTo>
                <a:cubicBezTo>
                  <a:pt x="3014" y="201"/>
                  <a:pt x="3015" y="208"/>
                  <a:pt x="3012" y="211"/>
                </a:cubicBezTo>
                <a:cubicBezTo>
                  <a:pt x="3017" y="255"/>
                  <a:pt x="3014" y="257"/>
                  <a:pt x="3016" y="263"/>
                </a:cubicBezTo>
                <a:cubicBezTo>
                  <a:pt x="3026" y="204"/>
                  <a:pt x="3025" y="199"/>
                  <a:pt x="3026" y="195"/>
                </a:cubicBezTo>
                <a:cubicBezTo>
                  <a:pt x="3040" y="153"/>
                  <a:pt x="3037" y="139"/>
                  <a:pt x="3044" y="134"/>
                </a:cubicBezTo>
                <a:cubicBezTo>
                  <a:pt x="3062" y="96"/>
                  <a:pt x="3065" y="93"/>
                  <a:pt x="3067" y="89"/>
                </a:cubicBezTo>
                <a:cubicBezTo>
                  <a:pt x="3083" y="65"/>
                  <a:pt x="3079" y="56"/>
                  <a:pt x="3086" y="57"/>
                </a:cubicBezTo>
                <a:cubicBezTo>
                  <a:pt x="3101" y="34"/>
                  <a:pt x="3103" y="33"/>
                  <a:pt x="3102" y="30"/>
                </a:cubicBezTo>
                <a:cubicBezTo>
                  <a:pt x="3111" y="0"/>
                  <a:pt x="3111" y="0"/>
                  <a:pt x="3111" y="0"/>
                </a:cubicBezTo>
                <a:cubicBezTo>
                  <a:pt x="3095" y="21"/>
                  <a:pt x="3096" y="29"/>
                  <a:pt x="3089" y="31"/>
                </a:cubicBezTo>
                <a:cubicBezTo>
                  <a:pt x="3073" y="69"/>
                  <a:pt x="3062" y="72"/>
                  <a:pt x="3060" y="83"/>
                </a:cubicBezTo>
                <a:cubicBezTo>
                  <a:pt x="3064" y="58"/>
                  <a:pt x="3069" y="55"/>
                  <a:pt x="3068" y="47"/>
                </a:cubicBezTo>
                <a:cubicBezTo>
                  <a:pt x="3085" y="0"/>
                  <a:pt x="3085" y="0"/>
                  <a:pt x="3085" y="0"/>
                </a:cubicBezTo>
                <a:cubicBezTo>
                  <a:pt x="3079" y="13"/>
                  <a:pt x="3075" y="16"/>
                  <a:pt x="3075" y="23"/>
                </a:cubicBezTo>
                <a:cubicBezTo>
                  <a:pt x="3058" y="55"/>
                  <a:pt x="3058" y="62"/>
                  <a:pt x="3057" y="68"/>
                </a:cubicBezTo>
                <a:cubicBezTo>
                  <a:pt x="3042" y="112"/>
                  <a:pt x="3040" y="124"/>
                  <a:pt x="3035" y="133"/>
                </a:cubicBezTo>
                <a:cubicBezTo>
                  <a:pt x="3018" y="179"/>
                  <a:pt x="3022" y="177"/>
                  <a:pt x="3020" y="169"/>
                </a:cubicBezTo>
                <a:cubicBezTo>
                  <a:pt x="3028" y="127"/>
                  <a:pt x="3035" y="121"/>
                  <a:pt x="3035" y="109"/>
                </a:cubicBezTo>
                <a:cubicBezTo>
                  <a:pt x="3047" y="70"/>
                  <a:pt x="3049" y="60"/>
                  <a:pt x="3053" y="51"/>
                </a:cubicBezTo>
                <a:cubicBezTo>
                  <a:pt x="3062" y="0"/>
                  <a:pt x="3062" y="0"/>
                  <a:pt x="3062" y="0"/>
                </a:cubicBezTo>
                <a:cubicBezTo>
                  <a:pt x="3048" y="47"/>
                  <a:pt x="3041" y="63"/>
                  <a:pt x="3038" y="82"/>
                </a:cubicBezTo>
                <a:cubicBezTo>
                  <a:pt x="3027" y="111"/>
                  <a:pt x="3030" y="119"/>
                  <a:pt x="3025" y="120"/>
                </a:cubicBezTo>
                <a:cubicBezTo>
                  <a:pt x="3021" y="108"/>
                  <a:pt x="3025" y="106"/>
                  <a:pt x="3024" y="99"/>
                </a:cubicBezTo>
                <a:cubicBezTo>
                  <a:pt x="3037" y="45"/>
                  <a:pt x="3042" y="43"/>
                  <a:pt x="3041" y="36"/>
                </a:cubicBezTo>
                <a:cubicBezTo>
                  <a:pt x="3045" y="0"/>
                  <a:pt x="3045" y="0"/>
                  <a:pt x="3045" y="0"/>
                </a:cubicBezTo>
                <a:cubicBezTo>
                  <a:pt x="3030" y="52"/>
                  <a:pt x="3028" y="56"/>
                  <a:pt x="3028" y="61"/>
                </a:cubicBezTo>
                <a:close/>
                <a:moveTo>
                  <a:pt x="3116" y="46"/>
                </a:moveTo>
                <a:cubicBezTo>
                  <a:pt x="3116" y="49"/>
                  <a:pt x="3113" y="49"/>
                  <a:pt x="3112" y="51"/>
                </a:cubicBezTo>
                <a:cubicBezTo>
                  <a:pt x="3103" y="60"/>
                  <a:pt x="3105" y="64"/>
                  <a:pt x="3102" y="65"/>
                </a:cubicBezTo>
                <a:cubicBezTo>
                  <a:pt x="3077" y="100"/>
                  <a:pt x="3078" y="112"/>
                  <a:pt x="3069" y="115"/>
                </a:cubicBezTo>
                <a:cubicBezTo>
                  <a:pt x="3059" y="148"/>
                  <a:pt x="3051" y="151"/>
                  <a:pt x="3050" y="160"/>
                </a:cubicBezTo>
                <a:cubicBezTo>
                  <a:pt x="3033" y="198"/>
                  <a:pt x="3037" y="206"/>
                  <a:pt x="3031" y="207"/>
                </a:cubicBezTo>
                <a:cubicBezTo>
                  <a:pt x="3028" y="240"/>
                  <a:pt x="3021" y="246"/>
                  <a:pt x="3028" y="247"/>
                </a:cubicBezTo>
                <a:cubicBezTo>
                  <a:pt x="3044" y="193"/>
                  <a:pt x="3046" y="187"/>
                  <a:pt x="3047" y="180"/>
                </a:cubicBezTo>
                <a:cubicBezTo>
                  <a:pt x="3066" y="142"/>
                  <a:pt x="3070" y="131"/>
                  <a:pt x="3078" y="123"/>
                </a:cubicBezTo>
                <a:cubicBezTo>
                  <a:pt x="3099" y="87"/>
                  <a:pt x="3100" y="84"/>
                  <a:pt x="3101" y="82"/>
                </a:cubicBezTo>
                <a:cubicBezTo>
                  <a:pt x="3138" y="36"/>
                  <a:pt x="3139" y="23"/>
                  <a:pt x="3149" y="18"/>
                </a:cubicBezTo>
                <a:cubicBezTo>
                  <a:pt x="3145" y="6"/>
                  <a:pt x="3139" y="11"/>
                  <a:pt x="3136" y="19"/>
                </a:cubicBezTo>
                <a:close/>
                <a:moveTo>
                  <a:pt x="3177" y="40"/>
                </a:moveTo>
                <a:cubicBezTo>
                  <a:pt x="3172" y="44"/>
                  <a:pt x="3174" y="55"/>
                  <a:pt x="3165" y="56"/>
                </a:cubicBezTo>
                <a:cubicBezTo>
                  <a:pt x="3146" y="83"/>
                  <a:pt x="3143" y="85"/>
                  <a:pt x="3143" y="90"/>
                </a:cubicBezTo>
                <a:cubicBezTo>
                  <a:pt x="3128" y="108"/>
                  <a:pt x="3126" y="110"/>
                  <a:pt x="3123" y="111"/>
                </a:cubicBezTo>
                <a:cubicBezTo>
                  <a:pt x="3100" y="150"/>
                  <a:pt x="3089" y="160"/>
                  <a:pt x="3084" y="173"/>
                </a:cubicBezTo>
                <a:cubicBezTo>
                  <a:pt x="3061" y="210"/>
                  <a:pt x="3060" y="214"/>
                  <a:pt x="3061" y="218"/>
                </a:cubicBezTo>
                <a:cubicBezTo>
                  <a:pt x="3044" y="256"/>
                  <a:pt x="3048" y="268"/>
                  <a:pt x="3040" y="270"/>
                </a:cubicBezTo>
                <a:cubicBezTo>
                  <a:pt x="3036" y="343"/>
                  <a:pt x="3029" y="331"/>
                  <a:pt x="3034" y="330"/>
                </a:cubicBezTo>
                <a:cubicBezTo>
                  <a:pt x="3039" y="292"/>
                  <a:pt x="3042" y="288"/>
                  <a:pt x="3043" y="283"/>
                </a:cubicBezTo>
                <a:cubicBezTo>
                  <a:pt x="3059" y="238"/>
                  <a:pt x="3058" y="231"/>
                  <a:pt x="3064" y="229"/>
                </a:cubicBezTo>
                <a:cubicBezTo>
                  <a:pt x="3084" y="187"/>
                  <a:pt x="3087" y="184"/>
                  <a:pt x="3089" y="179"/>
                </a:cubicBezTo>
                <a:cubicBezTo>
                  <a:pt x="3124" y="131"/>
                  <a:pt x="3123" y="135"/>
                  <a:pt x="3127" y="131"/>
                </a:cubicBezTo>
                <a:cubicBezTo>
                  <a:pt x="3145" y="105"/>
                  <a:pt x="3144" y="100"/>
                  <a:pt x="3148" y="99"/>
                </a:cubicBezTo>
                <a:cubicBezTo>
                  <a:pt x="3161" y="79"/>
                  <a:pt x="3163" y="77"/>
                  <a:pt x="3164" y="74"/>
                </a:cubicBezTo>
                <a:cubicBezTo>
                  <a:pt x="3188" y="45"/>
                  <a:pt x="3190" y="38"/>
                  <a:pt x="3196" y="34"/>
                </a:cubicBezTo>
                <a:cubicBezTo>
                  <a:pt x="3215" y="7"/>
                  <a:pt x="3223" y="9"/>
                  <a:pt x="3220" y="2"/>
                </a:cubicBezTo>
                <a:cubicBezTo>
                  <a:pt x="3209" y="3"/>
                  <a:pt x="3209" y="7"/>
                  <a:pt x="3205" y="7"/>
                </a:cubicBezTo>
                <a:cubicBezTo>
                  <a:pt x="3184" y="32"/>
                  <a:pt x="3182" y="37"/>
                  <a:pt x="3177" y="40"/>
                </a:cubicBezTo>
                <a:close/>
                <a:moveTo>
                  <a:pt x="3014" y="80"/>
                </a:moveTo>
                <a:cubicBezTo>
                  <a:pt x="3011" y="54"/>
                  <a:pt x="3017" y="36"/>
                  <a:pt x="3018" y="14"/>
                </a:cubicBezTo>
                <a:cubicBezTo>
                  <a:pt x="3022" y="13"/>
                  <a:pt x="3019" y="6"/>
                  <a:pt x="3022" y="5"/>
                </a:cubicBezTo>
                <a:cubicBezTo>
                  <a:pt x="3023" y="4"/>
                  <a:pt x="3024" y="2"/>
                  <a:pt x="3025" y="0"/>
                </a:cubicBezTo>
                <a:cubicBezTo>
                  <a:pt x="3015" y="0"/>
                  <a:pt x="3015" y="0"/>
                  <a:pt x="3015" y="0"/>
                </a:cubicBezTo>
                <a:cubicBezTo>
                  <a:pt x="3012" y="6"/>
                  <a:pt x="3014" y="15"/>
                  <a:pt x="3009" y="19"/>
                </a:cubicBezTo>
                <a:cubicBezTo>
                  <a:pt x="3009" y="31"/>
                  <a:pt x="3009" y="44"/>
                  <a:pt x="3008" y="56"/>
                </a:cubicBezTo>
                <a:cubicBezTo>
                  <a:pt x="3008" y="60"/>
                  <a:pt x="3008" y="65"/>
                  <a:pt x="3009" y="69"/>
                </a:cubicBezTo>
                <a:cubicBezTo>
                  <a:pt x="3010" y="73"/>
                  <a:pt x="3007" y="82"/>
                  <a:pt x="3014" y="80"/>
                </a:cubicBezTo>
                <a:close/>
                <a:moveTo>
                  <a:pt x="2154" y="176"/>
                </a:moveTo>
                <a:cubicBezTo>
                  <a:pt x="2152" y="182"/>
                  <a:pt x="2146" y="191"/>
                  <a:pt x="2153" y="194"/>
                </a:cubicBezTo>
                <a:cubicBezTo>
                  <a:pt x="2159" y="188"/>
                  <a:pt x="2164" y="180"/>
                  <a:pt x="2169" y="171"/>
                </a:cubicBezTo>
                <a:cubicBezTo>
                  <a:pt x="2175" y="150"/>
                  <a:pt x="2180" y="133"/>
                  <a:pt x="2186" y="119"/>
                </a:cubicBezTo>
                <a:cubicBezTo>
                  <a:pt x="2187" y="111"/>
                  <a:pt x="2188" y="103"/>
                  <a:pt x="2192" y="94"/>
                </a:cubicBezTo>
                <a:cubicBezTo>
                  <a:pt x="2190" y="89"/>
                  <a:pt x="2193" y="91"/>
                  <a:pt x="2194" y="85"/>
                </a:cubicBezTo>
                <a:cubicBezTo>
                  <a:pt x="2196" y="81"/>
                  <a:pt x="2197" y="76"/>
                  <a:pt x="2199" y="71"/>
                </a:cubicBezTo>
                <a:cubicBezTo>
                  <a:pt x="2200" y="47"/>
                  <a:pt x="2202" y="27"/>
                  <a:pt x="2205" y="0"/>
                </a:cubicBezTo>
                <a:cubicBezTo>
                  <a:pt x="2197" y="0"/>
                  <a:pt x="2197" y="0"/>
                  <a:pt x="2197" y="0"/>
                </a:cubicBezTo>
                <a:cubicBezTo>
                  <a:pt x="2196" y="4"/>
                  <a:pt x="2196" y="9"/>
                  <a:pt x="2195" y="13"/>
                </a:cubicBezTo>
                <a:cubicBezTo>
                  <a:pt x="2197" y="21"/>
                  <a:pt x="2191" y="35"/>
                  <a:pt x="2194" y="40"/>
                </a:cubicBezTo>
                <a:cubicBezTo>
                  <a:pt x="2195" y="41"/>
                  <a:pt x="2191" y="42"/>
                  <a:pt x="2191" y="41"/>
                </a:cubicBezTo>
                <a:cubicBezTo>
                  <a:pt x="2191" y="46"/>
                  <a:pt x="2192" y="50"/>
                  <a:pt x="2192" y="55"/>
                </a:cubicBezTo>
                <a:cubicBezTo>
                  <a:pt x="2192" y="55"/>
                  <a:pt x="2189" y="55"/>
                  <a:pt x="2189" y="57"/>
                </a:cubicBezTo>
                <a:cubicBezTo>
                  <a:pt x="2189" y="57"/>
                  <a:pt x="2191" y="58"/>
                  <a:pt x="2191" y="59"/>
                </a:cubicBezTo>
                <a:cubicBezTo>
                  <a:pt x="2191" y="62"/>
                  <a:pt x="2192" y="64"/>
                  <a:pt x="2190" y="68"/>
                </a:cubicBezTo>
                <a:cubicBezTo>
                  <a:pt x="2187" y="76"/>
                  <a:pt x="2186" y="89"/>
                  <a:pt x="2181" y="93"/>
                </a:cubicBezTo>
                <a:cubicBezTo>
                  <a:pt x="2185" y="94"/>
                  <a:pt x="2179" y="102"/>
                  <a:pt x="2179" y="106"/>
                </a:cubicBezTo>
                <a:cubicBezTo>
                  <a:pt x="2181" y="109"/>
                  <a:pt x="2179" y="114"/>
                  <a:pt x="2177" y="119"/>
                </a:cubicBezTo>
                <a:cubicBezTo>
                  <a:pt x="2171" y="131"/>
                  <a:pt x="2167" y="145"/>
                  <a:pt x="2163" y="160"/>
                </a:cubicBezTo>
                <a:cubicBezTo>
                  <a:pt x="2162" y="164"/>
                  <a:pt x="2159" y="164"/>
                  <a:pt x="2158" y="168"/>
                </a:cubicBezTo>
                <a:cubicBezTo>
                  <a:pt x="2157" y="171"/>
                  <a:pt x="2157" y="176"/>
                  <a:pt x="2154" y="176"/>
                </a:cubicBezTo>
                <a:close/>
                <a:moveTo>
                  <a:pt x="2311" y="845"/>
                </a:moveTo>
                <a:cubicBezTo>
                  <a:pt x="2314" y="849"/>
                  <a:pt x="2316" y="854"/>
                  <a:pt x="2323" y="858"/>
                </a:cubicBezTo>
                <a:cubicBezTo>
                  <a:pt x="2344" y="898"/>
                  <a:pt x="2346" y="909"/>
                  <a:pt x="2357" y="917"/>
                </a:cubicBezTo>
                <a:cubicBezTo>
                  <a:pt x="2373" y="962"/>
                  <a:pt x="2374" y="968"/>
                  <a:pt x="2379" y="974"/>
                </a:cubicBezTo>
                <a:cubicBezTo>
                  <a:pt x="2402" y="1039"/>
                  <a:pt x="2405" y="1045"/>
                  <a:pt x="2406" y="1052"/>
                </a:cubicBezTo>
                <a:cubicBezTo>
                  <a:pt x="2428" y="1117"/>
                  <a:pt x="2430" y="1124"/>
                  <a:pt x="2429" y="1131"/>
                </a:cubicBezTo>
                <a:cubicBezTo>
                  <a:pt x="2441" y="1178"/>
                  <a:pt x="2454" y="1182"/>
                  <a:pt x="2448" y="1190"/>
                </a:cubicBezTo>
                <a:cubicBezTo>
                  <a:pt x="2462" y="1236"/>
                  <a:pt x="2466" y="1242"/>
                  <a:pt x="2469" y="1249"/>
                </a:cubicBezTo>
                <a:cubicBezTo>
                  <a:pt x="2482" y="1291"/>
                  <a:pt x="2482" y="1294"/>
                  <a:pt x="2486" y="1297"/>
                </a:cubicBezTo>
                <a:cubicBezTo>
                  <a:pt x="2499" y="1333"/>
                  <a:pt x="2498" y="1340"/>
                  <a:pt x="2504" y="1345"/>
                </a:cubicBezTo>
                <a:cubicBezTo>
                  <a:pt x="2523" y="1391"/>
                  <a:pt x="2526" y="1397"/>
                  <a:pt x="2531" y="1403"/>
                </a:cubicBezTo>
                <a:cubicBezTo>
                  <a:pt x="2541" y="1435"/>
                  <a:pt x="2545" y="1437"/>
                  <a:pt x="2548" y="1440"/>
                </a:cubicBezTo>
                <a:cubicBezTo>
                  <a:pt x="2563" y="1473"/>
                  <a:pt x="2567" y="1475"/>
                  <a:pt x="2567" y="1479"/>
                </a:cubicBezTo>
                <a:cubicBezTo>
                  <a:pt x="2616" y="1536"/>
                  <a:pt x="2619" y="1537"/>
                  <a:pt x="2623" y="1537"/>
                </a:cubicBezTo>
                <a:cubicBezTo>
                  <a:pt x="2627" y="1538"/>
                  <a:pt x="2626" y="1536"/>
                  <a:pt x="2624" y="1535"/>
                </a:cubicBezTo>
                <a:cubicBezTo>
                  <a:pt x="2576" y="1476"/>
                  <a:pt x="2567" y="1471"/>
                  <a:pt x="2569" y="1465"/>
                </a:cubicBezTo>
                <a:cubicBezTo>
                  <a:pt x="2557" y="1435"/>
                  <a:pt x="2550" y="1434"/>
                  <a:pt x="2552" y="1430"/>
                </a:cubicBezTo>
                <a:cubicBezTo>
                  <a:pt x="2534" y="1388"/>
                  <a:pt x="2528" y="1383"/>
                  <a:pt x="2527" y="1377"/>
                </a:cubicBezTo>
                <a:cubicBezTo>
                  <a:pt x="2513" y="1348"/>
                  <a:pt x="2509" y="1345"/>
                  <a:pt x="2506" y="1342"/>
                </a:cubicBezTo>
                <a:cubicBezTo>
                  <a:pt x="2504" y="1319"/>
                  <a:pt x="2497" y="1314"/>
                  <a:pt x="2498" y="1307"/>
                </a:cubicBezTo>
                <a:cubicBezTo>
                  <a:pt x="2481" y="1279"/>
                  <a:pt x="2493" y="1274"/>
                  <a:pt x="2484" y="1272"/>
                </a:cubicBezTo>
                <a:cubicBezTo>
                  <a:pt x="2476" y="1250"/>
                  <a:pt x="2478" y="1244"/>
                  <a:pt x="2473" y="1238"/>
                </a:cubicBezTo>
                <a:cubicBezTo>
                  <a:pt x="2460" y="1192"/>
                  <a:pt x="2460" y="1189"/>
                  <a:pt x="2458" y="1186"/>
                </a:cubicBezTo>
                <a:cubicBezTo>
                  <a:pt x="2450" y="1144"/>
                  <a:pt x="2438" y="1140"/>
                  <a:pt x="2441" y="1133"/>
                </a:cubicBezTo>
                <a:cubicBezTo>
                  <a:pt x="2428" y="1087"/>
                  <a:pt x="2424" y="1075"/>
                  <a:pt x="2416" y="1064"/>
                </a:cubicBezTo>
                <a:cubicBezTo>
                  <a:pt x="2410" y="1041"/>
                  <a:pt x="2411" y="1035"/>
                  <a:pt x="2407" y="1030"/>
                </a:cubicBezTo>
                <a:cubicBezTo>
                  <a:pt x="2387" y="974"/>
                  <a:pt x="2384" y="968"/>
                  <a:pt x="2380" y="962"/>
                </a:cubicBezTo>
                <a:cubicBezTo>
                  <a:pt x="2366" y="915"/>
                  <a:pt x="2355" y="909"/>
                  <a:pt x="2357" y="902"/>
                </a:cubicBezTo>
                <a:cubicBezTo>
                  <a:pt x="2339" y="870"/>
                  <a:pt x="2335" y="867"/>
                  <a:pt x="2335" y="864"/>
                </a:cubicBezTo>
                <a:cubicBezTo>
                  <a:pt x="2329" y="853"/>
                  <a:pt x="2327" y="850"/>
                  <a:pt x="2322" y="847"/>
                </a:cubicBezTo>
                <a:close/>
                <a:moveTo>
                  <a:pt x="2226" y="830"/>
                </a:moveTo>
                <a:cubicBezTo>
                  <a:pt x="2225" y="835"/>
                  <a:pt x="2237" y="841"/>
                  <a:pt x="2240" y="840"/>
                </a:cubicBezTo>
                <a:cubicBezTo>
                  <a:pt x="2280" y="885"/>
                  <a:pt x="2282" y="892"/>
                  <a:pt x="2288" y="898"/>
                </a:cubicBezTo>
                <a:cubicBezTo>
                  <a:pt x="2309" y="930"/>
                  <a:pt x="2309" y="932"/>
                  <a:pt x="2309" y="933"/>
                </a:cubicBezTo>
                <a:cubicBezTo>
                  <a:pt x="2324" y="964"/>
                  <a:pt x="2328" y="967"/>
                  <a:pt x="2329" y="970"/>
                </a:cubicBezTo>
                <a:cubicBezTo>
                  <a:pt x="2351" y="1008"/>
                  <a:pt x="2350" y="1015"/>
                  <a:pt x="2355" y="1021"/>
                </a:cubicBezTo>
                <a:cubicBezTo>
                  <a:pt x="2373" y="1067"/>
                  <a:pt x="2375" y="1070"/>
                  <a:pt x="2375" y="1074"/>
                </a:cubicBezTo>
                <a:cubicBezTo>
                  <a:pt x="2397" y="1132"/>
                  <a:pt x="2396" y="1135"/>
                  <a:pt x="2401" y="1138"/>
                </a:cubicBezTo>
                <a:cubicBezTo>
                  <a:pt x="2407" y="1163"/>
                  <a:pt x="2406" y="1167"/>
                  <a:pt x="2414" y="1170"/>
                </a:cubicBezTo>
                <a:cubicBezTo>
                  <a:pt x="2421" y="1203"/>
                  <a:pt x="2425" y="1211"/>
                  <a:pt x="2422" y="1220"/>
                </a:cubicBezTo>
                <a:cubicBezTo>
                  <a:pt x="2443" y="1271"/>
                  <a:pt x="2443" y="1273"/>
                  <a:pt x="2443" y="1276"/>
                </a:cubicBezTo>
                <a:cubicBezTo>
                  <a:pt x="2453" y="1306"/>
                  <a:pt x="2452" y="1312"/>
                  <a:pt x="2457" y="1317"/>
                </a:cubicBezTo>
                <a:cubicBezTo>
                  <a:pt x="2463" y="1344"/>
                  <a:pt x="2471" y="1346"/>
                  <a:pt x="2470" y="1349"/>
                </a:cubicBezTo>
                <a:cubicBezTo>
                  <a:pt x="2487" y="1386"/>
                  <a:pt x="2484" y="1392"/>
                  <a:pt x="2494" y="1396"/>
                </a:cubicBezTo>
                <a:cubicBezTo>
                  <a:pt x="2510" y="1433"/>
                  <a:pt x="2518" y="1438"/>
                  <a:pt x="2517" y="1443"/>
                </a:cubicBezTo>
                <a:cubicBezTo>
                  <a:pt x="2533" y="1461"/>
                  <a:pt x="2535" y="1463"/>
                  <a:pt x="2536" y="1466"/>
                </a:cubicBezTo>
                <a:cubicBezTo>
                  <a:pt x="2554" y="1485"/>
                  <a:pt x="2560" y="1493"/>
                  <a:pt x="2563" y="1489"/>
                </a:cubicBezTo>
                <a:cubicBezTo>
                  <a:pt x="2530" y="1445"/>
                  <a:pt x="2522" y="1441"/>
                  <a:pt x="2522" y="1436"/>
                </a:cubicBezTo>
                <a:cubicBezTo>
                  <a:pt x="2466" y="1320"/>
                  <a:pt x="2462" y="1316"/>
                  <a:pt x="2464" y="1311"/>
                </a:cubicBezTo>
                <a:cubicBezTo>
                  <a:pt x="2445" y="1263"/>
                  <a:pt x="2447" y="1258"/>
                  <a:pt x="2442" y="1254"/>
                </a:cubicBezTo>
                <a:cubicBezTo>
                  <a:pt x="2435" y="1229"/>
                  <a:pt x="2435" y="1227"/>
                  <a:pt x="2435" y="1224"/>
                </a:cubicBezTo>
                <a:cubicBezTo>
                  <a:pt x="2407" y="1143"/>
                  <a:pt x="2407" y="1133"/>
                  <a:pt x="2403" y="1124"/>
                </a:cubicBezTo>
                <a:cubicBezTo>
                  <a:pt x="2396" y="1104"/>
                  <a:pt x="2396" y="1099"/>
                  <a:pt x="2394" y="1094"/>
                </a:cubicBezTo>
                <a:cubicBezTo>
                  <a:pt x="2379" y="1056"/>
                  <a:pt x="2379" y="1054"/>
                  <a:pt x="2377" y="1052"/>
                </a:cubicBezTo>
                <a:cubicBezTo>
                  <a:pt x="2362" y="1018"/>
                  <a:pt x="2360" y="1013"/>
                  <a:pt x="2359" y="1008"/>
                </a:cubicBezTo>
                <a:cubicBezTo>
                  <a:pt x="2322" y="939"/>
                  <a:pt x="2316" y="929"/>
                  <a:pt x="2311" y="919"/>
                </a:cubicBezTo>
                <a:cubicBezTo>
                  <a:pt x="2268" y="860"/>
                  <a:pt x="2269" y="857"/>
                  <a:pt x="2267" y="855"/>
                </a:cubicBezTo>
                <a:cubicBezTo>
                  <a:pt x="2242" y="833"/>
                  <a:pt x="2236" y="829"/>
                  <a:pt x="2230" y="825"/>
                </a:cubicBezTo>
                <a:cubicBezTo>
                  <a:pt x="2215" y="829"/>
                  <a:pt x="2217" y="829"/>
                  <a:pt x="2219" y="829"/>
                </a:cubicBezTo>
                <a:close/>
                <a:moveTo>
                  <a:pt x="3510" y="16"/>
                </a:moveTo>
                <a:cubicBezTo>
                  <a:pt x="3524" y="18"/>
                  <a:pt x="3535" y="22"/>
                  <a:pt x="3546" y="27"/>
                </a:cubicBezTo>
                <a:cubicBezTo>
                  <a:pt x="3580" y="42"/>
                  <a:pt x="3582" y="38"/>
                  <a:pt x="3584" y="42"/>
                </a:cubicBezTo>
                <a:cubicBezTo>
                  <a:pt x="3618" y="52"/>
                  <a:pt x="3623" y="54"/>
                  <a:pt x="3628" y="56"/>
                </a:cubicBezTo>
                <a:cubicBezTo>
                  <a:pt x="3702" y="78"/>
                  <a:pt x="3712" y="88"/>
                  <a:pt x="3727" y="91"/>
                </a:cubicBezTo>
                <a:cubicBezTo>
                  <a:pt x="3785" y="120"/>
                  <a:pt x="3787" y="122"/>
                  <a:pt x="3791" y="123"/>
                </a:cubicBezTo>
                <a:cubicBezTo>
                  <a:pt x="3770" y="103"/>
                  <a:pt x="3762" y="105"/>
                  <a:pt x="3760" y="99"/>
                </a:cubicBezTo>
                <a:cubicBezTo>
                  <a:pt x="3707" y="77"/>
                  <a:pt x="3699" y="70"/>
                  <a:pt x="3688" y="67"/>
                </a:cubicBezTo>
                <a:cubicBezTo>
                  <a:pt x="3618" y="44"/>
                  <a:pt x="3610" y="38"/>
                  <a:pt x="3599" y="36"/>
                </a:cubicBezTo>
                <a:cubicBezTo>
                  <a:pt x="3547" y="17"/>
                  <a:pt x="3540" y="18"/>
                  <a:pt x="3538" y="12"/>
                </a:cubicBezTo>
                <a:cubicBezTo>
                  <a:pt x="3504" y="1"/>
                  <a:pt x="3503" y="1"/>
                  <a:pt x="3503" y="0"/>
                </a:cubicBezTo>
                <a:cubicBezTo>
                  <a:pt x="3495" y="8"/>
                  <a:pt x="3505" y="9"/>
                  <a:pt x="3510" y="16"/>
                </a:cubicBezTo>
                <a:close/>
                <a:moveTo>
                  <a:pt x="3427" y="20"/>
                </a:moveTo>
                <a:cubicBezTo>
                  <a:pt x="3431" y="23"/>
                  <a:pt x="3439" y="22"/>
                  <a:pt x="3441" y="28"/>
                </a:cubicBezTo>
                <a:cubicBezTo>
                  <a:pt x="3472" y="49"/>
                  <a:pt x="3482" y="47"/>
                  <a:pt x="3484" y="53"/>
                </a:cubicBezTo>
                <a:cubicBezTo>
                  <a:pt x="3561" y="81"/>
                  <a:pt x="3567" y="88"/>
                  <a:pt x="3580" y="88"/>
                </a:cubicBezTo>
                <a:cubicBezTo>
                  <a:pt x="3610" y="99"/>
                  <a:pt x="3608" y="105"/>
                  <a:pt x="3614" y="103"/>
                </a:cubicBezTo>
                <a:cubicBezTo>
                  <a:pt x="3673" y="129"/>
                  <a:pt x="3682" y="128"/>
                  <a:pt x="3686" y="133"/>
                </a:cubicBezTo>
                <a:cubicBezTo>
                  <a:pt x="3728" y="150"/>
                  <a:pt x="3736" y="150"/>
                  <a:pt x="3738" y="156"/>
                </a:cubicBezTo>
                <a:cubicBezTo>
                  <a:pt x="3766" y="171"/>
                  <a:pt x="3768" y="173"/>
                  <a:pt x="3770" y="175"/>
                </a:cubicBezTo>
                <a:cubicBezTo>
                  <a:pt x="3815" y="218"/>
                  <a:pt x="3820" y="221"/>
                  <a:pt x="3824" y="226"/>
                </a:cubicBezTo>
                <a:cubicBezTo>
                  <a:pt x="3840" y="232"/>
                  <a:pt x="3826" y="226"/>
                  <a:pt x="3823" y="217"/>
                </a:cubicBezTo>
                <a:cubicBezTo>
                  <a:pt x="3809" y="197"/>
                  <a:pt x="3803" y="200"/>
                  <a:pt x="3804" y="195"/>
                </a:cubicBezTo>
                <a:cubicBezTo>
                  <a:pt x="3780" y="170"/>
                  <a:pt x="3772" y="173"/>
                  <a:pt x="3772" y="166"/>
                </a:cubicBezTo>
                <a:cubicBezTo>
                  <a:pt x="3732" y="139"/>
                  <a:pt x="3725" y="141"/>
                  <a:pt x="3724" y="135"/>
                </a:cubicBezTo>
                <a:cubicBezTo>
                  <a:pt x="3672" y="119"/>
                  <a:pt x="3670" y="114"/>
                  <a:pt x="3665" y="113"/>
                </a:cubicBezTo>
                <a:cubicBezTo>
                  <a:pt x="3622" y="94"/>
                  <a:pt x="3612" y="93"/>
                  <a:pt x="3607" y="88"/>
                </a:cubicBezTo>
                <a:cubicBezTo>
                  <a:pt x="3553" y="69"/>
                  <a:pt x="3545" y="69"/>
                  <a:pt x="3539" y="65"/>
                </a:cubicBezTo>
                <a:cubicBezTo>
                  <a:pt x="3500" y="46"/>
                  <a:pt x="3489" y="45"/>
                  <a:pt x="3481" y="40"/>
                </a:cubicBezTo>
                <a:cubicBezTo>
                  <a:pt x="3448" y="23"/>
                  <a:pt x="3449" y="17"/>
                  <a:pt x="3444" y="19"/>
                </a:cubicBezTo>
                <a:cubicBezTo>
                  <a:pt x="3422" y="2"/>
                  <a:pt x="3421" y="1"/>
                  <a:pt x="3421" y="0"/>
                </a:cubicBezTo>
                <a:close/>
                <a:moveTo>
                  <a:pt x="2120" y="152"/>
                </a:moveTo>
                <a:cubicBezTo>
                  <a:pt x="2122" y="149"/>
                  <a:pt x="2127" y="152"/>
                  <a:pt x="2126" y="145"/>
                </a:cubicBezTo>
                <a:cubicBezTo>
                  <a:pt x="2128" y="141"/>
                  <a:pt x="2129" y="136"/>
                  <a:pt x="2130" y="132"/>
                </a:cubicBezTo>
                <a:cubicBezTo>
                  <a:pt x="2133" y="135"/>
                  <a:pt x="2137" y="123"/>
                  <a:pt x="2133" y="124"/>
                </a:cubicBezTo>
                <a:cubicBezTo>
                  <a:pt x="2133" y="119"/>
                  <a:pt x="2138" y="121"/>
                  <a:pt x="2138" y="114"/>
                </a:cubicBezTo>
                <a:cubicBezTo>
                  <a:pt x="2137" y="106"/>
                  <a:pt x="2141" y="96"/>
                  <a:pt x="2144" y="86"/>
                </a:cubicBezTo>
                <a:cubicBezTo>
                  <a:pt x="2144" y="69"/>
                  <a:pt x="2149" y="48"/>
                  <a:pt x="2154" y="28"/>
                </a:cubicBezTo>
                <a:cubicBezTo>
                  <a:pt x="2152" y="20"/>
                  <a:pt x="2156" y="9"/>
                  <a:pt x="2156" y="0"/>
                </a:cubicBezTo>
                <a:cubicBezTo>
                  <a:pt x="2146" y="0"/>
                  <a:pt x="2146" y="0"/>
                  <a:pt x="2146" y="0"/>
                </a:cubicBezTo>
                <a:cubicBezTo>
                  <a:pt x="2146" y="12"/>
                  <a:pt x="2145" y="24"/>
                  <a:pt x="2146" y="35"/>
                </a:cubicBezTo>
                <a:cubicBezTo>
                  <a:pt x="2140" y="38"/>
                  <a:pt x="2145" y="45"/>
                  <a:pt x="2140" y="53"/>
                </a:cubicBezTo>
                <a:cubicBezTo>
                  <a:pt x="2143" y="59"/>
                  <a:pt x="2137" y="69"/>
                  <a:pt x="2135" y="77"/>
                </a:cubicBezTo>
                <a:cubicBezTo>
                  <a:pt x="2143" y="79"/>
                  <a:pt x="2129" y="83"/>
                  <a:pt x="2136" y="84"/>
                </a:cubicBezTo>
                <a:cubicBezTo>
                  <a:pt x="2134" y="88"/>
                  <a:pt x="2133" y="92"/>
                  <a:pt x="2132" y="96"/>
                </a:cubicBezTo>
                <a:cubicBezTo>
                  <a:pt x="2127" y="106"/>
                  <a:pt x="2131" y="111"/>
                  <a:pt x="2127" y="120"/>
                </a:cubicBezTo>
                <a:cubicBezTo>
                  <a:pt x="2126" y="127"/>
                  <a:pt x="2123" y="131"/>
                  <a:pt x="2120" y="136"/>
                </a:cubicBezTo>
                <a:cubicBezTo>
                  <a:pt x="2119" y="142"/>
                  <a:pt x="2114" y="150"/>
                  <a:pt x="2120" y="152"/>
                </a:cubicBezTo>
                <a:close/>
                <a:moveTo>
                  <a:pt x="3473" y="21"/>
                </a:moveTo>
                <a:cubicBezTo>
                  <a:pt x="3474" y="26"/>
                  <a:pt x="3481" y="23"/>
                  <a:pt x="3482" y="27"/>
                </a:cubicBezTo>
                <a:cubicBezTo>
                  <a:pt x="3525" y="42"/>
                  <a:pt x="3529" y="41"/>
                  <a:pt x="3529" y="43"/>
                </a:cubicBezTo>
                <a:cubicBezTo>
                  <a:pt x="3556" y="50"/>
                  <a:pt x="3560" y="53"/>
                  <a:pt x="3565" y="54"/>
                </a:cubicBezTo>
                <a:cubicBezTo>
                  <a:pt x="3587" y="59"/>
                  <a:pt x="3590" y="63"/>
                  <a:pt x="3596" y="63"/>
                </a:cubicBezTo>
                <a:cubicBezTo>
                  <a:pt x="3658" y="81"/>
                  <a:pt x="3665" y="83"/>
                  <a:pt x="3672" y="84"/>
                </a:cubicBezTo>
                <a:cubicBezTo>
                  <a:pt x="3705" y="94"/>
                  <a:pt x="3704" y="100"/>
                  <a:pt x="3710" y="98"/>
                </a:cubicBezTo>
                <a:cubicBezTo>
                  <a:pt x="3741" y="113"/>
                  <a:pt x="3750" y="122"/>
                  <a:pt x="3762" y="128"/>
                </a:cubicBezTo>
                <a:cubicBezTo>
                  <a:pt x="3734" y="106"/>
                  <a:pt x="3735" y="102"/>
                  <a:pt x="3732" y="101"/>
                </a:cubicBezTo>
                <a:cubicBezTo>
                  <a:pt x="3703" y="87"/>
                  <a:pt x="3695" y="86"/>
                  <a:pt x="3691" y="80"/>
                </a:cubicBezTo>
                <a:cubicBezTo>
                  <a:pt x="3643" y="67"/>
                  <a:pt x="3634" y="68"/>
                  <a:pt x="3631" y="63"/>
                </a:cubicBezTo>
                <a:cubicBezTo>
                  <a:pt x="3595" y="53"/>
                  <a:pt x="3580" y="51"/>
                  <a:pt x="3566" y="45"/>
                </a:cubicBezTo>
                <a:cubicBezTo>
                  <a:pt x="3521" y="29"/>
                  <a:pt x="3512" y="29"/>
                  <a:pt x="3506" y="25"/>
                </a:cubicBezTo>
                <a:cubicBezTo>
                  <a:pt x="3450" y="1"/>
                  <a:pt x="3450" y="1"/>
                  <a:pt x="3449" y="0"/>
                </a:cubicBezTo>
                <a:cubicBezTo>
                  <a:pt x="3460" y="14"/>
                  <a:pt x="3465" y="20"/>
                  <a:pt x="3473" y="21"/>
                </a:cubicBezTo>
                <a:close/>
                <a:moveTo>
                  <a:pt x="3620" y="24"/>
                </a:moveTo>
                <a:cubicBezTo>
                  <a:pt x="3631" y="33"/>
                  <a:pt x="3648" y="37"/>
                  <a:pt x="3660" y="45"/>
                </a:cubicBezTo>
                <a:cubicBezTo>
                  <a:pt x="3693" y="63"/>
                  <a:pt x="3695" y="64"/>
                  <a:pt x="3697" y="64"/>
                </a:cubicBezTo>
                <a:cubicBezTo>
                  <a:pt x="3679" y="44"/>
                  <a:pt x="3672" y="47"/>
                  <a:pt x="3673" y="40"/>
                </a:cubicBezTo>
                <a:cubicBezTo>
                  <a:pt x="3676" y="28"/>
                  <a:pt x="3672" y="29"/>
                  <a:pt x="3670" y="27"/>
                </a:cubicBezTo>
                <a:cubicBezTo>
                  <a:pt x="3650" y="7"/>
                  <a:pt x="3647" y="4"/>
                  <a:pt x="3644" y="0"/>
                </a:cubicBezTo>
                <a:cubicBezTo>
                  <a:pt x="3635" y="4"/>
                  <a:pt x="3633" y="2"/>
                  <a:pt x="3633" y="1"/>
                </a:cubicBezTo>
                <a:cubicBezTo>
                  <a:pt x="3612" y="3"/>
                  <a:pt x="3615" y="4"/>
                  <a:pt x="3618" y="7"/>
                </a:cubicBezTo>
                <a:cubicBezTo>
                  <a:pt x="3628" y="5"/>
                  <a:pt x="3633" y="12"/>
                  <a:pt x="3636" y="12"/>
                </a:cubicBezTo>
                <a:cubicBezTo>
                  <a:pt x="3662" y="38"/>
                  <a:pt x="3670" y="35"/>
                  <a:pt x="3669" y="42"/>
                </a:cubicBezTo>
                <a:cubicBezTo>
                  <a:pt x="3626" y="22"/>
                  <a:pt x="3626" y="19"/>
                  <a:pt x="3622" y="19"/>
                </a:cubicBezTo>
                <a:cubicBezTo>
                  <a:pt x="3555" y="0"/>
                  <a:pt x="3555" y="0"/>
                  <a:pt x="3555" y="0"/>
                </a:cubicBezTo>
                <a:close/>
                <a:moveTo>
                  <a:pt x="3212" y="33"/>
                </a:moveTo>
                <a:cubicBezTo>
                  <a:pt x="3206" y="33"/>
                  <a:pt x="3205" y="37"/>
                  <a:pt x="3203" y="40"/>
                </a:cubicBezTo>
                <a:cubicBezTo>
                  <a:pt x="3189" y="62"/>
                  <a:pt x="3182" y="63"/>
                  <a:pt x="3181" y="70"/>
                </a:cubicBezTo>
                <a:cubicBezTo>
                  <a:pt x="3156" y="101"/>
                  <a:pt x="3153" y="105"/>
                  <a:pt x="3149" y="110"/>
                </a:cubicBezTo>
                <a:cubicBezTo>
                  <a:pt x="3127" y="142"/>
                  <a:pt x="3121" y="145"/>
                  <a:pt x="3117" y="149"/>
                </a:cubicBezTo>
                <a:cubicBezTo>
                  <a:pt x="3095" y="182"/>
                  <a:pt x="3097" y="191"/>
                  <a:pt x="3089" y="192"/>
                </a:cubicBezTo>
                <a:cubicBezTo>
                  <a:pt x="3072" y="230"/>
                  <a:pt x="3070" y="235"/>
                  <a:pt x="3067" y="240"/>
                </a:cubicBezTo>
                <a:cubicBezTo>
                  <a:pt x="3055" y="279"/>
                  <a:pt x="3050" y="279"/>
                  <a:pt x="3052" y="285"/>
                </a:cubicBezTo>
                <a:cubicBezTo>
                  <a:pt x="3062" y="273"/>
                  <a:pt x="3059" y="266"/>
                  <a:pt x="3062" y="264"/>
                </a:cubicBezTo>
                <a:cubicBezTo>
                  <a:pt x="3091" y="212"/>
                  <a:pt x="3094" y="199"/>
                  <a:pt x="3102" y="189"/>
                </a:cubicBezTo>
                <a:cubicBezTo>
                  <a:pt x="3129" y="153"/>
                  <a:pt x="3131" y="147"/>
                  <a:pt x="3134" y="141"/>
                </a:cubicBezTo>
                <a:cubicBezTo>
                  <a:pt x="3178" y="91"/>
                  <a:pt x="3180" y="84"/>
                  <a:pt x="3184" y="79"/>
                </a:cubicBezTo>
                <a:cubicBezTo>
                  <a:pt x="3206" y="54"/>
                  <a:pt x="3203" y="47"/>
                  <a:pt x="3210" y="48"/>
                </a:cubicBezTo>
                <a:cubicBezTo>
                  <a:pt x="3230" y="23"/>
                  <a:pt x="3232" y="21"/>
                  <a:pt x="3235" y="18"/>
                </a:cubicBezTo>
                <a:cubicBezTo>
                  <a:pt x="3236" y="0"/>
                  <a:pt x="3236" y="0"/>
                  <a:pt x="3236" y="0"/>
                </a:cubicBezTo>
                <a:close/>
                <a:moveTo>
                  <a:pt x="3233" y="56"/>
                </a:moveTo>
                <a:cubicBezTo>
                  <a:pt x="3233" y="58"/>
                  <a:pt x="3230" y="57"/>
                  <a:pt x="3229" y="58"/>
                </a:cubicBezTo>
                <a:cubicBezTo>
                  <a:pt x="3216" y="75"/>
                  <a:pt x="3212" y="85"/>
                  <a:pt x="3202" y="90"/>
                </a:cubicBezTo>
                <a:cubicBezTo>
                  <a:pt x="3171" y="129"/>
                  <a:pt x="3166" y="132"/>
                  <a:pt x="3164" y="137"/>
                </a:cubicBezTo>
                <a:cubicBezTo>
                  <a:pt x="3139" y="170"/>
                  <a:pt x="3133" y="178"/>
                  <a:pt x="3126" y="185"/>
                </a:cubicBezTo>
                <a:cubicBezTo>
                  <a:pt x="3100" y="228"/>
                  <a:pt x="3098" y="230"/>
                  <a:pt x="3099" y="233"/>
                </a:cubicBezTo>
                <a:cubicBezTo>
                  <a:pt x="3089" y="255"/>
                  <a:pt x="3084" y="261"/>
                  <a:pt x="3082" y="269"/>
                </a:cubicBezTo>
                <a:cubicBezTo>
                  <a:pt x="3073" y="289"/>
                  <a:pt x="3070" y="294"/>
                  <a:pt x="3071" y="301"/>
                </a:cubicBezTo>
                <a:cubicBezTo>
                  <a:pt x="3061" y="337"/>
                  <a:pt x="3052" y="344"/>
                  <a:pt x="3059" y="348"/>
                </a:cubicBezTo>
                <a:cubicBezTo>
                  <a:pt x="3069" y="311"/>
                  <a:pt x="3071" y="307"/>
                  <a:pt x="3073" y="305"/>
                </a:cubicBezTo>
                <a:cubicBezTo>
                  <a:pt x="3087" y="271"/>
                  <a:pt x="3088" y="268"/>
                  <a:pt x="3090" y="264"/>
                </a:cubicBezTo>
                <a:cubicBezTo>
                  <a:pt x="3111" y="237"/>
                  <a:pt x="3106" y="228"/>
                  <a:pt x="3109" y="226"/>
                </a:cubicBezTo>
                <a:cubicBezTo>
                  <a:pt x="3127" y="208"/>
                  <a:pt x="3122" y="199"/>
                  <a:pt x="3129" y="201"/>
                </a:cubicBezTo>
                <a:cubicBezTo>
                  <a:pt x="3162" y="155"/>
                  <a:pt x="3164" y="153"/>
                  <a:pt x="3165" y="150"/>
                </a:cubicBezTo>
                <a:cubicBezTo>
                  <a:pt x="3190" y="125"/>
                  <a:pt x="3187" y="118"/>
                  <a:pt x="3191" y="117"/>
                </a:cubicBezTo>
                <a:cubicBezTo>
                  <a:pt x="3208" y="99"/>
                  <a:pt x="3213" y="99"/>
                  <a:pt x="3214" y="94"/>
                </a:cubicBezTo>
                <a:cubicBezTo>
                  <a:pt x="3234" y="64"/>
                  <a:pt x="3239" y="64"/>
                  <a:pt x="3242" y="61"/>
                </a:cubicBezTo>
                <a:cubicBezTo>
                  <a:pt x="3259" y="28"/>
                  <a:pt x="3265" y="28"/>
                  <a:pt x="3268" y="25"/>
                </a:cubicBezTo>
                <a:cubicBezTo>
                  <a:pt x="3279" y="1"/>
                  <a:pt x="3279" y="1"/>
                  <a:pt x="3279" y="0"/>
                </a:cubicBezTo>
                <a:cubicBezTo>
                  <a:pt x="3256" y="19"/>
                  <a:pt x="3257" y="22"/>
                  <a:pt x="3257" y="25"/>
                </a:cubicBezTo>
                <a:cubicBezTo>
                  <a:pt x="3238" y="46"/>
                  <a:pt x="3237" y="52"/>
                  <a:pt x="3233" y="56"/>
                </a:cubicBezTo>
                <a:close/>
                <a:moveTo>
                  <a:pt x="3266" y="58"/>
                </a:moveTo>
                <a:cubicBezTo>
                  <a:pt x="3268" y="64"/>
                  <a:pt x="3258" y="61"/>
                  <a:pt x="3262" y="69"/>
                </a:cubicBezTo>
                <a:cubicBezTo>
                  <a:pt x="3249" y="91"/>
                  <a:pt x="3245" y="92"/>
                  <a:pt x="3242" y="94"/>
                </a:cubicBezTo>
                <a:cubicBezTo>
                  <a:pt x="3222" y="121"/>
                  <a:pt x="3222" y="124"/>
                  <a:pt x="3220" y="124"/>
                </a:cubicBezTo>
                <a:cubicBezTo>
                  <a:pt x="3204" y="138"/>
                  <a:pt x="3209" y="147"/>
                  <a:pt x="3202" y="145"/>
                </a:cubicBezTo>
                <a:cubicBezTo>
                  <a:pt x="3184" y="168"/>
                  <a:pt x="3181" y="176"/>
                  <a:pt x="3176" y="182"/>
                </a:cubicBezTo>
                <a:cubicBezTo>
                  <a:pt x="3160" y="206"/>
                  <a:pt x="3156" y="212"/>
                  <a:pt x="3152" y="219"/>
                </a:cubicBezTo>
                <a:cubicBezTo>
                  <a:pt x="3130" y="247"/>
                  <a:pt x="3133" y="254"/>
                  <a:pt x="3129" y="255"/>
                </a:cubicBezTo>
                <a:cubicBezTo>
                  <a:pt x="3116" y="278"/>
                  <a:pt x="3117" y="283"/>
                  <a:pt x="3116" y="287"/>
                </a:cubicBezTo>
                <a:cubicBezTo>
                  <a:pt x="3103" y="309"/>
                  <a:pt x="3107" y="317"/>
                  <a:pt x="3103" y="318"/>
                </a:cubicBezTo>
                <a:cubicBezTo>
                  <a:pt x="3104" y="323"/>
                  <a:pt x="3113" y="307"/>
                  <a:pt x="3118" y="289"/>
                </a:cubicBezTo>
                <a:cubicBezTo>
                  <a:pt x="3132" y="263"/>
                  <a:pt x="3133" y="261"/>
                  <a:pt x="3133" y="259"/>
                </a:cubicBezTo>
                <a:cubicBezTo>
                  <a:pt x="3152" y="235"/>
                  <a:pt x="3156" y="227"/>
                  <a:pt x="3159" y="218"/>
                </a:cubicBezTo>
                <a:cubicBezTo>
                  <a:pt x="3212" y="152"/>
                  <a:pt x="3211" y="146"/>
                  <a:pt x="3215" y="144"/>
                </a:cubicBezTo>
                <a:cubicBezTo>
                  <a:pt x="3233" y="123"/>
                  <a:pt x="3234" y="121"/>
                  <a:pt x="3235" y="119"/>
                </a:cubicBezTo>
                <a:cubicBezTo>
                  <a:pt x="3276" y="61"/>
                  <a:pt x="3281" y="54"/>
                  <a:pt x="3285" y="45"/>
                </a:cubicBezTo>
                <a:cubicBezTo>
                  <a:pt x="3304" y="7"/>
                  <a:pt x="3306" y="3"/>
                  <a:pt x="3307" y="0"/>
                </a:cubicBezTo>
                <a:cubicBezTo>
                  <a:pt x="3289" y="13"/>
                  <a:pt x="3289" y="20"/>
                  <a:pt x="3288" y="25"/>
                </a:cubicBezTo>
                <a:close/>
                <a:moveTo>
                  <a:pt x="3328" y="44"/>
                </a:moveTo>
                <a:cubicBezTo>
                  <a:pt x="3331" y="57"/>
                  <a:pt x="3320" y="58"/>
                  <a:pt x="3321" y="69"/>
                </a:cubicBezTo>
                <a:cubicBezTo>
                  <a:pt x="3291" y="125"/>
                  <a:pt x="3285" y="140"/>
                  <a:pt x="3274" y="151"/>
                </a:cubicBezTo>
                <a:cubicBezTo>
                  <a:pt x="3246" y="195"/>
                  <a:pt x="3240" y="199"/>
                  <a:pt x="3239" y="206"/>
                </a:cubicBezTo>
                <a:cubicBezTo>
                  <a:pt x="3207" y="239"/>
                  <a:pt x="3211" y="249"/>
                  <a:pt x="3203" y="248"/>
                </a:cubicBezTo>
                <a:cubicBezTo>
                  <a:pt x="3187" y="277"/>
                  <a:pt x="3183" y="280"/>
                  <a:pt x="3181" y="284"/>
                </a:cubicBezTo>
                <a:cubicBezTo>
                  <a:pt x="3135" y="346"/>
                  <a:pt x="3135" y="352"/>
                  <a:pt x="3131" y="356"/>
                </a:cubicBezTo>
                <a:cubicBezTo>
                  <a:pt x="3116" y="393"/>
                  <a:pt x="3117" y="386"/>
                  <a:pt x="3120" y="383"/>
                </a:cubicBezTo>
                <a:cubicBezTo>
                  <a:pt x="3155" y="333"/>
                  <a:pt x="3159" y="323"/>
                  <a:pt x="3168" y="316"/>
                </a:cubicBezTo>
                <a:cubicBezTo>
                  <a:pt x="3194" y="280"/>
                  <a:pt x="3194" y="276"/>
                  <a:pt x="3196" y="275"/>
                </a:cubicBezTo>
                <a:cubicBezTo>
                  <a:pt x="3222" y="247"/>
                  <a:pt x="3220" y="237"/>
                  <a:pt x="3226" y="235"/>
                </a:cubicBezTo>
                <a:cubicBezTo>
                  <a:pt x="3249" y="205"/>
                  <a:pt x="3250" y="199"/>
                  <a:pt x="3256" y="196"/>
                </a:cubicBezTo>
                <a:cubicBezTo>
                  <a:pt x="3279" y="168"/>
                  <a:pt x="3281" y="159"/>
                  <a:pt x="3286" y="152"/>
                </a:cubicBezTo>
                <a:cubicBezTo>
                  <a:pt x="3303" y="114"/>
                  <a:pt x="3312" y="117"/>
                  <a:pt x="3311" y="111"/>
                </a:cubicBezTo>
                <a:cubicBezTo>
                  <a:pt x="3332" y="68"/>
                  <a:pt x="3332" y="66"/>
                  <a:pt x="3332" y="64"/>
                </a:cubicBezTo>
                <a:cubicBezTo>
                  <a:pt x="3341" y="43"/>
                  <a:pt x="3345" y="38"/>
                  <a:pt x="3347" y="30"/>
                </a:cubicBezTo>
                <a:cubicBezTo>
                  <a:pt x="3353" y="4"/>
                  <a:pt x="3354" y="3"/>
                  <a:pt x="3355" y="0"/>
                </a:cubicBezTo>
                <a:cubicBezTo>
                  <a:pt x="3335" y="30"/>
                  <a:pt x="3335" y="40"/>
                  <a:pt x="3328" y="44"/>
                </a:cubicBezTo>
                <a:close/>
                <a:moveTo>
                  <a:pt x="3306" y="46"/>
                </a:moveTo>
                <a:cubicBezTo>
                  <a:pt x="3299" y="56"/>
                  <a:pt x="3294" y="69"/>
                  <a:pt x="3289" y="82"/>
                </a:cubicBezTo>
                <a:cubicBezTo>
                  <a:pt x="3270" y="121"/>
                  <a:pt x="3264" y="120"/>
                  <a:pt x="3266" y="125"/>
                </a:cubicBezTo>
                <a:cubicBezTo>
                  <a:pt x="3247" y="151"/>
                  <a:pt x="3249" y="157"/>
                  <a:pt x="3247" y="159"/>
                </a:cubicBezTo>
                <a:cubicBezTo>
                  <a:pt x="3229" y="187"/>
                  <a:pt x="3227" y="190"/>
                  <a:pt x="3223" y="190"/>
                </a:cubicBezTo>
                <a:cubicBezTo>
                  <a:pt x="3198" y="226"/>
                  <a:pt x="3193" y="239"/>
                  <a:pt x="3183" y="247"/>
                </a:cubicBezTo>
                <a:cubicBezTo>
                  <a:pt x="3145" y="300"/>
                  <a:pt x="3145" y="309"/>
                  <a:pt x="3137" y="311"/>
                </a:cubicBezTo>
                <a:cubicBezTo>
                  <a:pt x="3114" y="353"/>
                  <a:pt x="3112" y="359"/>
                  <a:pt x="3108" y="364"/>
                </a:cubicBezTo>
                <a:cubicBezTo>
                  <a:pt x="3095" y="396"/>
                  <a:pt x="3095" y="401"/>
                  <a:pt x="3093" y="404"/>
                </a:cubicBezTo>
                <a:cubicBezTo>
                  <a:pt x="3091" y="418"/>
                  <a:pt x="3095" y="414"/>
                  <a:pt x="3096" y="408"/>
                </a:cubicBezTo>
                <a:cubicBezTo>
                  <a:pt x="3109" y="368"/>
                  <a:pt x="3117" y="366"/>
                  <a:pt x="3116" y="359"/>
                </a:cubicBezTo>
                <a:cubicBezTo>
                  <a:pt x="3148" y="313"/>
                  <a:pt x="3149" y="307"/>
                  <a:pt x="3154" y="304"/>
                </a:cubicBezTo>
                <a:cubicBezTo>
                  <a:pt x="3186" y="258"/>
                  <a:pt x="3191" y="256"/>
                  <a:pt x="3192" y="249"/>
                </a:cubicBezTo>
                <a:cubicBezTo>
                  <a:pt x="3234" y="190"/>
                  <a:pt x="3236" y="186"/>
                  <a:pt x="3239" y="182"/>
                </a:cubicBezTo>
                <a:cubicBezTo>
                  <a:pt x="3255" y="158"/>
                  <a:pt x="3264" y="150"/>
                  <a:pt x="3267" y="138"/>
                </a:cubicBezTo>
                <a:cubicBezTo>
                  <a:pt x="3306" y="78"/>
                  <a:pt x="3301" y="66"/>
                  <a:pt x="3308" y="66"/>
                </a:cubicBezTo>
                <a:cubicBezTo>
                  <a:pt x="3324" y="32"/>
                  <a:pt x="3322" y="26"/>
                  <a:pt x="3325" y="25"/>
                </a:cubicBezTo>
                <a:cubicBezTo>
                  <a:pt x="3322" y="0"/>
                  <a:pt x="3322" y="0"/>
                  <a:pt x="3322" y="0"/>
                </a:cubicBezTo>
                <a:cubicBezTo>
                  <a:pt x="3310" y="26"/>
                  <a:pt x="3313" y="33"/>
                  <a:pt x="3310" y="35"/>
                </a:cubicBezTo>
                <a:close/>
                <a:moveTo>
                  <a:pt x="1833" y="144"/>
                </a:moveTo>
                <a:cubicBezTo>
                  <a:pt x="1834" y="148"/>
                  <a:pt x="1831" y="154"/>
                  <a:pt x="1834" y="158"/>
                </a:cubicBezTo>
                <a:cubicBezTo>
                  <a:pt x="1833" y="176"/>
                  <a:pt x="1836" y="192"/>
                  <a:pt x="1833" y="212"/>
                </a:cubicBezTo>
                <a:cubicBezTo>
                  <a:pt x="1835" y="220"/>
                  <a:pt x="1835" y="229"/>
                  <a:pt x="1835" y="238"/>
                </a:cubicBezTo>
                <a:cubicBezTo>
                  <a:pt x="1833" y="244"/>
                  <a:pt x="1838" y="245"/>
                  <a:pt x="1835" y="251"/>
                </a:cubicBezTo>
                <a:cubicBezTo>
                  <a:pt x="1841" y="253"/>
                  <a:pt x="1829" y="264"/>
                  <a:pt x="1838" y="264"/>
                </a:cubicBezTo>
                <a:cubicBezTo>
                  <a:pt x="1842" y="241"/>
                  <a:pt x="1841" y="220"/>
                  <a:pt x="1839" y="200"/>
                </a:cubicBezTo>
                <a:cubicBezTo>
                  <a:pt x="1843" y="193"/>
                  <a:pt x="1838" y="190"/>
                  <a:pt x="1842" y="183"/>
                </a:cubicBezTo>
                <a:cubicBezTo>
                  <a:pt x="1838" y="180"/>
                  <a:pt x="1844" y="172"/>
                  <a:pt x="1840" y="168"/>
                </a:cubicBezTo>
                <a:cubicBezTo>
                  <a:pt x="1842" y="156"/>
                  <a:pt x="1839" y="146"/>
                  <a:pt x="1841" y="135"/>
                </a:cubicBezTo>
                <a:cubicBezTo>
                  <a:pt x="1838" y="133"/>
                  <a:pt x="1840" y="132"/>
                  <a:pt x="1842" y="130"/>
                </a:cubicBezTo>
                <a:cubicBezTo>
                  <a:pt x="1842" y="128"/>
                  <a:pt x="1841" y="125"/>
                  <a:pt x="1839" y="123"/>
                </a:cubicBezTo>
                <a:cubicBezTo>
                  <a:pt x="1838" y="118"/>
                  <a:pt x="1843" y="111"/>
                  <a:pt x="1840" y="107"/>
                </a:cubicBezTo>
                <a:cubicBezTo>
                  <a:pt x="1841" y="96"/>
                  <a:pt x="1841" y="85"/>
                  <a:pt x="1840" y="75"/>
                </a:cubicBezTo>
                <a:cubicBezTo>
                  <a:pt x="1842" y="53"/>
                  <a:pt x="1847" y="28"/>
                  <a:pt x="1852" y="4"/>
                </a:cubicBezTo>
                <a:cubicBezTo>
                  <a:pt x="1853" y="3"/>
                  <a:pt x="1853" y="2"/>
                  <a:pt x="1853" y="0"/>
                </a:cubicBezTo>
                <a:cubicBezTo>
                  <a:pt x="1845" y="0"/>
                  <a:pt x="1845" y="0"/>
                  <a:pt x="1845" y="0"/>
                </a:cubicBezTo>
                <a:cubicBezTo>
                  <a:pt x="1842" y="19"/>
                  <a:pt x="1837" y="36"/>
                  <a:pt x="1834" y="51"/>
                </a:cubicBezTo>
                <a:cubicBezTo>
                  <a:pt x="1833" y="68"/>
                  <a:pt x="1832" y="87"/>
                  <a:pt x="1831" y="105"/>
                </a:cubicBezTo>
                <a:cubicBezTo>
                  <a:pt x="1833" y="113"/>
                  <a:pt x="1831" y="122"/>
                  <a:pt x="1833" y="130"/>
                </a:cubicBezTo>
                <a:cubicBezTo>
                  <a:pt x="1832" y="135"/>
                  <a:pt x="1833" y="139"/>
                  <a:pt x="1833" y="144"/>
                </a:cubicBezTo>
                <a:close/>
                <a:moveTo>
                  <a:pt x="0" y="2063"/>
                </a:moveTo>
                <a:cubicBezTo>
                  <a:pt x="0" y="2074"/>
                  <a:pt x="0" y="2074"/>
                  <a:pt x="0" y="2074"/>
                </a:cubicBezTo>
                <a:cubicBezTo>
                  <a:pt x="3" y="2076"/>
                  <a:pt x="5" y="2078"/>
                  <a:pt x="8" y="2080"/>
                </a:cubicBezTo>
                <a:cubicBezTo>
                  <a:pt x="33" y="2102"/>
                  <a:pt x="57" y="2123"/>
                  <a:pt x="79" y="2145"/>
                </a:cubicBezTo>
                <a:cubicBezTo>
                  <a:pt x="83" y="2150"/>
                  <a:pt x="87" y="2155"/>
                  <a:pt x="91" y="2160"/>
                </a:cubicBezTo>
                <a:cubicBezTo>
                  <a:pt x="99" y="2160"/>
                  <a:pt x="99" y="2160"/>
                  <a:pt x="99" y="2160"/>
                </a:cubicBezTo>
                <a:cubicBezTo>
                  <a:pt x="91" y="2149"/>
                  <a:pt x="84" y="2139"/>
                  <a:pt x="73" y="2128"/>
                </a:cubicBezTo>
                <a:cubicBezTo>
                  <a:pt x="49" y="2106"/>
                  <a:pt x="25" y="2082"/>
                  <a:pt x="0" y="2063"/>
                </a:cubicBezTo>
                <a:close/>
                <a:moveTo>
                  <a:pt x="3426" y="101"/>
                </a:moveTo>
                <a:cubicBezTo>
                  <a:pt x="3427" y="105"/>
                  <a:pt x="3433" y="102"/>
                  <a:pt x="3433" y="107"/>
                </a:cubicBezTo>
                <a:cubicBezTo>
                  <a:pt x="3466" y="129"/>
                  <a:pt x="3473" y="131"/>
                  <a:pt x="3477" y="137"/>
                </a:cubicBezTo>
                <a:cubicBezTo>
                  <a:pt x="3507" y="145"/>
                  <a:pt x="3507" y="155"/>
                  <a:pt x="3517" y="154"/>
                </a:cubicBezTo>
                <a:cubicBezTo>
                  <a:pt x="3564" y="174"/>
                  <a:pt x="3568" y="181"/>
                  <a:pt x="3578" y="180"/>
                </a:cubicBezTo>
                <a:cubicBezTo>
                  <a:pt x="3640" y="204"/>
                  <a:pt x="3649" y="204"/>
                  <a:pt x="3652" y="210"/>
                </a:cubicBezTo>
                <a:cubicBezTo>
                  <a:pt x="3735" y="234"/>
                  <a:pt x="3740" y="237"/>
                  <a:pt x="3746" y="238"/>
                </a:cubicBezTo>
                <a:cubicBezTo>
                  <a:pt x="3773" y="254"/>
                  <a:pt x="3787" y="255"/>
                  <a:pt x="3796" y="263"/>
                </a:cubicBezTo>
                <a:cubicBezTo>
                  <a:pt x="3834" y="280"/>
                  <a:pt x="3836" y="285"/>
                  <a:pt x="3840" y="287"/>
                </a:cubicBezTo>
                <a:cubicBezTo>
                  <a:pt x="3828" y="268"/>
                  <a:pt x="3815" y="266"/>
                  <a:pt x="3807" y="258"/>
                </a:cubicBezTo>
                <a:cubicBezTo>
                  <a:pt x="3762" y="240"/>
                  <a:pt x="3755" y="231"/>
                  <a:pt x="3741" y="230"/>
                </a:cubicBezTo>
                <a:cubicBezTo>
                  <a:pt x="3722" y="217"/>
                  <a:pt x="3714" y="217"/>
                  <a:pt x="3708" y="217"/>
                </a:cubicBezTo>
                <a:cubicBezTo>
                  <a:pt x="3661" y="197"/>
                  <a:pt x="3650" y="199"/>
                  <a:pt x="3645" y="195"/>
                </a:cubicBezTo>
                <a:cubicBezTo>
                  <a:pt x="3599" y="178"/>
                  <a:pt x="3586" y="177"/>
                  <a:pt x="3580" y="169"/>
                </a:cubicBezTo>
                <a:cubicBezTo>
                  <a:pt x="3514" y="144"/>
                  <a:pt x="3501" y="134"/>
                  <a:pt x="3483" y="130"/>
                </a:cubicBezTo>
                <a:cubicBezTo>
                  <a:pt x="3463" y="111"/>
                  <a:pt x="3458" y="112"/>
                  <a:pt x="3455" y="110"/>
                </a:cubicBezTo>
                <a:cubicBezTo>
                  <a:pt x="3436" y="101"/>
                  <a:pt x="3434" y="92"/>
                  <a:pt x="3425" y="90"/>
                </a:cubicBezTo>
                <a:cubicBezTo>
                  <a:pt x="3423" y="83"/>
                  <a:pt x="3430" y="83"/>
                  <a:pt x="3432" y="87"/>
                </a:cubicBezTo>
                <a:cubicBezTo>
                  <a:pt x="3449" y="100"/>
                  <a:pt x="3451" y="102"/>
                  <a:pt x="3455" y="101"/>
                </a:cubicBezTo>
                <a:cubicBezTo>
                  <a:pt x="3485" y="120"/>
                  <a:pt x="3492" y="126"/>
                  <a:pt x="3502" y="128"/>
                </a:cubicBezTo>
                <a:cubicBezTo>
                  <a:pt x="3535" y="145"/>
                  <a:pt x="3541" y="152"/>
                  <a:pt x="3552" y="153"/>
                </a:cubicBezTo>
                <a:cubicBezTo>
                  <a:pt x="3582" y="166"/>
                  <a:pt x="3589" y="165"/>
                  <a:pt x="3591" y="170"/>
                </a:cubicBezTo>
                <a:cubicBezTo>
                  <a:pt x="3647" y="181"/>
                  <a:pt x="3653" y="188"/>
                  <a:pt x="3664" y="189"/>
                </a:cubicBezTo>
                <a:cubicBezTo>
                  <a:pt x="3699" y="198"/>
                  <a:pt x="3710" y="200"/>
                  <a:pt x="3720" y="203"/>
                </a:cubicBezTo>
                <a:cubicBezTo>
                  <a:pt x="3763" y="221"/>
                  <a:pt x="3768" y="222"/>
                  <a:pt x="3774" y="223"/>
                </a:cubicBezTo>
                <a:cubicBezTo>
                  <a:pt x="3810" y="245"/>
                  <a:pt x="3813" y="246"/>
                  <a:pt x="3814" y="246"/>
                </a:cubicBezTo>
                <a:cubicBezTo>
                  <a:pt x="3799" y="228"/>
                  <a:pt x="3790" y="229"/>
                  <a:pt x="3787" y="222"/>
                </a:cubicBezTo>
                <a:cubicBezTo>
                  <a:pt x="3747" y="202"/>
                  <a:pt x="3743" y="201"/>
                  <a:pt x="3739" y="201"/>
                </a:cubicBezTo>
                <a:cubicBezTo>
                  <a:pt x="3695" y="187"/>
                  <a:pt x="3682" y="182"/>
                  <a:pt x="3664" y="183"/>
                </a:cubicBezTo>
                <a:cubicBezTo>
                  <a:pt x="3625" y="169"/>
                  <a:pt x="3620" y="165"/>
                  <a:pt x="3617" y="168"/>
                </a:cubicBezTo>
                <a:cubicBezTo>
                  <a:pt x="3539" y="138"/>
                  <a:pt x="3528" y="132"/>
                  <a:pt x="3518" y="127"/>
                </a:cubicBezTo>
                <a:cubicBezTo>
                  <a:pt x="3453" y="92"/>
                  <a:pt x="3452" y="89"/>
                  <a:pt x="3449" y="88"/>
                </a:cubicBezTo>
                <a:cubicBezTo>
                  <a:pt x="3426" y="67"/>
                  <a:pt x="3420" y="64"/>
                  <a:pt x="3415" y="62"/>
                </a:cubicBezTo>
                <a:cubicBezTo>
                  <a:pt x="3388" y="37"/>
                  <a:pt x="3389" y="32"/>
                  <a:pt x="3386" y="32"/>
                </a:cubicBezTo>
                <a:cubicBezTo>
                  <a:pt x="3402" y="34"/>
                  <a:pt x="3402" y="38"/>
                  <a:pt x="3404" y="39"/>
                </a:cubicBezTo>
                <a:cubicBezTo>
                  <a:pt x="3422" y="49"/>
                  <a:pt x="3421" y="55"/>
                  <a:pt x="3425" y="55"/>
                </a:cubicBezTo>
                <a:cubicBezTo>
                  <a:pt x="3447" y="71"/>
                  <a:pt x="3451" y="71"/>
                  <a:pt x="3451" y="75"/>
                </a:cubicBezTo>
                <a:cubicBezTo>
                  <a:pt x="3487" y="93"/>
                  <a:pt x="3490" y="98"/>
                  <a:pt x="3496" y="100"/>
                </a:cubicBezTo>
                <a:cubicBezTo>
                  <a:pt x="3542" y="119"/>
                  <a:pt x="3548" y="130"/>
                  <a:pt x="3564" y="131"/>
                </a:cubicBezTo>
                <a:cubicBezTo>
                  <a:pt x="3608" y="148"/>
                  <a:pt x="3621" y="146"/>
                  <a:pt x="3626" y="152"/>
                </a:cubicBezTo>
                <a:cubicBezTo>
                  <a:pt x="3717" y="160"/>
                  <a:pt x="3716" y="154"/>
                  <a:pt x="3710" y="155"/>
                </a:cubicBezTo>
                <a:cubicBezTo>
                  <a:pt x="3630" y="121"/>
                  <a:pt x="3616" y="106"/>
                  <a:pt x="3588" y="107"/>
                </a:cubicBezTo>
                <a:cubicBezTo>
                  <a:pt x="3522" y="77"/>
                  <a:pt x="3514" y="79"/>
                  <a:pt x="3512" y="73"/>
                </a:cubicBezTo>
                <a:cubicBezTo>
                  <a:pt x="3454" y="45"/>
                  <a:pt x="3444" y="40"/>
                  <a:pt x="3437" y="32"/>
                </a:cubicBezTo>
                <a:cubicBezTo>
                  <a:pt x="3419" y="23"/>
                  <a:pt x="3415" y="23"/>
                  <a:pt x="3416" y="19"/>
                </a:cubicBezTo>
                <a:cubicBezTo>
                  <a:pt x="3395" y="3"/>
                  <a:pt x="3393" y="2"/>
                  <a:pt x="3392" y="0"/>
                </a:cubicBezTo>
                <a:cubicBezTo>
                  <a:pt x="3358" y="12"/>
                  <a:pt x="3359" y="22"/>
                  <a:pt x="3360" y="31"/>
                </a:cubicBezTo>
                <a:cubicBezTo>
                  <a:pt x="3336" y="112"/>
                  <a:pt x="3336" y="117"/>
                  <a:pt x="3336" y="123"/>
                </a:cubicBezTo>
                <a:cubicBezTo>
                  <a:pt x="3321" y="150"/>
                  <a:pt x="3320" y="156"/>
                  <a:pt x="3317" y="159"/>
                </a:cubicBezTo>
                <a:cubicBezTo>
                  <a:pt x="3304" y="194"/>
                  <a:pt x="3296" y="199"/>
                  <a:pt x="3294" y="209"/>
                </a:cubicBezTo>
                <a:cubicBezTo>
                  <a:pt x="3283" y="219"/>
                  <a:pt x="3283" y="221"/>
                  <a:pt x="3282" y="223"/>
                </a:cubicBezTo>
                <a:cubicBezTo>
                  <a:pt x="3266" y="241"/>
                  <a:pt x="3269" y="250"/>
                  <a:pt x="3262" y="250"/>
                </a:cubicBezTo>
                <a:cubicBezTo>
                  <a:pt x="3229" y="295"/>
                  <a:pt x="3223" y="295"/>
                  <a:pt x="3221" y="299"/>
                </a:cubicBezTo>
                <a:cubicBezTo>
                  <a:pt x="3170" y="353"/>
                  <a:pt x="3162" y="358"/>
                  <a:pt x="3156" y="365"/>
                </a:cubicBezTo>
                <a:cubicBezTo>
                  <a:pt x="3137" y="388"/>
                  <a:pt x="3134" y="391"/>
                  <a:pt x="3132" y="395"/>
                </a:cubicBezTo>
                <a:cubicBezTo>
                  <a:pt x="3114" y="416"/>
                  <a:pt x="3113" y="418"/>
                  <a:pt x="3112" y="420"/>
                </a:cubicBezTo>
                <a:cubicBezTo>
                  <a:pt x="3122" y="411"/>
                  <a:pt x="3125" y="411"/>
                  <a:pt x="3126" y="408"/>
                </a:cubicBezTo>
                <a:cubicBezTo>
                  <a:pt x="3143" y="383"/>
                  <a:pt x="3152" y="383"/>
                  <a:pt x="3153" y="376"/>
                </a:cubicBezTo>
                <a:cubicBezTo>
                  <a:pt x="3211" y="324"/>
                  <a:pt x="3215" y="314"/>
                  <a:pt x="3224" y="308"/>
                </a:cubicBezTo>
                <a:cubicBezTo>
                  <a:pt x="3267" y="256"/>
                  <a:pt x="3271" y="256"/>
                  <a:pt x="3273" y="254"/>
                </a:cubicBezTo>
                <a:cubicBezTo>
                  <a:pt x="3290" y="222"/>
                  <a:pt x="3298" y="217"/>
                  <a:pt x="3300" y="208"/>
                </a:cubicBezTo>
                <a:cubicBezTo>
                  <a:pt x="3327" y="156"/>
                  <a:pt x="3333" y="155"/>
                  <a:pt x="3333" y="149"/>
                </a:cubicBezTo>
                <a:cubicBezTo>
                  <a:pt x="3360" y="77"/>
                  <a:pt x="3358" y="69"/>
                  <a:pt x="3360" y="66"/>
                </a:cubicBezTo>
                <a:cubicBezTo>
                  <a:pt x="3370" y="31"/>
                  <a:pt x="3365" y="21"/>
                  <a:pt x="3372" y="22"/>
                </a:cubicBezTo>
                <a:cubicBezTo>
                  <a:pt x="3365" y="85"/>
                  <a:pt x="3358" y="92"/>
                  <a:pt x="3362" y="97"/>
                </a:cubicBezTo>
                <a:cubicBezTo>
                  <a:pt x="3350" y="134"/>
                  <a:pt x="3348" y="136"/>
                  <a:pt x="3346" y="137"/>
                </a:cubicBezTo>
                <a:cubicBezTo>
                  <a:pt x="3335" y="157"/>
                  <a:pt x="3338" y="164"/>
                  <a:pt x="3334" y="164"/>
                </a:cubicBezTo>
                <a:cubicBezTo>
                  <a:pt x="3322" y="190"/>
                  <a:pt x="3320" y="192"/>
                  <a:pt x="3317" y="194"/>
                </a:cubicBezTo>
                <a:cubicBezTo>
                  <a:pt x="3288" y="230"/>
                  <a:pt x="3295" y="240"/>
                  <a:pt x="3289" y="240"/>
                </a:cubicBezTo>
                <a:cubicBezTo>
                  <a:pt x="3257" y="283"/>
                  <a:pt x="3258" y="287"/>
                  <a:pt x="3256" y="288"/>
                </a:cubicBezTo>
                <a:cubicBezTo>
                  <a:pt x="3239" y="311"/>
                  <a:pt x="3231" y="316"/>
                  <a:pt x="3225" y="323"/>
                </a:cubicBezTo>
                <a:cubicBezTo>
                  <a:pt x="3168" y="381"/>
                  <a:pt x="3169" y="385"/>
                  <a:pt x="3166" y="386"/>
                </a:cubicBezTo>
                <a:cubicBezTo>
                  <a:pt x="3148" y="408"/>
                  <a:pt x="3140" y="413"/>
                  <a:pt x="3136" y="421"/>
                </a:cubicBezTo>
                <a:cubicBezTo>
                  <a:pt x="3127" y="443"/>
                  <a:pt x="3128" y="438"/>
                  <a:pt x="3130" y="434"/>
                </a:cubicBezTo>
                <a:cubicBezTo>
                  <a:pt x="3153" y="408"/>
                  <a:pt x="3156" y="404"/>
                  <a:pt x="3159" y="400"/>
                </a:cubicBezTo>
                <a:cubicBezTo>
                  <a:pt x="3173" y="387"/>
                  <a:pt x="3177" y="383"/>
                  <a:pt x="3179" y="378"/>
                </a:cubicBezTo>
                <a:cubicBezTo>
                  <a:pt x="3197" y="369"/>
                  <a:pt x="3196" y="361"/>
                  <a:pt x="3202" y="359"/>
                </a:cubicBezTo>
                <a:cubicBezTo>
                  <a:pt x="3289" y="252"/>
                  <a:pt x="3303" y="239"/>
                  <a:pt x="3312" y="220"/>
                </a:cubicBezTo>
                <a:cubicBezTo>
                  <a:pt x="3339" y="180"/>
                  <a:pt x="3340" y="174"/>
                  <a:pt x="3344" y="170"/>
                </a:cubicBezTo>
                <a:cubicBezTo>
                  <a:pt x="3352" y="146"/>
                  <a:pt x="3355" y="145"/>
                  <a:pt x="3355" y="141"/>
                </a:cubicBezTo>
                <a:cubicBezTo>
                  <a:pt x="3368" y="101"/>
                  <a:pt x="3374" y="93"/>
                  <a:pt x="3374" y="81"/>
                </a:cubicBezTo>
                <a:cubicBezTo>
                  <a:pt x="3386" y="52"/>
                  <a:pt x="3387" y="59"/>
                  <a:pt x="3391" y="64"/>
                </a:cubicBezTo>
                <a:cubicBezTo>
                  <a:pt x="3383" y="109"/>
                  <a:pt x="3368" y="123"/>
                  <a:pt x="3368" y="151"/>
                </a:cubicBezTo>
                <a:cubicBezTo>
                  <a:pt x="3344" y="200"/>
                  <a:pt x="3339" y="213"/>
                  <a:pt x="3332" y="226"/>
                </a:cubicBezTo>
                <a:cubicBezTo>
                  <a:pt x="3301" y="269"/>
                  <a:pt x="3302" y="274"/>
                  <a:pt x="3301" y="278"/>
                </a:cubicBezTo>
                <a:cubicBezTo>
                  <a:pt x="3272" y="313"/>
                  <a:pt x="3268" y="314"/>
                  <a:pt x="3269" y="320"/>
                </a:cubicBezTo>
                <a:cubicBezTo>
                  <a:pt x="3225" y="362"/>
                  <a:pt x="3218" y="366"/>
                  <a:pt x="3213" y="372"/>
                </a:cubicBezTo>
                <a:cubicBezTo>
                  <a:pt x="3179" y="404"/>
                  <a:pt x="3178" y="407"/>
                  <a:pt x="3172" y="407"/>
                </a:cubicBezTo>
                <a:cubicBezTo>
                  <a:pt x="3180" y="408"/>
                  <a:pt x="3182" y="406"/>
                  <a:pt x="3185" y="404"/>
                </a:cubicBezTo>
                <a:cubicBezTo>
                  <a:pt x="3205" y="378"/>
                  <a:pt x="3215" y="382"/>
                  <a:pt x="3214" y="376"/>
                </a:cubicBezTo>
                <a:cubicBezTo>
                  <a:pt x="3265" y="334"/>
                  <a:pt x="3267" y="327"/>
                  <a:pt x="3271" y="322"/>
                </a:cubicBezTo>
                <a:cubicBezTo>
                  <a:pt x="3306" y="287"/>
                  <a:pt x="3304" y="280"/>
                  <a:pt x="3307" y="278"/>
                </a:cubicBezTo>
                <a:cubicBezTo>
                  <a:pt x="3333" y="243"/>
                  <a:pt x="3332" y="237"/>
                  <a:pt x="3337" y="236"/>
                </a:cubicBezTo>
                <a:cubicBezTo>
                  <a:pt x="3353" y="204"/>
                  <a:pt x="3355" y="198"/>
                  <a:pt x="3358" y="193"/>
                </a:cubicBezTo>
                <a:cubicBezTo>
                  <a:pt x="3386" y="121"/>
                  <a:pt x="3383" y="114"/>
                  <a:pt x="3385" y="113"/>
                </a:cubicBezTo>
                <a:cubicBezTo>
                  <a:pt x="3391" y="93"/>
                  <a:pt x="3387" y="87"/>
                  <a:pt x="3395" y="88"/>
                </a:cubicBezTo>
                <a:cubicBezTo>
                  <a:pt x="3390" y="147"/>
                  <a:pt x="3384" y="146"/>
                  <a:pt x="3386" y="152"/>
                </a:cubicBezTo>
                <a:cubicBezTo>
                  <a:pt x="3369" y="209"/>
                  <a:pt x="3374" y="218"/>
                  <a:pt x="3367" y="217"/>
                </a:cubicBezTo>
                <a:cubicBezTo>
                  <a:pt x="3331" y="288"/>
                  <a:pt x="3323" y="301"/>
                  <a:pt x="3317" y="314"/>
                </a:cubicBezTo>
                <a:cubicBezTo>
                  <a:pt x="3296" y="336"/>
                  <a:pt x="3293" y="336"/>
                  <a:pt x="3294" y="340"/>
                </a:cubicBezTo>
                <a:cubicBezTo>
                  <a:pt x="3283" y="348"/>
                  <a:pt x="3285" y="351"/>
                  <a:pt x="3284" y="351"/>
                </a:cubicBezTo>
                <a:cubicBezTo>
                  <a:pt x="3230" y="404"/>
                  <a:pt x="3232" y="418"/>
                  <a:pt x="3221" y="421"/>
                </a:cubicBezTo>
                <a:cubicBezTo>
                  <a:pt x="3201" y="467"/>
                  <a:pt x="3193" y="468"/>
                  <a:pt x="3195" y="476"/>
                </a:cubicBezTo>
                <a:cubicBezTo>
                  <a:pt x="3185" y="499"/>
                  <a:pt x="3182" y="502"/>
                  <a:pt x="3186" y="503"/>
                </a:cubicBezTo>
                <a:cubicBezTo>
                  <a:pt x="3209" y="452"/>
                  <a:pt x="3220" y="442"/>
                  <a:pt x="3224" y="428"/>
                </a:cubicBezTo>
                <a:cubicBezTo>
                  <a:pt x="3273" y="375"/>
                  <a:pt x="3279" y="367"/>
                  <a:pt x="3287" y="360"/>
                </a:cubicBezTo>
                <a:cubicBezTo>
                  <a:pt x="3305" y="342"/>
                  <a:pt x="3305" y="338"/>
                  <a:pt x="3307" y="337"/>
                </a:cubicBezTo>
                <a:cubicBezTo>
                  <a:pt x="3348" y="283"/>
                  <a:pt x="3350" y="279"/>
                  <a:pt x="3351" y="272"/>
                </a:cubicBezTo>
                <a:cubicBezTo>
                  <a:pt x="3379" y="229"/>
                  <a:pt x="3374" y="220"/>
                  <a:pt x="3378" y="218"/>
                </a:cubicBezTo>
                <a:cubicBezTo>
                  <a:pt x="3386" y="191"/>
                  <a:pt x="3387" y="187"/>
                  <a:pt x="3390" y="184"/>
                </a:cubicBezTo>
                <a:cubicBezTo>
                  <a:pt x="3406" y="145"/>
                  <a:pt x="3399" y="145"/>
                  <a:pt x="3404" y="153"/>
                </a:cubicBezTo>
                <a:cubicBezTo>
                  <a:pt x="3399" y="178"/>
                  <a:pt x="3398" y="180"/>
                  <a:pt x="3397" y="182"/>
                </a:cubicBezTo>
                <a:cubicBezTo>
                  <a:pt x="3387" y="219"/>
                  <a:pt x="3380" y="234"/>
                  <a:pt x="3376" y="251"/>
                </a:cubicBezTo>
                <a:cubicBezTo>
                  <a:pt x="3369" y="261"/>
                  <a:pt x="3370" y="263"/>
                  <a:pt x="3370" y="264"/>
                </a:cubicBezTo>
                <a:cubicBezTo>
                  <a:pt x="3349" y="302"/>
                  <a:pt x="3350" y="312"/>
                  <a:pt x="3343" y="317"/>
                </a:cubicBezTo>
                <a:cubicBezTo>
                  <a:pt x="3329" y="342"/>
                  <a:pt x="3327" y="345"/>
                  <a:pt x="3326" y="348"/>
                </a:cubicBezTo>
                <a:cubicBezTo>
                  <a:pt x="3309" y="373"/>
                  <a:pt x="3306" y="375"/>
                  <a:pt x="3306" y="380"/>
                </a:cubicBezTo>
                <a:cubicBezTo>
                  <a:pt x="3279" y="409"/>
                  <a:pt x="3279" y="415"/>
                  <a:pt x="3276" y="418"/>
                </a:cubicBezTo>
                <a:cubicBezTo>
                  <a:pt x="3256" y="453"/>
                  <a:pt x="3249" y="452"/>
                  <a:pt x="3250" y="459"/>
                </a:cubicBezTo>
                <a:cubicBezTo>
                  <a:pt x="3231" y="494"/>
                  <a:pt x="3234" y="503"/>
                  <a:pt x="3229" y="504"/>
                </a:cubicBezTo>
                <a:cubicBezTo>
                  <a:pt x="3228" y="556"/>
                  <a:pt x="3220" y="565"/>
                  <a:pt x="3229" y="567"/>
                </a:cubicBezTo>
                <a:cubicBezTo>
                  <a:pt x="3242" y="488"/>
                  <a:pt x="3247" y="481"/>
                  <a:pt x="3249" y="470"/>
                </a:cubicBezTo>
                <a:cubicBezTo>
                  <a:pt x="3269" y="440"/>
                  <a:pt x="3269" y="435"/>
                  <a:pt x="3275" y="435"/>
                </a:cubicBezTo>
                <a:cubicBezTo>
                  <a:pt x="3307" y="387"/>
                  <a:pt x="3311" y="385"/>
                  <a:pt x="3313" y="382"/>
                </a:cubicBezTo>
                <a:cubicBezTo>
                  <a:pt x="3339" y="343"/>
                  <a:pt x="3340" y="339"/>
                  <a:pt x="3342" y="336"/>
                </a:cubicBezTo>
                <a:cubicBezTo>
                  <a:pt x="3348" y="337"/>
                  <a:pt x="3342" y="339"/>
                  <a:pt x="3343" y="345"/>
                </a:cubicBezTo>
                <a:cubicBezTo>
                  <a:pt x="3330" y="361"/>
                  <a:pt x="3328" y="366"/>
                  <a:pt x="3327" y="372"/>
                </a:cubicBezTo>
                <a:cubicBezTo>
                  <a:pt x="3310" y="403"/>
                  <a:pt x="3307" y="407"/>
                  <a:pt x="3306" y="413"/>
                </a:cubicBezTo>
                <a:cubicBezTo>
                  <a:pt x="3272" y="477"/>
                  <a:pt x="3268" y="487"/>
                  <a:pt x="3266" y="499"/>
                </a:cubicBezTo>
                <a:cubicBezTo>
                  <a:pt x="3257" y="584"/>
                  <a:pt x="3258" y="602"/>
                  <a:pt x="3259" y="613"/>
                </a:cubicBezTo>
                <a:cubicBezTo>
                  <a:pt x="3262" y="591"/>
                  <a:pt x="3261" y="580"/>
                  <a:pt x="3260" y="569"/>
                </a:cubicBezTo>
                <a:cubicBezTo>
                  <a:pt x="3274" y="501"/>
                  <a:pt x="3273" y="491"/>
                  <a:pt x="3276" y="485"/>
                </a:cubicBezTo>
                <a:cubicBezTo>
                  <a:pt x="3286" y="463"/>
                  <a:pt x="3287" y="460"/>
                  <a:pt x="3290" y="458"/>
                </a:cubicBezTo>
                <a:cubicBezTo>
                  <a:pt x="3317" y="406"/>
                  <a:pt x="3319" y="398"/>
                  <a:pt x="3324" y="394"/>
                </a:cubicBezTo>
                <a:cubicBezTo>
                  <a:pt x="3347" y="355"/>
                  <a:pt x="3347" y="346"/>
                  <a:pt x="3354" y="342"/>
                </a:cubicBezTo>
                <a:cubicBezTo>
                  <a:pt x="3379" y="293"/>
                  <a:pt x="3383" y="279"/>
                  <a:pt x="3390" y="267"/>
                </a:cubicBezTo>
                <a:cubicBezTo>
                  <a:pt x="3402" y="242"/>
                  <a:pt x="3400" y="232"/>
                  <a:pt x="3407" y="229"/>
                </a:cubicBezTo>
                <a:cubicBezTo>
                  <a:pt x="3419" y="181"/>
                  <a:pt x="3415" y="173"/>
                  <a:pt x="3416" y="169"/>
                </a:cubicBezTo>
                <a:cubicBezTo>
                  <a:pt x="3428" y="157"/>
                  <a:pt x="3419" y="164"/>
                  <a:pt x="3420" y="174"/>
                </a:cubicBezTo>
                <a:cubicBezTo>
                  <a:pt x="3412" y="238"/>
                  <a:pt x="3415" y="245"/>
                  <a:pt x="3412" y="246"/>
                </a:cubicBezTo>
                <a:cubicBezTo>
                  <a:pt x="3399" y="288"/>
                  <a:pt x="3396" y="301"/>
                  <a:pt x="3388" y="311"/>
                </a:cubicBezTo>
                <a:cubicBezTo>
                  <a:pt x="3370" y="349"/>
                  <a:pt x="3371" y="354"/>
                  <a:pt x="3370" y="358"/>
                </a:cubicBezTo>
                <a:cubicBezTo>
                  <a:pt x="3348" y="399"/>
                  <a:pt x="3344" y="406"/>
                  <a:pt x="3341" y="415"/>
                </a:cubicBezTo>
                <a:cubicBezTo>
                  <a:pt x="3323" y="443"/>
                  <a:pt x="3322" y="453"/>
                  <a:pt x="3318" y="460"/>
                </a:cubicBezTo>
                <a:cubicBezTo>
                  <a:pt x="3302" y="501"/>
                  <a:pt x="3300" y="505"/>
                  <a:pt x="3300" y="510"/>
                </a:cubicBezTo>
                <a:cubicBezTo>
                  <a:pt x="3292" y="547"/>
                  <a:pt x="3289" y="556"/>
                  <a:pt x="3288" y="567"/>
                </a:cubicBezTo>
                <a:cubicBezTo>
                  <a:pt x="3294" y="608"/>
                  <a:pt x="3292" y="615"/>
                  <a:pt x="3298" y="613"/>
                </a:cubicBezTo>
                <a:cubicBezTo>
                  <a:pt x="3303" y="514"/>
                  <a:pt x="3308" y="512"/>
                  <a:pt x="3308" y="505"/>
                </a:cubicBezTo>
                <a:cubicBezTo>
                  <a:pt x="3321" y="471"/>
                  <a:pt x="3323" y="471"/>
                  <a:pt x="3323" y="467"/>
                </a:cubicBezTo>
                <a:cubicBezTo>
                  <a:pt x="3336" y="433"/>
                  <a:pt x="3345" y="427"/>
                  <a:pt x="3348" y="415"/>
                </a:cubicBezTo>
                <a:cubicBezTo>
                  <a:pt x="3384" y="349"/>
                  <a:pt x="3387" y="338"/>
                  <a:pt x="3392" y="329"/>
                </a:cubicBezTo>
                <a:cubicBezTo>
                  <a:pt x="3401" y="322"/>
                  <a:pt x="3392" y="343"/>
                  <a:pt x="3383" y="364"/>
                </a:cubicBezTo>
                <a:cubicBezTo>
                  <a:pt x="3368" y="400"/>
                  <a:pt x="3367" y="406"/>
                  <a:pt x="3365" y="411"/>
                </a:cubicBezTo>
                <a:cubicBezTo>
                  <a:pt x="3348" y="447"/>
                  <a:pt x="3349" y="456"/>
                  <a:pt x="3344" y="459"/>
                </a:cubicBezTo>
                <a:cubicBezTo>
                  <a:pt x="3328" y="515"/>
                  <a:pt x="3325" y="520"/>
                  <a:pt x="3325" y="528"/>
                </a:cubicBezTo>
                <a:cubicBezTo>
                  <a:pt x="3318" y="606"/>
                  <a:pt x="3323" y="617"/>
                  <a:pt x="3318" y="620"/>
                </a:cubicBezTo>
                <a:cubicBezTo>
                  <a:pt x="3332" y="669"/>
                  <a:pt x="3325" y="683"/>
                  <a:pt x="3332" y="682"/>
                </a:cubicBezTo>
                <a:cubicBezTo>
                  <a:pt x="3326" y="633"/>
                  <a:pt x="3325" y="621"/>
                  <a:pt x="3324" y="609"/>
                </a:cubicBezTo>
                <a:cubicBezTo>
                  <a:pt x="3333" y="543"/>
                  <a:pt x="3329" y="535"/>
                  <a:pt x="3330" y="532"/>
                </a:cubicBezTo>
                <a:cubicBezTo>
                  <a:pt x="3338" y="510"/>
                  <a:pt x="3335" y="503"/>
                  <a:pt x="3339" y="503"/>
                </a:cubicBezTo>
                <a:cubicBezTo>
                  <a:pt x="3360" y="438"/>
                  <a:pt x="3365" y="434"/>
                  <a:pt x="3366" y="427"/>
                </a:cubicBezTo>
                <a:cubicBezTo>
                  <a:pt x="3388" y="388"/>
                  <a:pt x="3385" y="376"/>
                  <a:pt x="3391" y="372"/>
                </a:cubicBezTo>
                <a:cubicBezTo>
                  <a:pt x="3405" y="344"/>
                  <a:pt x="3402" y="337"/>
                  <a:pt x="3406" y="336"/>
                </a:cubicBezTo>
                <a:cubicBezTo>
                  <a:pt x="3431" y="261"/>
                  <a:pt x="3430" y="249"/>
                  <a:pt x="3436" y="242"/>
                </a:cubicBezTo>
                <a:cubicBezTo>
                  <a:pt x="3440" y="222"/>
                  <a:pt x="3448" y="227"/>
                  <a:pt x="3442" y="233"/>
                </a:cubicBezTo>
                <a:cubicBezTo>
                  <a:pt x="3435" y="304"/>
                  <a:pt x="3435" y="312"/>
                  <a:pt x="3433" y="317"/>
                </a:cubicBezTo>
                <a:cubicBezTo>
                  <a:pt x="3426" y="349"/>
                  <a:pt x="3415" y="355"/>
                  <a:pt x="3417" y="373"/>
                </a:cubicBezTo>
                <a:cubicBezTo>
                  <a:pt x="3398" y="409"/>
                  <a:pt x="3395" y="419"/>
                  <a:pt x="3390" y="429"/>
                </a:cubicBezTo>
                <a:cubicBezTo>
                  <a:pt x="3374" y="468"/>
                  <a:pt x="3369" y="477"/>
                  <a:pt x="3364" y="486"/>
                </a:cubicBezTo>
                <a:cubicBezTo>
                  <a:pt x="3350" y="555"/>
                  <a:pt x="3342" y="561"/>
                  <a:pt x="3343" y="564"/>
                </a:cubicBezTo>
                <a:cubicBezTo>
                  <a:pt x="3337" y="589"/>
                  <a:pt x="3341" y="597"/>
                  <a:pt x="3336" y="597"/>
                </a:cubicBezTo>
                <a:cubicBezTo>
                  <a:pt x="3336" y="631"/>
                  <a:pt x="3331" y="635"/>
                  <a:pt x="3333" y="645"/>
                </a:cubicBezTo>
                <a:cubicBezTo>
                  <a:pt x="3351" y="557"/>
                  <a:pt x="3354" y="542"/>
                  <a:pt x="3360" y="530"/>
                </a:cubicBezTo>
                <a:cubicBezTo>
                  <a:pt x="3380" y="472"/>
                  <a:pt x="3380" y="468"/>
                  <a:pt x="3384" y="469"/>
                </a:cubicBezTo>
                <a:cubicBezTo>
                  <a:pt x="3401" y="432"/>
                  <a:pt x="3401" y="421"/>
                  <a:pt x="3407" y="415"/>
                </a:cubicBezTo>
                <a:cubicBezTo>
                  <a:pt x="3429" y="360"/>
                  <a:pt x="3431" y="352"/>
                  <a:pt x="3435" y="345"/>
                </a:cubicBezTo>
                <a:cubicBezTo>
                  <a:pt x="3442" y="313"/>
                  <a:pt x="3444" y="307"/>
                  <a:pt x="3447" y="301"/>
                </a:cubicBezTo>
                <a:cubicBezTo>
                  <a:pt x="3455" y="291"/>
                  <a:pt x="3449" y="295"/>
                  <a:pt x="3453" y="298"/>
                </a:cubicBezTo>
                <a:cubicBezTo>
                  <a:pt x="3425" y="410"/>
                  <a:pt x="3420" y="410"/>
                  <a:pt x="3422" y="416"/>
                </a:cubicBezTo>
                <a:cubicBezTo>
                  <a:pt x="3393" y="478"/>
                  <a:pt x="3393" y="496"/>
                  <a:pt x="3385" y="506"/>
                </a:cubicBezTo>
                <a:cubicBezTo>
                  <a:pt x="3370" y="564"/>
                  <a:pt x="3362" y="575"/>
                  <a:pt x="3360" y="591"/>
                </a:cubicBezTo>
                <a:cubicBezTo>
                  <a:pt x="3351" y="652"/>
                  <a:pt x="3352" y="666"/>
                  <a:pt x="3353" y="681"/>
                </a:cubicBezTo>
                <a:cubicBezTo>
                  <a:pt x="3358" y="622"/>
                  <a:pt x="3364" y="612"/>
                  <a:pt x="3363" y="597"/>
                </a:cubicBezTo>
                <a:cubicBezTo>
                  <a:pt x="3380" y="557"/>
                  <a:pt x="3378" y="549"/>
                  <a:pt x="3383" y="546"/>
                </a:cubicBezTo>
                <a:cubicBezTo>
                  <a:pt x="3402" y="483"/>
                  <a:pt x="3407" y="480"/>
                  <a:pt x="3406" y="472"/>
                </a:cubicBezTo>
                <a:cubicBezTo>
                  <a:pt x="3425" y="437"/>
                  <a:pt x="3422" y="430"/>
                  <a:pt x="3425" y="429"/>
                </a:cubicBezTo>
                <a:cubicBezTo>
                  <a:pt x="3438" y="397"/>
                  <a:pt x="3437" y="388"/>
                  <a:pt x="3442" y="384"/>
                </a:cubicBezTo>
                <a:cubicBezTo>
                  <a:pt x="3455" y="332"/>
                  <a:pt x="3460" y="332"/>
                  <a:pt x="3457" y="326"/>
                </a:cubicBezTo>
                <a:cubicBezTo>
                  <a:pt x="3463" y="349"/>
                  <a:pt x="3458" y="358"/>
                  <a:pt x="3458" y="372"/>
                </a:cubicBezTo>
                <a:cubicBezTo>
                  <a:pt x="3450" y="388"/>
                  <a:pt x="3451" y="393"/>
                  <a:pt x="3451" y="396"/>
                </a:cubicBezTo>
                <a:cubicBezTo>
                  <a:pt x="3444" y="416"/>
                  <a:pt x="3442" y="417"/>
                  <a:pt x="3442" y="421"/>
                </a:cubicBezTo>
                <a:cubicBezTo>
                  <a:pt x="3431" y="446"/>
                  <a:pt x="3430" y="460"/>
                  <a:pt x="3424" y="468"/>
                </a:cubicBezTo>
                <a:cubicBezTo>
                  <a:pt x="3407" y="509"/>
                  <a:pt x="3401" y="518"/>
                  <a:pt x="3397" y="529"/>
                </a:cubicBezTo>
                <a:cubicBezTo>
                  <a:pt x="3383" y="583"/>
                  <a:pt x="3376" y="592"/>
                  <a:pt x="3382" y="596"/>
                </a:cubicBezTo>
                <a:cubicBezTo>
                  <a:pt x="3409" y="524"/>
                  <a:pt x="3412" y="513"/>
                  <a:pt x="3417" y="504"/>
                </a:cubicBezTo>
                <a:cubicBezTo>
                  <a:pt x="3441" y="458"/>
                  <a:pt x="3440" y="453"/>
                  <a:pt x="3440" y="450"/>
                </a:cubicBezTo>
                <a:cubicBezTo>
                  <a:pt x="3457" y="405"/>
                  <a:pt x="3457" y="398"/>
                  <a:pt x="3462" y="396"/>
                </a:cubicBezTo>
                <a:cubicBezTo>
                  <a:pt x="3472" y="356"/>
                  <a:pt x="3467" y="344"/>
                  <a:pt x="3476" y="344"/>
                </a:cubicBezTo>
                <a:cubicBezTo>
                  <a:pt x="3464" y="412"/>
                  <a:pt x="3465" y="422"/>
                  <a:pt x="3460" y="426"/>
                </a:cubicBezTo>
                <a:cubicBezTo>
                  <a:pt x="3449" y="464"/>
                  <a:pt x="3445" y="466"/>
                  <a:pt x="3446" y="471"/>
                </a:cubicBezTo>
                <a:cubicBezTo>
                  <a:pt x="3438" y="502"/>
                  <a:pt x="3433" y="506"/>
                  <a:pt x="3433" y="516"/>
                </a:cubicBezTo>
                <a:cubicBezTo>
                  <a:pt x="3417" y="568"/>
                  <a:pt x="3415" y="576"/>
                  <a:pt x="3410" y="581"/>
                </a:cubicBezTo>
                <a:cubicBezTo>
                  <a:pt x="3410" y="660"/>
                  <a:pt x="3412" y="665"/>
                  <a:pt x="3412" y="672"/>
                </a:cubicBezTo>
                <a:cubicBezTo>
                  <a:pt x="3426" y="706"/>
                  <a:pt x="3422" y="719"/>
                  <a:pt x="3430" y="717"/>
                </a:cubicBezTo>
                <a:cubicBezTo>
                  <a:pt x="3420" y="681"/>
                  <a:pt x="3418" y="669"/>
                  <a:pt x="3415" y="659"/>
                </a:cubicBezTo>
                <a:cubicBezTo>
                  <a:pt x="3417" y="602"/>
                  <a:pt x="3414" y="595"/>
                  <a:pt x="3417" y="593"/>
                </a:cubicBezTo>
                <a:cubicBezTo>
                  <a:pt x="3434" y="546"/>
                  <a:pt x="3431" y="525"/>
                  <a:pt x="3442" y="515"/>
                </a:cubicBezTo>
                <a:cubicBezTo>
                  <a:pt x="3458" y="465"/>
                  <a:pt x="3460" y="456"/>
                  <a:pt x="3461" y="448"/>
                </a:cubicBezTo>
                <a:cubicBezTo>
                  <a:pt x="3477" y="411"/>
                  <a:pt x="3477" y="404"/>
                  <a:pt x="3480" y="401"/>
                </a:cubicBezTo>
                <a:cubicBezTo>
                  <a:pt x="3493" y="395"/>
                  <a:pt x="3485" y="406"/>
                  <a:pt x="3486" y="425"/>
                </a:cubicBezTo>
                <a:cubicBezTo>
                  <a:pt x="3466" y="480"/>
                  <a:pt x="3469" y="488"/>
                  <a:pt x="3464" y="490"/>
                </a:cubicBezTo>
                <a:cubicBezTo>
                  <a:pt x="3457" y="522"/>
                  <a:pt x="3453" y="524"/>
                  <a:pt x="3454" y="532"/>
                </a:cubicBezTo>
                <a:cubicBezTo>
                  <a:pt x="3444" y="561"/>
                  <a:pt x="3446" y="568"/>
                  <a:pt x="3444" y="572"/>
                </a:cubicBezTo>
                <a:cubicBezTo>
                  <a:pt x="3437" y="682"/>
                  <a:pt x="3434" y="691"/>
                  <a:pt x="3439" y="719"/>
                </a:cubicBezTo>
                <a:cubicBezTo>
                  <a:pt x="3448" y="743"/>
                  <a:pt x="3450" y="749"/>
                  <a:pt x="3457" y="750"/>
                </a:cubicBezTo>
                <a:cubicBezTo>
                  <a:pt x="3444" y="682"/>
                  <a:pt x="3442" y="668"/>
                  <a:pt x="3441" y="655"/>
                </a:cubicBezTo>
                <a:cubicBezTo>
                  <a:pt x="3449" y="616"/>
                  <a:pt x="3442" y="615"/>
                  <a:pt x="3447" y="611"/>
                </a:cubicBezTo>
                <a:cubicBezTo>
                  <a:pt x="3451" y="571"/>
                  <a:pt x="3456" y="564"/>
                  <a:pt x="3456" y="554"/>
                </a:cubicBezTo>
                <a:cubicBezTo>
                  <a:pt x="3482" y="464"/>
                  <a:pt x="3487" y="456"/>
                  <a:pt x="3488" y="446"/>
                </a:cubicBezTo>
                <a:cubicBezTo>
                  <a:pt x="3494" y="430"/>
                  <a:pt x="3499" y="432"/>
                  <a:pt x="3495" y="433"/>
                </a:cubicBezTo>
                <a:cubicBezTo>
                  <a:pt x="3483" y="507"/>
                  <a:pt x="3473" y="525"/>
                  <a:pt x="3476" y="554"/>
                </a:cubicBezTo>
                <a:cubicBezTo>
                  <a:pt x="3469" y="597"/>
                  <a:pt x="3466" y="612"/>
                  <a:pt x="3465" y="629"/>
                </a:cubicBezTo>
                <a:cubicBezTo>
                  <a:pt x="3479" y="752"/>
                  <a:pt x="3485" y="750"/>
                  <a:pt x="3485" y="755"/>
                </a:cubicBezTo>
                <a:cubicBezTo>
                  <a:pt x="3499" y="791"/>
                  <a:pt x="3500" y="794"/>
                  <a:pt x="3503" y="795"/>
                </a:cubicBezTo>
                <a:cubicBezTo>
                  <a:pt x="3492" y="758"/>
                  <a:pt x="3488" y="746"/>
                  <a:pt x="3484" y="744"/>
                </a:cubicBezTo>
                <a:cubicBezTo>
                  <a:pt x="3481" y="733"/>
                  <a:pt x="3481" y="729"/>
                  <a:pt x="3481" y="729"/>
                </a:cubicBezTo>
                <a:cubicBezTo>
                  <a:pt x="3475" y="679"/>
                  <a:pt x="3475" y="662"/>
                  <a:pt x="3473" y="646"/>
                </a:cubicBezTo>
                <a:cubicBezTo>
                  <a:pt x="3481" y="573"/>
                  <a:pt x="3482" y="570"/>
                  <a:pt x="3481" y="565"/>
                </a:cubicBezTo>
                <a:cubicBezTo>
                  <a:pt x="3488" y="543"/>
                  <a:pt x="3484" y="535"/>
                  <a:pt x="3485" y="532"/>
                </a:cubicBezTo>
                <a:cubicBezTo>
                  <a:pt x="3494" y="519"/>
                  <a:pt x="3487" y="532"/>
                  <a:pt x="3488" y="551"/>
                </a:cubicBezTo>
                <a:cubicBezTo>
                  <a:pt x="3483" y="582"/>
                  <a:pt x="3481" y="591"/>
                  <a:pt x="3481" y="600"/>
                </a:cubicBezTo>
                <a:cubicBezTo>
                  <a:pt x="3506" y="747"/>
                  <a:pt x="3504" y="754"/>
                  <a:pt x="3507" y="755"/>
                </a:cubicBezTo>
                <a:cubicBezTo>
                  <a:pt x="3522" y="799"/>
                  <a:pt x="3528" y="803"/>
                  <a:pt x="3531" y="811"/>
                </a:cubicBezTo>
                <a:cubicBezTo>
                  <a:pt x="3524" y="788"/>
                  <a:pt x="3521" y="783"/>
                  <a:pt x="3520" y="776"/>
                </a:cubicBezTo>
                <a:cubicBezTo>
                  <a:pt x="3511" y="743"/>
                  <a:pt x="3507" y="733"/>
                  <a:pt x="3503" y="723"/>
                </a:cubicBezTo>
                <a:cubicBezTo>
                  <a:pt x="3500" y="696"/>
                  <a:pt x="3497" y="689"/>
                  <a:pt x="3495" y="682"/>
                </a:cubicBezTo>
                <a:cubicBezTo>
                  <a:pt x="3491" y="631"/>
                  <a:pt x="3491" y="616"/>
                  <a:pt x="3490" y="599"/>
                </a:cubicBezTo>
                <a:cubicBezTo>
                  <a:pt x="3495" y="554"/>
                  <a:pt x="3495" y="550"/>
                  <a:pt x="3497" y="548"/>
                </a:cubicBezTo>
                <a:cubicBezTo>
                  <a:pt x="3502" y="498"/>
                  <a:pt x="3505" y="494"/>
                  <a:pt x="3506" y="489"/>
                </a:cubicBezTo>
                <a:cubicBezTo>
                  <a:pt x="3506" y="547"/>
                  <a:pt x="3503" y="566"/>
                  <a:pt x="3502" y="585"/>
                </a:cubicBezTo>
                <a:cubicBezTo>
                  <a:pt x="3515" y="692"/>
                  <a:pt x="3511" y="695"/>
                  <a:pt x="3512" y="698"/>
                </a:cubicBezTo>
                <a:cubicBezTo>
                  <a:pt x="3528" y="752"/>
                  <a:pt x="3532" y="765"/>
                  <a:pt x="3537" y="775"/>
                </a:cubicBezTo>
                <a:cubicBezTo>
                  <a:pt x="3550" y="790"/>
                  <a:pt x="3543" y="782"/>
                  <a:pt x="3539" y="771"/>
                </a:cubicBezTo>
                <a:cubicBezTo>
                  <a:pt x="3522" y="708"/>
                  <a:pt x="3521" y="704"/>
                  <a:pt x="3519" y="702"/>
                </a:cubicBezTo>
                <a:cubicBezTo>
                  <a:pt x="3511" y="634"/>
                  <a:pt x="3511" y="615"/>
                  <a:pt x="3509" y="600"/>
                </a:cubicBezTo>
                <a:cubicBezTo>
                  <a:pt x="3520" y="547"/>
                  <a:pt x="3511" y="533"/>
                  <a:pt x="3520" y="534"/>
                </a:cubicBezTo>
                <a:cubicBezTo>
                  <a:pt x="3524" y="611"/>
                  <a:pt x="3521" y="619"/>
                  <a:pt x="3526" y="619"/>
                </a:cubicBezTo>
                <a:cubicBezTo>
                  <a:pt x="3528" y="645"/>
                  <a:pt x="3532" y="649"/>
                  <a:pt x="3531" y="660"/>
                </a:cubicBezTo>
                <a:cubicBezTo>
                  <a:pt x="3556" y="737"/>
                  <a:pt x="3561" y="744"/>
                  <a:pt x="3562" y="760"/>
                </a:cubicBezTo>
                <a:cubicBezTo>
                  <a:pt x="3585" y="787"/>
                  <a:pt x="3582" y="784"/>
                  <a:pt x="3579" y="783"/>
                </a:cubicBezTo>
                <a:cubicBezTo>
                  <a:pt x="3560" y="729"/>
                  <a:pt x="3552" y="701"/>
                  <a:pt x="3543" y="672"/>
                </a:cubicBezTo>
                <a:cubicBezTo>
                  <a:pt x="3532" y="618"/>
                  <a:pt x="3532" y="614"/>
                  <a:pt x="3532" y="609"/>
                </a:cubicBezTo>
                <a:cubicBezTo>
                  <a:pt x="3535" y="597"/>
                  <a:pt x="3540" y="609"/>
                  <a:pt x="3544" y="622"/>
                </a:cubicBezTo>
                <a:cubicBezTo>
                  <a:pt x="3564" y="685"/>
                  <a:pt x="3567" y="689"/>
                  <a:pt x="3569" y="696"/>
                </a:cubicBezTo>
                <a:cubicBezTo>
                  <a:pt x="3585" y="716"/>
                  <a:pt x="3578" y="710"/>
                  <a:pt x="3575" y="700"/>
                </a:cubicBezTo>
                <a:cubicBezTo>
                  <a:pt x="3544" y="591"/>
                  <a:pt x="3539" y="578"/>
                  <a:pt x="3533" y="566"/>
                </a:cubicBezTo>
                <a:cubicBezTo>
                  <a:pt x="3524" y="501"/>
                  <a:pt x="3524" y="496"/>
                  <a:pt x="3524" y="492"/>
                </a:cubicBezTo>
                <a:cubicBezTo>
                  <a:pt x="3538" y="519"/>
                  <a:pt x="3540" y="534"/>
                  <a:pt x="3545" y="545"/>
                </a:cubicBezTo>
                <a:cubicBezTo>
                  <a:pt x="3565" y="611"/>
                  <a:pt x="3571" y="614"/>
                  <a:pt x="3572" y="622"/>
                </a:cubicBezTo>
                <a:cubicBezTo>
                  <a:pt x="3605" y="698"/>
                  <a:pt x="3603" y="709"/>
                  <a:pt x="3609" y="711"/>
                </a:cubicBezTo>
                <a:cubicBezTo>
                  <a:pt x="3621" y="744"/>
                  <a:pt x="3629" y="753"/>
                  <a:pt x="3632" y="766"/>
                </a:cubicBezTo>
                <a:cubicBezTo>
                  <a:pt x="3648" y="791"/>
                  <a:pt x="3648" y="793"/>
                  <a:pt x="3650" y="793"/>
                </a:cubicBezTo>
                <a:cubicBezTo>
                  <a:pt x="3633" y="742"/>
                  <a:pt x="3627" y="742"/>
                  <a:pt x="3626" y="738"/>
                </a:cubicBezTo>
                <a:cubicBezTo>
                  <a:pt x="3609" y="692"/>
                  <a:pt x="3602" y="684"/>
                  <a:pt x="3600" y="670"/>
                </a:cubicBezTo>
                <a:cubicBezTo>
                  <a:pt x="3573" y="591"/>
                  <a:pt x="3570" y="586"/>
                  <a:pt x="3569" y="578"/>
                </a:cubicBezTo>
                <a:cubicBezTo>
                  <a:pt x="3567" y="568"/>
                  <a:pt x="3571" y="572"/>
                  <a:pt x="3573" y="578"/>
                </a:cubicBezTo>
                <a:cubicBezTo>
                  <a:pt x="3589" y="595"/>
                  <a:pt x="3591" y="601"/>
                  <a:pt x="3593" y="607"/>
                </a:cubicBezTo>
                <a:cubicBezTo>
                  <a:pt x="3615" y="642"/>
                  <a:pt x="3619" y="647"/>
                  <a:pt x="3622" y="651"/>
                </a:cubicBezTo>
                <a:cubicBezTo>
                  <a:pt x="3682" y="757"/>
                  <a:pt x="3686" y="769"/>
                  <a:pt x="3692" y="779"/>
                </a:cubicBezTo>
                <a:cubicBezTo>
                  <a:pt x="3700" y="801"/>
                  <a:pt x="3701" y="805"/>
                  <a:pt x="3701" y="809"/>
                </a:cubicBezTo>
                <a:cubicBezTo>
                  <a:pt x="3698" y="773"/>
                  <a:pt x="3692" y="767"/>
                  <a:pt x="3689" y="758"/>
                </a:cubicBezTo>
                <a:cubicBezTo>
                  <a:pt x="3682" y="741"/>
                  <a:pt x="3677" y="738"/>
                  <a:pt x="3678" y="732"/>
                </a:cubicBezTo>
                <a:cubicBezTo>
                  <a:pt x="3657" y="683"/>
                  <a:pt x="3641" y="668"/>
                  <a:pt x="3631" y="646"/>
                </a:cubicBezTo>
                <a:cubicBezTo>
                  <a:pt x="3609" y="610"/>
                  <a:pt x="3605" y="606"/>
                  <a:pt x="3603" y="600"/>
                </a:cubicBezTo>
                <a:cubicBezTo>
                  <a:pt x="3602" y="588"/>
                  <a:pt x="3604" y="593"/>
                  <a:pt x="3605" y="598"/>
                </a:cubicBezTo>
                <a:cubicBezTo>
                  <a:pt x="3636" y="646"/>
                  <a:pt x="3645" y="650"/>
                  <a:pt x="3649" y="660"/>
                </a:cubicBezTo>
                <a:cubicBezTo>
                  <a:pt x="3683" y="718"/>
                  <a:pt x="3683" y="724"/>
                  <a:pt x="3687" y="727"/>
                </a:cubicBezTo>
                <a:cubicBezTo>
                  <a:pt x="3711" y="775"/>
                  <a:pt x="3709" y="785"/>
                  <a:pt x="3715" y="787"/>
                </a:cubicBezTo>
                <a:cubicBezTo>
                  <a:pt x="3704" y="756"/>
                  <a:pt x="3706" y="749"/>
                  <a:pt x="3703" y="748"/>
                </a:cubicBezTo>
                <a:cubicBezTo>
                  <a:pt x="3683" y="705"/>
                  <a:pt x="3676" y="692"/>
                  <a:pt x="3670" y="678"/>
                </a:cubicBezTo>
                <a:cubicBezTo>
                  <a:pt x="3642" y="629"/>
                  <a:pt x="3632" y="620"/>
                  <a:pt x="3626" y="607"/>
                </a:cubicBezTo>
                <a:cubicBezTo>
                  <a:pt x="3605" y="580"/>
                  <a:pt x="3601" y="579"/>
                  <a:pt x="3601" y="574"/>
                </a:cubicBezTo>
                <a:cubicBezTo>
                  <a:pt x="3573" y="536"/>
                  <a:pt x="3569" y="530"/>
                  <a:pt x="3565" y="524"/>
                </a:cubicBezTo>
                <a:cubicBezTo>
                  <a:pt x="3546" y="487"/>
                  <a:pt x="3541" y="488"/>
                  <a:pt x="3543" y="482"/>
                </a:cubicBezTo>
                <a:cubicBezTo>
                  <a:pt x="3536" y="457"/>
                  <a:pt x="3537" y="465"/>
                  <a:pt x="3542" y="469"/>
                </a:cubicBezTo>
                <a:cubicBezTo>
                  <a:pt x="3566" y="506"/>
                  <a:pt x="3571" y="510"/>
                  <a:pt x="3575" y="514"/>
                </a:cubicBezTo>
                <a:cubicBezTo>
                  <a:pt x="3616" y="563"/>
                  <a:pt x="3621" y="567"/>
                  <a:pt x="3623" y="575"/>
                </a:cubicBezTo>
                <a:cubicBezTo>
                  <a:pt x="3671" y="639"/>
                  <a:pt x="3669" y="646"/>
                  <a:pt x="3672" y="648"/>
                </a:cubicBezTo>
                <a:cubicBezTo>
                  <a:pt x="3691" y="678"/>
                  <a:pt x="3690" y="689"/>
                  <a:pt x="3695" y="692"/>
                </a:cubicBezTo>
                <a:cubicBezTo>
                  <a:pt x="3712" y="731"/>
                  <a:pt x="3709" y="741"/>
                  <a:pt x="3716" y="741"/>
                </a:cubicBezTo>
                <a:cubicBezTo>
                  <a:pt x="3708" y="703"/>
                  <a:pt x="3703" y="704"/>
                  <a:pt x="3704" y="698"/>
                </a:cubicBezTo>
                <a:cubicBezTo>
                  <a:pt x="3691" y="675"/>
                  <a:pt x="3692" y="664"/>
                  <a:pt x="3686" y="662"/>
                </a:cubicBezTo>
                <a:cubicBezTo>
                  <a:pt x="3670" y="620"/>
                  <a:pt x="3664" y="622"/>
                  <a:pt x="3664" y="618"/>
                </a:cubicBezTo>
                <a:cubicBezTo>
                  <a:pt x="3633" y="576"/>
                  <a:pt x="3635" y="569"/>
                  <a:pt x="3632" y="567"/>
                </a:cubicBezTo>
                <a:cubicBezTo>
                  <a:pt x="3612" y="544"/>
                  <a:pt x="3609" y="542"/>
                  <a:pt x="3608" y="538"/>
                </a:cubicBezTo>
                <a:cubicBezTo>
                  <a:pt x="3595" y="520"/>
                  <a:pt x="3590" y="520"/>
                  <a:pt x="3589" y="516"/>
                </a:cubicBezTo>
                <a:cubicBezTo>
                  <a:pt x="3575" y="485"/>
                  <a:pt x="3576" y="492"/>
                  <a:pt x="3583" y="494"/>
                </a:cubicBezTo>
                <a:cubicBezTo>
                  <a:pt x="3605" y="518"/>
                  <a:pt x="3612" y="530"/>
                  <a:pt x="3621" y="540"/>
                </a:cubicBezTo>
                <a:cubicBezTo>
                  <a:pt x="3637" y="562"/>
                  <a:pt x="3646" y="562"/>
                  <a:pt x="3647" y="571"/>
                </a:cubicBezTo>
                <a:cubicBezTo>
                  <a:pt x="3679" y="613"/>
                  <a:pt x="3687" y="624"/>
                  <a:pt x="3693" y="637"/>
                </a:cubicBezTo>
                <a:cubicBezTo>
                  <a:pt x="3722" y="683"/>
                  <a:pt x="3722" y="688"/>
                  <a:pt x="3725" y="690"/>
                </a:cubicBezTo>
                <a:cubicBezTo>
                  <a:pt x="3736" y="699"/>
                  <a:pt x="3730" y="697"/>
                  <a:pt x="3730" y="687"/>
                </a:cubicBezTo>
                <a:cubicBezTo>
                  <a:pt x="3696" y="629"/>
                  <a:pt x="3695" y="622"/>
                  <a:pt x="3690" y="618"/>
                </a:cubicBezTo>
                <a:cubicBezTo>
                  <a:pt x="3664" y="581"/>
                  <a:pt x="3661" y="574"/>
                  <a:pt x="3658" y="568"/>
                </a:cubicBezTo>
                <a:cubicBezTo>
                  <a:pt x="3624" y="530"/>
                  <a:pt x="3617" y="519"/>
                  <a:pt x="3608" y="510"/>
                </a:cubicBezTo>
                <a:cubicBezTo>
                  <a:pt x="3534" y="424"/>
                  <a:pt x="3528" y="418"/>
                  <a:pt x="3524" y="409"/>
                </a:cubicBezTo>
                <a:cubicBezTo>
                  <a:pt x="3505" y="384"/>
                  <a:pt x="3506" y="376"/>
                  <a:pt x="3500" y="376"/>
                </a:cubicBezTo>
                <a:cubicBezTo>
                  <a:pt x="3502" y="363"/>
                  <a:pt x="3500" y="371"/>
                  <a:pt x="3504" y="371"/>
                </a:cubicBezTo>
                <a:cubicBezTo>
                  <a:pt x="3530" y="404"/>
                  <a:pt x="3532" y="412"/>
                  <a:pt x="3538" y="417"/>
                </a:cubicBezTo>
                <a:cubicBezTo>
                  <a:pt x="3562" y="446"/>
                  <a:pt x="3566" y="447"/>
                  <a:pt x="3567" y="452"/>
                </a:cubicBezTo>
                <a:cubicBezTo>
                  <a:pt x="3602" y="487"/>
                  <a:pt x="3602" y="492"/>
                  <a:pt x="3607" y="493"/>
                </a:cubicBezTo>
                <a:cubicBezTo>
                  <a:pt x="3650" y="542"/>
                  <a:pt x="3656" y="546"/>
                  <a:pt x="3659" y="555"/>
                </a:cubicBezTo>
                <a:cubicBezTo>
                  <a:pt x="3706" y="616"/>
                  <a:pt x="3708" y="625"/>
                  <a:pt x="3715" y="629"/>
                </a:cubicBezTo>
                <a:cubicBezTo>
                  <a:pt x="3727" y="644"/>
                  <a:pt x="3724" y="639"/>
                  <a:pt x="3720" y="638"/>
                </a:cubicBezTo>
                <a:cubicBezTo>
                  <a:pt x="3689" y="575"/>
                  <a:pt x="3675" y="561"/>
                  <a:pt x="3663" y="546"/>
                </a:cubicBezTo>
                <a:cubicBezTo>
                  <a:pt x="3641" y="512"/>
                  <a:pt x="3631" y="508"/>
                  <a:pt x="3625" y="500"/>
                </a:cubicBezTo>
                <a:cubicBezTo>
                  <a:pt x="3592" y="468"/>
                  <a:pt x="3591" y="465"/>
                  <a:pt x="3591" y="461"/>
                </a:cubicBezTo>
                <a:cubicBezTo>
                  <a:pt x="3577" y="443"/>
                  <a:pt x="3570" y="445"/>
                  <a:pt x="3570" y="438"/>
                </a:cubicBezTo>
                <a:cubicBezTo>
                  <a:pt x="3535" y="402"/>
                  <a:pt x="3533" y="398"/>
                  <a:pt x="3532" y="393"/>
                </a:cubicBezTo>
                <a:cubicBezTo>
                  <a:pt x="3530" y="387"/>
                  <a:pt x="3532" y="390"/>
                  <a:pt x="3534" y="393"/>
                </a:cubicBezTo>
                <a:cubicBezTo>
                  <a:pt x="3549" y="412"/>
                  <a:pt x="3552" y="411"/>
                  <a:pt x="3553" y="413"/>
                </a:cubicBezTo>
                <a:cubicBezTo>
                  <a:pt x="3592" y="453"/>
                  <a:pt x="3594" y="455"/>
                  <a:pt x="3596" y="458"/>
                </a:cubicBezTo>
                <a:cubicBezTo>
                  <a:pt x="3621" y="483"/>
                  <a:pt x="3627" y="485"/>
                  <a:pt x="3631" y="491"/>
                </a:cubicBezTo>
                <a:cubicBezTo>
                  <a:pt x="3653" y="516"/>
                  <a:pt x="3661" y="526"/>
                  <a:pt x="3669" y="536"/>
                </a:cubicBezTo>
                <a:cubicBezTo>
                  <a:pt x="3710" y="588"/>
                  <a:pt x="3713" y="595"/>
                  <a:pt x="3719" y="598"/>
                </a:cubicBezTo>
                <a:cubicBezTo>
                  <a:pt x="3754" y="657"/>
                  <a:pt x="3756" y="665"/>
                  <a:pt x="3759" y="672"/>
                </a:cubicBezTo>
                <a:cubicBezTo>
                  <a:pt x="3769" y="696"/>
                  <a:pt x="3765" y="705"/>
                  <a:pt x="3770" y="704"/>
                </a:cubicBezTo>
                <a:cubicBezTo>
                  <a:pt x="3763" y="670"/>
                  <a:pt x="3763" y="659"/>
                  <a:pt x="3758" y="655"/>
                </a:cubicBezTo>
                <a:cubicBezTo>
                  <a:pt x="3722" y="590"/>
                  <a:pt x="3717" y="586"/>
                  <a:pt x="3713" y="579"/>
                </a:cubicBezTo>
                <a:cubicBezTo>
                  <a:pt x="3668" y="527"/>
                  <a:pt x="3671" y="520"/>
                  <a:pt x="3668" y="519"/>
                </a:cubicBezTo>
                <a:cubicBezTo>
                  <a:pt x="3638" y="483"/>
                  <a:pt x="3626" y="475"/>
                  <a:pt x="3618" y="463"/>
                </a:cubicBezTo>
                <a:cubicBezTo>
                  <a:pt x="3597" y="446"/>
                  <a:pt x="3593" y="439"/>
                  <a:pt x="3587" y="435"/>
                </a:cubicBezTo>
                <a:cubicBezTo>
                  <a:pt x="3544" y="388"/>
                  <a:pt x="3531" y="373"/>
                  <a:pt x="3516" y="359"/>
                </a:cubicBezTo>
                <a:cubicBezTo>
                  <a:pt x="3482" y="312"/>
                  <a:pt x="3483" y="307"/>
                  <a:pt x="3480" y="307"/>
                </a:cubicBezTo>
                <a:cubicBezTo>
                  <a:pt x="3491" y="306"/>
                  <a:pt x="3495" y="310"/>
                  <a:pt x="3498" y="315"/>
                </a:cubicBezTo>
                <a:cubicBezTo>
                  <a:pt x="3528" y="347"/>
                  <a:pt x="3536" y="354"/>
                  <a:pt x="3543" y="362"/>
                </a:cubicBezTo>
                <a:cubicBezTo>
                  <a:pt x="3574" y="381"/>
                  <a:pt x="3571" y="392"/>
                  <a:pt x="3580" y="390"/>
                </a:cubicBezTo>
                <a:cubicBezTo>
                  <a:pt x="3598" y="407"/>
                  <a:pt x="3606" y="414"/>
                  <a:pt x="3615" y="420"/>
                </a:cubicBezTo>
                <a:cubicBezTo>
                  <a:pt x="3642" y="449"/>
                  <a:pt x="3647" y="454"/>
                  <a:pt x="3650" y="457"/>
                </a:cubicBezTo>
                <a:cubicBezTo>
                  <a:pt x="3680" y="486"/>
                  <a:pt x="3682" y="493"/>
                  <a:pt x="3686" y="498"/>
                </a:cubicBezTo>
                <a:cubicBezTo>
                  <a:pt x="3724" y="544"/>
                  <a:pt x="3729" y="547"/>
                  <a:pt x="3731" y="554"/>
                </a:cubicBezTo>
                <a:cubicBezTo>
                  <a:pt x="3765" y="605"/>
                  <a:pt x="3771" y="607"/>
                  <a:pt x="3773" y="614"/>
                </a:cubicBezTo>
                <a:cubicBezTo>
                  <a:pt x="3793" y="649"/>
                  <a:pt x="3792" y="642"/>
                  <a:pt x="3790" y="637"/>
                </a:cubicBezTo>
                <a:cubicBezTo>
                  <a:pt x="3772" y="601"/>
                  <a:pt x="3770" y="595"/>
                  <a:pt x="3765" y="593"/>
                </a:cubicBezTo>
                <a:cubicBezTo>
                  <a:pt x="3747" y="556"/>
                  <a:pt x="3740" y="557"/>
                  <a:pt x="3740" y="549"/>
                </a:cubicBezTo>
                <a:cubicBezTo>
                  <a:pt x="3716" y="518"/>
                  <a:pt x="3713" y="513"/>
                  <a:pt x="3708" y="510"/>
                </a:cubicBezTo>
                <a:cubicBezTo>
                  <a:pt x="3663" y="455"/>
                  <a:pt x="3658" y="453"/>
                  <a:pt x="3656" y="448"/>
                </a:cubicBezTo>
                <a:cubicBezTo>
                  <a:pt x="3639" y="433"/>
                  <a:pt x="3635" y="430"/>
                  <a:pt x="3631" y="428"/>
                </a:cubicBezTo>
                <a:cubicBezTo>
                  <a:pt x="3606" y="403"/>
                  <a:pt x="3605" y="400"/>
                  <a:pt x="3602" y="399"/>
                </a:cubicBezTo>
                <a:cubicBezTo>
                  <a:pt x="3568" y="367"/>
                  <a:pt x="3560" y="369"/>
                  <a:pt x="3558" y="363"/>
                </a:cubicBezTo>
                <a:cubicBezTo>
                  <a:pt x="3494" y="295"/>
                  <a:pt x="3486" y="288"/>
                  <a:pt x="3480" y="279"/>
                </a:cubicBezTo>
                <a:cubicBezTo>
                  <a:pt x="3472" y="259"/>
                  <a:pt x="3480" y="269"/>
                  <a:pt x="3487" y="280"/>
                </a:cubicBezTo>
                <a:cubicBezTo>
                  <a:pt x="3581" y="355"/>
                  <a:pt x="3584" y="357"/>
                  <a:pt x="3588" y="356"/>
                </a:cubicBezTo>
                <a:cubicBezTo>
                  <a:pt x="3607" y="371"/>
                  <a:pt x="3608" y="375"/>
                  <a:pt x="3614" y="374"/>
                </a:cubicBezTo>
                <a:cubicBezTo>
                  <a:pt x="3644" y="397"/>
                  <a:pt x="3643" y="407"/>
                  <a:pt x="3651" y="406"/>
                </a:cubicBezTo>
                <a:cubicBezTo>
                  <a:pt x="3671" y="425"/>
                  <a:pt x="3673" y="426"/>
                  <a:pt x="3674" y="429"/>
                </a:cubicBezTo>
                <a:cubicBezTo>
                  <a:pt x="3702" y="457"/>
                  <a:pt x="3707" y="461"/>
                  <a:pt x="3710" y="466"/>
                </a:cubicBezTo>
                <a:cubicBezTo>
                  <a:pt x="3755" y="519"/>
                  <a:pt x="3757" y="520"/>
                  <a:pt x="3760" y="521"/>
                </a:cubicBezTo>
                <a:cubicBezTo>
                  <a:pt x="3775" y="552"/>
                  <a:pt x="3783" y="552"/>
                  <a:pt x="3784" y="559"/>
                </a:cubicBezTo>
                <a:cubicBezTo>
                  <a:pt x="3802" y="592"/>
                  <a:pt x="3803" y="594"/>
                  <a:pt x="3806" y="594"/>
                </a:cubicBezTo>
                <a:cubicBezTo>
                  <a:pt x="3803" y="583"/>
                  <a:pt x="3803" y="576"/>
                  <a:pt x="3798" y="573"/>
                </a:cubicBezTo>
                <a:cubicBezTo>
                  <a:pt x="3759" y="513"/>
                  <a:pt x="3754" y="504"/>
                  <a:pt x="3747" y="496"/>
                </a:cubicBezTo>
                <a:cubicBezTo>
                  <a:pt x="3718" y="457"/>
                  <a:pt x="3712" y="459"/>
                  <a:pt x="3713" y="455"/>
                </a:cubicBezTo>
                <a:cubicBezTo>
                  <a:pt x="3682" y="427"/>
                  <a:pt x="3680" y="421"/>
                  <a:pt x="3676" y="418"/>
                </a:cubicBezTo>
                <a:cubicBezTo>
                  <a:pt x="3660" y="405"/>
                  <a:pt x="3655" y="404"/>
                  <a:pt x="3655" y="397"/>
                </a:cubicBezTo>
                <a:cubicBezTo>
                  <a:pt x="3624" y="378"/>
                  <a:pt x="3624" y="370"/>
                  <a:pt x="3618" y="369"/>
                </a:cubicBezTo>
                <a:cubicBezTo>
                  <a:pt x="3604" y="356"/>
                  <a:pt x="3600" y="353"/>
                  <a:pt x="3595" y="351"/>
                </a:cubicBezTo>
                <a:cubicBezTo>
                  <a:pt x="3588" y="343"/>
                  <a:pt x="3585" y="343"/>
                  <a:pt x="3583" y="341"/>
                </a:cubicBezTo>
                <a:cubicBezTo>
                  <a:pt x="3552" y="324"/>
                  <a:pt x="3552" y="316"/>
                  <a:pt x="3546" y="315"/>
                </a:cubicBezTo>
                <a:cubicBezTo>
                  <a:pt x="3518" y="293"/>
                  <a:pt x="3513" y="292"/>
                  <a:pt x="3511" y="287"/>
                </a:cubicBezTo>
                <a:cubicBezTo>
                  <a:pt x="3473" y="249"/>
                  <a:pt x="3471" y="239"/>
                  <a:pt x="3464" y="236"/>
                </a:cubicBezTo>
                <a:cubicBezTo>
                  <a:pt x="3464" y="229"/>
                  <a:pt x="3471" y="229"/>
                  <a:pt x="3475" y="233"/>
                </a:cubicBezTo>
                <a:cubicBezTo>
                  <a:pt x="3498" y="257"/>
                  <a:pt x="3501" y="260"/>
                  <a:pt x="3505" y="262"/>
                </a:cubicBezTo>
                <a:cubicBezTo>
                  <a:pt x="3519" y="277"/>
                  <a:pt x="3523" y="275"/>
                  <a:pt x="3524" y="278"/>
                </a:cubicBezTo>
                <a:cubicBezTo>
                  <a:pt x="3556" y="301"/>
                  <a:pt x="3562" y="300"/>
                  <a:pt x="3565" y="303"/>
                </a:cubicBezTo>
                <a:cubicBezTo>
                  <a:pt x="3580" y="312"/>
                  <a:pt x="3580" y="313"/>
                  <a:pt x="3581" y="313"/>
                </a:cubicBezTo>
                <a:cubicBezTo>
                  <a:pt x="3601" y="325"/>
                  <a:pt x="3604" y="326"/>
                  <a:pt x="3608" y="329"/>
                </a:cubicBezTo>
                <a:cubicBezTo>
                  <a:pt x="3643" y="351"/>
                  <a:pt x="3649" y="350"/>
                  <a:pt x="3652" y="354"/>
                </a:cubicBezTo>
                <a:cubicBezTo>
                  <a:pt x="3678" y="367"/>
                  <a:pt x="3693" y="375"/>
                  <a:pt x="3708" y="383"/>
                </a:cubicBezTo>
                <a:cubicBezTo>
                  <a:pt x="3760" y="411"/>
                  <a:pt x="3762" y="421"/>
                  <a:pt x="3770" y="424"/>
                </a:cubicBezTo>
                <a:cubicBezTo>
                  <a:pt x="3809" y="461"/>
                  <a:pt x="3812" y="463"/>
                  <a:pt x="3815" y="467"/>
                </a:cubicBezTo>
                <a:cubicBezTo>
                  <a:pt x="3834" y="487"/>
                  <a:pt x="3838" y="487"/>
                  <a:pt x="3840" y="490"/>
                </a:cubicBezTo>
                <a:cubicBezTo>
                  <a:pt x="3834" y="475"/>
                  <a:pt x="3825" y="469"/>
                  <a:pt x="3819" y="460"/>
                </a:cubicBezTo>
                <a:cubicBezTo>
                  <a:pt x="3792" y="438"/>
                  <a:pt x="3793" y="432"/>
                  <a:pt x="3788" y="434"/>
                </a:cubicBezTo>
                <a:cubicBezTo>
                  <a:pt x="3769" y="415"/>
                  <a:pt x="3767" y="413"/>
                  <a:pt x="3767" y="409"/>
                </a:cubicBezTo>
                <a:cubicBezTo>
                  <a:pt x="3741" y="393"/>
                  <a:pt x="3737" y="390"/>
                  <a:pt x="3733" y="388"/>
                </a:cubicBezTo>
                <a:cubicBezTo>
                  <a:pt x="3678" y="358"/>
                  <a:pt x="3671" y="350"/>
                  <a:pt x="3658" y="349"/>
                </a:cubicBezTo>
                <a:cubicBezTo>
                  <a:pt x="3620" y="324"/>
                  <a:pt x="3616" y="320"/>
                  <a:pt x="3610" y="318"/>
                </a:cubicBezTo>
                <a:cubicBezTo>
                  <a:pt x="3586" y="305"/>
                  <a:pt x="3581" y="301"/>
                  <a:pt x="3576" y="298"/>
                </a:cubicBezTo>
                <a:cubicBezTo>
                  <a:pt x="3551" y="286"/>
                  <a:pt x="3550" y="278"/>
                  <a:pt x="3543" y="276"/>
                </a:cubicBezTo>
                <a:cubicBezTo>
                  <a:pt x="3518" y="256"/>
                  <a:pt x="3508" y="251"/>
                  <a:pt x="3497" y="245"/>
                </a:cubicBezTo>
                <a:cubicBezTo>
                  <a:pt x="3480" y="220"/>
                  <a:pt x="3474" y="222"/>
                  <a:pt x="3472" y="220"/>
                </a:cubicBezTo>
                <a:cubicBezTo>
                  <a:pt x="3458" y="198"/>
                  <a:pt x="3452" y="196"/>
                  <a:pt x="3450" y="189"/>
                </a:cubicBezTo>
                <a:cubicBezTo>
                  <a:pt x="3467" y="202"/>
                  <a:pt x="3470" y="200"/>
                  <a:pt x="3470" y="201"/>
                </a:cubicBezTo>
                <a:cubicBezTo>
                  <a:pt x="3508" y="228"/>
                  <a:pt x="3514" y="232"/>
                  <a:pt x="3519" y="237"/>
                </a:cubicBezTo>
                <a:cubicBezTo>
                  <a:pt x="3549" y="252"/>
                  <a:pt x="3552" y="253"/>
                  <a:pt x="3555" y="256"/>
                </a:cubicBezTo>
                <a:cubicBezTo>
                  <a:pt x="3598" y="278"/>
                  <a:pt x="3605" y="282"/>
                  <a:pt x="3610" y="287"/>
                </a:cubicBezTo>
                <a:cubicBezTo>
                  <a:pt x="3676" y="320"/>
                  <a:pt x="3685" y="315"/>
                  <a:pt x="3684" y="321"/>
                </a:cubicBezTo>
                <a:cubicBezTo>
                  <a:pt x="3725" y="340"/>
                  <a:pt x="3730" y="346"/>
                  <a:pt x="3737" y="350"/>
                </a:cubicBezTo>
                <a:cubicBezTo>
                  <a:pt x="3768" y="372"/>
                  <a:pt x="3771" y="375"/>
                  <a:pt x="3776" y="376"/>
                </a:cubicBezTo>
                <a:cubicBezTo>
                  <a:pt x="3822" y="416"/>
                  <a:pt x="3821" y="423"/>
                  <a:pt x="3825" y="425"/>
                </a:cubicBezTo>
                <a:cubicBezTo>
                  <a:pt x="3836" y="427"/>
                  <a:pt x="3826" y="425"/>
                  <a:pt x="3824" y="414"/>
                </a:cubicBezTo>
                <a:cubicBezTo>
                  <a:pt x="3808" y="399"/>
                  <a:pt x="3802" y="401"/>
                  <a:pt x="3803" y="396"/>
                </a:cubicBezTo>
                <a:cubicBezTo>
                  <a:pt x="3777" y="374"/>
                  <a:pt x="3776" y="369"/>
                  <a:pt x="3771" y="367"/>
                </a:cubicBezTo>
                <a:cubicBezTo>
                  <a:pt x="3753" y="354"/>
                  <a:pt x="3751" y="352"/>
                  <a:pt x="3750" y="349"/>
                </a:cubicBezTo>
                <a:cubicBezTo>
                  <a:pt x="3700" y="322"/>
                  <a:pt x="3698" y="317"/>
                  <a:pt x="3690" y="316"/>
                </a:cubicBezTo>
                <a:cubicBezTo>
                  <a:pt x="3657" y="299"/>
                  <a:pt x="3656" y="297"/>
                  <a:pt x="3652" y="297"/>
                </a:cubicBezTo>
                <a:cubicBezTo>
                  <a:pt x="3597" y="265"/>
                  <a:pt x="3579" y="257"/>
                  <a:pt x="3561" y="251"/>
                </a:cubicBezTo>
                <a:cubicBezTo>
                  <a:pt x="3513" y="220"/>
                  <a:pt x="3507" y="220"/>
                  <a:pt x="3504" y="216"/>
                </a:cubicBezTo>
                <a:cubicBezTo>
                  <a:pt x="3485" y="199"/>
                  <a:pt x="3474" y="197"/>
                  <a:pt x="3469" y="188"/>
                </a:cubicBezTo>
                <a:cubicBezTo>
                  <a:pt x="3442" y="157"/>
                  <a:pt x="3447" y="163"/>
                  <a:pt x="3453" y="169"/>
                </a:cubicBezTo>
                <a:cubicBezTo>
                  <a:pt x="3478" y="187"/>
                  <a:pt x="3481" y="189"/>
                  <a:pt x="3483" y="193"/>
                </a:cubicBezTo>
                <a:cubicBezTo>
                  <a:pt x="3525" y="218"/>
                  <a:pt x="3531" y="224"/>
                  <a:pt x="3538" y="229"/>
                </a:cubicBezTo>
                <a:cubicBezTo>
                  <a:pt x="3595" y="256"/>
                  <a:pt x="3603" y="260"/>
                  <a:pt x="3610" y="265"/>
                </a:cubicBezTo>
                <a:cubicBezTo>
                  <a:pt x="3642" y="275"/>
                  <a:pt x="3644" y="276"/>
                  <a:pt x="3646" y="278"/>
                </a:cubicBezTo>
                <a:cubicBezTo>
                  <a:pt x="3697" y="296"/>
                  <a:pt x="3705" y="296"/>
                  <a:pt x="3709" y="300"/>
                </a:cubicBezTo>
                <a:cubicBezTo>
                  <a:pt x="3768" y="328"/>
                  <a:pt x="3781" y="331"/>
                  <a:pt x="3788" y="340"/>
                </a:cubicBezTo>
                <a:cubicBezTo>
                  <a:pt x="3806" y="351"/>
                  <a:pt x="3808" y="353"/>
                  <a:pt x="3811" y="354"/>
                </a:cubicBezTo>
                <a:cubicBezTo>
                  <a:pt x="3833" y="374"/>
                  <a:pt x="3837" y="374"/>
                  <a:pt x="3840" y="376"/>
                </a:cubicBezTo>
                <a:cubicBezTo>
                  <a:pt x="3829" y="365"/>
                  <a:pt x="3828" y="354"/>
                  <a:pt x="3818" y="353"/>
                </a:cubicBezTo>
                <a:cubicBezTo>
                  <a:pt x="3790" y="329"/>
                  <a:pt x="3784" y="331"/>
                  <a:pt x="3785" y="325"/>
                </a:cubicBezTo>
                <a:cubicBezTo>
                  <a:pt x="3759" y="314"/>
                  <a:pt x="3754" y="308"/>
                  <a:pt x="3744" y="306"/>
                </a:cubicBezTo>
                <a:cubicBezTo>
                  <a:pt x="3691" y="279"/>
                  <a:pt x="3678" y="280"/>
                  <a:pt x="3672" y="274"/>
                </a:cubicBezTo>
                <a:cubicBezTo>
                  <a:pt x="3600" y="254"/>
                  <a:pt x="3589" y="241"/>
                  <a:pt x="3569" y="237"/>
                </a:cubicBezTo>
                <a:cubicBezTo>
                  <a:pt x="3539" y="215"/>
                  <a:pt x="3533" y="217"/>
                  <a:pt x="3534" y="211"/>
                </a:cubicBezTo>
                <a:cubicBezTo>
                  <a:pt x="3492" y="194"/>
                  <a:pt x="3495" y="184"/>
                  <a:pt x="3489" y="184"/>
                </a:cubicBezTo>
                <a:cubicBezTo>
                  <a:pt x="3456" y="152"/>
                  <a:pt x="3447" y="155"/>
                  <a:pt x="3447" y="148"/>
                </a:cubicBezTo>
                <a:cubicBezTo>
                  <a:pt x="3425" y="126"/>
                  <a:pt x="3423" y="125"/>
                  <a:pt x="3423" y="121"/>
                </a:cubicBezTo>
                <a:cubicBezTo>
                  <a:pt x="3434" y="129"/>
                  <a:pt x="3437" y="129"/>
                  <a:pt x="3437" y="131"/>
                </a:cubicBezTo>
                <a:cubicBezTo>
                  <a:pt x="3461" y="150"/>
                  <a:pt x="3474" y="156"/>
                  <a:pt x="3483" y="167"/>
                </a:cubicBezTo>
                <a:cubicBezTo>
                  <a:pt x="3514" y="176"/>
                  <a:pt x="3515" y="187"/>
                  <a:pt x="3526" y="186"/>
                </a:cubicBezTo>
                <a:cubicBezTo>
                  <a:pt x="3554" y="198"/>
                  <a:pt x="3561" y="202"/>
                  <a:pt x="3567" y="207"/>
                </a:cubicBezTo>
                <a:cubicBezTo>
                  <a:pt x="3627" y="229"/>
                  <a:pt x="3638" y="238"/>
                  <a:pt x="3657" y="240"/>
                </a:cubicBezTo>
                <a:cubicBezTo>
                  <a:pt x="3691" y="257"/>
                  <a:pt x="3698" y="265"/>
                  <a:pt x="3709" y="267"/>
                </a:cubicBezTo>
                <a:cubicBezTo>
                  <a:pt x="3751" y="290"/>
                  <a:pt x="3755" y="293"/>
                  <a:pt x="3761" y="294"/>
                </a:cubicBezTo>
                <a:cubicBezTo>
                  <a:pt x="3792" y="313"/>
                  <a:pt x="3794" y="315"/>
                  <a:pt x="3795" y="318"/>
                </a:cubicBezTo>
                <a:cubicBezTo>
                  <a:pt x="3817" y="331"/>
                  <a:pt x="3824" y="336"/>
                  <a:pt x="3830" y="344"/>
                </a:cubicBezTo>
                <a:cubicBezTo>
                  <a:pt x="3837" y="339"/>
                  <a:pt x="3833" y="338"/>
                  <a:pt x="3829" y="335"/>
                </a:cubicBezTo>
                <a:cubicBezTo>
                  <a:pt x="3748" y="279"/>
                  <a:pt x="3746" y="274"/>
                  <a:pt x="3738" y="276"/>
                </a:cubicBezTo>
                <a:cubicBezTo>
                  <a:pt x="3689" y="246"/>
                  <a:pt x="3677" y="244"/>
                  <a:pt x="3670" y="237"/>
                </a:cubicBezTo>
                <a:cubicBezTo>
                  <a:pt x="3605" y="209"/>
                  <a:pt x="3600" y="207"/>
                  <a:pt x="3593" y="207"/>
                </a:cubicBezTo>
                <a:cubicBezTo>
                  <a:pt x="3541" y="181"/>
                  <a:pt x="3531" y="177"/>
                  <a:pt x="3521" y="173"/>
                </a:cubicBezTo>
                <a:cubicBezTo>
                  <a:pt x="3487" y="152"/>
                  <a:pt x="3476" y="148"/>
                  <a:pt x="3468" y="142"/>
                </a:cubicBezTo>
                <a:cubicBezTo>
                  <a:pt x="3450" y="123"/>
                  <a:pt x="3447" y="124"/>
                  <a:pt x="3445" y="122"/>
                </a:cubicBezTo>
                <a:cubicBezTo>
                  <a:pt x="3426" y="105"/>
                  <a:pt x="3423" y="102"/>
                  <a:pt x="3426" y="101"/>
                </a:cubicBezTo>
                <a:close/>
                <a:moveTo>
                  <a:pt x="3422" y="38"/>
                </a:moveTo>
                <a:cubicBezTo>
                  <a:pt x="3426" y="37"/>
                  <a:pt x="3428" y="39"/>
                  <a:pt x="3431" y="39"/>
                </a:cubicBezTo>
                <a:cubicBezTo>
                  <a:pt x="3434" y="44"/>
                  <a:pt x="3437" y="47"/>
                  <a:pt x="3442" y="50"/>
                </a:cubicBezTo>
                <a:cubicBezTo>
                  <a:pt x="3448" y="51"/>
                  <a:pt x="3451" y="55"/>
                  <a:pt x="3456" y="57"/>
                </a:cubicBezTo>
                <a:cubicBezTo>
                  <a:pt x="3460" y="61"/>
                  <a:pt x="3466" y="61"/>
                  <a:pt x="3470" y="65"/>
                </a:cubicBezTo>
                <a:cubicBezTo>
                  <a:pt x="3480" y="69"/>
                  <a:pt x="3486" y="77"/>
                  <a:pt x="3499" y="78"/>
                </a:cubicBezTo>
                <a:cubicBezTo>
                  <a:pt x="3506" y="86"/>
                  <a:pt x="3520" y="86"/>
                  <a:pt x="3526" y="94"/>
                </a:cubicBezTo>
                <a:cubicBezTo>
                  <a:pt x="3550" y="97"/>
                  <a:pt x="3570" y="105"/>
                  <a:pt x="3587" y="116"/>
                </a:cubicBezTo>
                <a:cubicBezTo>
                  <a:pt x="3599" y="116"/>
                  <a:pt x="3607" y="121"/>
                  <a:pt x="3618" y="122"/>
                </a:cubicBezTo>
                <a:cubicBezTo>
                  <a:pt x="3624" y="128"/>
                  <a:pt x="3636" y="128"/>
                  <a:pt x="3643" y="134"/>
                </a:cubicBezTo>
                <a:cubicBezTo>
                  <a:pt x="3653" y="135"/>
                  <a:pt x="3661" y="141"/>
                  <a:pt x="3672" y="143"/>
                </a:cubicBezTo>
                <a:cubicBezTo>
                  <a:pt x="3681" y="145"/>
                  <a:pt x="3687" y="152"/>
                  <a:pt x="3699" y="152"/>
                </a:cubicBezTo>
                <a:cubicBezTo>
                  <a:pt x="3691" y="160"/>
                  <a:pt x="3685" y="147"/>
                  <a:pt x="3674" y="151"/>
                </a:cubicBezTo>
                <a:cubicBezTo>
                  <a:pt x="3667" y="149"/>
                  <a:pt x="3659" y="148"/>
                  <a:pt x="3648" y="149"/>
                </a:cubicBezTo>
                <a:cubicBezTo>
                  <a:pt x="3645" y="145"/>
                  <a:pt x="3637" y="146"/>
                  <a:pt x="3632" y="143"/>
                </a:cubicBezTo>
                <a:cubicBezTo>
                  <a:pt x="3627" y="143"/>
                  <a:pt x="3622" y="141"/>
                  <a:pt x="3619" y="138"/>
                </a:cubicBezTo>
                <a:cubicBezTo>
                  <a:pt x="3607" y="137"/>
                  <a:pt x="3600" y="131"/>
                  <a:pt x="3588" y="131"/>
                </a:cubicBezTo>
                <a:cubicBezTo>
                  <a:pt x="3580" y="125"/>
                  <a:pt x="3567" y="125"/>
                  <a:pt x="3559" y="120"/>
                </a:cubicBezTo>
                <a:cubicBezTo>
                  <a:pt x="3550" y="116"/>
                  <a:pt x="3542" y="111"/>
                  <a:pt x="3532" y="109"/>
                </a:cubicBezTo>
                <a:cubicBezTo>
                  <a:pt x="3528" y="105"/>
                  <a:pt x="3522" y="104"/>
                  <a:pt x="3518" y="101"/>
                </a:cubicBezTo>
                <a:cubicBezTo>
                  <a:pt x="3516" y="100"/>
                  <a:pt x="3513" y="99"/>
                  <a:pt x="3509" y="100"/>
                </a:cubicBezTo>
                <a:cubicBezTo>
                  <a:pt x="3510" y="96"/>
                  <a:pt x="3507" y="96"/>
                  <a:pt x="3504" y="95"/>
                </a:cubicBezTo>
                <a:cubicBezTo>
                  <a:pt x="3497" y="90"/>
                  <a:pt x="3487" y="87"/>
                  <a:pt x="3481" y="80"/>
                </a:cubicBezTo>
                <a:cubicBezTo>
                  <a:pt x="3475" y="80"/>
                  <a:pt x="3473" y="75"/>
                  <a:pt x="3470" y="72"/>
                </a:cubicBezTo>
                <a:cubicBezTo>
                  <a:pt x="3466" y="72"/>
                  <a:pt x="3465" y="69"/>
                  <a:pt x="3461" y="70"/>
                </a:cubicBezTo>
                <a:cubicBezTo>
                  <a:pt x="3462" y="66"/>
                  <a:pt x="3459" y="66"/>
                  <a:pt x="3456" y="66"/>
                </a:cubicBezTo>
                <a:cubicBezTo>
                  <a:pt x="3455" y="60"/>
                  <a:pt x="3447" y="63"/>
                  <a:pt x="3445" y="58"/>
                </a:cubicBezTo>
                <a:cubicBezTo>
                  <a:pt x="3439" y="58"/>
                  <a:pt x="3438" y="52"/>
                  <a:pt x="3431" y="53"/>
                </a:cubicBezTo>
                <a:cubicBezTo>
                  <a:pt x="3428" y="45"/>
                  <a:pt x="3422" y="40"/>
                  <a:pt x="3415" y="36"/>
                </a:cubicBezTo>
                <a:cubicBezTo>
                  <a:pt x="3415" y="31"/>
                  <a:pt x="3422" y="35"/>
                  <a:pt x="3422" y="38"/>
                </a:cubicBezTo>
                <a:close/>
                <a:moveTo>
                  <a:pt x="3358" y="316"/>
                </a:moveTo>
                <a:cubicBezTo>
                  <a:pt x="3355" y="318"/>
                  <a:pt x="3354" y="322"/>
                  <a:pt x="3352" y="325"/>
                </a:cubicBezTo>
                <a:cubicBezTo>
                  <a:pt x="3345" y="322"/>
                  <a:pt x="3356" y="319"/>
                  <a:pt x="3354" y="314"/>
                </a:cubicBezTo>
                <a:cubicBezTo>
                  <a:pt x="3356" y="311"/>
                  <a:pt x="3358" y="308"/>
                  <a:pt x="3360" y="305"/>
                </a:cubicBezTo>
                <a:cubicBezTo>
                  <a:pt x="3367" y="307"/>
                  <a:pt x="3355" y="310"/>
                  <a:pt x="3358" y="316"/>
                </a:cubicBezTo>
                <a:close/>
                <a:moveTo>
                  <a:pt x="3369" y="289"/>
                </a:moveTo>
                <a:cubicBezTo>
                  <a:pt x="3368" y="293"/>
                  <a:pt x="3366" y="297"/>
                  <a:pt x="3364" y="302"/>
                </a:cubicBezTo>
                <a:cubicBezTo>
                  <a:pt x="3358" y="300"/>
                  <a:pt x="3368" y="295"/>
                  <a:pt x="3365" y="289"/>
                </a:cubicBezTo>
                <a:cubicBezTo>
                  <a:pt x="3369" y="286"/>
                  <a:pt x="3372" y="281"/>
                  <a:pt x="3373" y="275"/>
                </a:cubicBezTo>
                <a:cubicBezTo>
                  <a:pt x="3378" y="277"/>
                  <a:pt x="3371" y="286"/>
                  <a:pt x="3369" y="289"/>
                </a:cubicBezTo>
                <a:close/>
                <a:moveTo>
                  <a:pt x="3386" y="250"/>
                </a:moveTo>
                <a:cubicBezTo>
                  <a:pt x="3383" y="256"/>
                  <a:pt x="3386" y="247"/>
                  <a:pt x="3386" y="244"/>
                </a:cubicBezTo>
                <a:cubicBezTo>
                  <a:pt x="3390" y="245"/>
                  <a:pt x="3387" y="248"/>
                  <a:pt x="3386" y="250"/>
                </a:cubicBezTo>
                <a:close/>
                <a:moveTo>
                  <a:pt x="3411" y="294"/>
                </a:moveTo>
                <a:cubicBezTo>
                  <a:pt x="3406" y="294"/>
                  <a:pt x="3410" y="287"/>
                  <a:pt x="3411" y="286"/>
                </a:cubicBezTo>
                <a:cubicBezTo>
                  <a:pt x="3417" y="287"/>
                  <a:pt x="3409" y="290"/>
                  <a:pt x="3411" y="294"/>
                </a:cubicBezTo>
                <a:close/>
                <a:moveTo>
                  <a:pt x="3420" y="261"/>
                </a:moveTo>
                <a:cubicBezTo>
                  <a:pt x="3416" y="267"/>
                  <a:pt x="3419" y="257"/>
                  <a:pt x="3419" y="254"/>
                </a:cubicBezTo>
                <a:cubicBezTo>
                  <a:pt x="3423" y="256"/>
                  <a:pt x="3420" y="258"/>
                  <a:pt x="3420" y="261"/>
                </a:cubicBezTo>
                <a:close/>
                <a:moveTo>
                  <a:pt x="3593" y="579"/>
                </a:moveTo>
                <a:cubicBezTo>
                  <a:pt x="3593" y="580"/>
                  <a:pt x="3593" y="582"/>
                  <a:pt x="3593" y="583"/>
                </a:cubicBezTo>
                <a:cubicBezTo>
                  <a:pt x="3589" y="585"/>
                  <a:pt x="3589" y="580"/>
                  <a:pt x="3589" y="577"/>
                </a:cubicBezTo>
                <a:cubicBezTo>
                  <a:pt x="3590" y="577"/>
                  <a:pt x="3591" y="579"/>
                  <a:pt x="3593" y="579"/>
                </a:cubicBezTo>
                <a:close/>
                <a:moveTo>
                  <a:pt x="3576" y="556"/>
                </a:moveTo>
                <a:cubicBezTo>
                  <a:pt x="3575" y="562"/>
                  <a:pt x="3571" y="551"/>
                  <a:pt x="3567" y="552"/>
                </a:cubicBezTo>
                <a:cubicBezTo>
                  <a:pt x="3567" y="549"/>
                  <a:pt x="3567" y="546"/>
                  <a:pt x="3565" y="546"/>
                </a:cubicBezTo>
                <a:cubicBezTo>
                  <a:pt x="3569" y="539"/>
                  <a:pt x="3571" y="556"/>
                  <a:pt x="3576" y="556"/>
                </a:cubicBezTo>
                <a:close/>
                <a:moveTo>
                  <a:pt x="3522" y="440"/>
                </a:moveTo>
                <a:cubicBezTo>
                  <a:pt x="3518" y="438"/>
                  <a:pt x="3516" y="434"/>
                  <a:pt x="3515" y="429"/>
                </a:cubicBezTo>
                <a:cubicBezTo>
                  <a:pt x="3519" y="430"/>
                  <a:pt x="3521" y="435"/>
                  <a:pt x="3522" y="440"/>
                </a:cubicBezTo>
                <a:close/>
                <a:moveTo>
                  <a:pt x="3503" y="443"/>
                </a:moveTo>
                <a:cubicBezTo>
                  <a:pt x="3507" y="446"/>
                  <a:pt x="3504" y="458"/>
                  <a:pt x="3508" y="462"/>
                </a:cubicBezTo>
                <a:cubicBezTo>
                  <a:pt x="3505" y="460"/>
                  <a:pt x="3503" y="460"/>
                  <a:pt x="3500" y="463"/>
                </a:cubicBezTo>
                <a:cubicBezTo>
                  <a:pt x="3502" y="474"/>
                  <a:pt x="3498" y="479"/>
                  <a:pt x="3497" y="487"/>
                </a:cubicBezTo>
                <a:cubicBezTo>
                  <a:pt x="3497" y="495"/>
                  <a:pt x="3491" y="481"/>
                  <a:pt x="3497" y="483"/>
                </a:cubicBezTo>
                <a:cubicBezTo>
                  <a:pt x="3495" y="466"/>
                  <a:pt x="3502" y="458"/>
                  <a:pt x="3503" y="443"/>
                </a:cubicBezTo>
                <a:close/>
                <a:moveTo>
                  <a:pt x="3451" y="265"/>
                </a:moveTo>
                <a:cubicBezTo>
                  <a:pt x="3459" y="267"/>
                  <a:pt x="3454" y="277"/>
                  <a:pt x="3452" y="281"/>
                </a:cubicBezTo>
                <a:cubicBezTo>
                  <a:pt x="3445" y="278"/>
                  <a:pt x="3454" y="272"/>
                  <a:pt x="3451" y="265"/>
                </a:cubicBezTo>
                <a:close/>
                <a:moveTo>
                  <a:pt x="57" y="2139"/>
                </a:moveTo>
                <a:cubicBezTo>
                  <a:pt x="52" y="2141"/>
                  <a:pt x="48" y="2128"/>
                  <a:pt x="43" y="2130"/>
                </a:cubicBezTo>
                <a:cubicBezTo>
                  <a:pt x="38" y="2120"/>
                  <a:pt x="28" y="2117"/>
                  <a:pt x="18" y="2109"/>
                </a:cubicBezTo>
                <a:cubicBezTo>
                  <a:pt x="12" y="2104"/>
                  <a:pt x="6" y="2099"/>
                  <a:pt x="0" y="2093"/>
                </a:cubicBezTo>
                <a:cubicBezTo>
                  <a:pt x="0" y="2105"/>
                  <a:pt x="0" y="2105"/>
                  <a:pt x="0" y="2105"/>
                </a:cubicBezTo>
                <a:cubicBezTo>
                  <a:pt x="5" y="2108"/>
                  <a:pt x="10" y="2111"/>
                  <a:pt x="15" y="2115"/>
                </a:cubicBezTo>
                <a:cubicBezTo>
                  <a:pt x="29" y="2128"/>
                  <a:pt x="43" y="2139"/>
                  <a:pt x="58" y="2150"/>
                </a:cubicBezTo>
                <a:cubicBezTo>
                  <a:pt x="60" y="2153"/>
                  <a:pt x="64" y="2157"/>
                  <a:pt x="67" y="2160"/>
                </a:cubicBezTo>
                <a:cubicBezTo>
                  <a:pt x="74" y="2160"/>
                  <a:pt x="74" y="2160"/>
                  <a:pt x="74" y="2160"/>
                </a:cubicBezTo>
                <a:cubicBezTo>
                  <a:pt x="72" y="2157"/>
                  <a:pt x="69" y="2154"/>
                  <a:pt x="67" y="2150"/>
                </a:cubicBezTo>
                <a:cubicBezTo>
                  <a:pt x="61" y="2143"/>
                  <a:pt x="59" y="2146"/>
                  <a:pt x="57" y="2139"/>
                </a:cubicBezTo>
                <a:close/>
                <a:moveTo>
                  <a:pt x="0" y="2131"/>
                </a:moveTo>
                <a:cubicBezTo>
                  <a:pt x="0" y="2152"/>
                  <a:pt x="0" y="2152"/>
                  <a:pt x="0" y="2152"/>
                </a:cubicBezTo>
                <a:cubicBezTo>
                  <a:pt x="2" y="2155"/>
                  <a:pt x="4" y="2158"/>
                  <a:pt x="6" y="2160"/>
                </a:cubicBezTo>
                <a:cubicBezTo>
                  <a:pt x="18" y="2160"/>
                  <a:pt x="18" y="2160"/>
                  <a:pt x="18" y="2160"/>
                </a:cubicBezTo>
                <a:cubicBezTo>
                  <a:pt x="15" y="2155"/>
                  <a:pt x="11" y="2149"/>
                  <a:pt x="5" y="2144"/>
                </a:cubicBezTo>
                <a:cubicBezTo>
                  <a:pt x="4" y="2139"/>
                  <a:pt x="2" y="2135"/>
                  <a:pt x="0" y="2131"/>
                </a:cubicBezTo>
                <a:close/>
                <a:moveTo>
                  <a:pt x="1714" y="33"/>
                </a:moveTo>
                <a:cubicBezTo>
                  <a:pt x="1718" y="31"/>
                  <a:pt x="1719" y="23"/>
                  <a:pt x="1721" y="17"/>
                </a:cubicBezTo>
                <a:cubicBezTo>
                  <a:pt x="1726" y="16"/>
                  <a:pt x="1724" y="2"/>
                  <a:pt x="1730" y="2"/>
                </a:cubicBezTo>
                <a:cubicBezTo>
                  <a:pt x="1730" y="1"/>
                  <a:pt x="1730" y="1"/>
                  <a:pt x="1730" y="0"/>
                </a:cubicBezTo>
                <a:cubicBezTo>
                  <a:pt x="1723" y="0"/>
                  <a:pt x="1723" y="0"/>
                  <a:pt x="1723" y="0"/>
                </a:cubicBezTo>
                <a:cubicBezTo>
                  <a:pt x="1720" y="5"/>
                  <a:pt x="1718" y="9"/>
                  <a:pt x="1715" y="13"/>
                </a:cubicBezTo>
                <a:cubicBezTo>
                  <a:pt x="1710" y="27"/>
                  <a:pt x="1705" y="42"/>
                  <a:pt x="1699" y="54"/>
                </a:cubicBezTo>
                <a:cubicBezTo>
                  <a:pt x="1702" y="61"/>
                  <a:pt x="1694" y="63"/>
                  <a:pt x="1693" y="72"/>
                </a:cubicBezTo>
                <a:cubicBezTo>
                  <a:pt x="1691" y="82"/>
                  <a:pt x="1692" y="83"/>
                  <a:pt x="1687" y="91"/>
                </a:cubicBezTo>
                <a:cubicBezTo>
                  <a:pt x="1685" y="88"/>
                  <a:pt x="1688" y="82"/>
                  <a:pt x="1687" y="77"/>
                </a:cubicBezTo>
                <a:cubicBezTo>
                  <a:pt x="1688" y="73"/>
                  <a:pt x="1690" y="68"/>
                  <a:pt x="1691" y="63"/>
                </a:cubicBezTo>
                <a:cubicBezTo>
                  <a:pt x="1692" y="53"/>
                  <a:pt x="1693" y="52"/>
                  <a:pt x="1696" y="39"/>
                </a:cubicBezTo>
                <a:cubicBezTo>
                  <a:pt x="1699" y="24"/>
                  <a:pt x="1705" y="13"/>
                  <a:pt x="1710" y="0"/>
                </a:cubicBezTo>
                <a:cubicBezTo>
                  <a:pt x="1703" y="0"/>
                  <a:pt x="1703" y="0"/>
                  <a:pt x="1703" y="0"/>
                </a:cubicBezTo>
                <a:cubicBezTo>
                  <a:pt x="1695" y="24"/>
                  <a:pt x="1693" y="32"/>
                  <a:pt x="1684" y="65"/>
                </a:cubicBezTo>
                <a:cubicBezTo>
                  <a:pt x="1684" y="77"/>
                  <a:pt x="1684" y="89"/>
                  <a:pt x="1679" y="103"/>
                </a:cubicBezTo>
                <a:cubicBezTo>
                  <a:pt x="1682" y="103"/>
                  <a:pt x="1685" y="103"/>
                  <a:pt x="1682" y="101"/>
                </a:cubicBezTo>
                <a:cubicBezTo>
                  <a:pt x="1684" y="98"/>
                  <a:pt x="1686" y="102"/>
                  <a:pt x="1686" y="104"/>
                </a:cubicBezTo>
                <a:cubicBezTo>
                  <a:pt x="1686" y="109"/>
                  <a:pt x="1678" y="118"/>
                  <a:pt x="1686" y="118"/>
                </a:cubicBezTo>
                <a:cubicBezTo>
                  <a:pt x="1691" y="95"/>
                  <a:pt x="1698" y="83"/>
                  <a:pt x="1700" y="65"/>
                </a:cubicBezTo>
                <a:cubicBezTo>
                  <a:pt x="1705" y="57"/>
                  <a:pt x="1709" y="44"/>
                  <a:pt x="1714" y="33"/>
                </a:cubicBezTo>
                <a:close/>
                <a:moveTo>
                  <a:pt x="3158" y="1807"/>
                </a:moveTo>
                <a:cubicBezTo>
                  <a:pt x="3155" y="1805"/>
                  <a:pt x="3153" y="1805"/>
                  <a:pt x="3151" y="1805"/>
                </a:cubicBezTo>
                <a:cubicBezTo>
                  <a:pt x="3135" y="1790"/>
                  <a:pt x="3132" y="1787"/>
                  <a:pt x="3131" y="1789"/>
                </a:cubicBezTo>
                <a:cubicBezTo>
                  <a:pt x="3095" y="1762"/>
                  <a:pt x="3093" y="1759"/>
                  <a:pt x="3083" y="1754"/>
                </a:cubicBezTo>
                <a:cubicBezTo>
                  <a:pt x="3060" y="1715"/>
                  <a:pt x="3059" y="1709"/>
                  <a:pt x="3057" y="1703"/>
                </a:cubicBezTo>
                <a:cubicBezTo>
                  <a:pt x="3049" y="1705"/>
                  <a:pt x="3054" y="1709"/>
                  <a:pt x="3051" y="1715"/>
                </a:cubicBezTo>
                <a:cubicBezTo>
                  <a:pt x="3069" y="1745"/>
                  <a:pt x="3066" y="1750"/>
                  <a:pt x="3073" y="1753"/>
                </a:cubicBezTo>
                <a:cubicBezTo>
                  <a:pt x="3064" y="1757"/>
                  <a:pt x="3058" y="1755"/>
                  <a:pt x="3052" y="1750"/>
                </a:cubicBezTo>
                <a:cubicBezTo>
                  <a:pt x="3027" y="1719"/>
                  <a:pt x="3031" y="1715"/>
                  <a:pt x="3024" y="1713"/>
                </a:cubicBezTo>
                <a:cubicBezTo>
                  <a:pt x="3006" y="1687"/>
                  <a:pt x="3005" y="1680"/>
                  <a:pt x="2998" y="1674"/>
                </a:cubicBezTo>
                <a:cubicBezTo>
                  <a:pt x="2974" y="1614"/>
                  <a:pt x="2974" y="1605"/>
                  <a:pt x="2968" y="1597"/>
                </a:cubicBezTo>
                <a:cubicBezTo>
                  <a:pt x="2960" y="1561"/>
                  <a:pt x="2955" y="1552"/>
                  <a:pt x="2954" y="1543"/>
                </a:cubicBezTo>
                <a:cubicBezTo>
                  <a:pt x="2942" y="1487"/>
                  <a:pt x="2938" y="1485"/>
                  <a:pt x="2939" y="1483"/>
                </a:cubicBezTo>
                <a:cubicBezTo>
                  <a:pt x="2932" y="1458"/>
                  <a:pt x="2930" y="1454"/>
                  <a:pt x="2926" y="1451"/>
                </a:cubicBezTo>
                <a:cubicBezTo>
                  <a:pt x="2918" y="1423"/>
                  <a:pt x="2918" y="1412"/>
                  <a:pt x="2913" y="1416"/>
                </a:cubicBezTo>
                <a:cubicBezTo>
                  <a:pt x="2922" y="1441"/>
                  <a:pt x="2923" y="1444"/>
                  <a:pt x="2924" y="1447"/>
                </a:cubicBezTo>
                <a:cubicBezTo>
                  <a:pt x="2933" y="1489"/>
                  <a:pt x="2937" y="1499"/>
                  <a:pt x="2939" y="1510"/>
                </a:cubicBezTo>
                <a:cubicBezTo>
                  <a:pt x="2947" y="1546"/>
                  <a:pt x="2946" y="1552"/>
                  <a:pt x="2950" y="1556"/>
                </a:cubicBezTo>
                <a:cubicBezTo>
                  <a:pt x="2955" y="1583"/>
                  <a:pt x="2959" y="1585"/>
                  <a:pt x="2955" y="1588"/>
                </a:cubicBezTo>
                <a:cubicBezTo>
                  <a:pt x="2965" y="1615"/>
                  <a:pt x="2972" y="1624"/>
                  <a:pt x="2974" y="1635"/>
                </a:cubicBezTo>
                <a:cubicBezTo>
                  <a:pt x="3005" y="1703"/>
                  <a:pt x="3014" y="1707"/>
                  <a:pt x="3013" y="1713"/>
                </a:cubicBezTo>
                <a:cubicBezTo>
                  <a:pt x="3012" y="1729"/>
                  <a:pt x="3007" y="1712"/>
                  <a:pt x="2996" y="1704"/>
                </a:cubicBezTo>
                <a:cubicBezTo>
                  <a:pt x="2983" y="1672"/>
                  <a:pt x="2975" y="1670"/>
                  <a:pt x="2977" y="1666"/>
                </a:cubicBezTo>
                <a:cubicBezTo>
                  <a:pt x="2961" y="1640"/>
                  <a:pt x="2961" y="1632"/>
                  <a:pt x="2956" y="1626"/>
                </a:cubicBezTo>
                <a:cubicBezTo>
                  <a:pt x="2948" y="1598"/>
                  <a:pt x="2946" y="1591"/>
                  <a:pt x="2945" y="1584"/>
                </a:cubicBezTo>
                <a:cubicBezTo>
                  <a:pt x="2934" y="1529"/>
                  <a:pt x="2935" y="1525"/>
                  <a:pt x="2934" y="1522"/>
                </a:cubicBezTo>
                <a:cubicBezTo>
                  <a:pt x="2931" y="1493"/>
                  <a:pt x="2927" y="1487"/>
                  <a:pt x="2928" y="1479"/>
                </a:cubicBezTo>
                <a:cubicBezTo>
                  <a:pt x="2906" y="1410"/>
                  <a:pt x="2905" y="1403"/>
                  <a:pt x="2902" y="1396"/>
                </a:cubicBezTo>
                <a:cubicBezTo>
                  <a:pt x="2891" y="1385"/>
                  <a:pt x="2900" y="1391"/>
                  <a:pt x="2900" y="1400"/>
                </a:cubicBezTo>
                <a:cubicBezTo>
                  <a:pt x="2911" y="1442"/>
                  <a:pt x="2915" y="1445"/>
                  <a:pt x="2913" y="1450"/>
                </a:cubicBezTo>
                <a:cubicBezTo>
                  <a:pt x="2922" y="1477"/>
                  <a:pt x="2920" y="1480"/>
                  <a:pt x="2921" y="1482"/>
                </a:cubicBezTo>
                <a:cubicBezTo>
                  <a:pt x="2923" y="1506"/>
                  <a:pt x="2930" y="1509"/>
                  <a:pt x="2926" y="1514"/>
                </a:cubicBezTo>
                <a:cubicBezTo>
                  <a:pt x="2937" y="1582"/>
                  <a:pt x="2936" y="1585"/>
                  <a:pt x="2938" y="1587"/>
                </a:cubicBezTo>
                <a:cubicBezTo>
                  <a:pt x="2946" y="1620"/>
                  <a:pt x="2947" y="1623"/>
                  <a:pt x="2947" y="1628"/>
                </a:cubicBezTo>
                <a:cubicBezTo>
                  <a:pt x="2952" y="1638"/>
                  <a:pt x="2959" y="1643"/>
                  <a:pt x="2958" y="1648"/>
                </a:cubicBezTo>
                <a:cubicBezTo>
                  <a:pt x="2970" y="1669"/>
                  <a:pt x="2970" y="1675"/>
                  <a:pt x="2975" y="1680"/>
                </a:cubicBezTo>
                <a:cubicBezTo>
                  <a:pt x="2985" y="1703"/>
                  <a:pt x="2991" y="1708"/>
                  <a:pt x="2992" y="1715"/>
                </a:cubicBezTo>
                <a:cubicBezTo>
                  <a:pt x="2960" y="1672"/>
                  <a:pt x="2952" y="1665"/>
                  <a:pt x="2949" y="1657"/>
                </a:cubicBezTo>
                <a:cubicBezTo>
                  <a:pt x="2930" y="1604"/>
                  <a:pt x="2923" y="1599"/>
                  <a:pt x="2923" y="1593"/>
                </a:cubicBezTo>
                <a:cubicBezTo>
                  <a:pt x="2916" y="1554"/>
                  <a:pt x="2909" y="1552"/>
                  <a:pt x="2911" y="1548"/>
                </a:cubicBezTo>
                <a:cubicBezTo>
                  <a:pt x="2903" y="1513"/>
                  <a:pt x="2903" y="1506"/>
                  <a:pt x="2901" y="1500"/>
                </a:cubicBezTo>
                <a:cubicBezTo>
                  <a:pt x="2897" y="1475"/>
                  <a:pt x="2894" y="1469"/>
                  <a:pt x="2895" y="1462"/>
                </a:cubicBezTo>
                <a:cubicBezTo>
                  <a:pt x="2886" y="1404"/>
                  <a:pt x="2880" y="1402"/>
                  <a:pt x="2879" y="1399"/>
                </a:cubicBezTo>
                <a:cubicBezTo>
                  <a:pt x="2849" y="1306"/>
                  <a:pt x="2845" y="1298"/>
                  <a:pt x="2848" y="1289"/>
                </a:cubicBezTo>
                <a:cubicBezTo>
                  <a:pt x="2840" y="1270"/>
                  <a:pt x="2841" y="1277"/>
                  <a:pt x="2844" y="1284"/>
                </a:cubicBezTo>
                <a:cubicBezTo>
                  <a:pt x="2845" y="1328"/>
                  <a:pt x="2844" y="1332"/>
                  <a:pt x="2849" y="1334"/>
                </a:cubicBezTo>
                <a:cubicBezTo>
                  <a:pt x="2853" y="1401"/>
                  <a:pt x="2850" y="1416"/>
                  <a:pt x="2854" y="1429"/>
                </a:cubicBezTo>
                <a:cubicBezTo>
                  <a:pt x="2854" y="1447"/>
                  <a:pt x="2859" y="1448"/>
                  <a:pt x="2855" y="1451"/>
                </a:cubicBezTo>
                <a:cubicBezTo>
                  <a:pt x="2860" y="1486"/>
                  <a:pt x="2863" y="1500"/>
                  <a:pt x="2863" y="1514"/>
                </a:cubicBezTo>
                <a:cubicBezTo>
                  <a:pt x="2878" y="1567"/>
                  <a:pt x="2875" y="1571"/>
                  <a:pt x="2878" y="1574"/>
                </a:cubicBezTo>
                <a:cubicBezTo>
                  <a:pt x="2882" y="1588"/>
                  <a:pt x="2881" y="1592"/>
                  <a:pt x="2886" y="1594"/>
                </a:cubicBezTo>
                <a:cubicBezTo>
                  <a:pt x="2895" y="1630"/>
                  <a:pt x="2905" y="1631"/>
                  <a:pt x="2897" y="1633"/>
                </a:cubicBezTo>
                <a:cubicBezTo>
                  <a:pt x="2887" y="1603"/>
                  <a:pt x="2880" y="1602"/>
                  <a:pt x="2877" y="1599"/>
                </a:cubicBezTo>
                <a:cubicBezTo>
                  <a:pt x="2871" y="1576"/>
                  <a:pt x="2870" y="1573"/>
                  <a:pt x="2870" y="1571"/>
                </a:cubicBezTo>
                <a:cubicBezTo>
                  <a:pt x="2856" y="1524"/>
                  <a:pt x="2855" y="1519"/>
                  <a:pt x="2855" y="1514"/>
                </a:cubicBezTo>
                <a:cubicBezTo>
                  <a:pt x="2847" y="1481"/>
                  <a:pt x="2848" y="1476"/>
                  <a:pt x="2844" y="1472"/>
                </a:cubicBezTo>
                <a:cubicBezTo>
                  <a:pt x="2834" y="1424"/>
                  <a:pt x="2823" y="1421"/>
                  <a:pt x="2829" y="1415"/>
                </a:cubicBezTo>
                <a:cubicBezTo>
                  <a:pt x="2807" y="1354"/>
                  <a:pt x="2797" y="1336"/>
                  <a:pt x="2792" y="1317"/>
                </a:cubicBezTo>
                <a:cubicBezTo>
                  <a:pt x="2772" y="1287"/>
                  <a:pt x="2779" y="1281"/>
                  <a:pt x="2772" y="1278"/>
                </a:cubicBezTo>
                <a:cubicBezTo>
                  <a:pt x="2760" y="1259"/>
                  <a:pt x="2763" y="1254"/>
                  <a:pt x="2758" y="1250"/>
                </a:cubicBezTo>
                <a:cubicBezTo>
                  <a:pt x="2739" y="1219"/>
                  <a:pt x="2740" y="1214"/>
                  <a:pt x="2733" y="1210"/>
                </a:cubicBezTo>
                <a:cubicBezTo>
                  <a:pt x="2704" y="1176"/>
                  <a:pt x="2698" y="1167"/>
                  <a:pt x="2691" y="1158"/>
                </a:cubicBezTo>
                <a:cubicBezTo>
                  <a:pt x="2677" y="1152"/>
                  <a:pt x="2667" y="1150"/>
                  <a:pt x="2672" y="1156"/>
                </a:cubicBezTo>
                <a:cubicBezTo>
                  <a:pt x="2687" y="1171"/>
                  <a:pt x="2696" y="1174"/>
                  <a:pt x="2701" y="1178"/>
                </a:cubicBezTo>
                <a:cubicBezTo>
                  <a:pt x="2719" y="1217"/>
                  <a:pt x="2727" y="1221"/>
                  <a:pt x="2727" y="1227"/>
                </a:cubicBezTo>
                <a:cubicBezTo>
                  <a:pt x="2742" y="1266"/>
                  <a:pt x="2752" y="1271"/>
                  <a:pt x="2751" y="1277"/>
                </a:cubicBezTo>
                <a:cubicBezTo>
                  <a:pt x="2767" y="1314"/>
                  <a:pt x="2767" y="1317"/>
                  <a:pt x="2771" y="1319"/>
                </a:cubicBezTo>
                <a:cubicBezTo>
                  <a:pt x="2780" y="1351"/>
                  <a:pt x="2787" y="1356"/>
                  <a:pt x="2786" y="1363"/>
                </a:cubicBezTo>
                <a:cubicBezTo>
                  <a:pt x="2796" y="1382"/>
                  <a:pt x="2794" y="1385"/>
                  <a:pt x="2795" y="1388"/>
                </a:cubicBezTo>
                <a:cubicBezTo>
                  <a:pt x="2803" y="1417"/>
                  <a:pt x="2805" y="1420"/>
                  <a:pt x="2809" y="1423"/>
                </a:cubicBezTo>
                <a:cubicBezTo>
                  <a:pt x="2813" y="1444"/>
                  <a:pt x="2814" y="1447"/>
                  <a:pt x="2811" y="1450"/>
                </a:cubicBezTo>
                <a:cubicBezTo>
                  <a:pt x="2825" y="1491"/>
                  <a:pt x="2828" y="1493"/>
                  <a:pt x="2828" y="1496"/>
                </a:cubicBezTo>
                <a:cubicBezTo>
                  <a:pt x="2835" y="1522"/>
                  <a:pt x="2836" y="1525"/>
                  <a:pt x="2839" y="1527"/>
                </a:cubicBezTo>
                <a:cubicBezTo>
                  <a:pt x="2851" y="1580"/>
                  <a:pt x="2853" y="1585"/>
                  <a:pt x="2858" y="1589"/>
                </a:cubicBezTo>
                <a:cubicBezTo>
                  <a:pt x="2886" y="1644"/>
                  <a:pt x="2890" y="1655"/>
                  <a:pt x="2897" y="1665"/>
                </a:cubicBezTo>
                <a:cubicBezTo>
                  <a:pt x="2908" y="1689"/>
                  <a:pt x="2910" y="1697"/>
                  <a:pt x="2906" y="1694"/>
                </a:cubicBezTo>
                <a:cubicBezTo>
                  <a:pt x="2862" y="1637"/>
                  <a:pt x="2851" y="1606"/>
                  <a:pt x="2832" y="1577"/>
                </a:cubicBezTo>
                <a:cubicBezTo>
                  <a:pt x="2811" y="1528"/>
                  <a:pt x="2810" y="1524"/>
                  <a:pt x="2809" y="1520"/>
                </a:cubicBezTo>
                <a:cubicBezTo>
                  <a:pt x="2791" y="1470"/>
                  <a:pt x="2788" y="1454"/>
                  <a:pt x="2785" y="1438"/>
                </a:cubicBezTo>
                <a:cubicBezTo>
                  <a:pt x="2763" y="1361"/>
                  <a:pt x="2758" y="1353"/>
                  <a:pt x="2755" y="1345"/>
                </a:cubicBezTo>
                <a:cubicBezTo>
                  <a:pt x="2747" y="1318"/>
                  <a:pt x="2739" y="1315"/>
                  <a:pt x="2742" y="1310"/>
                </a:cubicBezTo>
                <a:cubicBezTo>
                  <a:pt x="2741" y="1318"/>
                  <a:pt x="2741" y="1322"/>
                  <a:pt x="2742" y="1326"/>
                </a:cubicBezTo>
                <a:cubicBezTo>
                  <a:pt x="2761" y="1380"/>
                  <a:pt x="2766" y="1383"/>
                  <a:pt x="2764" y="1388"/>
                </a:cubicBezTo>
                <a:cubicBezTo>
                  <a:pt x="2781" y="1433"/>
                  <a:pt x="2773" y="1439"/>
                  <a:pt x="2780" y="1443"/>
                </a:cubicBezTo>
                <a:cubicBezTo>
                  <a:pt x="2790" y="1491"/>
                  <a:pt x="2792" y="1496"/>
                  <a:pt x="2793" y="1501"/>
                </a:cubicBezTo>
                <a:cubicBezTo>
                  <a:pt x="2787" y="1502"/>
                  <a:pt x="2789" y="1498"/>
                  <a:pt x="2789" y="1496"/>
                </a:cubicBezTo>
                <a:cubicBezTo>
                  <a:pt x="2774" y="1451"/>
                  <a:pt x="2763" y="1443"/>
                  <a:pt x="2765" y="1433"/>
                </a:cubicBezTo>
                <a:cubicBezTo>
                  <a:pt x="2755" y="1409"/>
                  <a:pt x="2757" y="1406"/>
                  <a:pt x="2756" y="1403"/>
                </a:cubicBezTo>
                <a:cubicBezTo>
                  <a:pt x="2750" y="1380"/>
                  <a:pt x="2748" y="1378"/>
                  <a:pt x="2749" y="1375"/>
                </a:cubicBezTo>
                <a:cubicBezTo>
                  <a:pt x="2738" y="1336"/>
                  <a:pt x="2739" y="1326"/>
                  <a:pt x="2732" y="1317"/>
                </a:cubicBezTo>
                <a:cubicBezTo>
                  <a:pt x="2728" y="1292"/>
                  <a:pt x="2727" y="1288"/>
                  <a:pt x="2730" y="1289"/>
                </a:cubicBezTo>
                <a:cubicBezTo>
                  <a:pt x="2732" y="1282"/>
                  <a:pt x="2729" y="1282"/>
                  <a:pt x="2727" y="1282"/>
                </a:cubicBezTo>
                <a:cubicBezTo>
                  <a:pt x="2709" y="1224"/>
                  <a:pt x="2705" y="1217"/>
                  <a:pt x="2701" y="1210"/>
                </a:cubicBezTo>
                <a:cubicBezTo>
                  <a:pt x="2696" y="1199"/>
                  <a:pt x="2693" y="1203"/>
                  <a:pt x="2696" y="1206"/>
                </a:cubicBezTo>
                <a:cubicBezTo>
                  <a:pt x="2702" y="1235"/>
                  <a:pt x="2712" y="1241"/>
                  <a:pt x="2709" y="1249"/>
                </a:cubicBezTo>
                <a:cubicBezTo>
                  <a:pt x="2725" y="1297"/>
                  <a:pt x="2724" y="1301"/>
                  <a:pt x="2725" y="1304"/>
                </a:cubicBezTo>
                <a:cubicBezTo>
                  <a:pt x="2726" y="1320"/>
                  <a:pt x="2730" y="1323"/>
                  <a:pt x="2728" y="1327"/>
                </a:cubicBezTo>
                <a:cubicBezTo>
                  <a:pt x="2735" y="1366"/>
                  <a:pt x="2739" y="1368"/>
                  <a:pt x="2740" y="1372"/>
                </a:cubicBezTo>
                <a:cubicBezTo>
                  <a:pt x="2745" y="1391"/>
                  <a:pt x="2748" y="1399"/>
                  <a:pt x="2746" y="1407"/>
                </a:cubicBezTo>
                <a:cubicBezTo>
                  <a:pt x="2757" y="1429"/>
                  <a:pt x="2755" y="1432"/>
                  <a:pt x="2756" y="1435"/>
                </a:cubicBezTo>
                <a:cubicBezTo>
                  <a:pt x="2761" y="1455"/>
                  <a:pt x="2766" y="1459"/>
                  <a:pt x="2762" y="1465"/>
                </a:cubicBezTo>
                <a:cubicBezTo>
                  <a:pt x="2789" y="1521"/>
                  <a:pt x="2792" y="1525"/>
                  <a:pt x="2789" y="1530"/>
                </a:cubicBezTo>
                <a:cubicBezTo>
                  <a:pt x="2809" y="1580"/>
                  <a:pt x="2816" y="1588"/>
                  <a:pt x="2818" y="1597"/>
                </a:cubicBezTo>
                <a:cubicBezTo>
                  <a:pt x="2846" y="1638"/>
                  <a:pt x="2843" y="1644"/>
                  <a:pt x="2851" y="1647"/>
                </a:cubicBezTo>
                <a:cubicBezTo>
                  <a:pt x="2857" y="1651"/>
                  <a:pt x="2858" y="1648"/>
                  <a:pt x="2855" y="1645"/>
                </a:cubicBezTo>
                <a:cubicBezTo>
                  <a:pt x="2847" y="1622"/>
                  <a:pt x="2838" y="1620"/>
                  <a:pt x="2840" y="1616"/>
                </a:cubicBezTo>
                <a:cubicBezTo>
                  <a:pt x="2807" y="1551"/>
                  <a:pt x="2804" y="1544"/>
                  <a:pt x="2803" y="1537"/>
                </a:cubicBezTo>
                <a:cubicBezTo>
                  <a:pt x="2799" y="1521"/>
                  <a:pt x="2796" y="1518"/>
                  <a:pt x="2800" y="1519"/>
                </a:cubicBezTo>
                <a:cubicBezTo>
                  <a:pt x="2808" y="1542"/>
                  <a:pt x="2809" y="1548"/>
                  <a:pt x="2813" y="1554"/>
                </a:cubicBezTo>
                <a:cubicBezTo>
                  <a:pt x="2824" y="1583"/>
                  <a:pt x="2831" y="1585"/>
                  <a:pt x="2829" y="1588"/>
                </a:cubicBezTo>
                <a:cubicBezTo>
                  <a:pt x="2842" y="1611"/>
                  <a:pt x="2844" y="1617"/>
                  <a:pt x="2849" y="1622"/>
                </a:cubicBezTo>
                <a:cubicBezTo>
                  <a:pt x="2854" y="1643"/>
                  <a:pt x="2867" y="1644"/>
                  <a:pt x="2863" y="1648"/>
                </a:cubicBezTo>
                <a:cubicBezTo>
                  <a:pt x="2874" y="1665"/>
                  <a:pt x="2880" y="1668"/>
                  <a:pt x="2881" y="1672"/>
                </a:cubicBezTo>
                <a:cubicBezTo>
                  <a:pt x="2867" y="1679"/>
                  <a:pt x="2862" y="1674"/>
                  <a:pt x="2858" y="1675"/>
                </a:cubicBezTo>
                <a:cubicBezTo>
                  <a:pt x="2840" y="1657"/>
                  <a:pt x="2839" y="1651"/>
                  <a:pt x="2833" y="1646"/>
                </a:cubicBezTo>
                <a:cubicBezTo>
                  <a:pt x="2813" y="1626"/>
                  <a:pt x="2811" y="1624"/>
                  <a:pt x="2808" y="1621"/>
                </a:cubicBezTo>
                <a:cubicBezTo>
                  <a:pt x="2784" y="1586"/>
                  <a:pt x="2782" y="1584"/>
                  <a:pt x="2782" y="1581"/>
                </a:cubicBezTo>
                <a:cubicBezTo>
                  <a:pt x="2753" y="1534"/>
                  <a:pt x="2757" y="1527"/>
                  <a:pt x="2750" y="1522"/>
                </a:cubicBezTo>
                <a:cubicBezTo>
                  <a:pt x="2742" y="1503"/>
                  <a:pt x="2741" y="1500"/>
                  <a:pt x="2740" y="1498"/>
                </a:cubicBezTo>
                <a:cubicBezTo>
                  <a:pt x="2735" y="1477"/>
                  <a:pt x="2729" y="1475"/>
                  <a:pt x="2729" y="1472"/>
                </a:cubicBezTo>
                <a:cubicBezTo>
                  <a:pt x="2717" y="1432"/>
                  <a:pt x="2715" y="1427"/>
                  <a:pt x="2713" y="1422"/>
                </a:cubicBezTo>
                <a:cubicBezTo>
                  <a:pt x="2707" y="1382"/>
                  <a:pt x="2701" y="1380"/>
                  <a:pt x="2700" y="1377"/>
                </a:cubicBezTo>
                <a:cubicBezTo>
                  <a:pt x="2694" y="1327"/>
                  <a:pt x="2686" y="1323"/>
                  <a:pt x="2688" y="1316"/>
                </a:cubicBezTo>
                <a:cubicBezTo>
                  <a:pt x="2675" y="1280"/>
                  <a:pt x="2685" y="1274"/>
                  <a:pt x="2678" y="1273"/>
                </a:cubicBezTo>
                <a:cubicBezTo>
                  <a:pt x="2664" y="1216"/>
                  <a:pt x="2663" y="1205"/>
                  <a:pt x="2657" y="1194"/>
                </a:cubicBezTo>
                <a:cubicBezTo>
                  <a:pt x="2642" y="1140"/>
                  <a:pt x="2641" y="1137"/>
                  <a:pt x="2642" y="1134"/>
                </a:cubicBezTo>
                <a:cubicBezTo>
                  <a:pt x="2635" y="1113"/>
                  <a:pt x="2634" y="1110"/>
                  <a:pt x="2634" y="1107"/>
                </a:cubicBezTo>
                <a:cubicBezTo>
                  <a:pt x="2615" y="1061"/>
                  <a:pt x="2615" y="1053"/>
                  <a:pt x="2612" y="1045"/>
                </a:cubicBezTo>
                <a:cubicBezTo>
                  <a:pt x="2569" y="975"/>
                  <a:pt x="2573" y="967"/>
                  <a:pt x="2565" y="962"/>
                </a:cubicBezTo>
                <a:cubicBezTo>
                  <a:pt x="2564" y="964"/>
                  <a:pt x="2567" y="984"/>
                  <a:pt x="2581" y="1001"/>
                </a:cubicBezTo>
                <a:cubicBezTo>
                  <a:pt x="2593" y="1031"/>
                  <a:pt x="2587" y="1036"/>
                  <a:pt x="2590" y="1039"/>
                </a:cubicBezTo>
                <a:cubicBezTo>
                  <a:pt x="2593" y="1066"/>
                  <a:pt x="2592" y="1072"/>
                  <a:pt x="2598" y="1078"/>
                </a:cubicBezTo>
                <a:cubicBezTo>
                  <a:pt x="2600" y="1131"/>
                  <a:pt x="2604" y="1143"/>
                  <a:pt x="2603" y="1157"/>
                </a:cubicBezTo>
                <a:cubicBezTo>
                  <a:pt x="2611" y="1222"/>
                  <a:pt x="2612" y="1229"/>
                  <a:pt x="2611" y="1236"/>
                </a:cubicBezTo>
                <a:cubicBezTo>
                  <a:pt x="2616" y="1268"/>
                  <a:pt x="2615" y="1272"/>
                  <a:pt x="2616" y="1276"/>
                </a:cubicBezTo>
                <a:cubicBezTo>
                  <a:pt x="2627" y="1307"/>
                  <a:pt x="2618" y="1313"/>
                  <a:pt x="2624" y="1315"/>
                </a:cubicBezTo>
                <a:cubicBezTo>
                  <a:pt x="2624" y="1341"/>
                  <a:pt x="2628" y="1347"/>
                  <a:pt x="2630" y="1353"/>
                </a:cubicBezTo>
                <a:cubicBezTo>
                  <a:pt x="2640" y="1406"/>
                  <a:pt x="2644" y="1418"/>
                  <a:pt x="2648" y="1431"/>
                </a:cubicBezTo>
                <a:cubicBezTo>
                  <a:pt x="2672" y="1494"/>
                  <a:pt x="2679" y="1519"/>
                  <a:pt x="2697" y="1542"/>
                </a:cubicBezTo>
                <a:cubicBezTo>
                  <a:pt x="2719" y="1582"/>
                  <a:pt x="2726" y="1584"/>
                  <a:pt x="2725" y="1587"/>
                </a:cubicBezTo>
                <a:cubicBezTo>
                  <a:pt x="2737" y="1611"/>
                  <a:pt x="2733" y="1608"/>
                  <a:pt x="2729" y="1605"/>
                </a:cubicBezTo>
                <a:cubicBezTo>
                  <a:pt x="2723" y="1602"/>
                  <a:pt x="2721" y="1601"/>
                  <a:pt x="2719" y="1601"/>
                </a:cubicBezTo>
                <a:cubicBezTo>
                  <a:pt x="2684" y="1558"/>
                  <a:pt x="2688" y="1550"/>
                  <a:pt x="2678" y="1545"/>
                </a:cubicBezTo>
                <a:cubicBezTo>
                  <a:pt x="2663" y="1519"/>
                  <a:pt x="2656" y="1513"/>
                  <a:pt x="2657" y="1505"/>
                </a:cubicBezTo>
                <a:cubicBezTo>
                  <a:pt x="2638" y="1461"/>
                  <a:pt x="2631" y="1459"/>
                  <a:pt x="2633" y="1455"/>
                </a:cubicBezTo>
                <a:cubicBezTo>
                  <a:pt x="2618" y="1407"/>
                  <a:pt x="2611" y="1398"/>
                  <a:pt x="2615" y="1388"/>
                </a:cubicBezTo>
                <a:cubicBezTo>
                  <a:pt x="2603" y="1339"/>
                  <a:pt x="2605" y="1334"/>
                  <a:pt x="2601" y="1329"/>
                </a:cubicBezTo>
                <a:cubicBezTo>
                  <a:pt x="2603" y="1313"/>
                  <a:pt x="2596" y="1309"/>
                  <a:pt x="2601" y="1302"/>
                </a:cubicBezTo>
                <a:cubicBezTo>
                  <a:pt x="2595" y="1232"/>
                  <a:pt x="2596" y="1221"/>
                  <a:pt x="2593" y="1211"/>
                </a:cubicBezTo>
                <a:cubicBezTo>
                  <a:pt x="2593" y="1171"/>
                  <a:pt x="2592" y="1168"/>
                  <a:pt x="2592" y="1166"/>
                </a:cubicBezTo>
                <a:cubicBezTo>
                  <a:pt x="2585" y="1131"/>
                  <a:pt x="2588" y="1110"/>
                  <a:pt x="2585" y="1090"/>
                </a:cubicBezTo>
                <a:cubicBezTo>
                  <a:pt x="2577" y="1051"/>
                  <a:pt x="2577" y="1041"/>
                  <a:pt x="2571" y="1032"/>
                </a:cubicBezTo>
                <a:cubicBezTo>
                  <a:pt x="2548" y="965"/>
                  <a:pt x="2541" y="957"/>
                  <a:pt x="2540" y="948"/>
                </a:cubicBezTo>
                <a:cubicBezTo>
                  <a:pt x="2522" y="912"/>
                  <a:pt x="2517" y="903"/>
                  <a:pt x="2511" y="894"/>
                </a:cubicBezTo>
                <a:cubicBezTo>
                  <a:pt x="2495" y="873"/>
                  <a:pt x="2491" y="870"/>
                  <a:pt x="2489" y="872"/>
                </a:cubicBezTo>
                <a:cubicBezTo>
                  <a:pt x="2516" y="912"/>
                  <a:pt x="2519" y="916"/>
                  <a:pt x="2519" y="921"/>
                </a:cubicBezTo>
                <a:cubicBezTo>
                  <a:pt x="2535" y="961"/>
                  <a:pt x="2536" y="963"/>
                  <a:pt x="2537" y="964"/>
                </a:cubicBezTo>
                <a:cubicBezTo>
                  <a:pt x="2545" y="985"/>
                  <a:pt x="2546" y="987"/>
                  <a:pt x="2547" y="989"/>
                </a:cubicBezTo>
                <a:cubicBezTo>
                  <a:pt x="2553" y="1015"/>
                  <a:pt x="2554" y="1019"/>
                  <a:pt x="2556" y="1024"/>
                </a:cubicBezTo>
                <a:cubicBezTo>
                  <a:pt x="2563" y="1103"/>
                  <a:pt x="2562" y="1107"/>
                  <a:pt x="2564" y="1110"/>
                </a:cubicBezTo>
                <a:cubicBezTo>
                  <a:pt x="2564" y="1125"/>
                  <a:pt x="2564" y="1132"/>
                  <a:pt x="2566" y="1138"/>
                </a:cubicBezTo>
                <a:cubicBezTo>
                  <a:pt x="2561" y="1174"/>
                  <a:pt x="2570" y="1176"/>
                  <a:pt x="2567" y="1180"/>
                </a:cubicBezTo>
                <a:cubicBezTo>
                  <a:pt x="2571" y="1227"/>
                  <a:pt x="2573" y="1230"/>
                  <a:pt x="2570" y="1235"/>
                </a:cubicBezTo>
                <a:cubicBezTo>
                  <a:pt x="2573" y="1249"/>
                  <a:pt x="2574" y="1253"/>
                  <a:pt x="2573" y="1258"/>
                </a:cubicBezTo>
                <a:cubicBezTo>
                  <a:pt x="2576" y="1305"/>
                  <a:pt x="2575" y="1313"/>
                  <a:pt x="2575" y="1322"/>
                </a:cubicBezTo>
                <a:cubicBezTo>
                  <a:pt x="2578" y="1352"/>
                  <a:pt x="2579" y="1356"/>
                  <a:pt x="2584" y="1359"/>
                </a:cubicBezTo>
                <a:cubicBezTo>
                  <a:pt x="2589" y="1406"/>
                  <a:pt x="2594" y="1414"/>
                  <a:pt x="2593" y="1423"/>
                </a:cubicBezTo>
                <a:cubicBezTo>
                  <a:pt x="2604" y="1454"/>
                  <a:pt x="2606" y="1459"/>
                  <a:pt x="2608" y="1465"/>
                </a:cubicBezTo>
                <a:cubicBezTo>
                  <a:pt x="2608" y="1472"/>
                  <a:pt x="2606" y="1464"/>
                  <a:pt x="2600" y="1457"/>
                </a:cubicBezTo>
                <a:cubicBezTo>
                  <a:pt x="2589" y="1423"/>
                  <a:pt x="2580" y="1416"/>
                  <a:pt x="2578" y="1408"/>
                </a:cubicBezTo>
                <a:cubicBezTo>
                  <a:pt x="2568" y="1371"/>
                  <a:pt x="2571" y="1367"/>
                  <a:pt x="2570" y="1364"/>
                </a:cubicBezTo>
                <a:cubicBezTo>
                  <a:pt x="2564" y="1333"/>
                  <a:pt x="2563" y="1329"/>
                  <a:pt x="2562" y="1324"/>
                </a:cubicBezTo>
                <a:cubicBezTo>
                  <a:pt x="2557" y="1275"/>
                  <a:pt x="2551" y="1267"/>
                  <a:pt x="2555" y="1257"/>
                </a:cubicBezTo>
                <a:cubicBezTo>
                  <a:pt x="2545" y="1222"/>
                  <a:pt x="2544" y="1213"/>
                  <a:pt x="2543" y="1204"/>
                </a:cubicBezTo>
                <a:cubicBezTo>
                  <a:pt x="2538" y="1174"/>
                  <a:pt x="2541" y="1168"/>
                  <a:pt x="2538" y="1164"/>
                </a:cubicBezTo>
                <a:cubicBezTo>
                  <a:pt x="2538" y="1118"/>
                  <a:pt x="2536" y="1114"/>
                  <a:pt x="2535" y="1110"/>
                </a:cubicBezTo>
                <a:cubicBezTo>
                  <a:pt x="2523" y="1023"/>
                  <a:pt x="2516" y="1004"/>
                  <a:pt x="2513" y="985"/>
                </a:cubicBezTo>
                <a:cubicBezTo>
                  <a:pt x="2497" y="937"/>
                  <a:pt x="2492" y="933"/>
                  <a:pt x="2491" y="928"/>
                </a:cubicBezTo>
                <a:cubicBezTo>
                  <a:pt x="2456" y="864"/>
                  <a:pt x="2445" y="856"/>
                  <a:pt x="2440" y="847"/>
                </a:cubicBezTo>
                <a:cubicBezTo>
                  <a:pt x="2423" y="825"/>
                  <a:pt x="2418" y="822"/>
                  <a:pt x="2416" y="824"/>
                </a:cubicBezTo>
                <a:cubicBezTo>
                  <a:pt x="2466" y="889"/>
                  <a:pt x="2465" y="895"/>
                  <a:pt x="2471" y="899"/>
                </a:cubicBezTo>
                <a:cubicBezTo>
                  <a:pt x="2480" y="926"/>
                  <a:pt x="2487" y="927"/>
                  <a:pt x="2484" y="931"/>
                </a:cubicBezTo>
                <a:cubicBezTo>
                  <a:pt x="2502" y="971"/>
                  <a:pt x="2500" y="978"/>
                  <a:pt x="2504" y="984"/>
                </a:cubicBezTo>
                <a:cubicBezTo>
                  <a:pt x="2519" y="1035"/>
                  <a:pt x="2519" y="1048"/>
                  <a:pt x="2521" y="1061"/>
                </a:cubicBezTo>
                <a:cubicBezTo>
                  <a:pt x="2523" y="1094"/>
                  <a:pt x="2525" y="1097"/>
                  <a:pt x="2525" y="1101"/>
                </a:cubicBezTo>
                <a:cubicBezTo>
                  <a:pt x="2530" y="1187"/>
                  <a:pt x="2534" y="1193"/>
                  <a:pt x="2533" y="1200"/>
                </a:cubicBezTo>
                <a:cubicBezTo>
                  <a:pt x="2541" y="1242"/>
                  <a:pt x="2547" y="1244"/>
                  <a:pt x="2542" y="1248"/>
                </a:cubicBezTo>
                <a:cubicBezTo>
                  <a:pt x="2540" y="1238"/>
                  <a:pt x="2532" y="1221"/>
                  <a:pt x="2533" y="1203"/>
                </a:cubicBezTo>
                <a:cubicBezTo>
                  <a:pt x="2506" y="1094"/>
                  <a:pt x="2505" y="1090"/>
                  <a:pt x="2507" y="1085"/>
                </a:cubicBezTo>
                <a:cubicBezTo>
                  <a:pt x="2491" y="1037"/>
                  <a:pt x="2485" y="1030"/>
                  <a:pt x="2484" y="1021"/>
                </a:cubicBezTo>
                <a:cubicBezTo>
                  <a:pt x="2470" y="978"/>
                  <a:pt x="2464" y="974"/>
                  <a:pt x="2463" y="970"/>
                </a:cubicBezTo>
                <a:cubicBezTo>
                  <a:pt x="2425" y="913"/>
                  <a:pt x="2420" y="905"/>
                  <a:pt x="2415" y="896"/>
                </a:cubicBezTo>
                <a:cubicBezTo>
                  <a:pt x="2347" y="844"/>
                  <a:pt x="2367" y="846"/>
                  <a:pt x="2364" y="851"/>
                </a:cubicBezTo>
                <a:cubicBezTo>
                  <a:pt x="2398" y="881"/>
                  <a:pt x="2395" y="885"/>
                  <a:pt x="2401" y="887"/>
                </a:cubicBezTo>
                <a:cubicBezTo>
                  <a:pt x="2420" y="914"/>
                  <a:pt x="2421" y="917"/>
                  <a:pt x="2423" y="920"/>
                </a:cubicBezTo>
                <a:cubicBezTo>
                  <a:pt x="2470" y="1009"/>
                  <a:pt x="2477" y="1021"/>
                  <a:pt x="2479" y="1033"/>
                </a:cubicBezTo>
                <a:cubicBezTo>
                  <a:pt x="2487" y="1057"/>
                  <a:pt x="2492" y="1063"/>
                  <a:pt x="2491" y="1070"/>
                </a:cubicBezTo>
                <a:cubicBezTo>
                  <a:pt x="2500" y="1118"/>
                  <a:pt x="2507" y="1120"/>
                  <a:pt x="2505" y="1124"/>
                </a:cubicBezTo>
                <a:cubicBezTo>
                  <a:pt x="2516" y="1167"/>
                  <a:pt x="2521" y="1173"/>
                  <a:pt x="2519" y="1180"/>
                </a:cubicBezTo>
                <a:cubicBezTo>
                  <a:pt x="2529" y="1223"/>
                  <a:pt x="2528" y="1227"/>
                  <a:pt x="2528" y="1231"/>
                </a:cubicBezTo>
                <a:cubicBezTo>
                  <a:pt x="2535" y="1259"/>
                  <a:pt x="2536" y="1263"/>
                  <a:pt x="2535" y="1267"/>
                </a:cubicBezTo>
                <a:cubicBezTo>
                  <a:pt x="2543" y="1307"/>
                  <a:pt x="2545" y="1311"/>
                  <a:pt x="2545" y="1315"/>
                </a:cubicBezTo>
                <a:cubicBezTo>
                  <a:pt x="2549" y="1346"/>
                  <a:pt x="2551" y="1354"/>
                  <a:pt x="2556" y="1362"/>
                </a:cubicBezTo>
                <a:cubicBezTo>
                  <a:pt x="2566" y="1400"/>
                  <a:pt x="2567" y="1402"/>
                  <a:pt x="2567" y="1403"/>
                </a:cubicBezTo>
                <a:cubicBezTo>
                  <a:pt x="2547" y="1372"/>
                  <a:pt x="2545" y="1368"/>
                  <a:pt x="2541" y="1365"/>
                </a:cubicBezTo>
                <a:cubicBezTo>
                  <a:pt x="2530" y="1327"/>
                  <a:pt x="2528" y="1322"/>
                  <a:pt x="2528" y="1317"/>
                </a:cubicBezTo>
                <a:cubicBezTo>
                  <a:pt x="2519" y="1281"/>
                  <a:pt x="2515" y="1276"/>
                  <a:pt x="2514" y="1271"/>
                </a:cubicBezTo>
                <a:cubicBezTo>
                  <a:pt x="2501" y="1222"/>
                  <a:pt x="2501" y="1220"/>
                  <a:pt x="2503" y="1217"/>
                </a:cubicBezTo>
                <a:cubicBezTo>
                  <a:pt x="2493" y="1184"/>
                  <a:pt x="2494" y="1173"/>
                  <a:pt x="2489" y="1163"/>
                </a:cubicBezTo>
                <a:cubicBezTo>
                  <a:pt x="2478" y="1123"/>
                  <a:pt x="2479" y="1120"/>
                  <a:pt x="2477" y="1118"/>
                </a:cubicBezTo>
                <a:cubicBezTo>
                  <a:pt x="2465" y="1061"/>
                  <a:pt x="2464" y="1050"/>
                  <a:pt x="2458" y="1040"/>
                </a:cubicBezTo>
                <a:cubicBezTo>
                  <a:pt x="2438" y="969"/>
                  <a:pt x="2428" y="961"/>
                  <a:pt x="2429" y="950"/>
                </a:cubicBezTo>
                <a:cubicBezTo>
                  <a:pt x="2404" y="901"/>
                  <a:pt x="2405" y="895"/>
                  <a:pt x="2398" y="890"/>
                </a:cubicBezTo>
                <a:cubicBezTo>
                  <a:pt x="2373" y="865"/>
                  <a:pt x="2373" y="859"/>
                  <a:pt x="2370" y="861"/>
                </a:cubicBezTo>
                <a:cubicBezTo>
                  <a:pt x="2414" y="928"/>
                  <a:pt x="2413" y="940"/>
                  <a:pt x="2421" y="950"/>
                </a:cubicBezTo>
                <a:cubicBezTo>
                  <a:pt x="2424" y="979"/>
                  <a:pt x="2436" y="980"/>
                  <a:pt x="2433" y="984"/>
                </a:cubicBezTo>
                <a:cubicBezTo>
                  <a:pt x="2445" y="1019"/>
                  <a:pt x="2445" y="1021"/>
                  <a:pt x="2449" y="1023"/>
                </a:cubicBezTo>
                <a:cubicBezTo>
                  <a:pt x="2456" y="1056"/>
                  <a:pt x="2458" y="1061"/>
                  <a:pt x="2459" y="1067"/>
                </a:cubicBezTo>
                <a:cubicBezTo>
                  <a:pt x="2468" y="1089"/>
                  <a:pt x="2462" y="1096"/>
                  <a:pt x="2467" y="1101"/>
                </a:cubicBezTo>
                <a:cubicBezTo>
                  <a:pt x="2478" y="1155"/>
                  <a:pt x="2481" y="1157"/>
                  <a:pt x="2481" y="1160"/>
                </a:cubicBezTo>
                <a:cubicBezTo>
                  <a:pt x="2486" y="1197"/>
                  <a:pt x="2492" y="1207"/>
                  <a:pt x="2494" y="1218"/>
                </a:cubicBezTo>
                <a:cubicBezTo>
                  <a:pt x="2496" y="1246"/>
                  <a:pt x="2503" y="1248"/>
                  <a:pt x="2501" y="1252"/>
                </a:cubicBezTo>
                <a:cubicBezTo>
                  <a:pt x="2511" y="1278"/>
                  <a:pt x="2507" y="1282"/>
                  <a:pt x="2510" y="1284"/>
                </a:cubicBezTo>
                <a:cubicBezTo>
                  <a:pt x="2521" y="1328"/>
                  <a:pt x="2527" y="1339"/>
                  <a:pt x="2530" y="1350"/>
                </a:cubicBezTo>
                <a:cubicBezTo>
                  <a:pt x="2536" y="1372"/>
                  <a:pt x="2540" y="1377"/>
                  <a:pt x="2540" y="1382"/>
                </a:cubicBezTo>
                <a:cubicBezTo>
                  <a:pt x="2558" y="1416"/>
                  <a:pt x="2567" y="1421"/>
                  <a:pt x="2564" y="1428"/>
                </a:cubicBezTo>
                <a:cubicBezTo>
                  <a:pt x="2586" y="1475"/>
                  <a:pt x="2600" y="1476"/>
                  <a:pt x="2595" y="1480"/>
                </a:cubicBezTo>
                <a:cubicBezTo>
                  <a:pt x="2603" y="1500"/>
                  <a:pt x="2610" y="1502"/>
                  <a:pt x="2610" y="1505"/>
                </a:cubicBezTo>
                <a:cubicBezTo>
                  <a:pt x="2629" y="1535"/>
                  <a:pt x="2628" y="1540"/>
                  <a:pt x="2635" y="1543"/>
                </a:cubicBezTo>
                <a:cubicBezTo>
                  <a:pt x="2632" y="1550"/>
                  <a:pt x="2641" y="1552"/>
                  <a:pt x="2639" y="1556"/>
                </a:cubicBezTo>
                <a:cubicBezTo>
                  <a:pt x="2553" y="1493"/>
                  <a:pt x="2545" y="1489"/>
                  <a:pt x="2546" y="1483"/>
                </a:cubicBezTo>
                <a:cubicBezTo>
                  <a:pt x="2498" y="1431"/>
                  <a:pt x="2494" y="1426"/>
                  <a:pt x="2491" y="1420"/>
                </a:cubicBezTo>
                <a:cubicBezTo>
                  <a:pt x="2460" y="1376"/>
                  <a:pt x="2458" y="1364"/>
                  <a:pt x="2452" y="1353"/>
                </a:cubicBezTo>
                <a:cubicBezTo>
                  <a:pt x="2433" y="1313"/>
                  <a:pt x="2438" y="1305"/>
                  <a:pt x="2429" y="1301"/>
                </a:cubicBezTo>
                <a:cubicBezTo>
                  <a:pt x="2410" y="1264"/>
                  <a:pt x="2414" y="1260"/>
                  <a:pt x="2414" y="1257"/>
                </a:cubicBezTo>
                <a:cubicBezTo>
                  <a:pt x="2405" y="1236"/>
                  <a:pt x="2404" y="1233"/>
                  <a:pt x="2402" y="1231"/>
                </a:cubicBezTo>
                <a:cubicBezTo>
                  <a:pt x="2389" y="1192"/>
                  <a:pt x="2377" y="1192"/>
                  <a:pt x="2384" y="1187"/>
                </a:cubicBezTo>
                <a:cubicBezTo>
                  <a:pt x="2354" y="1133"/>
                  <a:pt x="2351" y="1121"/>
                  <a:pt x="2343" y="1110"/>
                </a:cubicBezTo>
                <a:cubicBezTo>
                  <a:pt x="2320" y="1065"/>
                  <a:pt x="2318" y="1062"/>
                  <a:pt x="2314" y="1060"/>
                </a:cubicBezTo>
                <a:cubicBezTo>
                  <a:pt x="2282" y="1003"/>
                  <a:pt x="2272" y="999"/>
                  <a:pt x="2273" y="992"/>
                </a:cubicBezTo>
                <a:cubicBezTo>
                  <a:pt x="2249" y="966"/>
                  <a:pt x="2245" y="954"/>
                  <a:pt x="2228" y="945"/>
                </a:cubicBezTo>
                <a:cubicBezTo>
                  <a:pt x="2207" y="915"/>
                  <a:pt x="2197" y="908"/>
                  <a:pt x="2190" y="901"/>
                </a:cubicBezTo>
                <a:cubicBezTo>
                  <a:pt x="2128" y="855"/>
                  <a:pt x="2122" y="846"/>
                  <a:pt x="2119" y="853"/>
                </a:cubicBezTo>
                <a:cubicBezTo>
                  <a:pt x="2131" y="868"/>
                  <a:pt x="2135" y="869"/>
                  <a:pt x="2138" y="869"/>
                </a:cubicBezTo>
                <a:cubicBezTo>
                  <a:pt x="2175" y="901"/>
                  <a:pt x="2188" y="909"/>
                  <a:pt x="2196" y="918"/>
                </a:cubicBezTo>
                <a:cubicBezTo>
                  <a:pt x="2232" y="953"/>
                  <a:pt x="2235" y="963"/>
                  <a:pt x="2245" y="971"/>
                </a:cubicBezTo>
                <a:cubicBezTo>
                  <a:pt x="2282" y="1016"/>
                  <a:pt x="2282" y="1022"/>
                  <a:pt x="2287" y="1026"/>
                </a:cubicBezTo>
                <a:cubicBezTo>
                  <a:pt x="2295" y="1045"/>
                  <a:pt x="2301" y="1049"/>
                  <a:pt x="2302" y="1054"/>
                </a:cubicBezTo>
                <a:cubicBezTo>
                  <a:pt x="2320" y="1087"/>
                  <a:pt x="2327" y="1091"/>
                  <a:pt x="2327" y="1096"/>
                </a:cubicBezTo>
                <a:cubicBezTo>
                  <a:pt x="2346" y="1129"/>
                  <a:pt x="2346" y="1134"/>
                  <a:pt x="2351" y="1139"/>
                </a:cubicBezTo>
                <a:cubicBezTo>
                  <a:pt x="2361" y="1163"/>
                  <a:pt x="2363" y="1166"/>
                  <a:pt x="2368" y="1168"/>
                </a:cubicBezTo>
                <a:cubicBezTo>
                  <a:pt x="2377" y="1209"/>
                  <a:pt x="2389" y="1211"/>
                  <a:pt x="2385" y="1217"/>
                </a:cubicBezTo>
                <a:cubicBezTo>
                  <a:pt x="2399" y="1258"/>
                  <a:pt x="2404" y="1262"/>
                  <a:pt x="2408" y="1266"/>
                </a:cubicBezTo>
                <a:cubicBezTo>
                  <a:pt x="2419" y="1293"/>
                  <a:pt x="2415" y="1298"/>
                  <a:pt x="2421" y="1301"/>
                </a:cubicBezTo>
                <a:cubicBezTo>
                  <a:pt x="2438" y="1342"/>
                  <a:pt x="2443" y="1346"/>
                  <a:pt x="2443" y="1350"/>
                </a:cubicBezTo>
                <a:cubicBezTo>
                  <a:pt x="2439" y="1341"/>
                  <a:pt x="2422" y="1324"/>
                  <a:pt x="2416" y="1305"/>
                </a:cubicBezTo>
                <a:cubicBezTo>
                  <a:pt x="2393" y="1273"/>
                  <a:pt x="2396" y="1267"/>
                  <a:pt x="2391" y="1263"/>
                </a:cubicBezTo>
                <a:cubicBezTo>
                  <a:pt x="2377" y="1239"/>
                  <a:pt x="2377" y="1237"/>
                  <a:pt x="2373" y="1235"/>
                </a:cubicBezTo>
                <a:cubicBezTo>
                  <a:pt x="2347" y="1182"/>
                  <a:pt x="2340" y="1173"/>
                  <a:pt x="2337" y="1164"/>
                </a:cubicBezTo>
                <a:cubicBezTo>
                  <a:pt x="2315" y="1131"/>
                  <a:pt x="2310" y="1126"/>
                  <a:pt x="2311" y="1120"/>
                </a:cubicBezTo>
                <a:cubicBezTo>
                  <a:pt x="2293" y="1094"/>
                  <a:pt x="2286" y="1084"/>
                  <a:pt x="2279" y="1073"/>
                </a:cubicBezTo>
                <a:cubicBezTo>
                  <a:pt x="2235" y="1000"/>
                  <a:pt x="2221" y="991"/>
                  <a:pt x="2215" y="980"/>
                </a:cubicBezTo>
                <a:cubicBezTo>
                  <a:pt x="2173" y="942"/>
                  <a:pt x="2176" y="938"/>
                  <a:pt x="2172" y="936"/>
                </a:cubicBezTo>
                <a:cubicBezTo>
                  <a:pt x="2117" y="899"/>
                  <a:pt x="2124" y="901"/>
                  <a:pt x="2127" y="904"/>
                </a:cubicBezTo>
                <a:cubicBezTo>
                  <a:pt x="2164" y="935"/>
                  <a:pt x="2173" y="946"/>
                  <a:pt x="2184" y="957"/>
                </a:cubicBezTo>
                <a:cubicBezTo>
                  <a:pt x="2206" y="984"/>
                  <a:pt x="2215" y="985"/>
                  <a:pt x="2212" y="989"/>
                </a:cubicBezTo>
                <a:cubicBezTo>
                  <a:pt x="2239" y="1031"/>
                  <a:pt x="2242" y="1033"/>
                  <a:pt x="2245" y="1034"/>
                </a:cubicBezTo>
                <a:cubicBezTo>
                  <a:pt x="2277" y="1078"/>
                  <a:pt x="2278" y="1086"/>
                  <a:pt x="2284" y="1094"/>
                </a:cubicBezTo>
                <a:cubicBezTo>
                  <a:pt x="2318" y="1152"/>
                  <a:pt x="2325" y="1160"/>
                  <a:pt x="2328" y="1168"/>
                </a:cubicBezTo>
                <a:cubicBezTo>
                  <a:pt x="2348" y="1210"/>
                  <a:pt x="2359" y="1213"/>
                  <a:pt x="2356" y="1218"/>
                </a:cubicBezTo>
                <a:cubicBezTo>
                  <a:pt x="2389" y="1274"/>
                  <a:pt x="2392" y="1282"/>
                  <a:pt x="2397" y="1290"/>
                </a:cubicBezTo>
                <a:cubicBezTo>
                  <a:pt x="2426" y="1344"/>
                  <a:pt x="2425" y="1350"/>
                  <a:pt x="2431" y="1349"/>
                </a:cubicBezTo>
                <a:cubicBezTo>
                  <a:pt x="2442" y="1375"/>
                  <a:pt x="2449" y="1379"/>
                  <a:pt x="2450" y="1383"/>
                </a:cubicBezTo>
                <a:cubicBezTo>
                  <a:pt x="2459" y="1401"/>
                  <a:pt x="2449" y="1394"/>
                  <a:pt x="2448" y="1390"/>
                </a:cubicBezTo>
                <a:cubicBezTo>
                  <a:pt x="2435" y="1366"/>
                  <a:pt x="2428" y="1370"/>
                  <a:pt x="2426" y="1364"/>
                </a:cubicBezTo>
                <a:cubicBezTo>
                  <a:pt x="2402" y="1323"/>
                  <a:pt x="2393" y="1316"/>
                  <a:pt x="2393" y="1308"/>
                </a:cubicBezTo>
                <a:cubicBezTo>
                  <a:pt x="2365" y="1270"/>
                  <a:pt x="2358" y="1255"/>
                  <a:pt x="2349" y="1240"/>
                </a:cubicBezTo>
                <a:cubicBezTo>
                  <a:pt x="2330" y="1210"/>
                  <a:pt x="2321" y="1202"/>
                  <a:pt x="2319" y="1194"/>
                </a:cubicBezTo>
                <a:cubicBezTo>
                  <a:pt x="2298" y="1164"/>
                  <a:pt x="2300" y="1156"/>
                  <a:pt x="2291" y="1149"/>
                </a:cubicBezTo>
                <a:cubicBezTo>
                  <a:pt x="2275" y="1118"/>
                  <a:pt x="2269" y="1111"/>
                  <a:pt x="2265" y="1103"/>
                </a:cubicBezTo>
                <a:cubicBezTo>
                  <a:pt x="2231" y="1042"/>
                  <a:pt x="2222" y="1040"/>
                  <a:pt x="2223" y="1035"/>
                </a:cubicBezTo>
                <a:cubicBezTo>
                  <a:pt x="2208" y="1017"/>
                  <a:pt x="2212" y="1014"/>
                  <a:pt x="2207" y="1012"/>
                </a:cubicBezTo>
                <a:cubicBezTo>
                  <a:pt x="2177" y="975"/>
                  <a:pt x="2180" y="972"/>
                  <a:pt x="2175" y="970"/>
                </a:cubicBezTo>
                <a:cubicBezTo>
                  <a:pt x="2160" y="950"/>
                  <a:pt x="2156" y="947"/>
                  <a:pt x="2156" y="944"/>
                </a:cubicBezTo>
                <a:cubicBezTo>
                  <a:pt x="2135" y="924"/>
                  <a:pt x="2131" y="922"/>
                  <a:pt x="2127" y="919"/>
                </a:cubicBezTo>
                <a:cubicBezTo>
                  <a:pt x="2066" y="879"/>
                  <a:pt x="2060" y="875"/>
                  <a:pt x="2053" y="870"/>
                </a:cubicBezTo>
                <a:cubicBezTo>
                  <a:pt x="2041" y="864"/>
                  <a:pt x="2045" y="872"/>
                  <a:pt x="2049" y="872"/>
                </a:cubicBezTo>
                <a:cubicBezTo>
                  <a:pt x="2083" y="887"/>
                  <a:pt x="2082" y="901"/>
                  <a:pt x="2086" y="895"/>
                </a:cubicBezTo>
                <a:cubicBezTo>
                  <a:pt x="2136" y="937"/>
                  <a:pt x="2158" y="956"/>
                  <a:pt x="2170" y="977"/>
                </a:cubicBezTo>
                <a:cubicBezTo>
                  <a:pt x="2201" y="1019"/>
                  <a:pt x="2207" y="1030"/>
                  <a:pt x="2215" y="1040"/>
                </a:cubicBezTo>
                <a:cubicBezTo>
                  <a:pt x="2242" y="1090"/>
                  <a:pt x="2250" y="1091"/>
                  <a:pt x="2249" y="1095"/>
                </a:cubicBezTo>
                <a:cubicBezTo>
                  <a:pt x="2279" y="1146"/>
                  <a:pt x="2287" y="1157"/>
                  <a:pt x="2295" y="1167"/>
                </a:cubicBezTo>
                <a:cubicBezTo>
                  <a:pt x="2319" y="1209"/>
                  <a:pt x="2324" y="1220"/>
                  <a:pt x="2334" y="1230"/>
                </a:cubicBezTo>
                <a:cubicBezTo>
                  <a:pt x="2378" y="1305"/>
                  <a:pt x="2386" y="1315"/>
                  <a:pt x="2391" y="1326"/>
                </a:cubicBezTo>
                <a:cubicBezTo>
                  <a:pt x="2425" y="1379"/>
                  <a:pt x="2446" y="1399"/>
                  <a:pt x="2462" y="1420"/>
                </a:cubicBezTo>
                <a:cubicBezTo>
                  <a:pt x="2493" y="1454"/>
                  <a:pt x="2509" y="1456"/>
                  <a:pt x="2502" y="1462"/>
                </a:cubicBezTo>
                <a:cubicBezTo>
                  <a:pt x="2420" y="1396"/>
                  <a:pt x="2419" y="1392"/>
                  <a:pt x="2415" y="1388"/>
                </a:cubicBezTo>
                <a:cubicBezTo>
                  <a:pt x="2373" y="1338"/>
                  <a:pt x="2363" y="1331"/>
                  <a:pt x="2362" y="1322"/>
                </a:cubicBezTo>
                <a:cubicBezTo>
                  <a:pt x="2329" y="1277"/>
                  <a:pt x="2324" y="1268"/>
                  <a:pt x="2317" y="1260"/>
                </a:cubicBezTo>
                <a:cubicBezTo>
                  <a:pt x="2273" y="1202"/>
                  <a:pt x="2274" y="1192"/>
                  <a:pt x="2265" y="1184"/>
                </a:cubicBezTo>
                <a:cubicBezTo>
                  <a:pt x="2231" y="1128"/>
                  <a:pt x="2228" y="1124"/>
                  <a:pt x="2224" y="1120"/>
                </a:cubicBezTo>
                <a:cubicBezTo>
                  <a:pt x="2206" y="1089"/>
                  <a:pt x="2206" y="1085"/>
                  <a:pt x="2201" y="1081"/>
                </a:cubicBezTo>
                <a:cubicBezTo>
                  <a:pt x="2145" y="996"/>
                  <a:pt x="2139" y="988"/>
                  <a:pt x="2132" y="980"/>
                </a:cubicBezTo>
                <a:cubicBezTo>
                  <a:pt x="2095" y="938"/>
                  <a:pt x="2082" y="921"/>
                  <a:pt x="2063" y="906"/>
                </a:cubicBezTo>
                <a:cubicBezTo>
                  <a:pt x="1958" y="846"/>
                  <a:pt x="1958" y="850"/>
                  <a:pt x="1960" y="848"/>
                </a:cubicBezTo>
                <a:cubicBezTo>
                  <a:pt x="1964" y="857"/>
                  <a:pt x="1973" y="868"/>
                  <a:pt x="1990" y="875"/>
                </a:cubicBezTo>
                <a:cubicBezTo>
                  <a:pt x="2029" y="915"/>
                  <a:pt x="2043" y="917"/>
                  <a:pt x="2042" y="922"/>
                </a:cubicBezTo>
                <a:cubicBezTo>
                  <a:pt x="2071" y="951"/>
                  <a:pt x="2074" y="955"/>
                  <a:pt x="2077" y="959"/>
                </a:cubicBezTo>
                <a:cubicBezTo>
                  <a:pt x="2113" y="1006"/>
                  <a:pt x="2117" y="1015"/>
                  <a:pt x="2123" y="1024"/>
                </a:cubicBezTo>
                <a:cubicBezTo>
                  <a:pt x="2145" y="1069"/>
                  <a:pt x="2158" y="1071"/>
                  <a:pt x="2153" y="1078"/>
                </a:cubicBezTo>
                <a:cubicBezTo>
                  <a:pt x="2060" y="980"/>
                  <a:pt x="2026" y="953"/>
                  <a:pt x="2003" y="933"/>
                </a:cubicBezTo>
                <a:cubicBezTo>
                  <a:pt x="1997" y="934"/>
                  <a:pt x="2030" y="962"/>
                  <a:pt x="2059" y="987"/>
                </a:cubicBezTo>
                <a:cubicBezTo>
                  <a:pt x="2135" y="1070"/>
                  <a:pt x="2141" y="1071"/>
                  <a:pt x="2140" y="1074"/>
                </a:cubicBezTo>
                <a:cubicBezTo>
                  <a:pt x="2158" y="1100"/>
                  <a:pt x="2165" y="1104"/>
                  <a:pt x="2166" y="1110"/>
                </a:cubicBezTo>
                <a:cubicBezTo>
                  <a:pt x="2185" y="1150"/>
                  <a:pt x="2199" y="1154"/>
                  <a:pt x="2198" y="1160"/>
                </a:cubicBezTo>
                <a:cubicBezTo>
                  <a:pt x="2229" y="1202"/>
                  <a:pt x="2233" y="1214"/>
                  <a:pt x="2241" y="1225"/>
                </a:cubicBezTo>
                <a:cubicBezTo>
                  <a:pt x="2280" y="1279"/>
                  <a:pt x="2285" y="1284"/>
                  <a:pt x="2287" y="1290"/>
                </a:cubicBezTo>
                <a:cubicBezTo>
                  <a:pt x="2310" y="1315"/>
                  <a:pt x="2308" y="1324"/>
                  <a:pt x="2312" y="1320"/>
                </a:cubicBezTo>
                <a:cubicBezTo>
                  <a:pt x="2334" y="1347"/>
                  <a:pt x="2343" y="1348"/>
                  <a:pt x="2340" y="1352"/>
                </a:cubicBezTo>
                <a:cubicBezTo>
                  <a:pt x="2304" y="1320"/>
                  <a:pt x="2297" y="1317"/>
                  <a:pt x="2298" y="1313"/>
                </a:cubicBezTo>
                <a:cubicBezTo>
                  <a:pt x="2267" y="1279"/>
                  <a:pt x="2258" y="1276"/>
                  <a:pt x="2259" y="1272"/>
                </a:cubicBezTo>
                <a:cubicBezTo>
                  <a:pt x="2207" y="1202"/>
                  <a:pt x="2201" y="1196"/>
                  <a:pt x="2194" y="1189"/>
                </a:cubicBezTo>
                <a:cubicBezTo>
                  <a:pt x="2163" y="1144"/>
                  <a:pt x="2160" y="1140"/>
                  <a:pt x="2155" y="1137"/>
                </a:cubicBezTo>
                <a:cubicBezTo>
                  <a:pt x="2105" y="1071"/>
                  <a:pt x="2089" y="1058"/>
                  <a:pt x="2076" y="1045"/>
                </a:cubicBezTo>
                <a:cubicBezTo>
                  <a:pt x="1943" y="937"/>
                  <a:pt x="1938" y="939"/>
                  <a:pt x="1930" y="932"/>
                </a:cubicBezTo>
                <a:cubicBezTo>
                  <a:pt x="1910" y="924"/>
                  <a:pt x="1912" y="926"/>
                  <a:pt x="1917" y="929"/>
                </a:cubicBezTo>
                <a:cubicBezTo>
                  <a:pt x="1950" y="953"/>
                  <a:pt x="1966" y="960"/>
                  <a:pt x="1975" y="967"/>
                </a:cubicBezTo>
                <a:cubicBezTo>
                  <a:pt x="2003" y="992"/>
                  <a:pt x="2017" y="997"/>
                  <a:pt x="2022" y="1007"/>
                </a:cubicBezTo>
                <a:cubicBezTo>
                  <a:pt x="2034" y="1020"/>
                  <a:pt x="2049" y="1023"/>
                  <a:pt x="2047" y="1028"/>
                </a:cubicBezTo>
                <a:cubicBezTo>
                  <a:pt x="2123" y="1110"/>
                  <a:pt x="2134" y="1117"/>
                  <a:pt x="2136" y="1127"/>
                </a:cubicBezTo>
                <a:cubicBezTo>
                  <a:pt x="2105" y="1093"/>
                  <a:pt x="2090" y="1093"/>
                  <a:pt x="2094" y="1088"/>
                </a:cubicBezTo>
                <a:cubicBezTo>
                  <a:pt x="1994" y="1026"/>
                  <a:pt x="1979" y="1015"/>
                  <a:pt x="1964" y="1007"/>
                </a:cubicBezTo>
                <a:cubicBezTo>
                  <a:pt x="1884" y="981"/>
                  <a:pt x="1880" y="980"/>
                  <a:pt x="1875" y="979"/>
                </a:cubicBezTo>
                <a:cubicBezTo>
                  <a:pt x="1802" y="959"/>
                  <a:pt x="1794" y="957"/>
                  <a:pt x="1785" y="954"/>
                </a:cubicBezTo>
                <a:cubicBezTo>
                  <a:pt x="1780" y="960"/>
                  <a:pt x="1800" y="964"/>
                  <a:pt x="1820" y="969"/>
                </a:cubicBezTo>
                <a:cubicBezTo>
                  <a:pt x="1861" y="984"/>
                  <a:pt x="1871" y="985"/>
                  <a:pt x="1882" y="989"/>
                </a:cubicBezTo>
                <a:cubicBezTo>
                  <a:pt x="1898" y="991"/>
                  <a:pt x="1904" y="998"/>
                  <a:pt x="1909" y="996"/>
                </a:cubicBezTo>
                <a:cubicBezTo>
                  <a:pt x="2016" y="1047"/>
                  <a:pt x="2029" y="1056"/>
                  <a:pt x="2042" y="1064"/>
                </a:cubicBezTo>
                <a:cubicBezTo>
                  <a:pt x="2139" y="1152"/>
                  <a:pt x="2153" y="1157"/>
                  <a:pt x="2152" y="1166"/>
                </a:cubicBezTo>
                <a:cubicBezTo>
                  <a:pt x="2037" y="1063"/>
                  <a:pt x="2028" y="1057"/>
                  <a:pt x="2019" y="1051"/>
                </a:cubicBezTo>
                <a:cubicBezTo>
                  <a:pt x="1918" y="1008"/>
                  <a:pt x="1913" y="1000"/>
                  <a:pt x="1910" y="1002"/>
                </a:cubicBezTo>
                <a:cubicBezTo>
                  <a:pt x="1880" y="995"/>
                  <a:pt x="1876" y="992"/>
                  <a:pt x="1872" y="993"/>
                </a:cubicBezTo>
                <a:cubicBezTo>
                  <a:pt x="1988" y="1044"/>
                  <a:pt x="1992" y="1046"/>
                  <a:pt x="2005" y="1053"/>
                </a:cubicBezTo>
                <a:cubicBezTo>
                  <a:pt x="2110" y="1134"/>
                  <a:pt x="2114" y="1139"/>
                  <a:pt x="2122" y="1144"/>
                </a:cubicBezTo>
                <a:cubicBezTo>
                  <a:pt x="2182" y="1205"/>
                  <a:pt x="2180" y="1210"/>
                  <a:pt x="2186" y="1213"/>
                </a:cubicBezTo>
                <a:cubicBezTo>
                  <a:pt x="2204" y="1238"/>
                  <a:pt x="2216" y="1240"/>
                  <a:pt x="2212" y="1245"/>
                </a:cubicBezTo>
                <a:cubicBezTo>
                  <a:pt x="2180" y="1218"/>
                  <a:pt x="2174" y="1210"/>
                  <a:pt x="2167" y="1202"/>
                </a:cubicBezTo>
                <a:cubicBezTo>
                  <a:pt x="2144" y="1177"/>
                  <a:pt x="2130" y="1177"/>
                  <a:pt x="2134" y="1173"/>
                </a:cubicBezTo>
                <a:cubicBezTo>
                  <a:pt x="2017" y="1102"/>
                  <a:pt x="2002" y="1093"/>
                  <a:pt x="1988" y="1086"/>
                </a:cubicBezTo>
                <a:cubicBezTo>
                  <a:pt x="1953" y="1072"/>
                  <a:pt x="1948" y="1063"/>
                  <a:pt x="1945" y="1071"/>
                </a:cubicBezTo>
                <a:cubicBezTo>
                  <a:pt x="2015" y="1108"/>
                  <a:pt x="2016" y="1110"/>
                  <a:pt x="2017" y="1108"/>
                </a:cubicBezTo>
                <a:cubicBezTo>
                  <a:pt x="2048" y="1127"/>
                  <a:pt x="2059" y="1131"/>
                  <a:pt x="2070" y="1140"/>
                </a:cubicBezTo>
                <a:cubicBezTo>
                  <a:pt x="2124" y="1179"/>
                  <a:pt x="2128" y="1181"/>
                  <a:pt x="2126" y="1185"/>
                </a:cubicBezTo>
                <a:cubicBezTo>
                  <a:pt x="1894" y="1067"/>
                  <a:pt x="1862" y="1046"/>
                  <a:pt x="1831" y="1031"/>
                </a:cubicBezTo>
                <a:cubicBezTo>
                  <a:pt x="1819" y="1028"/>
                  <a:pt x="1825" y="1032"/>
                  <a:pt x="1830" y="1036"/>
                </a:cubicBezTo>
                <a:cubicBezTo>
                  <a:pt x="1878" y="1062"/>
                  <a:pt x="1891" y="1074"/>
                  <a:pt x="1911" y="1079"/>
                </a:cubicBezTo>
                <a:cubicBezTo>
                  <a:pt x="2085" y="1172"/>
                  <a:pt x="2097" y="1179"/>
                  <a:pt x="2108" y="1184"/>
                </a:cubicBezTo>
                <a:cubicBezTo>
                  <a:pt x="2173" y="1234"/>
                  <a:pt x="2187" y="1235"/>
                  <a:pt x="2182" y="1239"/>
                </a:cubicBezTo>
                <a:cubicBezTo>
                  <a:pt x="2062" y="1185"/>
                  <a:pt x="2032" y="1171"/>
                  <a:pt x="2001" y="1152"/>
                </a:cubicBezTo>
                <a:cubicBezTo>
                  <a:pt x="1899" y="1094"/>
                  <a:pt x="1870" y="1065"/>
                  <a:pt x="1827" y="1044"/>
                </a:cubicBezTo>
                <a:cubicBezTo>
                  <a:pt x="1802" y="1021"/>
                  <a:pt x="1793" y="1020"/>
                  <a:pt x="1796" y="1016"/>
                </a:cubicBezTo>
                <a:cubicBezTo>
                  <a:pt x="1765" y="983"/>
                  <a:pt x="1759" y="982"/>
                  <a:pt x="1760" y="979"/>
                </a:cubicBezTo>
                <a:cubicBezTo>
                  <a:pt x="1750" y="965"/>
                  <a:pt x="1742" y="962"/>
                  <a:pt x="1742" y="964"/>
                </a:cubicBezTo>
                <a:cubicBezTo>
                  <a:pt x="1859" y="1073"/>
                  <a:pt x="1897" y="1098"/>
                  <a:pt x="1927" y="1122"/>
                </a:cubicBezTo>
                <a:cubicBezTo>
                  <a:pt x="1984" y="1157"/>
                  <a:pt x="1995" y="1155"/>
                  <a:pt x="1997" y="1163"/>
                </a:cubicBezTo>
                <a:cubicBezTo>
                  <a:pt x="2066" y="1192"/>
                  <a:pt x="2073" y="1204"/>
                  <a:pt x="2077" y="1200"/>
                </a:cubicBezTo>
                <a:cubicBezTo>
                  <a:pt x="1999" y="1181"/>
                  <a:pt x="1975" y="1172"/>
                  <a:pt x="1952" y="1164"/>
                </a:cubicBezTo>
                <a:cubicBezTo>
                  <a:pt x="1812" y="1102"/>
                  <a:pt x="1800" y="1107"/>
                  <a:pt x="1802" y="1101"/>
                </a:cubicBezTo>
                <a:cubicBezTo>
                  <a:pt x="1863" y="1135"/>
                  <a:pt x="1871" y="1147"/>
                  <a:pt x="1875" y="1145"/>
                </a:cubicBezTo>
                <a:cubicBezTo>
                  <a:pt x="1932" y="1163"/>
                  <a:pt x="1935" y="1166"/>
                  <a:pt x="1938" y="1168"/>
                </a:cubicBezTo>
                <a:cubicBezTo>
                  <a:pt x="1958" y="1170"/>
                  <a:pt x="1962" y="1178"/>
                  <a:pt x="1966" y="1178"/>
                </a:cubicBezTo>
                <a:cubicBezTo>
                  <a:pt x="1988" y="1181"/>
                  <a:pt x="1995" y="1191"/>
                  <a:pt x="2001" y="1189"/>
                </a:cubicBezTo>
                <a:cubicBezTo>
                  <a:pt x="2074" y="1212"/>
                  <a:pt x="2078" y="1217"/>
                  <a:pt x="2080" y="1215"/>
                </a:cubicBezTo>
                <a:cubicBezTo>
                  <a:pt x="2117" y="1228"/>
                  <a:pt x="2124" y="1232"/>
                  <a:pt x="2137" y="1235"/>
                </a:cubicBezTo>
                <a:cubicBezTo>
                  <a:pt x="2234" y="1279"/>
                  <a:pt x="2245" y="1287"/>
                  <a:pt x="2243" y="1292"/>
                </a:cubicBezTo>
                <a:cubicBezTo>
                  <a:pt x="2131" y="1245"/>
                  <a:pt x="2120" y="1242"/>
                  <a:pt x="2108" y="1239"/>
                </a:cubicBezTo>
                <a:cubicBezTo>
                  <a:pt x="2028" y="1217"/>
                  <a:pt x="2017" y="1216"/>
                  <a:pt x="2005" y="1213"/>
                </a:cubicBezTo>
                <a:cubicBezTo>
                  <a:pt x="1958" y="1197"/>
                  <a:pt x="1947" y="1195"/>
                  <a:pt x="1935" y="1192"/>
                </a:cubicBezTo>
                <a:cubicBezTo>
                  <a:pt x="1799" y="1116"/>
                  <a:pt x="1795" y="1118"/>
                  <a:pt x="1793" y="1116"/>
                </a:cubicBezTo>
                <a:cubicBezTo>
                  <a:pt x="1777" y="1110"/>
                  <a:pt x="1780" y="1101"/>
                  <a:pt x="1777" y="1100"/>
                </a:cubicBezTo>
                <a:cubicBezTo>
                  <a:pt x="1768" y="1091"/>
                  <a:pt x="1766" y="1092"/>
                  <a:pt x="1768" y="1094"/>
                </a:cubicBezTo>
                <a:cubicBezTo>
                  <a:pt x="1775" y="1110"/>
                  <a:pt x="1784" y="1111"/>
                  <a:pt x="1786" y="1114"/>
                </a:cubicBezTo>
                <a:cubicBezTo>
                  <a:pt x="1836" y="1150"/>
                  <a:pt x="1847" y="1161"/>
                  <a:pt x="1855" y="1163"/>
                </a:cubicBezTo>
                <a:cubicBezTo>
                  <a:pt x="1888" y="1188"/>
                  <a:pt x="1893" y="1191"/>
                  <a:pt x="1895" y="1189"/>
                </a:cubicBezTo>
                <a:cubicBezTo>
                  <a:pt x="1958" y="1223"/>
                  <a:pt x="1978" y="1230"/>
                  <a:pt x="2003" y="1240"/>
                </a:cubicBezTo>
                <a:cubicBezTo>
                  <a:pt x="2041" y="1245"/>
                  <a:pt x="2048" y="1253"/>
                  <a:pt x="2053" y="1252"/>
                </a:cubicBezTo>
                <a:cubicBezTo>
                  <a:pt x="2147" y="1279"/>
                  <a:pt x="2157" y="1282"/>
                  <a:pt x="2166" y="1286"/>
                </a:cubicBezTo>
                <a:cubicBezTo>
                  <a:pt x="2217" y="1301"/>
                  <a:pt x="2237" y="1308"/>
                  <a:pt x="2257" y="1315"/>
                </a:cubicBezTo>
                <a:cubicBezTo>
                  <a:pt x="2324" y="1358"/>
                  <a:pt x="2331" y="1352"/>
                  <a:pt x="2328" y="1357"/>
                </a:cubicBezTo>
                <a:cubicBezTo>
                  <a:pt x="2331" y="1361"/>
                  <a:pt x="2323" y="1361"/>
                  <a:pt x="2312" y="1354"/>
                </a:cubicBezTo>
                <a:cubicBezTo>
                  <a:pt x="2262" y="1327"/>
                  <a:pt x="2258" y="1327"/>
                  <a:pt x="2253" y="1325"/>
                </a:cubicBezTo>
                <a:cubicBezTo>
                  <a:pt x="2222" y="1313"/>
                  <a:pt x="2216" y="1307"/>
                  <a:pt x="2212" y="1308"/>
                </a:cubicBezTo>
                <a:cubicBezTo>
                  <a:pt x="2192" y="1303"/>
                  <a:pt x="2187" y="1302"/>
                  <a:pt x="2182" y="1302"/>
                </a:cubicBezTo>
                <a:cubicBezTo>
                  <a:pt x="2120" y="1285"/>
                  <a:pt x="2116" y="1290"/>
                  <a:pt x="2111" y="1286"/>
                </a:cubicBezTo>
                <a:cubicBezTo>
                  <a:pt x="2062" y="1273"/>
                  <a:pt x="2058" y="1275"/>
                  <a:pt x="2054" y="1274"/>
                </a:cubicBezTo>
                <a:cubicBezTo>
                  <a:pt x="2005" y="1263"/>
                  <a:pt x="2001" y="1263"/>
                  <a:pt x="1996" y="1262"/>
                </a:cubicBezTo>
                <a:cubicBezTo>
                  <a:pt x="1943" y="1252"/>
                  <a:pt x="1934" y="1249"/>
                  <a:pt x="1924" y="1245"/>
                </a:cubicBezTo>
                <a:cubicBezTo>
                  <a:pt x="1874" y="1231"/>
                  <a:pt x="1855" y="1225"/>
                  <a:pt x="1835" y="1217"/>
                </a:cubicBezTo>
                <a:cubicBezTo>
                  <a:pt x="1789" y="1181"/>
                  <a:pt x="1784" y="1176"/>
                  <a:pt x="1780" y="1181"/>
                </a:cubicBezTo>
                <a:cubicBezTo>
                  <a:pt x="1792" y="1194"/>
                  <a:pt x="1801" y="1197"/>
                  <a:pt x="1800" y="1202"/>
                </a:cubicBezTo>
                <a:cubicBezTo>
                  <a:pt x="1724" y="1168"/>
                  <a:pt x="1766" y="1186"/>
                  <a:pt x="1797" y="1207"/>
                </a:cubicBezTo>
                <a:cubicBezTo>
                  <a:pt x="1849" y="1237"/>
                  <a:pt x="1860" y="1244"/>
                  <a:pt x="1870" y="1251"/>
                </a:cubicBezTo>
                <a:cubicBezTo>
                  <a:pt x="2017" y="1319"/>
                  <a:pt x="2027" y="1321"/>
                  <a:pt x="2038" y="1326"/>
                </a:cubicBezTo>
                <a:cubicBezTo>
                  <a:pt x="2062" y="1334"/>
                  <a:pt x="2064" y="1329"/>
                  <a:pt x="2067" y="1332"/>
                </a:cubicBezTo>
                <a:cubicBezTo>
                  <a:pt x="2101" y="1345"/>
                  <a:pt x="2109" y="1344"/>
                  <a:pt x="2117" y="1348"/>
                </a:cubicBezTo>
                <a:cubicBezTo>
                  <a:pt x="2179" y="1365"/>
                  <a:pt x="2190" y="1363"/>
                  <a:pt x="2202" y="1370"/>
                </a:cubicBezTo>
                <a:cubicBezTo>
                  <a:pt x="2239" y="1378"/>
                  <a:pt x="2242" y="1381"/>
                  <a:pt x="2243" y="1379"/>
                </a:cubicBezTo>
                <a:cubicBezTo>
                  <a:pt x="2271" y="1395"/>
                  <a:pt x="2279" y="1390"/>
                  <a:pt x="2289" y="1396"/>
                </a:cubicBezTo>
                <a:cubicBezTo>
                  <a:pt x="2335" y="1407"/>
                  <a:pt x="2342" y="1415"/>
                  <a:pt x="2346" y="1413"/>
                </a:cubicBezTo>
                <a:cubicBezTo>
                  <a:pt x="2436" y="1455"/>
                  <a:pt x="2440" y="1458"/>
                  <a:pt x="2445" y="1461"/>
                </a:cubicBezTo>
                <a:cubicBezTo>
                  <a:pt x="2441" y="1460"/>
                  <a:pt x="2440" y="1470"/>
                  <a:pt x="2435" y="1465"/>
                </a:cubicBezTo>
                <a:cubicBezTo>
                  <a:pt x="2403" y="1446"/>
                  <a:pt x="2399" y="1444"/>
                  <a:pt x="2396" y="1441"/>
                </a:cubicBezTo>
                <a:cubicBezTo>
                  <a:pt x="2345" y="1421"/>
                  <a:pt x="2342" y="1417"/>
                  <a:pt x="2339" y="1419"/>
                </a:cubicBezTo>
                <a:cubicBezTo>
                  <a:pt x="2288" y="1400"/>
                  <a:pt x="2278" y="1399"/>
                  <a:pt x="2267" y="1395"/>
                </a:cubicBezTo>
                <a:cubicBezTo>
                  <a:pt x="2242" y="1393"/>
                  <a:pt x="2238" y="1387"/>
                  <a:pt x="2236" y="1390"/>
                </a:cubicBezTo>
                <a:cubicBezTo>
                  <a:pt x="2185" y="1383"/>
                  <a:pt x="2180" y="1381"/>
                  <a:pt x="2174" y="1380"/>
                </a:cubicBezTo>
                <a:cubicBezTo>
                  <a:pt x="2108" y="1367"/>
                  <a:pt x="2100" y="1369"/>
                  <a:pt x="2091" y="1364"/>
                </a:cubicBezTo>
                <a:cubicBezTo>
                  <a:pt x="2030" y="1352"/>
                  <a:pt x="2020" y="1345"/>
                  <a:pt x="2012" y="1348"/>
                </a:cubicBezTo>
                <a:cubicBezTo>
                  <a:pt x="1921" y="1321"/>
                  <a:pt x="1904" y="1314"/>
                  <a:pt x="1888" y="1310"/>
                </a:cubicBezTo>
                <a:cubicBezTo>
                  <a:pt x="1846" y="1294"/>
                  <a:pt x="1847" y="1280"/>
                  <a:pt x="1844" y="1286"/>
                </a:cubicBezTo>
                <a:cubicBezTo>
                  <a:pt x="1805" y="1264"/>
                  <a:pt x="1802" y="1260"/>
                  <a:pt x="1799" y="1256"/>
                </a:cubicBezTo>
                <a:cubicBezTo>
                  <a:pt x="1792" y="1262"/>
                  <a:pt x="1796" y="1264"/>
                  <a:pt x="1799" y="1267"/>
                </a:cubicBezTo>
                <a:cubicBezTo>
                  <a:pt x="1822" y="1281"/>
                  <a:pt x="1831" y="1288"/>
                  <a:pt x="1839" y="1293"/>
                </a:cubicBezTo>
                <a:cubicBezTo>
                  <a:pt x="1935" y="1335"/>
                  <a:pt x="1945" y="1339"/>
                  <a:pt x="1956" y="1342"/>
                </a:cubicBezTo>
                <a:cubicBezTo>
                  <a:pt x="1993" y="1352"/>
                  <a:pt x="1997" y="1353"/>
                  <a:pt x="2002" y="1352"/>
                </a:cubicBezTo>
                <a:cubicBezTo>
                  <a:pt x="2082" y="1371"/>
                  <a:pt x="2083" y="1372"/>
                  <a:pt x="2085" y="1373"/>
                </a:cubicBezTo>
                <a:cubicBezTo>
                  <a:pt x="2115" y="1375"/>
                  <a:pt x="2118" y="1381"/>
                  <a:pt x="2120" y="1378"/>
                </a:cubicBezTo>
                <a:cubicBezTo>
                  <a:pt x="2155" y="1386"/>
                  <a:pt x="2165" y="1383"/>
                  <a:pt x="2176" y="1389"/>
                </a:cubicBezTo>
                <a:cubicBezTo>
                  <a:pt x="2196" y="1393"/>
                  <a:pt x="2201" y="1391"/>
                  <a:pt x="2207" y="1394"/>
                </a:cubicBezTo>
                <a:cubicBezTo>
                  <a:pt x="2226" y="1393"/>
                  <a:pt x="2232" y="1397"/>
                  <a:pt x="2237" y="1396"/>
                </a:cubicBezTo>
                <a:cubicBezTo>
                  <a:pt x="2289" y="1410"/>
                  <a:pt x="2294" y="1408"/>
                  <a:pt x="2300" y="1412"/>
                </a:cubicBezTo>
                <a:cubicBezTo>
                  <a:pt x="2403" y="1451"/>
                  <a:pt x="2407" y="1454"/>
                  <a:pt x="2411" y="1457"/>
                </a:cubicBezTo>
                <a:cubicBezTo>
                  <a:pt x="2382" y="1460"/>
                  <a:pt x="2378" y="1455"/>
                  <a:pt x="2375" y="1456"/>
                </a:cubicBezTo>
                <a:cubicBezTo>
                  <a:pt x="2349" y="1454"/>
                  <a:pt x="2346" y="1457"/>
                  <a:pt x="2342" y="1455"/>
                </a:cubicBezTo>
                <a:cubicBezTo>
                  <a:pt x="2278" y="1447"/>
                  <a:pt x="2273" y="1444"/>
                  <a:pt x="2267" y="1445"/>
                </a:cubicBezTo>
                <a:cubicBezTo>
                  <a:pt x="2223" y="1440"/>
                  <a:pt x="2219" y="1437"/>
                  <a:pt x="2215" y="1433"/>
                </a:cubicBezTo>
                <a:cubicBezTo>
                  <a:pt x="2193" y="1431"/>
                  <a:pt x="2191" y="1434"/>
                  <a:pt x="2188" y="1434"/>
                </a:cubicBezTo>
                <a:cubicBezTo>
                  <a:pt x="2155" y="1427"/>
                  <a:pt x="2148" y="1421"/>
                  <a:pt x="2143" y="1423"/>
                </a:cubicBezTo>
                <a:cubicBezTo>
                  <a:pt x="2090" y="1417"/>
                  <a:pt x="2083" y="1408"/>
                  <a:pt x="2079" y="1413"/>
                </a:cubicBezTo>
                <a:cubicBezTo>
                  <a:pt x="1999" y="1398"/>
                  <a:pt x="1989" y="1393"/>
                  <a:pt x="1980" y="1392"/>
                </a:cubicBezTo>
                <a:cubicBezTo>
                  <a:pt x="1957" y="1385"/>
                  <a:pt x="1954" y="1382"/>
                  <a:pt x="1952" y="1384"/>
                </a:cubicBezTo>
                <a:cubicBezTo>
                  <a:pt x="1867" y="1355"/>
                  <a:pt x="1868" y="1352"/>
                  <a:pt x="1868" y="1352"/>
                </a:cubicBezTo>
                <a:cubicBezTo>
                  <a:pt x="1854" y="1345"/>
                  <a:pt x="1853" y="1346"/>
                  <a:pt x="1851" y="1346"/>
                </a:cubicBezTo>
                <a:cubicBezTo>
                  <a:pt x="1819" y="1330"/>
                  <a:pt x="1814" y="1322"/>
                  <a:pt x="1810" y="1321"/>
                </a:cubicBezTo>
                <a:cubicBezTo>
                  <a:pt x="1759" y="1288"/>
                  <a:pt x="1760" y="1285"/>
                  <a:pt x="1757" y="1283"/>
                </a:cubicBezTo>
                <a:cubicBezTo>
                  <a:pt x="1737" y="1278"/>
                  <a:pt x="1744" y="1285"/>
                  <a:pt x="1751" y="1292"/>
                </a:cubicBezTo>
                <a:cubicBezTo>
                  <a:pt x="1824" y="1336"/>
                  <a:pt x="1820" y="1339"/>
                  <a:pt x="1825" y="1342"/>
                </a:cubicBezTo>
                <a:cubicBezTo>
                  <a:pt x="1914" y="1376"/>
                  <a:pt x="1921" y="1385"/>
                  <a:pt x="1926" y="1383"/>
                </a:cubicBezTo>
                <a:cubicBezTo>
                  <a:pt x="1966" y="1396"/>
                  <a:pt x="1970" y="1399"/>
                  <a:pt x="1972" y="1397"/>
                </a:cubicBezTo>
                <a:cubicBezTo>
                  <a:pt x="2078" y="1420"/>
                  <a:pt x="2102" y="1426"/>
                  <a:pt x="2125" y="1426"/>
                </a:cubicBezTo>
                <a:cubicBezTo>
                  <a:pt x="2205" y="1443"/>
                  <a:pt x="2211" y="1443"/>
                  <a:pt x="2217" y="1442"/>
                </a:cubicBezTo>
                <a:cubicBezTo>
                  <a:pt x="2256" y="1449"/>
                  <a:pt x="2259" y="1450"/>
                  <a:pt x="2263" y="1452"/>
                </a:cubicBezTo>
                <a:cubicBezTo>
                  <a:pt x="2241" y="1449"/>
                  <a:pt x="2235" y="1450"/>
                  <a:pt x="2228" y="1453"/>
                </a:cubicBezTo>
                <a:cubicBezTo>
                  <a:pt x="2161" y="1450"/>
                  <a:pt x="2138" y="1452"/>
                  <a:pt x="2115" y="1453"/>
                </a:cubicBezTo>
                <a:cubicBezTo>
                  <a:pt x="2033" y="1453"/>
                  <a:pt x="2030" y="1453"/>
                  <a:pt x="2027" y="1452"/>
                </a:cubicBezTo>
                <a:cubicBezTo>
                  <a:pt x="1998" y="1450"/>
                  <a:pt x="1996" y="1456"/>
                  <a:pt x="1992" y="1450"/>
                </a:cubicBezTo>
                <a:cubicBezTo>
                  <a:pt x="1962" y="1449"/>
                  <a:pt x="1960" y="1455"/>
                  <a:pt x="1955" y="1449"/>
                </a:cubicBezTo>
                <a:cubicBezTo>
                  <a:pt x="1918" y="1451"/>
                  <a:pt x="1915" y="1451"/>
                  <a:pt x="1912" y="1452"/>
                </a:cubicBezTo>
                <a:cubicBezTo>
                  <a:pt x="1934" y="1456"/>
                  <a:pt x="1942" y="1456"/>
                  <a:pt x="1951" y="1457"/>
                </a:cubicBezTo>
                <a:cubicBezTo>
                  <a:pt x="1993" y="1458"/>
                  <a:pt x="1997" y="1456"/>
                  <a:pt x="2001" y="1459"/>
                </a:cubicBezTo>
                <a:cubicBezTo>
                  <a:pt x="2056" y="1461"/>
                  <a:pt x="2060" y="1459"/>
                  <a:pt x="2065" y="1462"/>
                </a:cubicBezTo>
                <a:cubicBezTo>
                  <a:pt x="2095" y="1465"/>
                  <a:pt x="2098" y="1457"/>
                  <a:pt x="2104" y="1462"/>
                </a:cubicBezTo>
                <a:cubicBezTo>
                  <a:pt x="2171" y="1462"/>
                  <a:pt x="2187" y="1459"/>
                  <a:pt x="2205" y="1461"/>
                </a:cubicBezTo>
                <a:cubicBezTo>
                  <a:pt x="2239" y="1464"/>
                  <a:pt x="2246" y="1458"/>
                  <a:pt x="2255" y="1463"/>
                </a:cubicBezTo>
                <a:cubicBezTo>
                  <a:pt x="2379" y="1467"/>
                  <a:pt x="2385" y="1469"/>
                  <a:pt x="2390" y="1469"/>
                </a:cubicBezTo>
                <a:cubicBezTo>
                  <a:pt x="2447" y="1477"/>
                  <a:pt x="2453" y="1485"/>
                  <a:pt x="2456" y="1481"/>
                </a:cubicBezTo>
                <a:cubicBezTo>
                  <a:pt x="2471" y="1483"/>
                  <a:pt x="2476" y="1485"/>
                  <a:pt x="2480" y="1484"/>
                </a:cubicBezTo>
                <a:cubicBezTo>
                  <a:pt x="2496" y="1492"/>
                  <a:pt x="2489" y="1491"/>
                  <a:pt x="2481" y="1490"/>
                </a:cubicBezTo>
                <a:cubicBezTo>
                  <a:pt x="2459" y="1486"/>
                  <a:pt x="2459" y="1488"/>
                  <a:pt x="2457" y="1487"/>
                </a:cubicBezTo>
                <a:cubicBezTo>
                  <a:pt x="2436" y="1484"/>
                  <a:pt x="2430" y="1485"/>
                  <a:pt x="2423" y="1483"/>
                </a:cubicBezTo>
                <a:cubicBezTo>
                  <a:pt x="2367" y="1482"/>
                  <a:pt x="2348" y="1479"/>
                  <a:pt x="2330" y="1481"/>
                </a:cubicBezTo>
                <a:cubicBezTo>
                  <a:pt x="2283" y="1485"/>
                  <a:pt x="2277" y="1479"/>
                  <a:pt x="2273" y="1480"/>
                </a:cubicBezTo>
                <a:cubicBezTo>
                  <a:pt x="2200" y="1484"/>
                  <a:pt x="2196" y="1487"/>
                  <a:pt x="2191" y="1488"/>
                </a:cubicBezTo>
                <a:cubicBezTo>
                  <a:pt x="2155" y="1488"/>
                  <a:pt x="2153" y="1490"/>
                  <a:pt x="2150" y="1487"/>
                </a:cubicBezTo>
                <a:cubicBezTo>
                  <a:pt x="2117" y="1486"/>
                  <a:pt x="2113" y="1490"/>
                  <a:pt x="2108" y="1488"/>
                </a:cubicBezTo>
                <a:cubicBezTo>
                  <a:pt x="2069" y="1483"/>
                  <a:pt x="2060" y="1487"/>
                  <a:pt x="2050" y="1484"/>
                </a:cubicBezTo>
                <a:cubicBezTo>
                  <a:pt x="1988" y="1472"/>
                  <a:pt x="1985" y="1477"/>
                  <a:pt x="1979" y="1473"/>
                </a:cubicBezTo>
                <a:cubicBezTo>
                  <a:pt x="1945" y="1469"/>
                  <a:pt x="1938" y="1456"/>
                  <a:pt x="1935" y="1464"/>
                </a:cubicBezTo>
                <a:cubicBezTo>
                  <a:pt x="2001" y="1482"/>
                  <a:pt x="2009" y="1487"/>
                  <a:pt x="2015" y="1486"/>
                </a:cubicBezTo>
                <a:cubicBezTo>
                  <a:pt x="2080" y="1493"/>
                  <a:pt x="2086" y="1494"/>
                  <a:pt x="2094" y="1497"/>
                </a:cubicBezTo>
                <a:cubicBezTo>
                  <a:pt x="2167" y="1495"/>
                  <a:pt x="2186" y="1498"/>
                  <a:pt x="2203" y="1494"/>
                </a:cubicBezTo>
                <a:cubicBezTo>
                  <a:pt x="2239" y="1495"/>
                  <a:pt x="2241" y="1492"/>
                  <a:pt x="2244" y="1492"/>
                </a:cubicBezTo>
                <a:cubicBezTo>
                  <a:pt x="2289" y="1487"/>
                  <a:pt x="2294" y="1490"/>
                  <a:pt x="2298" y="1489"/>
                </a:cubicBezTo>
                <a:cubicBezTo>
                  <a:pt x="2349" y="1491"/>
                  <a:pt x="2358" y="1488"/>
                  <a:pt x="2368" y="1491"/>
                </a:cubicBezTo>
                <a:cubicBezTo>
                  <a:pt x="2408" y="1491"/>
                  <a:pt x="2409" y="1489"/>
                  <a:pt x="2412" y="1491"/>
                </a:cubicBezTo>
                <a:cubicBezTo>
                  <a:pt x="2452" y="1494"/>
                  <a:pt x="2456" y="1493"/>
                  <a:pt x="2462" y="1498"/>
                </a:cubicBezTo>
                <a:cubicBezTo>
                  <a:pt x="2494" y="1499"/>
                  <a:pt x="2499" y="1504"/>
                  <a:pt x="2504" y="1503"/>
                </a:cubicBezTo>
                <a:cubicBezTo>
                  <a:pt x="2539" y="1513"/>
                  <a:pt x="2541" y="1511"/>
                  <a:pt x="2544" y="1514"/>
                </a:cubicBezTo>
                <a:cubicBezTo>
                  <a:pt x="2540" y="1522"/>
                  <a:pt x="2534" y="1517"/>
                  <a:pt x="2528" y="1514"/>
                </a:cubicBezTo>
                <a:cubicBezTo>
                  <a:pt x="2499" y="1515"/>
                  <a:pt x="2495" y="1516"/>
                  <a:pt x="2491" y="1515"/>
                </a:cubicBezTo>
                <a:cubicBezTo>
                  <a:pt x="2470" y="1517"/>
                  <a:pt x="2461" y="1511"/>
                  <a:pt x="2453" y="1516"/>
                </a:cubicBezTo>
                <a:cubicBezTo>
                  <a:pt x="2361" y="1511"/>
                  <a:pt x="2358" y="1522"/>
                  <a:pt x="2352" y="1514"/>
                </a:cubicBezTo>
                <a:cubicBezTo>
                  <a:pt x="2303" y="1521"/>
                  <a:pt x="2299" y="1520"/>
                  <a:pt x="2295" y="1521"/>
                </a:cubicBezTo>
                <a:cubicBezTo>
                  <a:pt x="2268" y="1522"/>
                  <a:pt x="2265" y="1529"/>
                  <a:pt x="2260" y="1526"/>
                </a:cubicBezTo>
                <a:cubicBezTo>
                  <a:pt x="2207" y="1533"/>
                  <a:pt x="2198" y="1529"/>
                  <a:pt x="2191" y="1533"/>
                </a:cubicBezTo>
                <a:cubicBezTo>
                  <a:pt x="2159" y="1533"/>
                  <a:pt x="2151" y="1531"/>
                  <a:pt x="2144" y="1533"/>
                </a:cubicBezTo>
                <a:cubicBezTo>
                  <a:pt x="2122" y="1534"/>
                  <a:pt x="2121" y="1537"/>
                  <a:pt x="2124" y="1535"/>
                </a:cubicBezTo>
                <a:cubicBezTo>
                  <a:pt x="2146" y="1533"/>
                  <a:pt x="2152" y="1539"/>
                  <a:pt x="2156" y="1538"/>
                </a:cubicBezTo>
                <a:cubicBezTo>
                  <a:pt x="2199" y="1537"/>
                  <a:pt x="2208" y="1537"/>
                  <a:pt x="2217" y="1537"/>
                </a:cubicBezTo>
                <a:cubicBezTo>
                  <a:pt x="2258" y="1531"/>
                  <a:pt x="2264" y="1537"/>
                  <a:pt x="2268" y="1534"/>
                </a:cubicBezTo>
                <a:cubicBezTo>
                  <a:pt x="2296" y="1526"/>
                  <a:pt x="2301" y="1531"/>
                  <a:pt x="2304" y="1527"/>
                </a:cubicBezTo>
                <a:cubicBezTo>
                  <a:pt x="2335" y="1525"/>
                  <a:pt x="2338" y="1528"/>
                  <a:pt x="2341" y="1528"/>
                </a:cubicBezTo>
                <a:cubicBezTo>
                  <a:pt x="2369" y="1527"/>
                  <a:pt x="2374" y="1522"/>
                  <a:pt x="2379" y="1525"/>
                </a:cubicBezTo>
                <a:cubicBezTo>
                  <a:pt x="2415" y="1519"/>
                  <a:pt x="2422" y="1529"/>
                  <a:pt x="2426" y="1521"/>
                </a:cubicBezTo>
                <a:cubicBezTo>
                  <a:pt x="2479" y="1523"/>
                  <a:pt x="2484" y="1524"/>
                  <a:pt x="2489" y="1524"/>
                </a:cubicBezTo>
                <a:cubicBezTo>
                  <a:pt x="2510" y="1525"/>
                  <a:pt x="2516" y="1524"/>
                  <a:pt x="2521" y="1524"/>
                </a:cubicBezTo>
                <a:cubicBezTo>
                  <a:pt x="2547" y="1526"/>
                  <a:pt x="2559" y="1534"/>
                  <a:pt x="2570" y="1533"/>
                </a:cubicBezTo>
                <a:cubicBezTo>
                  <a:pt x="2608" y="1551"/>
                  <a:pt x="2617" y="1556"/>
                  <a:pt x="2627" y="1558"/>
                </a:cubicBezTo>
                <a:cubicBezTo>
                  <a:pt x="2654" y="1575"/>
                  <a:pt x="2658" y="1582"/>
                  <a:pt x="2661" y="1578"/>
                </a:cubicBezTo>
                <a:cubicBezTo>
                  <a:pt x="2679" y="1592"/>
                  <a:pt x="2668" y="1591"/>
                  <a:pt x="2658" y="1587"/>
                </a:cubicBezTo>
                <a:cubicBezTo>
                  <a:pt x="2602" y="1571"/>
                  <a:pt x="2598" y="1576"/>
                  <a:pt x="2592" y="1572"/>
                </a:cubicBezTo>
                <a:cubicBezTo>
                  <a:pt x="2493" y="1566"/>
                  <a:pt x="2486" y="1559"/>
                  <a:pt x="2482" y="1564"/>
                </a:cubicBezTo>
                <a:cubicBezTo>
                  <a:pt x="2454" y="1559"/>
                  <a:pt x="2452" y="1559"/>
                  <a:pt x="2450" y="1561"/>
                </a:cubicBezTo>
                <a:cubicBezTo>
                  <a:pt x="2407" y="1554"/>
                  <a:pt x="2405" y="1561"/>
                  <a:pt x="2401" y="1560"/>
                </a:cubicBezTo>
                <a:cubicBezTo>
                  <a:pt x="2363" y="1561"/>
                  <a:pt x="2358" y="1554"/>
                  <a:pt x="2355" y="1558"/>
                </a:cubicBezTo>
                <a:cubicBezTo>
                  <a:pt x="2328" y="1563"/>
                  <a:pt x="2323" y="1555"/>
                  <a:pt x="2321" y="1561"/>
                </a:cubicBezTo>
                <a:cubicBezTo>
                  <a:pt x="2293" y="1560"/>
                  <a:pt x="2290" y="1562"/>
                  <a:pt x="2286" y="1562"/>
                </a:cubicBezTo>
                <a:cubicBezTo>
                  <a:pt x="2243" y="1564"/>
                  <a:pt x="2236" y="1566"/>
                  <a:pt x="2229" y="1566"/>
                </a:cubicBezTo>
                <a:cubicBezTo>
                  <a:pt x="2173" y="1564"/>
                  <a:pt x="2167" y="1569"/>
                  <a:pt x="2158" y="1566"/>
                </a:cubicBezTo>
                <a:cubicBezTo>
                  <a:pt x="2121" y="1565"/>
                  <a:pt x="2118" y="1572"/>
                  <a:pt x="2113" y="1567"/>
                </a:cubicBezTo>
                <a:cubicBezTo>
                  <a:pt x="2076" y="1567"/>
                  <a:pt x="2075" y="1564"/>
                  <a:pt x="2074" y="1562"/>
                </a:cubicBezTo>
                <a:cubicBezTo>
                  <a:pt x="2035" y="1553"/>
                  <a:pt x="2033" y="1551"/>
                  <a:pt x="2031" y="1549"/>
                </a:cubicBezTo>
                <a:cubicBezTo>
                  <a:pt x="2019" y="1549"/>
                  <a:pt x="2032" y="1553"/>
                  <a:pt x="2045" y="1559"/>
                </a:cubicBezTo>
                <a:cubicBezTo>
                  <a:pt x="2068" y="1563"/>
                  <a:pt x="2066" y="1572"/>
                  <a:pt x="2070" y="1568"/>
                </a:cubicBezTo>
                <a:cubicBezTo>
                  <a:pt x="2092" y="1572"/>
                  <a:pt x="2098" y="1570"/>
                  <a:pt x="2102" y="1576"/>
                </a:cubicBezTo>
                <a:cubicBezTo>
                  <a:pt x="2162" y="1582"/>
                  <a:pt x="2171" y="1587"/>
                  <a:pt x="2179" y="1585"/>
                </a:cubicBezTo>
                <a:cubicBezTo>
                  <a:pt x="2207" y="1588"/>
                  <a:pt x="2208" y="1584"/>
                  <a:pt x="2211" y="1585"/>
                </a:cubicBezTo>
                <a:cubicBezTo>
                  <a:pt x="2233" y="1583"/>
                  <a:pt x="2239" y="1590"/>
                  <a:pt x="2242" y="1585"/>
                </a:cubicBezTo>
                <a:cubicBezTo>
                  <a:pt x="2263" y="1586"/>
                  <a:pt x="2272" y="1586"/>
                  <a:pt x="2280" y="1587"/>
                </a:cubicBezTo>
                <a:cubicBezTo>
                  <a:pt x="2313" y="1585"/>
                  <a:pt x="2323" y="1589"/>
                  <a:pt x="2331" y="1589"/>
                </a:cubicBezTo>
                <a:cubicBezTo>
                  <a:pt x="2365" y="1592"/>
                  <a:pt x="2367" y="1591"/>
                  <a:pt x="2369" y="1591"/>
                </a:cubicBezTo>
                <a:cubicBezTo>
                  <a:pt x="2399" y="1594"/>
                  <a:pt x="2405" y="1600"/>
                  <a:pt x="2408" y="1596"/>
                </a:cubicBezTo>
                <a:cubicBezTo>
                  <a:pt x="2442" y="1597"/>
                  <a:pt x="2451" y="1602"/>
                  <a:pt x="2459" y="1598"/>
                </a:cubicBezTo>
                <a:cubicBezTo>
                  <a:pt x="2471" y="1601"/>
                  <a:pt x="2473" y="1601"/>
                  <a:pt x="2475" y="1601"/>
                </a:cubicBezTo>
                <a:cubicBezTo>
                  <a:pt x="2445" y="1606"/>
                  <a:pt x="2443" y="1607"/>
                  <a:pt x="2439" y="1604"/>
                </a:cubicBezTo>
                <a:cubicBezTo>
                  <a:pt x="2395" y="1607"/>
                  <a:pt x="2374" y="1608"/>
                  <a:pt x="2352" y="1609"/>
                </a:cubicBezTo>
                <a:cubicBezTo>
                  <a:pt x="2254" y="1621"/>
                  <a:pt x="2247" y="1616"/>
                  <a:pt x="2243" y="1620"/>
                </a:cubicBezTo>
                <a:cubicBezTo>
                  <a:pt x="2203" y="1616"/>
                  <a:pt x="2183" y="1620"/>
                  <a:pt x="2161" y="1620"/>
                </a:cubicBezTo>
                <a:cubicBezTo>
                  <a:pt x="2112" y="1621"/>
                  <a:pt x="2109" y="1622"/>
                  <a:pt x="2107" y="1623"/>
                </a:cubicBezTo>
                <a:cubicBezTo>
                  <a:pt x="2030" y="1621"/>
                  <a:pt x="2026" y="1616"/>
                  <a:pt x="2024" y="1618"/>
                </a:cubicBezTo>
                <a:cubicBezTo>
                  <a:pt x="1994" y="1611"/>
                  <a:pt x="1990" y="1617"/>
                  <a:pt x="1983" y="1612"/>
                </a:cubicBezTo>
                <a:cubicBezTo>
                  <a:pt x="1985" y="1614"/>
                  <a:pt x="1988" y="1619"/>
                  <a:pt x="1991" y="1617"/>
                </a:cubicBezTo>
                <a:cubicBezTo>
                  <a:pt x="2042" y="1624"/>
                  <a:pt x="2053" y="1625"/>
                  <a:pt x="2063" y="1626"/>
                </a:cubicBezTo>
                <a:cubicBezTo>
                  <a:pt x="2134" y="1631"/>
                  <a:pt x="2138" y="1625"/>
                  <a:pt x="2144" y="1627"/>
                </a:cubicBezTo>
                <a:cubicBezTo>
                  <a:pt x="2193" y="1623"/>
                  <a:pt x="2196" y="1627"/>
                  <a:pt x="2199" y="1627"/>
                </a:cubicBezTo>
                <a:cubicBezTo>
                  <a:pt x="2212" y="1625"/>
                  <a:pt x="2218" y="1627"/>
                  <a:pt x="2223" y="1625"/>
                </a:cubicBezTo>
                <a:cubicBezTo>
                  <a:pt x="2307" y="1624"/>
                  <a:pt x="2311" y="1617"/>
                  <a:pt x="2317" y="1622"/>
                </a:cubicBezTo>
                <a:cubicBezTo>
                  <a:pt x="2338" y="1618"/>
                  <a:pt x="2344" y="1620"/>
                  <a:pt x="2349" y="1617"/>
                </a:cubicBezTo>
                <a:cubicBezTo>
                  <a:pt x="2418" y="1614"/>
                  <a:pt x="2424" y="1617"/>
                  <a:pt x="2428" y="1612"/>
                </a:cubicBezTo>
                <a:cubicBezTo>
                  <a:pt x="2486" y="1613"/>
                  <a:pt x="2495" y="1611"/>
                  <a:pt x="2504" y="1613"/>
                </a:cubicBezTo>
                <a:cubicBezTo>
                  <a:pt x="2538" y="1616"/>
                  <a:pt x="2544" y="1614"/>
                  <a:pt x="2551" y="1618"/>
                </a:cubicBezTo>
                <a:cubicBezTo>
                  <a:pt x="2576" y="1617"/>
                  <a:pt x="2582" y="1619"/>
                  <a:pt x="2589" y="1619"/>
                </a:cubicBezTo>
                <a:cubicBezTo>
                  <a:pt x="2605" y="1620"/>
                  <a:pt x="2607" y="1617"/>
                  <a:pt x="2606" y="1621"/>
                </a:cubicBezTo>
                <a:cubicBezTo>
                  <a:pt x="2570" y="1626"/>
                  <a:pt x="2567" y="1624"/>
                  <a:pt x="2565" y="1624"/>
                </a:cubicBezTo>
                <a:cubicBezTo>
                  <a:pt x="2544" y="1626"/>
                  <a:pt x="2543" y="1633"/>
                  <a:pt x="2539" y="1631"/>
                </a:cubicBezTo>
                <a:cubicBezTo>
                  <a:pt x="2525" y="1626"/>
                  <a:pt x="2522" y="1626"/>
                  <a:pt x="2519" y="1625"/>
                </a:cubicBezTo>
                <a:cubicBezTo>
                  <a:pt x="2488" y="1626"/>
                  <a:pt x="2486" y="1632"/>
                  <a:pt x="2482" y="1630"/>
                </a:cubicBezTo>
                <a:cubicBezTo>
                  <a:pt x="2437" y="1636"/>
                  <a:pt x="2418" y="1631"/>
                  <a:pt x="2401" y="1638"/>
                </a:cubicBezTo>
                <a:cubicBezTo>
                  <a:pt x="2369" y="1638"/>
                  <a:pt x="2365" y="1641"/>
                  <a:pt x="2360" y="1640"/>
                </a:cubicBezTo>
                <a:cubicBezTo>
                  <a:pt x="2288" y="1646"/>
                  <a:pt x="2283" y="1643"/>
                  <a:pt x="2279" y="1644"/>
                </a:cubicBezTo>
                <a:cubicBezTo>
                  <a:pt x="2247" y="1646"/>
                  <a:pt x="2241" y="1643"/>
                  <a:pt x="2237" y="1644"/>
                </a:cubicBezTo>
                <a:cubicBezTo>
                  <a:pt x="2191" y="1641"/>
                  <a:pt x="2187" y="1648"/>
                  <a:pt x="2181" y="1641"/>
                </a:cubicBezTo>
                <a:cubicBezTo>
                  <a:pt x="2122" y="1643"/>
                  <a:pt x="2117" y="1637"/>
                  <a:pt x="2113" y="1638"/>
                </a:cubicBezTo>
                <a:cubicBezTo>
                  <a:pt x="2065" y="1636"/>
                  <a:pt x="2061" y="1637"/>
                  <a:pt x="2056" y="1637"/>
                </a:cubicBezTo>
                <a:cubicBezTo>
                  <a:pt x="2022" y="1634"/>
                  <a:pt x="2017" y="1630"/>
                  <a:pt x="2012" y="1631"/>
                </a:cubicBezTo>
                <a:cubicBezTo>
                  <a:pt x="2047" y="1640"/>
                  <a:pt x="2052" y="1641"/>
                  <a:pt x="2057" y="1640"/>
                </a:cubicBezTo>
                <a:cubicBezTo>
                  <a:pt x="2091" y="1647"/>
                  <a:pt x="2095" y="1643"/>
                  <a:pt x="2100" y="1645"/>
                </a:cubicBezTo>
                <a:cubicBezTo>
                  <a:pt x="2132" y="1645"/>
                  <a:pt x="2135" y="1647"/>
                  <a:pt x="2137" y="1649"/>
                </a:cubicBezTo>
                <a:cubicBezTo>
                  <a:pt x="2164" y="1651"/>
                  <a:pt x="2167" y="1648"/>
                  <a:pt x="2170" y="1650"/>
                </a:cubicBezTo>
                <a:cubicBezTo>
                  <a:pt x="2195" y="1655"/>
                  <a:pt x="2198" y="1646"/>
                  <a:pt x="2204" y="1651"/>
                </a:cubicBezTo>
                <a:cubicBezTo>
                  <a:pt x="2257" y="1652"/>
                  <a:pt x="2266" y="1651"/>
                  <a:pt x="2276" y="1652"/>
                </a:cubicBezTo>
                <a:cubicBezTo>
                  <a:pt x="2344" y="1649"/>
                  <a:pt x="2354" y="1649"/>
                  <a:pt x="2363" y="1647"/>
                </a:cubicBezTo>
                <a:cubicBezTo>
                  <a:pt x="2397" y="1650"/>
                  <a:pt x="2400" y="1643"/>
                  <a:pt x="2405" y="1644"/>
                </a:cubicBezTo>
                <a:cubicBezTo>
                  <a:pt x="2459" y="1643"/>
                  <a:pt x="2467" y="1634"/>
                  <a:pt x="2478" y="1640"/>
                </a:cubicBezTo>
                <a:cubicBezTo>
                  <a:pt x="2425" y="1649"/>
                  <a:pt x="2417" y="1651"/>
                  <a:pt x="2410" y="1652"/>
                </a:cubicBezTo>
                <a:cubicBezTo>
                  <a:pt x="2383" y="1656"/>
                  <a:pt x="2381" y="1661"/>
                  <a:pt x="2376" y="1659"/>
                </a:cubicBezTo>
                <a:cubicBezTo>
                  <a:pt x="2349" y="1660"/>
                  <a:pt x="2346" y="1666"/>
                  <a:pt x="2341" y="1661"/>
                </a:cubicBezTo>
                <a:cubicBezTo>
                  <a:pt x="2303" y="1667"/>
                  <a:pt x="2299" y="1668"/>
                  <a:pt x="2295" y="1667"/>
                </a:cubicBezTo>
                <a:cubicBezTo>
                  <a:pt x="2267" y="1667"/>
                  <a:pt x="2260" y="1667"/>
                  <a:pt x="2253" y="1668"/>
                </a:cubicBezTo>
                <a:cubicBezTo>
                  <a:pt x="2216" y="1663"/>
                  <a:pt x="2215" y="1672"/>
                  <a:pt x="2210" y="1669"/>
                </a:cubicBezTo>
                <a:cubicBezTo>
                  <a:pt x="2143" y="1667"/>
                  <a:pt x="2139" y="1664"/>
                  <a:pt x="2136" y="1669"/>
                </a:cubicBezTo>
                <a:cubicBezTo>
                  <a:pt x="2175" y="1676"/>
                  <a:pt x="2181" y="1672"/>
                  <a:pt x="2188" y="1675"/>
                </a:cubicBezTo>
                <a:cubicBezTo>
                  <a:pt x="2221" y="1675"/>
                  <a:pt x="2222" y="1675"/>
                  <a:pt x="2223" y="1672"/>
                </a:cubicBezTo>
                <a:cubicBezTo>
                  <a:pt x="2253" y="1672"/>
                  <a:pt x="2257" y="1673"/>
                  <a:pt x="2260" y="1676"/>
                </a:cubicBezTo>
                <a:cubicBezTo>
                  <a:pt x="2296" y="1677"/>
                  <a:pt x="2293" y="1681"/>
                  <a:pt x="2300" y="1684"/>
                </a:cubicBezTo>
                <a:cubicBezTo>
                  <a:pt x="2357" y="1678"/>
                  <a:pt x="2366" y="1682"/>
                  <a:pt x="2374" y="1678"/>
                </a:cubicBezTo>
                <a:cubicBezTo>
                  <a:pt x="2435" y="1674"/>
                  <a:pt x="2440" y="1673"/>
                  <a:pt x="2445" y="1673"/>
                </a:cubicBezTo>
                <a:cubicBezTo>
                  <a:pt x="2465" y="1667"/>
                  <a:pt x="2471" y="1669"/>
                  <a:pt x="2476" y="1667"/>
                </a:cubicBezTo>
                <a:cubicBezTo>
                  <a:pt x="2508" y="1661"/>
                  <a:pt x="2512" y="1666"/>
                  <a:pt x="2514" y="1664"/>
                </a:cubicBezTo>
                <a:cubicBezTo>
                  <a:pt x="2547" y="1662"/>
                  <a:pt x="2554" y="1661"/>
                  <a:pt x="2560" y="1658"/>
                </a:cubicBezTo>
                <a:cubicBezTo>
                  <a:pt x="2620" y="1652"/>
                  <a:pt x="2623" y="1651"/>
                  <a:pt x="2626" y="1650"/>
                </a:cubicBezTo>
                <a:cubicBezTo>
                  <a:pt x="2662" y="1652"/>
                  <a:pt x="2669" y="1652"/>
                  <a:pt x="2675" y="1651"/>
                </a:cubicBezTo>
                <a:cubicBezTo>
                  <a:pt x="2724" y="1652"/>
                  <a:pt x="2732" y="1655"/>
                  <a:pt x="2739" y="1654"/>
                </a:cubicBezTo>
                <a:cubicBezTo>
                  <a:pt x="2796" y="1661"/>
                  <a:pt x="2800" y="1664"/>
                  <a:pt x="2803" y="1663"/>
                </a:cubicBezTo>
                <a:cubicBezTo>
                  <a:pt x="2817" y="1678"/>
                  <a:pt x="2813" y="1673"/>
                  <a:pt x="2811" y="1675"/>
                </a:cubicBezTo>
                <a:cubicBezTo>
                  <a:pt x="2770" y="1672"/>
                  <a:pt x="2758" y="1673"/>
                  <a:pt x="2745" y="1671"/>
                </a:cubicBezTo>
                <a:cubicBezTo>
                  <a:pt x="2650" y="1676"/>
                  <a:pt x="2646" y="1683"/>
                  <a:pt x="2638" y="1679"/>
                </a:cubicBezTo>
                <a:cubicBezTo>
                  <a:pt x="2619" y="1686"/>
                  <a:pt x="2615" y="1682"/>
                  <a:pt x="2613" y="1685"/>
                </a:cubicBezTo>
                <a:cubicBezTo>
                  <a:pt x="2593" y="1688"/>
                  <a:pt x="2590" y="1688"/>
                  <a:pt x="2587" y="1689"/>
                </a:cubicBezTo>
                <a:cubicBezTo>
                  <a:pt x="2558" y="1695"/>
                  <a:pt x="2555" y="1695"/>
                  <a:pt x="2552" y="1697"/>
                </a:cubicBezTo>
                <a:cubicBezTo>
                  <a:pt x="2509" y="1701"/>
                  <a:pt x="2506" y="1705"/>
                  <a:pt x="2501" y="1700"/>
                </a:cubicBezTo>
                <a:cubicBezTo>
                  <a:pt x="2459" y="1707"/>
                  <a:pt x="2451" y="1707"/>
                  <a:pt x="2443" y="1708"/>
                </a:cubicBezTo>
                <a:cubicBezTo>
                  <a:pt x="2414" y="1713"/>
                  <a:pt x="2406" y="1710"/>
                  <a:pt x="2398" y="1713"/>
                </a:cubicBezTo>
                <a:cubicBezTo>
                  <a:pt x="2321" y="1710"/>
                  <a:pt x="2314" y="1713"/>
                  <a:pt x="2305" y="1711"/>
                </a:cubicBezTo>
                <a:cubicBezTo>
                  <a:pt x="2241" y="1703"/>
                  <a:pt x="2226" y="1705"/>
                  <a:pt x="2210" y="1700"/>
                </a:cubicBezTo>
                <a:cubicBezTo>
                  <a:pt x="2178" y="1697"/>
                  <a:pt x="2168" y="1688"/>
                  <a:pt x="2161" y="1691"/>
                </a:cubicBezTo>
                <a:cubicBezTo>
                  <a:pt x="2204" y="1705"/>
                  <a:pt x="2210" y="1706"/>
                  <a:pt x="2216" y="1707"/>
                </a:cubicBezTo>
                <a:cubicBezTo>
                  <a:pt x="2314" y="1720"/>
                  <a:pt x="2320" y="1719"/>
                  <a:pt x="2326" y="1719"/>
                </a:cubicBezTo>
                <a:cubicBezTo>
                  <a:pt x="2366" y="1716"/>
                  <a:pt x="2374" y="1724"/>
                  <a:pt x="2380" y="1721"/>
                </a:cubicBezTo>
                <a:cubicBezTo>
                  <a:pt x="2490" y="1712"/>
                  <a:pt x="2502" y="1711"/>
                  <a:pt x="2514" y="1711"/>
                </a:cubicBezTo>
                <a:cubicBezTo>
                  <a:pt x="2560" y="1701"/>
                  <a:pt x="2570" y="1701"/>
                  <a:pt x="2580" y="1700"/>
                </a:cubicBezTo>
                <a:cubicBezTo>
                  <a:pt x="2624" y="1689"/>
                  <a:pt x="2627" y="1689"/>
                  <a:pt x="2630" y="1691"/>
                </a:cubicBezTo>
                <a:cubicBezTo>
                  <a:pt x="2674" y="1686"/>
                  <a:pt x="2680" y="1685"/>
                  <a:pt x="2687" y="1685"/>
                </a:cubicBezTo>
                <a:cubicBezTo>
                  <a:pt x="2721" y="1678"/>
                  <a:pt x="2725" y="1684"/>
                  <a:pt x="2728" y="1681"/>
                </a:cubicBezTo>
                <a:cubicBezTo>
                  <a:pt x="2748" y="1684"/>
                  <a:pt x="2750" y="1680"/>
                  <a:pt x="2752" y="1681"/>
                </a:cubicBezTo>
                <a:cubicBezTo>
                  <a:pt x="2779" y="1689"/>
                  <a:pt x="2773" y="1678"/>
                  <a:pt x="2772" y="1686"/>
                </a:cubicBezTo>
                <a:cubicBezTo>
                  <a:pt x="2733" y="1690"/>
                  <a:pt x="2731" y="1691"/>
                  <a:pt x="2729" y="1692"/>
                </a:cubicBezTo>
                <a:cubicBezTo>
                  <a:pt x="2699" y="1696"/>
                  <a:pt x="2691" y="1701"/>
                  <a:pt x="2682" y="1703"/>
                </a:cubicBezTo>
                <a:cubicBezTo>
                  <a:pt x="2646" y="1707"/>
                  <a:pt x="2638" y="1713"/>
                  <a:pt x="2630" y="1715"/>
                </a:cubicBezTo>
                <a:cubicBezTo>
                  <a:pt x="2586" y="1730"/>
                  <a:pt x="2581" y="1731"/>
                  <a:pt x="2577" y="1732"/>
                </a:cubicBezTo>
                <a:cubicBezTo>
                  <a:pt x="2534" y="1747"/>
                  <a:pt x="2530" y="1748"/>
                  <a:pt x="2525" y="1750"/>
                </a:cubicBezTo>
                <a:cubicBezTo>
                  <a:pt x="2489" y="1754"/>
                  <a:pt x="2482" y="1764"/>
                  <a:pt x="2472" y="1759"/>
                </a:cubicBezTo>
                <a:cubicBezTo>
                  <a:pt x="2413" y="1764"/>
                  <a:pt x="2409" y="1766"/>
                  <a:pt x="2404" y="1766"/>
                </a:cubicBezTo>
                <a:cubicBezTo>
                  <a:pt x="2352" y="1766"/>
                  <a:pt x="2342" y="1760"/>
                  <a:pt x="2333" y="1763"/>
                </a:cubicBezTo>
                <a:cubicBezTo>
                  <a:pt x="2404" y="1770"/>
                  <a:pt x="2412" y="1772"/>
                  <a:pt x="2419" y="1771"/>
                </a:cubicBezTo>
                <a:cubicBezTo>
                  <a:pt x="2475" y="1765"/>
                  <a:pt x="2491" y="1769"/>
                  <a:pt x="2504" y="1762"/>
                </a:cubicBezTo>
                <a:cubicBezTo>
                  <a:pt x="2567" y="1744"/>
                  <a:pt x="2571" y="1747"/>
                  <a:pt x="2574" y="1740"/>
                </a:cubicBezTo>
                <a:cubicBezTo>
                  <a:pt x="2596" y="1732"/>
                  <a:pt x="2601" y="1738"/>
                  <a:pt x="2603" y="1731"/>
                </a:cubicBezTo>
                <a:cubicBezTo>
                  <a:pt x="2653" y="1722"/>
                  <a:pt x="2659" y="1714"/>
                  <a:pt x="2666" y="1712"/>
                </a:cubicBezTo>
                <a:cubicBezTo>
                  <a:pt x="2710" y="1703"/>
                  <a:pt x="2727" y="1700"/>
                  <a:pt x="2744" y="1697"/>
                </a:cubicBezTo>
                <a:cubicBezTo>
                  <a:pt x="2780" y="1698"/>
                  <a:pt x="2788" y="1692"/>
                  <a:pt x="2797" y="1695"/>
                </a:cubicBezTo>
                <a:cubicBezTo>
                  <a:pt x="2832" y="1693"/>
                  <a:pt x="2841" y="1692"/>
                  <a:pt x="2851" y="1697"/>
                </a:cubicBezTo>
                <a:cubicBezTo>
                  <a:pt x="2883" y="1700"/>
                  <a:pt x="2887" y="1701"/>
                  <a:pt x="2892" y="1703"/>
                </a:cubicBezTo>
                <a:cubicBezTo>
                  <a:pt x="2862" y="1708"/>
                  <a:pt x="2854" y="1704"/>
                  <a:pt x="2847" y="1707"/>
                </a:cubicBezTo>
                <a:cubicBezTo>
                  <a:pt x="2795" y="1706"/>
                  <a:pt x="2789" y="1714"/>
                  <a:pt x="2780" y="1710"/>
                </a:cubicBezTo>
                <a:cubicBezTo>
                  <a:pt x="2763" y="1715"/>
                  <a:pt x="2760" y="1712"/>
                  <a:pt x="2759" y="1714"/>
                </a:cubicBezTo>
                <a:cubicBezTo>
                  <a:pt x="2721" y="1718"/>
                  <a:pt x="2707" y="1724"/>
                  <a:pt x="2692" y="1724"/>
                </a:cubicBezTo>
                <a:cubicBezTo>
                  <a:pt x="2667" y="1732"/>
                  <a:pt x="2663" y="1731"/>
                  <a:pt x="2661" y="1735"/>
                </a:cubicBezTo>
                <a:cubicBezTo>
                  <a:pt x="2626" y="1745"/>
                  <a:pt x="2625" y="1745"/>
                  <a:pt x="2624" y="1748"/>
                </a:cubicBezTo>
                <a:cubicBezTo>
                  <a:pt x="2592" y="1757"/>
                  <a:pt x="2578" y="1764"/>
                  <a:pt x="2563" y="1768"/>
                </a:cubicBezTo>
                <a:cubicBezTo>
                  <a:pt x="2535" y="1773"/>
                  <a:pt x="2528" y="1777"/>
                  <a:pt x="2520" y="1781"/>
                </a:cubicBezTo>
                <a:cubicBezTo>
                  <a:pt x="2487" y="1781"/>
                  <a:pt x="2479" y="1784"/>
                  <a:pt x="2471" y="1785"/>
                </a:cubicBezTo>
                <a:cubicBezTo>
                  <a:pt x="2370" y="1780"/>
                  <a:pt x="2359" y="1771"/>
                  <a:pt x="2349" y="1774"/>
                </a:cubicBezTo>
                <a:cubicBezTo>
                  <a:pt x="2390" y="1781"/>
                  <a:pt x="2394" y="1787"/>
                  <a:pt x="2397" y="1785"/>
                </a:cubicBezTo>
                <a:cubicBezTo>
                  <a:pt x="2438" y="1786"/>
                  <a:pt x="2451" y="1790"/>
                  <a:pt x="2462" y="1789"/>
                </a:cubicBezTo>
                <a:cubicBezTo>
                  <a:pt x="2521" y="1786"/>
                  <a:pt x="2524" y="1785"/>
                  <a:pt x="2528" y="1786"/>
                </a:cubicBezTo>
                <a:cubicBezTo>
                  <a:pt x="2579" y="1770"/>
                  <a:pt x="2588" y="1769"/>
                  <a:pt x="2592" y="1768"/>
                </a:cubicBezTo>
                <a:cubicBezTo>
                  <a:pt x="2650" y="1747"/>
                  <a:pt x="2654" y="1746"/>
                  <a:pt x="2657" y="1746"/>
                </a:cubicBezTo>
                <a:cubicBezTo>
                  <a:pt x="2687" y="1734"/>
                  <a:pt x="2690" y="1734"/>
                  <a:pt x="2694" y="1737"/>
                </a:cubicBezTo>
                <a:cubicBezTo>
                  <a:pt x="2724" y="1724"/>
                  <a:pt x="2729" y="1728"/>
                  <a:pt x="2731" y="1727"/>
                </a:cubicBezTo>
                <a:cubicBezTo>
                  <a:pt x="2767" y="1722"/>
                  <a:pt x="2772" y="1720"/>
                  <a:pt x="2779" y="1723"/>
                </a:cubicBezTo>
                <a:cubicBezTo>
                  <a:pt x="2794" y="1720"/>
                  <a:pt x="2797" y="1718"/>
                  <a:pt x="2796" y="1721"/>
                </a:cubicBezTo>
                <a:cubicBezTo>
                  <a:pt x="2776" y="1728"/>
                  <a:pt x="2771" y="1730"/>
                  <a:pt x="2765" y="1732"/>
                </a:cubicBezTo>
                <a:cubicBezTo>
                  <a:pt x="2712" y="1755"/>
                  <a:pt x="2708" y="1762"/>
                  <a:pt x="2702" y="1760"/>
                </a:cubicBezTo>
                <a:cubicBezTo>
                  <a:pt x="2646" y="1781"/>
                  <a:pt x="2641" y="1788"/>
                  <a:pt x="2635" y="1789"/>
                </a:cubicBezTo>
                <a:cubicBezTo>
                  <a:pt x="2575" y="1810"/>
                  <a:pt x="2566" y="1802"/>
                  <a:pt x="2560" y="1807"/>
                </a:cubicBezTo>
                <a:cubicBezTo>
                  <a:pt x="2499" y="1820"/>
                  <a:pt x="2504" y="1816"/>
                  <a:pt x="2511" y="1819"/>
                </a:cubicBezTo>
                <a:cubicBezTo>
                  <a:pt x="2569" y="1813"/>
                  <a:pt x="2574" y="1809"/>
                  <a:pt x="2580" y="1813"/>
                </a:cubicBezTo>
                <a:cubicBezTo>
                  <a:pt x="2618" y="1802"/>
                  <a:pt x="2621" y="1802"/>
                  <a:pt x="2624" y="1803"/>
                </a:cubicBezTo>
                <a:cubicBezTo>
                  <a:pt x="2645" y="1797"/>
                  <a:pt x="2648" y="1796"/>
                  <a:pt x="2651" y="1794"/>
                </a:cubicBezTo>
                <a:cubicBezTo>
                  <a:pt x="2689" y="1774"/>
                  <a:pt x="2696" y="1779"/>
                  <a:pt x="2701" y="1773"/>
                </a:cubicBezTo>
                <a:cubicBezTo>
                  <a:pt x="2741" y="1756"/>
                  <a:pt x="2745" y="1746"/>
                  <a:pt x="2751" y="1749"/>
                </a:cubicBezTo>
                <a:cubicBezTo>
                  <a:pt x="2789" y="1733"/>
                  <a:pt x="2792" y="1733"/>
                  <a:pt x="2795" y="1730"/>
                </a:cubicBezTo>
                <a:cubicBezTo>
                  <a:pt x="2788" y="1740"/>
                  <a:pt x="2783" y="1735"/>
                  <a:pt x="2780" y="1741"/>
                </a:cubicBezTo>
                <a:cubicBezTo>
                  <a:pt x="2731" y="1774"/>
                  <a:pt x="2723" y="1772"/>
                  <a:pt x="2717" y="1781"/>
                </a:cubicBezTo>
                <a:cubicBezTo>
                  <a:pt x="2647" y="1806"/>
                  <a:pt x="2644" y="1811"/>
                  <a:pt x="2640" y="1810"/>
                </a:cubicBezTo>
                <a:cubicBezTo>
                  <a:pt x="2650" y="1810"/>
                  <a:pt x="2656" y="1813"/>
                  <a:pt x="2661" y="1809"/>
                </a:cubicBezTo>
                <a:cubicBezTo>
                  <a:pt x="2708" y="1802"/>
                  <a:pt x="2718" y="1795"/>
                  <a:pt x="2730" y="1797"/>
                </a:cubicBezTo>
                <a:cubicBezTo>
                  <a:pt x="2808" y="1776"/>
                  <a:pt x="2811" y="1768"/>
                  <a:pt x="2815" y="1767"/>
                </a:cubicBezTo>
                <a:cubicBezTo>
                  <a:pt x="2831" y="1757"/>
                  <a:pt x="2836" y="1762"/>
                  <a:pt x="2840" y="1758"/>
                </a:cubicBezTo>
                <a:cubicBezTo>
                  <a:pt x="2870" y="1752"/>
                  <a:pt x="2873" y="1743"/>
                  <a:pt x="2878" y="1747"/>
                </a:cubicBezTo>
                <a:cubicBezTo>
                  <a:pt x="2933" y="1737"/>
                  <a:pt x="2936" y="1737"/>
                  <a:pt x="2940" y="1738"/>
                </a:cubicBezTo>
                <a:cubicBezTo>
                  <a:pt x="2979" y="1744"/>
                  <a:pt x="2985" y="1741"/>
                  <a:pt x="2993" y="1744"/>
                </a:cubicBezTo>
                <a:cubicBezTo>
                  <a:pt x="3006" y="1750"/>
                  <a:pt x="3002" y="1756"/>
                  <a:pt x="2996" y="1751"/>
                </a:cubicBezTo>
                <a:cubicBezTo>
                  <a:pt x="2968" y="1752"/>
                  <a:pt x="2964" y="1751"/>
                  <a:pt x="2961" y="1749"/>
                </a:cubicBezTo>
                <a:cubicBezTo>
                  <a:pt x="2898" y="1754"/>
                  <a:pt x="2888" y="1762"/>
                  <a:pt x="2876" y="1758"/>
                </a:cubicBezTo>
                <a:cubicBezTo>
                  <a:pt x="2827" y="1782"/>
                  <a:pt x="2820" y="1785"/>
                  <a:pt x="2813" y="1787"/>
                </a:cubicBezTo>
                <a:cubicBezTo>
                  <a:pt x="2798" y="1797"/>
                  <a:pt x="2801" y="1795"/>
                  <a:pt x="2805" y="1795"/>
                </a:cubicBezTo>
                <a:cubicBezTo>
                  <a:pt x="2842" y="1780"/>
                  <a:pt x="2850" y="1784"/>
                  <a:pt x="2856" y="1776"/>
                </a:cubicBezTo>
                <a:cubicBezTo>
                  <a:pt x="2907" y="1764"/>
                  <a:pt x="2915" y="1765"/>
                  <a:pt x="2922" y="1760"/>
                </a:cubicBezTo>
                <a:cubicBezTo>
                  <a:pt x="2969" y="1757"/>
                  <a:pt x="2974" y="1763"/>
                  <a:pt x="2977" y="1760"/>
                </a:cubicBezTo>
                <a:cubicBezTo>
                  <a:pt x="3025" y="1770"/>
                  <a:pt x="3035" y="1767"/>
                  <a:pt x="3047" y="1773"/>
                </a:cubicBezTo>
                <a:cubicBezTo>
                  <a:pt x="3015" y="1779"/>
                  <a:pt x="3010" y="1773"/>
                  <a:pt x="3005" y="1776"/>
                </a:cubicBezTo>
                <a:cubicBezTo>
                  <a:pt x="3006" y="1780"/>
                  <a:pt x="3009" y="1784"/>
                  <a:pt x="3012" y="1786"/>
                </a:cubicBezTo>
                <a:cubicBezTo>
                  <a:pt x="2990" y="1813"/>
                  <a:pt x="2982" y="1817"/>
                  <a:pt x="2975" y="1826"/>
                </a:cubicBezTo>
                <a:cubicBezTo>
                  <a:pt x="3010" y="1818"/>
                  <a:pt x="3011" y="1815"/>
                  <a:pt x="3013" y="1816"/>
                </a:cubicBezTo>
                <a:cubicBezTo>
                  <a:pt x="3037" y="1804"/>
                  <a:pt x="3040" y="1802"/>
                  <a:pt x="3044" y="1802"/>
                </a:cubicBezTo>
                <a:cubicBezTo>
                  <a:pt x="3141" y="1829"/>
                  <a:pt x="3145" y="1819"/>
                  <a:pt x="3151" y="1821"/>
                </a:cubicBezTo>
                <a:close/>
                <a:moveTo>
                  <a:pt x="2862" y="1579"/>
                </a:moveTo>
                <a:cubicBezTo>
                  <a:pt x="2853" y="1564"/>
                  <a:pt x="2854" y="1547"/>
                  <a:pt x="2846" y="1531"/>
                </a:cubicBezTo>
                <a:cubicBezTo>
                  <a:pt x="2843" y="1511"/>
                  <a:pt x="2840" y="1510"/>
                  <a:pt x="2841" y="1507"/>
                </a:cubicBezTo>
                <a:cubicBezTo>
                  <a:pt x="2815" y="1429"/>
                  <a:pt x="2813" y="1421"/>
                  <a:pt x="2813" y="1412"/>
                </a:cubicBezTo>
                <a:cubicBezTo>
                  <a:pt x="2793" y="1358"/>
                  <a:pt x="2786" y="1351"/>
                  <a:pt x="2786" y="1342"/>
                </a:cubicBezTo>
                <a:cubicBezTo>
                  <a:pt x="2769" y="1304"/>
                  <a:pt x="2769" y="1300"/>
                  <a:pt x="2764" y="1296"/>
                </a:cubicBezTo>
                <a:cubicBezTo>
                  <a:pt x="2737" y="1243"/>
                  <a:pt x="2739" y="1234"/>
                  <a:pt x="2732" y="1227"/>
                </a:cubicBezTo>
                <a:cubicBezTo>
                  <a:pt x="2719" y="1202"/>
                  <a:pt x="2722" y="1202"/>
                  <a:pt x="2724" y="1204"/>
                </a:cubicBezTo>
                <a:cubicBezTo>
                  <a:pt x="2736" y="1222"/>
                  <a:pt x="2739" y="1227"/>
                  <a:pt x="2741" y="1233"/>
                </a:cubicBezTo>
                <a:cubicBezTo>
                  <a:pt x="2767" y="1280"/>
                  <a:pt x="2769" y="1283"/>
                  <a:pt x="2769" y="1286"/>
                </a:cubicBezTo>
                <a:cubicBezTo>
                  <a:pt x="2790" y="1326"/>
                  <a:pt x="2788" y="1332"/>
                  <a:pt x="2795" y="1337"/>
                </a:cubicBezTo>
                <a:cubicBezTo>
                  <a:pt x="2816" y="1408"/>
                  <a:pt x="2821" y="1417"/>
                  <a:pt x="2821" y="1428"/>
                </a:cubicBezTo>
                <a:cubicBezTo>
                  <a:pt x="2828" y="1445"/>
                  <a:pt x="2827" y="1448"/>
                  <a:pt x="2827" y="1450"/>
                </a:cubicBezTo>
                <a:cubicBezTo>
                  <a:pt x="2840" y="1494"/>
                  <a:pt x="2842" y="1499"/>
                  <a:pt x="2844" y="1504"/>
                </a:cubicBezTo>
                <a:cubicBezTo>
                  <a:pt x="2856" y="1554"/>
                  <a:pt x="2859" y="1558"/>
                  <a:pt x="2859" y="1564"/>
                </a:cubicBezTo>
                <a:close/>
                <a:moveTo>
                  <a:pt x="2583" y="1443"/>
                </a:moveTo>
                <a:cubicBezTo>
                  <a:pt x="2577" y="1441"/>
                  <a:pt x="2582" y="1437"/>
                  <a:pt x="2578" y="1434"/>
                </a:cubicBezTo>
                <a:cubicBezTo>
                  <a:pt x="2574" y="1428"/>
                  <a:pt x="2573" y="1422"/>
                  <a:pt x="2570" y="1416"/>
                </a:cubicBezTo>
                <a:cubicBezTo>
                  <a:pt x="2572" y="1413"/>
                  <a:pt x="2573" y="1418"/>
                  <a:pt x="2572" y="1420"/>
                </a:cubicBezTo>
                <a:cubicBezTo>
                  <a:pt x="2582" y="1429"/>
                  <a:pt x="2582" y="1440"/>
                  <a:pt x="2589" y="1449"/>
                </a:cubicBezTo>
                <a:cubicBezTo>
                  <a:pt x="2586" y="1453"/>
                  <a:pt x="2583" y="1445"/>
                  <a:pt x="2583" y="1443"/>
                </a:cubicBezTo>
                <a:close/>
                <a:moveTo>
                  <a:pt x="2161" y="1164"/>
                </a:moveTo>
                <a:cubicBezTo>
                  <a:pt x="2159" y="1156"/>
                  <a:pt x="2149" y="1149"/>
                  <a:pt x="2145" y="1141"/>
                </a:cubicBezTo>
                <a:cubicBezTo>
                  <a:pt x="2150" y="1136"/>
                  <a:pt x="2148" y="1145"/>
                  <a:pt x="2152" y="1146"/>
                </a:cubicBezTo>
                <a:cubicBezTo>
                  <a:pt x="2153" y="1148"/>
                  <a:pt x="2156" y="1151"/>
                  <a:pt x="2160" y="1153"/>
                </a:cubicBezTo>
                <a:cubicBezTo>
                  <a:pt x="2160" y="1160"/>
                  <a:pt x="2166" y="1166"/>
                  <a:pt x="2172" y="1172"/>
                </a:cubicBezTo>
                <a:cubicBezTo>
                  <a:pt x="2166" y="1176"/>
                  <a:pt x="2167" y="1165"/>
                  <a:pt x="2161" y="1164"/>
                </a:cubicBezTo>
                <a:close/>
                <a:moveTo>
                  <a:pt x="2176" y="1185"/>
                </a:moveTo>
                <a:cubicBezTo>
                  <a:pt x="2179" y="1177"/>
                  <a:pt x="2182" y="1189"/>
                  <a:pt x="2185" y="1191"/>
                </a:cubicBezTo>
                <a:cubicBezTo>
                  <a:pt x="2180" y="1195"/>
                  <a:pt x="2182" y="1185"/>
                  <a:pt x="2176" y="1185"/>
                </a:cubicBezTo>
                <a:close/>
                <a:moveTo>
                  <a:pt x="2197" y="1209"/>
                </a:moveTo>
                <a:cubicBezTo>
                  <a:pt x="2194" y="1203"/>
                  <a:pt x="2200" y="1211"/>
                  <a:pt x="2202" y="1213"/>
                </a:cubicBezTo>
                <a:cubicBezTo>
                  <a:pt x="2199" y="1215"/>
                  <a:pt x="2199" y="1211"/>
                  <a:pt x="2197" y="1209"/>
                </a:cubicBezTo>
                <a:close/>
                <a:moveTo>
                  <a:pt x="2096" y="1210"/>
                </a:moveTo>
                <a:cubicBezTo>
                  <a:pt x="2094" y="1207"/>
                  <a:pt x="2099" y="1209"/>
                  <a:pt x="2101" y="1211"/>
                </a:cubicBezTo>
                <a:cubicBezTo>
                  <a:pt x="2103" y="1214"/>
                  <a:pt x="2099" y="1212"/>
                  <a:pt x="2096" y="1210"/>
                </a:cubicBezTo>
                <a:close/>
                <a:moveTo>
                  <a:pt x="2214" y="1294"/>
                </a:moveTo>
                <a:cubicBezTo>
                  <a:pt x="2209" y="1289"/>
                  <a:pt x="2207" y="1293"/>
                  <a:pt x="2203" y="1289"/>
                </a:cubicBezTo>
                <a:cubicBezTo>
                  <a:pt x="2145" y="1278"/>
                  <a:pt x="2137" y="1269"/>
                  <a:pt x="2130" y="1270"/>
                </a:cubicBezTo>
                <a:cubicBezTo>
                  <a:pt x="2065" y="1252"/>
                  <a:pt x="2059" y="1244"/>
                  <a:pt x="2056" y="1247"/>
                </a:cubicBezTo>
                <a:cubicBezTo>
                  <a:pt x="2032" y="1238"/>
                  <a:pt x="2030" y="1242"/>
                  <a:pt x="2026" y="1237"/>
                </a:cubicBezTo>
                <a:cubicBezTo>
                  <a:pt x="1992" y="1231"/>
                  <a:pt x="1987" y="1224"/>
                  <a:pt x="1985" y="1228"/>
                </a:cubicBezTo>
                <a:cubicBezTo>
                  <a:pt x="1894" y="1185"/>
                  <a:pt x="1889" y="1182"/>
                  <a:pt x="1884" y="1179"/>
                </a:cubicBezTo>
                <a:cubicBezTo>
                  <a:pt x="1936" y="1199"/>
                  <a:pt x="1940" y="1202"/>
                  <a:pt x="1943" y="1200"/>
                </a:cubicBezTo>
                <a:cubicBezTo>
                  <a:pt x="1968" y="1208"/>
                  <a:pt x="1973" y="1214"/>
                  <a:pt x="1975" y="1211"/>
                </a:cubicBezTo>
                <a:cubicBezTo>
                  <a:pt x="2048" y="1233"/>
                  <a:pt x="2055" y="1236"/>
                  <a:pt x="2062" y="1235"/>
                </a:cubicBezTo>
                <a:cubicBezTo>
                  <a:pt x="2108" y="1244"/>
                  <a:pt x="2114" y="1253"/>
                  <a:pt x="2117" y="1250"/>
                </a:cubicBezTo>
                <a:cubicBezTo>
                  <a:pt x="2143" y="1262"/>
                  <a:pt x="2145" y="1257"/>
                  <a:pt x="2149" y="1261"/>
                </a:cubicBezTo>
                <a:cubicBezTo>
                  <a:pt x="2224" y="1291"/>
                  <a:pt x="2230" y="1292"/>
                  <a:pt x="2235" y="1297"/>
                </a:cubicBezTo>
                <a:close/>
                <a:moveTo>
                  <a:pt x="2235" y="1269"/>
                </a:moveTo>
                <a:cubicBezTo>
                  <a:pt x="2230" y="1265"/>
                  <a:pt x="2223" y="1262"/>
                  <a:pt x="2222" y="1257"/>
                </a:cubicBezTo>
                <a:cubicBezTo>
                  <a:pt x="2227" y="1254"/>
                  <a:pt x="2226" y="1264"/>
                  <a:pt x="2233" y="1265"/>
                </a:cubicBezTo>
                <a:cubicBezTo>
                  <a:pt x="2236" y="1266"/>
                  <a:pt x="2235" y="1268"/>
                  <a:pt x="2237" y="1270"/>
                </a:cubicBezTo>
                <a:cubicBezTo>
                  <a:pt x="2240" y="1272"/>
                  <a:pt x="2242" y="1273"/>
                  <a:pt x="2244" y="1275"/>
                </a:cubicBezTo>
                <a:cubicBezTo>
                  <a:pt x="2250" y="1281"/>
                  <a:pt x="2232" y="1272"/>
                  <a:pt x="2235" y="1269"/>
                </a:cubicBezTo>
                <a:close/>
                <a:moveTo>
                  <a:pt x="2448" y="1429"/>
                </a:moveTo>
                <a:cubicBezTo>
                  <a:pt x="2451" y="1431"/>
                  <a:pt x="2453" y="1432"/>
                  <a:pt x="2456" y="1434"/>
                </a:cubicBezTo>
                <a:cubicBezTo>
                  <a:pt x="2458" y="1437"/>
                  <a:pt x="2454" y="1436"/>
                  <a:pt x="2453" y="1434"/>
                </a:cubicBezTo>
                <a:cubicBezTo>
                  <a:pt x="2450" y="1433"/>
                  <a:pt x="2448" y="1431"/>
                  <a:pt x="2445" y="1430"/>
                </a:cubicBezTo>
                <a:cubicBezTo>
                  <a:pt x="2443" y="1427"/>
                  <a:pt x="2446" y="1428"/>
                  <a:pt x="2448" y="1429"/>
                </a:cubicBezTo>
                <a:close/>
                <a:moveTo>
                  <a:pt x="2359" y="1335"/>
                </a:moveTo>
                <a:cubicBezTo>
                  <a:pt x="2355" y="1338"/>
                  <a:pt x="2355" y="1333"/>
                  <a:pt x="2353" y="1332"/>
                </a:cubicBezTo>
                <a:cubicBezTo>
                  <a:pt x="2351" y="1325"/>
                  <a:pt x="2356" y="1333"/>
                  <a:pt x="2359" y="1335"/>
                </a:cubicBezTo>
                <a:close/>
                <a:moveTo>
                  <a:pt x="2273" y="1239"/>
                </a:moveTo>
                <a:cubicBezTo>
                  <a:pt x="2265" y="1229"/>
                  <a:pt x="2258" y="1219"/>
                  <a:pt x="2252" y="1209"/>
                </a:cubicBezTo>
                <a:cubicBezTo>
                  <a:pt x="2209" y="1141"/>
                  <a:pt x="2202" y="1137"/>
                  <a:pt x="2201" y="1131"/>
                </a:cubicBezTo>
                <a:cubicBezTo>
                  <a:pt x="2182" y="1105"/>
                  <a:pt x="2183" y="1103"/>
                  <a:pt x="2180" y="1101"/>
                </a:cubicBezTo>
                <a:cubicBezTo>
                  <a:pt x="2155" y="1064"/>
                  <a:pt x="2155" y="1058"/>
                  <a:pt x="2148" y="1054"/>
                </a:cubicBezTo>
                <a:cubicBezTo>
                  <a:pt x="2108" y="987"/>
                  <a:pt x="2105" y="982"/>
                  <a:pt x="2100" y="977"/>
                </a:cubicBezTo>
                <a:cubicBezTo>
                  <a:pt x="2088" y="959"/>
                  <a:pt x="2079" y="954"/>
                  <a:pt x="2077" y="948"/>
                </a:cubicBezTo>
                <a:cubicBezTo>
                  <a:pt x="2024" y="896"/>
                  <a:pt x="2010" y="887"/>
                  <a:pt x="2001" y="877"/>
                </a:cubicBezTo>
                <a:cubicBezTo>
                  <a:pt x="1972" y="854"/>
                  <a:pt x="1977" y="859"/>
                  <a:pt x="1982" y="859"/>
                </a:cubicBezTo>
                <a:cubicBezTo>
                  <a:pt x="2035" y="890"/>
                  <a:pt x="2044" y="903"/>
                  <a:pt x="2063" y="913"/>
                </a:cubicBezTo>
                <a:cubicBezTo>
                  <a:pt x="2104" y="956"/>
                  <a:pt x="2107" y="960"/>
                  <a:pt x="2108" y="964"/>
                </a:cubicBezTo>
                <a:cubicBezTo>
                  <a:pt x="2144" y="1006"/>
                  <a:pt x="2147" y="1010"/>
                  <a:pt x="2148" y="1014"/>
                </a:cubicBezTo>
                <a:cubicBezTo>
                  <a:pt x="2196" y="1085"/>
                  <a:pt x="2195" y="1090"/>
                  <a:pt x="2200" y="1094"/>
                </a:cubicBezTo>
                <a:cubicBezTo>
                  <a:pt x="2235" y="1150"/>
                  <a:pt x="2235" y="1155"/>
                  <a:pt x="2240" y="1159"/>
                </a:cubicBezTo>
                <a:cubicBezTo>
                  <a:pt x="2266" y="1203"/>
                  <a:pt x="2273" y="1206"/>
                  <a:pt x="2274" y="1211"/>
                </a:cubicBezTo>
                <a:cubicBezTo>
                  <a:pt x="2296" y="1240"/>
                  <a:pt x="2302" y="1258"/>
                  <a:pt x="2318" y="1274"/>
                </a:cubicBezTo>
                <a:cubicBezTo>
                  <a:pt x="2328" y="1293"/>
                  <a:pt x="2330" y="1297"/>
                  <a:pt x="2334" y="1301"/>
                </a:cubicBezTo>
                <a:cubicBezTo>
                  <a:pt x="2328" y="1309"/>
                  <a:pt x="2328" y="1303"/>
                  <a:pt x="2320" y="1299"/>
                </a:cubicBezTo>
                <a:cubicBezTo>
                  <a:pt x="2303" y="1273"/>
                  <a:pt x="2296" y="1272"/>
                  <a:pt x="2298" y="1269"/>
                </a:cubicBezTo>
                <a:cubicBezTo>
                  <a:pt x="2277" y="1244"/>
                  <a:pt x="2272" y="1242"/>
                  <a:pt x="2273" y="1239"/>
                </a:cubicBezTo>
                <a:close/>
                <a:moveTo>
                  <a:pt x="2317" y="1315"/>
                </a:moveTo>
                <a:cubicBezTo>
                  <a:pt x="2316" y="1310"/>
                  <a:pt x="2308" y="1306"/>
                  <a:pt x="2306" y="1300"/>
                </a:cubicBezTo>
                <a:cubicBezTo>
                  <a:pt x="2304" y="1295"/>
                  <a:pt x="2300" y="1291"/>
                  <a:pt x="2297" y="1286"/>
                </a:cubicBezTo>
                <a:cubicBezTo>
                  <a:pt x="2289" y="1277"/>
                  <a:pt x="2282" y="1267"/>
                  <a:pt x="2274" y="1258"/>
                </a:cubicBezTo>
                <a:cubicBezTo>
                  <a:pt x="2277" y="1256"/>
                  <a:pt x="2276" y="1260"/>
                  <a:pt x="2279" y="1262"/>
                </a:cubicBezTo>
                <a:cubicBezTo>
                  <a:pt x="2282" y="1263"/>
                  <a:pt x="2284" y="1265"/>
                  <a:pt x="2287" y="1266"/>
                </a:cubicBezTo>
                <a:cubicBezTo>
                  <a:pt x="2287" y="1272"/>
                  <a:pt x="2292" y="1277"/>
                  <a:pt x="2298" y="1282"/>
                </a:cubicBezTo>
                <a:cubicBezTo>
                  <a:pt x="2299" y="1287"/>
                  <a:pt x="2306" y="1291"/>
                  <a:pt x="2308" y="1297"/>
                </a:cubicBezTo>
                <a:cubicBezTo>
                  <a:pt x="2320" y="1305"/>
                  <a:pt x="2321" y="1316"/>
                  <a:pt x="2335" y="1324"/>
                </a:cubicBezTo>
                <a:cubicBezTo>
                  <a:pt x="2329" y="1330"/>
                  <a:pt x="2326" y="1318"/>
                  <a:pt x="2317" y="1315"/>
                </a:cubicBezTo>
                <a:close/>
                <a:moveTo>
                  <a:pt x="2334" y="1329"/>
                </a:moveTo>
                <a:cubicBezTo>
                  <a:pt x="2335" y="1328"/>
                  <a:pt x="2337" y="1329"/>
                  <a:pt x="2339" y="1330"/>
                </a:cubicBezTo>
                <a:cubicBezTo>
                  <a:pt x="2353" y="1342"/>
                  <a:pt x="2363" y="1355"/>
                  <a:pt x="2382" y="1367"/>
                </a:cubicBezTo>
                <a:cubicBezTo>
                  <a:pt x="2388" y="1372"/>
                  <a:pt x="2390" y="1378"/>
                  <a:pt x="2398" y="1382"/>
                </a:cubicBezTo>
                <a:cubicBezTo>
                  <a:pt x="2404" y="1383"/>
                  <a:pt x="2397" y="1394"/>
                  <a:pt x="2404" y="1389"/>
                </a:cubicBezTo>
                <a:cubicBezTo>
                  <a:pt x="2405" y="1393"/>
                  <a:pt x="2410" y="1395"/>
                  <a:pt x="2411" y="1399"/>
                </a:cubicBezTo>
                <a:cubicBezTo>
                  <a:pt x="2413" y="1402"/>
                  <a:pt x="2423" y="1404"/>
                  <a:pt x="2420" y="1408"/>
                </a:cubicBezTo>
                <a:cubicBezTo>
                  <a:pt x="2423" y="1410"/>
                  <a:pt x="2431" y="1412"/>
                  <a:pt x="2425" y="1416"/>
                </a:cubicBezTo>
                <a:cubicBezTo>
                  <a:pt x="2424" y="1411"/>
                  <a:pt x="2420" y="1415"/>
                  <a:pt x="2414" y="1409"/>
                </a:cubicBezTo>
                <a:cubicBezTo>
                  <a:pt x="2408" y="1407"/>
                  <a:pt x="2411" y="1402"/>
                  <a:pt x="2405" y="1400"/>
                </a:cubicBezTo>
                <a:cubicBezTo>
                  <a:pt x="2398" y="1396"/>
                  <a:pt x="2391" y="1391"/>
                  <a:pt x="2385" y="1387"/>
                </a:cubicBezTo>
                <a:cubicBezTo>
                  <a:pt x="2366" y="1368"/>
                  <a:pt x="2351" y="1348"/>
                  <a:pt x="2334" y="1329"/>
                </a:cubicBezTo>
                <a:close/>
                <a:moveTo>
                  <a:pt x="2489" y="1477"/>
                </a:moveTo>
                <a:cubicBezTo>
                  <a:pt x="2484" y="1476"/>
                  <a:pt x="2475" y="1475"/>
                  <a:pt x="2474" y="1469"/>
                </a:cubicBezTo>
                <a:cubicBezTo>
                  <a:pt x="2394" y="1424"/>
                  <a:pt x="2383" y="1424"/>
                  <a:pt x="2370" y="1413"/>
                </a:cubicBezTo>
                <a:cubicBezTo>
                  <a:pt x="2334" y="1402"/>
                  <a:pt x="2329" y="1399"/>
                  <a:pt x="2324" y="1399"/>
                </a:cubicBezTo>
                <a:cubicBezTo>
                  <a:pt x="2273" y="1380"/>
                  <a:pt x="2269" y="1381"/>
                  <a:pt x="2264" y="1379"/>
                </a:cubicBezTo>
                <a:cubicBezTo>
                  <a:pt x="2221" y="1363"/>
                  <a:pt x="2217" y="1365"/>
                  <a:pt x="2215" y="1363"/>
                </a:cubicBezTo>
                <a:cubicBezTo>
                  <a:pt x="2193" y="1359"/>
                  <a:pt x="2189" y="1356"/>
                  <a:pt x="2186" y="1354"/>
                </a:cubicBezTo>
                <a:cubicBezTo>
                  <a:pt x="2160" y="1349"/>
                  <a:pt x="2155" y="1345"/>
                  <a:pt x="2150" y="1346"/>
                </a:cubicBezTo>
                <a:cubicBezTo>
                  <a:pt x="2069" y="1323"/>
                  <a:pt x="2059" y="1322"/>
                  <a:pt x="2049" y="1320"/>
                </a:cubicBezTo>
                <a:cubicBezTo>
                  <a:pt x="2000" y="1301"/>
                  <a:pt x="1995" y="1302"/>
                  <a:pt x="1990" y="1299"/>
                </a:cubicBezTo>
                <a:cubicBezTo>
                  <a:pt x="1896" y="1255"/>
                  <a:pt x="1890" y="1251"/>
                  <a:pt x="1885" y="1248"/>
                </a:cubicBezTo>
                <a:cubicBezTo>
                  <a:pt x="1873" y="1238"/>
                  <a:pt x="1875" y="1238"/>
                  <a:pt x="1877" y="1240"/>
                </a:cubicBezTo>
                <a:cubicBezTo>
                  <a:pt x="1922" y="1254"/>
                  <a:pt x="1926" y="1252"/>
                  <a:pt x="1931" y="1258"/>
                </a:cubicBezTo>
                <a:cubicBezTo>
                  <a:pt x="1967" y="1262"/>
                  <a:pt x="1971" y="1268"/>
                  <a:pt x="1973" y="1265"/>
                </a:cubicBezTo>
                <a:cubicBezTo>
                  <a:pt x="2029" y="1276"/>
                  <a:pt x="2037" y="1284"/>
                  <a:pt x="2042" y="1279"/>
                </a:cubicBezTo>
                <a:cubicBezTo>
                  <a:pt x="2089" y="1292"/>
                  <a:pt x="2094" y="1289"/>
                  <a:pt x="2100" y="1294"/>
                </a:cubicBezTo>
                <a:cubicBezTo>
                  <a:pt x="2177" y="1307"/>
                  <a:pt x="2183" y="1311"/>
                  <a:pt x="2187" y="1310"/>
                </a:cubicBezTo>
                <a:cubicBezTo>
                  <a:pt x="2256" y="1336"/>
                  <a:pt x="2257" y="1330"/>
                  <a:pt x="2258" y="1337"/>
                </a:cubicBezTo>
                <a:cubicBezTo>
                  <a:pt x="2304" y="1360"/>
                  <a:pt x="2324" y="1367"/>
                  <a:pt x="2345" y="1379"/>
                </a:cubicBezTo>
                <a:cubicBezTo>
                  <a:pt x="2411" y="1419"/>
                  <a:pt x="2413" y="1422"/>
                  <a:pt x="2414" y="1425"/>
                </a:cubicBezTo>
                <a:cubicBezTo>
                  <a:pt x="2449" y="1443"/>
                  <a:pt x="2462" y="1451"/>
                  <a:pt x="2475" y="1460"/>
                </a:cubicBezTo>
                <a:close/>
                <a:moveTo>
                  <a:pt x="2508" y="1489"/>
                </a:moveTo>
                <a:cubicBezTo>
                  <a:pt x="2505" y="1480"/>
                  <a:pt x="2519" y="1488"/>
                  <a:pt x="2524" y="1492"/>
                </a:cubicBezTo>
                <a:cubicBezTo>
                  <a:pt x="2519" y="1495"/>
                  <a:pt x="2512" y="1487"/>
                  <a:pt x="2508" y="1489"/>
                </a:cubicBezTo>
                <a:close/>
                <a:moveTo>
                  <a:pt x="2534" y="1501"/>
                </a:moveTo>
                <a:cubicBezTo>
                  <a:pt x="2531" y="1500"/>
                  <a:pt x="2529" y="1498"/>
                  <a:pt x="2526" y="1497"/>
                </a:cubicBezTo>
                <a:cubicBezTo>
                  <a:pt x="2524" y="1494"/>
                  <a:pt x="2527" y="1495"/>
                  <a:pt x="2529" y="1496"/>
                </a:cubicBezTo>
                <a:cubicBezTo>
                  <a:pt x="2532" y="1498"/>
                  <a:pt x="2534" y="1499"/>
                  <a:pt x="2537" y="1501"/>
                </a:cubicBezTo>
                <a:cubicBezTo>
                  <a:pt x="2539" y="1504"/>
                  <a:pt x="2535" y="1503"/>
                  <a:pt x="2534" y="1501"/>
                </a:cubicBezTo>
                <a:close/>
                <a:moveTo>
                  <a:pt x="2300" y="1676"/>
                </a:moveTo>
                <a:cubicBezTo>
                  <a:pt x="2304" y="1674"/>
                  <a:pt x="2308" y="1671"/>
                  <a:pt x="2314" y="1675"/>
                </a:cubicBezTo>
                <a:cubicBezTo>
                  <a:pt x="2309" y="1676"/>
                  <a:pt x="2305" y="1679"/>
                  <a:pt x="2300" y="1676"/>
                </a:cubicBezTo>
                <a:close/>
                <a:moveTo>
                  <a:pt x="2329" y="1675"/>
                </a:moveTo>
                <a:cubicBezTo>
                  <a:pt x="2326" y="1677"/>
                  <a:pt x="2321" y="1673"/>
                  <a:pt x="2317" y="1677"/>
                </a:cubicBezTo>
                <a:cubicBezTo>
                  <a:pt x="2313" y="1672"/>
                  <a:pt x="2324" y="1676"/>
                  <a:pt x="2326" y="1672"/>
                </a:cubicBezTo>
                <a:cubicBezTo>
                  <a:pt x="2330" y="1673"/>
                  <a:pt x="2334" y="1672"/>
                  <a:pt x="2338" y="1670"/>
                </a:cubicBezTo>
                <a:cubicBezTo>
                  <a:pt x="2342" y="1675"/>
                  <a:pt x="2332" y="1675"/>
                  <a:pt x="2329" y="1675"/>
                </a:cubicBezTo>
                <a:close/>
                <a:moveTo>
                  <a:pt x="2742" y="1593"/>
                </a:moveTo>
                <a:cubicBezTo>
                  <a:pt x="2729" y="1584"/>
                  <a:pt x="2729" y="1573"/>
                  <a:pt x="2717" y="1564"/>
                </a:cubicBezTo>
                <a:cubicBezTo>
                  <a:pt x="2704" y="1537"/>
                  <a:pt x="2702" y="1535"/>
                  <a:pt x="2699" y="1533"/>
                </a:cubicBezTo>
                <a:cubicBezTo>
                  <a:pt x="2684" y="1506"/>
                  <a:pt x="2685" y="1504"/>
                  <a:pt x="2683" y="1501"/>
                </a:cubicBezTo>
                <a:cubicBezTo>
                  <a:pt x="2650" y="1418"/>
                  <a:pt x="2654" y="1414"/>
                  <a:pt x="2651" y="1412"/>
                </a:cubicBezTo>
                <a:cubicBezTo>
                  <a:pt x="2638" y="1362"/>
                  <a:pt x="2638" y="1351"/>
                  <a:pt x="2636" y="1339"/>
                </a:cubicBezTo>
                <a:cubicBezTo>
                  <a:pt x="2625" y="1301"/>
                  <a:pt x="2630" y="1294"/>
                  <a:pt x="2625" y="1290"/>
                </a:cubicBezTo>
                <a:cubicBezTo>
                  <a:pt x="2622" y="1250"/>
                  <a:pt x="2621" y="1245"/>
                  <a:pt x="2621" y="1240"/>
                </a:cubicBezTo>
                <a:cubicBezTo>
                  <a:pt x="2612" y="1150"/>
                  <a:pt x="2607" y="1129"/>
                  <a:pt x="2608" y="1106"/>
                </a:cubicBezTo>
                <a:cubicBezTo>
                  <a:pt x="2616" y="1110"/>
                  <a:pt x="2612" y="1115"/>
                  <a:pt x="2616" y="1119"/>
                </a:cubicBezTo>
                <a:cubicBezTo>
                  <a:pt x="2620" y="1134"/>
                  <a:pt x="2621" y="1138"/>
                  <a:pt x="2620" y="1143"/>
                </a:cubicBezTo>
                <a:cubicBezTo>
                  <a:pt x="2635" y="1209"/>
                  <a:pt x="2637" y="1213"/>
                  <a:pt x="2636" y="1218"/>
                </a:cubicBezTo>
                <a:cubicBezTo>
                  <a:pt x="2642" y="1252"/>
                  <a:pt x="2643" y="1257"/>
                  <a:pt x="2643" y="1263"/>
                </a:cubicBezTo>
                <a:cubicBezTo>
                  <a:pt x="2658" y="1309"/>
                  <a:pt x="2657" y="1314"/>
                  <a:pt x="2657" y="1319"/>
                </a:cubicBezTo>
                <a:cubicBezTo>
                  <a:pt x="2668" y="1364"/>
                  <a:pt x="2668" y="1366"/>
                  <a:pt x="2666" y="1370"/>
                </a:cubicBezTo>
                <a:cubicBezTo>
                  <a:pt x="2671" y="1392"/>
                  <a:pt x="2676" y="1393"/>
                  <a:pt x="2676" y="1394"/>
                </a:cubicBezTo>
                <a:cubicBezTo>
                  <a:pt x="2681" y="1409"/>
                  <a:pt x="2673" y="1415"/>
                  <a:pt x="2680" y="1419"/>
                </a:cubicBezTo>
                <a:cubicBezTo>
                  <a:pt x="2689" y="1457"/>
                  <a:pt x="2692" y="1466"/>
                  <a:pt x="2698" y="1475"/>
                </a:cubicBezTo>
                <a:cubicBezTo>
                  <a:pt x="2724" y="1549"/>
                  <a:pt x="2735" y="1567"/>
                  <a:pt x="2748" y="1584"/>
                </a:cubicBezTo>
                <a:cubicBezTo>
                  <a:pt x="2774" y="1618"/>
                  <a:pt x="2781" y="1626"/>
                  <a:pt x="2788" y="1634"/>
                </a:cubicBezTo>
                <a:cubicBezTo>
                  <a:pt x="2756" y="1619"/>
                  <a:pt x="2754" y="1614"/>
                  <a:pt x="2750" y="1609"/>
                </a:cubicBezTo>
                <a:close/>
                <a:moveTo>
                  <a:pt x="2716" y="1610"/>
                </a:moveTo>
                <a:cubicBezTo>
                  <a:pt x="2718" y="1613"/>
                  <a:pt x="2713" y="1611"/>
                  <a:pt x="2711" y="1609"/>
                </a:cubicBezTo>
                <a:cubicBezTo>
                  <a:pt x="2708" y="1605"/>
                  <a:pt x="2713" y="1608"/>
                  <a:pt x="2716" y="1610"/>
                </a:cubicBezTo>
                <a:close/>
                <a:moveTo>
                  <a:pt x="2687" y="1582"/>
                </a:moveTo>
                <a:cubicBezTo>
                  <a:pt x="2683" y="1586"/>
                  <a:pt x="2677" y="1577"/>
                  <a:pt x="2673" y="1576"/>
                </a:cubicBezTo>
                <a:cubicBezTo>
                  <a:pt x="2647" y="1538"/>
                  <a:pt x="2652" y="1531"/>
                  <a:pt x="2645" y="1526"/>
                </a:cubicBezTo>
                <a:cubicBezTo>
                  <a:pt x="2627" y="1486"/>
                  <a:pt x="2621" y="1477"/>
                  <a:pt x="2619" y="1467"/>
                </a:cubicBezTo>
                <a:cubicBezTo>
                  <a:pt x="2594" y="1380"/>
                  <a:pt x="2592" y="1371"/>
                  <a:pt x="2592" y="1362"/>
                </a:cubicBezTo>
                <a:cubicBezTo>
                  <a:pt x="2580" y="1281"/>
                  <a:pt x="2583" y="1276"/>
                  <a:pt x="2582" y="1272"/>
                </a:cubicBezTo>
                <a:cubicBezTo>
                  <a:pt x="2585" y="1242"/>
                  <a:pt x="2578" y="1239"/>
                  <a:pt x="2581" y="1234"/>
                </a:cubicBezTo>
                <a:cubicBezTo>
                  <a:pt x="2578" y="1214"/>
                  <a:pt x="2576" y="1213"/>
                  <a:pt x="2575" y="1212"/>
                </a:cubicBezTo>
                <a:cubicBezTo>
                  <a:pt x="2574" y="1144"/>
                  <a:pt x="2577" y="1139"/>
                  <a:pt x="2572" y="1137"/>
                </a:cubicBezTo>
                <a:cubicBezTo>
                  <a:pt x="2574" y="1098"/>
                  <a:pt x="2569" y="1092"/>
                  <a:pt x="2573" y="1085"/>
                </a:cubicBezTo>
                <a:cubicBezTo>
                  <a:pt x="2570" y="1056"/>
                  <a:pt x="2569" y="1050"/>
                  <a:pt x="2566" y="1044"/>
                </a:cubicBezTo>
                <a:cubicBezTo>
                  <a:pt x="2572" y="1064"/>
                  <a:pt x="2576" y="1069"/>
                  <a:pt x="2574" y="1075"/>
                </a:cubicBezTo>
                <a:cubicBezTo>
                  <a:pt x="2582" y="1149"/>
                  <a:pt x="2583" y="1152"/>
                  <a:pt x="2584" y="1155"/>
                </a:cubicBezTo>
                <a:cubicBezTo>
                  <a:pt x="2588" y="1193"/>
                  <a:pt x="2583" y="1206"/>
                  <a:pt x="2587" y="1217"/>
                </a:cubicBezTo>
                <a:cubicBezTo>
                  <a:pt x="2589" y="1273"/>
                  <a:pt x="2591" y="1275"/>
                  <a:pt x="2592" y="1276"/>
                </a:cubicBezTo>
                <a:cubicBezTo>
                  <a:pt x="2589" y="1301"/>
                  <a:pt x="2594" y="1311"/>
                  <a:pt x="2592" y="1323"/>
                </a:cubicBezTo>
                <a:cubicBezTo>
                  <a:pt x="2594" y="1347"/>
                  <a:pt x="2599" y="1352"/>
                  <a:pt x="2598" y="1358"/>
                </a:cubicBezTo>
                <a:cubicBezTo>
                  <a:pt x="2604" y="1388"/>
                  <a:pt x="2602" y="1391"/>
                  <a:pt x="2606" y="1393"/>
                </a:cubicBezTo>
                <a:cubicBezTo>
                  <a:pt x="2611" y="1423"/>
                  <a:pt x="2611" y="1425"/>
                  <a:pt x="2615" y="1427"/>
                </a:cubicBezTo>
                <a:cubicBezTo>
                  <a:pt x="2628" y="1467"/>
                  <a:pt x="2631" y="1472"/>
                  <a:pt x="2633" y="1478"/>
                </a:cubicBezTo>
                <a:cubicBezTo>
                  <a:pt x="2651" y="1517"/>
                  <a:pt x="2656" y="1521"/>
                  <a:pt x="2658" y="1527"/>
                </a:cubicBezTo>
                <a:cubicBezTo>
                  <a:pt x="2697" y="1593"/>
                  <a:pt x="2691" y="1584"/>
                  <a:pt x="2687" y="1582"/>
                </a:cubicBezTo>
                <a:close/>
                <a:moveTo>
                  <a:pt x="2144" y="1575"/>
                </a:moveTo>
                <a:cubicBezTo>
                  <a:pt x="2148" y="1570"/>
                  <a:pt x="2154" y="1577"/>
                  <a:pt x="2158" y="1574"/>
                </a:cubicBezTo>
                <a:cubicBezTo>
                  <a:pt x="2160" y="1578"/>
                  <a:pt x="2149" y="1578"/>
                  <a:pt x="2144" y="1575"/>
                </a:cubicBezTo>
                <a:close/>
                <a:moveTo>
                  <a:pt x="2526" y="1607"/>
                </a:moveTo>
                <a:cubicBezTo>
                  <a:pt x="2524" y="1607"/>
                  <a:pt x="2522" y="1607"/>
                  <a:pt x="2520" y="1605"/>
                </a:cubicBezTo>
                <a:cubicBezTo>
                  <a:pt x="2516" y="1609"/>
                  <a:pt x="2511" y="1603"/>
                  <a:pt x="2508" y="1607"/>
                </a:cubicBezTo>
                <a:cubicBezTo>
                  <a:pt x="2499" y="1605"/>
                  <a:pt x="2490" y="1605"/>
                  <a:pt x="2482" y="1606"/>
                </a:cubicBezTo>
                <a:cubicBezTo>
                  <a:pt x="2480" y="1603"/>
                  <a:pt x="2484" y="1601"/>
                  <a:pt x="2486" y="1604"/>
                </a:cubicBezTo>
                <a:cubicBezTo>
                  <a:pt x="2489" y="1602"/>
                  <a:pt x="2492" y="1603"/>
                  <a:pt x="2494" y="1601"/>
                </a:cubicBezTo>
                <a:cubicBezTo>
                  <a:pt x="2507" y="1605"/>
                  <a:pt x="2518" y="1601"/>
                  <a:pt x="2531" y="1604"/>
                </a:cubicBezTo>
                <a:cubicBezTo>
                  <a:pt x="2533" y="1608"/>
                  <a:pt x="2528" y="1604"/>
                  <a:pt x="2526" y="1607"/>
                </a:cubicBezTo>
                <a:close/>
                <a:moveTo>
                  <a:pt x="2567" y="1613"/>
                </a:moveTo>
                <a:cubicBezTo>
                  <a:pt x="2559" y="1606"/>
                  <a:pt x="2555" y="1614"/>
                  <a:pt x="2547" y="1607"/>
                </a:cubicBezTo>
                <a:cubicBezTo>
                  <a:pt x="2553" y="1605"/>
                  <a:pt x="2561" y="1610"/>
                  <a:pt x="2568" y="1608"/>
                </a:cubicBezTo>
                <a:cubicBezTo>
                  <a:pt x="2574" y="1610"/>
                  <a:pt x="2580" y="1607"/>
                  <a:pt x="2587" y="1610"/>
                </a:cubicBezTo>
                <a:cubicBezTo>
                  <a:pt x="2581" y="1615"/>
                  <a:pt x="2573" y="1607"/>
                  <a:pt x="2567" y="1613"/>
                </a:cubicBezTo>
                <a:close/>
                <a:moveTo>
                  <a:pt x="2540" y="1598"/>
                </a:moveTo>
                <a:cubicBezTo>
                  <a:pt x="2525" y="1593"/>
                  <a:pt x="2512" y="1597"/>
                  <a:pt x="2497" y="1592"/>
                </a:cubicBezTo>
                <a:cubicBezTo>
                  <a:pt x="2450" y="1595"/>
                  <a:pt x="2441" y="1586"/>
                  <a:pt x="2435" y="1590"/>
                </a:cubicBezTo>
                <a:cubicBezTo>
                  <a:pt x="2387" y="1588"/>
                  <a:pt x="2379" y="1582"/>
                  <a:pt x="2372" y="1583"/>
                </a:cubicBezTo>
                <a:cubicBezTo>
                  <a:pt x="2312" y="1577"/>
                  <a:pt x="2305" y="1580"/>
                  <a:pt x="2296" y="1579"/>
                </a:cubicBezTo>
                <a:cubicBezTo>
                  <a:pt x="2241" y="1575"/>
                  <a:pt x="2238" y="1581"/>
                  <a:pt x="2233" y="1579"/>
                </a:cubicBezTo>
                <a:cubicBezTo>
                  <a:pt x="2204" y="1581"/>
                  <a:pt x="2199" y="1578"/>
                  <a:pt x="2196" y="1580"/>
                </a:cubicBezTo>
                <a:cubicBezTo>
                  <a:pt x="2167" y="1578"/>
                  <a:pt x="2165" y="1578"/>
                  <a:pt x="2162" y="1576"/>
                </a:cubicBezTo>
                <a:cubicBezTo>
                  <a:pt x="2207" y="1569"/>
                  <a:pt x="2214" y="1577"/>
                  <a:pt x="2219" y="1572"/>
                </a:cubicBezTo>
                <a:cubicBezTo>
                  <a:pt x="2278" y="1569"/>
                  <a:pt x="2290" y="1571"/>
                  <a:pt x="2300" y="1569"/>
                </a:cubicBezTo>
                <a:cubicBezTo>
                  <a:pt x="2323" y="1569"/>
                  <a:pt x="2329" y="1569"/>
                  <a:pt x="2335" y="1568"/>
                </a:cubicBezTo>
                <a:cubicBezTo>
                  <a:pt x="2440" y="1571"/>
                  <a:pt x="2444" y="1568"/>
                  <a:pt x="2449" y="1566"/>
                </a:cubicBezTo>
                <a:cubicBezTo>
                  <a:pt x="2502" y="1575"/>
                  <a:pt x="2506" y="1569"/>
                  <a:pt x="2512" y="1573"/>
                </a:cubicBezTo>
                <a:cubicBezTo>
                  <a:pt x="2567" y="1582"/>
                  <a:pt x="2574" y="1579"/>
                  <a:pt x="2583" y="1581"/>
                </a:cubicBezTo>
                <a:cubicBezTo>
                  <a:pt x="2641" y="1590"/>
                  <a:pt x="2646" y="1593"/>
                  <a:pt x="2652" y="1596"/>
                </a:cubicBezTo>
                <a:cubicBezTo>
                  <a:pt x="2707" y="1622"/>
                  <a:pt x="2702" y="1616"/>
                  <a:pt x="2699" y="1619"/>
                </a:cubicBezTo>
                <a:cubicBezTo>
                  <a:pt x="2672" y="1612"/>
                  <a:pt x="2669" y="1612"/>
                  <a:pt x="2666" y="1613"/>
                </a:cubicBezTo>
                <a:cubicBezTo>
                  <a:pt x="2637" y="1606"/>
                  <a:pt x="2631" y="1611"/>
                  <a:pt x="2624" y="1606"/>
                </a:cubicBezTo>
                <a:close/>
                <a:moveTo>
                  <a:pt x="2597" y="1611"/>
                </a:moveTo>
                <a:cubicBezTo>
                  <a:pt x="2606" y="1607"/>
                  <a:pt x="2618" y="1619"/>
                  <a:pt x="2627" y="1613"/>
                </a:cubicBezTo>
                <a:cubicBezTo>
                  <a:pt x="2633" y="1619"/>
                  <a:pt x="2636" y="1614"/>
                  <a:pt x="2642" y="1618"/>
                </a:cubicBezTo>
                <a:cubicBezTo>
                  <a:pt x="2633" y="1621"/>
                  <a:pt x="2623" y="1619"/>
                  <a:pt x="2614" y="1621"/>
                </a:cubicBezTo>
                <a:cubicBezTo>
                  <a:pt x="2608" y="1613"/>
                  <a:pt x="2605" y="1615"/>
                  <a:pt x="2597" y="1611"/>
                </a:cubicBezTo>
                <a:close/>
                <a:moveTo>
                  <a:pt x="2763" y="1649"/>
                </a:moveTo>
                <a:cubicBezTo>
                  <a:pt x="2754" y="1649"/>
                  <a:pt x="2745" y="1646"/>
                  <a:pt x="2735" y="1643"/>
                </a:cubicBezTo>
                <a:cubicBezTo>
                  <a:pt x="2676" y="1644"/>
                  <a:pt x="2666" y="1642"/>
                  <a:pt x="2656" y="1643"/>
                </a:cubicBezTo>
                <a:cubicBezTo>
                  <a:pt x="2619" y="1644"/>
                  <a:pt x="2610" y="1645"/>
                  <a:pt x="2601" y="1648"/>
                </a:cubicBezTo>
                <a:cubicBezTo>
                  <a:pt x="2566" y="1648"/>
                  <a:pt x="2563" y="1648"/>
                  <a:pt x="2560" y="1650"/>
                </a:cubicBezTo>
                <a:cubicBezTo>
                  <a:pt x="2515" y="1653"/>
                  <a:pt x="2510" y="1656"/>
                  <a:pt x="2503" y="1654"/>
                </a:cubicBezTo>
                <a:cubicBezTo>
                  <a:pt x="2451" y="1659"/>
                  <a:pt x="2440" y="1669"/>
                  <a:pt x="2426" y="1663"/>
                </a:cubicBezTo>
                <a:cubicBezTo>
                  <a:pt x="2376" y="1673"/>
                  <a:pt x="2369" y="1667"/>
                  <a:pt x="2365" y="1672"/>
                </a:cubicBezTo>
                <a:cubicBezTo>
                  <a:pt x="2379" y="1668"/>
                  <a:pt x="2384" y="1667"/>
                  <a:pt x="2389" y="1664"/>
                </a:cubicBezTo>
                <a:cubicBezTo>
                  <a:pt x="2438" y="1657"/>
                  <a:pt x="2443" y="1656"/>
                  <a:pt x="2448" y="1654"/>
                </a:cubicBezTo>
                <a:cubicBezTo>
                  <a:pt x="2508" y="1641"/>
                  <a:pt x="2511" y="1645"/>
                  <a:pt x="2512" y="1644"/>
                </a:cubicBezTo>
                <a:cubicBezTo>
                  <a:pt x="2542" y="1641"/>
                  <a:pt x="2546" y="1637"/>
                  <a:pt x="2551" y="1636"/>
                </a:cubicBezTo>
                <a:cubicBezTo>
                  <a:pt x="2604" y="1630"/>
                  <a:pt x="2614" y="1631"/>
                  <a:pt x="2623" y="1627"/>
                </a:cubicBezTo>
                <a:cubicBezTo>
                  <a:pt x="2687" y="1626"/>
                  <a:pt x="2697" y="1629"/>
                  <a:pt x="2705" y="1626"/>
                </a:cubicBezTo>
                <a:cubicBezTo>
                  <a:pt x="2750" y="1637"/>
                  <a:pt x="2753" y="1632"/>
                  <a:pt x="2757" y="1637"/>
                </a:cubicBezTo>
                <a:cubicBezTo>
                  <a:pt x="2783" y="1654"/>
                  <a:pt x="2773" y="1651"/>
                  <a:pt x="2763" y="1649"/>
                </a:cubicBezTo>
                <a:close/>
                <a:moveTo>
                  <a:pt x="2805" y="1637"/>
                </a:moveTo>
                <a:cubicBezTo>
                  <a:pt x="2800" y="1634"/>
                  <a:pt x="2797" y="1631"/>
                  <a:pt x="2796" y="1626"/>
                </a:cubicBezTo>
                <a:cubicBezTo>
                  <a:pt x="2758" y="1589"/>
                  <a:pt x="2761" y="1584"/>
                  <a:pt x="2756" y="1581"/>
                </a:cubicBezTo>
                <a:cubicBezTo>
                  <a:pt x="2746" y="1568"/>
                  <a:pt x="2747" y="1564"/>
                  <a:pt x="2740" y="1561"/>
                </a:cubicBezTo>
                <a:cubicBezTo>
                  <a:pt x="2730" y="1535"/>
                  <a:pt x="2730" y="1532"/>
                  <a:pt x="2727" y="1530"/>
                </a:cubicBezTo>
                <a:cubicBezTo>
                  <a:pt x="2718" y="1506"/>
                  <a:pt x="2718" y="1503"/>
                  <a:pt x="2714" y="1501"/>
                </a:cubicBezTo>
                <a:cubicBezTo>
                  <a:pt x="2687" y="1421"/>
                  <a:pt x="2685" y="1400"/>
                  <a:pt x="2677" y="1380"/>
                </a:cubicBezTo>
                <a:cubicBezTo>
                  <a:pt x="2674" y="1353"/>
                  <a:pt x="2671" y="1351"/>
                  <a:pt x="2673" y="1348"/>
                </a:cubicBezTo>
                <a:cubicBezTo>
                  <a:pt x="2646" y="1236"/>
                  <a:pt x="2645" y="1214"/>
                  <a:pt x="2642" y="1194"/>
                </a:cubicBezTo>
                <a:cubicBezTo>
                  <a:pt x="2628" y="1129"/>
                  <a:pt x="2621" y="1127"/>
                  <a:pt x="2623" y="1123"/>
                </a:cubicBezTo>
                <a:cubicBezTo>
                  <a:pt x="2620" y="1109"/>
                  <a:pt x="2614" y="1106"/>
                  <a:pt x="2617" y="1101"/>
                </a:cubicBezTo>
                <a:cubicBezTo>
                  <a:pt x="2600" y="1060"/>
                  <a:pt x="2601" y="1047"/>
                  <a:pt x="2596" y="1035"/>
                </a:cubicBezTo>
                <a:cubicBezTo>
                  <a:pt x="2606" y="1050"/>
                  <a:pt x="2612" y="1052"/>
                  <a:pt x="2608" y="1056"/>
                </a:cubicBezTo>
                <a:cubicBezTo>
                  <a:pt x="2633" y="1119"/>
                  <a:pt x="2633" y="1126"/>
                  <a:pt x="2632" y="1133"/>
                </a:cubicBezTo>
                <a:cubicBezTo>
                  <a:pt x="2642" y="1158"/>
                  <a:pt x="2644" y="1164"/>
                  <a:pt x="2643" y="1171"/>
                </a:cubicBezTo>
                <a:cubicBezTo>
                  <a:pt x="2653" y="1196"/>
                  <a:pt x="2654" y="1203"/>
                  <a:pt x="2657" y="1209"/>
                </a:cubicBezTo>
                <a:cubicBezTo>
                  <a:pt x="2667" y="1272"/>
                  <a:pt x="2677" y="1274"/>
                  <a:pt x="2671" y="1279"/>
                </a:cubicBezTo>
                <a:cubicBezTo>
                  <a:pt x="2685" y="1333"/>
                  <a:pt x="2681" y="1340"/>
                  <a:pt x="2688" y="1345"/>
                </a:cubicBezTo>
                <a:cubicBezTo>
                  <a:pt x="2693" y="1378"/>
                  <a:pt x="2694" y="1381"/>
                  <a:pt x="2696" y="1384"/>
                </a:cubicBezTo>
                <a:cubicBezTo>
                  <a:pt x="2700" y="1418"/>
                  <a:pt x="2706" y="1420"/>
                  <a:pt x="2703" y="1423"/>
                </a:cubicBezTo>
                <a:cubicBezTo>
                  <a:pt x="2722" y="1475"/>
                  <a:pt x="2722" y="1478"/>
                  <a:pt x="2723" y="1481"/>
                </a:cubicBezTo>
                <a:cubicBezTo>
                  <a:pt x="2751" y="1548"/>
                  <a:pt x="2760" y="1560"/>
                  <a:pt x="2766" y="1573"/>
                </a:cubicBezTo>
                <a:cubicBezTo>
                  <a:pt x="2784" y="1604"/>
                  <a:pt x="2791" y="1605"/>
                  <a:pt x="2789" y="1609"/>
                </a:cubicBezTo>
                <a:close/>
                <a:moveTo>
                  <a:pt x="2817" y="1654"/>
                </a:moveTo>
                <a:cubicBezTo>
                  <a:pt x="2819" y="1652"/>
                  <a:pt x="2819" y="1650"/>
                  <a:pt x="2818" y="1649"/>
                </a:cubicBezTo>
                <a:cubicBezTo>
                  <a:pt x="2824" y="1647"/>
                  <a:pt x="2833" y="1657"/>
                  <a:pt x="2836" y="1661"/>
                </a:cubicBezTo>
                <a:cubicBezTo>
                  <a:pt x="2827" y="1663"/>
                  <a:pt x="2826" y="1655"/>
                  <a:pt x="2817" y="1654"/>
                </a:cubicBezTo>
                <a:close/>
                <a:moveTo>
                  <a:pt x="2828" y="1677"/>
                </a:moveTo>
                <a:cubicBezTo>
                  <a:pt x="2829" y="1675"/>
                  <a:pt x="2831" y="1673"/>
                  <a:pt x="2832" y="1671"/>
                </a:cubicBezTo>
                <a:cubicBezTo>
                  <a:pt x="2835" y="1671"/>
                  <a:pt x="2840" y="1673"/>
                  <a:pt x="2844" y="1677"/>
                </a:cubicBezTo>
                <a:cubicBezTo>
                  <a:pt x="2839" y="1679"/>
                  <a:pt x="2834" y="1679"/>
                  <a:pt x="2828" y="1677"/>
                </a:cubicBezTo>
                <a:close/>
                <a:moveTo>
                  <a:pt x="2900" y="1640"/>
                </a:moveTo>
                <a:cubicBezTo>
                  <a:pt x="2895" y="1633"/>
                  <a:pt x="2905" y="1639"/>
                  <a:pt x="2904" y="1641"/>
                </a:cubicBezTo>
                <a:cubicBezTo>
                  <a:pt x="2904" y="1642"/>
                  <a:pt x="2900" y="1641"/>
                  <a:pt x="2900" y="1640"/>
                </a:cubicBezTo>
                <a:close/>
                <a:moveTo>
                  <a:pt x="2864" y="1737"/>
                </a:moveTo>
                <a:cubicBezTo>
                  <a:pt x="2860" y="1739"/>
                  <a:pt x="2856" y="1743"/>
                  <a:pt x="2851" y="1741"/>
                </a:cubicBezTo>
                <a:cubicBezTo>
                  <a:pt x="2847" y="1745"/>
                  <a:pt x="2843" y="1748"/>
                  <a:pt x="2837" y="1746"/>
                </a:cubicBezTo>
                <a:cubicBezTo>
                  <a:pt x="2834" y="1753"/>
                  <a:pt x="2829" y="1752"/>
                  <a:pt x="2825" y="1753"/>
                </a:cubicBezTo>
                <a:cubicBezTo>
                  <a:pt x="2822" y="1759"/>
                  <a:pt x="2817" y="1754"/>
                  <a:pt x="2813" y="1758"/>
                </a:cubicBezTo>
                <a:cubicBezTo>
                  <a:pt x="2811" y="1757"/>
                  <a:pt x="2810" y="1760"/>
                  <a:pt x="2809" y="1761"/>
                </a:cubicBezTo>
                <a:cubicBezTo>
                  <a:pt x="2807" y="1762"/>
                  <a:pt x="2807" y="1761"/>
                  <a:pt x="2806" y="1761"/>
                </a:cubicBezTo>
                <a:cubicBezTo>
                  <a:pt x="2804" y="1762"/>
                  <a:pt x="2799" y="1763"/>
                  <a:pt x="2797" y="1766"/>
                </a:cubicBezTo>
                <a:cubicBezTo>
                  <a:pt x="2796" y="1768"/>
                  <a:pt x="2791" y="1771"/>
                  <a:pt x="2787" y="1770"/>
                </a:cubicBezTo>
                <a:cubicBezTo>
                  <a:pt x="2779" y="1776"/>
                  <a:pt x="2771" y="1778"/>
                  <a:pt x="2762" y="1779"/>
                </a:cubicBezTo>
                <a:cubicBezTo>
                  <a:pt x="2761" y="1784"/>
                  <a:pt x="2757" y="1780"/>
                  <a:pt x="2755" y="1782"/>
                </a:cubicBezTo>
                <a:cubicBezTo>
                  <a:pt x="2753" y="1784"/>
                  <a:pt x="2751" y="1785"/>
                  <a:pt x="2749" y="1784"/>
                </a:cubicBezTo>
                <a:cubicBezTo>
                  <a:pt x="2745" y="1785"/>
                  <a:pt x="2741" y="1789"/>
                  <a:pt x="2736" y="1788"/>
                </a:cubicBezTo>
                <a:cubicBezTo>
                  <a:pt x="2732" y="1791"/>
                  <a:pt x="2726" y="1789"/>
                  <a:pt x="2722" y="1792"/>
                </a:cubicBezTo>
                <a:cubicBezTo>
                  <a:pt x="2720" y="1791"/>
                  <a:pt x="2719" y="1795"/>
                  <a:pt x="2716" y="1793"/>
                </a:cubicBezTo>
                <a:cubicBezTo>
                  <a:pt x="2714" y="1793"/>
                  <a:pt x="2712" y="1793"/>
                  <a:pt x="2710" y="1795"/>
                </a:cubicBezTo>
                <a:cubicBezTo>
                  <a:pt x="2707" y="1789"/>
                  <a:pt x="2717" y="1789"/>
                  <a:pt x="2720" y="1788"/>
                </a:cubicBezTo>
                <a:cubicBezTo>
                  <a:pt x="2724" y="1786"/>
                  <a:pt x="2726" y="1778"/>
                  <a:pt x="2732" y="1783"/>
                </a:cubicBezTo>
                <a:cubicBezTo>
                  <a:pt x="2734" y="1775"/>
                  <a:pt x="2739" y="1776"/>
                  <a:pt x="2742" y="1774"/>
                </a:cubicBezTo>
                <a:cubicBezTo>
                  <a:pt x="2745" y="1768"/>
                  <a:pt x="2750" y="1771"/>
                  <a:pt x="2753" y="1766"/>
                </a:cubicBezTo>
                <a:cubicBezTo>
                  <a:pt x="2762" y="1766"/>
                  <a:pt x="2768" y="1758"/>
                  <a:pt x="2776" y="1755"/>
                </a:cubicBezTo>
                <a:cubicBezTo>
                  <a:pt x="2783" y="1749"/>
                  <a:pt x="2792" y="1749"/>
                  <a:pt x="2799" y="1741"/>
                </a:cubicBezTo>
                <a:cubicBezTo>
                  <a:pt x="2810" y="1740"/>
                  <a:pt x="2821" y="1735"/>
                  <a:pt x="2831" y="1731"/>
                </a:cubicBezTo>
                <a:cubicBezTo>
                  <a:pt x="2836" y="1732"/>
                  <a:pt x="2840" y="1731"/>
                  <a:pt x="2843" y="1729"/>
                </a:cubicBezTo>
                <a:cubicBezTo>
                  <a:pt x="2849" y="1735"/>
                  <a:pt x="2851" y="1724"/>
                  <a:pt x="2856" y="1729"/>
                </a:cubicBezTo>
                <a:cubicBezTo>
                  <a:pt x="2864" y="1725"/>
                  <a:pt x="2872" y="1724"/>
                  <a:pt x="2880" y="1721"/>
                </a:cubicBezTo>
                <a:cubicBezTo>
                  <a:pt x="2893" y="1726"/>
                  <a:pt x="2905" y="1722"/>
                  <a:pt x="2918" y="1726"/>
                </a:cubicBezTo>
                <a:cubicBezTo>
                  <a:pt x="2900" y="1729"/>
                  <a:pt x="2882" y="1734"/>
                  <a:pt x="2864" y="1737"/>
                </a:cubicBezTo>
                <a:close/>
                <a:moveTo>
                  <a:pt x="2915" y="1687"/>
                </a:moveTo>
                <a:cubicBezTo>
                  <a:pt x="2914" y="1684"/>
                  <a:pt x="2912" y="1681"/>
                  <a:pt x="2912" y="1677"/>
                </a:cubicBezTo>
                <a:cubicBezTo>
                  <a:pt x="2906" y="1672"/>
                  <a:pt x="2907" y="1664"/>
                  <a:pt x="2900" y="1659"/>
                </a:cubicBezTo>
                <a:cubicBezTo>
                  <a:pt x="2904" y="1655"/>
                  <a:pt x="2909" y="1664"/>
                  <a:pt x="2908" y="1667"/>
                </a:cubicBezTo>
                <a:cubicBezTo>
                  <a:pt x="2913" y="1670"/>
                  <a:pt x="2912" y="1673"/>
                  <a:pt x="2915" y="1677"/>
                </a:cubicBezTo>
                <a:cubicBezTo>
                  <a:pt x="2917" y="1678"/>
                  <a:pt x="2915" y="1681"/>
                  <a:pt x="2916" y="1683"/>
                </a:cubicBezTo>
                <a:cubicBezTo>
                  <a:pt x="2916" y="1684"/>
                  <a:pt x="2919" y="1684"/>
                  <a:pt x="2920" y="1685"/>
                </a:cubicBezTo>
                <a:cubicBezTo>
                  <a:pt x="2920" y="1685"/>
                  <a:pt x="2918" y="1686"/>
                  <a:pt x="2918" y="1687"/>
                </a:cubicBezTo>
                <a:cubicBezTo>
                  <a:pt x="2920" y="1690"/>
                  <a:pt x="2927" y="1693"/>
                  <a:pt x="2922" y="1697"/>
                </a:cubicBezTo>
                <a:cubicBezTo>
                  <a:pt x="2915" y="1695"/>
                  <a:pt x="2918" y="1691"/>
                  <a:pt x="2915" y="1687"/>
                </a:cubicBezTo>
                <a:close/>
                <a:moveTo>
                  <a:pt x="2921" y="1726"/>
                </a:moveTo>
                <a:cubicBezTo>
                  <a:pt x="2924" y="1725"/>
                  <a:pt x="2927" y="1725"/>
                  <a:pt x="2929" y="1726"/>
                </a:cubicBezTo>
                <a:cubicBezTo>
                  <a:pt x="2933" y="1729"/>
                  <a:pt x="2924" y="1727"/>
                  <a:pt x="2921" y="1726"/>
                </a:cubicBezTo>
                <a:close/>
                <a:moveTo>
                  <a:pt x="2925" y="1704"/>
                </a:moveTo>
                <a:cubicBezTo>
                  <a:pt x="2926" y="1701"/>
                  <a:pt x="2929" y="1702"/>
                  <a:pt x="2931" y="1703"/>
                </a:cubicBezTo>
                <a:cubicBezTo>
                  <a:pt x="2930" y="1704"/>
                  <a:pt x="2931" y="1705"/>
                  <a:pt x="2932" y="1706"/>
                </a:cubicBezTo>
                <a:cubicBezTo>
                  <a:pt x="2930" y="1708"/>
                  <a:pt x="2927" y="1706"/>
                  <a:pt x="2925" y="1704"/>
                </a:cubicBezTo>
                <a:close/>
                <a:moveTo>
                  <a:pt x="2954" y="1716"/>
                </a:moveTo>
                <a:cubicBezTo>
                  <a:pt x="2953" y="1717"/>
                  <a:pt x="2950" y="1716"/>
                  <a:pt x="2949" y="1715"/>
                </a:cubicBezTo>
                <a:cubicBezTo>
                  <a:pt x="2945" y="1708"/>
                  <a:pt x="2955" y="1714"/>
                  <a:pt x="2954" y="1716"/>
                </a:cubicBezTo>
                <a:close/>
                <a:moveTo>
                  <a:pt x="2973" y="1726"/>
                </a:moveTo>
                <a:cubicBezTo>
                  <a:pt x="2968" y="1724"/>
                  <a:pt x="2972" y="1720"/>
                  <a:pt x="2969" y="1718"/>
                </a:cubicBezTo>
                <a:cubicBezTo>
                  <a:pt x="2938" y="1683"/>
                  <a:pt x="2930" y="1679"/>
                  <a:pt x="2927" y="1674"/>
                </a:cubicBezTo>
                <a:cubicBezTo>
                  <a:pt x="2915" y="1643"/>
                  <a:pt x="2912" y="1636"/>
                  <a:pt x="2907" y="1629"/>
                </a:cubicBezTo>
                <a:cubicBezTo>
                  <a:pt x="2892" y="1579"/>
                  <a:pt x="2886" y="1575"/>
                  <a:pt x="2887" y="1569"/>
                </a:cubicBezTo>
                <a:cubicBezTo>
                  <a:pt x="2883" y="1542"/>
                  <a:pt x="2877" y="1540"/>
                  <a:pt x="2879" y="1538"/>
                </a:cubicBezTo>
                <a:cubicBezTo>
                  <a:pt x="2871" y="1501"/>
                  <a:pt x="2870" y="1496"/>
                  <a:pt x="2868" y="1491"/>
                </a:cubicBezTo>
                <a:cubicBezTo>
                  <a:pt x="2853" y="1392"/>
                  <a:pt x="2859" y="1387"/>
                  <a:pt x="2855" y="1385"/>
                </a:cubicBezTo>
                <a:cubicBezTo>
                  <a:pt x="2851" y="1351"/>
                  <a:pt x="2854" y="1340"/>
                  <a:pt x="2850" y="1330"/>
                </a:cubicBezTo>
                <a:cubicBezTo>
                  <a:pt x="2857" y="1350"/>
                  <a:pt x="2862" y="1353"/>
                  <a:pt x="2863" y="1357"/>
                </a:cubicBezTo>
                <a:cubicBezTo>
                  <a:pt x="2872" y="1389"/>
                  <a:pt x="2874" y="1392"/>
                  <a:pt x="2874" y="1395"/>
                </a:cubicBezTo>
                <a:cubicBezTo>
                  <a:pt x="2880" y="1418"/>
                  <a:pt x="2877" y="1423"/>
                  <a:pt x="2880" y="1426"/>
                </a:cubicBezTo>
                <a:cubicBezTo>
                  <a:pt x="2883" y="1449"/>
                  <a:pt x="2885" y="1452"/>
                  <a:pt x="2886" y="1456"/>
                </a:cubicBezTo>
                <a:cubicBezTo>
                  <a:pt x="2887" y="1491"/>
                  <a:pt x="2897" y="1495"/>
                  <a:pt x="2892" y="1502"/>
                </a:cubicBezTo>
                <a:cubicBezTo>
                  <a:pt x="2901" y="1537"/>
                  <a:pt x="2901" y="1540"/>
                  <a:pt x="2899" y="1543"/>
                </a:cubicBezTo>
                <a:cubicBezTo>
                  <a:pt x="2907" y="1572"/>
                  <a:pt x="2913" y="1576"/>
                  <a:pt x="2910" y="1582"/>
                </a:cubicBezTo>
                <a:cubicBezTo>
                  <a:pt x="2913" y="1604"/>
                  <a:pt x="2924" y="1607"/>
                  <a:pt x="2918" y="1613"/>
                </a:cubicBezTo>
                <a:cubicBezTo>
                  <a:pt x="2937" y="1642"/>
                  <a:pt x="2934" y="1651"/>
                  <a:pt x="2941" y="1657"/>
                </a:cubicBezTo>
                <a:cubicBezTo>
                  <a:pt x="2993" y="1738"/>
                  <a:pt x="2982" y="1726"/>
                  <a:pt x="2973" y="1726"/>
                </a:cubicBezTo>
                <a:close/>
                <a:moveTo>
                  <a:pt x="3024" y="1736"/>
                </a:moveTo>
                <a:cubicBezTo>
                  <a:pt x="3029" y="1728"/>
                  <a:pt x="3032" y="1742"/>
                  <a:pt x="3035" y="1744"/>
                </a:cubicBezTo>
                <a:cubicBezTo>
                  <a:pt x="3030" y="1747"/>
                  <a:pt x="3028" y="1738"/>
                  <a:pt x="3024" y="1736"/>
                </a:cubicBezTo>
                <a:close/>
                <a:moveTo>
                  <a:pt x="3115" y="1805"/>
                </a:moveTo>
                <a:cubicBezTo>
                  <a:pt x="3110" y="1802"/>
                  <a:pt x="3105" y="1802"/>
                  <a:pt x="3100" y="1803"/>
                </a:cubicBezTo>
                <a:cubicBezTo>
                  <a:pt x="3096" y="1798"/>
                  <a:pt x="3093" y="1800"/>
                  <a:pt x="3088" y="1797"/>
                </a:cubicBezTo>
                <a:cubicBezTo>
                  <a:pt x="3084" y="1796"/>
                  <a:pt x="3080" y="1793"/>
                  <a:pt x="3077" y="1795"/>
                </a:cubicBezTo>
                <a:cubicBezTo>
                  <a:pt x="3074" y="1791"/>
                  <a:pt x="3079" y="1792"/>
                  <a:pt x="3080" y="1790"/>
                </a:cubicBezTo>
                <a:cubicBezTo>
                  <a:pt x="3084" y="1789"/>
                  <a:pt x="3088" y="1790"/>
                  <a:pt x="3091" y="1789"/>
                </a:cubicBezTo>
                <a:cubicBezTo>
                  <a:pt x="3096" y="1792"/>
                  <a:pt x="3101" y="1795"/>
                  <a:pt x="3106" y="1799"/>
                </a:cubicBezTo>
                <a:cubicBezTo>
                  <a:pt x="3108" y="1801"/>
                  <a:pt x="3110" y="1799"/>
                  <a:pt x="3113" y="1800"/>
                </a:cubicBezTo>
                <a:cubicBezTo>
                  <a:pt x="3114" y="1802"/>
                  <a:pt x="3116" y="1803"/>
                  <a:pt x="3118" y="1804"/>
                </a:cubicBezTo>
                <a:cubicBezTo>
                  <a:pt x="3120" y="1805"/>
                  <a:pt x="3122" y="1806"/>
                  <a:pt x="3123" y="1808"/>
                </a:cubicBezTo>
                <a:cubicBezTo>
                  <a:pt x="3121" y="1810"/>
                  <a:pt x="3118" y="1806"/>
                  <a:pt x="3115" y="1805"/>
                </a:cubicBezTo>
                <a:close/>
                <a:moveTo>
                  <a:pt x="1680" y="9"/>
                </a:moveTo>
                <a:cubicBezTo>
                  <a:pt x="1681" y="6"/>
                  <a:pt x="1682" y="3"/>
                  <a:pt x="1683" y="0"/>
                </a:cubicBezTo>
                <a:cubicBezTo>
                  <a:pt x="1678" y="0"/>
                  <a:pt x="1678" y="0"/>
                  <a:pt x="1678" y="0"/>
                </a:cubicBezTo>
                <a:cubicBezTo>
                  <a:pt x="1678" y="2"/>
                  <a:pt x="1677" y="4"/>
                  <a:pt x="1676" y="6"/>
                </a:cubicBezTo>
                <a:cubicBezTo>
                  <a:pt x="1676" y="9"/>
                  <a:pt x="1678" y="11"/>
                  <a:pt x="1676" y="15"/>
                </a:cubicBezTo>
                <a:cubicBezTo>
                  <a:pt x="1672" y="19"/>
                  <a:pt x="1676" y="26"/>
                  <a:pt x="1679" y="20"/>
                </a:cubicBezTo>
                <a:cubicBezTo>
                  <a:pt x="1674" y="19"/>
                  <a:pt x="1680" y="13"/>
                  <a:pt x="1680" y="9"/>
                </a:cubicBezTo>
                <a:close/>
                <a:moveTo>
                  <a:pt x="974" y="1507"/>
                </a:moveTo>
                <a:cubicBezTo>
                  <a:pt x="972" y="1503"/>
                  <a:pt x="969" y="1505"/>
                  <a:pt x="966" y="1504"/>
                </a:cubicBezTo>
                <a:cubicBezTo>
                  <a:pt x="931" y="1480"/>
                  <a:pt x="929" y="1480"/>
                  <a:pt x="927" y="1479"/>
                </a:cubicBezTo>
                <a:cubicBezTo>
                  <a:pt x="911" y="1456"/>
                  <a:pt x="903" y="1450"/>
                  <a:pt x="900" y="1449"/>
                </a:cubicBezTo>
                <a:cubicBezTo>
                  <a:pt x="891" y="1420"/>
                  <a:pt x="892" y="1413"/>
                  <a:pt x="887" y="1405"/>
                </a:cubicBezTo>
                <a:cubicBezTo>
                  <a:pt x="899" y="1346"/>
                  <a:pt x="894" y="1342"/>
                  <a:pt x="900" y="1340"/>
                </a:cubicBezTo>
                <a:cubicBezTo>
                  <a:pt x="889" y="1354"/>
                  <a:pt x="882" y="1359"/>
                  <a:pt x="883" y="1365"/>
                </a:cubicBezTo>
                <a:cubicBezTo>
                  <a:pt x="879" y="1379"/>
                  <a:pt x="873" y="1375"/>
                  <a:pt x="876" y="1373"/>
                </a:cubicBezTo>
                <a:cubicBezTo>
                  <a:pt x="867" y="1315"/>
                  <a:pt x="864" y="1303"/>
                  <a:pt x="861" y="1290"/>
                </a:cubicBezTo>
                <a:cubicBezTo>
                  <a:pt x="844" y="1227"/>
                  <a:pt x="849" y="1225"/>
                  <a:pt x="845" y="1221"/>
                </a:cubicBezTo>
                <a:cubicBezTo>
                  <a:pt x="820" y="1167"/>
                  <a:pt x="816" y="1162"/>
                  <a:pt x="812" y="1156"/>
                </a:cubicBezTo>
                <a:cubicBezTo>
                  <a:pt x="782" y="1111"/>
                  <a:pt x="775" y="1106"/>
                  <a:pt x="777" y="1103"/>
                </a:cubicBezTo>
                <a:cubicBezTo>
                  <a:pt x="763" y="1061"/>
                  <a:pt x="767" y="1054"/>
                  <a:pt x="760" y="1046"/>
                </a:cubicBezTo>
                <a:cubicBezTo>
                  <a:pt x="758" y="1037"/>
                  <a:pt x="754" y="1047"/>
                  <a:pt x="761" y="1059"/>
                </a:cubicBezTo>
                <a:cubicBezTo>
                  <a:pt x="759" y="1081"/>
                  <a:pt x="757" y="1079"/>
                  <a:pt x="755" y="1076"/>
                </a:cubicBezTo>
                <a:cubicBezTo>
                  <a:pt x="746" y="1052"/>
                  <a:pt x="751" y="1050"/>
                  <a:pt x="749" y="1046"/>
                </a:cubicBezTo>
                <a:cubicBezTo>
                  <a:pt x="743" y="1005"/>
                  <a:pt x="744" y="997"/>
                  <a:pt x="744" y="990"/>
                </a:cubicBezTo>
                <a:cubicBezTo>
                  <a:pt x="720" y="917"/>
                  <a:pt x="722" y="913"/>
                  <a:pt x="719" y="909"/>
                </a:cubicBezTo>
                <a:cubicBezTo>
                  <a:pt x="724" y="939"/>
                  <a:pt x="724" y="944"/>
                  <a:pt x="729" y="950"/>
                </a:cubicBezTo>
                <a:cubicBezTo>
                  <a:pt x="742" y="1033"/>
                  <a:pt x="743" y="1042"/>
                  <a:pt x="742" y="1051"/>
                </a:cubicBezTo>
                <a:cubicBezTo>
                  <a:pt x="748" y="1098"/>
                  <a:pt x="747" y="1116"/>
                  <a:pt x="751" y="1135"/>
                </a:cubicBezTo>
                <a:cubicBezTo>
                  <a:pt x="760" y="1183"/>
                  <a:pt x="759" y="1188"/>
                  <a:pt x="763" y="1193"/>
                </a:cubicBezTo>
                <a:cubicBezTo>
                  <a:pt x="774" y="1226"/>
                  <a:pt x="771" y="1231"/>
                  <a:pt x="772" y="1236"/>
                </a:cubicBezTo>
                <a:cubicBezTo>
                  <a:pt x="781" y="1282"/>
                  <a:pt x="794" y="1289"/>
                  <a:pt x="786" y="1293"/>
                </a:cubicBezTo>
                <a:cubicBezTo>
                  <a:pt x="799" y="1326"/>
                  <a:pt x="799" y="1331"/>
                  <a:pt x="801" y="1336"/>
                </a:cubicBezTo>
                <a:cubicBezTo>
                  <a:pt x="825" y="1401"/>
                  <a:pt x="829" y="1406"/>
                  <a:pt x="830" y="1411"/>
                </a:cubicBezTo>
                <a:cubicBezTo>
                  <a:pt x="830" y="1413"/>
                  <a:pt x="823" y="1404"/>
                  <a:pt x="816" y="1394"/>
                </a:cubicBezTo>
                <a:cubicBezTo>
                  <a:pt x="781" y="1320"/>
                  <a:pt x="783" y="1315"/>
                  <a:pt x="776" y="1308"/>
                </a:cubicBezTo>
                <a:cubicBezTo>
                  <a:pt x="769" y="1284"/>
                  <a:pt x="767" y="1277"/>
                  <a:pt x="765" y="1270"/>
                </a:cubicBezTo>
                <a:cubicBezTo>
                  <a:pt x="743" y="1187"/>
                  <a:pt x="741" y="1180"/>
                  <a:pt x="742" y="1174"/>
                </a:cubicBezTo>
                <a:cubicBezTo>
                  <a:pt x="735" y="1142"/>
                  <a:pt x="733" y="1130"/>
                  <a:pt x="734" y="1118"/>
                </a:cubicBezTo>
                <a:cubicBezTo>
                  <a:pt x="731" y="1086"/>
                  <a:pt x="725" y="1082"/>
                  <a:pt x="728" y="1080"/>
                </a:cubicBezTo>
                <a:cubicBezTo>
                  <a:pt x="722" y="1018"/>
                  <a:pt x="715" y="1010"/>
                  <a:pt x="717" y="1004"/>
                </a:cubicBezTo>
                <a:cubicBezTo>
                  <a:pt x="713" y="1033"/>
                  <a:pt x="724" y="1038"/>
                  <a:pt x="716" y="1040"/>
                </a:cubicBezTo>
                <a:cubicBezTo>
                  <a:pt x="717" y="1070"/>
                  <a:pt x="724" y="1074"/>
                  <a:pt x="721" y="1077"/>
                </a:cubicBezTo>
                <a:cubicBezTo>
                  <a:pt x="722" y="1126"/>
                  <a:pt x="728" y="1130"/>
                  <a:pt x="725" y="1132"/>
                </a:cubicBezTo>
                <a:cubicBezTo>
                  <a:pt x="721" y="1146"/>
                  <a:pt x="726" y="1142"/>
                  <a:pt x="720" y="1136"/>
                </a:cubicBezTo>
                <a:cubicBezTo>
                  <a:pt x="713" y="1098"/>
                  <a:pt x="714" y="1093"/>
                  <a:pt x="712" y="1088"/>
                </a:cubicBezTo>
                <a:cubicBezTo>
                  <a:pt x="704" y="1052"/>
                  <a:pt x="713" y="1048"/>
                  <a:pt x="706" y="1042"/>
                </a:cubicBezTo>
                <a:cubicBezTo>
                  <a:pt x="704" y="1006"/>
                  <a:pt x="702" y="1001"/>
                  <a:pt x="703" y="996"/>
                </a:cubicBezTo>
                <a:cubicBezTo>
                  <a:pt x="697" y="954"/>
                  <a:pt x="698" y="944"/>
                  <a:pt x="696" y="934"/>
                </a:cubicBezTo>
                <a:cubicBezTo>
                  <a:pt x="689" y="896"/>
                  <a:pt x="689" y="891"/>
                  <a:pt x="689" y="885"/>
                </a:cubicBezTo>
                <a:cubicBezTo>
                  <a:pt x="677" y="832"/>
                  <a:pt x="675" y="827"/>
                  <a:pt x="676" y="822"/>
                </a:cubicBezTo>
                <a:cubicBezTo>
                  <a:pt x="670" y="849"/>
                  <a:pt x="681" y="857"/>
                  <a:pt x="677" y="862"/>
                </a:cubicBezTo>
                <a:cubicBezTo>
                  <a:pt x="682" y="891"/>
                  <a:pt x="679" y="902"/>
                  <a:pt x="682" y="914"/>
                </a:cubicBezTo>
                <a:cubicBezTo>
                  <a:pt x="675" y="936"/>
                  <a:pt x="679" y="939"/>
                  <a:pt x="675" y="941"/>
                </a:cubicBezTo>
                <a:cubicBezTo>
                  <a:pt x="676" y="951"/>
                  <a:pt x="674" y="953"/>
                  <a:pt x="677" y="955"/>
                </a:cubicBezTo>
                <a:cubicBezTo>
                  <a:pt x="671" y="1001"/>
                  <a:pt x="666" y="1006"/>
                  <a:pt x="669" y="1012"/>
                </a:cubicBezTo>
                <a:cubicBezTo>
                  <a:pt x="670" y="1042"/>
                  <a:pt x="665" y="1044"/>
                  <a:pt x="671" y="1048"/>
                </a:cubicBezTo>
                <a:cubicBezTo>
                  <a:pt x="675" y="1091"/>
                  <a:pt x="668" y="1096"/>
                  <a:pt x="672" y="1103"/>
                </a:cubicBezTo>
                <a:cubicBezTo>
                  <a:pt x="675" y="1163"/>
                  <a:pt x="676" y="1169"/>
                  <a:pt x="676" y="1176"/>
                </a:cubicBezTo>
                <a:cubicBezTo>
                  <a:pt x="682" y="1236"/>
                  <a:pt x="694" y="1244"/>
                  <a:pt x="688" y="1250"/>
                </a:cubicBezTo>
                <a:cubicBezTo>
                  <a:pt x="698" y="1281"/>
                  <a:pt x="699" y="1284"/>
                  <a:pt x="696" y="1287"/>
                </a:cubicBezTo>
                <a:cubicBezTo>
                  <a:pt x="690" y="1298"/>
                  <a:pt x="692" y="1293"/>
                  <a:pt x="688" y="1287"/>
                </a:cubicBezTo>
                <a:cubicBezTo>
                  <a:pt x="672" y="1252"/>
                  <a:pt x="668" y="1243"/>
                  <a:pt x="666" y="1233"/>
                </a:cubicBezTo>
                <a:cubicBezTo>
                  <a:pt x="651" y="1146"/>
                  <a:pt x="645" y="1138"/>
                  <a:pt x="646" y="1130"/>
                </a:cubicBezTo>
                <a:cubicBezTo>
                  <a:pt x="640" y="1069"/>
                  <a:pt x="643" y="1054"/>
                  <a:pt x="643" y="1039"/>
                </a:cubicBezTo>
                <a:cubicBezTo>
                  <a:pt x="647" y="987"/>
                  <a:pt x="648" y="980"/>
                  <a:pt x="646" y="972"/>
                </a:cubicBezTo>
                <a:cubicBezTo>
                  <a:pt x="652" y="935"/>
                  <a:pt x="651" y="931"/>
                  <a:pt x="652" y="928"/>
                </a:cubicBezTo>
                <a:cubicBezTo>
                  <a:pt x="656" y="852"/>
                  <a:pt x="648" y="843"/>
                  <a:pt x="653" y="836"/>
                </a:cubicBezTo>
                <a:cubicBezTo>
                  <a:pt x="643" y="816"/>
                  <a:pt x="650" y="822"/>
                  <a:pt x="647" y="827"/>
                </a:cubicBezTo>
                <a:cubicBezTo>
                  <a:pt x="644" y="882"/>
                  <a:pt x="649" y="888"/>
                  <a:pt x="645" y="892"/>
                </a:cubicBezTo>
                <a:cubicBezTo>
                  <a:pt x="642" y="928"/>
                  <a:pt x="644" y="934"/>
                  <a:pt x="641" y="938"/>
                </a:cubicBezTo>
                <a:cubicBezTo>
                  <a:pt x="641" y="965"/>
                  <a:pt x="638" y="967"/>
                  <a:pt x="639" y="969"/>
                </a:cubicBezTo>
                <a:cubicBezTo>
                  <a:pt x="633" y="1038"/>
                  <a:pt x="633" y="1043"/>
                  <a:pt x="633" y="1048"/>
                </a:cubicBezTo>
                <a:cubicBezTo>
                  <a:pt x="633" y="1085"/>
                  <a:pt x="635" y="1090"/>
                  <a:pt x="635" y="1095"/>
                </a:cubicBezTo>
                <a:cubicBezTo>
                  <a:pt x="642" y="1123"/>
                  <a:pt x="631" y="1124"/>
                  <a:pt x="637" y="1128"/>
                </a:cubicBezTo>
                <a:cubicBezTo>
                  <a:pt x="638" y="1156"/>
                  <a:pt x="642" y="1169"/>
                  <a:pt x="642" y="1181"/>
                </a:cubicBezTo>
                <a:cubicBezTo>
                  <a:pt x="652" y="1203"/>
                  <a:pt x="648" y="1205"/>
                  <a:pt x="651" y="1209"/>
                </a:cubicBezTo>
                <a:cubicBezTo>
                  <a:pt x="670" y="1264"/>
                  <a:pt x="669" y="1270"/>
                  <a:pt x="673" y="1277"/>
                </a:cubicBezTo>
                <a:cubicBezTo>
                  <a:pt x="675" y="1288"/>
                  <a:pt x="670" y="1291"/>
                  <a:pt x="665" y="1285"/>
                </a:cubicBezTo>
                <a:cubicBezTo>
                  <a:pt x="650" y="1251"/>
                  <a:pt x="642" y="1245"/>
                  <a:pt x="645" y="1241"/>
                </a:cubicBezTo>
                <a:cubicBezTo>
                  <a:pt x="624" y="1186"/>
                  <a:pt x="627" y="1177"/>
                  <a:pt x="624" y="1167"/>
                </a:cubicBezTo>
                <a:cubicBezTo>
                  <a:pt x="617" y="1119"/>
                  <a:pt x="620" y="1115"/>
                  <a:pt x="615" y="1109"/>
                </a:cubicBezTo>
                <a:cubicBezTo>
                  <a:pt x="612" y="1061"/>
                  <a:pt x="616" y="1043"/>
                  <a:pt x="609" y="1022"/>
                </a:cubicBezTo>
                <a:cubicBezTo>
                  <a:pt x="623" y="949"/>
                  <a:pt x="617" y="941"/>
                  <a:pt x="624" y="934"/>
                </a:cubicBezTo>
                <a:cubicBezTo>
                  <a:pt x="640" y="866"/>
                  <a:pt x="634" y="861"/>
                  <a:pt x="637" y="858"/>
                </a:cubicBezTo>
                <a:cubicBezTo>
                  <a:pt x="635" y="834"/>
                  <a:pt x="646" y="833"/>
                  <a:pt x="640" y="829"/>
                </a:cubicBezTo>
                <a:cubicBezTo>
                  <a:pt x="642" y="801"/>
                  <a:pt x="647" y="799"/>
                  <a:pt x="643" y="795"/>
                </a:cubicBezTo>
                <a:cubicBezTo>
                  <a:pt x="643" y="761"/>
                  <a:pt x="645" y="757"/>
                  <a:pt x="645" y="753"/>
                </a:cubicBezTo>
                <a:cubicBezTo>
                  <a:pt x="634" y="744"/>
                  <a:pt x="632" y="755"/>
                  <a:pt x="638" y="766"/>
                </a:cubicBezTo>
                <a:cubicBezTo>
                  <a:pt x="632" y="820"/>
                  <a:pt x="632" y="834"/>
                  <a:pt x="632" y="848"/>
                </a:cubicBezTo>
                <a:cubicBezTo>
                  <a:pt x="621" y="875"/>
                  <a:pt x="625" y="883"/>
                  <a:pt x="619" y="889"/>
                </a:cubicBezTo>
                <a:cubicBezTo>
                  <a:pt x="609" y="963"/>
                  <a:pt x="606" y="993"/>
                  <a:pt x="601" y="1022"/>
                </a:cubicBezTo>
                <a:cubicBezTo>
                  <a:pt x="607" y="1061"/>
                  <a:pt x="599" y="1069"/>
                  <a:pt x="604" y="1079"/>
                </a:cubicBezTo>
                <a:cubicBezTo>
                  <a:pt x="607" y="1103"/>
                  <a:pt x="605" y="1105"/>
                  <a:pt x="606" y="1108"/>
                </a:cubicBezTo>
                <a:cubicBezTo>
                  <a:pt x="615" y="1176"/>
                  <a:pt x="616" y="1186"/>
                  <a:pt x="621" y="1196"/>
                </a:cubicBezTo>
                <a:cubicBezTo>
                  <a:pt x="630" y="1230"/>
                  <a:pt x="630" y="1235"/>
                  <a:pt x="634" y="1240"/>
                </a:cubicBezTo>
                <a:cubicBezTo>
                  <a:pt x="624" y="1245"/>
                  <a:pt x="627" y="1241"/>
                  <a:pt x="623" y="1237"/>
                </a:cubicBezTo>
                <a:cubicBezTo>
                  <a:pt x="611" y="1184"/>
                  <a:pt x="605" y="1176"/>
                  <a:pt x="607" y="1169"/>
                </a:cubicBezTo>
                <a:cubicBezTo>
                  <a:pt x="596" y="1116"/>
                  <a:pt x="594" y="1108"/>
                  <a:pt x="593" y="1101"/>
                </a:cubicBezTo>
                <a:cubicBezTo>
                  <a:pt x="593" y="1067"/>
                  <a:pt x="588" y="1054"/>
                  <a:pt x="589" y="1042"/>
                </a:cubicBezTo>
                <a:cubicBezTo>
                  <a:pt x="591" y="964"/>
                  <a:pt x="591" y="961"/>
                  <a:pt x="590" y="958"/>
                </a:cubicBezTo>
                <a:cubicBezTo>
                  <a:pt x="590" y="927"/>
                  <a:pt x="596" y="925"/>
                  <a:pt x="593" y="921"/>
                </a:cubicBezTo>
                <a:cubicBezTo>
                  <a:pt x="605" y="892"/>
                  <a:pt x="595" y="887"/>
                  <a:pt x="603" y="885"/>
                </a:cubicBezTo>
                <a:cubicBezTo>
                  <a:pt x="602" y="863"/>
                  <a:pt x="614" y="862"/>
                  <a:pt x="607" y="858"/>
                </a:cubicBezTo>
                <a:cubicBezTo>
                  <a:pt x="613" y="834"/>
                  <a:pt x="614" y="828"/>
                  <a:pt x="616" y="822"/>
                </a:cubicBezTo>
                <a:cubicBezTo>
                  <a:pt x="615" y="800"/>
                  <a:pt x="620" y="797"/>
                  <a:pt x="618" y="794"/>
                </a:cubicBezTo>
                <a:cubicBezTo>
                  <a:pt x="608" y="817"/>
                  <a:pt x="609" y="822"/>
                  <a:pt x="609" y="827"/>
                </a:cubicBezTo>
                <a:cubicBezTo>
                  <a:pt x="597" y="876"/>
                  <a:pt x="594" y="885"/>
                  <a:pt x="590" y="894"/>
                </a:cubicBezTo>
                <a:cubicBezTo>
                  <a:pt x="584" y="957"/>
                  <a:pt x="578" y="965"/>
                  <a:pt x="581" y="975"/>
                </a:cubicBezTo>
                <a:cubicBezTo>
                  <a:pt x="579" y="1012"/>
                  <a:pt x="580" y="1021"/>
                  <a:pt x="580" y="1030"/>
                </a:cubicBezTo>
                <a:cubicBezTo>
                  <a:pt x="582" y="1091"/>
                  <a:pt x="586" y="1096"/>
                  <a:pt x="585" y="1101"/>
                </a:cubicBezTo>
                <a:cubicBezTo>
                  <a:pt x="600" y="1177"/>
                  <a:pt x="598" y="1181"/>
                  <a:pt x="604" y="1187"/>
                </a:cubicBezTo>
                <a:cubicBezTo>
                  <a:pt x="606" y="1230"/>
                  <a:pt x="603" y="1224"/>
                  <a:pt x="600" y="1219"/>
                </a:cubicBezTo>
                <a:cubicBezTo>
                  <a:pt x="585" y="1180"/>
                  <a:pt x="590" y="1172"/>
                  <a:pt x="586" y="1170"/>
                </a:cubicBezTo>
                <a:cubicBezTo>
                  <a:pt x="581" y="1151"/>
                  <a:pt x="584" y="1149"/>
                  <a:pt x="579" y="1145"/>
                </a:cubicBezTo>
                <a:cubicBezTo>
                  <a:pt x="573" y="1114"/>
                  <a:pt x="573" y="1112"/>
                  <a:pt x="573" y="1110"/>
                </a:cubicBezTo>
                <a:cubicBezTo>
                  <a:pt x="566" y="1082"/>
                  <a:pt x="569" y="1078"/>
                  <a:pt x="568" y="1073"/>
                </a:cubicBezTo>
                <a:cubicBezTo>
                  <a:pt x="566" y="1036"/>
                  <a:pt x="563" y="1033"/>
                  <a:pt x="567" y="1031"/>
                </a:cubicBezTo>
                <a:cubicBezTo>
                  <a:pt x="569" y="979"/>
                  <a:pt x="563" y="969"/>
                  <a:pt x="565" y="960"/>
                </a:cubicBezTo>
                <a:cubicBezTo>
                  <a:pt x="568" y="930"/>
                  <a:pt x="564" y="927"/>
                  <a:pt x="566" y="924"/>
                </a:cubicBezTo>
                <a:cubicBezTo>
                  <a:pt x="574" y="895"/>
                  <a:pt x="569" y="889"/>
                  <a:pt x="573" y="885"/>
                </a:cubicBezTo>
                <a:cubicBezTo>
                  <a:pt x="579" y="847"/>
                  <a:pt x="578" y="841"/>
                  <a:pt x="578" y="836"/>
                </a:cubicBezTo>
                <a:cubicBezTo>
                  <a:pt x="583" y="808"/>
                  <a:pt x="590" y="806"/>
                  <a:pt x="590" y="803"/>
                </a:cubicBezTo>
                <a:cubicBezTo>
                  <a:pt x="597" y="749"/>
                  <a:pt x="598" y="743"/>
                  <a:pt x="599" y="738"/>
                </a:cubicBezTo>
                <a:cubicBezTo>
                  <a:pt x="600" y="694"/>
                  <a:pt x="601" y="691"/>
                  <a:pt x="601" y="688"/>
                </a:cubicBezTo>
                <a:cubicBezTo>
                  <a:pt x="594" y="675"/>
                  <a:pt x="596" y="680"/>
                  <a:pt x="600" y="686"/>
                </a:cubicBezTo>
                <a:cubicBezTo>
                  <a:pt x="595" y="733"/>
                  <a:pt x="590" y="739"/>
                  <a:pt x="592" y="746"/>
                </a:cubicBezTo>
                <a:cubicBezTo>
                  <a:pt x="570" y="852"/>
                  <a:pt x="563" y="853"/>
                  <a:pt x="567" y="857"/>
                </a:cubicBezTo>
                <a:cubicBezTo>
                  <a:pt x="563" y="882"/>
                  <a:pt x="561" y="885"/>
                  <a:pt x="563" y="889"/>
                </a:cubicBezTo>
                <a:cubicBezTo>
                  <a:pt x="558" y="915"/>
                  <a:pt x="558" y="918"/>
                  <a:pt x="558" y="920"/>
                </a:cubicBezTo>
                <a:cubicBezTo>
                  <a:pt x="554" y="958"/>
                  <a:pt x="558" y="966"/>
                  <a:pt x="555" y="972"/>
                </a:cubicBezTo>
                <a:cubicBezTo>
                  <a:pt x="558" y="1019"/>
                  <a:pt x="555" y="1023"/>
                  <a:pt x="557" y="1027"/>
                </a:cubicBezTo>
                <a:cubicBezTo>
                  <a:pt x="558" y="1059"/>
                  <a:pt x="561" y="1064"/>
                  <a:pt x="556" y="1068"/>
                </a:cubicBezTo>
                <a:cubicBezTo>
                  <a:pt x="562" y="1093"/>
                  <a:pt x="560" y="1096"/>
                  <a:pt x="563" y="1100"/>
                </a:cubicBezTo>
                <a:cubicBezTo>
                  <a:pt x="564" y="1121"/>
                  <a:pt x="568" y="1131"/>
                  <a:pt x="571" y="1141"/>
                </a:cubicBezTo>
                <a:cubicBezTo>
                  <a:pt x="580" y="1181"/>
                  <a:pt x="584" y="1184"/>
                  <a:pt x="582" y="1186"/>
                </a:cubicBezTo>
                <a:cubicBezTo>
                  <a:pt x="564" y="1172"/>
                  <a:pt x="561" y="1161"/>
                  <a:pt x="558" y="1150"/>
                </a:cubicBezTo>
                <a:cubicBezTo>
                  <a:pt x="546" y="1104"/>
                  <a:pt x="550" y="1101"/>
                  <a:pt x="545" y="1097"/>
                </a:cubicBezTo>
                <a:cubicBezTo>
                  <a:pt x="543" y="1058"/>
                  <a:pt x="539" y="1047"/>
                  <a:pt x="540" y="1037"/>
                </a:cubicBezTo>
                <a:cubicBezTo>
                  <a:pt x="536" y="987"/>
                  <a:pt x="533" y="982"/>
                  <a:pt x="534" y="977"/>
                </a:cubicBezTo>
                <a:cubicBezTo>
                  <a:pt x="533" y="942"/>
                  <a:pt x="535" y="938"/>
                  <a:pt x="535" y="933"/>
                </a:cubicBezTo>
                <a:cubicBezTo>
                  <a:pt x="540" y="908"/>
                  <a:pt x="534" y="897"/>
                  <a:pt x="541" y="889"/>
                </a:cubicBezTo>
                <a:cubicBezTo>
                  <a:pt x="544" y="865"/>
                  <a:pt x="544" y="862"/>
                  <a:pt x="547" y="860"/>
                </a:cubicBezTo>
                <a:cubicBezTo>
                  <a:pt x="546" y="829"/>
                  <a:pt x="552" y="826"/>
                  <a:pt x="552" y="822"/>
                </a:cubicBezTo>
                <a:cubicBezTo>
                  <a:pt x="565" y="779"/>
                  <a:pt x="565" y="775"/>
                  <a:pt x="567" y="771"/>
                </a:cubicBezTo>
                <a:cubicBezTo>
                  <a:pt x="575" y="741"/>
                  <a:pt x="570" y="736"/>
                  <a:pt x="577" y="732"/>
                </a:cubicBezTo>
                <a:cubicBezTo>
                  <a:pt x="577" y="702"/>
                  <a:pt x="583" y="698"/>
                  <a:pt x="578" y="693"/>
                </a:cubicBezTo>
                <a:cubicBezTo>
                  <a:pt x="583" y="675"/>
                  <a:pt x="583" y="671"/>
                  <a:pt x="583" y="666"/>
                </a:cubicBezTo>
                <a:cubicBezTo>
                  <a:pt x="575" y="703"/>
                  <a:pt x="574" y="710"/>
                  <a:pt x="571" y="717"/>
                </a:cubicBezTo>
                <a:cubicBezTo>
                  <a:pt x="570" y="735"/>
                  <a:pt x="567" y="736"/>
                  <a:pt x="568" y="739"/>
                </a:cubicBezTo>
                <a:cubicBezTo>
                  <a:pt x="561" y="763"/>
                  <a:pt x="562" y="767"/>
                  <a:pt x="561" y="770"/>
                </a:cubicBezTo>
                <a:cubicBezTo>
                  <a:pt x="549" y="802"/>
                  <a:pt x="549" y="804"/>
                  <a:pt x="549" y="806"/>
                </a:cubicBezTo>
                <a:cubicBezTo>
                  <a:pt x="540" y="840"/>
                  <a:pt x="537" y="858"/>
                  <a:pt x="532" y="876"/>
                </a:cubicBezTo>
                <a:cubicBezTo>
                  <a:pt x="524" y="936"/>
                  <a:pt x="527" y="941"/>
                  <a:pt x="525" y="946"/>
                </a:cubicBezTo>
                <a:cubicBezTo>
                  <a:pt x="526" y="979"/>
                  <a:pt x="524" y="983"/>
                  <a:pt x="526" y="988"/>
                </a:cubicBezTo>
                <a:cubicBezTo>
                  <a:pt x="528" y="1026"/>
                  <a:pt x="534" y="1036"/>
                  <a:pt x="529" y="1045"/>
                </a:cubicBezTo>
                <a:cubicBezTo>
                  <a:pt x="544" y="1143"/>
                  <a:pt x="552" y="1151"/>
                  <a:pt x="548" y="1157"/>
                </a:cubicBezTo>
                <a:cubicBezTo>
                  <a:pt x="539" y="1126"/>
                  <a:pt x="532" y="1132"/>
                  <a:pt x="527" y="1121"/>
                </a:cubicBezTo>
                <a:cubicBezTo>
                  <a:pt x="526" y="1098"/>
                  <a:pt x="526" y="1092"/>
                  <a:pt x="524" y="1086"/>
                </a:cubicBezTo>
                <a:cubicBezTo>
                  <a:pt x="522" y="1028"/>
                  <a:pt x="517" y="1022"/>
                  <a:pt x="520" y="1017"/>
                </a:cubicBezTo>
                <a:cubicBezTo>
                  <a:pt x="518" y="993"/>
                  <a:pt x="516" y="987"/>
                  <a:pt x="519" y="982"/>
                </a:cubicBezTo>
                <a:cubicBezTo>
                  <a:pt x="517" y="890"/>
                  <a:pt x="517" y="878"/>
                  <a:pt x="522" y="865"/>
                </a:cubicBezTo>
                <a:cubicBezTo>
                  <a:pt x="524" y="834"/>
                  <a:pt x="523" y="830"/>
                  <a:pt x="523" y="826"/>
                </a:cubicBezTo>
                <a:cubicBezTo>
                  <a:pt x="528" y="766"/>
                  <a:pt x="535" y="764"/>
                  <a:pt x="533" y="761"/>
                </a:cubicBezTo>
                <a:cubicBezTo>
                  <a:pt x="541" y="726"/>
                  <a:pt x="537" y="718"/>
                  <a:pt x="541" y="712"/>
                </a:cubicBezTo>
                <a:cubicBezTo>
                  <a:pt x="551" y="692"/>
                  <a:pt x="546" y="688"/>
                  <a:pt x="549" y="685"/>
                </a:cubicBezTo>
                <a:cubicBezTo>
                  <a:pt x="542" y="713"/>
                  <a:pt x="530" y="716"/>
                  <a:pt x="535" y="722"/>
                </a:cubicBezTo>
                <a:cubicBezTo>
                  <a:pt x="526" y="743"/>
                  <a:pt x="531" y="749"/>
                  <a:pt x="525" y="753"/>
                </a:cubicBezTo>
                <a:cubicBezTo>
                  <a:pt x="518" y="809"/>
                  <a:pt x="514" y="815"/>
                  <a:pt x="518" y="822"/>
                </a:cubicBezTo>
                <a:cubicBezTo>
                  <a:pt x="513" y="854"/>
                  <a:pt x="513" y="856"/>
                  <a:pt x="510" y="857"/>
                </a:cubicBezTo>
                <a:cubicBezTo>
                  <a:pt x="508" y="870"/>
                  <a:pt x="511" y="872"/>
                  <a:pt x="509" y="874"/>
                </a:cubicBezTo>
                <a:cubicBezTo>
                  <a:pt x="509" y="898"/>
                  <a:pt x="507" y="901"/>
                  <a:pt x="507" y="905"/>
                </a:cubicBezTo>
                <a:cubicBezTo>
                  <a:pt x="503" y="954"/>
                  <a:pt x="508" y="962"/>
                  <a:pt x="504" y="969"/>
                </a:cubicBezTo>
                <a:cubicBezTo>
                  <a:pt x="508" y="1018"/>
                  <a:pt x="511" y="1031"/>
                  <a:pt x="509" y="1043"/>
                </a:cubicBezTo>
                <a:cubicBezTo>
                  <a:pt x="511" y="1074"/>
                  <a:pt x="512" y="1078"/>
                  <a:pt x="515" y="1081"/>
                </a:cubicBezTo>
                <a:cubicBezTo>
                  <a:pt x="518" y="1112"/>
                  <a:pt x="517" y="1113"/>
                  <a:pt x="517" y="1115"/>
                </a:cubicBezTo>
                <a:cubicBezTo>
                  <a:pt x="503" y="1090"/>
                  <a:pt x="497" y="1080"/>
                  <a:pt x="501" y="1073"/>
                </a:cubicBezTo>
                <a:cubicBezTo>
                  <a:pt x="492" y="1033"/>
                  <a:pt x="486" y="1028"/>
                  <a:pt x="490" y="1024"/>
                </a:cubicBezTo>
                <a:cubicBezTo>
                  <a:pt x="487" y="996"/>
                  <a:pt x="483" y="991"/>
                  <a:pt x="485" y="987"/>
                </a:cubicBezTo>
                <a:cubicBezTo>
                  <a:pt x="484" y="972"/>
                  <a:pt x="482" y="969"/>
                  <a:pt x="484" y="967"/>
                </a:cubicBezTo>
                <a:cubicBezTo>
                  <a:pt x="483" y="926"/>
                  <a:pt x="486" y="914"/>
                  <a:pt x="486" y="901"/>
                </a:cubicBezTo>
                <a:cubicBezTo>
                  <a:pt x="486" y="872"/>
                  <a:pt x="486" y="869"/>
                  <a:pt x="487" y="866"/>
                </a:cubicBezTo>
                <a:cubicBezTo>
                  <a:pt x="491" y="841"/>
                  <a:pt x="492" y="835"/>
                  <a:pt x="496" y="830"/>
                </a:cubicBezTo>
                <a:cubicBezTo>
                  <a:pt x="497" y="808"/>
                  <a:pt x="497" y="805"/>
                  <a:pt x="498" y="802"/>
                </a:cubicBezTo>
                <a:cubicBezTo>
                  <a:pt x="501" y="781"/>
                  <a:pt x="502" y="777"/>
                  <a:pt x="502" y="774"/>
                </a:cubicBezTo>
                <a:cubicBezTo>
                  <a:pt x="509" y="743"/>
                  <a:pt x="503" y="739"/>
                  <a:pt x="507" y="736"/>
                </a:cubicBezTo>
                <a:cubicBezTo>
                  <a:pt x="513" y="714"/>
                  <a:pt x="508" y="710"/>
                  <a:pt x="514" y="708"/>
                </a:cubicBezTo>
                <a:cubicBezTo>
                  <a:pt x="516" y="672"/>
                  <a:pt x="518" y="666"/>
                  <a:pt x="514" y="659"/>
                </a:cubicBezTo>
                <a:cubicBezTo>
                  <a:pt x="522" y="620"/>
                  <a:pt x="511" y="615"/>
                  <a:pt x="515" y="613"/>
                </a:cubicBezTo>
                <a:cubicBezTo>
                  <a:pt x="513" y="576"/>
                  <a:pt x="517" y="570"/>
                  <a:pt x="514" y="562"/>
                </a:cubicBezTo>
                <a:cubicBezTo>
                  <a:pt x="512" y="540"/>
                  <a:pt x="511" y="537"/>
                  <a:pt x="513" y="534"/>
                </a:cubicBezTo>
                <a:cubicBezTo>
                  <a:pt x="508" y="542"/>
                  <a:pt x="509" y="547"/>
                  <a:pt x="510" y="552"/>
                </a:cubicBezTo>
                <a:cubicBezTo>
                  <a:pt x="511" y="613"/>
                  <a:pt x="510" y="618"/>
                  <a:pt x="509" y="622"/>
                </a:cubicBezTo>
                <a:cubicBezTo>
                  <a:pt x="509" y="654"/>
                  <a:pt x="508" y="658"/>
                  <a:pt x="509" y="663"/>
                </a:cubicBezTo>
                <a:cubicBezTo>
                  <a:pt x="499" y="722"/>
                  <a:pt x="502" y="727"/>
                  <a:pt x="499" y="732"/>
                </a:cubicBezTo>
                <a:cubicBezTo>
                  <a:pt x="490" y="794"/>
                  <a:pt x="488" y="801"/>
                  <a:pt x="486" y="808"/>
                </a:cubicBezTo>
                <a:cubicBezTo>
                  <a:pt x="484" y="836"/>
                  <a:pt x="481" y="842"/>
                  <a:pt x="480" y="849"/>
                </a:cubicBezTo>
                <a:cubicBezTo>
                  <a:pt x="477" y="885"/>
                  <a:pt x="474" y="888"/>
                  <a:pt x="476" y="892"/>
                </a:cubicBezTo>
                <a:cubicBezTo>
                  <a:pt x="475" y="941"/>
                  <a:pt x="477" y="949"/>
                  <a:pt x="474" y="956"/>
                </a:cubicBezTo>
                <a:cubicBezTo>
                  <a:pt x="478" y="1007"/>
                  <a:pt x="478" y="1015"/>
                  <a:pt x="481" y="1023"/>
                </a:cubicBezTo>
                <a:cubicBezTo>
                  <a:pt x="485" y="1060"/>
                  <a:pt x="486" y="1063"/>
                  <a:pt x="489" y="1068"/>
                </a:cubicBezTo>
                <a:cubicBezTo>
                  <a:pt x="477" y="1065"/>
                  <a:pt x="473" y="1058"/>
                  <a:pt x="472" y="1051"/>
                </a:cubicBezTo>
                <a:cubicBezTo>
                  <a:pt x="469" y="1021"/>
                  <a:pt x="469" y="1014"/>
                  <a:pt x="467" y="1006"/>
                </a:cubicBezTo>
                <a:cubicBezTo>
                  <a:pt x="464" y="956"/>
                  <a:pt x="462" y="949"/>
                  <a:pt x="460" y="941"/>
                </a:cubicBezTo>
                <a:cubicBezTo>
                  <a:pt x="460" y="879"/>
                  <a:pt x="462" y="877"/>
                  <a:pt x="461" y="874"/>
                </a:cubicBezTo>
                <a:cubicBezTo>
                  <a:pt x="468" y="826"/>
                  <a:pt x="463" y="820"/>
                  <a:pt x="467" y="815"/>
                </a:cubicBezTo>
                <a:cubicBezTo>
                  <a:pt x="474" y="789"/>
                  <a:pt x="470" y="786"/>
                  <a:pt x="474" y="784"/>
                </a:cubicBezTo>
                <a:cubicBezTo>
                  <a:pt x="479" y="746"/>
                  <a:pt x="482" y="724"/>
                  <a:pt x="486" y="703"/>
                </a:cubicBezTo>
                <a:cubicBezTo>
                  <a:pt x="490" y="666"/>
                  <a:pt x="494" y="661"/>
                  <a:pt x="493" y="656"/>
                </a:cubicBezTo>
                <a:cubicBezTo>
                  <a:pt x="494" y="600"/>
                  <a:pt x="491" y="594"/>
                  <a:pt x="490" y="588"/>
                </a:cubicBezTo>
                <a:cubicBezTo>
                  <a:pt x="482" y="572"/>
                  <a:pt x="482" y="575"/>
                  <a:pt x="485" y="578"/>
                </a:cubicBezTo>
                <a:cubicBezTo>
                  <a:pt x="489" y="615"/>
                  <a:pt x="484" y="625"/>
                  <a:pt x="488" y="638"/>
                </a:cubicBezTo>
                <a:cubicBezTo>
                  <a:pt x="482" y="691"/>
                  <a:pt x="474" y="695"/>
                  <a:pt x="477" y="701"/>
                </a:cubicBezTo>
                <a:cubicBezTo>
                  <a:pt x="478" y="728"/>
                  <a:pt x="467" y="729"/>
                  <a:pt x="473" y="734"/>
                </a:cubicBezTo>
                <a:cubicBezTo>
                  <a:pt x="466" y="787"/>
                  <a:pt x="456" y="807"/>
                  <a:pt x="456" y="829"/>
                </a:cubicBezTo>
                <a:cubicBezTo>
                  <a:pt x="452" y="864"/>
                  <a:pt x="453" y="867"/>
                  <a:pt x="452" y="869"/>
                </a:cubicBezTo>
                <a:cubicBezTo>
                  <a:pt x="452" y="898"/>
                  <a:pt x="451" y="901"/>
                  <a:pt x="450" y="903"/>
                </a:cubicBezTo>
                <a:cubicBezTo>
                  <a:pt x="454" y="926"/>
                  <a:pt x="448" y="928"/>
                  <a:pt x="454" y="932"/>
                </a:cubicBezTo>
                <a:cubicBezTo>
                  <a:pt x="453" y="980"/>
                  <a:pt x="457" y="993"/>
                  <a:pt x="458" y="1005"/>
                </a:cubicBezTo>
                <a:cubicBezTo>
                  <a:pt x="460" y="1036"/>
                  <a:pt x="452" y="1028"/>
                  <a:pt x="453" y="1021"/>
                </a:cubicBezTo>
                <a:cubicBezTo>
                  <a:pt x="440" y="968"/>
                  <a:pt x="437" y="966"/>
                  <a:pt x="439" y="964"/>
                </a:cubicBezTo>
                <a:cubicBezTo>
                  <a:pt x="438" y="947"/>
                  <a:pt x="437" y="944"/>
                  <a:pt x="437" y="942"/>
                </a:cubicBezTo>
                <a:cubicBezTo>
                  <a:pt x="434" y="894"/>
                  <a:pt x="436" y="890"/>
                  <a:pt x="437" y="885"/>
                </a:cubicBezTo>
                <a:cubicBezTo>
                  <a:pt x="442" y="839"/>
                  <a:pt x="439" y="834"/>
                  <a:pt x="440" y="830"/>
                </a:cubicBezTo>
                <a:cubicBezTo>
                  <a:pt x="450" y="793"/>
                  <a:pt x="446" y="783"/>
                  <a:pt x="451" y="774"/>
                </a:cubicBezTo>
                <a:cubicBezTo>
                  <a:pt x="454" y="744"/>
                  <a:pt x="457" y="742"/>
                  <a:pt x="457" y="740"/>
                </a:cubicBezTo>
                <a:cubicBezTo>
                  <a:pt x="463" y="717"/>
                  <a:pt x="463" y="715"/>
                  <a:pt x="464" y="713"/>
                </a:cubicBezTo>
                <a:cubicBezTo>
                  <a:pt x="468" y="697"/>
                  <a:pt x="463" y="694"/>
                  <a:pt x="468" y="692"/>
                </a:cubicBezTo>
                <a:cubicBezTo>
                  <a:pt x="474" y="647"/>
                  <a:pt x="473" y="645"/>
                  <a:pt x="473" y="643"/>
                </a:cubicBezTo>
                <a:cubicBezTo>
                  <a:pt x="475" y="617"/>
                  <a:pt x="478" y="612"/>
                  <a:pt x="474" y="607"/>
                </a:cubicBezTo>
                <a:cubicBezTo>
                  <a:pt x="467" y="544"/>
                  <a:pt x="471" y="539"/>
                  <a:pt x="465" y="538"/>
                </a:cubicBezTo>
                <a:cubicBezTo>
                  <a:pt x="461" y="511"/>
                  <a:pt x="460" y="507"/>
                  <a:pt x="462" y="503"/>
                </a:cubicBezTo>
                <a:cubicBezTo>
                  <a:pt x="457" y="538"/>
                  <a:pt x="470" y="546"/>
                  <a:pt x="465" y="552"/>
                </a:cubicBezTo>
                <a:cubicBezTo>
                  <a:pt x="470" y="582"/>
                  <a:pt x="469" y="588"/>
                  <a:pt x="468" y="595"/>
                </a:cubicBezTo>
                <a:cubicBezTo>
                  <a:pt x="465" y="622"/>
                  <a:pt x="467" y="628"/>
                  <a:pt x="467" y="634"/>
                </a:cubicBezTo>
                <a:cubicBezTo>
                  <a:pt x="460" y="664"/>
                  <a:pt x="461" y="676"/>
                  <a:pt x="459" y="687"/>
                </a:cubicBezTo>
                <a:cubicBezTo>
                  <a:pt x="444" y="731"/>
                  <a:pt x="452" y="736"/>
                  <a:pt x="447" y="739"/>
                </a:cubicBezTo>
                <a:cubicBezTo>
                  <a:pt x="444" y="764"/>
                  <a:pt x="442" y="767"/>
                  <a:pt x="441" y="770"/>
                </a:cubicBezTo>
                <a:cubicBezTo>
                  <a:pt x="433" y="806"/>
                  <a:pt x="437" y="810"/>
                  <a:pt x="433" y="813"/>
                </a:cubicBezTo>
                <a:cubicBezTo>
                  <a:pt x="430" y="841"/>
                  <a:pt x="429" y="849"/>
                  <a:pt x="426" y="855"/>
                </a:cubicBezTo>
                <a:cubicBezTo>
                  <a:pt x="427" y="895"/>
                  <a:pt x="426" y="897"/>
                  <a:pt x="425" y="899"/>
                </a:cubicBezTo>
                <a:cubicBezTo>
                  <a:pt x="422" y="888"/>
                  <a:pt x="419" y="883"/>
                  <a:pt x="419" y="879"/>
                </a:cubicBezTo>
                <a:cubicBezTo>
                  <a:pt x="422" y="840"/>
                  <a:pt x="418" y="835"/>
                  <a:pt x="419" y="831"/>
                </a:cubicBezTo>
                <a:cubicBezTo>
                  <a:pt x="420" y="773"/>
                  <a:pt x="425" y="741"/>
                  <a:pt x="432" y="709"/>
                </a:cubicBezTo>
                <a:cubicBezTo>
                  <a:pt x="433" y="669"/>
                  <a:pt x="436" y="665"/>
                  <a:pt x="432" y="661"/>
                </a:cubicBezTo>
                <a:cubicBezTo>
                  <a:pt x="438" y="624"/>
                  <a:pt x="435" y="620"/>
                  <a:pt x="438" y="617"/>
                </a:cubicBezTo>
                <a:cubicBezTo>
                  <a:pt x="438" y="601"/>
                  <a:pt x="437" y="597"/>
                  <a:pt x="437" y="593"/>
                </a:cubicBezTo>
                <a:cubicBezTo>
                  <a:pt x="433" y="602"/>
                  <a:pt x="434" y="608"/>
                  <a:pt x="433" y="613"/>
                </a:cubicBezTo>
                <a:cubicBezTo>
                  <a:pt x="423" y="677"/>
                  <a:pt x="424" y="683"/>
                  <a:pt x="425" y="688"/>
                </a:cubicBezTo>
                <a:cubicBezTo>
                  <a:pt x="418" y="711"/>
                  <a:pt x="423" y="715"/>
                  <a:pt x="418" y="717"/>
                </a:cubicBezTo>
                <a:cubicBezTo>
                  <a:pt x="411" y="765"/>
                  <a:pt x="414" y="768"/>
                  <a:pt x="414" y="771"/>
                </a:cubicBezTo>
                <a:cubicBezTo>
                  <a:pt x="415" y="805"/>
                  <a:pt x="408" y="814"/>
                  <a:pt x="413" y="825"/>
                </a:cubicBezTo>
                <a:cubicBezTo>
                  <a:pt x="409" y="843"/>
                  <a:pt x="411" y="847"/>
                  <a:pt x="408" y="852"/>
                </a:cubicBezTo>
                <a:cubicBezTo>
                  <a:pt x="413" y="907"/>
                  <a:pt x="416" y="911"/>
                  <a:pt x="415" y="915"/>
                </a:cubicBezTo>
                <a:cubicBezTo>
                  <a:pt x="424" y="956"/>
                  <a:pt x="423" y="963"/>
                  <a:pt x="426" y="971"/>
                </a:cubicBezTo>
                <a:cubicBezTo>
                  <a:pt x="422" y="973"/>
                  <a:pt x="413" y="966"/>
                  <a:pt x="416" y="962"/>
                </a:cubicBezTo>
                <a:cubicBezTo>
                  <a:pt x="398" y="901"/>
                  <a:pt x="390" y="896"/>
                  <a:pt x="397" y="893"/>
                </a:cubicBezTo>
                <a:cubicBezTo>
                  <a:pt x="393" y="859"/>
                  <a:pt x="388" y="854"/>
                  <a:pt x="387" y="849"/>
                </a:cubicBezTo>
                <a:cubicBezTo>
                  <a:pt x="388" y="825"/>
                  <a:pt x="387" y="822"/>
                  <a:pt x="387" y="819"/>
                </a:cubicBezTo>
                <a:cubicBezTo>
                  <a:pt x="387" y="781"/>
                  <a:pt x="387" y="778"/>
                  <a:pt x="385" y="775"/>
                </a:cubicBezTo>
                <a:cubicBezTo>
                  <a:pt x="385" y="740"/>
                  <a:pt x="388" y="735"/>
                  <a:pt x="388" y="730"/>
                </a:cubicBezTo>
                <a:cubicBezTo>
                  <a:pt x="396" y="683"/>
                  <a:pt x="389" y="676"/>
                  <a:pt x="394" y="672"/>
                </a:cubicBezTo>
                <a:cubicBezTo>
                  <a:pt x="397" y="622"/>
                  <a:pt x="400" y="617"/>
                  <a:pt x="397" y="611"/>
                </a:cubicBezTo>
                <a:cubicBezTo>
                  <a:pt x="404" y="586"/>
                  <a:pt x="406" y="584"/>
                  <a:pt x="405" y="581"/>
                </a:cubicBezTo>
                <a:cubicBezTo>
                  <a:pt x="415" y="540"/>
                  <a:pt x="413" y="537"/>
                  <a:pt x="414" y="535"/>
                </a:cubicBezTo>
                <a:cubicBezTo>
                  <a:pt x="414" y="477"/>
                  <a:pt x="420" y="468"/>
                  <a:pt x="416" y="458"/>
                </a:cubicBezTo>
                <a:cubicBezTo>
                  <a:pt x="412" y="435"/>
                  <a:pt x="414" y="431"/>
                  <a:pt x="411" y="432"/>
                </a:cubicBezTo>
                <a:cubicBezTo>
                  <a:pt x="412" y="490"/>
                  <a:pt x="409" y="495"/>
                  <a:pt x="411" y="500"/>
                </a:cubicBezTo>
                <a:cubicBezTo>
                  <a:pt x="408" y="524"/>
                  <a:pt x="408" y="526"/>
                  <a:pt x="408" y="529"/>
                </a:cubicBezTo>
                <a:cubicBezTo>
                  <a:pt x="405" y="563"/>
                  <a:pt x="397" y="567"/>
                  <a:pt x="402" y="573"/>
                </a:cubicBezTo>
                <a:cubicBezTo>
                  <a:pt x="394" y="607"/>
                  <a:pt x="390" y="612"/>
                  <a:pt x="391" y="618"/>
                </a:cubicBezTo>
                <a:cubicBezTo>
                  <a:pt x="389" y="640"/>
                  <a:pt x="389" y="643"/>
                  <a:pt x="389" y="646"/>
                </a:cubicBezTo>
                <a:cubicBezTo>
                  <a:pt x="386" y="667"/>
                  <a:pt x="380" y="670"/>
                  <a:pt x="385" y="673"/>
                </a:cubicBezTo>
                <a:cubicBezTo>
                  <a:pt x="376" y="720"/>
                  <a:pt x="380" y="734"/>
                  <a:pt x="377" y="746"/>
                </a:cubicBezTo>
                <a:cubicBezTo>
                  <a:pt x="382" y="786"/>
                  <a:pt x="376" y="788"/>
                  <a:pt x="378" y="791"/>
                </a:cubicBezTo>
                <a:cubicBezTo>
                  <a:pt x="372" y="812"/>
                  <a:pt x="384" y="817"/>
                  <a:pt x="379" y="819"/>
                </a:cubicBezTo>
                <a:cubicBezTo>
                  <a:pt x="384" y="878"/>
                  <a:pt x="385" y="881"/>
                  <a:pt x="382" y="884"/>
                </a:cubicBezTo>
                <a:cubicBezTo>
                  <a:pt x="375" y="870"/>
                  <a:pt x="378" y="866"/>
                  <a:pt x="377" y="861"/>
                </a:cubicBezTo>
                <a:cubicBezTo>
                  <a:pt x="373" y="822"/>
                  <a:pt x="370" y="812"/>
                  <a:pt x="373" y="803"/>
                </a:cubicBezTo>
                <a:cubicBezTo>
                  <a:pt x="369" y="752"/>
                  <a:pt x="366" y="739"/>
                  <a:pt x="370" y="727"/>
                </a:cubicBezTo>
                <a:cubicBezTo>
                  <a:pt x="374" y="678"/>
                  <a:pt x="368" y="674"/>
                  <a:pt x="373" y="671"/>
                </a:cubicBezTo>
                <a:cubicBezTo>
                  <a:pt x="375" y="650"/>
                  <a:pt x="376" y="644"/>
                  <a:pt x="375" y="637"/>
                </a:cubicBezTo>
                <a:cubicBezTo>
                  <a:pt x="385" y="618"/>
                  <a:pt x="376" y="613"/>
                  <a:pt x="383" y="611"/>
                </a:cubicBezTo>
                <a:cubicBezTo>
                  <a:pt x="392" y="583"/>
                  <a:pt x="382" y="577"/>
                  <a:pt x="389" y="574"/>
                </a:cubicBezTo>
                <a:cubicBezTo>
                  <a:pt x="394" y="539"/>
                  <a:pt x="393" y="537"/>
                  <a:pt x="394" y="536"/>
                </a:cubicBezTo>
                <a:cubicBezTo>
                  <a:pt x="399" y="513"/>
                  <a:pt x="397" y="506"/>
                  <a:pt x="397" y="499"/>
                </a:cubicBezTo>
                <a:cubicBezTo>
                  <a:pt x="395" y="482"/>
                  <a:pt x="393" y="485"/>
                  <a:pt x="394" y="487"/>
                </a:cubicBezTo>
                <a:cubicBezTo>
                  <a:pt x="386" y="537"/>
                  <a:pt x="387" y="542"/>
                  <a:pt x="386" y="547"/>
                </a:cubicBezTo>
                <a:cubicBezTo>
                  <a:pt x="384" y="570"/>
                  <a:pt x="381" y="575"/>
                  <a:pt x="380" y="580"/>
                </a:cubicBezTo>
                <a:cubicBezTo>
                  <a:pt x="374" y="608"/>
                  <a:pt x="372" y="618"/>
                  <a:pt x="369" y="629"/>
                </a:cubicBezTo>
                <a:cubicBezTo>
                  <a:pt x="362" y="701"/>
                  <a:pt x="362" y="711"/>
                  <a:pt x="360" y="721"/>
                </a:cubicBezTo>
                <a:cubicBezTo>
                  <a:pt x="357" y="790"/>
                  <a:pt x="360" y="800"/>
                  <a:pt x="362" y="810"/>
                </a:cubicBezTo>
                <a:cubicBezTo>
                  <a:pt x="364" y="835"/>
                  <a:pt x="365" y="838"/>
                  <a:pt x="365" y="840"/>
                </a:cubicBezTo>
                <a:cubicBezTo>
                  <a:pt x="372" y="877"/>
                  <a:pt x="366" y="881"/>
                  <a:pt x="371" y="887"/>
                </a:cubicBezTo>
                <a:cubicBezTo>
                  <a:pt x="360" y="876"/>
                  <a:pt x="349" y="866"/>
                  <a:pt x="352" y="857"/>
                </a:cubicBezTo>
                <a:cubicBezTo>
                  <a:pt x="349" y="832"/>
                  <a:pt x="341" y="829"/>
                  <a:pt x="344" y="823"/>
                </a:cubicBezTo>
                <a:cubicBezTo>
                  <a:pt x="342" y="804"/>
                  <a:pt x="343" y="799"/>
                  <a:pt x="340" y="794"/>
                </a:cubicBezTo>
                <a:cubicBezTo>
                  <a:pt x="344" y="767"/>
                  <a:pt x="335" y="758"/>
                  <a:pt x="342" y="752"/>
                </a:cubicBezTo>
                <a:cubicBezTo>
                  <a:pt x="344" y="689"/>
                  <a:pt x="344" y="687"/>
                  <a:pt x="342" y="685"/>
                </a:cubicBezTo>
                <a:cubicBezTo>
                  <a:pt x="346" y="665"/>
                  <a:pt x="346" y="662"/>
                  <a:pt x="348" y="659"/>
                </a:cubicBezTo>
                <a:cubicBezTo>
                  <a:pt x="351" y="634"/>
                  <a:pt x="353" y="631"/>
                  <a:pt x="358" y="628"/>
                </a:cubicBezTo>
                <a:cubicBezTo>
                  <a:pt x="364" y="573"/>
                  <a:pt x="367" y="568"/>
                  <a:pt x="364" y="562"/>
                </a:cubicBezTo>
                <a:cubicBezTo>
                  <a:pt x="375" y="527"/>
                  <a:pt x="370" y="521"/>
                  <a:pt x="375" y="517"/>
                </a:cubicBezTo>
                <a:cubicBezTo>
                  <a:pt x="381" y="476"/>
                  <a:pt x="381" y="466"/>
                  <a:pt x="382" y="456"/>
                </a:cubicBezTo>
                <a:cubicBezTo>
                  <a:pt x="383" y="391"/>
                  <a:pt x="380" y="388"/>
                  <a:pt x="380" y="385"/>
                </a:cubicBezTo>
                <a:cubicBezTo>
                  <a:pt x="380" y="365"/>
                  <a:pt x="378" y="363"/>
                  <a:pt x="375" y="362"/>
                </a:cubicBezTo>
                <a:cubicBezTo>
                  <a:pt x="377" y="320"/>
                  <a:pt x="375" y="314"/>
                  <a:pt x="376" y="308"/>
                </a:cubicBezTo>
                <a:cubicBezTo>
                  <a:pt x="366" y="262"/>
                  <a:pt x="371" y="257"/>
                  <a:pt x="364" y="249"/>
                </a:cubicBezTo>
                <a:cubicBezTo>
                  <a:pt x="357" y="219"/>
                  <a:pt x="350" y="209"/>
                  <a:pt x="348" y="212"/>
                </a:cubicBezTo>
                <a:cubicBezTo>
                  <a:pt x="361" y="263"/>
                  <a:pt x="365" y="271"/>
                  <a:pt x="365" y="278"/>
                </a:cubicBezTo>
                <a:cubicBezTo>
                  <a:pt x="373" y="347"/>
                  <a:pt x="367" y="353"/>
                  <a:pt x="370" y="360"/>
                </a:cubicBezTo>
                <a:cubicBezTo>
                  <a:pt x="368" y="383"/>
                  <a:pt x="362" y="385"/>
                  <a:pt x="367" y="389"/>
                </a:cubicBezTo>
                <a:cubicBezTo>
                  <a:pt x="359" y="426"/>
                  <a:pt x="354" y="432"/>
                  <a:pt x="354" y="438"/>
                </a:cubicBezTo>
                <a:cubicBezTo>
                  <a:pt x="346" y="471"/>
                  <a:pt x="341" y="484"/>
                  <a:pt x="339" y="497"/>
                </a:cubicBezTo>
                <a:cubicBezTo>
                  <a:pt x="329" y="543"/>
                  <a:pt x="322" y="548"/>
                  <a:pt x="325" y="556"/>
                </a:cubicBezTo>
                <a:cubicBezTo>
                  <a:pt x="320" y="592"/>
                  <a:pt x="315" y="606"/>
                  <a:pt x="315" y="621"/>
                </a:cubicBezTo>
                <a:cubicBezTo>
                  <a:pt x="312" y="648"/>
                  <a:pt x="309" y="651"/>
                  <a:pt x="313" y="655"/>
                </a:cubicBezTo>
                <a:cubicBezTo>
                  <a:pt x="309" y="675"/>
                  <a:pt x="311" y="683"/>
                  <a:pt x="309" y="690"/>
                </a:cubicBezTo>
                <a:cubicBezTo>
                  <a:pt x="304" y="717"/>
                  <a:pt x="313" y="722"/>
                  <a:pt x="306" y="724"/>
                </a:cubicBezTo>
                <a:cubicBezTo>
                  <a:pt x="307" y="752"/>
                  <a:pt x="314" y="757"/>
                  <a:pt x="308" y="761"/>
                </a:cubicBezTo>
                <a:cubicBezTo>
                  <a:pt x="301" y="681"/>
                  <a:pt x="302" y="674"/>
                  <a:pt x="300" y="667"/>
                </a:cubicBezTo>
                <a:cubicBezTo>
                  <a:pt x="303" y="622"/>
                  <a:pt x="302" y="618"/>
                  <a:pt x="306" y="615"/>
                </a:cubicBezTo>
                <a:cubicBezTo>
                  <a:pt x="315" y="560"/>
                  <a:pt x="315" y="557"/>
                  <a:pt x="316" y="554"/>
                </a:cubicBezTo>
                <a:cubicBezTo>
                  <a:pt x="318" y="529"/>
                  <a:pt x="325" y="526"/>
                  <a:pt x="320" y="522"/>
                </a:cubicBezTo>
                <a:cubicBezTo>
                  <a:pt x="330" y="478"/>
                  <a:pt x="331" y="475"/>
                  <a:pt x="333" y="472"/>
                </a:cubicBezTo>
                <a:cubicBezTo>
                  <a:pt x="334" y="447"/>
                  <a:pt x="338" y="444"/>
                  <a:pt x="339" y="441"/>
                </a:cubicBezTo>
                <a:cubicBezTo>
                  <a:pt x="341" y="417"/>
                  <a:pt x="344" y="414"/>
                  <a:pt x="342" y="410"/>
                </a:cubicBezTo>
                <a:cubicBezTo>
                  <a:pt x="343" y="371"/>
                  <a:pt x="341" y="364"/>
                  <a:pt x="344" y="357"/>
                </a:cubicBezTo>
                <a:cubicBezTo>
                  <a:pt x="331" y="289"/>
                  <a:pt x="326" y="279"/>
                  <a:pt x="324" y="269"/>
                </a:cubicBezTo>
                <a:cubicBezTo>
                  <a:pt x="317" y="254"/>
                  <a:pt x="314" y="265"/>
                  <a:pt x="322" y="277"/>
                </a:cubicBezTo>
                <a:cubicBezTo>
                  <a:pt x="324" y="297"/>
                  <a:pt x="329" y="300"/>
                  <a:pt x="327" y="303"/>
                </a:cubicBezTo>
                <a:cubicBezTo>
                  <a:pt x="335" y="347"/>
                  <a:pt x="336" y="355"/>
                  <a:pt x="335" y="363"/>
                </a:cubicBezTo>
                <a:cubicBezTo>
                  <a:pt x="329" y="420"/>
                  <a:pt x="334" y="428"/>
                  <a:pt x="330" y="434"/>
                </a:cubicBezTo>
                <a:cubicBezTo>
                  <a:pt x="324" y="463"/>
                  <a:pt x="322" y="470"/>
                  <a:pt x="322" y="477"/>
                </a:cubicBezTo>
                <a:cubicBezTo>
                  <a:pt x="311" y="526"/>
                  <a:pt x="312" y="534"/>
                  <a:pt x="309" y="540"/>
                </a:cubicBezTo>
                <a:cubicBezTo>
                  <a:pt x="295" y="624"/>
                  <a:pt x="294" y="627"/>
                  <a:pt x="292" y="630"/>
                </a:cubicBezTo>
                <a:cubicBezTo>
                  <a:pt x="291" y="652"/>
                  <a:pt x="292" y="656"/>
                  <a:pt x="292" y="659"/>
                </a:cubicBezTo>
                <a:cubicBezTo>
                  <a:pt x="292" y="705"/>
                  <a:pt x="293" y="711"/>
                  <a:pt x="293" y="717"/>
                </a:cubicBezTo>
                <a:cubicBezTo>
                  <a:pt x="293" y="733"/>
                  <a:pt x="294" y="736"/>
                  <a:pt x="292" y="734"/>
                </a:cubicBezTo>
                <a:cubicBezTo>
                  <a:pt x="289" y="694"/>
                  <a:pt x="277" y="695"/>
                  <a:pt x="284" y="689"/>
                </a:cubicBezTo>
                <a:cubicBezTo>
                  <a:pt x="283" y="634"/>
                  <a:pt x="284" y="631"/>
                  <a:pt x="283" y="628"/>
                </a:cubicBezTo>
                <a:cubicBezTo>
                  <a:pt x="285" y="596"/>
                  <a:pt x="290" y="592"/>
                  <a:pt x="288" y="587"/>
                </a:cubicBezTo>
                <a:cubicBezTo>
                  <a:pt x="296" y="555"/>
                  <a:pt x="294" y="550"/>
                  <a:pt x="297" y="546"/>
                </a:cubicBezTo>
                <a:cubicBezTo>
                  <a:pt x="302" y="524"/>
                  <a:pt x="300" y="521"/>
                  <a:pt x="301" y="519"/>
                </a:cubicBezTo>
                <a:cubicBezTo>
                  <a:pt x="305" y="475"/>
                  <a:pt x="304" y="473"/>
                  <a:pt x="308" y="471"/>
                </a:cubicBezTo>
                <a:cubicBezTo>
                  <a:pt x="306" y="439"/>
                  <a:pt x="313" y="430"/>
                  <a:pt x="309" y="420"/>
                </a:cubicBezTo>
                <a:cubicBezTo>
                  <a:pt x="312" y="383"/>
                  <a:pt x="309" y="373"/>
                  <a:pt x="312" y="364"/>
                </a:cubicBezTo>
                <a:cubicBezTo>
                  <a:pt x="304" y="330"/>
                  <a:pt x="309" y="326"/>
                  <a:pt x="305" y="321"/>
                </a:cubicBezTo>
                <a:cubicBezTo>
                  <a:pt x="294" y="266"/>
                  <a:pt x="291" y="256"/>
                  <a:pt x="286" y="246"/>
                </a:cubicBezTo>
                <a:cubicBezTo>
                  <a:pt x="272" y="214"/>
                  <a:pt x="274" y="209"/>
                  <a:pt x="270" y="204"/>
                </a:cubicBezTo>
                <a:cubicBezTo>
                  <a:pt x="263" y="201"/>
                  <a:pt x="269" y="213"/>
                  <a:pt x="274" y="225"/>
                </a:cubicBezTo>
                <a:cubicBezTo>
                  <a:pt x="284" y="267"/>
                  <a:pt x="290" y="274"/>
                  <a:pt x="291" y="279"/>
                </a:cubicBezTo>
                <a:cubicBezTo>
                  <a:pt x="298" y="309"/>
                  <a:pt x="296" y="320"/>
                  <a:pt x="303" y="333"/>
                </a:cubicBezTo>
                <a:cubicBezTo>
                  <a:pt x="301" y="383"/>
                  <a:pt x="302" y="396"/>
                  <a:pt x="301" y="409"/>
                </a:cubicBezTo>
                <a:cubicBezTo>
                  <a:pt x="298" y="441"/>
                  <a:pt x="299" y="444"/>
                  <a:pt x="299" y="448"/>
                </a:cubicBezTo>
                <a:cubicBezTo>
                  <a:pt x="292" y="469"/>
                  <a:pt x="302" y="474"/>
                  <a:pt x="295" y="475"/>
                </a:cubicBezTo>
                <a:cubicBezTo>
                  <a:pt x="282" y="575"/>
                  <a:pt x="277" y="588"/>
                  <a:pt x="277" y="601"/>
                </a:cubicBezTo>
                <a:cubicBezTo>
                  <a:pt x="270" y="621"/>
                  <a:pt x="277" y="626"/>
                  <a:pt x="272" y="628"/>
                </a:cubicBezTo>
                <a:cubicBezTo>
                  <a:pt x="265" y="615"/>
                  <a:pt x="270" y="596"/>
                  <a:pt x="270" y="576"/>
                </a:cubicBezTo>
                <a:cubicBezTo>
                  <a:pt x="279" y="502"/>
                  <a:pt x="277" y="498"/>
                  <a:pt x="277" y="496"/>
                </a:cubicBezTo>
                <a:cubicBezTo>
                  <a:pt x="279" y="469"/>
                  <a:pt x="282" y="464"/>
                  <a:pt x="280" y="459"/>
                </a:cubicBezTo>
                <a:cubicBezTo>
                  <a:pt x="285" y="425"/>
                  <a:pt x="282" y="419"/>
                  <a:pt x="283" y="414"/>
                </a:cubicBezTo>
                <a:cubicBezTo>
                  <a:pt x="284" y="394"/>
                  <a:pt x="281" y="389"/>
                  <a:pt x="283" y="384"/>
                </a:cubicBezTo>
                <a:cubicBezTo>
                  <a:pt x="276" y="328"/>
                  <a:pt x="271" y="317"/>
                  <a:pt x="271" y="307"/>
                </a:cubicBezTo>
                <a:cubicBezTo>
                  <a:pt x="257" y="256"/>
                  <a:pt x="255" y="250"/>
                  <a:pt x="254" y="245"/>
                </a:cubicBezTo>
                <a:cubicBezTo>
                  <a:pt x="220" y="175"/>
                  <a:pt x="210" y="168"/>
                  <a:pt x="208" y="162"/>
                </a:cubicBezTo>
                <a:cubicBezTo>
                  <a:pt x="233" y="223"/>
                  <a:pt x="239" y="222"/>
                  <a:pt x="237" y="225"/>
                </a:cubicBezTo>
                <a:cubicBezTo>
                  <a:pt x="254" y="264"/>
                  <a:pt x="253" y="276"/>
                  <a:pt x="260" y="288"/>
                </a:cubicBezTo>
                <a:cubicBezTo>
                  <a:pt x="264" y="326"/>
                  <a:pt x="267" y="331"/>
                  <a:pt x="267" y="335"/>
                </a:cubicBezTo>
                <a:cubicBezTo>
                  <a:pt x="272" y="407"/>
                  <a:pt x="275" y="411"/>
                  <a:pt x="272" y="414"/>
                </a:cubicBezTo>
                <a:cubicBezTo>
                  <a:pt x="276" y="454"/>
                  <a:pt x="267" y="456"/>
                  <a:pt x="271" y="460"/>
                </a:cubicBezTo>
                <a:cubicBezTo>
                  <a:pt x="270" y="503"/>
                  <a:pt x="264" y="509"/>
                  <a:pt x="266" y="517"/>
                </a:cubicBezTo>
                <a:cubicBezTo>
                  <a:pt x="257" y="543"/>
                  <a:pt x="265" y="548"/>
                  <a:pt x="260" y="551"/>
                </a:cubicBezTo>
                <a:cubicBezTo>
                  <a:pt x="259" y="593"/>
                  <a:pt x="259" y="601"/>
                  <a:pt x="258" y="608"/>
                </a:cubicBezTo>
                <a:cubicBezTo>
                  <a:pt x="259" y="636"/>
                  <a:pt x="262" y="640"/>
                  <a:pt x="259" y="643"/>
                </a:cubicBezTo>
                <a:cubicBezTo>
                  <a:pt x="249" y="634"/>
                  <a:pt x="251" y="618"/>
                  <a:pt x="247" y="600"/>
                </a:cubicBezTo>
                <a:cubicBezTo>
                  <a:pt x="240" y="541"/>
                  <a:pt x="241" y="533"/>
                  <a:pt x="241" y="524"/>
                </a:cubicBezTo>
                <a:cubicBezTo>
                  <a:pt x="248" y="492"/>
                  <a:pt x="240" y="482"/>
                  <a:pt x="246" y="475"/>
                </a:cubicBezTo>
                <a:cubicBezTo>
                  <a:pt x="244" y="453"/>
                  <a:pt x="250" y="452"/>
                  <a:pt x="246" y="448"/>
                </a:cubicBezTo>
                <a:cubicBezTo>
                  <a:pt x="247" y="407"/>
                  <a:pt x="254" y="404"/>
                  <a:pt x="251" y="399"/>
                </a:cubicBezTo>
                <a:cubicBezTo>
                  <a:pt x="254" y="383"/>
                  <a:pt x="250" y="378"/>
                  <a:pt x="252" y="374"/>
                </a:cubicBezTo>
                <a:cubicBezTo>
                  <a:pt x="251" y="314"/>
                  <a:pt x="248" y="306"/>
                  <a:pt x="251" y="298"/>
                </a:cubicBezTo>
                <a:cubicBezTo>
                  <a:pt x="240" y="257"/>
                  <a:pt x="233" y="260"/>
                  <a:pt x="238" y="264"/>
                </a:cubicBezTo>
                <a:cubicBezTo>
                  <a:pt x="247" y="313"/>
                  <a:pt x="244" y="319"/>
                  <a:pt x="248" y="327"/>
                </a:cubicBezTo>
                <a:cubicBezTo>
                  <a:pt x="248" y="356"/>
                  <a:pt x="242" y="359"/>
                  <a:pt x="245" y="364"/>
                </a:cubicBezTo>
                <a:cubicBezTo>
                  <a:pt x="241" y="405"/>
                  <a:pt x="239" y="409"/>
                  <a:pt x="242" y="414"/>
                </a:cubicBezTo>
                <a:cubicBezTo>
                  <a:pt x="239" y="435"/>
                  <a:pt x="240" y="438"/>
                  <a:pt x="240" y="440"/>
                </a:cubicBezTo>
                <a:cubicBezTo>
                  <a:pt x="236" y="486"/>
                  <a:pt x="234" y="494"/>
                  <a:pt x="234" y="503"/>
                </a:cubicBezTo>
                <a:cubicBezTo>
                  <a:pt x="231" y="524"/>
                  <a:pt x="232" y="526"/>
                  <a:pt x="231" y="529"/>
                </a:cubicBezTo>
                <a:cubicBezTo>
                  <a:pt x="230" y="471"/>
                  <a:pt x="222" y="464"/>
                  <a:pt x="227" y="459"/>
                </a:cubicBezTo>
                <a:cubicBezTo>
                  <a:pt x="228" y="431"/>
                  <a:pt x="222" y="427"/>
                  <a:pt x="226" y="425"/>
                </a:cubicBezTo>
                <a:cubicBezTo>
                  <a:pt x="227" y="372"/>
                  <a:pt x="228" y="367"/>
                  <a:pt x="225" y="362"/>
                </a:cubicBezTo>
                <a:cubicBezTo>
                  <a:pt x="226" y="313"/>
                  <a:pt x="223" y="308"/>
                  <a:pt x="225" y="303"/>
                </a:cubicBezTo>
                <a:cubicBezTo>
                  <a:pt x="215" y="226"/>
                  <a:pt x="202" y="221"/>
                  <a:pt x="208" y="219"/>
                </a:cubicBezTo>
                <a:cubicBezTo>
                  <a:pt x="202" y="192"/>
                  <a:pt x="193" y="187"/>
                  <a:pt x="197" y="184"/>
                </a:cubicBezTo>
                <a:cubicBezTo>
                  <a:pt x="159" y="111"/>
                  <a:pt x="161" y="108"/>
                  <a:pt x="158" y="104"/>
                </a:cubicBezTo>
                <a:cubicBezTo>
                  <a:pt x="162" y="120"/>
                  <a:pt x="165" y="126"/>
                  <a:pt x="165" y="132"/>
                </a:cubicBezTo>
                <a:cubicBezTo>
                  <a:pt x="195" y="203"/>
                  <a:pt x="200" y="209"/>
                  <a:pt x="199" y="214"/>
                </a:cubicBezTo>
                <a:cubicBezTo>
                  <a:pt x="212" y="270"/>
                  <a:pt x="215" y="275"/>
                  <a:pt x="215" y="281"/>
                </a:cubicBezTo>
                <a:cubicBezTo>
                  <a:pt x="212" y="317"/>
                  <a:pt x="220" y="324"/>
                  <a:pt x="217" y="330"/>
                </a:cubicBezTo>
                <a:cubicBezTo>
                  <a:pt x="219" y="372"/>
                  <a:pt x="217" y="383"/>
                  <a:pt x="215" y="393"/>
                </a:cubicBezTo>
                <a:cubicBezTo>
                  <a:pt x="221" y="422"/>
                  <a:pt x="210" y="424"/>
                  <a:pt x="216" y="429"/>
                </a:cubicBezTo>
                <a:cubicBezTo>
                  <a:pt x="216" y="474"/>
                  <a:pt x="220" y="483"/>
                  <a:pt x="217" y="491"/>
                </a:cubicBezTo>
                <a:cubicBezTo>
                  <a:pt x="226" y="548"/>
                  <a:pt x="218" y="555"/>
                  <a:pt x="224" y="564"/>
                </a:cubicBezTo>
                <a:cubicBezTo>
                  <a:pt x="214" y="556"/>
                  <a:pt x="221" y="553"/>
                  <a:pt x="218" y="549"/>
                </a:cubicBezTo>
                <a:cubicBezTo>
                  <a:pt x="213" y="498"/>
                  <a:pt x="206" y="488"/>
                  <a:pt x="209" y="480"/>
                </a:cubicBezTo>
                <a:cubicBezTo>
                  <a:pt x="200" y="416"/>
                  <a:pt x="200" y="407"/>
                  <a:pt x="200" y="399"/>
                </a:cubicBezTo>
                <a:cubicBezTo>
                  <a:pt x="200" y="341"/>
                  <a:pt x="197" y="337"/>
                  <a:pt x="198" y="333"/>
                </a:cubicBezTo>
                <a:cubicBezTo>
                  <a:pt x="199" y="312"/>
                  <a:pt x="203" y="310"/>
                  <a:pt x="198" y="306"/>
                </a:cubicBezTo>
                <a:cubicBezTo>
                  <a:pt x="198" y="275"/>
                  <a:pt x="194" y="269"/>
                  <a:pt x="195" y="265"/>
                </a:cubicBezTo>
                <a:cubicBezTo>
                  <a:pt x="175" y="191"/>
                  <a:pt x="172" y="186"/>
                  <a:pt x="170" y="181"/>
                </a:cubicBezTo>
                <a:cubicBezTo>
                  <a:pt x="122" y="111"/>
                  <a:pt x="132" y="117"/>
                  <a:pt x="134" y="122"/>
                </a:cubicBezTo>
                <a:cubicBezTo>
                  <a:pt x="153" y="151"/>
                  <a:pt x="153" y="155"/>
                  <a:pt x="155" y="160"/>
                </a:cubicBezTo>
                <a:cubicBezTo>
                  <a:pt x="182" y="243"/>
                  <a:pt x="187" y="248"/>
                  <a:pt x="187" y="252"/>
                </a:cubicBezTo>
                <a:cubicBezTo>
                  <a:pt x="190" y="282"/>
                  <a:pt x="193" y="287"/>
                  <a:pt x="190" y="291"/>
                </a:cubicBezTo>
                <a:cubicBezTo>
                  <a:pt x="194" y="347"/>
                  <a:pt x="192" y="351"/>
                  <a:pt x="190" y="355"/>
                </a:cubicBezTo>
                <a:cubicBezTo>
                  <a:pt x="191" y="394"/>
                  <a:pt x="194" y="397"/>
                  <a:pt x="192" y="399"/>
                </a:cubicBezTo>
                <a:cubicBezTo>
                  <a:pt x="193" y="428"/>
                  <a:pt x="194" y="436"/>
                  <a:pt x="195" y="445"/>
                </a:cubicBezTo>
                <a:cubicBezTo>
                  <a:pt x="197" y="504"/>
                  <a:pt x="204" y="514"/>
                  <a:pt x="202" y="522"/>
                </a:cubicBezTo>
                <a:cubicBezTo>
                  <a:pt x="195" y="496"/>
                  <a:pt x="192" y="492"/>
                  <a:pt x="191" y="488"/>
                </a:cubicBezTo>
                <a:cubicBezTo>
                  <a:pt x="182" y="442"/>
                  <a:pt x="186" y="437"/>
                  <a:pt x="185" y="430"/>
                </a:cubicBezTo>
                <a:cubicBezTo>
                  <a:pt x="186" y="370"/>
                  <a:pt x="181" y="363"/>
                  <a:pt x="183" y="357"/>
                </a:cubicBezTo>
                <a:cubicBezTo>
                  <a:pt x="182" y="325"/>
                  <a:pt x="175" y="321"/>
                  <a:pt x="177" y="318"/>
                </a:cubicBezTo>
                <a:cubicBezTo>
                  <a:pt x="173" y="294"/>
                  <a:pt x="175" y="288"/>
                  <a:pt x="172" y="281"/>
                </a:cubicBezTo>
                <a:cubicBezTo>
                  <a:pt x="170" y="250"/>
                  <a:pt x="163" y="245"/>
                  <a:pt x="166" y="243"/>
                </a:cubicBezTo>
                <a:cubicBezTo>
                  <a:pt x="117" y="146"/>
                  <a:pt x="115" y="136"/>
                  <a:pt x="110" y="138"/>
                </a:cubicBezTo>
                <a:cubicBezTo>
                  <a:pt x="158" y="251"/>
                  <a:pt x="166" y="268"/>
                  <a:pt x="163" y="283"/>
                </a:cubicBezTo>
                <a:cubicBezTo>
                  <a:pt x="170" y="315"/>
                  <a:pt x="167" y="323"/>
                  <a:pt x="173" y="332"/>
                </a:cubicBezTo>
                <a:cubicBezTo>
                  <a:pt x="172" y="391"/>
                  <a:pt x="174" y="397"/>
                  <a:pt x="174" y="404"/>
                </a:cubicBezTo>
                <a:cubicBezTo>
                  <a:pt x="174" y="419"/>
                  <a:pt x="175" y="423"/>
                  <a:pt x="172" y="421"/>
                </a:cubicBezTo>
                <a:cubicBezTo>
                  <a:pt x="157" y="335"/>
                  <a:pt x="157" y="325"/>
                  <a:pt x="156" y="322"/>
                </a:cubicBezTo>
                <a:cubicBezTo>
                  <a:pt x="154" y="304"/>
                  <a:pt x="152" y="301"/>
                  <a:pt x="152" y="298"/>
                </a:cubicBezTo>
                <a:cubicBezTo>
                  <a:pt x="121" y="215"/>
                  <a:pt x="124" y="220"/>
                  <a:pt x="126" y="224"/>
                </a:cubicBezTo>
                <a:cubicBezTo>
                  <a:pt x="142" y="278"/>
                  <a:pt x="141" y="294"/>
                  <a:pt x="149" y="312"/>
                </a:cubicBezTo>
                <a:cubicBezTo>
                  <a:pt x="152" y="360"/>
                  <a:pt x="149" y="372"/>
                  <a:pt x="155" y="385"/>
                </a:cubicBezTo>
                <a:cubicBezTo>
                  <a:pt x="164" y="425"/>
                  <a:pt x="163" y="427"/>
                  <a:pt x="166" y="430"/>
                </a:cubicBezTo>
                <a:cubicBezTo>
                  <a:pt x="166" y="449"/>
                  <a:pt x="160" y="441"/>
                  <a:pt x="155" y="433"/>
                </a:cubicBezTo>
                <a:cubicBezTo>
                  <a:pt x="52" y="216"/>
                  <a:pt x="51" y="203"/>
                  <a:pt x="42" y="189"/>
                </a:cubicBezTo>
                <a:cubicBezTo>
                  <a:pt x="33" y="158"/>
                  <a:pt x="33" y="148"/>
                  <a:pt x="29" y="151"/>
                </a:cubicBezTo>
                <a:cubicBezTo>
                  <a:pt x="101" y="327"/>
                  <a:pt x="104" y="346"/>
                  <a:pt x="123" y="370"/>
                </a:cubicBezTo>
                <a:cubicBezTo>
                  <a:pt x="135" y="395"/>
                  <a:pt x="130" y="397"/>
                  <a:pt x="134" y="400"/>
                </a:cubicBezTo>
                <a:cubicBezTo>
                  <a:pt x="148" y="437"/>
                  <a:pt x="157" y="443"/>
                  <a:pt x="154" y="447"/>
                </a:cubicBezTo>
                <a:cubicBezTo>
                  <a:pt x="151" y="451"/>
                  <a:pt x="156" y="444"/>
                  <a:pt x="151" y="447"/>
                </a:cubicBezTo>
                <a:cubicBezTo>
                  <a:pt x="132" y="420"/>
                  <a:pt x="125" y="405"/>
                  <a:pt x="116" y="394"/>
                </a:cubicBezTo>
                <a:cubicBezTo>
                  <a:pt x="47" y="271"/>
                  <a:pt x="45" y="264"/>
                  <a:pt x="39" y="256"/>
                </a:cubicBezTo>
                <a:cubicBezTo>
                  <a:pt x="23" y="217"/>
                  <a:pt x="19" y="203"/>
                  <a:pt x="8" y="187"/>
                </a:cubicBezTo>
                <a:cubicBezTo>
                  <a:pt x="0" y="172"/>
                  <a:pt x="0" y="172"/>
                  <a:pt x="0" y="172"/>
                </a:cubicBezTo>
                <a:cubicBezTo>
                  <a:pt x="13" y="212"/>
                  <a:pt x="18" y="217"/>
                  <a:pt x="17" y="221"/>
                </a:cubicBezTo>
                <a:cubicBezTo>
                  <a:pt x="38" y="262"/>
                  <a:pt x="42" y="277"/>
                  <a:pt x="49" y="292"/>
                </a:cubicBezTo>
                <a:cubicBezTo>
                  <a:pt x="88" y="361"/>
                  <a:pt x="84" y="375"/>
                  <a:pt x="89" y="371"/>
                </a:cubicBezTo>
                <a:cubicBezTo>
                  <a:pt x="157" y="471"/>
                  <a:pt x="164" y="481"/>
                  <a:pt x="172" y="491"/>
                </a:cubicBezTo>
                <a:cubicBezTo>
                  <a:pt x="187" y="517"/>
                  <a:pt x="186" y="518"/>
                  <a:pt x="186" y="518"/>
                </a:cubicBezTo>
                <a:cubicBezTo>
                  <a:pt x="198" y="535"/>
                  <a:pt x="201" y="544"/>
                  <a:pt x="199" y="552"/>
                </a:cubicBezTo>
                <a:cubicBezTo>
                  <a:pt x="156" y="486"/>
                  <a:pt x="141" y="472"/>
                  <a:pt x="130" y="459"/>
                </a:cubicBezTo>
                <a:cubicBezTo>
                  <a:pt x="110" y="430"/>
                  <a:pt x="107" y="427"/>
                  <a:pt x="105" y="423"/>
                </a:cubicBezTo>
                <a:cubicBezTo>
                  <a:pt x="50" y="348"/>
                  <a:pt x="55" y="346"/>
                  <a:pt x="50" y="342"/>
                </a:cubicBezTo>
                <a:cubicBezTo>
                  <a:pt x="3" y="267"/>
                  <a:pt x="5" y="258"/>
                  <a:pt x="0" y="254"/>
                </a:cubicBezTo>
                <a:cubicBezTo>
                  <a:pt x="11" y="297"/>
                  <a:pt x="19" y="301"/>
                  <a:pt x="20" y="304"/>
                </a:cubicBezTo>
                <a:cubicBezTo>
                  <a:pt x="37" y="330"/>
                  <a:pt x="35" y="333"/>
                  <a:pt x="38" y="337"/>
                </a:cubicBezTo>
                <a:cubicBezTo>
                  <a:pt x="94" y="423"/>
                  <a:pt x="98" y="426"/>
                  <a:pt x="101" y="429"/>
                </a:cubicBezTo>
                <a:cubicBezTo>
                  <a:pt x="129" y="469"/>
                  <a:pt x="132" y="472"/>
                  <a:pt x="134" y="475"/>
                </a:cubicBezTo>
                <a:cubicBezTo>
                  <a:pt x="155" y="502"/>
                  <a:pt x="157" y="504"/>
                  <a:pt x="159" y="507"/>
                </a:cubicBezTo>
                <a:cubicBezTo>
                  <a:pt x="167" y="526"/>
                  <a:pt x="176" y="523"/>
                  <a:pt x="172" y="528"/>
                </a:cubicBezTo>
                <a:cubicBezTo>
                  <a:pt x="127" y="476"/>
                  <a:pt x="107" y="458"/>
                  <a:pt x="85" y="432"/>
                </a:cubicBezTo>
                <a:cubicBezTo>
                  <a:pt x="42" y="373"/>
                  <a:pt x="30" y="364"/>
                  <a:pt x="27" y="355"/>
                </a:cubicBezTo>
                <a:cubicBezTo>
                  <a:pt x="0" y="328"/>
                  <a:pt x="0" y="328"/>
                  <a:pt x="0" y="328"/>
                </a:cubicBezTo>
                <a:cubicBezTo>
                  <a:pt x="26" y="363"/>
                  <a:pt x="25" y="368"/>
                  <a:pt x="32" y="373"/>
                </a:cubicBezTo>
                <a:cubicBezTo>
                  <a:pt x="69" y="424"/>
                  <a:pt x="79" y="434"/>
                  <a:pt x="89" y="450"/>
                </a:cubicBezTo>
                <a:cubicBezTo>
                  <a:pt x="187" y="565"/>
                  <a:pt x="194" y="574"/>
                  <a:pt x="200" y="583"/>
                </a:cubicBezTo>
                <a:cubicBezTo>
                  <a:pt x="195" y="580"/>
                  <a:pt x="178" y="573"/>
                  <a:pt x="164" y="552"/>
                </a:cubicBezTo>
                <a:cubicBezTo>
                  <a:pt x="130" y="519"/>
                  <a:pt x="122" y="508"/>
                  <a:pt x="114" y="500"/>
                </a:cubicBezTo>
                <a:cubicBezTo>
                  <a:pt x="18" y="376"/>
                  <a:pt x="19" y="374"/>
                  <a:pt x="16" y="374"/>
                </a:cubicBezTo>
                <a:cubicBezTo>
                  <a:pt x="7" y="360"/>
                  <a:pt x="5" y="354"/>
                  <a:pt x="0" y="347"/>
                </a:cubicBezTo>
                <a:cubicBezTo>
                  <a:pt x="0" y="358"/>
                  <a:pt x="0" y="358"/>
                  <a:pt x="0" y="359"/>
                </a:cubicBezTo>
                <a:cubicBezTo>
                  <a:pt x="16" y="378"/>
                  <a:pt x="13" y="388"/>
                  <a:pt x="20" y="387"/>
                </a:cubicBezTo>
                <a:cubicBezTo>
                  <a:pt x="147" y="544"/>
                  <a:pt x="149" y="552"/>
                  <a:pt x="153" y="555"/>
                </a:cubicBezTo>
                <a:cubicBezTo>
                  <a:pt x="205" y="609"/>
                  <a:pt x="209" y="614"/>
                  <a:pt x="213" y="620"/>
                </a:cubicBezTo>
                <a:cubicBezTo>
                  <a:pt x="248" y="673"/>
                  <a:pt x="250" y="678"/>
                  <a:pt x="249" y="682"/>
                </a:cubicBezTo>
                <a:cubicBezTo>
                  <a:pt x="215" y="648"/>
                  <a:pt x="211" y="642"/>
                  <a:pt x="207" y="642"/>
                </a:cubicBezTo>
                <a:cubicBezTo>
                  <a:pt x="173" y="607"/>
                  <a:pt x="159" y="599"/>
                  <a:pt x="145" y="585"/>
                </a:cubicBezTo>
                <a:cubicBezTo>
                  <a:pt x="89" y="539"/>
                  <a:pt x="87" y="528"/>
                  <a:pt x="82" y="530"/>
                </a:cubicBezTo>
                <a:cubicBezTo>
                  <a:pt x="10" y="445"/>
                  <a:pt x="5" y="438"/>
                  <a:pt x="0" y="430"/>
                </a:cubicBezTo>
                <a:cubicBezTo>
                  <a:pt x="7" y="448"/>
                  <a:pt x="10" y="450"/>
                  <a:pt x="12" y="455"/>
                </a:cubicBezTo>
                <a:cubicBezTo>
                  <a:pt x="63" y="516"/>
                  <a:pt x="68" y="529"/>
                  <a:pt x="76" y="532"/>
                </a:cubicBezTo>
                <a:cubicBezTo>
                  <a:pt x="109" y="563"/>
                  <a:pt x="112" y="569"/>
                  <a:pt x="116" y="574"/>
                </a:cubicBezTo>
                <a:cubicBezTo>
                  <a:pt x="151" y="606"/>
                  <a:pt x="166" y="613"/>
                  <a:pt x="180" y="630"/>
                </a:cubicBezTo>
                <a:cubicBezTo>
                  <a:pt x="239" y="683"/>
                  <a:pt x="241" y="686"/>
                  <a:pt x="243" y="689"/>
                </a:cubicBezTo>
                <a:cubicBezTo>
                  <a:pt x="155" y="616"/>
                  <a:pt x="134" y="603"/>
                  <a:pt x="114" y="586"/>
                </a:cubicBezTo>
                <a:cubicBezTo>
                  <a:pt x="37" y="519"/>
                  <a:pt x="35" y="503"/>
                  <a:pt x="30" y="506"/>
                </a:cubicBezTo>
                <a:cubicBezTo>
                  <a:pt x="76" y="567"/>
                  <a:pt x="91" y="576"/>
                  <a:pt x="105" y="592"/>
                </a:cubicBezTo>
                <a:cubicBezTo>
                  <a:pt x="129" y="611"/>
                  <a:pt x="137" y="616"/>
                  <a:pt x="145" y="622"/>
                </a:cubicBezTo>
                <a:cubicBezTo>
                  <a:pt x="163" y="636"/>
                  <a:pt x="167" y="641"/>
                  <a:pt x="165" y="643"/>
                </a:cubicBezTo>
                <a:cubicBezTo>
                  <a:pt x="119" y="612"/>
                  <a:pt x="116" y="612"/>
                  <a:pt x="114" y="612"/>
                </a:cubicBezTo>
                <a:cubicBezTo>
                  <a:pt x="88" y="593"/>
                  <a:pt x="82" y="591"/>
                  <a:pt x="77" y="587"/>
                </a:cubicBezTo>
                <a:cubicBezTo>
                  <a:pt x="13" y="544"/>
                  <a:pt x="7" y="538"/>
                  <a:pt x="0" y="533"/>
                </a:cubicBezTo>
                <a:cubicBezTo>
                  <a:pt x="17" y="555"/>
                  <a:pt x="24" y="560"/>
                  <a:pt x="31" y="567"/>
                </a:cubicBezTo>
                <a:cubicBezTo>
                  <a:pt x="78" y="600"/>
                  <a:pt x="82" y="597"/>
                  <a:pt x="86" y="603"/>
                </a:cubicBezTo>
                <a:cubicBezTo>
                  <a:pt x="126" y="627"/>
                  <a:pt x="133" y="631"/>
                  <a:pt x="141" y="636"/>
                </a:cubicBezTo>
                <a:cubicBezTo>
                  <a:pt x="168" y="656"/>
                  <a:pt x="171" y="658"/>
                  <a:pt x="173" y="658"/>
                </a:cubicBezTo>
                <a:cubicBezTo>
                  <a:pt x="213" y="686"/>
                  <a:pt x="215" y="691"/>
                  <a:pt x="217" y="694"/>
                </a:cubicBezTo>
                <a:cubicBezTo>
                  <a:pt x="241" y="718"/>
                  <a:pt x="246" y="717"/>
                  <a:pt x="251" y="723"/>
                </a:cubicBezTo>
                <a:cubicBezTo>
                  <a:pt x="272" y="754"/>
                  <a:pt x="281" y="753"/>
                  <a:pt x="277" y="759"/>
                </a:cubicBezTo>
                <a:cubicBezTo>
                  <a:pt x="250" y="738"/>
                  <a:pt x="248" y="731"/>
                  <a:pt x="245" y="733"/>
                </a:cubicBezTo>
                <a:cubicBezTo>
                  <a:pt x="215" y="709"/>
                  <a:pt x="205" y="703"/>
                  <a:pt x="195" y="696"/>
                </a:cubicBezTo>
                <a:cubicBezTo>
                  <a:pt x="156" y="670"/>
                  <a:pt x="145" y="670"/>
                  <a:pt x="135" y="661"/>
                </a:cubicBezTo>
                <a:cubicBezTo>
                  <a:pt x="98" y="642"/>
                  <a:pt x="87" y="639"/>
                  <a:pt x="78" y="630"/>
                </a:cubicBezTo>
                <a:cubicBezTo>
                  <a:pt x="44" y="608"/>
                  <a:pt x="39" y="604"/>
                  <a:pt x="35" y="599"/>
                </a:cubicBezTo>
                <a:cubicBezTo>
                  <a:pt x="64" y="632"/>
                  <a:pt x="77" y="634"/>
                  <a:pt x="88" y="647"/>
                </a:cubicBezTo>
                <a:cubicBezTo>
                  <a:pt x="113" y="663"/>
                  <a:pt x="120" y="661"/>
                  <a:pt x="126" y="668"/>
                </a:cubicBezTo>
                <a:cubicBezTo>
                  <a:pt x="179" y="700"/>
                  <a:pt x="192" y="704"/>
                  <a:pt x="205" y="714"/>
                </a:cubicBezTo>
                <a:cubicBezTo>
                  <a:pt x="252" y="749"/>
                  <a:pt x="256" y="748"/>
                  <a:pt x="259" y="752"/>
                </a:cubicBezTo>
                <a:cubicBezTo>
                  <a:pt x="309" y="812"/>
                  <a:pt x="313" y="815"/>
                  <a:pt x="311" y="817"/>
                </a:cubicBezTo>
                <a:cubicBezTo>
                  <a:pt x="287" y="793"/>
                  <a:pt x="281" y="789"/>
                  <a:pt x="275" y="782"/>
                </a:cubicBezTo>
                <a:cubicBezTo>
                  <a:pt x="238" y="756"/>
                  <a:pt x="233" y="745"/>
                  <a:pt x="226" y="744"/>
                </a:cubicBezTo>
                <a:cubicBezTo>
                  <a:pt x="179" y="713"/>
                  <a:pt x="167" y="709"/>
                  <a:pt x="155" y="701"/>
                </a:cubicBezTo>
                <a:cubicBezTo>
                  <a:pt x="130" y="689"/>
                  <a:pt x="124" y="688"/>
                  <a:pt x="118" y="682"/>
                </a:cubicBezTo>
                <a:cubicBezTo>
                  <a:pt x="87" y="673"/>
                  <a:pt x="85" y="666"/>
                  <a:pt x="81" y="668"/>
                </a:cubicBezTo>
                <a:cubicBezTo>
                  <a:pt x="6" y="628"/>
                  <a:pt x="4" y="626"/>
                  <a:pt x="0" y="626"/>
                </a:cubicBezTo>
                <a:cubicBezTo>
                  <a:pt x="2" y="634"/>
                  <a:pt x="4" y="634"/>
                  <a:pt x="5" y="633"/>
                </a:cubicBezTo>
                <a:cubicBezTo>
                  <a:pt x="34" y="652"/>
                  <a:pt x="37" y="657"/>
                  <a:pt x="41" y="656"/>
                </a:cubicBezTo>
                <a:cubicBezTo>
                  <a:pt x="82" y="671"/>
                  <a:pt x="86" y="684"/>
                  <a:pt x="93" y="681"/>
                </a:cubicBezTo>
                <a:cubicBezTo>
                  <a:pt x="148" y="714"/>
                  <a:pt x="153" y="704"/>
                  <a:pt x="155" y="711"/>
                </a:cubicBezTo>
                <a:cubicBezTo>
                  <a:pt x="188" y="727"/>
                  <a:pt x="193" y="733"/>
                  <a:pt x="199" y="736"/>
                </a:cubicBezTo>
                <a:cubicBezTo>
                  <a:pt x="227" y="758"/>
                  <a:pt x="231" y="754"/>
                  <a:pt x="233" y="760"/>
                </a:cubicBezTo>
                <a:cubicBezTo>
                  <a:pt x="290" y="813"/>
                  <a:pt x="296" y="820"/>
                  <a:pt x="302" y="824"/>
                </a:cubicBezTo>
                <a:cubicBezTo>
                  <a:pt x="314" y="839"/>
                  <a:pt x="311" y="840"/>
                  <a:pt x="308" y="836"/>
                </a:cubicBezTo>
                <a:cubicBezTo>
                  <a:pt x="294" y="829"/>
                  <a:pt x="288" y="817"/>
                  <a:pt x="281" y="817"/>
                </a:cubicBezTo>
                <a:cubicBezTo>
                  <a:pt x="229" y="777"/>
                  <a:pt x="227" y="773"/>
                  <a:pt x="223" y="773"/>
                </a:cubicBezTo>
                <a:cubicBezTo>
                  <a:pt x="175" y="741"/>
                  <a:pt x="167" y="743"/>
                  <a:pt x="160" y="734"/>
                </a:cubicBezTo>
                <a:cubicBezTo>
                  <a:pt x="133" y="722"/>
                  <a:pt x="125" y="722"/>
                  <a:pt x="118" y="716"/>
                </a:cubicBezTo>
                <a:cubicBezTo>
                  <a:pt x="83" y="708"/>
                  <a:pt x="81" y="695"/>
                  <a:pt x="75" y="701"/>
                </a:cubicBezTo>
                <a:cubicBezTo>
                  <a:pt x="102" y="718"/>
                  <a:pt x="105" y="719"/>
                  <a:pt x="108" y="721"/>
                </a:cubicBezTo>
                <a:cubicBezTo>
                  <a:pt x="162" y="747"/>
                  <a:pt x="164" y="749"/>
                  <a:pt x="168" y="748"/>
                </a:cubicBezTo>
                <a:cubicBezTo>
                  <a:pt x="198" y="770"/>
                  <a:pt x="205" y="770"/>
                  <a:pt x="210" y="774"/>
                </a:cubicBezTo>
                <a:cubicBezTo>
                  <a:pt x="297" y="836"/>
                  <a:pt x="302" y="842"/>
                  <a:pt x="307" y="846"/>
                </a:cubicBezTo>
                <a:cubicBezTo>
                  <a:pt x="324" y="865"/>
                  <a:pt x="312" y="860"/>
                  <a:pt x="303" y="847"/>
                </a:cubicBezTo>
                <a:cubicBezTo>
                  <a:pt x="244" y="813"/>
                  <a:pt x="238" y="807"/>
                  <a:pt x="232" y="801"/>
                </a:cubicBezTo>
                <a:cubicBezTo>
                  <a:pt x="172" y="765"/>
                  <a:pt x="165" y="768"/>
                  <a:pt x="159" y="759"/>
                </a:cubicBezTo>
                <a:cubicBezTo>
                  <a:pt x="124" y="742"/>
                  <a:pt x="119" y="747"/>
                  <a:pt x="115" y="742"/>
                </a:cubicBezTo>
                <a:cubicBezTo>
                  <a:pt x="80" y="724"/>
                  <a:pt x="77" y="723"/>
                  <a:pt x="75" y="720"/>
                </a:cubicBezTo>
                <a:cubicBezTo>
                  <a:pt x="43" y="707"/>
                  <a:pt x="39" y="696"/>
                  <a:pt x="34" y="699"/>
                </a:cubicBezTo>
                <a:cubicBezTo>
                  <a:pt x="17" y="698"/>
                  <a:pt x="31" y="699"/>
                  <a:pt x="42" y="711"/>
                </a:cubicBezTo>
                <a:cubicBezTo>
                  <a:pt x="73" y="726"/>
                  <a:pt x="76" y="731"/>
                  <a:pt x="80" y="730"/>
                </a:cubicBezTo>
                <a:cubicBezTo>
                  <a:pt x="143" y="758"/>
                  <a:pt x="148" y="769"/>
                  <a:pt x="155" y="768"/>
                </a:cubicBezTo>
                <a:cubicBezTo>
                  <a:pt x="195" y="790"/>
                  <a:pt x="198" y="792"/>
                  <a:pt x="201" y="791"/>
                </a:cubicBezTo>
                <a:cubicBezTo>
                  <a:pt x="241" y="822"/>
                  <a:pt x="254" y="823"/>
                  <a:pt x="266" y="833"/>
                </a:cubicBezTo>
                <a:cubicBezTo>
                  <a:pt x="321" y="881"/>
                  <a:pt x="327" y="880"/>
                  <a:pt x="332" y="885"/>
                </a:cubicBezTo>
                <a:cubicBezTo>
                  <a:pt x="358" y="919"/>
                  <a:pt x="348" y="917"/>
                  <a:pt x="340" y="904"/>
                </a:cubicBezTo>
                <a:cubicBezTo>
                  <a:pt x="310" y="881"/>
                  <a:pt x="307" y="882"/>
                  <a:pt x="305" y="877"/>
                </a:cubicBezTo>
                <a:cubicBezTo>
                  <a:pt x="278" y="859"/>
                  <a:pt x="271" y="855"/>
                  <a:pt x="263" y="852"/>
                </a:cubicBezTo>
                <a:cubicBezTo>
                  <a:pt x="217" y="825"/>
                  <a:pt x="212" y="819"/>
                  <a:pt x="208" y="816"/>
                </a:cubicBezTo>
                <a:cubicBezTo>
                  <a:pt x="170" y="802"/>
                  <a:pt x="169" y="799"/>
                  <a:pt x="167" y="799"/>
                </a:cubicBezTo>
                <a:cubicBezTo>
                  <a:pt x="126" y="782"/>
                  <a:pt x="119" y="775"/>
                  <a:pt x="110" y="776"/>
                </a:cubicBezTo>
                <a:cubicBezTo>
                  <a:pt x="70" y="760"/>
                  <a:pt x="67" y="754"/>
                  <a:pt x="62" y="754"/>
                </a:cubicBezTo>
                <a:cubicBezTo>
                  <a:pt x="18" y="739"/>
                  <a:pt x="25" y="738"/>
                  <a:pt x="31" y="744"/>
                </a:cubicBezTo>
                <a:cubicBezTo>
                  <a:pt x="75" y="767"/>
                  <a:pt x="81" y="772"/>
                  <a:pt x="88" y="772"/>
                </a:cubicBezTo>
                <a:cubicBezTo>
                  <a:pt x="132" y="793"/>
                  <a:pt x="139" y="794"/>
                  <a:pt x="145" y="799"/>
                </a:cubicBezTo>
                <a:cubicBezTo>
                  <a:pt x="158" y="805"/>
                  <a:pt x="163" y="802"/>
                  <a:pt x="166" y="806"/>
                </a:cubicBezTo>
                <a:cubicBezTo>
                  <a:pt x="217" y="829"/>
                  <a:pt x="228" y="842"/>
                  <a:pt x="241" y="848"/>
                </a:cubicBezTo>
                <a:cubicBezTo>
                  <a:pt x="293" y="879"/>
                  <a:pt x="304" y="894"/>
                  <a:pt x="317" y="898"/>
                </a:cubicBezTo>
                <a:cubicBezTo>
                  <a:pt x="372" y="946"/>
                  <a:pt x="386" y="963"/>
                  <a:pt x="400" y="976"/>
                </a:cubicBezTo>
                <a:cubicBezTo>
                  <a:pt x="392" y="979"/>
                  <a:pt x="371" y="960"/>
                  <a:pt x="349" y="943"/>
                </a:cubicBezTo>
                <a:cubicBezTo>
                  <a:pt x="329" y="924"/>
                  <a:pt x="322" y="926"/>
                  <a:pt x="317" y="917"/>
                </a:cubicBezTo>
                <a:cubicBezTo>
                  <a:pt x="278" y="892"/>
                  <a:pt x="274" y="883"/>
                  <a:pt x="269" y="882"/>
                </a:cubicBezTo>
                <a:cubicBezTo>
                  <a:pt x="213" y="844"/>
                  <a:pt x="206" y="850"/>
                  <a:pt x="202" y="841"/>
                </a:cubicBezTo>
                <a:cubicBezTo>
                  <a:pt x="179" y="829"/>
                  <a:pt x="173" y="827"/>
                  <a:pt x="167" y="823"/>
                </a:cubicBezTo>
                <a:cubicBezTo>
                  <a:pt x="145" y="809"/>
                  <a:pt x="140" y="807"/>
                  <a:pt x="135" y="803"/>
                </a:cubicBezTo>
                <a:cubicBezTo>
                  <a:pt x="94" y="787"/>
                  <a:pt x="88" y="786"/>
                  <a:pt x="82" y="782"/>
                </a:cubicBezTo>
                <a:cubicBezTo>
                  <a:pt x="18" y="768"/>
                  <a:pt x="25" y="763"/>
                  <a:pt x="31" y="770"/>
                </a:cubicBezTo>
                <a:cubicBezTo>
                  <a:pt x="72" y="789"/>
                  <a:pt x="76" y="784"/>
                  <a:pt x="78" y="788"/>
                </a:cubicBezTo>
                <a:cubicBezTo>
                  <a:pt x="101" y="793"/>
                  <a:pt x="103" y="801"/>
                  <a:pt x="107" y="799"/>
                </a:cubicBezTo>
                <a:cubicBezTo>
                  <a:pt x="130" y="808"/>
                  <a:pt x="135" y="815"/>
                  <a:pt x="142" y="817"/>
                </a:cubicBezTo>
                <a:cubicBezTo>
                  <a:pt x="170" y="836"/>
                  <a:pt x="179" y="838"/>
                  <a:pt x="187" y="844"/>
                </a:cubicBezTo>
                <a:cubicBezTo>
                  <a:pt x="233" y="870"/>
                  <a:pt x="251" y="880"/>
                  <a:pt x="268" y="893"/>
                </a:cubicBezTo>
                <a:cubicBezTo>
                  <a:pt x="303" y="920"/>
                  <a:pt x="313" y="923"/>
                  <a:pt x="321" y="933"/>
                </a:cubicBezTo>
                <a:cubicBezTo>
                  <a:pt x="355" y="961"/>
                  <a:pt x="358" y="960"/>
                  <a:pt x="359" y="965"/>
                </a:cubicBezTo>
                <a:cubicBezTo>
                  <a:pt x="330" y="953"/>
                  <a:pt x="328" y="946"/>
                  <a:pt x="325" y="946"/>
                </a:cubicBezTo>
                <a:cubicBezTo>
                  <a:pt x="294" y="928"/>
                  <a:pt x="291" y="926"/>
                  <a:pt x="288" y="928"/>
                </a:cubicBezTo>
                <a:cubicBezTo>
                  <a:pt x="253" y="905"/>
                  <a:pt x="246" y="907"/>
                  <a:pt x="240" y="902"/>
                </a:cubicBezTo>
                <a:cubicBezTo>
                  <a:pt x="196" y="874"/>
                  <a:pt x="189" y="878"/>
                  <a:pt x="183" y="871"/>
                </a:cubicBezTo>
                <a:cubicBezTo>
                  <a:pt x="151" y="863"/>
                  <a:pt x="149" y="853"/>
                  <a:pt x="145" y="855"/>
                </a:cubicBezTo>
                <a:cubicBezTo>
                  <a:pt x="101" y="836"/>
                  <a:pt x="95" y="830"/>
                  <a:pt x="89" y="825"/>
                </a:cubicBezTo>
                <a:cubicBezTo>
                  <a:pt x="75" y="820"/>
                  <a:pt x="78" y="824"/>
                  <a:pt x="81" y="829"/>
                </a:cubicBezTo>
                <a:cubicBezTo>
                  <a:pt x="125" y="851"/>
                  <a:pt x="134" y="857"/>
                  <a:pt x="143" y="859"/>
                </a:cubicBezTo>
                <a:cubicBezTo>
                  <a:pt x="177" y="878"/>
                  <a:pt x="186" y="880"/>
                  <a:pt x="195" y="884"/>
                </a:cubicBezTo>
                <a:cubicBezTo>
                  <a:pt x="207" y="892"/>
                  <a:pt x="211" y="897"/>
                  <a:pt x="218" y="897"/>
                </a:cubicBezTo>
                <a:cubicBezTo>
                  <a:pt x="249" y="916"/>
                  <a:pt x="257" y="920"/>
                  <a:pt x="265" y="922"/>
                </a:cubicBezTo>
                <a:cubicBezTo>
                  <a:pt x="296" y="944"/>
                  <a:pt x="307" y="946"/>
                  <a:pt x="317" y="954"/>
                </a:cubicBezTo>
                <a:cubicBezTo>
                  <a:pt x="372" y="983"/>
                  <a:pt x="377" y="991"/>
                  <a:pt x="383" y="991"/>
                </a:cubicBezTo>
                <a:cubicBezTo>
                  <a:pt x="407" y="1010"/>
                  <a:pt x="410" y="1011"/>
                  <a:pt x="412" y="1013"/>
                </a:cubicBezTo>
                <a:cubicBezTo>
                  <a:pt x="429" y="1029"/>
                  <a:pt x="432" y="1032"/>
                  <a:pt x="434" y="1035"/>
                </a:cubicBezTo>
                <a:cubicBezTo>
                  <a:pt x="391" y="1012"/>
                  <a:pt x="379" y="1003"/>
                  <a:pt x="366" y="1000"/>
                </a:cubicBezTo>
                <a:cubicBezTo>
                  <a:pt x="282" y="959"/>
                  <a:pt x="273" y="956"/>
                  <a:pt x="265" y="952"/>
                </a:cubicBezTo>
                <a:cubicBezTo>
                  <a:pt x="208" y="925"/>
                  <a:pt x="204" y="923"/>
                  <a:pt x="199" y="924"/>
                </a:cubicBezTo>
                <a:cubicBezTo>
                  <a:pt x="168" y="902"/>
                  <a:pt x="164" y="897"/>
                  <a:pt x="160" y="895"/>
                </a:cubicBezTo>
                <a:cubicBezTo>
                  <a:pt x="119" y="863"/>
                  <a:pt x="114" y="861"/>
                  <a:pt x="110" y="856"/>
                </a:cubicBezTo>
                <a:cubicBezTo>
                  <a:pt x="97" y="853"/>
                  <a:pt x="111" y="861"/>
                  <a:pt x="124" y="875"/>
                </a:cubicBezTo>
                <a:cubicBezTo>
                  <a:pt x="187" y="933"/>
                  <a:pt x="199" y="943"/>
                  <a:pt x="211" y="952"/>
                </a:cubicBezTo>
                <a:cubicBezTo>
                  <a:pt x="237" y="972"/>
                  <a:pt x="244" y="976"/>
                  <a:pt x="251" y="978"/>
                </a:cubicBezTo>
                <a:cubicBezTo>
                  <a:pt x="355" y="1037"/>
                  <a:pt x="362" y="1036"/>
                  <a:pt x="369" y="1041"/>
                </a:cubicBezTo>
                <a:cubicBezTo>
                  <a:pt x="396" y="1053"/>
                  <a:pt x="402" y="1057"/>
                  <a:pt x="410" y="1057"/>
                </a:cubicBezTo>
                <a:cubicBezTo>
                  <a:pt x="443" y="1078"/>
                  <a:pt x="446" y="1080"/>
                  <a:pt x="450" y="1080"/>
                </a:cubicBezTo>
                <a:cubicBezTo>
                  <a:pt x="498" y="1117"/>
                  <a:pt x="507" y="1122"/>
                  <a:pt x="503" y="1125"/>
                </a:cubicBezTo>
                <a:cubicBezTo>
                  <a:pt x="426" y="1084"/>
                  <a:pt x="415" y="1078"/>
                  <a:pt x="403" y="1075"/>
                </a:cubicBezTo>
                <a:cubicBezTo>
                  <a:pt x="382" y="1065"/>
                  <a:pt x="376" y="1061"/>
                  <a:pt x="370" y="1062"/>
                </a:cubicBezTo>
                <a:cubicBezTo>
                  <a:pt x="331" y="1045"/>
                  <a:pt x="325" y="1046"/>
                  <a:pt x="320" y="1041"/>
                </a:cubicBezTo>
                <a:cubicBezTo>
                  <a:pt x="300" y="1035"/>
                  <a:pt x="297" y="1034"/>
                  <a:pt x="295" y="1035"/>
                </a:cubicBezTo>
                <a:cubicBezTo>
                  <a:pt x="257" y="1018"/>
                  <a:pt x="244" y="1017"/>
                  <a:pt x="232" y="1015"/>
                </a:cubicBezTo>
                <a:cubicBezTo>
                  <a:pt x="276" y="1032"/>
                  <a:pt x="287" y="1038"/>
                  <a:pt x="298" y="1040"/>
                </a:cubicBezTo>
                <a:cubicBezTo>
                  <a:pt x="343" y="1060"/>
                  <a:pt x="355" y="1062"/>
                  <a:pt x="366" y="1067"/>
                </a:cubicBezTo>
                <a:cubicBezTo>
                  <a:pt x="421" y="1094"/>
                  <a:pt x="428" y="1089"/>
                  <a:pt x="433" y="1097"/>
                </a:cubicBezTo>
                <a:cubicBezTo>
                  <a:pt x="477" y="1120"/>
                  <a:pt x="488" y="1124"/>
                  <a:pt x="499" y="1130"/>
                </a:cubicBezTo>
                <a:cubicBezTo>
                  <a:pt x="530" y="1153"/>
                  <a:pt x="538" y="1158"/>
                  <a:pt x="534" y="1161"/>
                </a:cubicBezTo>
                <a:cubicBezTo>
                  <a:pt x="497" y="1142"/>
                  <a:pt x="495" y="1135"/>
                  <a:pt x="492" y="1135"/>
                </a:cubicBezTo>
                <a:cubicBezTo>
                  <a:pt x="453" y="1119"/>
                  <a:pt x="442" y="1110"/>
                  <a:pt x="430" y="1105"/>
                </a:cubicBezTo>
                <a:cubicBezTo>
                  <a:pt x="399" y="1091"/>
                  <a:pt x="395" y="1089"/>
                  <a:pt x="392" y="1089"/>
                </a:cubicBezTo>
                <a:cubicBezTo>
                  <a:pt x="366" y="1080"/>
                  <a:pt x="361" y="1073"/>
                  <a:pt x="354" y="1073"/>
                </a:cubicBezTo>
                <a:cubicBezTo>
                  <a:pt x="272" y="1038"/>
                  <a:pt x="264" y="1045"/>
                  <a:pt x="258" y="1037"/>
                </a:cubicBezTo>
                <a:cubicBezTo>
                  <a:pt x="228" y="1020"/>
                  <a:pt x="224" y="1018"/>
                  <a:pt x="221" y="1018"/>
                </a:cubicBezTo>
                <a:cubicBezTo>
                  <a:pt x="190" y="1001"/>
                  <a:pt x="188" y="991"/>
                  <a:pt x="184" y="993"/>
                </a:cubicBezTo>
                <a:cubicBezTo>
                  <a:pt x="154" y="965"/>
                  <a:pt x="150" y="962"/>
                  <a:pt x="146" y="962"/>
                </a:cubicBezTo>
                <a:cubicBezTo>
                  <a:pt x="188" y="1003"/>
                  <a:pt x="191" y="1002"/>
                  <a:pt x="193" y="1006"/>
                </a:cubicBezTo>
                <a:cubicBezTo>
                  <a:pt x="231" y="1027"/>
                  <a:pt x="233" y="1033"/>
                  <a:pt x="236" y="1031"/>
                </a:cubicBezTo>
                <a:cubicBezTo>
                  <a:pt x="256" y="1046"/>
                  <a:pt x="258" y="1053"/>
                  <a:pt x="261" y="1051"/>
                </a:cubicBezTo>
                <a:cubicBezTo>
                  <a:pt x="284" y="1067"/>
                  <a:pt x="286" y="1072"/>
                  <a:pt x="288" y="1075"/>
                </a:cubicBezTo>
                <a:cubicBezTo>
                  <a:pt x="317" y="1095"/>
                  <a:pt x="323" y="1099"/>
                  <a:pt x="330" y="1104"/>
                </a:cubicBezTo>
                <a:cubicBezTo>
                  <a:pt x="350" y="1113"/>
                  <a:pt x="352" y="1114"/>
                  <a:pt x="355" y="1115"/>
                </a:cubicBezTo>
                <a:cubicBezTo>
                  <a:pt x="387" y="1132"/>
                  <a:pt x="392" y="1132"/>
                  <a:pt x="396" y="1137"/>
                </a:cubicBezTo>
                <a:cubicBezTo>
                  <a:pt x="442" y="1160"/>
                  <a:pt x="445" y="1159"/>
                  <a:pt x="447" y="1162"/>
                </a:cubicBezTo>
                <a:cubicBezTo>
                  <a:pt x="495" y="1178"/>
                  <a:pt x="504" y="1188"/>
                  <a:pt x="514" y="1189"/>
                </a:cubicBezTo>
                <a:cubicBezTo>
                  <a:pt x="545" y="1207"/>
                  <a:pt x="548" y="1205"/>
                  <a:pt x="550" y="1206"/>
                </a:cubicBezTo>
                <a:cubicBezTo>
                  <a:pt x="576" y="1222"/>
                  <a:pt x="581" y="1223"/>
                  <a:pt x="586" y="1229"/>
                </a:cubicBezTo>
                <a:cubicBezTo>
                  <a:pt x="606" y="1238"/>
                  <a:pt x="610" y="1248"/>
                  <a:pt x="615" y="1248"/>
                </a:cubicBezTo>
                <a:cubicBezTo>
                  <a:pt x="617" y="1257"/>
                  <a:pt x="606" y="1255"/>
                  <a:pt x="597" y="1245"/>
                </a:cubicBezTo>
                <a:cubicBezTo>
                  <a:pt x="545" y="1221"/>
                  <a:pt x="540" y="1217"/>
                  <a:pt x="534" y="1218"/>
                </a:cubicBezTo>
                <a:cubicBezTo>
                  <a:pt x="485" y="1200"/>
                  <a:pt x="482" y="1196"/>
                  <a:pt x="479" y="1193"/>
                </a:cubicBezTo>
                <a:cubicBezTo>
                  <a:pt x="454" y="1186"/>
                  <a:pt x="450" y="1184"/>
                  <a:pt x="446" y="1184"/>
                </a:cubicBezTo>
                <a:cubicBezTo>
                  <a:pt x="389" y="1155"/>
                  <a:pt x="374" y="1155"/>
                  <a:pt x="361" y="1140"/>
                </a:cubicBezTo>
                <a:cubicBezTo>
                  <a:pt x="332" y="1126"/>
                  <a:pt x="326" y="1117"/>
                  <a:pt x="318" y="1117"/>
                </a:cubicBezTo>
                <a:cubicBezTo>
                  <a:pt x="296" y="1099"/>
                  <a:pt x="291" y="1096"/>
                  <a:pt x="284" y="1096"/>
                </a:cubicBezTo>
                <a:cubicBezTo>
                  <a:pt x="297" y="1108"/>
                  <a:pt x="302" y="1107"/>
                  <a:pt x="305" y="1110"/>
                </a:cubicBezTo>
                <a:cubicBezTo>
                  <a:pt x="326" y="1125"/>
                  <a:pt x="329" y="1128"/>
                  <a:pt x="333" y="1134"/>
                </a:cubicBezTo>
                <a:cubicBezTo>
                  <a:pt x="387" y="1166"/>
                  <a:pt x="394" y="1176"/>
                  <a:pt x="401" y="1181"/>
                </a:cubicBezTo>
                <a:cubicBezTo>
                  <a:pt x="430" y="1196"/>
                  <a:pt x="433" y="1199"/>
                  <a:pt x="437" y="1204"/>
                </a:cubicBezTo>
                <a:cubicBezTo>
                  <a:pt x="480" y="1225"/>
                  <a:pt x="488" y="1230"/>
                  <a:pt x="496" y="1231"/>
                </a:cubicBezTo>
                <a:cubicBezTo>
                  <a:pt x="512" y="1244"/>
                  <a:pt x="515" y="1239"/>
                  <a:pt x="516" y="1244"/>
                </a:cubicBezTo>
                <a:cubicBezTo>
                  <a:pt x="550" y="1257"/>
                  <a:pt x="553" y="1259"/>
                  <a:pt x="557" y="1260"/>
                </a:cubicBezTo>
                <a:cubicBezTo>
                  <a:pt x="595" y="1278"/>
                  <a:pt x="602" y="1276"/>
                  <a:pt x="608" y="1283"/>
                </a:cubicBezTo>
                <a:cubicBezTo>
                  <a:pt x="633" y="1289"/>
                  <a:pt x="638" y="1292"/>
                  <a:pt x="642" y="1290"/>
                </a:cubicBezTo>
                <a:cubicBezTo>
                  <a:pt x="671" y="1306"/>
                  <a:pt x="673" y="1306"/>
                  <a:pt x="672" y="1309"/>
                </a:cubicBezTo>
                <a:cubicBezTo>
                  <a:pt x="688" y="1331"/>
                  <a:pt x="675" y="1322"/>
                  <a:pt x="660" y="1323"/>
                </a:cubicBezTo>
                <a:cubicBezTo>
                  <a:pt x="632" y="1317"/>
                  <a:pt x="625" y="1308"/>
                  <a:pt x="617" y="1311"/>
                </a:cubicBezTo>
                <a:cubicBezTo>
                  <a:pt x="588" y="1307"/>
                  <a:pt x="582" y="1296"/>
                  <a:pt x="574" y="1299"/>
                </a:cubicBezTo>
                <a:cubicBezTo>
                  <a:pt x="545" y="1291"/>
                  <a:pt x="539" y="1284"/>
                  <a:pt x="531" y="1284"/>
                </a:cubicBezTo>
                <a:cubicBezTo>
                  <a:pt x="518" y="1276"/>
                  <a:pt x="514" y="1277"/>
                  <a:pt x="511" y="1275"/>
                </a:cubicBezTo>
                <a:cubicBezTo>
                  <a:pt x="466" y="1250"/>
                  <a:pt x="462" y="1253"/>
                  <a:pt x="459" y="1247"/>
                </a:cubicBezTo>
                <a:cubicBezTo>
                  <a:pt x="425" y="1226"/>
                  <a:pt x="420" y="1229"/>
                  <a:pt x="418" y="1223"/>
                </a:cubicBezTo>
                <a:cubicBezTo>
                  <a:pt x="384" y="1200"/>
                  <a:pt x="381" y="1195"/>
                  <a:pt x="377" y="1196"/>
                </a:cubicBezTo>
                <a:cubicBezTo>
                  <a:pt x="435" y="1244"/>
                  <a:pt x="446" y="1249"/>
                  <a:pt x="456" y="1258"/>
                </a:cubicBezTo>
                <a:cubicBezTo>
                  <a:pt x="492" y="1278"/>
                  <a:pt x="498" y="1276"/>
                  <a:pt x="504" y="1280"/>
                </a:cubicBezTo>
                <a:cubicBezTo>
                  <a:pt x="525" y="1289"/>
                  <a:pt x="530" y="1291"/>
                  <a:pt x="536" y="1294"/>
                </a:cubicBezTo>
                <a:cubicBezTo>
                  <a:pt x="557" y="1301"/>
                  <a:pt x="562" y="1305"/>
                  <a:pt x="568" y="1306"/>
                </a:cubicBezTo>
                <a:cubicBezTo>
                  <a:pt x="590" y="1309"/>
                  <a:pt x="595" y="1319"/>
                  <a:pt x="601" y="1315"/>
                </a:cubicBezTo>
                <a:cubicBezTo>
                  <a:pt x="677" y="1338"/>
                  <a:pt x="682" y="1337"/>
                  <a:pt x="686" y="1337"/>
                </a:cubicBezTo>
                <a:cubicBezTo>
                  <a:pt x="717" y="1352"/>
                  <a:pt x="722" y="1353"/>
                  <a:pt x="726" y="1359"/>
                </a:cubicBezTo>
                <a:cubicBezTo>
                  <a:pt x="698" y="1354"/>
                  <a:pt x="691" y="1350"/>
                  <a:pt x="684" y="1349"/>
                </a:cubicBezTo>
                <a:cubicBezTo>
                  <a:pt x="670" y="1348"/>
                  <a:pt x="667" y="1343"/>
                  <a:pt x="663" y="1345"/>
                </a:cubicBezTo>
                <a:cubicBezTo>
                  <a:pt x="627" y="1341"/>
                  <a:pt x="624" y="1336"/>
                  <a:pt x="620" y="1338"/>
                </a:cubicBezTo>
                <a:cubicBezTo>
                  <a:pt x="560" y="1320"/>
                  <a:pt x="556" y="1320"/>
                  <a:pt x="553" y="1319"/>
                </a:cubicBezTo>
                <a:cubicBezTo>
                  <a:pt x="518" y="1303"/>
                  <a:pt x="512" y="1300"/>
                  <a:pt x="505" y="1300"/>
                </a:cubicBezTo>
                <a:cubicBezTo>
                  <a:pt x="488" y="1293"/>
                  <a:pt x="487" y="1289"/>
                  <a:pt x="485" y="1290"/>
                </a:cubicBezTo>
                <a:cubicBezTo>
                  <a:pt x="521" y="1315"/>
                  <a:pt x="524" y="1319"/>
                  <a:pt x="528" y="1318"/>
                </a:cubicBezTo>
                <a:cubicBezTo>
                  <a:pt x="566" y="1335"/>
                  <a:pt x="569" y="1341"/>
                  <a:pt x="572" y="1346"/>
                </a:cubicBezTo>
                <a:cubicBezTo>
                  <a:pt x="604" y="1356"/>
                  <a:pt x="608" y="1362"/>
                  <a:pt x="611" y="1366"/>
                </a:cubicBezTo>
                <a:cubicBezTo>
                  <a:pt x="652" y="1386"/>
                  <a:pt x="660" y="1398"/>
                  <a:pt x="669" y="1400"/>
                </a:cubicBezTo>
                <a:cubicBezTo>
                  <a:pt x="717" y="1420"/>
                  <a:pt x="721" y="1423"/>
                  <a:pt x="726" y="1423"/>
                </a:cubicBezTo>
                <a:cubicBezTo>
                  <a:pt x="789" y="1445"/>
                  <a:pt x="794" y="1444"/>
                  <a:pt x="799" y="1446"/>
                </a:cubicBezTo>
                <a:cubicBezTo>
                  <a:pt x="834" y="1455"/>
                  <a:pt x="839" y="1460"/>
                  <a:pt x="844" y="1460"/>
                </a:cubicBezTo>
                <a:cubicBezTo>
                  <a:pt x="868" y="1469"/>
                  <a:pt x="872" y="1468"/>
                  <a:pt x="870" y="1471"/>
                </a:cubicBezTo>
                <a:cubicBezTo>
                  <a:pt x="799" y="1494"/>
                  <a:pt x="796" y="1495"/>
                  <a:pt x="792" y="1497"/>
                </a:cubicBezTo>
                <a:cubicBezTo>
                  <a:pt x="807" y="1500"/>
                  <a:pt x="814" y="1498"/>
                  <a:pt x="821" y="1492"/>
                </a:cubicBezTo>
                <a:cubicBezTo>
                  <a:pt x="853" y="1487"/>
                  <a:pt x="846" y="1492"/>
                  <a:pt x="840" y="1492"/>
                </a:cubicBezTo>
                <a:cubicBezTo>
                  <a:pt x="845" y="1498"/>
                  <a:pt x="850" y="1500"/>
                  <a:pt x="857" y="1494"/>
                </a:cubicBezTo>
                <a:cubicBezTo>
                  <a:pt x="896" y="1495"/>
                  <a:pt x="902" y="1495"/>
                  <a:pt x="906" y="1499"/>
                </a:cubicBezTo>
                <a:cubicBezTo>
                  <a:pt x="937" y="1499"/>
                  <a:pt x="939" y="1509"/>
                  <a:pt x="944" y="1507"/>
                </a:cubicBezTo>
                <a:cubicBezTo>
                  <a:pt x="979" y="1513"/>
                  <a:pt x="980" y="1525"/>
                  <a:pt x="984" y="1518"/>
                </a:cubicBezTo>
                <a:close/>
                <a:moveTo>
                  <a:pt x="194" y="560"/>
                </a:moveTo>
                <a:cubicBezTo>
                  <a:pt x="193" y="556"/>
                  <a:pt x="197" y="560"/>
                  <a:pt x="199" y="563"/>
                </a:cubicBezTo>
                <a:cubicBezTo>
                  <a:pt x="200" y="567"/>
                  <a:pt x="196" y="563"/>
                  <a:pt x="194" y="560"/>
                </a:cubicBezTo>
                <a:close/>
                <a:moveTo>
                  <a:pt x="272" y="655"/>
                </a:moveTo>
                <a:cubicBezTo>
                  <a:pt x="271" y="660"/>
                  <a:pt x="274" y="665"/>
                  <a:pt x="273" y="670"/>
                </a:cubicBezTo>
                <a:cubicBezTo>
                  <a:pt x="266" y="671"/>
                  <a:pt x="272" y="661"/>
                  <a:pt x="269" y="657"/>
                </a:cubicBezTo>
                <a:cubicBezTo>
                  <a:pt x="270" y="652"/>
                  <a:pt x="269" y="647"/>
                  <a:pt x="268" y="641"/>
                </a:cubicBezTo>
                <a:cubicBezTo>
                  <a:pt x="275" y="641"/>
                  <a:pt x="269" y="651"/>
                  <a:pt x="272" y="655"/>
                </a:cubicBezTo>
                <a:close/>
                <a:moveTo>
                  <a:pt x="268" y="727"/>
                </a:moveTo>
                <a:cubicBezTo>
                  <a:pt x="276" y="724"/>
                  <a:pt x="273" y="733"/>
                  <a:pt x="279" y="738"/>
                </a:cubicBezTo>
                <a:cubicBezTo>
                  <a:pt x="274" y="741"/>
                  <a:pt x="272" y="730"/>
                  <a:pt x="268" y="727"/>
                </a:cubicBezTo>
                <a:close/>
                <a:moveTo>
                  <a:pt x="290" y="751"/>
                </a:moveTo>
                <a:cubicBezTo>
                  <a:pt x="298" y="753"/>
                  <a:pt x="300" y="766"/>
                  <a:pt x="303" y="772"/>
                </a:cubicBezTo>
                <a:cubicBezTo>
                  <a:pt x="296" y="771"/>
                  <a:pt x="298" y="758"/>
                  <a:pt x="290" y="751"/>
                </a:cubicBezTo>
                <a:close/>
                <a:moveTo>
                  <a:pt x="308" y="784"/>
                </a:moveTo>
                <a:cubicBezTo>
                  <a:pt x="319" y="781"/>
                  <a:pt x="311" y="795"/>
                  <a:pt x="318" y="801"/>
                </a:cubicBezTo>
                <a:cubicBezTo>
                  <a:pt x="308" y="801"/>
                  <a:pt x="317" y="790"/>
                  <a:pt x="308" y="784"/>
                </a:cubicBezTo>
                <a:close/>
                <a:moveTo>
                  <a:pt x="335" y="731"/>
                </a:moveTo>
                <a:cubicBezTo>
                  <a:pt x="331" y="739"/>
                  <a:pt x="333" y="748"/>
                  <a:pt x="329" y="756"/>
                </a:cubicBezTo>
                <a:cubicBezTo>
                  <a:pt x="331" y="839"/>
                  <a:pt x="330" y="829"/>
                  <a:pt x="331" y="827"/>
                </a:cubicBezTo>
                <a:cubicBezTo>
                  <a:pt x="322" y="788"/>
                  <a:pt x="320" y="778"/>
                  <a:pt x="322" y="769"/>
                </a:cubicBezTo>
                <a:cubicBezTo>
                  <a:pt x="318" y="724"/>
                  <a:pt x="317" y="720"/>
                  <a:pt x="317" y="717"/>
                </a:cubicBezTo>
                <a:cubicBezTo>
                  <a:pt x="318" y="666"/>
                  <a:pt x="315" y="662"/>
                  <a:pt x="318" y="659"/>
                </a:cubicBezTo>
                <a:cubicBezTo>
                  <a:pt x="321" y="617"/>
                  <a:pt x="325" y="610"/>
                  <a:pt x="326" y="603"/>
                </a:cubicBezTo>
                <a:cubicBezTo>
                  <a:pt x="329" y="554"/>
                  <a:pt x="337" y="551"/>
                  <a:pt x="334" y="546"/>
                </a:cubicBezTo>
                <a:cubicBezTo>
                  <a:pt x="340" y="528"/>
                  <a:pt x="337" y="525"/>
                  <a:pt x="340" y="524"/>
                </a:cubicBezTo>
                <a:cubicBezTo>
                  <a:pt x="358" y="455"/>
                  <a:pt x="361" y="441"/>
                  <a:pt x="367" y="427"/>
                </a:cubicBezTo>
                <a:cubicBezTo>
                  <a:pt x="372" y="400"/>
                  <a:pt x="369" y="396"/>
                  <a:pt x="372" y="393"/>
                </a:cubicBezTo>
                <a:cubicBezTo>
                  <a:pt x="373" y="371"/>
                  <a:pt x="375" y="370"/>
                  <a:pt x="377" y="374"/>
                </a:cubicBezTo>
                <a:cubicBezTo>
                  <a:pt x="377" y="403"/>
                  <a:pt x="376" y="410"/>
                  <a:pt x="376" y="417"/>
                </a:cubicBezTo>
                <a:cubicBezTo>
                  <a:pt x="376" y="432"/>
                  <a:pt x="379" y="436"/>
                  <a:pt x="376" y="439"/>
                </a:cubicBezTo>
                <a:cubicBezTo>
                  <a:pt x="374" y="475"/>
                  <a:pt x="370" y="478"/>
                  <a:pt x="372" y="482"/>
                </a:cubicBezTo>
                <a:cubicBezTo>
                  <a:pt x="363" y="531"/>
                  <a:pt x="358" y="537"/>
                  <a:pt x="363" y="545"/>
                </a:cubicBezTo>
                <a:cubicBezTo>
                  <a:pt x="349" y="586"/>
                  <a:pt x="354" y="590"/>
                  <a:pt x="351" y="593"/>
                </a:cubicBezTo>
                <a:cubicBezTo>
                  <a:pt x="346" y="626"/>
                  <a:pt x="344" y="633"/>
                  <a:pt x="342" y="640"/>
                </a:cubicBezTo>
                <a:cubicBezTo>
                  <a:pt x="338" y="668"/>
                  <a:pt x="336" y="675"/>
                  <a:pt x="335" y="682"/>
                </a:cubicBezTo>
                <a:close/>
                <a:moveTo>
                  <a:pt x="377" y="918"/>
                </a:moveTo>
                <a:cubicBezTo>
                  <a:pt x="384" y="917"/>
                  <a:pt x="377" y="927"/>
                  <a:pt x="384" y="931"/>
                </a:cubicBezTo>
                <a:cubicBezTo>
                  <a:pt x="377" y="932"/>
                  <a:pt x="376" y="921"/>
                  <a:pt x="377" y="918"/>
                </a:cubicBezTo>
                <a:close/>
                <a:moveTo>
                  <a:pt x="383" y="897"/>
                </a:moveTo>
                <a:cubicBezTo>
                  <a:pt x="382" y="892"/>
                  <a:pt x="387" y="897"/>
                  <a:pt x="385" y="899"/>
                </a:cubicBezTo>
                <a:cubicBezTo>
                  <a:pt x="387" y="902"/>
                  <a:pt x="385" y="904"/>
                  <a:pt x="388" y="907"/>
                </a:cubicBezTo>
                <a:cubicBezTo>
                  <a:pt x="387" y="914"/>
                  <a:pt x="383" y="899"/>
                  <a:pt x="383" y="897"/>
                </a:cubicBezTo>
                <a:close/>
                <a:moveTo>
                  <a:pt x="454" y="1071"/>
                </a:moveTo>
                <a:cubicBezTo>
                  <a:pt x="452" y="1070"/>
                  <a:pt x="449" y="1072"/>
                  <a:pt x="447" y="1068"/>
                </a:cubicBezTo>
                <a:cubicBezTo>
                  <a:pt x="405" y="1048"/>
                  <a:pt x="400" y="1045"/>
                  <a:pt x="395" y="1044"/>
                </a:cubicBezTo>
                <a:cubicBezTo>
                  <a:pt x="344" y="1022"/>
                  <a:pt x="338" y="1021"/>
                  <a:pt x="333" y="1018"/>
                </a:cubicBezTo>
                <a:cubicBezTo>
                  <a:pt x="314" y="1012"/>
                  <a:pt x="310" y="1001"/>
                  <a:pt x="304" y="1004"/>
                </a:cubicBezTo>
                <a:cubicBezTo>
                  <a:pt x="227" y="958"/>
                  <a:pt x="222" y="952"/>
                  <a:pt x="217" y="949"/>
                </a:cubicBezTo>
                <a:cubicBezTo>
                  <a:pt x="187" y="918"/>
                  <a:pt x="197" y="935"/>
                  <a:pt x="210" y="935"/>
                </a:cubicBezTo>
                <a:cubicBezTo>
                  <a:pt x="249" y="953"/>
                  <a:pt x="254" y="958"/>
                  <a:pt x="260" y="960"/>
                </a:cubicBezTo>
                <a:cubicBezTo>
                  <a:pt x="301" y="977"/>
                  <a:pt x="306" y="982"/>
                  <a:pt x="311" y="983"/>
                </a:cubicBezTo>
                <a:cubicBezTo>
                  <a:pt x="357" y="1005"/>
                  <a:pt x="360" y="1006"/>
                  <a:pt x="363" y="1007"/>
                </a:cubicBezTo>
                <a:cubicBezTo>
                  <a:pt x="404" y="1025"/>
                  <a:pt x="402" y="1033"/>
                  <a:pt x="409" y="1031"/>
                </a:cubicBezTo>
                <a:cubicBezTo>
                  <a:pt x="437" y="1049"/>
                  <a:pt x="439" y="1056"/>
                  <a:pt x="441" y="1053"/>
                </a:cubicBezTo>
                <a:cubicBezTo>
                  <a:pt x="464" y="1081"/>
                  <a:pt x="459" y="1076"/>
                  <a:pt x="454" y="1071"/>
                </a:cubicBezTo>
                <a:close/>
                <a:moveTo>
                  <a:pt x="268" y="1051"/>
                </a:moveTo>
                <a:cubicBezTo>
                  <a:pt x="271" y="1051"/>
                  <a:pt x="273" y="1052"/>
                  <a:pt x="276" y="1054"/>
                </a:cubicBezTo>
                <a:cubicBezTo>
                  <a:pt x="278" y="1059"/>
                  <a:pt x="270" y="1054"/>
                  <a:pt x="268" y="1051"/>
                </a:cubicBezTo>
                <a:close/>
                <a:moveTo>
                  <a:pt x="580" y="1214"/>
                </a:moveTo>
                <a:cubicBezTo>
                  <a:pt x="573" y="1211"/>
                  <a:pt x="567" y="1205"/>
                  <a:pt x="560" y="1205"/>
                </a:cubicBezTo>
                <a:cubicBezTo>
                  <a:pt x="529" y="1186"/>
                  <a:pt x="526" y="1184"/>
                  <a:pt x="522" y="1186"/>
                </a:cubicBezTo>
                <a:cubicBezTo>
                  <a:pt x="481" y="1169"/>
                  <a:pt x="479" y="1162"/>
                  <a:pt x="475" y="1164"/>
                </a:cubicBezTo>
                <a:cubicBezTo>
                  <a:pt x="441" y="1147"/>
                  <a:pt x="434" y="1148"/>
                  <a:pt x="428" y="1143"/>
                </a:cubicBezTo>
                <a:cubicBezTo>
                  <a:pt x="404" y="1135"/>
                  <a:pt x="402" y="1125"/>
                  <a:pt x="398" y="1127"/>
                </a:cubicBezTo>
                <a:cubicBezTo>
                  <a:pt x="345" y="1102"/>
                  <a:pt x="339" y="1102"/>
                  <a:pt x="333" y="1096"/>
                </a:cubicBezTo>
                <a:cubicBezTo>
                  <a:pt x="282" y="1057"/>
                  <a:pt x="286" y="1056"/>
                  <a:pt x="289" y="1061"/>
                </a:cubicBezTo>
                <a:cubicBezTo>
                  <a:pt x="303" y="1065"/>
                  <a:pt x="306" y="1064"/>
                  <a:pt x="309" y="1067"/>
                </a:cubicBezTo>
                <a:cubicBezTo>
                  <a:pt x="329" y="1073"/>
                  <a:pt x="332" y="1077"/>
                  <a:pt x="336" y="1075"/>
                </a:cubicBezTo>
                <a:cubicBezTo>
                  <a:pt x="382" y="1096"/>
                  <a:pt x="389" y="1094"/>
                  <a:pt x="395" y="1100"/>
                </a:cubicBezTo>
                <a:cubicBezTo>
                  <a:pt x="420" y="1110"/>
                  <a:pt x="426" y="1117"/>
                  <a:pt x="433" y="1116"/>
                </a:cubicBezTo>
                <a:cubicBezTo>
                  <a:pt x="475" y="1138"/>
                  <a:pt x="479" y="1137"/>
                  <a:pt x="482" y="1140"/>
                </a:cubicBezTo>
                <a:cubicBezTo>
                  <a:pt x="503" y="1150"/>
                  <a:pt x="505" y="1157"/>
                  <a:pt x="509" y="1155"/>
                </a:cubicBezTo>
                <a:cubicBezTo>
                  <a:pt x="552" y="1189"/>
                  <a:pt x="558" y="1193"/>
                  <a:pt x="565" y="1196"/>
                </a:cubicBezTo>
                <a:close/>
                <a:moveTo>
                  <a:pt x="617" y="1274"/>
                </a:moveTo>
                <a:cubicBezTo>
                  <a:pt x="613" y="1273"/>
                  <a:pt x="608" y="1272"/>
                  <a:pt x="604" y="1270"/>
                </a:cubicBezTo>
                <a:cubicBezTo>
                  <a:pt x="596" y="1264"/>
                  <a:pt x="587" y="1264"/>
                  <a:pt x="579" y="1258"/>
                </a:cubicBezTo>
                <a:cubicBezTo>
                  <a:pt x="575" y="1258"/>
                  <a:pt x="570" y="1256"/>
                  <a:pt x="566" y="1254"/>
                </a:cubicBezTo>
                <a:cubicBezTo>
                  <a:pt x="562" y="1252"/>
                  <a:pt x="558" y="1249"/>
                  <a:pt x="554" y="1249"/>
                </a:cubicBezTo>
                <a:cubicBezTo>
                  <a:pt x="546" y="1247"/>
                  <a:pt x="537" y="1243"/>
                  <a:pt x="529" y="1240"/>
                </a:cubicBezTo>
                <a:cubicBezTo>
                  <a:pt x="513" y="1231"/>
                  <a:pt x="495" y="1229"/>
                  <a:pt x="480" y="1216"/>
                </a:cubicBezTo>
                <a:cubicBezTo>
                  <a:pt x="475" y="1215"/>
                  <a:pt x="471" y="1216"/>
                  <a:pt x="467" y="1209"/>
                </a:cubicBezTo>
                <a:cubicBezTo>
                  <a:pt x="462" y="1214"/>
                  <a:pt x="460" y="1202"/>
                  <a:pt x="455" y="1204"/>
                </a:cubicBezTo>
                <a:cubicBezTo>
                  <a:pt x="447" y="1200"/>
                  <a:pt x="439" y="1194"/>
                  <a:pt x="431" y="1192"/>
                </a:cubicBezTo>
                <a:cubicBezTo>
                  <a:pt x="427" y="1188"/>
                  <a:pt x="424" y="1185"/>
                  <a:pt x="420" y="1184"/>
                </a:cubicBezTo>
                <a:cubicBezTo>
                  <a:pt x="419" y="1181"/>
                  <a:pt x="421" y="1183"/>
                  <a:pt x="423" y="1182"/>
                </a:cubicBezTo>
                <a:cubicBezTo>
                  <a:pt x="425" y="1182"/>
                  <a:pt x="427" y="1183"/>
                  <a:pt x="429" y="1186"/>
                </a:cubicBezTo>
                <a:cubicBezTo>
                  <a:pt x="434" y="1181"/>
                  <a:pt x="436" y="1194"/>
                  <a:pt x="441" y="1188"/>
                </a:cubicBezTo>
                <a:cubicBezTo>
                  <a:pt x="447" y="1196"/>
                  <a:pt x="456" y="1192"/>
                  <a:pt x="462" y="1199"/>
                </a:cubicBezTo>
                <a:cubicBezTo>
                  <a:pt x="464" y="1201"/>
                  <a:pt x="467" y="1198"/>
                  <a:pt x="468" y="1200"/>
                </a:cubicBezTo>
                <a:cubicBezTo>
                  <a:pt x="470" y="1204"/>
                  <a:pt x="472" y="1203"/>
                  <a:pt x="475" y="1201"/>
                </a:cubicBezTo>
                <a:cubicBezTo>
                  <a:pt x="477" y="1208"/>
                  <a:pt x="482" y="1201"/>
                  <a:pt x="484" y="1208"/>
                </a:cubicBezTo>
                <a:cubicBezTo>
                  <a:pt x="492" y="1207"/>
                  <a:pt x="499" y="1213"/>
                  <a:pt x="506" y="1216"/>
                </a:cubicBezTo>
                <a:cubicBezTo>
                  <a:pt x="515" y="1216"/>
                  <a:pt x="522" y="1222"/>
                  <a:pt x="530" y="1226"/>
                </a:cubicBezTo>
                <a:cubicBezTo>
                  <a:pt x="538" y="1225"/>
                  <a:pt x="545" y="1230"/>
                  <a:pt x="552" y="1235"/>
                </a:cubicBezTo>
                <a:cubicBezTo>
                  <a:pt x="556" y="1235"/>
                  <a:pt x="559" y="1239"/>
                  <a:pt x="563" y="1240"/>
                </a:cubicBezTo>
                <a:cubicBezTo>
                  <a:pt x="567" y="1242"/>
                  <a:pt x="571" y="1239"/>
                  <a:pt x="573" y="1246"/>
                </a:cubicBezTo>
                <a:cubicBezTo>
                  <a:pt x="581" y="1247"/>
                  <a:pt x="588" y="1254"/>
                  <a:pt x="595" y="1254"/>
                </a:cubicBezTo>
                <a:cubicBezTo>
                  <a:pt x="597" y="1256"/>
                  <a:pt x="598" y="1258"/>
                  <a:pt x="599" y="1260"/>
                </a:cubicBezTo>
                <a:cubicBezTo>
                  <a:pt x="604" y="1262"/>
                  <a:pt x="609" y="1265"/>
                  <a:pt x="614" y="1265"/>
                </a:cubicBezTo>
                <a:cubicBezTo>
                  <a:pt x="618" y="1269"/>
                  <a:pt x="623" y="1274"/>
                  <a:pt x="628" y="1274"/>
                </a:cubicBezTo>
                <a:cubicBezTo>
                  <a:pt x="629" y="1283"/>
                  <a:pt x="620" y="1272"/>
                  <a:pt x="617" y="1274"/>
                </a:cubicBezTo>
                <a:close/>
                <a:moveTo>
                  <a:pt x="805" y="1319"/>
                </a:moveTo>
                <a:cubicBezTo>
                  <a:pt x="807" y="1316"/>
                  <a:pt x="803" y="1312"/>
                  <a:pt x="802" y="1308"/>
                </a:cubicBezTo>
                <a:cubicBezTo>
                  <a:pt x="798" y="1300"/>
                  <a:pt x="801" y="1294"/>
                  <a:pt x="795" y="1286"/>
                </a:cubicBezTo>
                <a:cubicBezTo>
                  <a:pt x="796" y="1283"/>
                  <a:pt x="793" y="1279"/>
                  <a:pt x="792" y="1275"/>
                </a:cubicBezTo>
                <a:cubicBezTo>
                  <a:pt x="792" y="1271"/>
                  <a:pt x="789" y="1267"/>
                  <a:pt x="789" y="1263"/>
                </a:cubicBezTo>
                <a:cubicBezTo>
                  <a:pt x="784" y="1259"/>
                  <a:pt x="792" y="1257"/>
                  <a:pt x="786" y="1252"/>
                </a:cubicBezTo>
                <a:cubicBezTo>
                  <a:pt x="788" y="1249"/>
                  <a:pt x="782" y="1245"/>
                  <a:pt x="785" y="1242"/>
                </a:cubicBezTo>
                <a:cubicBezTo>
                  <a:pt x="779" y="1240"/>
                  <a:pt x="788" y="1232"/>
                  <a:pt x="782" y="1234"/>
                </a:cubicBezTo>
                <a:cubicBezTo>
                  <a:pt x="780" y="1230"/>
                  <a:pt x="785" y="1227"/>
                  <a:pt x="779" y="1223"/>
                </a:cubicBezTo>
                <a:cubicBezTo>
                  <a:pt x="777" y="1216"/>
                  <a:pt x="771" y="1208"/>
                  <a:pt x="775" y="1202"/>
                </a:cubicBezTo>
                <a:cubicBezTo>
                  <a:pt x="766" y="1186"/>
                  <a:pt x="772" y="1173"/>
                  <a:pt x="762" y="1157"/>
                </a:cubicBezTo>
                <a:cubicBezTo>
                  <a:pt x="762" y="1151"/>
                  <a:pt x="764" y="1145"/>
                  <a:pt x="759" y="1138"/>
                </a:cubicBezTo>
                <a:cubicBezTo>
                  <a:pt x="763" y="1133"/>
                  <a:pt x="757" y="1126"/>
                  <a:pt x="757" y="1120"/>
                </a:cubicBezTo>
                <a:cubicBezTo>
                  <a:pt x="762" y="1115"/>
                  <a:pt x="752" y="1107"/>
                  <a:pt x="757" y="1102"/>
                </a:cubicBezTo>
                <a:cubicBezTo>
                  <a:pt x="753" y="1095"/>
                  <a:pt x="756" y="1090"/>
                  <a:pt x="752" y="1084"/>
                </a:cubicBezTo>
                <a:cubicBezTo>
                  <a:pt x="757" y="1082"/>
                  <a:pt x="759" y="1092"/>
                  <a:pt x="763" y="1095"/>
                </a:cubicBezTo>
                <a:cubicBezTo>
                  <a:pt x="764" y="1101"/>
                  <a:pt x="771" y="1108"/>
                  <a:pt x="771" y="1113"/>
                </a:cubicBezTo>
                <a:cubicBezTo>
                  <a:pt x="774" y="1123"/>
                  <a:pt x="774" y="1132"/>
                  <a:pt x="777" y="1141"/>
                </a:cubicBezTo>
                <a:cubicBezTo>
                  <a:pt x="776" y="1145"/>
                  <a:pt x="777" y="1150"/>
                  <a:pt x="779" y="1155"/>
                </a:cubicBezTo>
                <a:cubicBezTo>
                  <a:pt x="776" y="1159"/>
                  <a:pt x="783" y="1164"/>
                  <a:pt x="780" y="1168"/>
                </a:cubicBezTo>
                <a:cubicBezTo>
                  <a:pt x="783" y="1178"/>
                  <a:pt x="783" y="1186"/>
                  <a:pt x="787" y="1196"/>
                </a:cubicBezTo>
                <a:cubicBezTo>
                  <a:pt x="784" y="1199"/>
                  <a:pt x="791" y="1205"/>
                  <a:pt x="788" y="1208"/>
                </a:cubicBezTo>
                <a:cubicBezTo>
                  <a:pt x="790" y="1213"/>
                  <a:pt x="790" y="1217"/>
                  <a:pt x="795" y="1222"/>
                </a:cubicBezTo>
                <a:cubicBezTo>
                  <a:pt x="789" y="1226"/>
                  <a:pt x="793" y="1231"/>
                  <a:pt x="797" y="1237"/>
                </a:cubicBezTo>
                <a:cubicBezTo>
                  <a:pt x="791" y="1240"/>
                  <a:pt x="797" y="1245"/>
                  <a:pt x="798" y="1249"/>
                </a:cubicBezTo>
                <a:cubicBezTo>
                  <a:pt x="792" y="1257"/>
                  <a:pt x="805" y="1267"/>
                  <a:pt x="800" y="1275"/>
                </a:cubicBezTo>
                <a:cubicBezTo>
                  <a:pt x="807" y="1281"/>
                  <a:pt x="801" y="1284"/>
                  <a:pt x="805" y="1290"/>
                </a:cubicBezTo>
                <a:cubicBezTo>
                  <a:pt x="807" y="1294"/>
                  <a:pt x="806" y="1298"/>
                  <a:pt x="806" y="1302"/>
                </a:cubicBezTo>
                <a:cubicBezTo>
                  <a:pt x="808" y="1311"/>
                  <a:pt x="809" y="1319"/>
                  <a:pt x="811" y="1328"/>
                </a:cubicBezTo>
                <a:cubicBezTo>
                  <a:pt x="805" y="1330"/>
                  <a:pt x="808" y="1322"/>
                  <a:pt x="805" y="1319"/>
                </a:cubicBezTo>
                <a:close/>
                <a:moveTo>
                  <a:pt x="825" y="1377"/>
                </a:moveTo>
                <a:cubicBezTo>
                  <a:pt x="822" y="1373"/>
                  <a:pt x="823" y="1369"/>
                  <a:pt x="818" y="1364"/>
                </a:cubicBezTo>
                <a:cubicBezTo>
                  <a:pt x="822" y="1360"/>
                  <a:pt x="813" y="1353"/>
                  <a:pt x="816" y="1349"/>
                </a:cubicBezTo>
                <a:cubicBezTo>
                  <a:pt x="810" y="1344"/>
                  <a:pt x="813" y="1340"/>
                  <a:pt x="808" y="1335"/>
                </a:cubicBezTo>
                <a:cubicBezTo>
                  <a:pt x="816" y="1330"/>
                  <a:pt x="814" y="1343"/>
                  <a:pt x="816" y="1346"/>
                </a:cubicBezTo>
                <a:cubicBezTo>
                  <a:pt x="821" y="1352"/>
                  <a:pt x="818" y="1356"/>
                  <a:pt x="824" y="1362"/>
                </a:cubicBezTo>
                <a:cubicBezTo>
                  <a:pt x="821" y="1369"/>
                  <a:pt x="831" y="1379"/>
                  <a:pt x="832" y="1388"/>
                </a:cubicBezTo>
                <a:cubicBezTo>
                  <a:pt x="826" y="1390"/>
                  <a:pt x="828" y="1380"/>
                  <a:pt x="825" y="1377"/>
                </a:cubicBezTo>
                <a:close/>
                <a:moveTo>
                  <a:pt x="750" y="1257"/>
                </a:moveTo>
                <a:cubicBezTo>
                  <a:pt x="752" y="1260"/>
                  <a:pt x="755" y="1264"/>
                  <a:pt x="757" y="1267"/>
                </a:cubicBezTo>
                <a:cubicBezTo>
                  <a:pt x="754" y="1272"/>
                  <a:pt x="762" y="1279"/>
                  <a:pt x="761" y="1284"/>
                </a:cubicBezTo>
                <a:cubicBezTo>
                  <a:pt x="759" y="1289"/>
                  <a:pt x="763" y="1294"/>
                  <a:pt x="764" y="1300"/>
                </a:cubicBezTo>
                <a:cubicBezTo>
                  <a:pt x="765" y="1305"/>
                  <a:pt x="771" y="1311"/>
                  <a:pt x="771" y="1317"/>
                </a:cubicBezTo>
                <a:cubicBezTo>
                  <a:pt x="774" y="1320"/>
                  <a:pt x="773" y="1322"/>
                  <a:pt x="774" y="1325"/>
                </a:cubicBezTo>
                <a:cubicBezTo>
                  <a:pt x="776" y="1327"/>
                  <a:pt x="778" y="1330"/>
                  <a:pt x="776" y="1332"/>
                </a:cubicBezTo>
                <a:cubicBezTo>
                  <a:pt x="783" y="1341"/>
                  <a:pt x="783" y="1356"/>
                  <a:pt x="792" y="1361"/>
                </a:cubicBezTo>
                <a:cubicBezTo>
                  <a:pt x="790" y="1363"/>
                  <a:pt x="793" y="1366"/>
                  <a:pt x="795" y="1369"/>
                </a:cubicBezTo>
                <a:cubicBezTo>
                  <a:pt x="797" y="1372"/>
                  <a:pt x="795" y="1374"/>
                  <a:pt x="798" y="1377"/>
                </a:cubicBezTo>
                <a:cubicBezTo>
                  <a:pt x="798" y="1382"/>
                  <a:pt x="807" y="1388"/>
                  <a:pt x="801" y="1392"/>
                </a:cubicBezTo>
                <a:cubicBezTo>
                  <a:pt x="779" y="1365"/>
                  <a:pt x="778" y="1342"/>
                  <a:pt x="763" y="1317"/>
                </a:cubicBezTo>
                <a:cubicBezTo>
                  <a:pt x="764" y="1312"/>
                  <a:pt x="764" y="1307"/>
                  <a:pt x="760" y="1301"/>
                </a:cubicBezTo>
                <a:cubicBezTo>
                  <a:pt x="762" y="1296"/>
                  <a:pt x="756" y="1291"/>
                  <a:pt x="757" y="1286"/>
                </a:cubicBezTo>
                <a:cubicBezTo>
                  <a:pt x="757" y="1281"/>
                  <a:pt x="754" y="1276"/>
                  <a:pt x="752" y="1271"/>
                </a:cubicBezTo>
                <a:cubicBezTo>
                  <a:pt x="754" y="1267"/>
                  <a:pt x="749" y="1261"/>
                  <a:pt x="750" y="1257"/>
                </a:cubicBezTo>
                <a:cubicBezTo>
                  <a:pt x="743" y="1251"/>
                  <a:pt x="755" y="1253"/>
                  <a:pt x="750" y="1257"/>
                </a:cubicBezTo>
                <a:close/>
                <a:moveTo>
                  <a:pt x="732" y="1176"/>
                </a:moveTo>
                <a:cubicBezTo>
                  <a:pt x="734" y="1178"/>
                  <a:pt x="734" y="1179"/>
                  <a:pt x="733" y="1180"/>
                </a:cubicBezTo>
                <a:cubicBezTo>
                  <a:pt x="737" y="1184"/>
                  <a:pt x="732" y="1187"/>
                  <a:pt x="737" y="1191"/>
                </a:cubicBezTo>
                <a:cubicBezTo>
                  <a:pt x="733" y="1195"/>
                  <a:pt x="740" y="1200"/>
                  <a:pt x="737" y="1205"/>
                </a:cubicBezTo>
                <a:cubicBezTo>
                  <a:pt x="734" y="1200"/>
                  <a:pt x="733" y="1196"/>
                  <a:pt x="736" y="1192"/>
                </a:cubicBezTo>
                <a:cubicBezTo>
                  <a:pt x="731" y="1185"/>
                  <a:pt x="731" y="1179"/>
                  <a:pt x="730" y="1172"/>
                </a:cubicBezTo>
                <a:cubicBezTo>
                  <a:pt x="733" y="1171"/>
                  <a:pt x="730" y="1174"/>
                  <a:pt x="732" y="1176"/>
                </a:cubicBezTo>
                <a:close/>
                <a:moveTo>
                  <a:pt x="727" y="1158"/>
                </a:moveTo>
                <a:cubicBezTo>
                  <a:pt x="726" y="1149"/>
                  <a:pt x="735" y="1168"/>
                  <a:pt x="728" y="1162"/>
                </a:cubicBezTo>
                <a:cubicBezTo>
                  <a:pt x="725" y="1160"/>
                  <a:pt x="728" y="1159"/>
                  <a:pt x="727" y="1158"/>
                </a:cubicBezTo>
                <a:close/>
                <a:moveTo>
                  <a:pt x="687" y="988"/>
                </a:moveTo>
                <a:cubicBezTo>
                  <a:pt x="686" y="980"/>
                  <a:pt x="691" y="972"/>
                  <a:pt x="688" y="963"/>
                </a:cubicBezTo>
                <a:cubicBezTo>
                  <a:pt x="690" y="939"/>
                  <a:pt x="692" y="942"/>
                  <a:pt x="690" y="943"/>
                </a:cubicBezTo>
                <a:cubicBezTo>
                  <a:pt x="691" y="958"/>
                  <a:pt x="690" y="959"/>
                  <a:pt x="692" y="961"/>
                </a:cubicBezTo>
                <a:cubicBezTo>
                  <a:pt x="692" y="977"/>
                  <a:pt x="693" y="981"/>
                  <a:pt x="692" y="985"/>
                </a:cubicBezTo>
                <a:cubicBezTo>
                  <a:pt x="698" y="1018"/>
                  <a:pt x="694" y="1026"/>
                  <a:pt x="698" y="1034"/>
                </a:cubicBezTo>
                <a:cubicBezTo>
                  <a:pt x="707" y="1091"/>
                  <a:pt x="704" y="1098"/>
                  <a:pt x="708" y="1107"/>
                </a:cubicBezTo>
                <a:cubicBezTo>
                  <a:pt x="711" y="1139"/>
                  <a:pt x="716" y="1148"/>
                  <a:pt x="715" y="1156"/>
                </a:cubicBezTo>
                <a:cubicBezTo>
                  <a:pt x="725" y="1197"/>
                  <a:pt x="729" y="1214"/>
                  <a:pt x="734" y="1231"/>
                </a:cubicBezTo>
                <a:cubicBezTo>
                  <a:pt x="749" y="1288"/>
                  <a:pt x="747" y="1296"/>
                  <a:pt x="752" y="1306"/>
                </a:cubicBezTo>
                <a:cubicBezTo>
                  <a:pt x="764" y="1347"/>
                  <a:pt x="773" y="1364"/>
                  <a:pt x="782" y="1381"/>
                </a:cubicBezTo>
                <a:cubicBezTo>
                  <a:pt x="746" y="1345"/>
                  <a:pt x="746" y="1340"/>
                  <a:pt x="740" y="1333"/>
                </a:cubicBezTo>
                <a:cubicBezTo>
                  <a:pt x="729" y="1298"/>
                  <a:pt x="730" y="1290"/>
                  <a:pt x="721" y="1280"/>
                </a:cubicBezTo>
                <a:cubicBezTo>
                  <a:pt x="713" y="1238"/>
                  <a:pt x="715" y="1234"/>
                  <a:pt x="712" y="1230"/>
                </a:cubicBezTo>
                <a:cubicBezTo>
                  <a:pt x="706" y="1195"/>
                  <a:pt x="704" y="1194"/>
                  <a:pt x="704" y="1193"/>
                </a:cubicBezTo>
                <a:cubicBezTo>
                  <a:pt x="701" y="1173"/>
                  <a:pt x="699" y="1164"/>
                  <a:pt x="699" y="1156"/>
                </a:cubicBezTo>
                <a:cubicBezTo>
                  <a:pt x="691" y="1100"/>
                  <a:pt x="690" y="1092"/>
                  <a:pt x="691" y="1084"/>
                </a:cubicBezTo>
                <a:close/>
                <a:moveTo>
                  <a:pt x="736" y="1347"/>
                </a:moveTo>
                <a:cubicBezTo>
                  <a:pt x="730" y="1348"/>
                  <a:pt x="730" y="1337"/>
                  <a:pt x="727" y="1334"/>
                </a:cubicBezTo>
                <a:cubicBezTo>
                  <a:pt x="734" y="1333"/>
                  <a:pt x="734" y="1344"/>
                  <a:pt x="736" y="1347"/>
                </a:cubicBezTo>
                <a:close/>
                <a:moveTo>
                  <a:pt x="678" y="1070"/>
                </a:moveTo>
                <a:cubicBezTo>
                  <a:pt x="684" y="1068"/>
                  <a:pt x="678" y="1073"/>
                  <a:pt x="680" y="1076"/>
                </a:cubicBezTo>
                <a:cubicBezTo>
                  <a:pt x="684" y="1082"/>
                  <a:pt x="675" y="1078"/>
                  <a:pt x="678" y="1070"/>
                </a:cubicBezTo>
                <a:close/>
                <a:moveTo>
                  <a:pt x="716" y="1310"/>
                </a:moveTo>
                <a:cubicBezTo>
                  <a:pt x="716" y="1305"/>
                  <a:pt x="710" y="1299"/>
                  <a:pt x="709" y="1294"/>
                </a:cubicBezTo>
                <a:cubicBezTo>
                  <a:pt x="710" y="1289"/>
                  <a:pt x="705" y="1283"/>
                  <a:pt x="706" y="1278"/>
                </a:cubicBezTo>
                <a:cubicBezTo>
                  <a:pt x="703" y="1275"/>
                  <a:pt x="704" y="1272"/>
                  <a:pt x="705" y="1270"/>
                </a:cubicBezTo>
                <a:cubicBezTo>
                  <a:pt x="702" y="1269"/>
                  <a:pt x="703" y="1267"/>
                  <a:pt x="702" y="1264"/>
                </a:cubicBezTo>
                <a:cubicBezTo>
                  <a:pt x="697" y="1253"/>
                  <a:pt x="697" y="1242"/>
                  <a:pt x="693" y="1230"/>
                </a:cubicBezTo>
                <a:cubicBezTo>
                  <a:pt x="694" y="1225"/>
                  <a:pt x="691" y="1219"/>
                  <a:pt x="693" y="1214"/>
                </a:cubicBezTo>
                <a:cubicBezTo>
                  <a:pt x="689" y="1208"/>
                  <a:pt x="692" y="1204"/>
                  <a:pt x="692" y="1199"/>
                </a:cubicBezTo>
                <a:cubicBezTo>
                  <a:pt x="686" y="1180"/>
                  <a:pt x="684" y="1162"/>
                  <a:pt x="683" y="1144"/>
                </a:cubicBezTo>
                <a:cubicBezTo>
                  <a:pt x="684" y="1135"/>
                  <a:pt x="679" y="1126"/>
                  <a:pt x="682" y="1117"/>
                </a:cubicBezTo>
                <a:cubicBezTo>
                  <a:pt x="676" y="1107"/>
                  <a:pt x="683" y="1100"/>
                  <a:pt x="679" y="1090"/>
                </a:cubicBezTo>
                <a:cubicBezTo>
                  <a:pt x="684" y="1088"/>
                  <a:pt x="681" y="1096"/>
                  <a:pt x="682" y="1099"/>
                </a:cubicBezTo>
                <a:cubicBezTo>
                  <a:pt x="682" y="1102"/>
                  <a:pt x="683" y="1106"/>
                  <a:pt x="682" y="1109"/>
                </a:cubicBezTo>
                <a:cubicBezTo>
                  <a:pt x="684" y="1117"/>
                  <a:pt x="686" y="1124"/>
                  <a:pt x="683" y="1130"/>
                </a:cubicBezTo>
                <a:cubicBezTo>
                  <a:pt x="686" y="1138"/>
                  <a:pt x="688" y="1145"/>
                  <a:pt x="689" y="1153"/>
                </a:cubicBezTo>
                <a:cubicBezTo>
                  <a:pt x="687" y="1156"/>
                  <a:pt x="691" y="1160"/>
                  <a:pt x="692" y="1164"/>
                </a:cubicBezTo>
                <a:cubicBezTo>
                  <a:pt x="687" y="1167"/>
                  <a:pt x="693" y="1171"/>
                  <a:pt x="690" y="1173"/>
                </a:cubicBezTo>
                <a:cubicBezTo>
                  <a:pt x="694" y="1180"/>
                  <a:pt x="697" y="1187"/>
                  <a:pt x="696" y="1193"/>
                </a:cubicBezTo>
                <a:cubicBezTo>
                  <a:pt x="697" y="1196"/>
                  <a:pt x="697" y="1199"/>
                  <a:pt x="698" y="1203"/>
                </a:cubicBezTo>
                <a:cubicBezTo>
                  <a:pt x="696" y="1206"/>
                  <a:pt x="702" y="1210"/>
                  <a:pt x="699" y="1212"/>
                </a:cubicBezTo>
                <a:cubicBezTo>
                  <a:pt x="702" y="1225"/>
                  <a:pt x="703" y="1237"/>
                  <a:pt x="707" y="1250"/>
                </a:cubicBezTo>
                <a:cubicBezTo>
                  <a:pt x="708" y="1274"/>
                  <a:pt x="726" y="1302"/>
                  <a:pt x="727" y="1326"/>
                </a:cubicBezTo>
                <a:cubicBezTo>
                  <a:pt x="721" y="1327"/>
                  <a:pt x="718" y="1315"/>
                  <a:pt x="716" y="1310"/>
                </a:cubicBezTo>
                <a:close/>
                <a:moveTo>
                  <a:pt x="591" y="1343"/>
                </a:moveTo>
                <a:cubicBezTo>
                  <a:pt x="583" y="1344"/>
                  <a:pt x="576" y="1334"/>
                  <a:pt x="568" y="1336"/>
                </a:cubicBezTo>
                <a:cubicBezTo>
                  <a:pt x="565" y="1330"/>
                  <a:pt x="572" y="1336"/>
                  <a:pt x="574" y="1334"/>
                </a:cubicBezTo>
                <a:cubicBezTo>
                  <a:pt x="577" y="1336"/>
                  <a:pt x="579" y="1334"/>
                  <a:pt x="582" y="1336"/>
                </a:cubicBezTo>
                <a:cubicBezTo>
                  <a:pt x="587" y="1339"/>
                  <a:pt x="593" y="1337"/>
                  <a:pt x="598" y="1344"/>
                </a:cubicBezTo>
                <a:cubicBezTo>
                  <a:pt x="607" y="1344"/>
                  <a:pt x="617" y="1346"/>
                  <a:pt x="627" y="1347"/>
                </a:cubicBezTo>
                <a:cubicBezTo>
                  <a:pt x="632" y="1349"/>
                  <a:pt x="637" y="1350"/>
                  <a:pt x="642" y="1350"/>
                </a:cubicBezTo>
                <a:cubicBezTo>
                  <a:pt x="646" y="1353"/>
                  <a:pt x="651" y="1353"/>
                  <a:pt x="655" y="1354"/>
                </a:cubicBezTo>
                <a:cubicBezTo>
                  <a:pt x="661" y="1352"/>
                  <a:pt x="665" y="1356"/>
                  <a:pt x="671" y="1356"/>
                </a:cubicBezTo>
                <a:cubicBezTo>
                  <a:pt x="675" y="1357"/>
                  <a:pt x="680" y="1358"/>
                  <a:pt x="684" y="1360"/>
                </a:cubicBezTo>
                <a:cubicBezTo>
                  <a:pt x="693" y="1361"/>
                  <a:pt x="702" y="1366"/>
                  <a:pt x="711" y="1364"/>
                </a:cubicBezTo>
                <a:cubicBezTo>
                  <a:pt x="722" y="1373"/>
                  <a:pt x="735" y="1372"/>
                  <a:pt x="746" y="1380"/>
                </a:cubicBezTo>
                <a:cubicBezTo>
                  <a:pt x="750" y="1379"/>
                  <a:pt x="753" y="1379"/>
                  <a:pt x="755" y="1381"/>
                </a:cubicBezTo>
                <a:cubicBezTo>
                  <a:pt x="757" y="1389"/>
                  <a:pt x="762" y="1379"/>
                  <a:pt x="764" y="1386"/>
                </a:cubicBezTo>
                <a:cubicBezTo>
                  <a:pt x="770" y="1383"/>
                  <a:pt x="774" y="1394"/>
                  <a:pt x="781" y="1390"/>
                </a:cubicBezTo>
                <a:cubicBezTo>
                  <a:pt x="782" y="1393"/>
                  <a:pt x="784" y="1395"/>
                  <a:pt x="786" y="1394"/>
                </a:cubicBezTo>
                <a:cubicBezTo>
                  <a:pt x="786" y="1397"/>
                  <a:pt x="786" y="1399"/>
                  <a:pt x="789" y="1398"/>
                </a:cubicBezTo>
                <a:cubicBezTo>
                  <a:pt x="792" y="1398"/>
                  <a:pt x="795" y="1403"/>
                  <a:pt x="798" y="1407"/>
                </a:cubicBezTo>
                <a:cubicBezTo>
                  <a:pt x="791" y="1410"/>
                  <a:pt x="786" y="1403"/>
                  <a:pt x="780" y="1404"/>
                </a:cubicBezTo>
                <a:cubicBezTo>
                  <a:pt x="774" y="1399"/>
                  <a:pt x="768" y="1401"/>
                  <a:pt x="763" y="1395"/>
                </a:cubicBezTo>
                <a:cubicBezTo>
                  <a:pt x="758" y="1394"/>
                  <a:pt x="753" y="1395"/>
                  <a:pt x="749" y="1391"/>
                </a:cubicBezTo>
                <a:cubicBezTo>
                  <a:pt x="745" y="1391"/>
                  <a:pt x="741" y="1390"/>
                  <a:pt x="737" y="1389"/>
                </a:cubicBezTo>
                <a:cubicBezTo>
                  <a:pt x="729" y="1388"/>
                  <a:pt x="721" y="1384"/>
                  <a:pt x="713" y="1382"/>
                </a:cubicBezTo>
                <a:cubicBezTo>
                  <a:pt x="705" y="1380"/>
                  <a:pt x="696" y="1378"/>
                  <a:pt x="688" y="1376"/>
                </a:cubicBezTo>
                <a:cubicBezTo>
                  <a:pt x="679" y="1375"/>
                  <a:pt x="671" y="1373"/>
                  <a:pt x="664" y="1369"/>
                </a:cubicBezTo>
                <a:cubicBezTo>
                  <a:pt x="661" y="1368"/>
                  <a:pt x="658" y="1370"/>
                  <a:pt x="656" y="1366"/>
                </a:cubicBezTo>
                <a:cubicBezTo>
                  <a:pt x="654" y="1367"/>
                  <a:pt x="653" y="1364"/>
                  <a:pt x="650" y="1365"/>
                </a:cubicBezTo>
                <a:cubicBezTo>
                  <a:pt x="647" y="1361"/>
                  <a:pt x="642" y="1366"/>
                  <a:pt x="639" y="1360"/>
                </a:cubicBezTo>
                <a:cubicBezTo>
                  <a:pt x="630" y="1360"/>
                  <a:pt x="623" y="1356"/>
                  <a:pt x="615" y="1353"/>
                </a:cubicBezTo>
                <a:cubicBezTo>
                  <a:pt x="607" y="1348"/>
                  <a:pt x="599" y="1348"/>
                  <a:pt x="591" y="1343"/>
                </a:cubicBezTo>
                <a:close/>
                <a:moveTo>
                  <a:pt x="862" y="1455"/>
                </a:moveTo>
                <a:cubicBezTo>
                  <a:pt x="859" y="1456"/>
                  <a:pt x="857" y="1456"/>
                  <a:pt x="854" y="1453"/>
                </a:cubicBezTo>
                <a:cubicBezTo>
                  <a:pt x="849" y="1453"/>
                  <a:pt x="844" y="1449"/>
                  <a:pt x="838" y="1448"/>
                </a:cubicBezTo>
                <a:cubicBezTo>
                  <a:pt x="828" y="1443"/>
                  <a:pt x="817" y="1443"/>
                  <a:pt x="807" y="1438"/>
                </a:cubicBezTo>
                <a:cubicBezTo>
                  <a:pt x="796" y="1436"/>
                  <a:pt x="786" y="1431"/>
                  <a:pt x="775" y="1431"/>
                </a:cubicBezTo>
                <a:cubicBezTo>
                  <a:pt x="771" y="1424"/>
                  <a:pt x="764" y="1431"/>
                  <a:pt x="759" y="1424"/>
                </a:cubicBezTo>
                <a:cubicBezTo>
                  <a:pt x="754" y="1427"/>
                  <a:pt x="750" y="1419"/>
                  <a:pt x="744" y="1422"/>
                </a:cubicBezTo>
                <a:cubicBezTo>
                  <a:pt x="734" y="1413"/>
                  <a:pt x="722" y="1416"/>
                  <a:pt x="712" y="1410"/>
                </a:cubicBezTo>
                <a:cubicBezTo>
                  <a:pt x="707" y="1405"/>
                  <a:pt x="700" y="1410"/>
                  <a:pt x="696" y="1402"/>
                </a:cubicBezTo>
                <a:cubicBezTo>
                  <a:pt x="690" y="1403"/>
                  <a:pt x="685" y="1401"/>
                  <a:pt x="681" y="1397"/>
                </a:cubicBezTo>
                <a:cubicBezTo>
                  <a:pt x="670" y="1394"/>
                  <a:pt x="660" y="1389"/>
                  <a:pt x="650" y="1384"/>
                </a:cubicBezTo>
                <a:cubicBezTo>
                  <a:pt x="646" y="1377"/>
                  <a:pt x="639" y="1382"/>
                  <a:pt x="635" y="1374"/>
                </a:cubicBezTo>
                <a:cubicBezTo>
                  <a:pt x="629" y="1374"/>
                  <a:pt x="625" y="1367"/>
                  <a:pt x="620" y="1368"/>
                </a:cubicBezTo>
                <a:cubicBezTo>
                  <a:pt x="619" y="1366"/>
                  <a:pt x="618" y="1364"/>
                  <a:pt x="616" y="1363"/>
                </a:cubicBezTo>
                <a:cubicBezTo>
                  <a:pt x="626" y="1363"/>
                  <a:pt x="635" y="1369"/>
                  <a:pt x="644" y="1372"/>
                </a:cubicBezTo>
                <a:cubicBezTo>
                  <a:pt x="654" y="1376"/>
                  <a:pt x="663" y="1379"/>
                  <a:pt x="673" y="1381"/>
                </a:cubicBezTo>
                <a:cubicBezTo>
                  <a:pt x="677" y="1385"/>
                  <a:pt x="682" y="1385"/>
                  <a:pt x="687" y="1387"/>
                </a:cubicBezTo>
                <a:cubicBezTo>
                  <a:pt x="690" y="1386"/>
                  <a:pt x="693" y="1387"/>
                  <a:pt x="695" y="1390"/>
                </a:cubicBezTo>
                <a:cubicBezTo>
                  <a:pt x="697" y="1387"/>
                  <a:pt x="699" y="1389"/>
                  <a:pt x="701" y="1391"/>
                </a:cubicBezTo>
                <a:cubicBezTo>
                  <a:pt x="706" y="1386"/>
                  <a:pt x="709" y="1395"/>
                  <a:pt x="715" y="1392"/>
                </a:cubicBezTo>
                <a:cubicBezTo>
                  <a:pt x="716" y="1396"/>
                  <a:pt x="720" y="1392"/>
                  <a:pt x="722" y="1394"/>
                </a:cubicBezTo>
                <a:cubicBezTo>
                  <a:pt x="724" y="1395"/>
                  <a:pt x="726" y="1396"/>
                  <a:pt x="728" y="1398"/>
                </a:cubicBezTo>
                <a:cubicBezTo>
                  <a:pt x="733" y="1400"/>
                  <a:pt x="738" y="1398"/>
                  <a:pt x="743" y="1401"/>
                </a:cubicBezTo>
                <a:cubicBezTo>
                  <a:pt x="748" y="1400"/>
                  <a:pt x="751" y="1407"/>
                  <a:pt x="757" y="1402"/>
                </a:cubicBezTo>
                <a:cubicBezTo>
                  <a:pt x="766" y="1410"/>
                  <a:pt x="776" y="1411"/>
                  <a:pt x="786" y="1416"/>
                </a:cubicBezTo>
                <a:cubicBezTo>
                  <a:pt x="796" y="1416"/>
                  <a:pt x="804" y="1425"/>
                  <a:pt x="814" y="1425"/>
                </a:cubicBezTo>
                <a:cubicBezTo>
                  <a:pt x="822" y="1434"/>
                  <a:pt x="833" y="1431"/>
                  <a:pt x="841" y="1438"/>
                </a:cubicBezTo>
                <a:cubicBezTo>
                  <a:pt x="850" y="1444"/>
                  <a:pt x="859" y="1451"/>
                  <a:pt x="868" y="1453"/>
                </a:cubicBezTo>
                <a:cubicBezTo>
                  <a:pt x="871" y="1458"/>
                  <a:pt x="863" y="1458"/>
                  <a:pt x="862" y="1455"/>
                </a:cubicBezTo>
                <a:close/>
                <a:moveTo>
                  <a:pt x="840" y="1425"/>
                </a:moveTo>
                <a:cubicBezTo>
                  <a:pt x="842" y="1424"/>
                  <a:pt x="844" y="1423"/>
                  <a:pt x="846" y="1421"/>
                </a:cubicBezTo>
                <a:cubicBezTo>
                  <a:pt x="847" y="1424"/>
                  <a:pt x="849" y="1426"/>
                  <a:pt x="851" y="1428"/>
                </a:cubicBezTo>
                <a:cubicBezTo>
                  <a:pt x="846" y="1432"/>
                  <a:pt x="843" y="1428"/>
                  <a:pt x="840" y="1425"/>
                </a:cubicBezTo>
                <a:close/>
                <a:moveTo>
                  <a:pt x="860" y="1430"/>
                </a:moveTo>
                <a:cubicBezTo>
                  <a:pt x="863" y="1427"/>
                  <a:pt x="855" y="1422"/>
                  <a:pt x="857" y="1419"/>
                </a:cubicBezTo>
                <a:cubicBezTo>
                  <a:pt x="837" y="1377"/>
                  <a:pt x="840" y="1373"/>
                  <a:pt x="834" y="1368"/>
                </a:cubicBezTo>
                <a:cubicBezTo>
                  <a:pt x="825" y="1337"/>
                  <a:pt x="822" y="1332"/>
                  <a:pt x="822" y="1328"/>
                </a:cubicBezTo>
                <a:cubicBezTo>
                  <a:pt x="816" y="1281"/>
                  <a:pt x="809" y="1272"/>
                  <a:pt x="808" y="1263"/>
                </a:cubicBezTo>
                <a:cubicBezTo>
                  <a:pt x="805" y="1231"/>
                  <a:pt x="802" y="1222"/>
                  <a:pt x="799" y="1214"/>
                </a:cubicBezTo>
                <a:cubicBezTo>
                  <a:pt x="788" y="1155"/>
                  <a:pt x="788" y="1147"/>
                  <a:pt x="784" y="1139"/>
                </a:cubicBezTo>
                <a:cubicBezTo>
                  <a:pt x="801" y="1169"/>
                  <a:pt x="802" y="1172"/>
                  <a:pt x="804" y="1175"/>
                </a:cubicBezTo>
                <a:cubicBezTo>
                  <a:pt x="817" y="1231"/>
                  <a:pt x="820" y="1237"/>
                  <a:pt x="819" y="1242"/>
                </a:cubicBezTo>
                <a:cubicBezTo>
                  <a:pt x="835" y="1298"/>
                  <a:pt x="831" y="1303"/>
                  <a:pt x="835" y="1309"/>
                </a:cubicBezTo>
                <a:cubicBezTo>
                  <a:pt x="846" y="1364"/>
                  <a:pt x="845" y="1369"/>
                  <a:pt x="847" y="1375"/>
                </a:cubicBezTo>
                <a:cubicBezTo>
                  <a:pt x="855" y="1404"/>
                  <a:pt x="856" y="1406"/>
                  <a:pt x="859" y="1409"/>
                </a:cubicBezTo>
                <a:close/>
                <a:moveTo>
                  <a:pt x="866" y="1401"/>
                </a:moveTo>
                <a:cubicBezTo>
                  <a:pt x="866" y="1396"/>
                  <a:pt x="864" y="1391"/>
                  <a:pt x="863" y="1385"/>
                </a:cubicBezTo>
                <a:cubicBezTo>
                  <a:pt x="855" y="1379"/>
                  <a:pt x="863" y="1375"/>
                  <a:pt x="856" y="1368"/>
                </a:cubicBezTo>
                <a:cubicBezTo>
                  <a:pt x="856" y="1363"/>
                  <a:pt x="852" y="1357"/>
                  <a:pt x="856" y="1353"/>
                </a:cubicBezTo>
                <a:cubicBezTo>
                  <a:pt x="852" y="1352"/>
                  <a:pt x="853" y="1350"/>
                  <a:pt x="852" y="1347"/>
                </a:cubicBezTo>
                <a:cubicBezTo>
                  <a:pt x="854" y="1345"/>
                  <a:pt x="848" y="1345"/>
                  <a:pt x="851" y="1343"/>
                </a:cubicBezTo>
                <a:cubicBezTo>
                  <a:pt x="850" y="1337"/>
                  <a:pt x="848" y="1332"/>
                  <a:pt x="848" y="1326"/>
                </a:cubicBezTo>
                <a:cubicBezTo>
                  <a:pt x="845" y="1321"/>
                  <a:pt x="846" y="1316"/>
                  <a:pt x="844" y="1310"/>
                </a:cubicBezTo>
                <a:cubicBezTo>
                  <a:pt x="841" y="1304"/>
                  <a:pt x="846" y="1300"/>
                  <a:pt x="840" y="1294"/>
                </a:cubicBezTo>
                <a:cubicBezTo>
                  <a:pt x="845" y="1289"/>
                  <a:pt x="838" y="1283"/>
                  <a:pt x="837" y="1278"/>
                </a:cubicBezTo>
                <a:cubicBezTo>
                  <a:pt x="837" y="1272"/>
                  <a:pt x="834" y="1267"/>
                  <a:pt x="833" y="1261"/>
                </a:cubicBezTo>
                <a:cubicBezTo>
                  <a:pt x="833" y="1251"/>
                  <a:pt x="827" y="1240"/>
                  <a:pt x="829" y="1230"/>
                </a:cubicBezTo>
                <a:cubicBezTo>
                  <a:pt x="823" y="1208"/>
                  <a:pt x="819" y="1186"/>
                  <a:pt x="806" y="1163"/>
                </a:cubicBezTo>
                <a:cubicBezTo>
                  <a:pt x="810" y="1161"/>
                  <a:pt x="812" y="1170"/>
                  <a:pt x="815" y="1172"/>
                </a:cubicBezTo>
                <a:cubicBezTo>
                  <a:pt x="819" y="1171"/>
                  <a:pt x="816" y="1174"/>
                  <a:pt x="818" y="1176"/>
                </a:cubicBezTo>
                <a:cubicBezTo>
                  <a:pt x="819" y="1178"/>
                  <a:pt x="821" y="1180"/>
                  <a:pt x="822" y="1181"/>
                </a:cubicBezTo>
                <a:cubicBezTo>
                  <a:pt x="823" y="1187"/>
                  <a:pt x="828" y="1193"/>
                  <a:pt x="828" y="1198"/>
                </a:cubicBezTo>
                <a:cubicBezTo>
                  <a:pt x="828" y="1203"/>
                  <a:pt x="835" y="1209"/>
                  <a:pt x="834" y="1213"/>
                </a:cubicBezTo>
                <a:cubicBezTo>
                  <a:pt x="837" y="1218"/>
                  <a:pt x="836" y="1223"/>
                  <a:pt x="839" y="1228"/>
                </a:cubicBezTo>
                <a:cubicBezTo>
                  <a:pt x="846" y="1234"/>
                  <a:pt x="837" y="1237"/>
                  <a:pt x="844" y="1243"/>
                </a:cubicBezTo>
                <a:cubicBezTo>
                  <a:pt x="842" y="1245"/>
                  <a:pt x="847" y="1249"/>
                  <a:pt x="845" y="1251"/>
                </a:cubicBezTo>
                <a:cubicBezTo>
                  <a:pt x="845" y="1253"/>
                  <a:pt x="845" y="1255"/>
                  <a:pt x="847" y="1257"/>
                </a:cubicBezTo>
                <a:cubicBezTo>
                  <a:pt x="845" y="1262"/>
                  <a:pt x="849" y="1267"/>
                  <a:pt x="849" y="1272"/>
                </a:cubicBezTo>
                <a:cubicBezTo>
                  <a:pt x="851" y="1282"/>
                  <a:pt x="851" y="1291"/>
                  <a:pt x="856" y="1301"/>
                </a:cubicBezTo>
                <a:cubicBezTo>
                  <a:pt x="855" y="1321"/>
                  <a:pt x="863" y="1343"/>
                  <a:pt x="860" y="1363"/>
                </a:cubicBezTo>
                <a:cubicBezTo>
                  <a:pt x="865" y="1372"/>
                  <a:pt x="865" y="1380"/>
                  <a:pt x="868" y="1389"/>
                </a:cubicBezTo>
                <a:cubicBezTo>
                  <a:pt x="870" y="1398"/>
                  <a:pt x="875" y="1407"/>
                  <a:pt x="873" y="1415"/>
                </a:cubicBezTo>
                <a:cubicBezTo>
                  <a:pt x="867" y="1416"/>
                  <a:pt x="868" y="1405"/>
                  <a:pt x="866" y="1401"/>
                </a:cubicBezTo>
                <a:close/>
                <a:moveTo>
                  <a:pt x="872" y="1421"/>
                </a:moveTo>
                <a:cubicBezTo>
                  <a:pt x="878" y="1421"/>
                  <a:pt x="879" y="1433"/>
                  <a:pt x="881" y="1437"/>
                </a:cubicBezTo>
                <a:cubicBezTo>
                  <a:pt x="873" y="1437"/>
                  <a:pt x="876" y="1426"/>
                  <a:pt x="872" y="1421"/>
                </a:cubicBezTo>
                <a:close/>
                <a:moveTo>
                  <a:pt x="0" y="157"/>
                </a:move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1" y="157"/>
                  <a:pt x="1" y="157"/>
                </a:cubicBezTo>
                <a:cubicBezTo>
                  <a:pt x="1" y="157"/>
                  <a:pt x="0" y="157"/>
                  <a:pt x="0" y="157"/>
                </a:cubicBezTo>
                <a:close/>
                <a:moveTo>
                  <a:pt x="1990" y="177"/>
                </a:moveTo>
                <a:cubicBezTo>
                  <a:pt x="1986" y="177"/>
                  <a:pt x="1989" y="180"/>
                  <a:pt x="1988" y="183"/>
                </a:cubicBezTo>
                <a:cubicBezTo>
                  <a:pt x="1987" y="200"/>
                  <a:pt x="1977" y="199"/>
                  <a:pt x="1977" y="203"/>
                </a:cubicBezTo>
                <a:cubicBezTo>
                  <a:pt x="1972" y="214"/>
                  <a:pt x="1973" y="215"/>
                  <a:pt x="1974" y="213"/>
                </a:cubicBezTo>
                <a:cubicBezTo>
                  <a:pt x="1987" y="201"/>
                  <a:pt x="1986" y="193"/>
                  <a:pt x="1988" y="190"/>
                </a:cubicBezTo>
                <a:cubicBezTo>
                  <a:pt x="2008" y="131"/>
                  <a:pt x="2015" y="118"/>
                  <a:pt x="2014" y="109"/>
                </a:cubicBezTo>
                <a:cubicBezTo>
                  <a:pt x="2029" y="70"/>
                  <a:pt x="2030" y="64"/>
                  <a:pt x="2028" y="63"/>
                </a:cubicBezTo>
                <a:cubicBezTo>
                  <a:pt x="2038" y="12"/>
                  <a:pt x="2039" y="6"/>
                  <a:pt x="2040" y="0"/>
                </a:cubicBezTo>
                <a:cubicBezTo>
                  <a:pt x="2031" y="29"/>
                  <a:pt x="2029" y="44"/>
                  <a:pt x="2027" y="60"/>
                </a:cubicBezTo>
                <a:cubicBezTo>
                  <a:pt x="2025" y="57"/>
                  <a:pt x="2024" y="42"/>
                  <a:pt x="2025" y="26"/>
                </a:cubicBezTo>
                <a:cubicBezTo>
                  <a:pt x="2026" y="2"/>
                  <a:pt x="2026" y="1"/>
                  <a:pt x="2026" y="0"/>
                </a:cubicBezTo>
                <a:cubicBezTo>
                  <a:pt x="2013" y="63"/>
                  <a:pt x="2011" y="101"/>
                  <a:pt x="2002" y="142"/>
                </a:cubicBezTo>
                <a:close/>
                <a:moveTo>
                  <a:pt x="1971" y="192"/>
                </a:moveTo>
                <a:cubicBezTo>
                  <a:pt x="1982" y="160"/>
                  <a:pt x="1984" y="143"/>
                  <a:pt x="1990" y="113"/>
                </a:cubicBezTo>
                <a:cubicBezTo>
                  <a:pt x="1986" y="110"/>
                  <a:pt x="1995" y="99"/>
                  <a:pt x="1991" y="95"/>
                </a:cubicBezTo>
                <a:cubicBezTo>
                  <a:pt x="1992" y="88"/>
                  <a:pt x="1993" y="81"/>
                  <a:pt x="1992" y="75"/>
                </a:cubicBezTo>
                <a:cubicBezTo>
                  <a:pt x="1995" y="62"/>
                  <a:pt x="1995" y="49"/>
                  <a:pt x="1995" y="37"/>
                </a:cubicBezTo>
                <a:cubicBezTo>
                  <a:pt x="1992" y="36"/>
                  <a:pt x="1994" y="32"/>
                  <a:pt x="1995" y="28"/>
                </a:cubicBezTo>
                <a:cubicBezTo>
                  <a:pt x="1995" y="25"/>
                  <a:pt x="1993" y="23"/>
                  <a:pt x="1996" y="19"/>
                </a:cubicBezTo>
                <a:cubicBezTo>
                  <a:pt x="1993" y="18"/>
                  <a:pt x="1995" y="14"/>
                  <a:pt x="1996" y="10"/>
                </a:cubicBezTo>
                <a:cubicBezTo>
                  <a:pt x="1992" y="9"/>
                  <a:pt x="1996" y="4"/>
                  <a:pt x="1997" y="0"/>
                </a:cubicBezTo>
                <a:cubicBezTo>
                  <a:pt x="1988" y="0"/>
                  <a:pt x="1988" y="0"/>
                  <a:pt x="1988" y="0"/>
                </a:cubicBezTo>
                <a:cubicBezTo>
                  <a:pt x="1987" y="6"/>
                  <a:pt x="1987" y="11"/>
                  <a:pt x="1987" y="17"/>
                </a:cubicBezTo>
                <a:cubicBezTo>
                  <a:pt x="1989" y="40"/>
                  <a:pt x="1987" y="66"/>
                  <a:pt x="1985" y="91"/>
                </a:cubicBezTo>
                <a:cubicBezTo>
                  <a:pt x="1985" y="113"/>
                  <a:pt x="1977" y="140"/>
                  <a:pt x="1977" y="166"/>
                </a:cubicBezTo>
                <a:cubicBezTo>
                  <a:pt x="1969" y="169"/>
                  <a:pt x="1977" y="178"/>
                  <a:pt x="1971" y="178"/>
                </a:cubicBezTo>
                <a:cubicBezTo>
                  <a:pt x="1975" y="184"/>
                  <a:pt x="1964" y="188"/>
                  <a:pt x="1971" y="192"/>
                </a:cubicBezTo>
                <a:close/>
                <a:moveTo>
                  <a:pt x="1900" y="50"/>
                </a:moveTo>
                <a:cubicBezTo>
                  <a:pt x="1902" y="34"/>
                  <a:pt x="1906" y="17"/>
                  <a:pt x="1908" y="0"/>
                </a:cubicBezTo>
                <a:cubicBezTo>
                  <a:pt x="1903" y="0"/>
                  <a:pt x="1903" y="0"/>
                  <a:pt x="1903" y="0"/>
                </a:cubicBezTo>
                <a:cubicBezTo>
                  <a:pt x="1902" y="2"/>
                  <a:pt x="1902" y="4"/>
                  <a:pt x="1902" y="5"/>
                </a:cubicBezTo>
                <a:cubicBezTo>
                  <a:pt x="1900" y="13"/>
                  <a:pt x="1899" y="20"/>
                  <a:pt x="1900" y="27"/>
                </a:cubicBezTo>
                <a:cubicBezTo>
                  <a:pt x="1900" y="31"/>
                  <a:pt x="1894" y="37"/>
                  <a:pt x="1899" y="38"/>
                </a:cubicBezTo>
                <a:cubicBezTo>
                  <a:pt x="1899" y="42"/>
                  <a:pt x="1892" y="50"/>
                  <a:pt x="1900" y="50"/>
                </a:cubicBezTo>
                <a:close/>
                <a:moveTo>
                  <a:pt x="1772" y="0"/>
                </a:moveTo>
                <a:cubicBezTo>
                  <a:pt x="1766" y="0"/>
                  <a:pt x="1766" y="0"/>
                  <a:pt x="1766" y="0"/>
                </a:cubicBezTo>
                <a:cubicBezTo>
                  <a:pt x="1761" y="13"/>
                  <a:pt x="1756" y="25"/>
                  <a:pt x="1752" y="35"/>
                </a:cubicBezTo>
                <a:cubicBezTo>
                  <a:pt x="1750" y="40"/>
                  <a:pt x="1748" y="48"/>
                  <a:pt x="1746" y="54"/>
                </a:cubicBezTo>
                <a:cubicBezTo>
                  <a:pt x="1744" y="62"/>
                  <a:pt x="1740" y="68"/>
                  <a:pt x="1743" y="74"/>
                </a:cubicBezTo>
                <a:cubicBezTo>
                  <a:pt x="1751" y="51"/>
                  <a:pt x="1761" y="26"/>
                  <a:pt x="1772" y="0"/>
                </a:cubicBezTo>
                <a:close/>
                <a:moveTo>
                  <a:pt x="2038" y="266"/>
                </a:moveTo>
                <a:cubicBezTo>
                  <a:pt x="2058" y="233"/>
                  <a:pt x="2063" y="188"/>
                  <a:pt x="2074" y="152"/>
                </a:cubicBezTo>
                <a:cubicBezTo>
                  <a:pt x="2076" y="145"/>
                  <a:pt x="2072" y="141"/>
                  <a:pt x="2075" y="134"/>
                </a:cubicBezTo>
                <a:cubicBezTo>
                  <a:pt x="2079" y="120"/>
                  <a:pt x="2079" y="118"/>
                  <a:pt x="2084" y="105"/>
                </a:cubicBezTo>
                <a:cubicBezTo>
                  <a:pt x="2087" y="93"/>
                  <a:pt x="2091" y="81"/>
                  <a:pt x="2094" y="69"/>
                </a:cubicBezTo>
                <a:cubicBezTo>
                  <a:pt x="2098" y="46"/>
                  <a:pt x="2102" y="24"/>
                  <a:pt x="2107" y="0"/>
                </a:cubicBezTo>
                <a:cubicBezTo>
                  <a:pt x="2098" y="0"/>
                  <a:pt x="2098" y="0"/>
                  <a:pt x="2098" y="0"/>
                </a:cubicBezTo>
                <a:cubicBezTo>
                  <a:pt x="2096" y="14"/>
                  <a:pt x="2093" y="27"/>
                  <a:pt x="2092" y="39"/>
                </a:cubicBezTo>
                <a:cubicBezTo>
                  <a:pt x="2091" y="44"/>
                  <a:pt x="2089" y="50"/>
                  <a:pt x="2087" y="56"/>
                </a:cubicBezTo>
                <a:cubicBezTo>
                  <a:pt x="2085" y="62"/>
                  <a:pt x="2082" y="67"/>
                  <a:pt x="2085" y="71"/>
                </a:cubicBezTo>
                <a:cubicBezTo>
                  <a:pt x="2084" y="75"/>
                  <a:pt x="2082" y="75"/>
                  <a:pt x="2082" y="72"/>
                </a:cubicBezTo>
                <a:cubicBezTo>
                  <a:pt x="2081" y="70"/>
                  <a:pt x="2081" y="68"/>
                  <a:pt x="2082" y="66"/>
                </a:cubicBezTo>
                <a:cubicBezTo>
                  <a:pt x="2081" y="61"/>
                  <a:pt x="2084" y="55"/>
                  <a:pt x="2081" y="52"/>
                </a:cubicBezTo>
                <a:cubicBezTo>
                  <a:pt x="2085" y="41"/>
                  <a:pt x="2079" y="34"/>
                  <a:pt x="2083" y="23"/>
                </a:cubicBezTo>
                <a:cubicBezTo>
                  <a:pt x="2083" y="18"/>
                  <a:pt x="2079" y="16"/>
                  <a:pt x="2083" y="9"/>
                </a:cubicBezTo>
                <a:cubicBezTo>
                  <a:pt x="2081" y="7"/>
                  <a:pt x="2081" y="4"/>
                  <a:pt x="2081" y="0"/>
                </a:cubicBezTo>
                <a:cubicBezTo>
                  <a:pt x="2074" y="0"/>
                  <a:pt x="2074" y="0"/>
                  <a:pt x="2074" y="0"/>
                </a:cubicBezTo>
                <a:cubicBezTo>
                  <a:pt x="2074" y="7"/>
                  <a:pt x="2074" y="13"/>
                  <a:pt x="2073" y="20"/>
                </a:cubicBezTo>
                <a:cubicBezTo>
                  <a:pt x="2077" y="23"/>
                  <a:pt x="2070" y="32"/>
                  <a:pt x="2075" y="34"/>
                </a:cubicBezTo>
                <a:cubicBezTo>
                  <a:pt x="2073" y="40"/>
                  <a:pt x="2073" y="46"/>
                  <a:pt x="2075" y="50"/>
                </a:cubicBezTo>
                <a:cubicBezTo>
                  <a:pt x="2074" y="71"/>
                  <a:pt x="2074" y="91"/>
                  <a:pt x="2072" y="113"/>
                </a:cubicBezTo>
                <a:cubicBezTo>
                  <a:pt x="2068" y="119"/>
                  <a:pt x="2065" y="134"/>
                  <a:pt x="2058" y="145"/>
                </a:cubicBezTo>
                <a:cubicBezTo>
                  <a:pt x="2057" y="151"/>
                  <a:pt x="2055" y="156"/>
                  <a:pt x="2053" y="162"/>
                </a:cubicBezTo>
                <a:cubicBezTo>
                  <a:pt x="2052" y="167"/>
                  <a:pt x="2048" y="174"/>
                  <a:pt x="2054" y="175"/>
                </a:cubicBezTo>
                <a:cubicBezTo>
                  <a:pt x="2055" y="173"/>
                  <a:pt x="2057" y="173"/>
                  <a:pt x="2058" y="170"/>
                </a:cubicBezTo>
                <a:cubicBezTo>
                  <a:pt x="2058" y="166"/>
                  <a:pt x="2062" y="165"/>
                  <a:pt x="2059" y="164"/>
                </a:cubicBezTo>
                <a:cubicBezTo>
                  <a:pt x="2063" y="161"/>
                  <a:pt x="2063" y="151"/>
                  <a:pt x="2068" y="150"/>
                </a:cubicBezTo>
                <a:cubicBezTo>
                  <a:pt x="2058" y="193"/>
                  <a:pt x="2055" y="210"/>
                  <a:pt x="2042" y="252"/>
                </a:cubicBezTo>
                <a:cubicBezTo>
                  <a:pt x="2041" y="255"/>
                  <a:pt x="2033" y="262"/>
                  <a:pt x="2038" y="266"/>
                </a:cubicBezTo>
                <a:close/>
                <a:moveTo>
                  <a:pt x="1895" y="189"/>
                </a:moveTo>
                <a:cubicBezTo>
                  <a:pt x="1897" y="183"/>
                  <a:pt x="1898" y="177"/>
                  <a:pt x="1900" y="171"/>
                </a:cubicBezTo>
                <a:cubicBezTo>
                  <a:pt x="1902" y="165"/>
                  <a:pt x="1905" y="159"/>
                  <a:pt x="1903" y="155"/>
                </a:cubicBezTo>
                <a:cubicBezTo>
                  <a:pt x="1908" y="155"/>
                  <a:pt x="1907" y="144"/>
                  <a:pt x="1910" y="139"/>
                </a:cubicBezTo>
                <a:cubicBezTo>
                  <a:pt x="1911" y="117"/>
                  <a:pt x="1919" y="102"/>
                  <a:pt x="1918" y="80"/>
                </a:cubicBezTo>
                <a:cubicBezTo>
                  <a:pt x="1925" y="53"/>
                  <a:pt x="1931" y="26"/>
                  <a:pt x="1935" y="0"/>
                </a:cubicBezTo>
                <a:cubicBezTo>
                  <a:pt x="1927" y="0"/>
                  <a:pt x="1927" y="0"/>
                  <a:pt x="1927" y="0"/>
                </a:cubicBezTo>
                <a:cubicBezTo>
                  <a:pt x="1924" y="22"/>
                  <a:pt x="1917" y="43"/>
                  <a:pt x="1916" y="66"/>
                </a:cubicBezTo>
                <a:cubicBezTo>
                  <a:pt x="1911" y="100"/>
                  <a:pt x="1901" y="137"/>
                  <a:pt x="1896" y="171"/>
                </a:cubicBezTo>
                <a:cubicBezTo>
                  <a:pt x="1890" y="184"/>
                  <a:pt x="1893" y="192"/>
                  <a:pt x="1885" y="198"/>
                </a:cubicBezTo>
                <a:cubicBezTo>
                  <a:pt x="1892" y="201"/>
                  <a:pt x="1893" y="196"/>
                  <a:pt x="1895" y="189"/>
                </a:cubicBezTo>
                <a:close/>
                <a:moveTo>
                  <a:pt x="1767" y="129"/>
                </a:moveTo>
                <a:cubicBezTo>
                  <a:pt x="1770" y="127"/>
                  <a:pt x="1772" y="124"/>
                  <a:pt x="1772" y="119"/>
                </a:cubicBezTo>
                <a:cubicBezTo>
                  <a:pt x="1772" y="117"/>
                  <a:pt x="1771" y="107"/>
                  <a:pt x="1776" y="108"/>
                </a:cubicBezTo>
                <a:cubicBezTo>
                  <a:pt x="1778" y="97"/>
                  <a:pt x="1778" y="98"/>
                  <a:pt x="1780" y="87"/>
                </a:cubicBezTo>
                <a:cubicBezTo>
                  <a:pt x="1787" y="80"/>
                  <a:pt x="1788" y="63"/>
                  <a:pt x="1792" y="52"/>
                </a:cubicBezTo>
                <a:cubicBezTo>
                  <a:pt x="1797" y="50"/>
                  <a:pt x="1795" y="46"/>
                  <a:pt x="1795" y="42"/>
                </a:cubicBezTo>
                <a:cubicBezTo>
                  <a:pt x="1801" y="41"/>
                  <a:pt x="1800" y="29"/>
                  <a:pt x="1803" y="23"/>
                </a:cubicBezTo>
                <a:cubicBezTo>
                  <a:pt x="1807" y="19"/>
                  <a:pt x="1808" y="9"/>
                  <a:pt x="1813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802" y="14"/>
                  <a:pt x="1797" y="27"/>
                  <a:pt x="1791" y="40"/>
                </a:cubicBezTo>
                <a:cubicBezTo>
                  <a:pt x="1787" y="56"/>
                  <a:pt x="1782" y="71"/>
                  <a:pt x="1778" y="86"/>
                </a:cubicBezTo>
                <a:cubicBezTo>
                  <a:pt x="1773" y="92"/>
                  <a:pt x="1776" y="96"/>
                  <a:pt x="1772" y="105"/>
                </a:cubicBezTo>
                <a:cubicBezTo>
                  <a:pt x="1771" y="109"/>
                  <a:pt x="1770" y="113"/>
                  <a:pt x="1768" y="118"/>
                </a:cubicBezTo>
                <a:cubicBezTo>
                  <a:pt x="1769" y="121"/>
                  <a:pt x="1763" y="128"/>
                  <a:pt x="1767" y="129"/>
                </a:cubicBezTo>
                <a:close/>
                <a:moveTo>
                  <a:pt x="1848" y="80"/>
                </a:moveTo>
                <a:cubicBezTo>
                  <a:pt x="1847" y="84"/>
                  <a:pt x="1845" y="88"/>
                  <a:pt x="1844" y="92"/>
                </a:cubicBezTo>
                <a:cubicBezTo>
                  <a:pt x="1848" y="94"/>
                  <a:pt x="1842" y="102"/>
                  <a:pt x="1845" y="104"/>
                </a:cubicBezTo>
                <a:cubicBezTo>
                  <a:pt x="1847" y="108"/>
                  <a:pt x="1844" y="114"/>
                  <a:pt x="1843" y="119"/>
                </a:cubicBezTo>
                <a:cubicBezTo>
                  <a:pt x="1845" y="122"/>
                  <a:pt x="1846" y="126"/>
                  <a:pt x="1844" y="131"/>
                </a:cubicBezTo>
                <a:cubicBezTo>
                  <a:pt x="1846" y="134"/>
                  <a:pt x="1845" y="140"/>
                  <a:pt x="1847" y="143"/>
                </a:cubicBezTo>
                <a:cubicBezTo>
                  <a:pt x="1851" y="119"/>
                  <a:pt x="1849" y="97"/>
                  <a:pt x="1852" y="72"/>
                </a:cubicBezTo>
                <a:cubicBezTo>
                  <a:pt x="1854" y="60"/>
                  <a:pt x="1855" y="47"/>
                  <a:pt x="1857" y="35"/>
                </a:cubicBezTo>
                <a:cubicBezTo>
                  <a:pt x="1862" y="18"/>
                  <a:pt x="1862" y="14"/>
                  <a:pt x="1865" y="0"/>
                </a:cubicBezTo>
                <a:cubicBezTo>
                  <a:pt x="1858" y="0"/>
                  <a:pt x="1858" y="0"/>
                  <a:pt x="1858" y="0"/>
                </a:cubicBezTo>
                <a:cubicBezTo>
                  <a:pt x="1853" y="28"/>
                  <a:pt x="1846" y="56"/>
                  <a:pt x="1848" y="80"/>
                </a:cubicBezTo>
                <a:close/>
                <a:moveTo>
                  <a:pt x="1862" y="259"/>
                </a:moveTo>
                <a:cubicBezTo>
                  <a:pt x="1858" y="265"/>
                  <a:pt x="1862" y="266"/>
                  <a:pt x="1858" y="267"/>
                </a:cubicBezTo>
                <a:cubicBezTo>
                  <a:pt x="1856" y="268"/>
                  <a:pt x="1856" y="277"/>
                  <a:pt x="1857" y="276"/>
                </a:cubicBezTo>
                <a:cubicBezTo>
                  <a:pt x="1867" y="260"/>
                  <a:pt x="1877" y="244"/>
                  <a:pt x="1888" y="228"/>
                </a:cubicBezTo>
                <a:cubicBezTo>
                  <a:pt x="1900" y="211"/>
                  <a:pt x="1905" y="198"/>
                  <a:pt x="1914" y="177"/>
                </a:cubicBezTo>
                <a:cubicBezTo>
                  <a:pt x="1927" y="132"/>
                  <a:pt x="1941" y="88"/>
                  <a:pt x="1954" y="52"/>
                </a:cubicBezTo>
                <a:cubicBezTo>
                  <a:pt x="1954" y="42"/>
                  <a:pt x="1959" y="30"/>
                  <a:pt x="1959" y="20"/>
                </a:cubicBezTo>
                <a:cubicBezTo>
                  <a:pt x="1962" y="9"/>
                  <a:pt x="1964" y="8"/>
                  <a:pt x="1965" y="0"/>
                </a:cubicBezTo>
                <a:cubicBezTo>
                  <a:pt x="1957" y="0"/>
                  <a:pt x="1957" y="0"/>
                  <a:pt x="1957" y="0"/>
                </a:cubicBezTo>
                <a:cubicBezTo>
                  <a:pt x="1955" y="6"/>
                  <a:pt x="1953" y="13"/>
                  <a:pt x="1952" y="20"/>
                </a:cubicBezTo>
                <a:cubicBezTo>
                  <a:pt x="1952" y="30"/>
                  <a:pt x="1948" y="34"/>
                  <a:pt x="1948" y="42"/>
                </a:cubicBezTo>
                <a:cubicBezTo>
                  <a:pt x="1936" y="87"/>
                  <a:pt x="1917" y="124"/>
                  <a:pt x="1909" y="171"/>
                </a:cubicBezTo>
                <a:cubicBezTo>
                  <a:pt x="1904" y="174"/>
                  <a:pt x="1904" y="184"/>
                  <a:pt x="1901" y="191"/>
                </a:cubicBezTo>
                <a:cubicBezTo>
                  <a:pt x="1900" y="195"/>
                  <a:pt x="1897" y="195"/>
                  <a:pt x="1896" y="199"/>
                </a:cubicBezTo>
                <a:cubicBezTo>
                  <a:pt x="1894" y="202"/>
                  <a:pt x="1896" y="211"/>
                  <a:pt x="1891" y="209"/>
                </a:cubicBezTo>
                <a:cubicBezTo>
                  <a:pt x="1890" y="218"/>
                  <a:pt x="1886" y="223"/>
                  <a:pt x="1881" y="226"/>
                </a:cubicBezTo>
                <a:cubicBezTo>
                  <a:pt x="1880" y="236"/>
                  <a:pt x="1874" y="238"/>
                  <a:pt x="1872" y="249"/>
                </a:cubicBezTo>
                <a:cubicBezTo>
                  <a:pt x="1869" y="248"/>
                  <a:pt x="1870" y="254"/>
                  <a:pt x="1866" y="254"/>
                </a:cubicBezTo>
                <a:cubicBezTo>
                  <a:pt x="1861" y="255"/>
                  <a:pt x="1868" y="260"/>
                  <a:pt x="1862" y="25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1E1E0581-3B45-45FA-909D-956C5BA8C3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24" y="3175"/>
            <a:ext cx="12145034" cy="6862763"/>
          </a:xfrm>
          <a:custGeom>
            <a:avLst/>
            <a:gdLst/>
            <a:ahLst/>
            <a:cxnLst/>
            <a:rect l="0" t="0" r="r" b="b"/>
            <a:pathLst>
              <a:path w="3840" h="2160">
                <a:moveTo>
                  <a:pt x="31" y="1111"/>
                </a:moveTo>
                <a:cubicBezTo>
                  <a:pt x="45" y="1096"/>
                  <a:pt x="58" y="1080"/>
                  <a:pt x="69" y="1061"/>
                </a:cubicBezTo>
                <a:cubicBezTo>
                  <a:pt x="72" y="1054"/>
                  <a:pt x="75" y="1047"/>
                  <a:pt x="78" y="1040"/>
                </a:cubicBezTo>
                <a:cubicBezTo>
                  <a:pt x="69" y="1034"/>
                  <a:pt x="72" y="1054"/>
                  <a:pt x="66" y="1052"/>
                </a:cubicBezTo>
                <a:cubicBezTo>
                  <a:pt x="66" y="1060"/>
                  <a:pt x="61" y="1061"/>
                  <a:pt x="58" y="1070"/>
                </a:cubicBezTo>
                <a:cubicBezTo>
                  <a:pt x="53" y="1075"/>
                  <a:pt x="48" y="1080"/>
                  <a:pt x="44" y="1086"/>
                </a:cubicBezTo>
                <a:cubicBezTo>
                  <a:pt x="43" y="1091"/>
                  <a:pt x="39" y="1088"/>
                  <a:pt x="38" y="1095"/>
                </a:cubicBezTo>
                <a:cubicBezTo>
                  <a:pt x="33" y="1091"/>
                  <a:pt x="35" y="1105"/>
                  <a:pt x="31" y="1101"/>
                </a:cubicBezTo>
                <a:cubicBezTo>
                  <a:pt x="26" y="1106"/>
                  <a:pt x="21" y="1111"/>
                  <a:pt x="17" y="1117"/>
                </a:cubicBezTo>
                <a:cubicBezTo>
                  <a:pt x="15" y="1119"/>
                  <a:pt x="12" y="1120"/>
                  <a:pt x="9" y="1123"/>
                </a:cubicBezTo>
                <a:cubicBezTo>
                  <a:pt x="6" y="1123"/>
                  <a:pt x="6" y="1131"/>
                  <a:pt x="2" y="1129"/>
                </a:cubicBezTo>
                <a:cubicBezTo>
                  <a:pt x="1" y="1130"/>
                  <a:pt x="1" y="1131"/>
                  <a:pt x="0" y="1131"/>
                </a:cubicBezTo>
                <a:cubicBezTo>
                  <a:pt x="0" y="1141"/>
                  <a:pt x="0" y="1141"/>
                  <a:pt x="0" y="1141"/>
                </a:cubicBezTo>
                <a:cubicBezTo>
                  <a:pt x="4" y="1138"/>
                  <a:pt x="7" y="1136"/>
                  <a:pt x="10" y="1133"/>
                </a:cubicBezTo>
                <a:cubicBezTo>
                  <a:pt x="17" y="1124"/>
                  <a:pt x="24" y="1117"/>
                  <a:pt x="31" y="1111"/>
                </a:cubicBezTo>
                <a:close/>
                <a:moveTo>
                  <a:pt x="15" y="1054"/>
                </a:moveTo>
                <a:cubicBezTo>
                  <a:pt x="19" y="1046"/>
                  <a:pt x="26" y="1046"/>
                  <a:pt x="31" y="1040"/>
                </a:cubicBezTo>
                <a:cubicBezTo>
                  <a:pt x="35" y="1041"/>
                  <a:pt x="36" y="1033"/>
                  <a:pt x="40" y="1034"/>
                </a:cubicBezTo>
                <a:cubicBezTo>
                  <a:pt x="43" y="1031"/>
                  <a:pt x="45" y="1026"/>
                  <a:pt x="48" y="1026"/>
                </a:cubicBezTo>
                <a:cubicBezTo>
                  <a:pt x="49" y="1024"/>
                  <a:pt x="51" y="1024"/>
                  <a:pt x="53" y="1025"/>
                </a:cubicBezTo>
                <a:cubicBezTo>
                  <a:pt x="54" y="1023"/>
                  <a:pt x="52" y="1021"/>
                  <a:pt x="54" y="1018"/>
                </a:cubicBezTo>
                <a:cubicBezTo>
                  <a:pt x="57" y="1018"/>
                  <a:pt x="60" y="1015"/>
                  <a:pt x="62" y="1010"/>
                </a:cubicBezTo>
                <a:cubicBezTo>
                  <a:pt x="68" y="1004"/>
                  <a:pt x="72" y="998"/>
                  <a:pt x="73" y="989"/>
                </a:cubicBezTo>
                <a:cubicBezTo>
                  <a:pt x="67" y="986"/>
                  <a:pt x="65" y="992"/>
                  <a:pt x="62" y="998"/>
                </a:cubicBezTo>
                <a:cubicBezTo>
                  <a:pt x="58" y="1003"/>
                  <a:pt x="54" y="1005"/>
                  <a:pt x="51" y="1013"/>
                </a:cubicBezTo>
                <a:cubicBezTo>
                  <a:pt x="46" y="1012"/>
                  <a:pt x="43" y="1019"/>
                  <a:pt x="38" y="1021"/>
                </a:cubicBezTo>
                <a:cubicBezTo>
                  <a:pt x="36" y="1031"/>
                  <a:pt x="28" y="1027"/>
                  <a:pt x="25" y="1035"/>
                </a:cubicBezTo>
                <a:cubicBezTo>
                  <a:pt x="17" y="1041"/>
                  <a:pt x="7" y="1044"/>
                  <a:pt x="0" y="1056"/>
                </a:cubicBezTo>
                <a:cubicBezTo>
                  <a:pt x="0" y="1064"/>
                  <a:pt x="0" y="1064"/>
                  <a:pt x="0" y="1064"/>
                </a:cubicBezTo>
                <a:cubicBezTo>
                  <a:pt x="5" y="1062"/>
                  <a:pt x="8" y="1054"/>
                  <a:pt x="15" y="1054"/>
                </a:cubicBezTo>
                <a:close/>
                <a:moveTo>
                  <a:pt x="21" y="1107"/>
                </a:moveTo>
                <a:cubicBezTo>
                  <a:pt x="25" y="1101"/>
                  <a:pt x="31" y="1100"/>
                  <a:pt x="34" y="1093"/>
                </a:cubicBezTo>
                <a:cubicBezTo>
                  <a:pt x="39" y="1092"/>
                  <a:pt x="40" y="1081"/>
                  <a:pt x="46" y="1082"/>
                </a:cubicBezTo>
                <a:cubicBezTo>
                  <a:pt x="48" y="1073"/>
                  <a:pt x="54" y="1072"/>
                  <a:pt x="58" y="1065"/>
                </a:cubicBezTo>
                <a:cubicBezTo>
                  <a:pt x="54" y="1063"/>
                  <a:pt x="60" y="1062"/>
                  <a:pt x="57" y="1060"/>
                </a:cubicBezTo>
                <a:cubicBezTo>
                  <a:pt x="57" y="1056"/>
                  <a:pt x="66" y="1056"/>
                  <a:pt x="61" y="1052"/>
                </a:cubicBezTo>
                <a:cubicBezTo>
                  <a:pt x="44" y="1073"/>
                  <a:pt x="28" y="1095"/>
                  <a:pt x="7" y="1105"/>
                </a:cubicBezTo>
                <a:cubicBezTo>
                  <a:pt x="5" y="1108"/>
                  <a:pt x="3" y="1110"/>
                  <a:pt x="0" y="1112"/>
                </a:cubicBezTo>
                <a:cubicBezTo>
                  <a:pt x="0" y="1121"/>
                  <a:pt x="0" y="1121"/>
                  <a:pt x="0" y="1121"/>
                </a:cubicBezTo>
                <a:cubicBezTo>
                  <a:pt x="3" y="1119"/>
                  <a:pt x="5" y="1117"/>
                  <a:pt x="8" y="1115"/>
                </a:cubicBezTo>
                <a:cubicBezTo>
                  <a:pt x="13" y="1114"/>
                  <a:pt x="15" y="1106"/>
                  <a:pt x="21" y="1107"/>
                </a:cubicBezTo>
                <a:close/>
                <a:moveTo>
                  <a:pt x="37" y="962"/>
                </a:moveTo>
                <a:cubicBezTo>
                  <a:pt x="39" y="959"/>
                  <a:pt x="42" y="960"/>
                  <a:pt x="44" y="958"/>
                </a:cubicBezTo>
                <a:cubicBezTo>
                  <a:pt x="46" y="955"/>
                  <a:pt x="46" y="950"/>
                  <a:pt x="49" y="950"/>
                </a:cubicBezTo>
                <a:cubicBezTo>
                  <a:pt x="55" y="942"/>
                  <a:pt x="52" y="942"/>
                  <a:pt x="58" y="935"/>
                </a:cubicBezTo>
                <a:cubicBezTo>
                  <a:pt x="61" y="928"/>
                  <a:pt x="64" y="922"/>
                  <a:pt x="67" y="915"/>
                </a:cubicBezTo>
                <a:cubicBezTo>
                  <a:pt x="72" y="913"/>
                  <a:pt x="72" y="903"/>
                  <a:pt x="66" y="900"/>
                </a:cubicBezTo>
                <a:cubicBezTo>
                  <a:pt x="64" y="900"/>
                  <a:pt x="63" y="899"/>
                  <a:pt x="62" y="899"/>
                </a:cubicBezTo>
                <a:cubicBezTo>
                  <a:pt x="60" y="902"/>
                  <a:pt x="61" y="904"/>
                  <a:pt x="61" y="906"/>
                </a:cubicBezTo>
                <a:cubicBezTo>
                  <a:pt x="54" y="905"/>
                  <a:pt x="62" y="911"/>
                  <a:pt x="61" y="913"/>
                </a:cubicBezTo>
                <a:cubicBezTo>
                  <a:pt x="56" y="913"/>
                  <a:pt x="53" y="926"/>
                  <a:pt x="54" y="929"/>
                </a:cubicBezTo>
                <a:cubicBezTo>
                  <a:pt x="46" y="930"/>
                  <a:pt x="45" y="945"/>
                  <a:pt x="38" y="948"/>
                </a:cubicBezTo>
                <a:cubicBezTo>
                  <a:pt x="34" y="957"/>
                  <a:pt x="27" y="962"/>
                  <a:pt x="22" y="970"/>
                </a:cubicBezTo>
                <a:cubicBezTo>
                  <a:pt x="17" y="976"/>
                  <a:pt x="11" y="979"/>
                  <a:pt x="6" y="986"/>
                </a:cubicBezTo>
                <a:cubicBezTo>
                  <a:pt x="4" y="987"/>
                  <a:pt x="2" y="989"/>
                  <a:pt x="0" y="991"/>
                </a:cubicBezTo>
                <a:cubicBezTo>
                  <a:pt x="0" y="1003"/>
                  <a:pt x="0" y="1003"/>
                  <a:pt x="0" y="1003"/>
                </a:cubicBezTo>
                <a:cubicBezTo>
                  <a:pt x="5" y="998"/>
                  <a:pt x="9" y="994"/>
                  <a:pt x="14" y="990"/>
                </a:cubicBezTo>
                <a:cubicBezTo>
                  <a:pt x="22" y="982"/>
                  <a:pt x="30" y="972"/>
                  <a:pt x="37" y="962"/>
                </a:cubicBezTo>
                <a:close/>
                <a:moveTo>
                  <a:pt x="126" y="0"/>
                </a:moveTo>
                <a:cubicBezTo>
                  <a:pt x="129" y="4"/>
                  <a:pt x="131" y="8"/>
                  <a:pt x="137" y="8"/>
                </a:cubicBezTo>
                <a:cubicBezTo>
                  <a:pt x="137" y="5"/>
                  <a:pt x="136" y="3"/>
                  <a:pt x="135" y="0"/>
                </a:cubicBezTo>
                <a:lnTo>
                  <a:pt x="126" y="0"/>
                </a:lnTo>
                <a:close/>
                <a:moveTo>
                  <a:pt x="23" y="823"/>
                </a:moveTo>
                <a:cubicBezTo>
                  <a:pt x="18" y="820"/>
                  <a:pt x="26" y="813"/>
                  <a:pt x="18" y="812"/>
                </a:cubicBezTo>
                <a:cubicBezTo>
                  <a:pt x="15" y="810"/>
                  <a:pt x="15" y="817"/>
                  <a:pt x="11" y="816"/>
                </a:cubicBezTo>
                <a:cubicBezTo>
                  <a:pt x="9" y="820"/>
                  <a:pt x="9" y="824"/>
                  <a:pt x="9" y="827"/>
                </a:cubicBezTo>
                <a:cubicBezTo>
                  <a:pt x="6" y="826"/>
                  <a:pt x="6" y="831"/>
                  <a:pt x="7" y="833"/>
                </a:cubicBezTo>
                <a:cubicBezTo>
                  <a:pt x="1" y="831"/>
                  <a:pt x="8" y="838"/>
                  <a:pt x="3" y="841"/>
                </a:cubicBezTo>
                <a:cubicBezTo>
                  <a:pt x="2" y="843"/>
                  <a:pt x="1" y="844"/>
                  <a:pt x="0" y="846"/>
                </a:cubicBezTo>
                <a:cubicBezTo>
                  <a:pt x="0" y="863"/>
                  <a:pt x="0" y="863"/>
                  <a:pt x="0" y="863"/>
                </a:cubicBezTo>
                <a:cubicBezTo>
                  <a:pt x="6" y="853"/>
                  <a:pt x="11" y="843"/>
                  <a:pt x="18" y="835"/>
                </a:cubicBezTo>
                <a:cubicBezTo>
                  <a:pt x="13" y="831"/>
                  <a:pt x="22" y="827"/>
                  <a:pt x="23" y="823"/>
                </a:cubicBezTo>
                <a:close/>
                <a:moveTo>
                  <a:pt x="78" y="1128"/>
                </a:moveTo>
                <a:cubicBezTo>
                  <a:pt x="67" y="1132"/>
                  <a:pt x="63" y="1150"/>
                  <a:pt x="51" y="1152"/>
                </a:cubicBezTo>
                <a:cubicBezTo>
                  <a:pt x="48" y="1159"/>
                  <a:pt x="42" y="1159"/>
                  <a:pt x="39" y="1166"/>
                </a:cubicBezTo>
                <a:cubicBezTo>
                  <a:pt x="34" y="1169"/>
                  <a:pt x="29" y="1171"/>
                  <a:pt x="25" y="1177"/>
                </a:cubicBezTo>
                <a:cubicBezTo>
                  <a:pt x="23" y="1180"/>
                  <a:pt x="19" y="1176"/>
                  <a:pt x="18" y="1181"/>
                </a:cubicBezTo>
                <a:cubicBezTo>
                  <a:pt x="14" y="1180"/>
                  <a:pt x="14" y="1187"/>
                  <a:pt x="9" y="1184"/>
                </a:cubicBezTo>
                <a:cubicBezTo>
                  <a:pt x="7" y="1189"/>
                  <a:pt x="3" y="1189"/>
                  <a:pt x="0" y="1192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0" y="1200"/>
                  <a:pt x="0" y="1200"/>
                  <a:pt x="1" y="1200"/>
                </a:cubicBezTo>
                <a:cubicBezTo>
                  <a:pt x="6" y="1199"/>
                  <a:pt x="9" y="1193"/>
                  <a:pt x="14" y="1191"/>
                </a:cubicBezTo>
                <a:cubicBezTo>
                  <a:pt x="22" y="1186"/>
                  <a:pt x="30" y="1180"/>
                  <a:pt x="38" y="1173"/>
                </a:cubicBezTo>
                <a:cubicBezTo>
                  <a:pt x="46" y="1165"/>
                  <a:pt x="56" y="1161"/>
                  <a:pt x="62" y="1150"/>
                </a:cubicBezTo>
                <a:cubicBezTo>
                  <a:pt x="70" y="1145"/>
                  <a:pt x="76" y="1133"/>
                  <a:pt x="84" y="1126"/>
                </a:cubicBezTo>
                <a:cubicBezTo>
                  <a:pt x="87" y="1119"/>
                  <a:pt x="93" y="1121"/>
                  <a:pt x="95" y="1112"/>
                </a:cubicBezTo>
                <a:cubicBezTo>
                  <a:pt x="98" y="1113"/>
                  <a:pt x="99" y="1108"/>
                  <a:pt x="100" y="1104"/>
                </a:cubicBezTo>
                <a:cubicBezTo>
                  <a:pt x="103" y="1106"/>
                  <a:pt x="105" y="1100"/>
                  <a:pt x="103" y="1098"/>
                </a:cubicBezTo>
                <a:cubicBezTo>
                  <a:pt x="95" y="1109"/>
                  <a:pt x="86" y="1118"/>
                  <a:pt x="78" y="1128"/>
                </a:cubicBezTo>
                <a:close/>
                <a:moveTo>
                  <a:pt x="8" y="1255"/>
                </a:moveTo>
                <a:cubicBezTo>
                  <a:pt x="5" y="1257"/>
                  <a:pt x="3" y="1259"/>
                  <a:pt x="0" y="1261"/>
                </a:cubicBezTo>
                <a:cubicBezTo>
                  <a:pt x="0" y="1267"/>
                  <a:pt x="0" y="1267"/>
                  <a:pt x="0" y="1267"/>
                </a:cubicBezTo>
                <a:cubicBezTo>
                  <a:pt x="1" y="1267"/>
                  <a:pt x="3" y="1266"/>
                  <a:pt x="4" y="1265"/>
                </a:cubicBezTo>
                <a:cubicBezTo>
                  <a:pt x="4" y="1261"/>
                  <a:pt x="13" y="1259"/>
                  <a:pt x="8" y="1255"/>
                </a:cubicBezTo>
                <a:close/>
                <a:moveTo>
                  <a:pt x="48" y="1199"/>
                </a:moveTo>
                <a:cubicBezTo>
                  <a:pt x="45" y="1203"/>
                  <a:pt x="42" y="1207"/>
                  <a:pt x="37" y="1208"/>
                </a:cubicBezTo>
                <a:cubicBezTo>
                  <a:pt x="34" y="1213"/>
                  <a:pt x="31" y="1216"/>
                  <a:pt x="26" y="1218"/>
                </a:cubicBezTo>
                <a:cubicBezTo>
                  <a:pt x="20" y="1225"/>
                  <a:pt x="12" y="1230"/>
                  <a:pt x="5" y="1235"/>
                </a:cubicBezTo>
                <a:cubicBezTo>
                  <a:pt x="3" y="1234"/>
                  <a:pt x="1" y="1235"/>
                  <a:pt x="0" y="1236"/>
                </a:cubicBezTo>
                <a:cubicBezTo>
                  <a:pt x="0" y="1245"/>
                  <a:pt x="0" y="1245"/>
                  <a:pt x="0" y="1245"/>
                </a:cubicBezTo>
                <a:cubicBezTo>
                  <a:pt x="1" y="1244"/>
                  <a:pt x="2" y="1244"/>
                  <a:pt x="3" y="1243"/>
                </a:cubicBezTo>
                <a:cubicBezTo>
                  <a:pt x="7" y="1240"/>
                  <a:pt x="10" y="1236"/>
                  <a:pt x="15" y="1234"/>
                </a:cubicBezTo>
                <a:cubicBezTo>
                  <a:pt x="19" y="1232"/>
                  <a:pt x="23" y="1227"/>
                  <a:pt x="28" y="1225"/>
                </a:cubicBezTo>
                <a:cubicBezTo>
                  <a:pt x="36" y="1219"/>
                  <a:pt x="44" y="1212"/>
                  <a:pt x="51" y="1204"/>
                </a:cubicBezTo>
                <a:cubicBezTo>
                  <a:pt x="53" y="1198"/>
                  <a:pt x="59" y="1200"/>
                  <a:pt x="61" y="1192"/>
                </a:cubicBezTo>
                <a:cubicBezTo>
                  <a:pt x="64" y="1193"/>
                  <a:pt x="64" y="1187"/>
                  <a:pt x="67" y="1188"/>
                </a:cubicBezTo>
                <a:cubicBezTo>
                  <a:pt x="68" y="1184"/>
                  <a:pt x="71" y="1181"/>
                  <a:pt x="69" y="1179"/>
                </a:cubicBezTo>
                <a:cubicBezTo>
                  <a:pt x="62" y="1186"/>
                  <a:pt x="56" y="1194"/>
                  <a:pt x="48" y="1199"/>
                </a:cubicBezTo>
                <a:close/>
                <a:moveTo>
                  <a:pt x="920" y="10"/>
                </a:moveTo>
                <a:cubicBezTo>
                  <a:pt x="925" y="12"/>
                  <a:pt x="931" y="14"/>
                  <a:pt x="935" y="17"/>
                </a:cubicBezTo>
                <a:cubicBezTo>
                  <a:pt x="954" y="28"/>
                  <a:pt x="960" y="29"/>
                  <a:pt x="963" y="33"/>
                </a:cubicBezTo>
                <a:cubicBezTo>
                  <a:pt x="1027" y="64"/>
                  <a:pt x="1029" y="69"/>
                  <a:pt x="1034" y="71"/>
                </a:cubicBezTo>
                <a:cubicBezTo>
                  <a:pt x="1068" y="87"/>
                  <a:pt x="1071" y="88"/>
                  <a:pt x="1073" y="90"/>
                </a:cubicBezTo>
                <a:cubicBezTo>
                  <a:pt x="1128" y="114"/>
                  <a:pt x="1137" y="122"/>
                  <a:pt x="1151" y="124"/>
                </a:cubicBezTo>
                <a:cubicBezTo>
                  <a:pt x="1235" y="156"/>
                  <a:pt x="1245" y="163"/>
                  <a:pt x="1261" y="164"/>
                </a:cubicBezTo>
                <a:cubicBezTo>
                  <a:pt x="1288" y="169"/>
                  <a:pt x="1293" y="172"/>
                  <a:pt x="1303" y="171"/>
                </a:cubicBezTo>
                <a:cubicBezTo>
                  <a:pt x="1331" y="172"/>
                  <a:pt x="1327" y="172"/>
                  <a:pt x="1322" y="171"/>
                </a:cubicBezTo>
                <a:cubicBezTo>
                  <a:pt x="1251" y="157"/>
                  <a:pt x="1246" y="152"/>
                  <a:pt x="1238" y="152"/>
                </a:cubicBezTo>
                <a:cubicBezTo>
                  <a:pt x="1203" y="142"/>
                  <a:pt x="1194" y="133"/>
                  <a:pt x="1177" y="131"/>
                </a:cubicBezTo>
                <a:cubicBezTo>
                  <a:pt x="1162" y="122"/>
                  <a:pt x="1157" y="121"/>
                  <a:pt x="1153" y="118"/>
                </a:cubicBezTo>
                <a:cubicBezTo>
                  <a:pt x="1092" y="91"/>
                  <a:pt x="1083" y="87"/>
                  <a:pt x="1076" y="81"/>
                </a:cubicBezTo>
                <a:cubicBezTo>
                  <a:pt x="1016" y="51"/>
                  <a:pt x="1006" y="48"/>
                  <a:pt x="998" y="44"/>
                </a:cubicBezTo>
                <a:cubicBezTo>
                  <a:pt x="966" y="24"/>
                  <a:pt x="957" y="21"/>
                  <a:pt x="951" y="15"/>
                </a:cubicBezTo>
                <a:cubicBezTo>
                  <a:pt x="901" y="0"/>
                  <a:pt x="901" y="0"/>
                  <a:pt x="901" y="0"/>
                </a:cubicBezTo>
                <a:close/>
                <a:moveTo>
                  <a:pt x="1096" y="23"/>
                </a:moveTo>
                <a:cubicBezTo>
                  <a:pt x="1108" y="25"/>
                  <a:pt x="1112" y="33"/>
                  <a:pt x="1125" y="34"/>
                </a:cubicBezTo>
                <a:cubicBezTo>
                  <a:pt x="1154" y="53"/>
                  <a:pt x="1163" y="51"/>
                  <a:pt x="1163" y="57"/>
                </a:cubicBezTo>
                <a:cubicBezTo>
                  <a:pt x="1224" y="83"/>
                  <a:pt x="1241" y="93"/>
                  <a:pt x="1261" y="100"/>
                </a:cubicBezTo>
                <a:cubicBezTo>
                  <a:pt x="1309" y="119"/>
                  <a:pt x="1319" y="116"/>
                  <a:pt x="1321" y="121"/>
                </a:cubicBezTo>
                <a:cubicBezTo>
                  <a:pt x="1483" y="135"/>
                  <a:pt x="1494" y="132"/>
                  <a:pt x="1508" y="132"/>
                </a:cubicBezTo>
                <a:cubicBezTo>
                  <a:pt x="1513" y="124"/>
                  <a:pt x="1524" y="129"/>
                  <a:pt x="1522" y="121"/>
                </a:cubicBezTo>
                <a:cubicBezTo>
                  <a:pt x="1429" y="114"/>
                  <a:pt x="1421" y="115"/>
                  <a:pt x="1415" y="115"/>
                </a:cubicBezTo>
                <a:cubicBezTo>
                  <a:pt x="1377" y="104"/>
                  <a:pt x="1367" y="106"/>
                  <a:pt x="1365" y="100"/>
                </a:cubicBezTo>
                <a:cubicBezTo>
                  <a:pt x="1321" y="90"/>
                  <a:pt x="1313" y="84"/>
                  <a:pt x="1302" y="82"/>
                </a:cubicBezTo>
                <a:cubicBezTo>
                  <a:pt x="1242" y="52"/>
                  <a:pt x="1240" y="47"/>
                  <a:pt x="1233" y="47"/>
                </a:cubicBezTo>
                <a:cubicBezTo>
                  <a:pt x="1284" y="57"/>
                  <a:pt x="1302" y="60"/>
                  <a:pt x="1318" y="64"/>
                </a:cubicBezTo>
                <a:cubicBezTo>
                  <a:pt x="1452" y="80"/>
                  <a:pt x="1459" y="83"/>
                  <a:pt x="1464" y="79"/>
                </a:cubicBezTo>
                <a:cubicBezTo>
                  <a:pt x="1275" y="49"/>
                  <a:pt x="1260" y="41"/>
                  <a:pt x="1240" y="39"/>
                </a:cubicBezTo>
                <a:cubicBezTo>
                  <a:pt x="1219" y="31"/>
                  <a:pt x="1217" y="26"/>
                  <a:pt x="1208" y="27"/>
                </a:cubicBezTo>
                <a:cubicBezTo>
                  <a:pt x="1171" y="4"/>
                  <a:pt x="1160" y="6"/>
                  <a:pt x="1156" y="2"/>
                </a:cubicBezTo>
                <a:cubicBezTo>
                  <a:pt x="1119" y="4"/>
                  <a:pt x="1126" y="9"/>
                  <a:pt x="1136" y="10"/>
                </a:cubicBezTo>
                <a:cubicBezTo>
                  <a:pt x="1169" y="30"/>
                  <a:pt x="1176" y="28"/>
                  <a:pt x="1177" y="31"/>
                </a:cubicBezTo>
                <a:cubicBezTo>
                  <a:pt x="1206" y="45"/>
                  <a:pt x="1215" y="46"/>
                  <a:pt x="1220" y="49"/>
                </a:cubicBezTo>
                <a:cubicBezTo>
                  <a:pt x="1280" y="78"/>
                  <a:pt x="1290" y="84"/>
                  <a:pt x="1302" y="88"/>
                </a:cubicBezTo>
                <a:cubicBezTo>
                  <a:pt x="1327" y="100"/>
                  <a:pt x="1331" y="99"/>
                  <a:pt x="1335" y="100"/>
                </a:cubicBezTo>
                <a:cubicBezTo>
                  <a:pt x="1385" y="116"/>
                  <a:pt x="1401" y="116"/>
                  <a:pt x="1413" y="121"/>
                </a:cubicBezTo>
                <a:cubicBezTo>
                  <a:pt x="1486" y="126"/>
                  <a:pt x="1486" y="125"/>
                  <a:pt x="1495" y="127"/>
                </a:cubicBezTo>
                <a:cubicBezTo>
                  <a:pt x="1458" y="133"/>
                  <a:pt x="1456" y="132"/>
                  <a:pt x="1443" y="133"/>
                </a:cubicBezTo>
                <a:cubicBezTo>
                  <a:pt x="1346" y="119"/>
                  <a:pt x="1337" y="119"/>
                  <a:pt x="1334" y="115"/>
                </a:cubicBezTo>
                <a:cubicBezTo>
                  <a:pt x="1283" y="98"/>
                  <a:pt x="1273" y="101"/>
                  <a:pt x="1274" y="94"/>
                </a:cubicBezTo>
                <a:cubicBezTo>
                  <a:pt x="1197" y="60"/>
                  <a:pt x="1189" y="61"/>
                  <a:pt x="1185" y="57"/>
                </a:cubicBezTo>
                <a:cubicBezTo>
                  <a:pt x="1136" y="33"/>
                  <a:pt x="1127" y="28"/>
                  <a:pt x="1118" y="23"/>
                </a:cubicBezTo>
                <a:cubicBezTo>
                  <a:pt x="1081" y="8"/>
                  <a:pt x="1076" y="3"/>
                  <a:pt x="1068" y="0"/>
                </a:cubicBezTo>
                <a:cubicBezTo>
                  <a:pt x="1077" y="14"/>
                  <a:pt x="1089" y="16"/>
                  <a:pt x="1096" y="23"/>
                </a:cubicBezTo>
                <a:close/>
                <a:moveTo>
                  <a:pt x="979" y="13"/>
                </a:moveTo>
                <a:cubicBezTo>
                  <a:pt x="986" y="13"/>
                  <a:pt x="987" y="17"/>
                  <a:pt x="992" y="18"/>
                </a:cubicBezTo>
                <a:cubicBezTo>
                  <a:pt x="1035" y="35"/>
                  <a:pt x="1037" y="39"/>
                  <a:pt x="1039" y="43"/>
                </a:cubicBezTo>
                <a:cubicBezTo>
                  <a:pt x="1082" y="59"/>
                  <a:pt x="1083" y="64"/>
                  <a:pt x="1089" y="64"/>
                </a:cubicBezTo>
                <a:cubicBezTo>
                  <a:pt x="1163" y="104"/>
                  <a:pt x="1170" y="102"/>
                  <a:pt x="1173" y="105"/>
                </a:cubicBezTo>
                <a:cubicBezTo>
                  <a:pt x="1200" y="116"/>
                  <a:pt x="1202" y="117"/>
                  <a:pt x="1203" y="119"/>
                </a:cubicBezTo>
                <a:cubicBezTo>
                  <a:pt x="1236" y="133"/>
                  <a:pt x="1244" y="134"/>
                  <a:pt x="1249" y="139"/>
                </a:cubicBezTo>
                <a:cubicBezTo>
                  <a:pt x="1273" y="146"/>
                  <a:pt x="1277" y="147"/>
                  <a:pt x="1279" y="149"/>
                </a:cubicBezTo>
                <a:cubicBezTo>
                  <a:pt x="1302" y="160"/>
                  <a:pt x="1315" y="152"/>
                  <a:pt x="1314" y="158"/>
                </a:cubicBezTo>
                <a:cubicBezTo>
                  <a:pt x="1355" y="161"/>
                  <a:pt x="1375" y="162"/>
                  <a:pt x="1394" y="162"/>
                </a:cubicBezTo>
                <a:cubicBezTo>
                  <a:pt x="1429" y="161"/>
                  <a:pt x="1435" y="155"/>
                  <a:pt x="1429" y="154"/>
                </a:cubicBezTo>
                <a:cubicBezTo>
                  <a:pt x="1393" y="155"/>
                  <a:pt x="1392" y="157"/>
                  <a:pt x="1381" y="155"/>
                </a:cubicBezTo>
                <a:cubicBezTo>
                  <a:pt x="1358" y="157"/>
                  <a:pt x="1347" y="153"/>
                  <a:pt x="1338" y="154"/>
                </a:cubicBezTo>
                <a:cubicBezTo>
                  <a:pt x="1234" y="126"/>
                  <a:pt x="1232" y="119"/>
                  <a:pt x="1223" y="119"/>
                </a:cubicBezTo>
                <a:cubicBezTo>
                  <a:pt x="1147" y="88"/>
                  <a:pt x="1147" y="80"/>
                  <a:pt x="1139" y="80"/>
                </a:cubicBezTo>
                <a:cubicBezTo>
                  <a:pt x="1111" y="65"/>
                  <a:pt x="1099" y="60"/>
                  <a:pt x="1087" y="55"/>
                </a:cubicBezTo>
                <a:cubicBezTo>
                  <a:pt x="1033" y="27"/>
                  <a:pt x="1028" y="24"/>
                  <a:pt x="1022" y="21"/>
                </a:cubicBezTo>
                <a:cubicBezTo>
                  <a:pt x="956" y="0"/>
                  <a:pt x="956" y="0"/>
                  <a:pt x="956" y="0"/>
                </a:cubicBezTo>
                <a:close/>
                <a:moveTo>
                  <a:pt x="1304" y="25"/>
                </a:moveTo>
                <a:cubicBezTo>
                  <a:pt x="1335" y="32"/>
                  <a:pt x="1379" y="35"/>
                  <a:pt x="1419" y="41"/>
                </a:cubicBezTo>
                <a:cubicBezTo>
                  <a:pt x="1435" y="41"/>
                  <a:pt x="1451" y="41"/>
                  <a:pt x="1467" y="42"/>
                </a:cubicBezTo>
                <a:cubicBezTo>
                  <a:pt x="1473" y="45"/>
                  <a:pt x="1476" y="40"/>
                  <a:pt x="1486" y="42"/>
                </a:cubicBezTo>
                <a:cubicBezTo>
                  <a:pt x="1491" y="42"/>
                  <a:pt x="1495" y="42"/>
                  <a:pt x="1499" y="42"/>
                </a:cubicBezTo>
                <a:cubicBezTo>
                  <a:pt x="1503" y="41"/>
                  <a:pt x="1511" y="45"/>
                  <a:pt x="1510" y="40"/>
                </a:cubicBezTo>
                <a:cubicBezTo>
                  <a:pt x="1508" y="38"/>
                  <a:pt x="1505" y="37"/>
                  <a:pt x="1500" y="38"/>
                </a:cubicBezTo>
                <a:cubicBezTo>
                  <a:pt x="1498" y="39"/>
                  <a:pt x="1489" y="43"/>
                  <a:pt x="1489" y="38"/>
                </a:cubicBezTo>
                <a:cubicBezTo>
                  <a:pt x="1477" y="38"/>
                  <a:pt x="1478" y="38"/>
                  <a:pt x="1467" y="39"/>
                </a:cubicBezTo>
                <a:cubicBezTo>
                  <a:pt x="1458" y="35"/>
                  <a:pt x="1442" y="38"/>
                  <a:pt x="1430" y="36"/>
                </a:cubicBezTo>
                <a:cubicBezTo>
                  <a:pt x="1426" y="33"/>
                  <a:pt x="1423" y="35"/>
                  <a:pt x="1419" y="36"/>
                </a:cubicBezTo>
                <a:cubicBezTo>
                  <a:pt x="1417" y="31"/>
                  <a:pt x="1405" y="35"/>
                  <a:pt x="1399" y="34"/>
                </a:cubicBezTo>
                <a:cubicBezTo>
                  <a:pt x="1393" y="30"/>
                  <a:pt x="1379" y="33"/>
                  <a:pt x="1369" y="29"/>
                </a:cubicBezTo>
                <a:cubicBezTo>
                  <a:pt x="1366" y="28"/>
                  <a:pt x="1363" y="28"/>
                  <a:pt x="1360" y="28"/>
                </a:cubicBezTo>
                <a:cubicBezTo>
                  <a:pt x="1356" y="29"/>
                  <a:pt x="1355" y="25"/>
                  <a:pt x="1354" y="28"/>
                </a:cubicBezTo>
                <a:cubicBezTo>
                  <a:pt x="1352" y="23"/>
                  <a:pt x="1338" y="29"/>
                  <a:pt x="1336" y="23"/>
                </a:cubicBezTo>
                <a:cubicBezTo>
                  <a:pt x="1311" y="21"/>
                  <a:pt x="1288" y="17"/>
                  <a:pt x="1269" y="9"/>
                </a:cubicBezTo>
                <a:cubicBezTo>
                  <a:pt x="1257" y="8"/>
                  <a:pt x="1250" y="4"/>
                  <a:pt x="1241" y="0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25" y="4"/>
                  <a:pt x="1237" y="7"/>
                  <a:pt x="1249" y="11"/>
                </a:cubicBezTo>
                <a:cubicBezTo>
                  <a:pt x="1265" y="18"/>
                  <a:pt x="1285" y="21"/>
                  <a:pt x="1304" y="25"/>
                </a:cubicBezTo>
                <a:close/>
                <a:moveTo>
                  <a:pt x="883" y="9"/>
                </a:moveTo>
                <a:cubicBezTo>
                  <a:pt x="887" y="14"/>
                  <a:pt x="895" y="14"/>
                  <a:pt x="898" y="20"/>
                </a:cubicBezTo>
                <a:cubicBezTo>
                  <a:pt x="913" y="36"/>
                  <a:pt x="920" y="33"/>
                  <a:pt x="922" y="36"/>
                </a:cubicBezTo>
                <a:cubicBezTo>
                  <a:pt x="951" y="55"/>
                  <a:pt x="953" y="62"/>
                  <a:pt x="960" y="63"/>
                </a:cubicBezTo>
                <a:cubicBezTo>
                  <a:pt x="985" y="82"/>
                  <a:pt x="997" y="88"/>
                  <a:pt x="1008" y="95"/>
                </a:cubicBezTo>
                <a:cubicBezTo>
                  <a:pt x="1077" y="135"/>
                  <a:pt x="1084" y="133"/>
                  <a:pt x="1085" y="136"/>
                </a:cubicBezTo>
                <a:cubicBezTo>
                  <a:pt x="1124" y="154"/>
                  <a:pt x="1130" y="165"/>
                  <a:pt x="1148" y="165"/>
                </a:cubicBezTo>
                <a:cubicBezTo>
                  <a:pt x="1177" y="180"/>
                  <a:pt x="1184" y="177"/>
                  <a:pt x="1185" y="182"/>
                </a:cubicBezTo>
                <a:cubicBezTo>
                  <a:pt x="1245" y="198"/>
                  <a:pt x="1249" y="200"/>
                  <a:pt x="1254" y="200"/>
                </a:cubicBezTo>
                <a:cubicBezTo>
                  <a:pt x="1350" y="212"/>
                  <a:pt x="1357" y="219"/>
                  <a:pt x="1360" y="218"/>
                </a:cubicBezTo>
                <a:cubicBezTo>
                  <a:pt x="1358" y="204"/>
                  <a:pt x="1355" y="205"/>
                  <a:pt x="1352" y="207"/>
                </a:cubicBezTo>
                <a:cubicBezTo>
                  <a:pt x="1328" y="204"/>
                  <a:pt x="1321" y="204"/>
                  <a:pt x="1306" y="204"/>
                </a:cubicBezTo>
                <a:cubicBezTo>
                  <a:pt x="1249" y="187"/>
                  <a:pt x="1239" y="190"/>
                  <a:pt x="1237" y="185"/>
                </a:cubicBezTo>
                <a:cubicBezTo>
                  <a:pt x="1165" y="161"/>
                  <a:pt x="1154" y="164"/>
                  <a:pt x="1152" y="159"/>
                </a:cubicBezTo>
                <a:cubicBezTo>
                  <a:pt x="1126" y="149"/>
                  <a:pt x="1124" y="147"/>
                  <a:pt x="1120" y="147"/>
                </a:cubicBezTo>
                <a:cubicBezTo>
                  <a:pt x="1087" y="129"/>
                  <a:pt x="1085" y="124"/>
                  <a:pt x="1077" y="125"/>
                </a:cubicBezTo>
                <a:cubicBezTo>
                  <a:pt x="1047" y="103"/>
                  <a:pt x="1040" y="103"/>
                  <a:pt x="1036" y="100"/>
                </a:cubicBezTo>
                <a:cubicBezTo>
                  <a:pt x="1008" y="81"/>
                  <a:pt x="1003" y="82"/>
                  <a:pt x="999" y="81"/>
                </a:cubicBezTo>
                <a:cubicBezTo>
                  <a:pt x="968" y="59"/>
                  <a:pt x="965" y="56"/>
                  <a:pt x="961" y="54"/>
                </a:cubicBezTo>
                <a:cubicBezTo>
                  <a:pt x="925" y="28"/>
                  <a:pt x="920" y="26"/>
                  <a:pt x="915" y="25"/>
                </a:cubicBezTo>
                <a:cubicBezTo>
                  <a:pt x="893" y="5"/>
                  <a:pt x="887" y="4"/>
                  <a:pt x="885" y="1"/>
                </a:cubicBezTo>
                <a:cubicBezTo>
                  <a:pt x="872" y="5"/>
                  <a:pt x="878" y="6"/>
                  <a:pt x="883" y="9"/>
                </a:cubicBezTo>
                <a:close/>
                <a:moveTo>
                  <a:pt x="1280" y="0"/>
                </a:move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ubicBezTo>
                  <a:pt x="1280" y="0"/>
                  <a:pt x="1280" y="0"/>
                  <a:pt x="1280" y="0"/>
                </a:cubicBezTo>
                <a:close/>
                <a:moveTo>
                  <a:pt x="833" y="8"/>
                </a:moveTo>
                <a:cubicBezTo>
                  <a:pt x="837" y="12"/>
                  <a:pt x="843" y="13"/>
                  <a:pt x="846" y="17"/>
                </a:cubicBezTo>
                <a:cubicBezTo>
                  <a:pt x="882" y="51"/>
                  <a:pt x="891" y="50"/>
                  <a:pt x="893" y="55"/>
                </a:cubicBezTo>
                <a:cubicBezTo>
                  <a:pt x="911" y="66"/>
                  <a:pt x="911" y="74"/>
                  <a:pt x="916" y="75"/>
                </a:cubicBezTo>
                <a:cubicBezTo>
                  <a:pt x="986" y="136"/>
                  <a:pt x="988" y="138"/>
                  <a:pt x="991" y="138"/>
                </a:cubicBezTo>
                <a:cubicBezTo>
                  <a:pt x="1014" y="162"/>
                  <a:pt x="1027" y="164"/>
                  <a:pt x="1032" y="172"/>
                </a:cubicBezTo>
                <a:cubicBezTo>
                  <a:pt x="1049" y="184"/>
                  <a:pt x="1054" y="186"/>
                  <a:pt x="1056" y="192"/>
                </a:cubicBezTo>
                <a:cubicBezTo>
                  <a:pt x="1096" y="211"/>
                  <a:pt x="1102" y="220"/>
                  <a:pt x="1114" y="224"/>
                </a:cubicBezTo>
                <a:cubicBezTo>
                  <a:pt x="1182" y="262"/>
                  <a:pt x="1192" y="266"/>
                  <a:pt x="1202" y="271"/>
                </a:cubicBezTo>
                <a:cubicBezTo>
                  <a:pt x="1247" y="288"/>
                  <a:pt x="1251" y="287"/>
                  <a:pt x="1252" y="290"/>
                </a:cubicBezTo>
                <a:cubicBezTo>
                  <a:pt x="1295" y="297"/>
                  <a:pt x="1305" y="294"/>
                  <a:pt x="1304" y="287"/>
                </a:cubicBezTo>
                <a:cubicBezTo>
                  <a:pt x="1296" y="277"/>
                  <a:pt x="1294" y="287"/>
                  <a:pt x="1291" y="286"/>
                </a:cubicBezTo>
                <a:cubicBezTo>
                  <a:pt x="1240" y="278"/>
                  <a:pt x="1233" y="274"/>
                  <a:pt x="1224" y="272"/>
                </a:cubicBezTo>
                <a:cubicBezTo>
                  <a:pt x="1177" y="250"/>
                  <a:pt x="1172" y="250"/>
                  <a:pt x="1170" y="247"/>
                </a:cubicBezTo>
                <a:cubicBezTo>
                  <a:pt x="1150" y="240"/>
                  <a:pt x="1150" y="230"/>
                  <a:pt x="1138" y="231"/>
                </a:cubicBezTo>
                <a:cubicBezTo>
                  <a:pt x="1116" y="211"/>
                  <a:pt x="1101" y="214"/>
                  <a:pt x="1099" y="206"/>
                </a:cubicBezTo>
                <a:cubicBezTo>
                  <a:pt x="1054" y="177"/>
                  <a:pt x="1048" y="173"/>
                  <a:pt x="1043" y="168"/>
                </a:cubicBezTo>
                <a:cubicBezTo>
                  <a:pt x="1011" y="146"/>
                  <a:pt x="999" y="136"/>
                  <a:pt x="987" y="127"/>
                </a:cubicBezTo>
                <a:cubicBezTo>
                  <a:pt x="971" y="108"/>
                  <a:pt x="966" y="108"/>
                  <a:pt x="962" y="107"/>
                </a:cubicBezTo>
                <a:cubicBezTo>
                  <a:pt x="940" y="87"/>
                  <a:pt x="938" y="84"/>
                  <a:pt x="934" y="82"/>
                </a:cubicBezTo>
                <a:cubicBezTo>
                  <a:pt x="885" y="38"/>
                  <a:pt x="878" y="37"/>
                  <a:pt x="876" y="31"/>
                </a:cubicBezTo>
                <a:cubicBezTo>
                  <a:pt x="860" y="15"/>
                  <a:pt x="853" y="14"/>
                  <a:pt x="850" y="8"/>
                </a:cubicBezTo>
                <a:cubicBezTo>
                  <a:pt x="828" y="2"/>
                  <a:pt x="832" y="4"/>
                  <a:pt x="833" y="8"/>
                </a:cubicBezTo>
                <a:close/>
                <a:moveTo>
                  <a:pt x="750" y="19"/>
                </a:moveTo>
                <a:cubicBezTo>
                  <a:pt x="756" y="21"/>
                  <a:pt x="760" y="24"/>
                  <a:pt x="763" y="28"/>
                </a:cubicBezTo>
                <a:cubicBezTo>
                  <a:pt x="795" y="48"/>
                  <a:pt x="793" y="58"/>
                  <a:pt x="801" y="58"/>
                </a:cubicBezTo>
                <a:cubicBezTo>
                  <a:pt x="830" y="88"/>
                  <a:pt x="839" y="94"/>
                  <a:pt x="846" y="102"/>
                </a:cubicBezTo>
                <a:cubicBezTo>
                  <a:pt x="861" y="116"/>
                  <a:pt x="865" y="120"/>
                  <a:pt x="867" y="124"/>
                </a:cubicBezTo>
                <a:cubicBezTo>
                  <a:pt x="917" y="168"/>
                  <a:pt x="917" y="172"/>
                  <a:pt x="919" y="174"/>
                </a:cubicBezTo>
                <a:cubicBezTo>
                  <a:pt x="944" y="198"/>
                  <a:pt x="950" y="207"/>
                  <a:pt x="957" y="214"/>
                </a:cubicBezTo>
                <a:cubicBezTo>
                  <a:pt x="1014" y="262"/>
                  <a:pt x="1021" y="270"/>
                  <a:pt x="1032" y="274"/>
                </a:cubicBezTo>
                <a:cubicBezTo>
                  <a:pt x="1086" y="317"/>
                  <a:pt x="1095" y="316"/>
                  <a:pt x="1096" y="321"/>
                </a:cubicBezTo>
                <a:cubicBezTo>
                  <a:pt x="1138" y="334"/>
                  <a:pt x="1141" y="339"/>
                  <a:pt x="1148" y="340"/>
                </a:cubicBezTo>
                <a:cubicBezTo>
                  <a:pt x="1136" y="331"/>
                  <a:pt x="1110" y="323"/>
                  <a:pt x="1092" y="308"/>
                </a:cubicBezTo>
                <a:cubicBezTo>
                  <a:pt x="1045" y="279"/>
                  <a:pt x="1047" y="273"/>
                  <a:pt x="1041" y="274"/>
                </a:cubicBezTo>
                <a:cubicBezTo>
                  <a:pt x="1014" y="255"/>
                  <a:pt x="1012" y="250"/>
                  <a:pt x="1006" y="247"/>
                </a:cubicBezTo>
                <a:cubicBezTo>
                  <a:pt x="990" y="232"/>
                  <a:pt x="985" y="227"/>
                  <a:pt x="981" y="223"/>
                </a:cubicBezTo>
                <a:cubicBezTo>
                  <a:pt x="959" y="204"/>
                  <a:pt x="956" y="201"/>
                  <a:pt x="955" y="198"/>
                </a:cubicBezTo>
                <a:cubicBezTo>
                  <a:pt x="920" y="167"/>
                  <a:pt x="916" y="155"/>
                  <a:pt x="904" y="151"/>
                </a:cubicBezTo>
                <a:cubicBezTo>
                  <a:pt x="889" y="134"/>
                  <a:pt x="887" y="129"/>
                  <a:pt x="880" y="127"/>
                </a:cubicBezTo>
                <a:cubicBezTo>
                  <a:pt x="843" y="89"/>
                  <a:pt x="841" y="87"/>
                  <a:pt x="840" y="85"/>
                </a:cubicBezTo>
                <a:cubicBezTo>
                  <a:pt x="818" y="66"/>
                  <a:pt x="818" y="62"/>
                  <a:pt x="817" y="60"/>
                </a:cubicBezTo>
                <a:cubicBezTo>
                  <a:pt x="790" y="41"/>
                  <a:pt x="790" y="33"/>
                  <a:pt x="782" y="33"/>
                </a:cubicBezTo>
                <a:cubicBezTo>
                  <a:pt x="747" y="6"/>
                  <a:pt x="748" y="2"/>
                  <a:pt x="746" y="0"/>
                </a:cubicBezTo>
                <a:cubicBezTo>
                  <a:pt x="739" y="12"/>
                  <a:pt x="750" y="11"/>
                  <a:pt x="750" y="19"/>
                </a:cubicBezTo>
                <a:close/>
                <a:moveTo>
                  <a:pt x="709" y="12"/>
                </a:moveTo>
                <a:cubicBezTo>
                  <a:pt x="713" y="13"/>
                  <a:pt x="713" y="18"/>
                  <a:pt x="715" y="21"/>
                </a:cubicBezTo>
                <a:cubicBezTo>
                  <a:pt x="737" y="43"/>
                  <a:pt x="740" y="46"/>
                  <a:pt x="743" y="50"/>
                </a:cubicBezTo>
                <a:cubicBezTo>
                  <a:pt x="773" y="89"/>
                  <a:pt x="783" y="92"/>
                  <a:pt x="785" y="103"/>
                </a:cubicBezTo>
                <a:cubicBezTo>
                  <a:pt x="812" y="126"/>
                  <a:pt x="818" y="134"/>
                  <a:pt x="823" y="141"/>
                </a:cubicBezTo>
                <a:cubicBezTo>
                  <a:pt x="844" y="164"/>
                  <a:pt x="844" y="170"/>
                  <a:pt x="849" y="172"/>
                </a:cubicBezTo>
                <a:cubicBezTo>
                  <a:pt x="873" y="211"/>
                  <a:pt x="877" y="213"/>
                  <a:pt x="881" y="216"/>
                </a:cubicBezTo>
                <a:cubicBezTo>
                  <a:pt x="937" y="283"/>
                  <a:pt x="953" y="295"/>
                  <a:pt x="966" y="310"/>
                </a:cubicBezTo>
                <a:cubicBezTo>
                  <a:pt x="1005" y="341"/>
                  <a:pt x="1012" y="342"/>
                  <a:pt x="1015" y="346"/>
                </a:cubicBezTo>
                <a:cubicBezTo>
                  <a:pt x="1079" y="381"/>
                  <a:pt x="1093" y="382"/>
                  <a:pt x="1102" y="387"/>
                </a:cubicBezTo>
                <a:cubicBezTo>
                  <a:pt x="1128" y="397"/>
                  <a:pt x="1134" y="397"/>
                  <a:pt x="1134" y="394"/>
                </a:cubicBezTo>
                <a:cubicBezTo>
                  <a:pt x="1057" y="366"/>
                  <a:pt x="1055" y="360"/>
                  <a:pt x="1048" y="360"/>
                </a:cubicBezTo>
                <a:cubicBezTo>
                  <a:pt x="1026" y="342"/>
                  <a:pt x="1019" y="344"/>
                  <a:pt x="1020" y="339"/>
                </a:cubicBezTo>
                <a:cubicBezTo>
                  <a:pt x="983" y="316"/>
                  <a:pt x="981" y="309"/>
                  <a:pt x="975" y="306"/>
                </a:cubicBezTo>
                <a:cubicBezTo>
                  <a:pt x="934" y="271"/>
                  <a:pt x="928" y="260"/>
                  <a:pt x="919" y="250"/>
                </a:cubicBezTo>
                <a:cubicBezTo>
                  <a:pt x="900" y="223"/>
                  <a:pt x="896" y="222"/>
                  <a:pt x="894" y="219"/>
                </a:cubicBezTo>
                <a:cubicBezTo>
                  <a:pt x="844" y="149"/>
                  <a:pt x="837" y="146"/>
                  <a:pt x="834" y="139"/>
                </a:cubicBezTo>
                <a:cubicBezTo>
                  <a:pt x="805" y="108"/>
                  <a:pt x="799" y="109"/>
                  <a:pt x="800" y="103"/>
                </a:cubicBezTo>
                <a:cubicBezTo>
                  <a:pt x="808" y="110"/>
                  <a:pt x="824" y="120"/>
                  <a:pt x="832" y="137"/>
                </a:cubicBezTo>
                <a:cubicBezTo>
                  <a:pt x="914" y="214"/>
                  <a:pt x="916" y="217"/>
                  <a:pt x="918" y="221"/>
                </a:cubicBezTo>
                <a:cubicBezTo>
                  <a:pt x="957" y="254"/>
                  <a:pt x="966" y="257"/>
                  <a:pt x="971" y="264"/>
                </a:cubicBezTo>
                <a:cubicBezTo>
                  <a:pt x="1006" y="292"/>
                  <a:pt x="1013" y="292"/>
                  <a:pt x="1016" y="296"/>
                </a:cubicBezTo>
                <a:cubicBezTo>
                  <a:pt x="1079" y="324"/>
                  <a:pt x="1087" y="328"/>
                  <a:pt x="1096" y="332"/>
                </a:cubicBezTo>
                <a:cubicBezTo>
                  <a:pt x="1182" y="339"/>
                  <a:pt x="1164" y="349"/>
                  <a:pt x="1164" y="342"/>
                </a:cubicBezTo>
                <a:cubicBezTo>
                  <a:pt x="1119" y="336"/>
                  <a:pt x="1120" y="331"/>
                  <a:pt x="1114" y="333"/>
                </a:cubicBezTo>
                <a:cubicBezTo>
                  <a:pt x="1082" y="320"/>
                  <a:pt x="1080" y="318"/>
                  <a:pt x="1077" y="317"/>
                </a:cubicBezTo>
                <a:cubicBezTo>
                  <a:pt x="989" y="266"/>
                  <a:pt x="977" y="261"/>
                  <a:pt x="969" y="251"/>
                </a:cubicBezTo>
                <a:cubicBezTo>
                  <a:pt x="950" y="235"/>
                  <a:pt x="942" y="233"/>
                  <a:pt x="939" y="226"/>
                </a:cubicBezTo>
                <a:cubicBezTo>
                  <a:pt x="906" y="190"/>
                  <a:pt x="899" y="192"/>
                  <a:pt x="899" y="188"/>
                </a:cubicBezTo>
                <a:cubicBezTo>
                  <a:pt x="866" y="157"/>
                  <a:pt x="859" y="155"/>
                  <a:pt x="856" y="148"/>
                </a:cubicBezTo>
                <a:cubicBezTo>
                  <a:pt x="825" y="117"/>
                  <a:pt x="824" y="114"/>
                  <a:pt x="822" y="110"/>
                </a:cubicBezTo>
                <a:cubicBezTo>
                  <a:pt x="801" y="90"/>
                  <a:pt x="798" y="87"/>
                  <a:pt x="796" y="84"/>
                </a:cubicBezTo>
                <a:cubicBezTo>
                  <a:pt x="768" y="53"/>
                  <a:pt x="765" y="51"/>
                  <a:pt x="762" y="48"/>
                </a:cubicBezTo>
                <a:cubicBezTo>
                  <a:pt x="742" y="24"/>
                  <a:pt x="737" y="18"/>
                  <a:pt x="728" y="15"/>
                </a:cubicBezTo>
                <a:cubicBezTo>
                  <a:pt x="704" y="1"/>
                  <a:pt x="705" y="2"/>
                  <a:pt x="707" y="3"/>
                </a:cubicBezTo>
                <a:close/>
                <a:moveTo>
                  <a:pt x="781" y="5"/>
                </a:moveTo>
                <a:cubicBezTo>
                  <a:pt x="780" y="9"/>
                  <a:pt x="783" y="9"/>
                  <a:pt x="785" y="11"/>
                </a:cubicBezTo>
                <a:cubicBezTo>
                  <a:pt x="813" y="32"/>
                  <a:pt x="815" y="38"/>
                  <a:pt x="821" y="41"/>
                </a:cubicBezTo>
                <a:cubicBezTo>
                  <a:pt x="837" y="55"/>
                  <a:pt x="839" y="56"/>
                  <a:pt x="843" y="56"/>
                </a:cubicBezTo>
                <a:cubicBezTo>
                  <a:pt x="873" y="83"/>
                  <a:pt x="883" y="90"/>
                  <a:pt x="892" y="99"/>
                </a:cubicBezTo>
                <a:cubicBezTo>
                  <a:pt x="909" y="114"/>
                  <a:pt x="916" y="117"/>
                  <a:pt x="918" y="123"/>
                </a:cubicBezTo>
                <a:cubicBezTo>
                  <a:pt x="952" y="150"/>
                  <a:pt x="958" y="152"/>
                  <a:pt x="960" y="157"/>
                </a:cubicBezTo>
                <a:cubicBezTo>
                  <a:pt x="1007" y="194"/>
                  <a:pt x="1009" y="196"/>
                  <a:pt x="1010" y="199"/>
                </a:cubicBezTo>
                <a:cubicBezTo>
                  <a:pt x="1034" y="220"/>
                  <a:pt x="1042" y="221"/>
                  <a:pt x="1044" y="226"/>
                </a:cubicBezTo>
                <a:cubicBezTo>
                  <a:pt x="1095" y="265"/>
                  <a:pt x="1104" y="266"/>
                  <a:pt x="1108" y="271"/>
                </a:cubicBezTo>
                <a:cubicBezTo>
                  <a:pt x="1152" y="297"/>
                  <a:pt x="1154" y="304"/>
                  <a:pt x="1162" y="305"/>
                </a:cubicBezTo>
                <a:cubicBezTo>
                  <a:pt x="1183" y="317"/>
                  <a:pt x="1184" y="319"/>
                  <a:pt x="1184" y="321"/>
                </a:cubicBezTo>
                <a:cubicBezTo>
                  <a:pt x="1209" y="327"/>
                  <a:pt x="1216" y="329"/>
                  <a:pt x="1225" y="326"/>
                </a:cubicBezTo>
                <a:cubicBezTo>
                  <a:pt x="1193" y="309"/>
                  <a:pt x="1186" y="309"/>
                  <a:pt x="1182" y="306"/>
                </a:cubicBezTo>
                <a:cubicBezTo>
                  <a:pt x="1131" y="277"/>
                  <a:pt x="1126" y="272"/>
                  <a:pt x="1119" y="270"/>
                </a:cubicBezTo>
                <a:cubicBezTo>
                  <a:pt x="1082" y="240"/>
                  <a:pt x="1074" y="237"/>
                  <a:pt x="1068" y="233"/>
                </a:cubicBezTo>
                <a:cubicBezTo>
                  <a:pt x="1015" y="191"/>
                  <a:pt x="1009" y="187"/>
                  <a:pt x="1004" y="182"/>
                </a:cubicBezTo>
                <a:cubicBezTo>
                  <a:pt x="952" y="138"/>
                  <a:pt x="945" y="135"/>
                  <a:pt x="941" y="128"/>
                </a:cubicBezTo>
                <a:cubicBezTo>
                  <a:pt x="904" y="100"/>
                  <a:pt x="901" y="93"/>
                  <a:pt x="894" y="90"/>
                </a:cubicBezTo>
                <a:cubicBezTo>
                  <a:pt x="858" y="58"/>
                  <a:pt x="853" y="54"/>
                  <a:pt x="847" y="50"/>
                </a:cubicBezTo>
                <a:cubicBezTo>
                  <a:pt x="822" y="26"/>
                  <a:pt x="817" y="26"/>
                  <a:pt x="813" y="25"/>
                </a:cubicBezTo>
                <a:cubicBezTo>
                  <a:pt x="781" y="0"/>
                  <a:pt x="781" y="0"/>
                  <a:pt x="781" y="0"/>
                </a:cubicBezTo>
                <a:close/>
                <a:moveTo>
                  <a:pt x="429" y="17"/>
                </a:moveTo>
                <a:cubicBezTo>
                  <a:pt x="434" y="17"/>
                  <a:pt x="433" y="24"/>
                  <a:pt x="440" y="23"/>
                </a:cubicBezTo>
                <a:cubicBezTo>
                  <a:pt x="504" y="85"/>
                  <a:pt x="517" y="96"/>
                  <a:pt x="530" y="106"/>
                </a:cubicBezTo>
                <a:cubicBezTo>
                  <a:pt x="570" y="139"/>
                  <a:pt x="576" y="139"/>
                  <a:pt x="579" y="142"/>
                </a:cubicBezTo>
                <a:cubicBezTo>
                  <a:pt x="604" y="156"/>
                  <a:pt x="606" y="167"/>
                  <a:pt x="609" y="160"/>
                </a:cubicBezTo>
                <a:cubicBezTo>
                  <a:pt x="583" y="140"/>
                  <a:pt x="574" y="135"/>
                  <a:pt x="569" y="129"/>
                </a:cubicBezTo>
                <a:cubicBezTo>
                  <a:pt x="531" y="105"/>
                  <a:pt x="533" y="96"/>
                  <a:pt x="526" y="97"/>
                </a:cubicBezTo>
                <a:cubicBezTo>
                  <a:pt x="493" y="61"/>
                  <a:pt x="489" y="59"/>
                  <a:pt x="487" y="53"/>
                </a:cubicBezTo>
                <a:cubicBezTo>
                  <a:pt x="450" y="20"/>
                  <a:pt x="443" y="19"/>
                  <a:pt x="442" y="13"/>
                </a:cubicBezTo>
                <a:cubicBezTo>
                  <a:pt x="463" y="26"/>
                  <a:pt x="465" y="28"/>
                  <a:pt x="466" y="31"/>
                </a:cubicBezTo>
                <a:cubicBezTo>
                  <a:pt x="519" y="68"/>
                  <a:pt x="521" y="73"/>
                  <a:pt x="526" y="76"/>
                </a:cubicBezTo>
                <a:cubicBezTo>
                  <a:pt x="542" y="88"/>
                  <a:pt x="542" y="94"/>
                  <a:pt x="547" y="96"/>
                </a:cubicBezTo>
                <a:cubicBezTo>
                  <a:pt x="565" y="108"/>
                  <a:pt x="564" y="115"/>
                  <a:pt x="571" y="116"/>
                </a:cubicBezTo>
                <a:cubicBezTo>
                  <a:pt x="606" y="152"/>
                  <a:pt x="609" y="155"/>
                  <a:pt x="614" y="158"/>
                </a:cubicBezTo>
                <a:cubicBezTo>
                  <a:pt x="619" y="167"/>
                  <a:pt x="612" y="162"/>
                  <a:pt x="611" y="167"/>
                </a:cubicBezTo>
                <a:cubicBezTo>
                  <a:pt x="629" y="174"/>
                  <a:pt x="629" y="177"/>
                  <a:pt x="633" y="176"/>
                </a:cubicBezTo>
                <a:cubicBezTo>
                  <a:pt x="695" y="224"/>
                  <a:pt x="698" y="233"/>
                  <a:pt x="708" y="234"/>
                </a:cubicBezTo>
                <a:cubicBezTo>
                  <a:pt x="693" y="216"/>
                  <a:pt x="685" y="219"/>
                  <a:pt x="684" y="214"/>
                </a:cubicBezTo>
                <a:cubicBezTo>
                  <a:pt x="649" y="191"/>
                  <a:pt x="648" y="181"/>
                  <a:pt x="639" y="178"/>
                </a:cubicBezTo>
                <a:cubicBezTo>
                  <a:pt x="616" y="151"/>
                  <a:pt x="612" y="152"/>
                  <a:pt x="612" y="149"/>
                </a:cubicBezTo>
                <a:cubicBezTo>
                  <a:pt x="596" y="135"/>
                  <a:pt x="596" y="129"/>
                  <a:pt x="593" y="127"/>
                </a:cubicBezTo>
                <a:cubicBezTo>
                  <a:pt x="564" y="105"/>
                  <a:pt x="565" y="101"/>
                  <a:pt x="563" y="100"/>
                </a:cubicBezTo>
                <a:cubicBezTo>
                  <a:pt x="537" y="78"/>
                  <a:pt x="536" y="72"/>
                  <a:pt x="531" y="71"/>
                </a:cubicBezTo>
                <a:cubicBezTo>
                  <a:pt x="517" y="59"/>
                  <a:pt x="516" y="57"/>
                  <a:pt x="516" y="53"/>
                </a:cubicBezTo>
                <a:cubicBezTo>
                  <a:pt x="486" y="37"/>
                  <a:pt x="484" y="26"/>
                  <a:pt x="473" y="24"/>
                </a:cubicBezTo>
                <a:cubicBezTo>
                  <a:pt x="427" y="0"/>
                  <a:pt x="427" y="0"/>
                  <a:pt x="427" y="0"/>
                </a:cubicBezTo>
                <a:cubicBezTo>
                  <a:pt x="438" y="11"/>
                  <a:pt x="441" y="12"/>
                  <a:pt x="438" y="13"/>
                </a:cubicBezTo>
                <a:cubicBezTo>
                  <a:pt x="423" y="1"/>
                  <a:pt x="422" y="1"/>
                  <a:pt x="422" y="0"/>
                </a:cubicBezTo>
                <a:cubicBezTo>
                  <a:pt x="424" y="10"/>
                  <a:pt x="427" y="13"/>
                  <a:pt x="429" y="17"/>
                </a:cubicBezTo>
                <a:close/>
                <a:moveTo>
                  <a:pt x="385" y="151"/>
                </a:moveTo>
                <a:cubicBezTo>
                  <a:pt x="384" y="148"/>
                  <a:pt x="382" y="146"/>
                  <a:pt x="378" y="146"/>
                </a:cubicBezTo>
                <a:cubicBezTo>
                  <a:pt x="359" y="123"/>
                  <a:pt x="353" y="121"/>
                  <a:pt x="349" y="117"/>
                </a:cubicBezTo>
                <a:cubicBezTo>
                  <a:pt x="312" y="78"/>
                  <a:pt x="306" y="76"/>
                  <a:pt x="304" y="71"/>
                </a:cubicBezTo>
                <a:cubicBezTo>
                  <a:pt x="278" y="47"/>
                  <a:pt x="276" y="45"/>
                  <a:pt x="276" y="42"/>
                </a:cubicBezTo>
                <a:cubicBezTo>
                  <a:pt x="256" y="35"/>
                  <a:pt x="262" y="26"/>
                  <a:pt x="255" y="28"/>
                </a:cubicBezTo>
                <a:cubicBezTo>
                  <a:pt x="207" y="0"/>
                  <a:pt x="207" y="0"/>
                  <a:pt x="207" y="0"/>
                </a:cubicBezTo>
                <a:cubicBezTo>
                  <a:pt x="240" y="25"/>
                  <a:pt x="245" y="33"/>
                  <a:pt x="254" y="37"/>
                </a:cubicBezTo>
                <a:cubicBezTo>
                  <a:pt x="280" y="63"/>
                  <a:pt x="289" y="68"/>
                  <a:pt x="295" y="75"/>
                </a:cubicBezTo>
                <a:cubicBezTo>
                  <a:pt x="336" y="116"/>
                  <a:pt x="339" y="115"/>
                  <a:pt x="340" y="117"/>
                </a:cubicBezTo>
                <a:cubicBezTo>
                  <a:pt x="359" y="135"/>
                  <a:pt x="363" y="137"/>
                  <a:pt x="368" y="137"/>
                </a:cubicBezTo>
                <a:cubicBezTo>
                  <a:pt x="389" y="157"/>
                  <a:pt x="395" y="166"/>
                  <a:pt x="398" y="160"/>
                </a:cubicBezTo>
                <a:close/>
                <a:moveTo>
                  <a:pt x="1507" y="2099"/>
                </a:moveTo>
                <a:cubicBezTo>
                  <a:pt x="1503" y="2109"/>
                  <a:pt x="1496" y="2117"/>
                  <a:pt x="1494" y="2129"/>
                </a:cubicBezTo>
                <a:cubicBezTo>
                  <a:pt x="1487" y="2132"/>
                  <a:pt x="1486" y="2141"/>
                  <a:pt x="1481" y="2145"/>
                </a:cubicBezTo>
                <a:cubicBezTo>
                  <a:pt x="1478" y="2151"/>
                  <a:pt x="1471" y="2153"/>
                  <a:pt x="1468" y="2160"/>
                </a:cubicBezTo>
                <a:cubicBezTo>
                  <a:pt x="1468" y="2160"/>
                  <a:pt x="1467" y="2160"/>
                  <a:pt x="1467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81" y="2159"/>
                  <a:pt x="1482" y="2158"/>
                  <a:pt x="1481" y="2155"/>
                </a:cubicBezTo>
                <a:cubicBezTo>
                  <a:pt x="1488" y="2155"/>
                  <a:pt x="1487" y="2146"/>
                  <a:pt x="1494" y="2145"/>
                </a:cubicBezTo>
                <a:cubicBezTo>
                  <a:pt x="1495" y="2139"/>
                  <a:pt x="1496" y="2135"/>
                  <a:pt x="1501" y="2134"/>
                </a:cubicBezTo>
                <a:cubicBezTo>
                  <a:pt x="1501" y="2128"/>
                  <a:pt x="1505" y="2126"/>
                  <a:pt x="1507" y="2123"/>
                </a:cubicBezTo>
                <a:cubicBezTo>
                  <a:pt x="1505" y="2116"/>
                  <a:pt x="1511" y="2116"/>
                  <a:pt x="1509" y="2110"/>
                </a:cubicBezTo>
                <a:cubicBezTo>
                  <a:pt x="1512" y="2107"/>
                  <a:pt x="1513" y="2099"/>
                  <a:pt x="1507" y="2099"/>
                </a:cubicBezTo>
                <a:close/>
                <a:moveTo>
                  <a:pt x="1509" y="2042"/>
                </a:moveTo>
                <a:cubicBezTo>
                  <a:pt x="1498" y="2041"/>
                  <a:pt x="1501" y="2053"/>
                  <a:pt x="1494" y="2055"/>
                </a:cubicBezTo>
                <a:cubicBezTo>
                  <a:pt x="1489" y="2060"/>
                  <a:pt x="1487" y="2067"/>
                  <a:pt x="1481" y="2070"/>
                </a:cubicBezTo>
                <a:cubicBezTo>
                  <a:pt x="1478" y="2077"/>
                  <a:pt x="1471" y="2079"/>
                  <a:pt x="1468" y="2086"/>
                </a:cubicBezTo>
                <a:cubicBezTo>
                  <a:pt x="1463" y="2091"/>
                  <a:pt x="1460" y="2098"/>
                  <a:pt x="1453" y="2101"/>
                </a:cubicBezTo>
                <a:cubicBezTo>
                  <a:pt x="1435" y="2123"/>
                  <a:pt x="1408" y="2135"/>
                  <a:pt x="1389" y="2155"/>
                </a:cubicBezTo>
                <a:cubicBezTo>
                  <a:pt x="1389" y="2159"/>
                  <a:pt x="1384" y="2158"/>
                  <a:pt x="1383" y="2160"/>
                </a:cubicBezTo>
                <a:cubicBezTo>
                  <a:pt x="1396" y="2160"/>
                  <a:pt x="1396" y="2160"/>
                  <a:pt x="1396" y="2160"/>
                </a:cubicBezTo>
                <a:cubicBezTo>
                  <a:pt x="1400" y="2158"/>
                  <a:pt x="1402" y="2154"/>
                  <a:pt x="1405" y="2151"/>
                </a:cubicBezTo>
                <a:cubicBezTo>
                  <a:pt x="1409" y="2147"/>
                  <a:pt x="1415" y="2146"/>
                  <a:pt x="1418" y="2140"/>
                </a:cubicBezTo>
                <a:cubicBezTo>
                  <a:pt x="1420" y="2139"/>
                  <a:pt x="1423" y="2138"/>
                  <a:pt x="1424" y="2136"/>
                </a:cubicBezTo>
                <a:cubicBezTo>
                  <a:pt x="1425" y="2132"/>
                  <a:pt x="1432" y="2134"/>
                  <a:pt x="1433" y="2131"/>
                </a:cubicBezTo>
                <a:cubicBezTo>
                  <a:pt x="1440" y="2124"/>
                  <a:pt x="1449" y="2117"/>
                  <a:pt x="1457" y="2110"/>
                </a:cubicBezTo>
                <a:cubicBezTo>
                  <a:pt x="1459" y="2104"/>
                  <a:pt x="1466" y="2102"/>
                  <a:pt x="1468" y="2097"/>
                </a:cubicBezTo>
                <a:cubicBezTo>
                  <a:pt x="1471" y="2091"/>
                  <a:pt x="1475" y="2087"/>
                  <a:pt x="1479" y="2083"/>
                </a:cubicBezTo>
                <a:cubicBezTo>
                  <a:pt x="1485" y="2075"/>
                  <a:pt x="1493" y="2067"/>
                  <a:pt x="1498" y="2057"/>
                </a:cubicBezTo>
                <a:cubicBezTo>
                  <a:pt x="1501" y="2056"/>
                  <a:pt x="1503" y="2055"/>
                  <a:pt x="1503" y="2051"/>
                </a:cubicBezTo>
                <a:cubicBezTo>
                  <a:pt x="1505" y="2049"/>
                  <a:pt x="1507" y="2046"/>
                  <a:pt x="1509" y="2044"/>
                </a:cubicBezTo>
                <a:cubicBezTo>
                  <a:pt x="1513" y="2044"/>
                  <a:pt x="1510" y="2038"/>
                  <a:pt x="1514" y="2038"/>
                </a:cubicBezTo>
                <a:cubicBezTo>
                  <a:pt x="1512" y="2032"/>
                  <a:pt x="1518" y="2033"/>
                  <a:pt x="1518" y="2029"/>
                </a:cubicBezTo>
                <a:cubicBezTo>
                  <a:pt x="1511" y="2029"/>
                  <a:pt x="1510" y="2035"/>
                  <a:pt x="1509" y="2042"/>
                </a:cubicBezTo>
                <a:close/>
                <a:moveTo>
                  <a:pt x="1392" y="2125"/>
                </a:moveTo>
                <a:cubicBezTo>
                  <a:pt x="1392" y="2119"/>
                  <a:pt x="1401" y="2121"/>
                  <a:pt x="1402" y="2116"/>
                </a:cubicBezTo>
                <a:cubicBezTo>
                  <a:pt x="1434" y="2086"/>
                  <a:pt x="1442" y="2088"/>
                  <a:pt x="1444" y="2083"/>
                </a:cubicBezTo>
                <a:cubicBezTo>
                  <a:pt x="1462" y="2059"/>
                  <a:pt x="1469" y="2060"/>
                  <a:pt x="1470" y="2055"/>
                </a:cubicBezTo>
                <a:cubicBezTo>
                  <a:pt x="1490" y="2036"/>
                  <a:pt x="1492" y="2034"/>
                  <a:pt x="1494" y="2033"/>
                </a:cubicBezTo>
                <a:cubicBezTo>
                  <a:pt x="1512" y="2017"/>
                  <a:pt x="1514" y="2004"/>
                  <a:pt x="1509" y="2003"/>
                </a:cubicBezTo>
                <a:cubicBezTo>
                  <a:pt x="1466" y="2054"/>
                  <a:pt x="1462" y="2055"/>
                  <a:pt x="1461" y="2059"/>
                </a:cubicBezTo>
                <a:cubicBezTo>
                  <a:pt x="1449" y="2068"/>
                  <a:pt x="1446" y="2069"/>
                  <a:pt x="1446" y="2075"/>
                </a:cubicBezTo>
                <a:cubicBezTo>
                  <a:pt x="1423" y="2087"/>
                  <a:pt x="1422" y="2091"/>
                  <a:pt x="1420" y="2094"/>
                </a:cubicBezTo>
                <a:cubicBezTo>
                  <a:pt x="1397" y="2111"/>
                  <a:pt x="1395" y="2113"/>
                  <a:pt x="1394" y="2114"/>
                </a:cubicBezTo>
                <a:cubicBezTo>
                  <a:pt x="1343" y="2159"/>
                  <a:pt x="1342" y="2159"/>
                  <a:pt x="1341" y="2160"/>
                </a:cubicBezTo>
                <a:cubicBezTo>
                  <a:pt x="1360" y="2155"/>
                  <a:pt x="1362" y="2153"/>
                  <a:pt x="1365" y="2153"/>
                </a:cubicBezTo>
                <a:cubicBezTo>
                  <a:pt x="1382" y="2127"/>
                  <a:pt x="1389" y="2128"/>
                  <a:pt x="1392" y="2125"/>
                </a:cubicBezTo>
                <a:close/>
                <a:moveTo>
                  <a:pt x="1461" y="2131"/>
                </a:moveTo>
                <a:cubicBezTo>
                  <a:pt x="1458" y="2140"/>
                  <a:pt x="1448" y="2143"/>
                  <a:pt x="1446" y="2153"/>
                </a:cubicBezTo>
                <a:cubicBezTo>
                  <a:pt x="1441" y="2153"/>
                  <a:pt x="1438" y="2157"/>
                  <a:pt x="1436" y="2160"/>
                </a:cubicBezTo>
                <a:cubicBezTo>
                  <a:pt x="1445" y="2160"/>
                  <a:pt x="1445" y="2160"/>
                  <a:pt x="1445" y="2160"/>
                </a:cubicBezTo>
                <a:cubicBezTo>
                  <a:pt x="1446" y="2158"/>
                  <a:pt x="1448" y="2156"/>
                  <a:pt x="1450" y="2155"/>
                </a:cubicBezTo>
                <a:cubicBezTo>
                  <a:pt x="1453" y="2153"/>
                  <a:pt x="1451" y="2147"/>
                  <a:pt x="1457" y="2149"/>
                </a:cubicBezTo>
                <a:cubicBezTo>
                  <a:pt x="1455" y="2143"/>
                  <a:pt x="1461" y="2144"/>
                  <a:pt x="1461" y="2140"/>
                </a:cubicBezTo>
                <a:cubicBezTo>
                  <a:pt x="1462" y="2139"/>
                  <a:pt x="1467" y="2132"/>
                  <a:pt x="1461" y="2131"/>
                </a:cubicBezTo>
                <a:close/>
                <a:moveTo>
                  <a:pt x="1527" y="1857"/>
                </a:moveTo>
                <a:cubicBezTo>
                  <a:pt x="1525" y="1861"/>
                  <a:pt x="1521" y="1863"/>
                  <a:pt x="1522" y="1870"/>
                </a:cubicBezTo>
                <a:cubicBezTo>
                  <a:pt x="1494" y="1913"/>
                  <a:pt x="1484" y="1917"/>
                  <a:pt x="1481" y="1927"/>
                </a:cubicBezTo>
                <a:cubicBezTo>
                  <a:pt x="1462" y="1952"/>
                  <a:pt x="1458" y="1955"/>
                  <a:pt x="1457" y="1959"/>
                </a:cubicBezTo>
                <a:cubicBezTo>
                  <a:pt x="1426" y="2000"/>
                  <a:pt x="1415" y="2003"/>
                  <a:pt x="1411" y="2012"/>
                </a:cubicBezTo>
                <a:cubicBezTo>
                  <a:pt x="1383" y="2042"/>
                  <a:pt x="1371" y="2050"/>
                  <a:pt x="1363" y="2062"/>
                </a:cubicBezTo>
                <a:cubicBezTo>
                  <a:pt x="1339" y="2088"/>
                  <a:pt x="1333" y="2088"/>
                  <a:pt x="1330" y="2090"/>
                </a:cubicBezTo>
                <a:cubicBezTo>
                  <a:pt x="1301" y="2125"/>
                  <a:pt x="1296" y="2125"/>
                  <a:pt x="1296" y="2129"/>
                </a:cubicBezTo>
                <a:cubicBezTo>
                  <a:pt x="1275" y="2157"/>
                  <a:pt x="1274" y="2159"/>
                  <a:pt x="1273" y="2160"/>
                </a:cubicBezTo>
                <a:cubicBezTo>
                  <a:pt x="1296" y="2148"/>
                  <a:pt x="1296" y="2140"/>
                  <a:pt x="1302" y="2138"/>
                </a:cubicBezTo>
                <a:cubicBezTo>
                  <a:pt x="1317" y="2122"/>
                  <a:pt x="1315" y="2116"/>
                  <a:pt x="1320" y="2116"/>
                </a:cubicBezTo>
                <a:cubicBezTo>
                  <a:pt x="1339" y="2093"/>
                  <a:pt x="1344" y="2092"/>
                  <a:pt x="1346" y="2090"/>
                </a:cubicBezTo>
                <a:cubicBezTo>
                  <a:pt x="1359" y="2073"/>
                  <a:pt x="1366" y="2075"/>
                  <a:pt x="1365" y="2070"/>
                </a:cubicBezTo>
                <a:cubicBezTo>
                  <a:pt x="1383" y="2053"/>
                  <a:pt x="1385" y="2045"/>
                  <a:pt x="1392" y="2042"/>
                </a:cubicBezTo>
                <a:cubicBezTo>
                  <a:pt x="1407" y="2027"/>
                  <a:pt x="1409" y="2025"/>
                  <a:pt x="1411" y="2022"/>
                </a:cubicBezTo>
                <a:cubicBezTo>
                  <a:pt x="1429" y="2007"/>
                  <a:pt x="1427" y="2001"/>
                  <a:pt x="1433" y="2003"/>
                </a:cubicBezTo>
                <a:cubicBezTo>
                  <a:pt x="1463" y="1970"/>
                  <a:pt x="1461" y="1959"/>
                  <a:pt x="1468" y="1957"/>
                </a:cubicBezTo>
                <a:cubicBezTo>
                  <a:pt x="1484" y="1929"/>
                  <a:pt x="1489" y="1929"/>
                  <a:pt x="1487" y="1922"/>
                </a:cubicBezTo>
                <a:cubicBezTo>
                  <a:pt x="1509" y="1885"/>
                  <a:pt x="1518" y="1890"/>
                  <a:pt x="1516" y="1883"/>
                </a:cubicBezTo>
                <a:cubicBezTo>
                  <a:pt x="1524" y="1862"/>
                  <a:pt x="1533" y="1859"/>
                  <a:pt x="1527" y="1857"/>
                </a:cubicBezTo>
                <a:close/>
                <a:moveTo>
                  <a:pt x="1352" y="2127"/>
                </a:moveTo>
                <a:cubicBezTo>
                  <a:pt x="1354" y="2125"/>
                  <a:pt x="1357" y="2123"/>
                  <a:pt x="1359" y="2121"/>
                </a:cubicBezTo>
                <a:cubicBezTo>
                  <a:pt x="1395" y="2078"/>
                  <a:pt x="1399" y="2074"/>
                  <a:pt x="1405" y="2070"/>
                </a:cubicBezTo>
                <a:cubicBezTo>
                  <a:pt x="1423" y="2052"/>
                  <a:pt x="1427" y="2047"/>
                  <a:pt x="1431" y="2042"/>
                </a:cubicBezTo>
                <a:cubicBezTo>
                  <a:pt x="1457" y="2023"/>
                  <a:pt x="1460" y="2021"/>
                  <a:pt x="1459" y="2016"/>
                </a:cubicBezTo>
                <a:cubicBezTo>
                  <a:pt x="1462" y="2009"/>
                  <a:pt x="1456" y="2017"/>
                  <a:pt x="1446" y="2022"/>
                </a:cubicBezTo>
                <a:cubicBezTo>
                  <a:pt x="1424" y="2038"/>
                  <a:pt x="1427" y="2045"/>
                  <a:pt x="1422" y="2044"/>
                </a:cubicBezTo>
                <a:cubicBezTo>
                  <a:pt x="1392" y="2075"/>
                  <a:pt x="1382" y="2080"/>
                  <a:pt x="1374" y="2088"/>
                </a:cubicBezTo>
                <a:cubicBezTo>
                  <a:pt x="1345" y="2122"/>
                  <a:pt x="1343" y="2124"/>
                  <a:pt x="1341" y="2127"/>
                </a:cubicBezTo>
                <a:cubicBezTo>
                  <a:pt x="1332" y="2135"/>
                  <a:pt x="1333" y="2138"/>
                  <a:pt x="1330" y="2138"/>
                </a:cubicBezTo>
                <a:cubicBezTo>
                  <a:pt x="1315" y="2150"/>
                  <a:pt x="1317" y="2157"/>
                  <a:pt x="1313" y="2158"/>
                </a:cubicBezTo>
                <a:cubicBezTo>
                  <a:pt x="1328" y="2154"/>
                  <a:pt x="1334" y="2147"/>
                  <a:pt x="1341" y="2142"/>
                </a:cubicBezTo>
                <a:close/>
                <a:moveTo>
                  <a:pt x="1579" y="1510"/>
                </a:moveTo>
                <a:cubicBezTo>
                  <a:pt x="1576" y="1516"/>
                  <a:pt x="1577" y="1527"/>
                  <a:pt x="1572" y="1532"/>
                </a:cubicBezTo>
                <a:cubicBezTo>
                  <a:pt x="1553" y="1580"/>
                  <a:pt x="1549" y="1586"/>
                  <a:pt x="1546" y="1593"/>
                </a:cubicBezTo>
                <a:cubicBezTo>
                  <a:pt x="1508" y="1646"/>
                  <a:pt x="1502" y="1650"/>
                  <a:pt x="1501" y="1652"/>
                </a:cubicBezTo>
                <a:cubicBezTo>
                  <a:pt x="1485" y="1663"/>
                  <a:pt x="1489" y="1672"/>
                  <a:pt x="1483" y="1671"/>
                </a:cubicBezTo>
                <a:cubicBezTo>
                  <a:pt x="1448" y="1697"/>
                  <a:pt x="1450" y="1704"/>
                  <a:pt x="1446" y="1704"/>
                </a:cubicBezTo>
                <a:cubicBezTo>
                  <a:pt x="1400" y="1740"/>
                  <a:pt x="1393" y="1742"/>
                  <a:pt x="1392" y="1750"/>
                </a:cubicBezTo>
                <a:cubicBezTo>
                  <a:pt x="1354" y="1774"/>
                  <a:pt x="1358" y="1783"/>
                  <a:pt x="1352" y="1783"/>
                </a:cubicBezTo>
                <a:cubicBezTo>
                  <a:pt x="1309" y="1823"/>
                  <a:pt x="1313" y="1832"/>
                  <a:pt x="1306" y="1831"/>
                </a:cubicBezTo>
                <a:cubicBezTo>
                  <a:pt x="1291" y="1850"/>
                  <a:pt x="1288" y="1851"/>
                  <a:pt x="1289" y="1855"/>
                </a:cubicBezTo>
                <a:cubicBezTo>
                  <a:pt x="1269" y="1881"/>
                  <a:pt x="1265" y="1882"/>
                  <a:pt x="1263" y="1885"/>
                </a:cubicBezTo>
                <a:cubicBezTo>
                  <a:pt x="1247" y="1908"/>
                  <a:pt x="1244" y="1910"/>
                  <a:pt x="1241" y="1913"/>
                </a:cubicBezTo>
                <a:cubicBezTo>
                  <a:pt x="1232" y="1921"/>
                  <a:pt x="1240" y="1911"/>
                  <a:pt x="1245" y="1900"/>
                </a:cubicBezTo>
                <a:cubicBezTo>
                  <a:pt x="1283" y="1849"/>
                  <a:pt x="1286" y="1842"/>
                  <a:pt x="1289" y="1835"/>
                </a:cubicBezTo>
                <a:cubicBezTo>
                  <a:pt x="1309" y="1806"/>
                  <a:pt x="1318" y="1810"/>
                  <a:pt x="1317" y="1804"/>
                </a:cubicBezTo>
                <a:cubicBezTo>
                  <a:pt x="1359" y="1769"/>
                  <a:pt x="1359" y="1764"/>
                  <a:pt x="1363" y="1763"/>
                </a:cubicBezTo>
                <a:cubicBezTo>
                  <a:pt x="1384" y="1744"/>
                  <a:pt x="1387" y="1737"/>
                  <a:pt x="1392" y="1732"/>
                </a:cubicBezTo>
                <a:cubicBezTo>
                  <a:pt x="1416" y="1708"/>
                  <a:pt x="1420" y="1707"/>
                  <a:pt x="1422" y="1704"/>
                </a:cubicBezTo>
                <a:cubicBezTo>
                  <a:pt x="1441" y="1688"/>
                  <a:pt x="1443" y="1686"/>
                  <a:pt x="1444" y="1682"/>
                </a:cubicBezTo>
                <a:cubicBezTo>
                  <a:pt x="1465" y="1668"/>
                  <a:pt x="1461" y="1659"/>
                  <a:pt x="1468" y="1660"/>
                </a:cubicBezTo>
                <a:cubicBezTo>
                  <a:pt x="1491" y="1612"/>
                  <a:pt x="1503" y="1610"/>
                  <a:pt x="1503" y="1597"/>
                </a:cubicBezTo>
                <a:cubicBezTo>
                  <a:pt x="1527" y="1537"/>
                  <a:pt x="1531" y="1534"/>
                  <a:pt x="1531" y="1527"/>
                </a:cubicBezTo>
                <a:cubicBezTo>
                  <a:pt x="1517" y="1548"/>
                  <a:pt x="1518" y="1552"/>
                  <a:pt x="1518" y="1556"/>
                </a:cubicBezTo>
                <a:cubicBezTo>
                  <a:pt x="1510" y="1576"/>
                  <a:pt x="1505" y="1576"/>
                  <a:pt x="1507" y="1582"/>
                </a:cubicBezTo>
                <a:cubicBezTo>
                  <a:pt x="1476" y="1632"/>
                  <a:pt x="1471" y="1639"/>
                  <a:pt x="1468" y="1647"/>
                </a:cubicBezTo>
                <a:cubicBezTo>
                  <a:pt x="1436" y="1686"/>
                  <a:pt x="1427" y="1682"/>
                  <a:pt x="1429" y="1689"/>
                </a:cubicBezTo>
                <a:cubicBezTo>
                  <a:pt x="1397" y="1713"/>
                  <a:pt x="1396" y="1723"/>
                  <a:pt x="1387" y="1724"/>
                </a:cubicBezTo>
                <a:cubicBezTo>
                  <a:pt x="1347" y="1765"/>
                  <a:pt x="1336" y="1774"/>
                  <a:pt x="1324" y="1783"/>
                </a:cubicBezTo>
                <a:cubicBezTo>
                  <a:pt x="1294" y="1825"/>
                  <a:pt x="1284" y="1819"/>
                  <a:pt x="1287" y="1826"/>
                </a:cubicBezTo>
                <a:cubicBezTo>
                  <a:pt x="1269" y="1846"/>
                  <a:pt x="1267" y="1852"/>
                  <a:pt x="1263" y="1857"/>
                </a:cubicBezTo>
                <a:cubicBezTo>
                  <a:pt x="1241" y="1894"/>
                  <a:pt x="1235" y="1892"/>
                  <a:pt x="1237" y="1898"/>
                </a:cubicBezTo>
                <a:cubicBezTo>
                  <a:pt x="1230" y="1892"/>
                  <a:pt x="1235" y="1886"/>
                  <a:pt x="1239" y="1879"/>
                </a:cubicBezTo>
                <a:cubicBezTo>
                  <a:pt x="1256" y="1846"/>
                  <a:pt x="1268" y="1835"/>
                  <a:pt x="1274" y="1820"/>
                </a:cubicBezTo>
                <a:cubicBezTo>
                  <a:pt x="1287" y="1807"/>
                  <a:pt x="1290" y="1804"/>
                  <a:pt x="1293" y="1800"/>
                </a:cubicBezTo>
                <a:cubicBezTo>
                  <a:pt x="1318" y="1779"/>
                  <a:pt x="1319" y="1773"/>
                  <a:pt x="1324" y="1772"/>
                </a:cubicBezTo>
                <a:cubicBezTo>
                  <a:pt x="1347" y="1749"/>
                  <a:pt x="1349" y="1744"/>
                  <a:pt x="1354" y="1743"/>
                </a:cubicBezTo>
                <a:cubicBezTo>
                  <a:pt x="1365" y="1728"/>
                  <a:pt x="1371" y="1728"/>
                  <a:pt x="1372" y="1722"/>
                </a:cubicBezTo>
                <a:cubicBezTo>
                  <a:pt x="1395" y="1693"/>
                  <a:pt x="1399" y="1693"/>
                  <a:pt x="1400" y="1691"/>
                </a:cubicBezTo>
                <a:cubicBezTo>
                  <a:pt x="1433" y="1656"/>
                  <a:pt x="1430" y="1647"/>
                  <a:pt x="1437" y="1647"/>
                </a:cubicBezTo>
                <a:cubicBezTo>
                  <a:pt x="1461" y="1606"/>
                  <a:pt x="1467" y="1605"/>
                  <a:pt x="1468" y="1599"/>
                </a:cubicBezTo>
                <a:cubicBezTo>
                  <a:pt x="1488" y="1573"/>
                  <a:pt x="1484" y="1562"/>
                  <a:pt x="1490" y="1560"/>
                </a:cubicBezTo>
                <a:cubicBezTo>
                  <a:pt x="1512" y="1498"/>
                  <a:pt x="1513" y="1492"/>
                  <a:pt x="1514" y="1486"/>
                </a:cubicBezTo>
                <a:cubicBezTo>
                  <a:pt x="1523" y="1457"/>
                  <a:pt x="1522" y="1452"/>
                  <a:pt x="1522" y="1449"/>
                </a:cubicBezTo>
                <a:cubicBezTo>
                  <a:pt x="1510" y="1484"/>
                  <a:pt x="1507" y="1489"/>
                  <a:pt x="1507" y="1497"/>
                </a:cubicBezTo>
                <a:cubicBezTo>
                  <a:pt x="1490" y="1532"/>
                  <a:pt x="1493" y="1538"/>
                  <a:pt x="1490" y="1538"/>
                </a:cubicBezTo>
                <a:cubicBezTo>
                  <a:pt x="1467" y="1585"/>
                  <a:pt x="1465" y="1592"/>
                  <a:pt x="1461" y="1597"/>
                </a:cubicBezTo>
                <a:cubicBezTo>
                  <a:pt x="1423" y="1648"/>
                  <a:pt x="1419" y="1653"/>
                  <a:pt x="1416" y="1658"/>
                </a:cubicBezTo>
                <a:cubicBezTo>
                  <a:pt x="1397" y="1673"/>
                  <a:pt x="1404" y="1684"/>
                  <a:pt x="1396" y="1680"/>
                </a:cubicBezTo>
                <a:cubicBezTo>
                  <a:pt x="1383" y="1699"/>
                  <a:pt x="1379" y="1700"/>
                  <a:pt x="1376" y="1702"/>
                </a:cubicBezTo>
                <a:cubicBezTo>
                  <a:pt x="1295" y="1789"/>
                  <a:pt x="1288" y="1786"/>
                  <a:pt x="1289" y="1791"/>
                </a:cubicBezTo>
                <a:cubicBezTo>
                  <a:pt x="1276" y="1807"/>
                  <a:pt x="1274" y="1807"/>
                  <a:pt x="1274" y="1809"/>
                </a:cubicBezTo>
                <a:cubicBezTo>
                  <a:pt x="1315" y="1744"/>
                  <a:pt x="1330" y="1731"/>
                  <a:pt x="1341" y="1715"/>
                </a:cubicBezTo>
                <a:cubicBezTo>
                  <a:pt x="1359" y="1699"/>
                  <a:pt x="1361" y="1697"/>
                  <a:pt x="1361" y="1693"/>
                </a:cubicBezTo>
                <a:cubicBezTo>
                  <a:pt x="1387" y="1671"/>
                  <a:pt x="1383" y="1661"/>
                  <a:pt x="1392" y="1663"/>
                </a:cubicBezTo>
                <a:cubicBezTo>
                  <a:pt x="1413" y="1636"/>
                  <a:pt x="1410" y="1630"/>
                  <a:pt x="1413" y="1630"/>
                </a:cubicBezTo>
                <a:cubicBezTo>
                  <a:pt x="1427" y="1606"/>
                  <a:pt x="1434" y="1606"/>
                  <a:pt x="1433" y="1597"/>
                </a:cubicBezTo>
                <a:cubicBezTo>
                  <a:pt x="1464" y="1531"/>
                  <a:pt x="1472" y="1526"/>
                  <a:pt x="1472" y="1512"/>
                </a:cubicBezTo>
                <a:cubicBezTo>
                  <a:pt x="1485" y="1469"/>
                  <a:pt x="1487" y="1458"/>
                  <a:pt x="1490" y="1447"/>
                </a:cubicBezTo>
                <a:cubicBezTo>
                  <a:pt x="1496" y="1386"/>
                  <a:pt x="1498" y="1372"/>
                  <a:pt x="1494" y="1371"/>
                </a:cubicBezTo>
                <a:cubicBezTo>
                  <a:pt x="1481" y="1459"/>
                  <a:pt x="1480" y="1462"/>
                  <a:pt x="1479" y="1464"/>
                </a:cubicBezTo>
                <a:cubicBezTo>
                  <a:pt x="1458" y="1526"/>
                  <a:pt x="1455" y="1533"/>
                  <a:pt x="1453" y="1541"/>
                </a:cubicBezTo>
                <a:cubicBezTo>
                  <a:pt x="1435" y="1576"/>
                  <a:pt x="1428" y="1591"/>
                  <a:pt x="1420" y="1604"/>
                </a:cubicBezTo>
                <a:cubicBezTo>
                  <a:pt x="1397" y="1633"/>
                  <a:pt x="1397" y="1638"/>
                  <a:pt x="1394" y="1641"/>
                </a:cubicBezTo>
                <a:cubicBezTo>
                  <a:pt x="1371" y="1672"/>
                  <a:pt x="1364" y="1671"/>
                  <a:pt x="1365" y="1678"/>
                </a:cubicBezTo>
                <a:cubicBezTo>
                  <a:pt x="1330" y="1711"/>
                  <a:pt x="1331" y="1717"/>
                  <a:pt x="1326" y="1717"/>
                </a:cubicBezTo>
                <a:cubicBezTo>
                  <a:pt x="1310" y="1739"/>
                  <a:pt x="1306" y="1742"/>
                  <a:pt x="1304" y="1746"/>
                </a:cubicBezTo>
                <a:cubicBezTo>
                  <a:pt x="1274" y="1783"/>
                  <a:pt x="1272" y="1787"/>
                  <a:pt x="1269" y="1789"/>
                </a:cubicBezTo>
                <a:cubicBezTo>
                  <a:pt x="1256" y="1812"/>
                  <a:pt x="1254" y="1812"/>
                  <a:pt x="1254" y="1815"/>
                </a:cubicBezTo>
                <a:cubicBezTo>
                  <a:pt x="1275" y="1759"/>
                  <a:pt x="1280" y="1753"/>
                  <a:pt x="1282" y="1743"/>
                </a:cubicBezTo>
                <a:cubicBezTo>
                  <a:pt x="1316" y="1701"/>
                  <a:pt x="1316" y="1695"/>
                  <a:pt x="1320" y="1693"/>
                </a:cubicBezTo>
                <a:cubicBezTo>
                  <a:pt x="1345" y="1660"/>
                  <a:pt x="1348" y="1658"/>
                  <a:pt x="1350" y="1654"/>
                </a:cubicBezTo>
                <a:cubicBezTo>
                  <a:pt x="1368" y="1640"/>
                  <a:pt x="1369" y="1630"/>
                  <a:pt x="1376" y="1626"/>
                </a:cubicBezTo>
                <a:cubicBezTo>
                  <a:pt x="1392" y="1603"/>
                  <a:pt x="1395" y="1604"/>
                  <a:pt x="1396" y="1602"/>
                </a:cubicBezTo>
                <a:cubicBezTo>
                  <a:pt x="1412" y="1579"/>
                  <a:pt x="1417" y="1571"/>
                  <a:pt x="1422" y="1565"/>
                </a:cubicBezTo>
                <a:cubicBezTo>
                  <a:pt x="1456" y="1505"/>
                  <a:pt x="1465" y="1490"/>
                  <a:pt x="1470" y="1471"/>
                </a:cubicBezTo>
                <a:cubicBezTo>
                  <a:pt x="1457" y="1496"/>
                  <a:pt x="1452" y="1500"/>
                  <a:pt x="1450" y="1508"/>
                </a:cubicBezTo>
                <a:cubicBezTo>
                  <a:pt x="1424" y="1544"/>
                  <a:pt x="1425" y="1550"/>
                  <a:pt x="1422" y="1554"/>
                </a:cubicBezTo>
                <a:cubicBezTo>
                  <a:pt x="1402" y="1574"/>
                  <a:pt x="1402" y="1580"/>
                  <a:pt x="1398" y="1582"/>
                </a:cubicBezTo>
                <a:cubicBezTo>
                  <a:pt x="1368" y="1611"/>
                  <a:pt x="1371" y="1621"/>
                  <a:pt x="1365" y="1621"/>
                </a:cubicBezTo>
                <a:cubicBezTo>
                  <a:pt x="1354" y="1633"/>
                  <a:pt x="1354" y="1639"/>
                  <a:pt x="1350" y="1641"/>
                </a:cubicBezTo>
                <a:cubicBezTo>
                  <a:pt x="1312" y="1680"/>
                  <a:pt x="1314" y="1689"/>
                  <a:pt x="1309" y="1689"/>
                </a:cubicBezTo>
                <a:cubicBezTo>
                  <a:pt x="1303" y="1687"/>
                  <a:pt x="1312" y="1679"/>
                  <a:pt x="1317" y="1669"/>
                </a:cubicBezTo>
                <a:cubicBezTo>
                  <a:pt x="1338" y="1634"/>
                  <a:pt x="1343" y="1631"/>
                  <a:pt x="1346" y="1626"/>
                </a:cubicBezTo>
                <a:cubicBezTo>
                  <a:pt x="1362" y="1602"/>
                  <a:pt x="1370" y="1594"/>
                  <a:pt x="1374" y="1582"/>
                </a:cubicBezTo>
                <a:cubicBezTo>
                  <a:pt x="1400" y="1555"/>
                  <a:pt x="1402" y="1543"/>
                  <a:pt x="1411" y="1538"/>
                </a:cubicBezTo>
                <a:cubicBezTo>
                  <a:pt x="1430" y="1502"/>
                  <a:pt x="1436" y="1494"/>
                  <a:pt x="1442" y="1486"/>
                </a:cubicBezTo>
                <a:cubicBezTo>
                  <a:pt x="1463" y="1430"/>
                  <a:pt x="1462" y="1425"/>
                  <a:pt x="1466" y="1423"/>
                </a:cubicBezTo>
                <a:cubicBezTo>
                  <a:pt x="1476" y="1383"/>
                  <a:pt x="1478" y="1365"/>
                  <a:pt x="1481" y="1349"/>
                </a:cubicBezTo>
                <a:cubicBezTo>
                  <a:pt x="1488" y="1306"/>
                  <a:pt x="1492" y="1305"/>
                  <a:pt x="1485" y="1303"/>
                </a:cubicBezTo>
                <a:cubicBezTo>
                  <a:pt x="1480" y="1348"/>
                  <a:pt x="1473" y="1361"/>
                  <a:pt x="1472" y="1373"/>
                </a:cubicBezTo>
                <a:cubicBezTo>
                  <a:pt x="1455" y="1430"/>
                  <a:pt x="1453" y="1436"/>
                  <a:pt x="1453" y="1442"/>
                </a:cubicBezTo>
                <a:cubicBezTo>
                  <a:pt x="1426" y="1491"/>
                  <a:pt x="1427" y="1499"/>
                  <a:pt x="1422" y="1501"/>
                </a:cubicBezTo>
                <a:cubicBezTo>
                  <a:pt x="1403" y="1536"/>
                  <a:pt x="1397" y="1537"/>
                  <a:pt x="1396" y="1543"/>
                </a:cubicBezTo>
                <a:cubicBezTo>
                  <a:pt x="1363" y="1583"/>
                  <a:pt x="1363" y="1588"/>
                  <a:pt x="1359" y="1589"/>
                </a:cubicBezTo>
                <a:cubicBezTo>
                  <a:pt x="1340" y="1611"/>
                  <a:pt x="1343" y="1619"/>
                  <a:pt x="1337" y="1619"/>
                </a:cubicBezTo>
                <a:cubicBezTo>
                  <a:pt x="1308" y="1668"/>
                  <a:pt x="1302" y="1674"/>
                  <a:pt x="1298" y="1680"/>
                </a:cubicBezTo>
                <a:cubicBezTo>
                  <a:pt x="1268" y="1729"/>
                  <a:pt x="1267" y="1740"/>
                  <a:pt x="1261" y="1746"/>
                </a:cubicBezTo>
                <a:cubicBezTo>
                  <a:pt x="1277" y="1701"/>
                  <a:pt x="1282" y="1699"/>
                  <a:pt x="1285" y="1695"/>
                </a:cubicBezTo>
                <a:cubicBezTo>
                  <a:pt x="1316" y="1640"/>
                  <a:pt x="1317" y="1629"/>
                  <a:pt x="1324" y="1623"/>
                </a:cubicBezTo>
                <a:cubicBezTo>
                  <a:pt x="1354" y="1567"/>
                  <a:pt x="1362" y="1563"/>
                  <a:pt x="1365" y="1554"/>
                </a:cubicBezTo>
                <a:cubicBezTo>
                  <a:pt x="1392" y="1519"/>
                  <a:pt x="1393" y="1513"/>
                  <a:pt x="1396" y="1510"/>
                </a:cubicBezTo>
                <a:cubicBezTo>
                  <a:pt x="1407" y="1498"/>
                  <a:pt x="1409" y="1493"/>
                  <a:pt x="1411" y="1488"/>
                </a:cubicBezTo>
                <a:cubicBezTo>
                  <a:pt x="1431" y="1446"/>
                  <a:pt x="1440" y="1431"/>
                  <a:pt x="1444" y="1410"/>
                </a:cubicBezTo>
                <a:cubicBezTo>
                  <a:pt x="1455" y="1371"/>
                  <a:pt x="1457" y="1361"/>
                  <a:pt x="1459" y="1351"/>
                </a:cubicBezTo>
                <a:cubicBezTo>
                  <a:pt x="1456" y="1316"/>
                  <a:pt x="1460" y="1326"/>
                  <a:pt x="1455" y="1327"/>
                </a:cubicBezTo>
                <a:cubicBezTo>
                  <a:pt x="1450" y="1376"/>
                  <a:pt x="1442" y="1392"/>
                  <a:pt x="1439" y="1412"/>
                </a:cubicBezTo>
                <a:cubicBezTo>
                  <a:pt x="1419" y="1450"/>
                  <a:pt x="1422" y="1459"/>
                  <a:pt x="1418" y="1460"/>
                </a:cubicBezTo>
                <a:cubicBezTo>
                  <a:pt x="1403" y="1493"/>
                  <a:pt x="1394" y="1496"/>
                  <a:pt x="1392" y="1506"/>
                </a:cubicBezTo>
                <a:cubicBezTo>
                  <a:pt x="1367" y="1540"/>
                  <a:pt x="1364" y="1542"/>
                  <a:pt x="1361" y="1545"/>
                </a:cubicBezTo>
                <a:cubicBezTo>
                  <a:pt x="1341" y="1571"/>
                  <a:pt x="1342" y="1575"/>
                  <a:pt x="1339" y="1575"/>
                </a:cubicBezTo>
                <a:cubicBezTo>
                  <a:pt x="1315" y="1617"/>
                  <a:pt x="1314" y="1628"/>
                  <a:pt x="1306" y="1632"/>
                </a:cubicBezTo>
                <a:cubicBezTo>
                  <a:pt x="1281" y="1673"/>
                  <a:pt x="1283" y="1669"/>
                  <a:pt x="1285" y="1665"/>
                </a:cubicBezTo>
                <a:cubicBezTo>
                  <a:pt x="1293" y="1637"/>
                  <a:pt x="1298" y="1629"/>
                  <a:pt x="1298" y="1621"/>
                </a:cubicBezTo>
                <a:cubicBezTo>
                  <a:pt x="1327" y="1583"/>
                  <a:pt x="1332" y="1570"/>
                  <a:pt x="1341" y="1562"/>
                </a:cubicBezTo>
                <a:cubicBezTo>
                  <a:pt x="1362" y="1525"/>
                  <a:pt x="1368" y="1521"/>
                  <a:pt x="1370" y="1514"/>
                </a:cubicBezTo>
                <a:cubicBezTo>
                  <a:pt x="1382" y="1497"/>
                  <a:pt x="1380" y="1491"/>
                  <a:pt x="1383" y="1490"/>
                </a:cubicBezTo>
                <a:cubicBezTo>
                  <a:pt x="1400" y="1460"/>
                  <a:pt x="1402" y="1453"/>
                  <a:pt x="1405" y="1447"/>
                </a:cubicBezTo>
                <a:cubicBezTo>
                  <a:pt x="1421" y="1403"/>
                  <a:pt x="1428" y="1375"/>
                  <a:pt x="1431" y="1344"/>
                </a:cubicBezTo>
                <a:cubicBezTo>
                  <a:pt x="1424" y="1331"/>
                  <a:pt x="1428" y="1347"/>
                  <a:pt x="1422" y="1364"/>
                </a:cubicBezTo>
                <a:cubicBezTo>
                  <a:pt x="1389" y="1467"/>
                  <a:pt x="1384" y="1467"/>
                  <a:pt x="1383" y="1471"/>
                </a:cubicBezTo>
                <a:cubicBezTo>
                  <a:pt x="1360" y="1505"/>
                  <a:pt x="1363" y="1514"/>
                  <a:pt x="1357" y="1514"/>
                </a:cubicBezTo>
                <a:cubicBezTo>
                  <a:pt x="1325" y="1568"/>
                  <a:pt x="1323" y="1570"/>
                  <a:pt x="1322" y="1573"/>
                </a:cubicBezTo>
                <a:cubicBezTo>
                  <a:pt x="1318" y="1562"/>
                  <a:pt x="1327" y="1553"/>
                  <a:pt x="1330" y="1538"/>
                </a:cubicBezTo>
                <a:cubicBezTo>
                  <a:pt x="1360" y="1485"/>
                  <a:pt x="1360" y="1483"/>
                  <a:pt x="1361" y="1480"/>
                </a:cubicBezTo>
                <a:cubicBezTo>
                  <a:pt x="1374" y="1460"/>
                  <a:pt x="1374" y="1453"/>
                  <a:pt x="1378" y="1447"/>
                </a:cubicBezTo>
                <a:cubicBezTo>
                  <a:pt x="1390" y="1394"/>
                  <a:pt x="1388" y="1398"/>
                  <a:pt x="1387" y="1403"/>
                </a:cubicBezTo>
                <a:cubicBezTo>
                  <a:pt x="1351" y="1475"/>
                  <a:pt x="1354" y="1486"/>
                  <a:pt x="1348" y="1488"/>
                </a:cubicBezTo>
                <a:cubicBezTo>
                  <a:pt x="1316" y="1541"/>
                  <a:pt x="1317" y="1550"/>
                  <a:pt x="1313" y="1554"/>
                </a:cubicBezTo>
                <a:cubicBezTo>
                  <a:pt x="1303" y="1582"/>
                  <a:pt x="1298" y="1589"/>
                  <a:pt x="1302" y="1589"/>
                </a:cubicBezTo>
                <a:cubicBezTo>
                  <a:pt x="1311" y="1542"/>
                  <a:pt x="1309" y="1486"/>
                  <a:pt x="1322" y="1445"/>
                </a:cubicBezTo>
                <a:cubicBezTo>
                  <a:pt x="1347" y="1309"/>
                  <a:pt x="1348" y="1301"/>
                  <a:pt x="1350" y="1294"/>
                </a:cubicBezTo>
                <a:cubicBezTo>
                  <a:pt x="1342" y="1297"/>
                  <a:pt x="1337" y="1326"/>
                  <a:pt x="1328" y="1353"/>
                </a:cubicBezTo>
                <a:cubicBezTo>
                  <a:pt x="1301" y="1512"/>
                  <a:pt x="1302" y="1520"/>
                  <a:pt x="1300" y="1525"/>
                </a:cubicBezTo>
                <a:cubicBezTo>
                  <a:pt x="1294" y="1548"/>
                  <a:pt x="1295" y="1546"/>
                  <a:pt x="1293" y="1554"/>
                </a:cubicBezTo>
                <a:cubicBezTo>
                  <a:pt x="1283" y="1594"/>
                  <a:pt x="1287" y="1604"/>
                  <a:pt x="1282" y="1606"/>
                </a:cubicBezTo>
                <a:cubicBezTo>
                  <a:pt x="1281" y="1580"/>
                  <a:pt x="1286" y="1581"/>
                  <a:pt x="1285" y="1575"/>
                </a:cubicBezTo>
                <a:cubicBezTo>
                  <a:pt x="1283" y="1509"/>
                  <a:pt x="1285" y="1500"/>
                  <a:pt x="1282" y="1488"/>
                </a:cubicBezTo>
                <a:cubicBezTo>
                  <a:pt x="1307" y="1366"/>
                  <a:pt x="1303" y="1357"/>
                  <a:pt x="1304" y="1353"/>
                </a:cubicBezTo>
                <a:cubicBezTo>
                  <a:pt x="1322" y="1288"/>
                  <a:pt x="1323" y="1280"/>
                  <a:pt x="1324" y="1272"/>
                </a:cubicBezTo>
                <a:cubicBezTo>
                  <a:pt x="1320" y="1266"/>
                  <a:pt x="1318" y="1285"/>
                  <a:pt x="1311" y="1299"/>
                </a:cubicBezTo>
                <a:cubicBezTo>
                  <a:pt x="1303" y="1329"/>
                  <a:pt x="1307" y="1338"/>
                  <a:pt x="1302" y="1338"/>
                </a:cubicBezTo>
                <a:cubicBezTo>
                  <a:pt x="1288" y="1420"/>
                  <a:pt x="1282" y="1435"/>
                  <a:pt x="1278" y="1451"/>
                </a:cubicBezTo>
                <a:cubicBezTo>
                  <a:pt x="1274" y="1519"/>
                  <a:pt x="1277" y="1544"/>
                  <a:pt x="1276" y="1586"/>
                </a:cubicBezTo>
                <a:cubicBezTo>
                  <a:pt x="1275" y="1640"/>
                  <a:pt x="1270" y="1639"/>
                  <a:pt x="1272" y="1645"/>
                </a:cubicBezTo>
                <a:cubicBezTo>
                  <a:pt x="1269" y="1666"/>
                  <a:pt x="1272" y="1667"/>
                  <a:pt x="1272" y="1667"/>
                </a:cubicBezTo>
                <a:cubicBezTo>
                  <a:pt x="1263" y="1686"/>
                  <a:pt x="1260" y="1671"/>
                  <a:pt x="1261" y="1654"/>
                </a:cubicBezTo>
                <a:cubicBezTo>
                  <a:pt x="1259" y="1577"/>
                  <a:pt x="1257" y="1567"/>
                  <a:pt x="1261" y="1562"/>
                </a:cubicBezTo>
                <a:cubicBezTo>
                  <a:pt x="1258" y="1525"/>
                  <a:pt x="1261" y="1505"/>
                  <a:pt x="1256" y="1493"/>
                </a:cubicBezTo>
                <a:cubicBezTo>
                  <a:pt x="1259" y="1422"/>
                  <a:pt x="1264" y="1408"/>
                  <a:pt x="1263" y="1388"/>
                </a:cubicBezTo>
                <a:cubicBezTo>
                  <a:pt x="1266" y="1353"/>
                  <a:pt x="1260" y="1365"/>
                  <a:pt x="1261" y="1384"/>
                </a:cubicBezTo>
                <a:cubicBezTo>
                  <a:pt x="1254" y="1407"/>
                  <a:pt x="1258" y="1415"/>
                  <a:pt x="1256" y="1418"/>
                </a:cubicBezTo>
                <a:cubicBezTo>
                  <a:pt x="1251" y="1496"/>
                  <a:pt x="1249" y="1512"/>
                  <a:pt x="1250" y="1530"/>
                </a:cubicBezTo>
                <a:cubicBezTo>
                  <a:pt x="1249" y="1585"/>
                  <a:pt x="1251" y="1587"/>
                  <a:pt x="1252" y="1589"/>
                </a:cubicBezTo>
                <a:cubicBezTo>
                  <a:pt x="1252" y="1622"/>
                  <a:pt x="1256" y="1623"/>
                  <a:pt x="1254" y="1630"/>
                </a:cubicBezTo>
                <a:cubicBezTo>
                  <a:pt x="1254" y="1651"/>
                  <a:pt x="1255" y="1655"/>
                  <a:pt x="1252" y="1656"/>
                </a:cubicBezTo>
                <a:cubicBezTo>
                  <a:pt x="1249" y="1641"/>
                  <a:pt x="1246" y="1637"/>
                  <a:pt x="1245" y="1630"/>
                </a:cubicBezTo>
                <a:cubicBezTo>
                  <a:pt x="1238" y="1483"/>
                  <a:pt x="1233" y="1484"/>
                  <a:pt x="1235" y="1477"/>
                </a:cubicBezTo>
                <a:cubicBezTo>
                  <a:pt x="1237" y="1385"/>
                  <a:pt x="1236" y="1379"/>
                  <a:pt x="1237" y="1362"/>
                </a:cubicBezTo>
                <a:cubicBezTo>
                  <a:pt x="1241" y="1335"/>
                  <a:pt x="1237" y="1341"/>
                  <a:pt x="1235" y="1349"/>
                </a:cubicBezTo>
                <a:cubicBezTo>
                  <a:pt x="1228" y="1434"/>
                  <a:pt x="1228" y="1434"/>
                  <a:pt x="1228" y="1434"/>
                </a:cubicBezTo>
                <a:cubicBezTo>
                  <a:pt x="1229" y="1493"/>
                  <a:pt x="1228" y="1494"/>
                  <a:pt x="1230" y="1506"/>
                </a:cubicBezTo>
                <a:cubicBezTo>
                  <a:pt x="1241" y="1659"/>
                  <a:pt x="1243" y="1673"/>
                  <a:pt x="1243" y="1693"/>
                </a:cubicBezTo>
                <a:cubicBezTo>
                  <a:pt x="1244" y="1744"/>
                  <a:pt x="1248" y="1748"/>
                  <a:pt x="1241" y="1750"/>
                </a:cubicBezTo>
                <a:cubicBezTo>
                  <a:pt x="1230" y="1656"/>
                  <a:pt x="1225" y="1654"/>
                  <a:pt x="1226" y="1645"/>
                </a:cubicBezTo>
                <a:cubicBezTo>
                  <a:pt x="1215" y="1495"/>
                  <a:pt x="1215" y="1476"/>
                  <a:pt x="1215" y="1460"/>
                </a:cubicBezTo>
                <a:cubicBezTo>
                  <a:pt x="1217" y="1441"/>
                  <a:pt x="1215" y="1440"/>
                  <a:pt x="1215" y="1440"/>
                </a:cubicBezTo>
                <a:cubicBezTo>
                  <a:pt x="1217" y="1406"/>
                  <a:pt x="1212" y="1407"/>
                  <a:pt x="1213" y="1414"/>
                </a:cubicBezTo>
                <a:cubicBezTo>
                  <a:pt x="1212" y="1453"/>
                  <a:pt x="1204" y="1459"/>
                  <a:pt x="1211" y="1462"/>
                </a:cubicBezTo>
                <a:cubicBezTo>
                  <a:pt x="1223" y="1664"/>
                  <a:pt x="1219" y="1671"/>
                  <a:pt x="1221" y="1676"/>
                </a:cubicBezTo>
                <a:cubicBezTo>
                  <a:pt x="1232" y="1763"/>
                  <a:pt x="1232" y="1763"/>
                  <a:pt x="1232" y="1763"/>
                </a:cubicBezTo>
                <a:cubicBezTo>
                  <a:pt x="1230" y="1827"/>
                  <a:pt x="1229" y="1832"/>
                  <a:pt x="1226" y="1835"/>
                </a:cubicBezTo>
                <a:cubicBezTo>
                  <a:pt x="1217" y="1788"/>
                  <a:pt x="1219" y="1780"/>
                  <a:pt x="1215" y="1778"/>
                </a:cubicBezTo>
                <a:cubicBezTo>
                  <a:pt x="1208" y="1730"/>
                  <a:pt x="1200" y="1715"/>
                  <a:pt x="1197" y="1695"/>
                </a:cubicBezTo>
                <a:cubicBezTo>
                  <a:pt x="1179" y="1625"/>
                  <a:pt x="1183" y="1616"/>
                  <a:pt x="1178" y="1615"/>
                </a:cubicBezTo>
                <a:cubicBezTo>
                  <a:pt x="1169" y="1471"/>
                  <a:pt x="1169" y="1471"/>
                  <a:pt x="1169" y="1471"/>
                </a:cubicBezTo>
                <a:cubicBezTo>
                  <a:pt x="1168" y="1443"/>
                  <a:pt x="1165" y="1446"/>
                  <a:pt x="1165" y="1451"/>
                </a:cubicBezTo>
                <a:cubicBezTo>
                  <a:pt x="1164" y="1504"/>
                  <a:pt x="1165" y="1507"/>
                  <a:pt x="1165" y="1512"/>
                </a:cubicBezTo>
                <a:cubicBezTo>
                  <a:pt x="1171" y="1591"/>
                  <a:pt x="1168" y="1605"/>
                  <a:pt x="1171" y="1613"/>
                </a:cubicBezTo>
                <a:cubicBezTo>
                  <a:pt x="1181" y="1657"/>
                  <a:pt x="1180" y="1663"/>
                  <a:pt x="1180" y="1669"/>
                </a:cubicBezTo>
                <a:cubicBezTo>
                  <a:pt x="1190" y="1716"/>
                  <a:pt x="1198" y="1731"/>
                  <a:pt x="1200" y="1752"/>
                </a:cubicBezTo>
                <a:cubicBezTo>
                  <a:pt x="1217" y="1837"/>
                  <a:pt x="1217" y="1837"/>
                  <a:pt x="1217" y="1837"/>
                </a:cubicBezTo>
                <a:cubicBezTo>
                  <a:pt x="1188" y="1727"/>
                  <a:pt x="1178" y="1704"/>
                  <a:pt x="1171" y="1678"/>
                </a:cubicBezTo>
                <a:cubicBezTo>
                  <a:pt x="1148" y="1580"/>
                  <a:pt x="1156" y="1565"/>
                  <a:pt x="1150" y="1565"/>
                </a:cubicBezTo>
                <a:cubicBezTo>
                  <a:pt x="1152" y="1641"/>
                  <a:pt x="1159" y="1657"/>
                  <a:pt x="1160" y="1678"/>
                </a:cubicBezTo>
                <a:cubicBezTo>
                  <a:pt x="1169" y="1708"/>
                  <a:pt x="1173" y="1716"/>
                  <a:pt x="1176" y="1726"/>
                </a:cubicBezTo>
                <a:cubicBezTo>
                  <a:pt x="1183" y="1748"/>
                  <a:pt x="1183" y="1754"/>
                  <a:pt x="1180" y="1754"/>
                </a:cubicBezTo>
                <a:cubicBezTo>
                  <a:pt x="1161" y="1703"/>
                  <a:pt x="1159" y="1701"/>
                  <a:pt x="1156" y="1700"/>
                </a:cubicBezTo>
                <a:cubicBezTo>
                  <a:pt x="1146" y="1669"/>
                  <a:pt x="1143" y="1664"/>
                  <a:pt x="1141" y="1658"/>
                </a:cubicBezTo>
                <a:cubicBezTo>
                  <a:pt x="1113" y="1583"/>
                  <a:pt x="1111" y="1573"/>
                  <a:pt x="1108" y="1562"/>
                </a:cubicBezTo>
                <a:cubicBezTo>
                  <a:pt x="1100" y="1553"/>
                  <a:pt x="1105" y="1570"/>
                  <a:pt x="1108" y="1589"/>
                </a:cubicBezTo>
                <a:cubicBezTo>
                  <a:pt x="1127" y="1648"/>
                  <a:pt x="1131" y="1655"/>
                  <a:pt x="1134" y="1663"/>
                </a:cubicBezTo>
                <a:cubicBezTo>
                  <a:pt x="1149" y="1694"/>
                  <a:pt x="1149" y="1704"/>
                  <a:pt x="1154" y="1711"/>
                </a:cubicBezTo>
                <a:cubicBezTo>
                  <a:pt x="1172" y="1752"/>
                  <a:pt x="1171" y="1761"/>
                  <a:pt x="1176" y="1763"/>
                </a:cubicBezTo>
                <a:cubicBezTo>
                  <a:pt x="1183" y="1795"/>
                  <a:pt x="1188" y="1805"/>
                  <a:pt x="1191" y="1817"/>
                </a:cubicBezTo>
                <a:cubicBezTo>
                  <a:pt x="1200" y="1838"/>
                  <a:pt x="1197" y="1849"/>
                  <a:pt x="1202" y="1852"/>
                </a:cubicBezTo>
                <a:cubicBezTo>
                  <a:pt x="1205" y="1895"/>
                  <a:pt x="1209" y="1903"/>
                  <a:pt x="1204" y="1903"/>
                </a:cubicBezTo>
                <a:cubicBezTo>
                  <a:pt x="1200" y="1891"/>
                  <a:pt x="1196" y="1889"/>
                  <a:pt x="1197" y="1881"/>
                </a:cubicBezTo>
                <a:cubicBezTo>
                  <a:pt x="1190" y="1859"/>
                  <a:pt x="1188" y="1854"/>
                  <a:pt x="1187" y="1848"/>
                </a:cubicBezTo>
                <a:cubicBezTo>
                  <a:pt x="1163" y="1796"/>
                  <a:pt x="1164" y="1787"/>
                  <a:pt x="1158" y="1785"/>
                </a:cubicBezTo>
                <a:cubicBezTo>
                  <a:pt x="1131" y="1733"/>
                  <a:pt x="1135" y="1732"/>
                  <a:pt x="1130" y="1726"/>
                </a:cubicBezTo>
                <a:cubicBezTo>
                  <a:pt x="1106" y="1674"/>
                  <a:pt x="1105" y="1667"/>
                  <a:pt x="1104" y="1660"/>
                </a:cubicBezTo>
                <a:cubicBezTo>
                  <a:pt x="1092" y="1645"/>
                  <a:pt x="1099" y="1656"/>
                  <a:pt x="1102" y="1671"/>
                </a:cubicBezTo>
                <a:cubicBezTo>
                  <a:pt x="1122" y="1723"/>
                  <a:pt x="1122" y="1728"/>
                  <a:pt x="1126" y="1730"/>
                </a:cubicBezTo>
                <a:cubicBezTo>
                  <a:pt x="1148" y="1779"/>
                  <a:pt x="1152" y="1785"/>
                  <a:pt x="1154" y="1793"/>
                </a:cubicBezTo>
                <a:cubicBezTo>
                  <a:pt x="1188" y="1879"/>
                  <a:pt x="1186" y="1886"/>
                  <a:pt x="1189" y="1887"/>
                </a:cubicBezTo>
                <a:cubicBezTo>
                  <a:pt x="1200" y="1972"/>
                  <a:pt x="1200" y="1972"/>
                  <a:pt x="1200" y="1972"/>
                </a:cubicBezTo>
                <a:cubicBezTo>
                  <a:pt x="1197" y="1978"/>
                  <a:pt x="1194" y="1969"/>
                  <a:pt x="1191" y="1959"/>
                </a:cubicBezTo>
                <a:cubicBezTo>
                  <a:pt x="1179" y="1903"/>
                  <a:pt x="1182" y="1899"/>
                  <a:pt x="1180" y="1892"/>
                </a:cubicBezTo>
                <a:cubicBezTo>
                  <a:pt x="1163" y="1845"/>
                  <a:pt x="1160" y="1839"/>
                  <a:pt x="1156" y="1833"/>
                </a:cubicBezTo>
                <a:cubicBezTo>
                  <a:pt x="1131" y="1785"/>
                  <a:pt x="1130" y="1781"/>
                  <a:pt x="1128" y="1778"/>
                </a:cubicBezTo>
                <a:cubicBezTo>
                  <a:pt x="1111" y="1736"/>
                  <a:pt x="1101" y="1742"/>
                  <a:pt x="1104" y="1735"/>
                </a:cubicBezTo>
                <a:cubicBezTo>
                  <a:pt x="1071" y="1679"/>
                  <a:pt x="1067" y="1666"/>
                  <a:pt x="1060" y="1654"/>
                </a:cubicBezTo>
                <a:cubicBezTo>
                  <a:pt x="1049" y="1627"/>
                  <a:pt x="1050" y="1617"/>
                  <a:pt x="1043" y="1615"/>
                </a:cubicBezTo>
                <a:cubicBezTo>
                  <a:pt x="1056" y="1663"/>
                  <a:pt x="1061" y="1667"/>
                  <a:pt x="1062" y="1674"/>
                </a:cubicBezTo>
                <a:cubicBezTo>
                  <a:pt x="1073" y="1700"/>
                  <a:pt x="1076" y="1705"/>
                  <a:pt x="1080" y="1711"/>
                </a:cubicBezTo>
                <a:cubicBezTo>
                  <a:pt x="1100" y="1752"/>
                  <a:pt x="1107" y="1755"/>
                  <a:pt x="1108" y="1763"/>
                </a:cubicBezTo>
                <a:cubicBezTo>
                  <a:pt x="1132" y="1809"/>
                  <a:pt x="1138" y="1807"/>
                  <a:pt x="1136" y="1813"/>
                </a:cubicBezTo>
                <a:cubicBezTo>
                  <a:pt x="1156" y="1857"/>
                  <a:pt x="1160" y="1861"/>
                  <a:pt x="1160" y="1870"/>
                </a:cubicBezTo>
                <a:cubicBezTo>
                  <a:pt x="1171" y="1894"/>
                  <a:pt x="1171" y="1904"/>
                  <a:pt x="1176" y="1909"/>
                </a:cubicBezTo>
                <a:cubicBezTo>
                  <a:pt x="1188" y="1985"/>
                  <a:pt x="1184" y="1994"/>
                  <a:pt x="1189" y="1994"/>
                </a:cubicBezTo>
                <a:cubicBezTo>
                  <a:pt x="1181" y="1994"/>
                  <a:pt x="1184" y="1992"/>
                  <a:pt x="1184" y="1992"/>
                </a:cubicBezTo>
                <a:cubicBezTo>
                  <a:pt x="1171" y="1946"/>
                  <a:pt x="1164" y="1932"/>
                  <a:pt x="1163" y="1913"/>
                </a:cubicBezTo>
                <a:cubicBezTo>
                  <a:pt x="1151" y="1884"/>
                  <a:pt x="1143" y="1881"/>
                  <a:pt x="1143" y="1870"/>
                </a:cubicBezTo>
                <a:cubicBezTo>
                  <a:pt x="1120" y="1824"/>
                  <a:pt x="1119" y="1821"/>
                  <a:pt x="1119" y="1815"/>
                </a:cubicBezTo>
                <a:cubicBezTo>
                  <a:pt x="1093" y="1783"/>
                  <a:pt x="1091" y="1775"/>
                  <a:pt x="1086" y="1770"/>
                </a:cubicBezTo>
                <a:cubicBezTo>
                  <a:pt x="1073" y="1758"/>
                  <a:pt x="1078" y="1761"/>
                  <a:pt x="1080" y="1767"/>
                </a:cubicBezTo>
                <a:cubicBezTo>
                  <a:pt x="1094" y="1796"/>
                  <a:pt x="1105" y="1803"/>
                  <a:pt x="1108" y="1817"/>
                </a:cubicBezTo>
                <a:cubicBezTo>
                  <a:pt x="1124" y="1843"/>
                  <a:pt x="1121" y="1850"/>
                  <a:pt x="1126" y="1850"/>
                </a:cubicBezTo>
                <a:cubicBezTo>
                  <a:pt x="1151" y="1911"/>
                  <a:pt x="1161" y="1936"/>
                  <a:pt x="1165" y="1966"/>
                </a:cubicBezTo>
                <a:cubicBezTo>
                  <a:pt x="1177" y="2011"/>
                  <a:pt x="1185" y="2016"/>
                  <a:pt x="1180" y="2022"/>
                </a:cubicBezTo>
                <a:cubicBezTo>
                  <a:pt x="1165" y="1991"/>
                  <a:pt x="1163" y="1975"/>
                  <a:pt x="1158" y="1961"/>
                </a:cubicBezTo>
                <a:cubicBezTo>
                  <a:pt x="1134" y="1913"/>
                  <a:pt x="1135" y="1894"/>
                  <a:pt x="1126" y="1885"/>
                </a:cubicBezTo>
                <a:cubicBezTo>
                  <a:pt x="1101" y="1842"/>
                  <a:pt x="1098" y="1834"/>
                  <a:pt x="1095" y="1826"/>
                </a:cubicBezTo>
                <a:cubicBezTo>
                  <a:pt x="1079" y="1795"/>
                  <a:pt x="1071" y="1790"/>
                  <a:pt x="1069" y="1778"/>
                </a:cubicBezTo>
                <a:cubicBezTo>
                  <a:pt x="1059" y="1761"/>
                  <a:pt x="1059" y="1754"/>
                  <a:pt x="1054" y="1752"/>
                </a:cubicBezTo>
                <a:cubicBezTo>
                  <a:pt x="1039" y="1719"/>
                  <a:pt x="1039" y="1712"/>
                  <a:pt x="1034" y="1711"/>
                </a:cubicBezTo>
                <a:cubicBezTo>
                  <a:pt x="1046" y="1743"/>
                  <a:pt x="1046" y="1752"/>
                  <a:pt x="1051" y="1756"/>
                </a:cubicBezTo>
                <a:cubicBezTo>
                  <a:pt x="1065" y="1790"/>
                  <a:pt x="1073" y="1801"/>
                  <a:pt x="1078" y="1815"/>
                </a:cubicBezTo>
                <a:cubicBezTo>
                  <a:pt x="1100" y="1859"/>
                  <a:pt x="1108" y="1861"/>
                  <a:pt x="1108" y="1870"/>
                </a:cubicBezTo>
                <a:cubicBezTo>
                  <a:pt x="1125" y="1900"/>
                  <a:pt x="1124" y="1905"/>
                  <a:pt x="1128" y="1907"/>
                </a:cubicBezTo>
                <a:cubicBezTo>
                  <a:pt x="1156" y="1984"/>
                  <a:pt x="1160" y="1999"/>
                  <a:pt x="1167" y="2012"/>
                </a:cubicBezTo>
                <a:cubicBezTo>
                  <a:pt x="1177" y="2063"/>
                  <a:pt x="1183" y="2072"/>
                  <a:pt x="1184" y="2086"/>
                </a:cubicBezTo>
                <a:cubicBezTo>
                  <a:pt x="1167" y="2065"/>
                  <a:pt x="1168" y="2057"/>
                  <a:pt x="1165" y="2053"/>
                </a:cubicBezTo>
                <a:cubicBezTo>
                  <a:pt x="1156" y="2026"/>
                  <a:pt x="1153" y="2023"/>
                  <a:pt x="1156" y="2022"/>
                </a:cubicBezTo>
                <a:cubicBezTo>
                  <a:pt x="1136" y="1970"/>
                  <a:pt x="1130" y="1962"/>
                  <a:pt x="1128" y="1950"/>
                </a:cubicBezTo>
                <a:cubicBezTo>
                  <a:pt x="1109" y="1914"/>
                  <a:pt x="1105" y="1907"/>
                  <a:pt x="1102" y="1898"/>
                </a:cubicBezTo>
                <a:cubicBezTo>
                  <a:pt x="1087" y="1883"/>
                  <a:pt x="1089" y="1877"/>
                  <a:pt x="1086" y="1876"/>
                </a:cubicBezTo>
                <a:cubicBezTo>
                  <a:pt x="1054" y="1823"/>
                  <a:pt x="1051" y="1814"/>
                  <a:pt x="1045" y="1809"/>
                </a:cubicBezTo>
                <a:cubicBezTo>
                  <a:pt x="1027" y="1777"/>
                  <a:pt x="1023" y="1769"/>
                  <a:pt x="1019" y="1761"/>
                </a:cubicBezTo>
                <a:cubicBezTo>
                  <a:pt x="1015" y="1765"/>
                  <a:pt x="1017" y="1772"/>
                  <a:pt x="1021" y="1778"/>
                </a:cubicBezTo>
                <a:cubicBezTo>
                  <a:pt x="1046" y="1821"/>
                  <a:pt x="1048" y="1829"/>
                  <a:pt x="1054" y="1833"/>
                </a:cubicBezTo>
                <a:cubicBezTo>
                  <a:pt x="1076" y="1869"/>
                  <a:pt x="1074" y="1873"/>
                  <a:pt x="1075" y="1874"/>
                </a:cubicBezTo>
                <a:cubicBezTo>
                  <a:pt x="1088" y="1895"/>
                  <a:pt x="1093" y="1899"/>
                  <a:pt x="1095" y="1907"/>
                </a:cubicBezTo>
                <a:cubicBezTo>
                  <a:pt x="1125" y="1974"/>
                  <a:pt x="1129" y="1979"/>
                  <a:pt x="1132" y="1985"/>
                </a:cubicBezTo>
                <a:cubicBezTo>
                  <a:pt x="1155" y="2062"/>
                  <a:pt x="1160" y="2069"/>
                  <a:pt x="1163" y="2077"/>
                </a:cubicBezTo>
                <a:cubicBezTo>
                  <a:pt x="1199" y="2160"/>
                  <a:pt x="1199" y="2160"/>
                  <a:pt x="1199" y="2160"/>
                </a:cubicBezTo>
                <a:cubicBezTo>
                  <a:pt x="1207" y="2118"/>
                  <a:pt x="1213" y="2112"/>
                  <a:pt x="1215" y="2101"/>
                </a:cubicBezTo>
                <a:cubicBezTo>
                  <a:pt x="1231" y="2073"/>
                  <a:pt x="1235" y="2071"/>
                  <a:pt x="1235" y="2064"/>
                </a:cubicBezTo>
                <a:cubicBezTo>
                  <a:pt x="1253" y="2040"/>
                  <a:pt x="1251" y="2034"/>
                  <a:pt x="1256" y="2036"/>
                </a:cubicBezTo>
                <a:cubicBezTo>
                  <a:pt x="1278" y="2002"/>
                  <a:pt x="1278" y="1999"/>
                  <a:pt x="1278" y="1996"/>
                </a:cubicBezTo>
                <a:cubicBezTo>
                  <a:pt x="1296" y="1974"/>
                  <a:pt x="1297" y="1970"/>
                  <a:pt x="1302" y="1968"/>
                </a:cubicBezTo>
                <a:cubicBezTo>
                  <a:pt x="1332" y="1928"/>
                  <a:pt x="1337" y="1926"/>
                  <a:pt x="1337" y="1920"/>
                </a:cubicBezTo>
                <a:cubicBezTo>
                  <a:pt x="1372" y="1885"/>
                  <a:pt x="1376" y="1881"/>
                  <a:pt x="1378" y="1876"/>
                </a:cubicBezTo>
                <a:cubicBezTo>
                  <a:pt x="1404" y="1854"/>
                  <a:pt x="1402" y="1849"/>
                  <a:pt x="1407" y="1850"/>
                </a:cubicBezTo>
                <a:cubicBezTo>
                  <a:pt x="1438" y="1821"/>
                  <a:pt x="1440" y="1819"/>
                  <a:pt x="1439" y="1815"/>
                </a:cubicBezTo>
                <a:cubicBezTo>
                  <a:pt x="1465" y="1793"/>
                  <a:pt x="1467" y="1780"/>
                  <a:pt x="1479" y="1776"/>
                </a:cubicBezTo>
                <a:cubicBezTo>
                  <a:pt x="1501" y="1736"/>
                  <a:pt x="1500" y="1733"/>
                  <a:pt x="1503" y="1732"/>
                </a:cubicBezTo>
                <a:cubicBezTo>
                  <a:pt x="1484" y="1757"/>
                  <a:pt x="1476" y="1761"/>
                  <a:pt x="1474" y="1772"/>
                </a:cubicBezTo>
                <a:cubicBezTo>
                  <a:pt x="1452" y="1794"/>
                  <a:pt x="1452" y="1796"/>
                  <a:pt x="1448" y="1796"/>
                </a:cubicBezTo>
                <a:cubicBezTo>
                  <a:pt x="1431" y="1818"/>
                  <a:pt x="1426" y="1820"/>
                  <a:pt x="1422" y="1822"/>
                </a:cubicBezTo>
                <a:cubicBezTo>
                  <a:pt x="1399" y="1848"/>
                  <a:pt x="1393" y="1849"/>
                  <a:pt x="1389" y="1852"/>
                </a:cubicBezTo>
                <a:cubicBezTo>
                  <a:pt x="1370" y="1874"/>
                  <a:pt x="1368" y="1876"/>
                  <a:pt x="1365" y="1879"/>
                </a:cubicBezTo>
                <a:cubicBezTo>
                  <a:pt x="1352" y="1896"/>
                  <a:pt x="1346" y="1894"/>
                  <a:pt x="1348" y="1900"/>
                </a:cubicBezTo>
                <a:cubicBezTo>
                  <a:pt x="1328" y="1926"/>
                  <a:pt x="1317" y="1924"/>
                  <a:pt x="1317" y="1933"/>
                </a:cubicBezTo>
                <a:cubicBezTo>
                  <a:pt x="1282" y="1982"/>
                  <a:pt x="1277" y="1986"/>
                  <a:pt x="1272" y="1990"/>
                </a:cubicBezTo>
                <a:cubicBezTo>
                  <a:pt x="1260" y="2009"/>
                  <a:pt x="1259" y="2012"/>
                  <a:pt x="1259" y="2016"/>
                </a:cubicBezTo>
                <a:cubicBezTo>
                  <a:pt x="1227" y="2056"/>
                  <a:pt x="1228" y="2066"/>
                  <a:pt x="1221" y="2068"/>
                </a:cubicBezTo>
                <a:cubicBezTo>
                  <a:pt x="1213" y="2075"/>
                  <a:pt x="1217" y="2073"/>
                  <a:pt x="1219" y="2068"/>
                </a:cubicBezTo>
                <a:cubicBezTo>
                  <a:pt x="1238" y="2041"/>
                  <a:pt x="1236" y="2032"/>
                  <a:pt x="1239" y="2027"/>
                </a:cubicBezTo>
                <a:cubicBezTo>
                  <a:pt x="1264" y="1978"/>
                  <a:pt x="1273" y="1978"/>
                  <a:pt x="1274" y="1970"/>
                </a:cubicBezTo>
                <a:cubicBezTo>
                  <a:pt x="1319" y="1906"/>
                  <a:pt x="1329" y="1912"/>
                  <a:pt x="1326" y="1905"/>
                </a:cubicBezTo>
                <a:cubicBezTo>
                  <a:pt x="1347" y="1891"/>
                  <a:pt x="1335" y="1884"/>
                  <a:pt x="1341" y="1885"/>
                </a:cubicBezTo>
                <a:cubicBezTo>
                  <a:pt x="1371" y="1867"/>
                  <a:pt x="1360" y="1858"/>
                  <a:pt x="1365" y="1859"/>
                </a:cubicBezTo>
                <a:cubicBezTo>
                  <a:pt x="1388" y="1843"/>
                  <a:pt x="1391" y="1840"/>
                  <a:pt x="1392" y="1835"/>
                </a:cubicBezTo>
                <a:cubicBezTo>
                  <a:pt x="1413" y="1810"/>
                  <a:pt x="1424" y="1812"/>
                  <a:pt x="1424" y="1802"/>
                </a:cubicBezTo>
                <a:cubicBezTo>
                  <a:pt x="1434" y="1791"/>
                  <a:pt x="1439" y="1791"/>
                  <a:pt x="1439" y="1787"/>
                </a:cubicBezTo>
                <a:cubicBezTo>
                  <a:pt x="1465" y="1752"/>
                  <a:pt x="1463" y="1753"/>
                  <a:pt x="1461" y="1754"/>
                </a:cubicBezTo>
                <a:cubicBezTo>
                  <a:pt x="1440" y="1779"/>
                  <a:pt x="1432" y="1785"/>
                  <a:pt x="1429" y="1796"/>
                </a:cubicBezTo>
                <a:cubicBezTo>
                  <a:pt x="1407" y="1811"/>
                  <a:pt x="1408" y="1817"/>
                  <a:pt x="1402" y="1815"/>
                </a:cubicBezTo>
                <a:cubicBezTo>
                  <a:pt x="1380" y="1832"/>
                  <a:pt x="1382" y="1838"/>
                  <a:pt x="1378" y="1839"/>
                </a:cubicBezTo>
                <a:cubicBezTo>
                  <a:pt x="1326" y="1895"/>
                  <a:pt x="1317" y="1899"/>
                  <a:pt x="1313" y="1909"/>
                </a:cubicBezTo>
                <a:cubicBezTo>
                  <a:pt x="1270" y="1963"/>
                  <a:pt x="1262" y="1968"/>
                  <a:pt x="1259" y="1979"/>
                </a:cubicBezTo>
                <a:cubicBezTo>
                  <a:pt x="1234" y="2019"/>
                  <a:pt x="1235" y="2023"/>
                  <a:pt x="1230" y="2022"/>
                </a:cubicBezTo>
                <a:cubicBezTo>
                  <a:pt x="1217" y="2047"/>
                  <a:pt x="1216" y="2054"/>
                  <a:pt x="1213" y="2057"/>
                </a:cubicBezTo>
                <a:cubicBezTo>
                  <a:pt x="1203" y="2078"/>
                  <a:pt x="1196" y="2069"/>
                  <a:pt x="1195" y="2062"/>
                </a:cubicBezTo>
                <a:cubicBezTo>
                  <a:pt x="1212" y="2023"/>
                  <a:pt x="1212" y="2017"/>
                  <a:pt x="1217" y="2016"/>
                </a:cubicBezTo>
                <a:cubicBezTo>
                  <a:pt x="1225" y="1996"/>
                  <a:pt x="1229" y="1996"/>
                  <a:pt x="1230" y="1994"/>
                </a:cubicBezTo>
                <a:cubicBezTo>
                  <a:pt x="1246" y="1972"/>
                  <a:pt x="1245" y="1966"/>
                  <a:pt x="1248" y="1964"/>
                </a:cubicBezTo>
                <a:cubicBezTo>
                  <a:pt x="1289" y="1906"/>
                  <a:pt x="1295" y="1902"/>
                  <a:pt x="1298" y="1896"/>
                </a:cubicBezTo>
                <a:cubicBezTo>
                  <a:pt x="1307" y="1885"/>
                  <a:pt x="1311" y="1884"/>
                  <a:pt x="1313" y="1881"/>
                </a:cubicBezTo>
                <a:cubicBezTo>
                  <a:pt x="1330" y="1864"/>
                  <a:pt x="1332" y="1861"/>
                  <a:pt x="1337" y="1861"/>
                </a:cubicBezTo>
                <a:cubicBezTo>
                  <a:pt x="1366" y="1832"/>
                  <a:pt x="1372" y="1824"/>
                  <a:pt x="1381" y="1817"/>
                </a:cubicBezTo>
                <a:cubicBezTo>
                  <a:pt x="1402" y="1788"/>
                  <a:pt x="1410" y="1789"/>
                  <a:pt x="1411" y="1783"/>
                </a:cubicBezTo>
                <a:cubicBezTo>
                  <a:pt x="1435" y="1755"/>
                  <a:pt x="1442" y="1756"/>
                  <a:pt x="1444" y="1750"/>
                </a:cubicBezTo>
                <a:cubicBezTo>
                  <a:pt x="1487" y="1692"/>
                  <a:pt x="1498" y="1687"/>
                  <a:pt x="1501" y="1676"/>
                </a:cubicBezTo>
                <a:cubicBezTo>
                  <a:pt x="1513" y="1663"/>
                  <a:pt x="1510" y="1657"/>
                  <a:pt x="1514" y="1656"/>
                </a:cubicBezTo>
                <a:cubicBezTo>
                  <a:pt x="1531" y="1632"/>
                  <a:pt x="1531" y="1623"/>
                  <a:pt x="1535" y="1619"/>
                </a:cubicBezTo>
                <a:cubicBezTo>
                  <a:pt x="1560" y="1583"/>
                  <a:pt x="1561" y="1575"/>
                  <a:pt x="1564" y="1569"/>
                </a:cubicBezTo>
                <a:cubicBezTo>
                  <a:pt x="1579" y="1527"/>
                  <a:pt x="1580" y="1524"/>
                  <a:pt x="1579" y="1519"/>
                </a:cubicBezTo>
                <a:close/>
                <a:moveTo>
                  <a:pt x="1256" y="1826"/>
                </a:moveTo>
                <a:cubicBezTo>
                  <a:pt x="1260" y="1823"/>
                  <a:pt x="1263" y="1818"/>
                  <a:pt x="1265" y="1813"/>
                </a:cubicBezTo>
                <a:cubicBezTo>
                  <a:pt x="1271" y="1817"/>
                  <a:pt x="1260" y="1821"/>
                  <a:pt x="1261" y="1826"/>
                </a:cubicBezTo>
                <a:cubicBezTo>
                  <a:pt x="1257" y="1829"/>
                  <a:pt x="1256" y="1836"/>
                  <a:pt x="1252" y="1839"/>
                </a:cubicBezTo>
                <a:cubicBezTo>
                  <a:pt x="1246" y="1836"/>
                  <a:pt x="1257" y="1831"/>
                  <a:pt x="1256" y="1826"/>
                </a:cubicBezTo>
                <a:close/>
                <a:moveTo>
                  <a:pt x="1252" y="1704"/>
                </a:moveTo>
                <a:cubicBezTo>
                  <a:pt x="1254" y="1700"/>
                  <a:pt x="1254" y="1705"/>
                  <a:pt x="1254" y="1708"/>
                </a:cubicBezTo>
                <a:cubicBezTo>
                  <a:pt x="1252" y="1712"/>
                  <a:pt x="1252" y="1707"/>
                  <a:pt x="1252" y="1704"/>
                </a:cubicBezTo>
                <a:close/>
                <a:moveTo>
                  <a:pt x="1211" y="2088"/>
                </a:moveTo>
                <a:cubicBezTo>
                  <a:pt x="1212" y="2084"/>
                  <a:pt x="1214" y="2090"/>
                  <a:pt x="1211" y="2090"/>
                </a:cubicBezTo>
                <a:cubicBezTo>
                  <a:pt x="1211" y="2094"/>
                  <a:pt x="1208" y="2095"/>
                  <a:pt x="1208" y="2099"/>
                </a:cubicBezTo>
                <a:cubicBezTo>
                  <a:pt x="1203" y="2104"/>
                  <a:pt x="1209" y="2089"/>
                  <a:pt x="1211" y="2088"/>
                </a:cubicBezTo>
                <a:close/>
                <a:moveTo>
                  <a:pt x="1191" y="2116"/>
                </a:moveTo>
                <a:cubicBezTo>
                  <a:pt x="1185" y="2113"/>
                  <a:pt x="1191" y="2103"/>
                  <a:pt x="1193" y="2101"/>
                </a:cubicBezTo>
                <a:cubicBezTo>
                  <a:pt x="1199" y="2105"/>
                  <a:pt x="1188" y="2109"/>
                  <a:pt x="1191" y="2116"/>
                </a:cubicBezTo>
                <a:close/>
                <a:moveTo>
                  <a:pt x="1219" y="1916"/>
                </a:moveTo>
                <a:cubicBezTo>
                  <a:pt x="1225" y="1921"/>
                  <a:pt x="1218" y="1933"/>
                  <a:pt x="1217" y="1940"/>
                </a:cubicBezTo>
                <a:cubicBezTo>
                  <a:pt x="1212" y="1935"/>
                  <a:pt x="1222" y="1926"/>
                  <a:pt x="1219" y="1916"/>
                </a:cubicBezTo>
                <a:close/>
                <a:moveTo>
                  <a:pt x="1215" y="1883"/>
                </a:moveTo>
                <a:cubicBezTo>
                  <a:pt x="1223" y="1885"/>
                  <a:pt x="1215" y="1890"/>
                  <a:pt x="1217" y="1898"/>
                </a:cubicBezTo>
                <a:cubicBezTo>
                  <a:pt x="1212" y="1897"/>
                  <a:pt x="1216" y="1887"/>
                  <a:pt x="1215" y="1883"/>
                </a:cubicBezTo>
                <a:close/>
                <a:moveTo>
                  <a:pt x="1215" y="1953"/>
                </a:moveTo>
                <a:cubicBezTo>
                  <a:pt x="1225" y="1956"/>
                  <a:pt x="1210" y="1963"/>
                  <a:pt x="1213" y="1972"/>
                </a:cubicBezTo>
                <a:cubicBezTo>
                  <a:pt x="1205" y="1966"/>
                  <a:pt x="1218" y="1962"/>
                  <a:pt x="1215" y="1953"/>
                </a:cubicBezTo>
                <a:close/>
                <a:moveTo>
                  <a:pt x="1503" y="1667"/>
                </a:moveTo>
                <a:cubicBezTo>
                  <a:pt x="1497" y="1666"/>
                  <a:pt x="1501" y="1675"/>
                  <a:pt x="1496" y="1676"/>
                </a:cubicBezTo>
                <a:cubicBezTo>
                  <a:pt x="1479" y="1700"/>
                  <a:pt x="1478" y="1701"/>
                  <a:pt x="1477" y="1702"/>
                </a:cubicBezTo>
                <a:cubicBezTo>
                  <a:pt x="1453" y="1729"/>
                  <a:pt x="1455" y="1737"/>
                  <a:pt x="1448" y="1735"/>
                </a:cubicBezTo>
                <a:cubicBezTo>
                  <a:pt x="1421" y="1763"/>
                  <a:pt x="1414" y="1767"/>
                  <a:pt x="1411" y="1774"/>
                </a:cubicBezTo>
                <a:cubicBezTo>
                  <a:pt x="1382" y="1802"/>
                  <a:pt x="1374" y="1808"/>
                  <a:pt x="1370" y="1817"/>
                </a:cubicBezTo>
                <a:cubicBezTo>
                  <a:pt x="1349" y="1831"/>
                  <a:pt x="1347" y="1837"/>
                  <a:pt x="1344" y="1841"/>
                </a:cubicBezTo>
                <a:cubicBezTo>
                  <a:pt x="1317" y="1866"/>
                  <a:pt x="1313" y="1866"/>
                  <a:pt x="1311" y="1870"/>
                </a:cubicBezTo>
                <a:cubicBezTo>
                  <a:pt x="1280" y="1911"/>
                  <a:pt x="1267" y="1911"/>
                  <a:pt x="1267" y="1924"/>
                </a:cubicBezTo>
                <a:cubicBezTo>
                  <a:pt x="1224" y="1976"/>
                  <a:pt x="1220" y="1998"/>
                  <a:pt x="1206" y="2012"/>
                </a:cubicBezTo>
                <a:cubicBezTo>
                  <a:pt x="1215" y="1984"/>
                  <a:pt x="1215" y="1976"/>
                  <a:pt x="1221" y="1974"/>
                </a:cubicBezTo>
                <a:cubicBezTo>
                  <a:pt x="1251" y="1919"/>
                  <a:pt x="1250" y="1913"/>
                  <a:pt x="1254" y="1911"/>
                </a:cubicBezTo>
                <a:cubicBezTo>
                  <a:pt x="1282" y="1880"/>
                  <a:pt x="1282" y="1869"/>
                  <a:pt x="1289" y="1865"/>
                </a:cubicBezTo>
                <a:cubicBezTo>
                  <a:pt x="1309" y="1844"/>
                  <a:pt x="1311" y="1835"/>
                  <a:pt x="1320" y="1833"/>
                </a:cubicBezTo>
                <a:cubicBezTo>
                  <a:pt x="1356" y="1793"/>
                  <a:pt x="1359" y="1786"/>
                  <a:pt x="1365" y="1783"/>
                </a:cubicBezTo>
                <a:cubicBezTo>
                  <a:pt x="1384" y="1765"/>
                  <a:pt x="1385" y="1763"/>
                  <a:pt x="1387" y="1763"/>
                </a:cubicBezTo>
                <a:cubicBezTo>
                  <a:pt x="1411" y="1742"/>
                  <a:pt x="1423" y="1733"/>
                  <a:pt x="1435" y="1724"/>
                </a:cubicBezTo>
                <a:cubicBezTo>
                  <a:pt x="1481" y="1684"/>
                  <a:pt x="1482" y="1680"/>
                  <a:pt x="1485" y="1678"/>
                </a:cubicBezTo>
                <a:cubicBezTo>
                  <a:pt x="1501" y="1660"/>
                  <a:pt x="1504" y="1659"/>
                  <a:pt x="1505" y="1656"/>
                </a:cubicBezTo>
                <a:close/>
                <a:moveTo>
                  <a:pt x="3827" y="1689"/>
                </a:moveTo>
                <a:cubicBezTo>
                  <a:pt x="3822" y="1681"/>
                  <a:pt x="3815" y="1679"/>
                  <a:pt x="3810" y="1674"/>
                </a:cubicBezTo>
                <a:cubicBezTo>
                  <a:pt x="3786" y="1654"/>
                  <a:pt x="3779" y="1651"/>
                  <a:pt x="3773" y="1648"/>
                </a:cubicBezTo>
                <a:cubicBezTo>
                  <a:pt x="3732" y="1620"/>
                  <a:pt x="3724" y="1621"/>
                  <a:pt x="3718" y="1614"/>
                </a:cubicBezTo>
                <a:cubicBezTo>
                  <a:pt x="3671" y="1584"/>
                  <a:pt x="3666" y="1588"/>
                  <a:pt x="3664" y="1582"/>
                </a:cubicBezTo>
                <a:cubicBezTo>
                  <a:pt x="3623" y="1550"/>
                  <a:pt x="3616" y="1549"/>
                  <a:pt x="3611" y="1541"/>
                </a:cubicBezTo>
                <a:cubicBezTo>
                  <a:pt x="3587" y="1524"/>
                  <a:pt x="3582" y="1515"/>
                  <a:pt x="3576" y="1512"/>
                </a:cubicBezTo>
                <a:cubicBezTo>
                  <a:pt x="3523" y="1447"/>
                  <a:pt x="3522" y="1437"/>
                  <a:pt x="3517" y="1439"/>
                </a:cubicBezTo>
                <a:cubicBezTo>
                  <a:pt x="3524" y="1435"/>
                  <a:pt x="3522" y="1438"/>
                  <a:pt x="3523" y="1439"/>
                </a:cubicBezTo>
                <a:cubicBezTo>
                  <a:pt x="3560" y="1475"/>
                  <a:pt x="3574" y="1484"/>
                  <a:pt x="3586" y="1501"/>
                </a:cubicBezTo>
                <a:cubicBezTo>
                  <a:pt x="3613" y="1523"/>
                  <a:pt x="3622" y="1521"/>
                  <a:pt x="3628" y="1532"/>
                </a:cubicBezTo>
                <a:cubicBezTo>
                  <a:pt x="3674" y="1562"/>
                  <a:pt x="3677" y="1565"/>
                  <a:pt x="3680" y="1570"/>
                </a:cubicBezTo>
                <a:cubicBezTo>
                  <a:pt x="3722" y="1587"/>
                  <a:pt x="3728" y="1593"/>
                  <a:pt x="3735" y="1596"/>
                </a:cubicBezTo>
                <a:cubicBezTo>
                  <a:pt x="3754" y="1599"/>
                  <a:pt x="3748" y="1599"/>
                  <a:pt x="3743" y="1594"/>
                </a:cubicBezTo>
                <a:cubicBezTo>
                  <a:pt x="3713" y="1575"/>
                  <a:pt x="3700" y="1574"/>
                  <a:pt x="3689" y="1562"/>
                </a:cubicBezTo>
                <a:cubicBezTo>
                  <a:pt x="3660" y="1547"/>
                  <a:pt x="3659" y="1539"/>
                  <a:pt x="3655" y="1541"/>
                </a:cubicBezTo>
                <a:cubicBezTo>
                  <a:pt x="3598" y="1497"/>
                  <a:pt x="3575" y="1479"/>
                  <a:pt x="3555" y="1453"/>
                </a:cubicBezTo>
                <a:cubicBezTo>
                  <a:pt x="3519" y="1416"/>
                  <a:pt x="3508" y="1416"/>
                  <a:pt x="3510" y="1407"/>
                </a:cubicBezTo>
                <a:cubicBezTo>
                  <a:pt x="3541" y="1429"/>
                  <a:pt x="3552" y="1443"/>
                  <a:pt x="3564" y="1453"/>
                </a:cubicBezTo>
                <a:cubicBezTo>
                  <a:pt x="3613" y="1486"/>
                  <a:pt x="3622" y="1505"/>
                  <a:pt x="3636" y="1508"/>
                </a:cubicBezTo>
                <a:cubicBezTo>
                  <a:pt x="3682" y="1535"/>
                  <a:pt x="3689" y="1542"/>
                  <a:pt x="3697" y="1547"/>
                </a:cubicBezTo>
                <a:cubicBezTo>
                  <a:pt x="3728" y="1568"/>
                  <a:pt x="3739" y="1569"/>
                  <a:pt x="3747" y="1578"/>
                </a:cubicBezTo>
                <a:cubicBezTo>
                  <a:pt x="3766" y="1589"/>
                  <a:pt x="3770" y="1596"/>
                  <a:pt x="3776" y="1595"/>
                </a:cubicBezTo>
                <a:cubicBezTo>
                  <a:pt x="3808" y="1618"/>
                  <a:pt x="3811" y="1625"/>
                  <a:pt x="3817" y="1623"/>
                </a:cubicBezTo>
                <a:cubicBezTo>
                  <a:pt x="3788" y="1599"/>
                  <a:pt x="3783" y="1590"/>
                  <a:pt x="3775" y="1589"/>
                </a:cubicBezTo>
                <a:cubicBezTo>
                  <a:pt x="3744" y="1565"/>
                  <a:pt x="3731" y="1560"/>
                  <a:pt x="3719" y="1548"/>
                </a:cubicBezTo>
                <a:cubicBezTo>
                  <a:pt x="3674" y="1518"/>
                  <a:pt x="3666" y="1521"/>
                  <a:pt x="3661" y="1513"/>
                </a:cubicBezTo>
                <a:cubicBezTo>
                  <a:pt x="3629" y="1493"/>
                  <a:pt x="3626" y="1488"/>
                  <a:pt x="3622" y="1488"/>
                </a:cubicBezTo>
                <a:cubicBezTo>
                  <a:pt x="3554" y="1431"/>
                  <a:pt x="3542" y="1419"/>
                  <a:pt x="3528" y="1411"/>
                </a:cubicBezTo>
                <a:cubicBezTo>
                  <a:pt x="3491" y="1368"/>
                  <a:pt x="3481" y="1362"/>
                  <a:pt x="3472" y="1350"/>
                </a:cubicBezTo>
                <a:cubicBezTo>
                  <a:pt x="3499" y="1360"/>
                  <a:pt x="3503" y="1368"/>
                  <a:pt x="3508" y="1370"/>
                </a:cubicBezTo>
                <a:cubicBezTo>
                  <a:pt x="3531" y="1391"/>
                  <a:pt x="3535" y="1392"/>
                  <a:pt x="3533" y="1395"/>
                </a:cubicBezTo>
                <a:cubicBezTo>
                  <a:pt x="3580" y="1434"/>
                  <a:pt x="3590" y="1438"/>
                  <a:pt x="3599" y="1447"/>
                </a:cubicBezTo>
                <a:cubicBezTo>
                  <a:pt x="3636" y="1472"/>
                  <a:pt x="3644" y="1476"/>
                  <a:pt x="3652" y="1483"/>
                </a:cubicBezTo>
                <a:cubicBezTo>
                  <a:pt x="3673" y="1489"/>
                  <a:pt x="3674" y="1496"/>
                  <a:pt x="3678" y="1495"/>
                </a:cubicBezTo>
                <a:cubicBezTo>
                  <a:pt x="3737" y="1528"/>
                  <a:pt x="3745" y="1534"/>
                  <a:pt x="3753" y="1536"/>
                </a:cubicBezTo>
                <a:cubicBezTo>
                  <a:pt x="3787" y="1557"/>
                  <a:pt x="3796" y="1562"/>
                  <a:pt x="3804" y="1568"/>
                </a:cubicBezTo>
                <a:cubicBezTo>
                  <a:pt x="3805" y="1561"/>
                  <a:pt x="3799" y="1556"/>
                  <a:pt x="3793" y="1552"/>
                </a:cubicBezTo>
                <a:cubicBezTo>
                  <a:pt x="3745" y="1525"/>
                  <a:pt x="3740" y="1519"/>
                  <a:pt x="3732" y="1518"/>
                </a:cubicBezTo>
                <a:cubicBezTo>
                  <a:pt x="3691" y="1496"/>
                  <a:pt x="3691" y="1492"/>
                  <a:pt x="3689" y="1491"/>
                </a:cubicBezTo>
                <a:cubicBezTo>
                  <a:pt x="3666" y="1478"/>
                  <a:pt x="3659" y="1477"/>
                  <a:pt x="3653" y="1471"/>
                </a:cubicBezTo>
                <a:cubicBezTo>
                  <a:pt x="3589" y="1424"/>
                  <a:pt x="3582" y="1422"/>
                  <a:pt x="3576" y="1417"/>
                </a:cubicBezTo>
                <a:cubicBezTo>
                  <a:pt x="3512" y="1356"/>
                  <a:pt x="3504" y="1353"/>
                  <a:pt x="3497" y="1347"/>
                </a:cubicBezTo>
                <a:cubicBezTo>
                  <a:pt x="3434" y="1269"/>
                  <a:pt x="3431" y="1265"/>
                  <a:pt x="3432" y="1261"/>
                </a:cubicBezTo>
                <a:cubicBezTo>
                  <a:pt x="3490" y="1320"/>
                  <a:pt x="3493" y="1321"/>
                  <a:pt x="3496" y="1320"/>
                </a:cubicBezTo>
                <a:cubicBezTo>
                  <a:pt x="3526" y="1349"/>
                  <a:pt x="3531" y="1358"/>
                  <a:pt x="3536" y="1362"/>
                </a:cubicBezTo>
                <a:cubicBezTo>
                  <a:pt x="3574" y="1397"/>
                  <a:pt x="3581" y="1398"/>
                  <a:pt x="3586" y="1405"/>
                </a:cubicBezTo>
                <a:cubicBezTo>
                  <a:pt x="3640" y="1440"/>
                  <a:pt x="3643" y="1443"/>
                  <a:pt x="3645" y="1448"/>
                </a:cubicBezTo>
                <a:cubicBezTo>
                  <a:pt x="3673" y="1473"/>
                  <a:pt x="3678" y="1469"/>
                  <a:pt x="3681" y="1471"/>
                </a:cubicBezTo>
                <a:cubicBezTo>
                  <a:pt x="3713" y="1487"/>
                  <a:pt x="3716" y="1501"/>
                  <a:pt x="3724" y="1499"/>
                </a:cubicBezTo>
                <a:cubicBezTo>
                  <a:pt x="3772" y="1524"/>
                  <a:pt x="3783" y="1533"/>
                  <a:pt x="3796" y="1534"/>
                </a:cubicBezTo>
                <a:cubicBezTo>
                  <a:pt x="3807" y="1534"/>
                  <a:pt x="3800" y="1533"/>
                  <a:pt x="3794" y="1527"/>
                </a:cubicBezTo>
                <a:cubicBezTo>
                  <a:pt x="3760" y="1515"/>
                  <a:pt x="3759" y="1505"/>
                  <a:pt x="3754" y="1509"/>
                </a:cubicBezTo>
                <a:cubicBezTo>
                  <a:pt x="3728" y="1498"/>
                  <a:pt x="3734" y="1492"/>
                  <a:pt x="3729" y="1493"/>
                </a:cubicBezTo>
                <a:cubicBezTo>
                  <a:pt x="3697" y="1467"/>
                  <a:pt x="3690" y="1476"/>
                  <a:pt x="3689" y="1467"/>
                </a:cubicBezTo>
                <a:cubicBezTo>
                  <a:pt x="3648" y="1438"/>
                  <a:pt x="3643" y="1437"/>
                  <a:pt x="3640" y="1429"/>
                </a:cubicBezTo>
                <a:cubicBezTo>
                  <a:pt x="3565" y="1379"/>
                  <a:pt x="3562" y="1371"/>
                  <a:pt x="3557" y="1370"/>
                </a:cubicBezTo>
                <a:cubicBezTo>
                  <a:pt x="3508" y="1322"/>
                  <a:pt x="3500" y="1312"/>
                  <a:pt x="3492" y="1303"/>
                </a:cubicBezTo>
                <a:cubicBezTo>
                  <a:pt x="3476" y="1289"/>
                  <a:pt x="3465" y="1285"/>
                  <a:pt x="3469" y="1278"/>
                </a:cubicBezTo>
                <a:cubicBezTo>
                  <a:pt x="3519" y="1313"/>
                  <a:pt x="3521" y="1321"/>
                  <a:pt x="3525" y="1319"/>
                </a:cubicBezTo>
                <a:cubicBezTo>
                  <a:pt x="3556" y="1344"/>
                  <a:pt x="3559" y="1347"/>
                  <a:pt x="3563" y="1347"/>
                </a:cubicBezTo>
                <a:cubicBezTo>
                  <a:pt x="3609" y="1374"/>
                  <a:pt x="3615" y="1384"/>
                  <a:pt x="3623" y="1384"/>
                </a:cubicBezTo>
                <a:cubicBezTo>
                  <a:pt x="3668" y="1413"/>
                  <a:pt x="3673" y="1420"/>
                  <a:pt x="3680" y="1422"/>
                </a:cubicBezTo>
                <a:cubicBezTo>
                  <a:pt x="3706" y="1438"/>
                  <a:pt x="3712" y="1443"/>
                  <a:pt x="3720" y="1444"/>
                </a:cubicBezTo>
                <a:cubicBezTo>
                  <a:pt x="3762" y="1470"/>
                  <a:pt x="3764" y="1478"/>
                  <a:pt x="3768" y="1476"/>
                </a:cubicBezTo>
                <a:cubicBezTo>
                  <a:pt x="3762" y="1471"/>
                  <a:pt x="3759" y="1466"/>
                  <a:pt x="3757" y="1461"/>
                </a:cubicBezTo>
                <a:cubicBezTo>
                  <a:pt x="3697" y="1429"/>
                  <a:pt x="3695" y="1419"/>
                  <a:pt x="3689" y="1420"/>
                </a:cubicBezTo>
                <a:cubicBezTo>
                  <a:pt x="3648" y="1395"/>
                  <a:pt x="3648" y="1394"/>
                  <a:pt x="3647" y="1392"/>
                </a:cubicBezTo>
                <a:cubicBezTo>
                  <a:pt x="3623" y="1371"/>
                  <a:pt x="3617" y="1377"/>
                  <a:pt x="3614" y="1370"/>
                </a:cubicBezTo>
                <a:cubicBezTo>
                  <a:pt x="3570" y="1344"/>
                  <a:pt x="3576" y="1338"/>
                  <a:pt x="3568" y="1342"/>
                </a:cubicBezTo>
                <a:cubicBezTo>
                  <a:pt x="3511" y="1303"/>
                  <a:pt x="3501" y="1291"/>
                  <a:pt x="3490" y="1285"/>
                </a:cubicBezTo>
                <a:cubicBezTo>
                  <a:pt x="3458" y="1254"/>
                  <a:pt x="3448" y="1254"/>
                  <a:pt x="3445" y="1245"/>
                </a:cubicBezTo>
                <a:cubicBezTo>
                  <a:pt x="3425" y="1230"/>
                  <a:pt x="3423" y="1227"/>
                  <a:pt x="3420" y="1226"/>
                </a:cubicBezTo>
                <a:cubicBezTo>
                  <a:pt x="3406" y="1202"/>
                  <a:pt x="3396" y="1204"/>
                  <a:pt x="3402" y="1199"/>
                </a:cubicBezTo>
                <a:cubicBezTo>
                  <a:pt x="3488" y="1263"/>
                  <a:pt x="3502" y="1269"/>
                  <a:pt x="3515" y="1276"/>
                </a:cubicBezTo>
                <a:cubicBezTo>
                  <a:pt x="3590" y="1319"/>
                  <a:pt x="3598" y="1326"/>
                  <a:pt x="3608" y="1330"/>
                </a:cubicBezTo>
                <a:cubicBezTo>
                  <a:pt x="3652" y="1363"/>
                  <a:pt x="3658" y="1360"/>
                  <a:pt x="3662" y="1367"/>
                </a:cubicBezTo>
                <a:cubicBezTo>
                  <a:pt x="3696" y="1396"/>
                  <a:pt x="3705" y="1402"/>
                  <a:pt x="3712" y="1412"/>
                </a:cubicBezTo>
                <a:cubicBezTo>
                  <a:pt x="3742" y="1439"/>
                  <a:pt x="3745" y="1445"/>
                  <a:pt x="3750" y="1448"/>
                </a:cubicBezTo>
                <a:cubicBezTo>
                  <a:pt x="3710" y="1400"/>
                  <a:pt x="3696" y="1387"/>
                  <a:pt x="3682" y="1372"/>
                </a:cubicBezTo>
                <a:cubicBezTo>
                  <a:pt x="3635" y="1319"/>
                  <a:pt x="3632" y="1314"/>
                  <a:pt x="3628" y="1313"/>
                </a:cubicBezTo>
                <a:cubicBezTo>
                  <a:pt x="3572" y="1267"/>
                  <a:pt x="3545" y="1249"/>
                  <a:pt x="3518" y="1230"/>
                </a:cubicBezTo>
                <a:cubicBezTo>
                  <a:pt x="3473" y="1209"/>
                  <a:pt x="3472" y="1198"/>
                  <a:pt x="3467" y="1203"/>
                </a:cubicBezTo>
                <a:cubicBezTo>
                  <a:pt x="3428" y="1181"/>
                  <a:pt x="3422" y="1174"/>
                  <a:pt x="3414" y="1173"/>
                </a:cubicBezTo>
                <a:cubicBezTo>
                  <a:pt x="3381" y="1146"/>
                  <a:pt x="3367" y="1135"/>
                  <a:pt x="3354" y="1125"/>
                </a:cubicBezTo>
                <a:cubicBezTo>
                  <a:pt x="3351" y="1113"/>
                  <a:pt x="3364" y="1118"/>
                  <a:pt x="3374" y="1127"/>
                </a:cubicBezTo>
                <a:cubicBezTo>
                  <a:pt x="3446" y="1170"/>
                  <a:pt x="3448" y="1171"/>
                  <a:pt x="3451" y="1170"/>
                </a:cubicBezTo>
                <a:cubicBezTo>
                  <a:pt x="3483" y="1191"/>
                  <a:pt x="3489" y="1192"/>
                  <a:pt x="3495" y="1195"/>
                </a:cubicBezTo>
                <a:cubicBezTo>
                  <a:pt x="3535" y="1210"/>
                  <a:pt x="3536" y="1218"/>
                  <a:pt x="3540" y="1215"/>
                </a:cubicBezTo>
                <a:cubicBezTo>
                  <a:pt x="3559" y="1230"/>
                  <a:pt x="3565" y="1220"/>
                  <a:pt x="3566" y="1228"/>
                </a:cubicBezTo>
                <a:cubicBezTo>
                  <a:pt x="3619" y="1240"/>
                  <a:pt x="3611" y="1246"/>
                  <a:pt x="3606" y="1241"/>
                </a:cubicBezTo>
                <a:cubicBezTo>
                  <a:pt x="3548" y="1214"/>
                  <a:pt x="3543" y="1208"/>
                  <a:pt x="3536" y="1209"/>
                </a:cubicBezTo>
                <a:cubicBezTo>
                  <a:pt x="3471" y="1175"/>
                  <a:pt x="3461" y="1165"/>
                  <a:pt x="3449" y="1161"/>
                </a:cubicBezTo>
                <a:cubicBezTo>
                  <a:pt x="3408" y="1139"/>
                  <a:pt x="3402" y="1137"/>
                  <a:pt x="3398" y="1130"/>
                </a:cubicBezTo>
                <a:cubicBezTo>
                  <a:pt x="3340" y="1089"/>
                  <a:pt x="3334" y="1084"/>
                  <a:pt x="3327" y="1077"/>
                </a:cubicBezTo>
                <a:cubicBezTo>
                  <a:pt x="3317" y="1064"/>
                  <a:pt x="3323" y="1067"/>
                  <a:pt x="3328" y="1074"/>
                </a:cubicBezTo>
                <a:cubicBezTo>
                  <a:pt x="3358" y="1090"/>
                  <a:pt x="3360" y="1098"/>
                  <a:pt x="3363" y="1098"/>
                </a:cubicBezTo>
                <a:cubicBezTo>
                  <a:pt x="3425" y="1134"/>
                  <a:pt x="3432" y="1139"/>
                  <a:pt x="3438" y="1142"/>
                </a:cubicBezTo>
                <a:cubicBezTo>
                  <a:pt x="3460" y="1158"/>
                  <a:pt x="3463" y="1159"/>
                  <a:pt x="3468" y="1156"/>
                </a:cubicBezTo>
                <a:cubicBezTo>
                  <a:pt x="3511" y="1180"/>
                  <a:pt x="3525" y="1185"/>
                  <a:pt x="3538" y="1192"/>
                </a:cubicBezTo>
                <a:cubicBezTo>
                  <a:pt x="3604" y="1225"/>
                  <a:pt x="3609" y="1234"/>
                  <a:pt x="3616" y="1235"/>
                </a:cubicBezTo>
                <a:cubicBezTo>
                  <a:pt x="3641" y="1254"/>
                  <a:pt x="3647" y="1261"/>
                  <a:pt x="3653" y="1266"/>
                </a:cubicBezTo>
                <a:cubicBezTo>
                  <a:pt x="3677" y="1288"/>
                  <a:pt x="3684" y="1291"/>
                  <a:pt x="3690" y="1296"/>
                </a:cubicBezTo>
                <a:cubicBezTo>
                  <a:pt x="3703" y="1302"/>
                  <a:pt x="3693" y="1298"/>
                  <a:pt x="3684" y="1286"/>
                </a:cubicBezTo>
                <a:cubicBezTo>
                  <a:pt x="3660" y="1267"/>
                  <a:pt x="3659" y="1260"/>
                  <a:pt x="3656" y="1261"/>
                </a:cubicBezTo>
                <a:cubicBezTo>
                  <a:pt x="3619" y="1228"/>
                  <a:pt x="3616" y="1229"/>
                  <a:pt x="3614" y="1225"/>
                </a:cubicBezTo>
                <a:cubicBezTo>
                  <a:pt x="3594" y="1204"/>
                  <a:pt x="3591" y="1205"/>
                  <a:pt x="3589" y="1201"/>
                </a:cubicBezTo>
                <a:cubicBezTo>
                  <a:pt x="3566" y="1181"/>
                  <a:pt x="3564" y="1176"/>
                  <a:pt x="3562" y="1173"/>
                </a:cubicBezTo>
                <a:cubicBezTo>
                  <a:pt x="3525" y="1143"/>
                  <a:pt x="3523" y="1142"/>
                  <a:pt x="3522" y="1141"/>
                </a:cubicBezTo>
                <a:cubicBezTo>
                  <a:pt x="3496" y="1126"/>
                  <a:pt x="3491" y="1125"/>
                  <a:pt x="3488" y="1120"/>
                </a:cubicBezTo>
                <a:cubicBezTo>
                  <a:pt x="3448" y="1095"/>
                  <a:pt x="3439" y="1087"/>
                  <a:pt x="3428" y="1082"/>
                </a:cubicBezTo>
                <a:cubicBezTo>
                  <a:pt x="3403" y="1070"/>
                  <a:pt x="3402" y="1063"/>
                  <a:pt x="3399" y="1064"/>
                </a:cubicBezTo>
                <a:cubicBezTo>
                  <a:pt x="3332" y="1024"/>
                  <a:pt x="3325" y="1028"/>
                  <a:pt x="3322" y="1020"/>
                </a:cubicBezTo>
                <a:cubicBezTo>
                  <a:pt x="3297" y="1005"/>
                  <a:pt x="3295" y="1003"/>
                  <a:pt x="3292" y="1002"/>
                </a:cubicBezTo>
                <a:cubicBezTo>
                  <a:pt x="3260" y="981"/>
                  <a:pt x="3258" y="977"/>
                  <a:pt x="3255" y="976"/>
                </a:cubicBezTo>
                <a:cubicBezTo>
                  <a:pt x="3231" y="953"/>
                  <a:pt x="3229" y="949"/>
                  <a:pt x="3227" y="946"/>
                </a:cubicBezTo>
                <a:cubicBezTo>
                  <a:pt x="3264" y="965"/>
                  <a:pt x="3274" y="976"/>
                  <a:pt x="3286" y="981"/>
                </a:cubicBezTo>
                <a:cubicBezTo>
                  <a:pt x="3328" y="1007"/>
                  <a:pt x="3340" y="1010"/>
                  <a:pt x="3351" y="1014"/>
                </a:cubicBezTo>
                <a:cubicBezTo>
                  <a:pt x="3379" y="1029"/>
                  <a:pt x="3382" y="1034"/>
                  <a:pt x="3385" y="1036"/>
                </a:cubicBezTo>
                <a:cubicBezTo>
                  <a:pt x="3416" y="1052"/>
                  <a:pt x="3425" y="1050"/>
                  <a:pt x="3431" y="1059"/>
                </a:cubicBezTo>
                <a:cubicBezTo>
                  <a:pt x="3502" y="1097"/>
                  <a:pt x="3503" y="1108"/>
                  <a:pt x="3507" y="1106"/>
                </a:cubicBezTo>
                <a:cubicBezTo>
                  <a:pt x="3543" y="1136"/>
                  <a:pt x="3545" y="1138"/>
                  <a:pt x="3548" y="1140"/>
                </a:cubicBezTo>
                <a:cubicBezTo>
                  <a:pt x="3574" y="1156"/>
                  <a:pt x="3573" y="1153"/>
                  <a:pt x="3571" y="1154"/>
                </a:cubicBezTo>
                <a:cubicBezTo>
                  <a:pt x="3558" y="1134"/>
                  <a:pt x="3548" y="1133"/>
                  <a:pt x="3546" y="1130"/>
                </a:cubicBezTo>
                <a:cubicBezTo>
                  <a:pt x="3518" y="1109"/>
                  <a:pt x="3511" y="1099"/>
                  <a:pt x="3503" y="1094"/>
                </a:cubicBezTo>
                <a:cubicBezTo>
                  <a:pt x="3453" y="1053"/>
                  <a:pt x="3451" y="1043"/>
                  <a:pt x="3445" y="1045"/>
                </a:cubicBezTo>
                <a:cubicBezTo>
                  <a:pt x="3417" y="1024"/>
                  <a:pt x="3413" y="1021"/>
                  <a:pt x="3410" y="1016"/>
                </a:cubicBezTo>
                <a:cubicBezTo>
                  <a:pt x="3358" y="980"/>
                  <a:pt x="3354" y="981"/>
                  <a:pt x="3351" y="976"/>
                </a:cubicBezTo>
                <a:cubicBezTo>
                  <a:pt x="3337" y="968"/>
                  <a:pt x="3333" y="968"/>
                  <a:pt x="3329" y="967"/>
                </a:cubicBezTo>
                <a:cubicBezTo>
                  <a:pt x="3294" y="946"/>
                  <a:pt x="3290" y="949"/>
                  <a:pt x="3288" y="941"/>
                </a:cubicBezTo>
                <a:cubicBezTo>
                  <a:pt x="3241" y="919"/>
                  <a:pt x="3237" y="920"/>
                  <a:pt x="3234" y="915"/>
                </a:cubicBezTo>
                <a:cubicBezTo>
                  <a:pt x="3205" y="900"/>
                  <a:pt x="3200" y="898"/>
                  <a:pt x="3195" y="899"/>
                </a:cubicBezTo>
                <a:cubicBezTo>
                  <a:pt x="3175" y="884"/>
                  <a:pt x="3172" y="884"/>
                  <a:pt x="3170" y="883"/>
                </a:cubicBezTo>
                <a:cubicBezTo>
                  <a:pt x="3195" y="875"/>
                  <a:pt x="3199" y="875"/>
                  <a:pt x="3203" y="875"/>
                </a:cubicBezTo>
                <a:cubicBezTo>
                  <a:pt x="3240" y="895"/>
                  <a:pt x="3246" y="887"/>
                  <a:pt x="3249" y="893"/>
                </a:cubicBezTo>
                <a:cubicBezTo>
                  <a:pt x="3288" y="904"/>
                  <a:pt x="3290" y="912"/>
                  <a:pt x="3294" y="910"/>
                </a:cubicBezTo>
                <a:cubicBezTo>
                  <a:pt x="3330" y="928"/>
                  <a:pt x="3331" y="930"/>
                  <a:pt x="3333" y="929"/>
                </a:cubicBezTo>
                <a:cubicBezTo>
                  <a:pt x="3357" y="941"/>
                  <a:pt x="3364" y="949"/>
                  <a:pt x="3372" y="951"/>
                </a:cubicBezTo>
                <a:cubicBezTo>
                  <a:pt x="3408" y="970"/>
                  <a:pt x="3410" y="979"/>
                  <a:pt x="3414" y="981"/>
                </a:cubicBezTo>
                <a:cubicBezTo>
                  <a:pt x="3449" y="1003"/>
                  <a:pt x="3451" y="1013"/>
                  <a:pt x="3456" y="1012"/>
                </a:cubicBezTo>
                <a:cubicBezTo>
                  <a:pt x="3489" y="1044"/>
                  <a:pt x="3492" y="1048"/>
                  <a:pt x="3497" y="1049"/>
                </a:cubicBezTo>
                <a:cubicBezTo>
                  <a:pt x="3401" y="963"/>
                  <a:pt x="3396" y="957"/>
                  <a:pt x="3390" y="954"/>
                </a:cubicBezTo>
                <a:cubicBezTo>
                  <a:pt x="3354" y="936"/>
                  <a:pt x="3353" y="929"/>
                  <a:pt x="3350" y="930"/>
                </a:cubicBezTo>
                <a:cubicBezTo>
                  <a:pt x="3324" y="912"/>
                  <a:pt x="3322" y="914"/>
                  <a:pt x="3321" y="914"/>
                </a:cubicBezTo>
                <a:cubicBezTo>
                  <a:pt x="3289" y="894"/>
                  <a:pt x="3285" y="896"/>
                  <a:pt x="3283" y="895"/>
                </a:cubicBezTo>
                <a:cubicBezTo>
                  <a:pt x="3251" y="882"/>
                  <a:pt x="3244" y="883"/>
                  <a:pt x="3238" y="879"/>
                </a:cubicBezTo>
                <a:cubicBezTo>
                  <a:pt x="3163" y="843"/>
                  <a:pt x="3156" y="848"/>
                  <a:pt x="3152" y="844"/>
                </a:cubicBezTo>
                <a:cubicBezTo>
                  <a:pt x="3129" y="824"/>
                  <a:pt x="3133" y="823"/>
                  <a:pt x="3136" y="829"/>
                </a:cubicBezTo>
                <a:cubicBezTo>
                  <a:pt x="3171" y="839"/>
                  <a:pt x="3173" y="840"/>
                  <a:pt x="3174" y="842"/>
                </a:cubicBezTo>
                <a:cubicBezTo>
                  <a:pt x="3201" y="845"/>
                  <a:pt x="3208" y="851"/>
                  <a:pt x="3217" y="851"/>
                </a:cubicBezTo>
                <a:cubicBezTo>
                  <a:pt x="3244" y="863"/>
                  <a:pt x="3252" y="861"/>
                  <a:pt x="3258" y="865"/>
                </a:cubicBezTo>
                <a:cubicBezTo>
                  <a:pt x="3312" y="888"/>
                  <a:pt x="3315" y="890"/>
                  <a:pt x="3319" y="891"/>
                </a:cubicBezTo>
                <a:cubicBezTo>
                  <a:pt x="3360" y="920"/>
                  <a:pt x="3365" y="916"/>
                  <a:pt x="3368" y="920"/>
                </a:cubicBezTo>
                <a:cubicBezTo>
                  <a:pt x="3374" y="912"/>
                  <a:pt x="3365" y="914"/>
                  <a:pt x="3358" y="907"/>
                </a:cubicBezTo>
                <a:cubicBezTo>
                  <a:pt x="3329" y="880"/>
                  <a:pt x="3319" y="883"/>
                  <a:pt x="3314" y="872"/>
                </a:cubicBezTo>
                <a:cubicBezTo>
                  <a:pt x="3285" y="856"/>
                  <a:pt x="3281" y="852"/>
                  <a:pt x="3276" y="850"/>
                </a:cubicBezTo>
                <a:cubicBezTo>
                  <a:pt x="3245" y="827"/>
                  <a:pt x="3239" y="825"/>
                  <a:pt x="3235" y="816"/>
                </a:cubicBezTo>
                <a:cubicBezTo>
                  <a:pt x="3182" y="776"/>
                  <a:pt x="3171" y="775"/>
                  <a:pt x="3161" y="768"/>
                </a:cubicBezTo>
                <a:cubicBezTo>
                  <a:pt x="3121" y="750"/>
                  <a:pt x="3110" y="747"/>
                  <a:pt x="3101" y="739"/>
                </a:cubicBezTo>
                <a:cubicBezTo>
                  <a:pt x="3052" y="714"/>
                  <a:pt x="3044" y="719"/>
                  <a:pt x="3040" y="714"/>
                </a:cubicBezTo>
                <a:cubicBezTo>
                  <a:pt x="3003" y="699"/>
                  <a:pt x="2998" y="697"/>
                  <a:pt x="2993" y="694"/>
                </a:cubicBezTo>
                <a:cubicBezTo>
                  <a:pt x="3002" y="688"/>
                  <a:pt x="3024" y="683"/>
                  <a:pt x="3048" y="671"/>
                </a:cubicBezTo>
                <a:cubicBezTo>
                  <a:pt x="3075" y="669"/>
                  <a:pt x="3083" y="661"/>
                  <a:pt x="3080" y="655"/>
                </a:cubicBezTo>
                <a:cubicBezTo>
                  <a:pt x="3030" y="667"/>
                  <a:pt x="3022" y="671"/>
                  <a:pt x="3014" y="674"/>
                </a:cubicBezTo>
                <a:cubicBezTo>
                  <a:pt x="3024" y="659"/>
                  <a:pt x="3033" y="668"/>
                  <a:pt x="3036" y="659"/>
                </a:cubicBezTo>
                <a:cubicBezTo>
                  <a:pt x="2993" y="660"/>
                  <a:pt x="2986" y="663"/>
                  <a:pt x="2980" y="666"/>
                </a:cubicBezTo>
                <a:cubicBezTo>
                  <a:pt x="2939" y="653"/>
                  <a:pt x="2932" y="657"/>
                  <a:pt x="2928" y="652"/>
                </a:cubicBezTo>
                <a:cubicBezTo>
                  <a:pt x="2898" y="634"/>
                  <a:pt x="2890" y="634"/>
                  <a:pt x="2883" y="626"/>
                </a:cubicBezTo>
                <a:cubicBezTo>
                  <a:pt x="2861" y="631"/>
                  <a:pt x="2869" y="634"/>
                  <a:pt x="2873" y="637"/>
                </a:cubicBezTo>
                <a:cubicBezTo>
                  <a:pt x="2898" y="653"/>
                  <a:pt x="2909" y="660"/>
                  <a:pt x="2918" y="668"/>
                </a:cubicBezTo>
                <a:cubicBezTo>
                  <a:pt x="2928" y="687"/>
                  <a:pt x="2934" y="689"/>
                  <a:pt x="2939" y="695"/>
                </a:cubicBezTo>
                <a:cubicBezTo>
                  <a:pt x="2944" y="721"/>
                  <a:pt x="2952" y="728"/>
                  <a:pt x="2948" y="731"/>
                </a:cubicBezTo>
                <a:cubicBezTo>
                  <a:pt x="2950" y="798"/>
                  <a:pt x="2944" y="807"/>
                  <a:pt x="2940" y="817"/>
                </a:cubicBezTo>
                <a:cubicBezTo>
                  <a:pt x="2938" y="837"/>
                  <a:pt x="2940" y="824"/>
                  <a:pt x="2950" y="820"/>
                </a:cubicBezTo>
                <a:cubicBezTo>
                  <a:pt x="2961" y="789"/>
                  <a:pt x="2962" y="779"/>
                  <a:pt x="2965" y="784"/>
                </a:cubicBezTo>
                <a:cubicBezTo>
                  <a:pt x="2967" y="814"/>
                  <a:pt x="2969" y="828"/>
                  <a:pt x="2968" y="842"/>
                </a:cubicBezTo>
                <a:cubicBezTo>
                  <a:pt x="2974" y="934"/>
                  <a:pt x="2982" y="943"/>
                  <a:pt x="2978" y="949"/>
                </a:cubicBezTo>
                <a:cubicBezTo>
                  <a:pt x="2990" y="987"/>
                  <a:pt x="2993" y="1001"/>
                  <a:pt x="2999" y="1016"/>
                </a:cubicBezTo>
                <a:cubicBezTo>
                  <a:pt x="3032" y="1065"/>
                  <a:pt x="3034" y="1074"/>
                  <a:pt x="3041" y="1085"/>
                </a:cubicBezTo>
                <a:cubicBezTo>
                  <a:pt x="3045" y="1117"/>
                  <a:pt x="3048" y="1125"/>
                  <a:pt x="3047" y="1133"/>
                </a:cubicBezTo>
                <a:cubicBezTo>
                  <a:pt x="3052" y="1173"/>
                  <a:pt x="3059" y="1185"/>
                  <a:pt x="3062" y="1183"/>
                </a:cubicBezTo>
                <a:cubicBezTo>
                  <a:pt x="3055" y="1114"/>
                  <a:pt x="3058" y="1119"/>
                  <a:pt x="3061" y="1120"/>
                </a:cubicBezTo>
                <a:cubicBezTo>
                  <a:pt x="3064" y="1132"/>
                  <a:pt x="3070" y="1142"/>
                  <a:pt x="3064" y="1148"/>
                </a:cubicBezTo>
                <a:cubicBezTo>
                  <a:pt x="3067" y="1182"/>
                  <a:pt x="3066" y="1190"/>
                  <a:pt x="3065" y="1197"/>
                </a:cubicBezTo>
                <a:cubicBezTo>
                  <a:pt x="3076" y="1282"/>
                  <a:pt x="3077" y="1290"/>
                  <a:pt x="3079" y="1299"/>
                </a:cubicBezTo>
                <a:cubicBezTo>
                  <a:pt x="3087" y="1310"/>
                  <a:pt x="3085" y="1298"/>
                  <a:pt x="3082" y="1286"/>
                </a:cubicBezTo>
                <a:cubicBezTo>
                  <a:pt x="3078" y="1227"/>
                  <a:pt x="3069" y="1205"/>
                  <a:pt x="3075" y="1186"/>
                </a:cubicBezTo>
                <a:cubicBezTo>
                  <a:pt x="3073" y="1135"/>
                  <a:pt x="3072" y="1130"/>
                  <a:pt x="3076" y="1125"/>
                </a:cubicBezTo>
                <a:cubicBezTo>
                  <a:pt x="3075" y="1028"/>
                  <a:pt x="3067" y="1020"/>
                  <a:pt x="3071" y="1016"/>
                </a:cubicBezTo>
                <a:cubicBezTo>
                  <a:pt x="3067" y="980"/>
                  <a:pt x="3066" y="975"/>
                  <a:pt x="3063" y="969"/>
                </a:cubicBezTo>
                <a:cubicBezTo>
                  <a:pt x="3057" y="926"/>
                  <a:pt x="3056" y="916"/>
                  <a:pt x="3054" y="905"/>
                </a:cubicBezTo>
                <a:cubicBezTo>
                  <a:pt x="3049" y="868"/>
                  <a:pt x="3041" y="861"/>
                  <a:pt x="3046" y="858"/>
                </a:cubicBezTo>
                <a:cubicBezTo>
                  <a:pt x="3031" y="797"/>
                  <a:pt x="3030" y="786"/>
                  <a:pt x="3022" y="773"/>
                </a:cubicBezTo>
                <a:cubicBezTo>
                  <a:pt x="3014" y="747"/>
                  <a:pt x="3011" y="747"/>
                  <a:pt x="3016" y="744"/>
                </a:cubicBezTo>
                <a:cubicBezTo>
                  <a:pt x="3050" y="839"/>
                  <a:pt x="3059" y="847"/>
                  <a:pt x="3056" y="852"/>
                </a:cubicBezTo>
                <a:cubicBezTo>
                  <a:pt x="3070" y="887"/>
                  <a:pt x="3065" y="889"/>
                  <a:pt x="3069" y="894"/>
                </a:cubicBezTo>
                <a:cubicBezTo>
                  <a:pt x="3084" y="974"/>
                  <a:pt x="3084" y="987"/>
                  <a:pt x="3087" y="1001"/>
                </a:cubicBezTo>
                <a:cubicBezTo>
                  <a:pt x="3086" y="1036"/>
                  <a:pt x="3093" y="1041"/>
                  <a:pt x="3089" y="1044"/>
                </a:cubicBezTo>
                <a:cubicBezTo>
                  <a:pt x="3093" y="1109"/>
                  <a:pt x="3094" y="1113"/>
                  <a:pt x="3092" y="1116"/>
                </a:cubicBezTo>
                <a:cubicBezTo>
                  <a:pt x="3094" y="1174"/>
                  <a:pt x="3095" y="1181"/>
                  <a:pt x="3095" y="1188"/>
                </a:cubicBezTo>
                <a:cubicBezTo>
                  <a:pt x="3102" y="1188"/>
                  <a:pt x="3095" y="1183"/>
                  <a:pt x="3099" y="1180"/>
                </a:cubicBezTo>
                <a:cubicBezTo>
                  <a:pt x="3098" y="1147"/>
                  <a:pt x="3098" y="1144"/>
                  <a:pt x="3101" y="1141"/>
                </a:cubicBezTo>
                <a:cubicBezTo>
                  <a:pt x="3103" y="1088"/>
                  <a:pt x="3096" y="1082"/>
                  <a:pt x="3099" y="1079"/>
                </a:cubicBezTo>
                <a:cubicBezTo>
                  <a:pt x="3102" y="1056"/>
                  <a:pt x="3097" y="1051"/>
                  <a:pt x="3103" y="1049"/>
                </a:cubicBezTo>
                <a:cubicBezTo>
                  <a:pt x="3108" y="1090"/>
                  <a:pt x="3111" y="1096"/>
                  <a:pt x="3108" y="1101"/>
                </a:cubicBezTo>
                <a:cubicBezTo>
                  <a:pt x="3109" y="1140"/>
                  <a:pt x="3116" y="1148"/>
                  <a:pt x="3110" y="1152"/>
                </a:cubicBezTo>
                <a:cubicBezTo>
                  <a:pt x="3112" y="1193"/>
                  <a:pt x="3113" y="1198"/>
                  <a:pt x="3112" y="1203"/>
                </a:cubicBezTo>
                <a:cubicBezTo>
                  <a:pt x="3115" y="1245"/>
                  <a:pt x="3109" y="1249"/>
                  <a:pt x="3112" y="1255"/>
                </a:cubicBezTo>
                <a:cubicBezTo>
                  <a:pt x="3109" y="1311"/>
                  <a:pt x="3117" y="1319"/>
                  <a:pt x="3115" y="1324"/>
                </a:cubicBezTo>
                <a:cubicBezTo>
                  <a:pt x="3117" y="1370"/>
                  <a:pt x="3120" y="1383"/>
                  <a:pt x="3117" y="1394"/>
                </a:cubicBezTo>
                <a:cubicBezTo>
                  <a:pt x="3127" y="1414"/>
                  <a:pt x="3128" y="1401"/>
                  <a:pt x="3121" y="1387"/>
                </a:cubicBezTo>
                <a:cubicBezTo>
                  <a:pt x="3122" y="1355"/>
                  <a:pt x="3121" y="1352"/>
                  <a:pt x="3124" y="1349"/>
                </a:cubicBezTo>
                <a:cubicBezTo>
                  <a:pt x="3129" y="1294"/>
                  <a:pt x="3130" y="1292"/>
                  <a:pt x="3132" y="1290"/>
                </a:cubicBezTo>
                <a:cubicBezTo>
                  <a:pt x="3132" y="1271"/>
                  <a:pt x="3133" y="1275"/>
                  <a:pt x="3136" y="1274"/>
                </a:cubicBezTo>
                <a:cubicBezTo>
                  <a:pt x="3145" y="1244"/>
                  <a:pt x="3144" y="1234"/>
                  <a:pt x="3149" y="1226"/>
                </a:cubicBezTo>
                <a:cubicBezTo>
                  <a:pt x="3150" y="1183"/>
                  <a:pt x="3156" y="1181"/>
                  <a:pt x="3152" y="1178"/>
                </a:cubicBezTo>
                <a:cubicBezTo>
                  <a:pt x="3155" y="1141"/>
                  <a:pt x="3153" y="1134"/>
                  <a:pt x="3157" y="1128"/>
                </a:cubicBezTo>
                <a:cubicBezTo>
                  <a:pt x="3158" y="1062"/>
                  <a:pt x="3159" y="1055"/>
                  <a:pt x="3157" y="1049"/>
                </a:cubicBezTo>
                <a:cubicBezTo>
                  <a:pt x="3160" y="982"/>
                  <a:pt x="3153" y="974"/>
                  <a:pt x="3155" y="968"/>
                </a:cubicBezTo>
                <a:cubicBezTo>
                  <a:pt x="3145" y="922"/>
                  <a:pt x="3151" y="920"/>
                  <a:pt x="3150" y="916"/>
                </a:cubicBezTo>
                <a:cubicBezTo>
                  <a:pt x="3147" y="883"/>
                  <a:pt x="3153" y="880"/>
                  <a:pt x="3156" y="888"/>
                </a:cubicBezTo>
                <a:cubicBezTo>
                  <a:pt x="3165" y="928"/>
                  <a:pt x="3166" y="926"/>
                  <a:pt x="3169" y="935"/>
                </a:cubicBezTo>
                <a:cubicBezTo>
                  <a:pt x="3187" y="1039"/>
                  <a:pt x="3186" y="1046"/>
                  <a:pt x="3189" y="1055"/>
                </a:cubicBezTo>
                <a:cubicBezTo>
                  <a:pt x="3185" y="1114"/>
                  <a:pt x="3188" y="1123"/>
                  <a:pt x="3185" y="1131"/>
                </a:cubicBezTo>
                <a:cubicBezTo>
                  <a:pt x="3179" y="1213"/>
                  <a:pt x="3173" y="1220"/>
                  <a:pt x="3176" y="1229"/>
                </a:cubicBezTo>
                <a:cubicBezTo>
                  <a:pt x="3163" y="1280"/>
                  <a:pt x="3160" y="1284"/>
                  <a:pt x="3163" y="1289"/>
                </a:cubicBezTo>
                <a:cubicBezTo>
                  <a:pt x="3153" y="1341"/>
                  <a:pt x="3148" y="1356"/>
                  <a:pt x="3149" y="1373"/>
                </a:cubicBezTo>
                <a:cubicBezTo>
                  <a:pt x="3151" y="1417"/>
                  <a:pt x="3144" y="1420"/>
                  <a:pt x="3149" y="1425"/>
                </a:cubicBezTo>
                <a:cubicBezTo>
                  <a:pt x="3155" y="1378"/>
                  <a:pt x="3156" y="1367"/>
                  <a:pt x="3154" y="1354"/>
                </a:cubicBezTo>
                <a:cubicBezTo>
                  <a:pt x="3165" y="1316"/>
                  <a:pt x="3166" y="1311"/>
                  <a:pt x="3167" y="1305"/>
                </a:cubicBezTo>
                <a:cubicBezTo>
                  <a:pt x="3176" y="1270"/>
                  <a:pt x="3175" y="1267"/>
                  <a:pt x="3177" y="1264"/>
                </a:cubicBezTo>
                <a:cubicBezTo>
                  <a:pt x="3187" y="1210"/>
                  <a:pt x="3189" y="1199"/>
                  <a:pt x="3191" y="1188"/>
                </a:cubicBezTo>
                <a:cubicBezTo>
                  <a:pt x="3195" y="1149"/>
                  <a:pt x="3193" y="1142"/>
                  <a:pt x="3194" y="1137"/>
                </a:cubicBezTo>
                <a:cubicBezTo>
                  <a:pt x="3196" y="1100"/>
                  <a:pt x="3196" y="1097"/>
                  <a:pt x="3197" y="1094"/>
                </a:cubicBezTo>
                <a:cubicBezTo>
                  <a:pt x="3195" y="1071"/>
                  <a:pt x="3197" y="1069"/>
                  <a:pt x="3195" y="1066"/>
                </a:cubicBezTo>
                <a:cubicBezTo>
                  <a:pt x="3196" y="1014"/>
                  <a:pt x="3190" y="1009"/>
                  <a:pt x="3193" y="1006"/>
                </a:cubicBezTo>
                <a:cubicBezTo>
                  <a:pt x="3187" y="970"/>
                  <a:pt x="3186" y="957"/>
                  <a:pt x="3181" y="942"/>
                </a:cubicBezTo>
                <a:cubicBezTo>
                  <a:pt x="3172" y="905"/>
                  <a:pt x="3165" y="899"/>
                  <a:pt x="3169" y="897"/>
                </a:cubicBezTo>
                <a:cubicBezTo>
                  <a:pt x="3193" y="936"/>
                  <a:pt x="3197" y="938"/>
                  <a:pt x="3200" y="945"/>
                </a:cubicBezTo>
                <a:cubicBezTo>
                  <a:pt x="3205" y="988"/>
                  <a:pt x="3213" y="1001"/>
                  <a:pt x="3210" y="1011"/>
                </a:cubicBezTo>
                <a:cubicBezTo>
                  <a:pt x="3216" y="1080"/>
                  <a:pt x="3212" y="1084"/>
                  <a:pt x="3217" y="1091"/>
                </a:cubicBezTo>
                <a:cubicBezTo>
                  <a:pt x="3214" y="1126"/>
                  <a:pt x="3219" y="1133"/>
                  <a:pt x="3217" y="1138"/>
                </a:cubicBezTo>
                <a:cubicBezTo>
                  <a:pt x="3206" y="1258"/>
                  <a:pt x="3194" y="1263"/>
                  <a:pt x="3198" y="1272"/>
                </a:cubicBezTo>
                <a:cubicBezTo>
                  <a:pt x="3179" y="1351"/>
                  <a:pt x="3173" y="1358"/>
                  <a:pt x="3172" y="1366"/>
                </a:cubicBezTo>
                <a:cubicBezTo>
                  <a:pt x="3163" y="1392"/>
                  <a:pt x="3160" y="1394"/>
                  <a:pt x="3160" y="1397"/>
                </a:cubicBezTo>
                <a:cubicBezTo>
                  <a:pt x="3154" y="1428"/>
                  <a:pt x="3159" y="1432"/>
                  <a:pt x="3153" y="1434"/>
                </a:cubicBezTo>
                <a:cubicBezTo>
                  <a:pt x="3150" y="1467"/>
                  <a:pt x="3150" y="1472"/>
                  <a:pt x="3147" y="1475"/>
                </a:cubicBezTo>
                <a:cubicBezTo>
                  <a:pt x="3151" y="1507"/>
                  <a:pt x="3154" y="1515"/>
                  <a:pt x="3160" y="1512"/>
                </a:cubicBezTo>
                <a:cubicBezTo>
                  <a:pt x="3159" y="1447"/>
                  <a:pt x="3165" y="1441"/>
                  <a:pt x="3164" y="1433"/>
                </a:cubicBezTo>
                <a:cubicBezTo>
                  <a:pt x="3173" y="1372"/>
                  <a:pt x="3184" y="1371"/>
                  <a:pt x="3180" y="1366"/>
                </a:cubicBezTo>
                <a:cubicBezTo>
                  <a:pt x="3201" y="1314"/>
                  <a:pt x="3194" y="1304"/>
                  <a:pt x="3201" y="1297"/>
                </a:cubicBezTo>
                <a:cubicBezTo>
                  <a:pt x="3225" y="1182"/>
                  <a:pt x="3222" y="1176"/>
                  <a:pt x="3225" y="1171"/>
                </a:cubicBezTo>
                <a:cubicBezTo>
                  <a:pt x="3228" y="1123"/>
                  <a:pt x="3230" y="1121"/>
                  <a:pt x="3227" y="1118"/>
                </a:cubicBezTo>
                <a:cubicBezTo>
                  <a:pt x="3225" y="1065"/>
                  <a:pt x="3224" y="1055"/>
                  <a:pt x="3223" y="1044"/>
                </a:cubicBezTo>
                <a:cubicBezTo>
                  <a:pt x="3215" y="989"/>
                  <a:pt x="3220" y="986"/>
                  <a:pt x="3216" y="979"/>
                </a:cubicBezTo>
                <a:cubicBezTo>
                  <a:pt x="3216" y="948"/>
                  <a:pt x="3217" y="958"/>
                  <a:pt x="3221" y="955"/>
                </a:cubicBezTo>
                <a:cubicBezTo>
                  <a:pt x="3228" y="1001"/>
                  <a:pt x="3229" y="1009"/>
                  <a:pt x="3230" y="1018"/>
                </a:cubicBezTo>
                <a:cubicBezTo>
                  <a:pt x="3236" y="1076"/>
                  <a:pt x="3243" y="1086"/>
                  <a:pt x="3241" y="1094"/>
                </a:cubicBezTo>
                <a:cubicBezTo>
                  <a:pt x="3239" y="1134"/>
                  <a:pt x="3241" y="1139"/>
                  <a:pt x="3245" y="1144"/>
                </a:cubicBezTo>
                <a:cubicBezTo>
                  <a:pt x="3236" y="1237"/>
                  <a:pt x="3231" y="1250"/>
                  <a:pt x="3231" y="1264"/>
                </a:cubicBezTo>
                <a:cubicBezTo>
                  <a:pt x="3225" y="1290"/>
                  <a:pt x="3224" y="1296"/>
                  <a:pt x="3220" y="1302"/>
                </a:cubicBezTo>
                <a:cubicBezTo>
                  <a:pt x="3214" y="1328"/>
                  <a:pt x="3216" y="1336"/>
                  <a:pt x="3213" y="1342"/>
                </a:cubicBezTo>
                <a:cubicBezTo>
                  <a:pt x="3207" y="1365"/>
                  <a:pt x="3199" y="1366"/>
                  <a:pt x="3202" y="1370"/>
                </a:cubicBezTo>
                <a:cubicBezTo>
                  <a:pt x="3194" y="1393"/>
                  <a:pt x="3193" y="1396"/>
                  <a:pt x="3191" y="1399"/>
                </a:cubicBezTo>
                <a:cubicBezTo>
                  <a:pt x="3182" y="1431"/>
                  <a:pt x="3186" y="1436"/>
                  <a:pt x="3180" y="1438"/>
                </a:cubicBezTo>
                <a:cubicBezTo>
                  <a:pt x="3184" y="1446"/>
                  <a:pt x="3192" y="1438"/>
                  <a:pt x="3188" y="1427"/>
                </a:cubicBezTo>
                <a:cubicBezTo>
                  <a:pt x="3201" y="1389"/>
                  <a:pt x="3204" y="1380"/>
                  <a:pt x="3210" y="1371"/>
                </a:cubicBezTo>
                <a:cubicBezTo>
                  <a:pt x="3234" y="1306"/>
                  <a:pt x="3232" y="1295"/>
                  <a:pt x="3235" y="1286"/>
                </a:cubicBezTo>
                <a:cubicBezTo>
                  <a:pt x="3246" y="1236"/>
                  <a:pt x="3245" y="1231"/>
                  <a:pt x="3245" y="1226"/>
                </a:cubicBezTo>
                <a:cubicBezTo>
                  <a:pt x="3252" y="1156"/>
                  <a:pt x="3254" y="1146"/>
                  <a:pt x="3251" y="1135"/>
                </a:cubicBezTo>
                <a:cubicBezTo>
                  <a:pt x="3253" y="1084"/>
                  <a:pt x="3246" y="1062"/>
                  <a:pt x="3243" y="1041"/>
                </a:cubicBezTo>
                <a:cubicBezTo>
                  <a:pt x="3240" y="998"/>
                  <a:pt x="3234" y="986"/>
                  <a:pt x="3236" y="976"/>
                </a:cubicBezTo>
                <a:cubicBezTo>
                  <a:pt x="3253" y="1016"/>
                  <a:pt x="3250" y="1025"/>
                  <a:pt x="3251" y="1036"/>
                </a:cubicBezTo>
                <a:cubicBezTo>
                  <a:pt x="3259" y="1058"/>
                  <a:pt x="3260" y="1059"/>
                  <a:pt x="3260" y="1061"/>
                </a:cubicBezTo>
                <a:cubicBezTo>
                  <a:pt x="3265" y="1094"/>
                  <a:pt x="3262" y="1098"/>
                  <a:pt x="3263" y="1103"/>
                </a:cubicBezTo>
                <a:cubicBezTo>
                  <a:pt x="3267" y="1125"/>
                  <a:pt x="3264" y="1130"/>
                  <a:pt x="3264" y="1135"/>
                </a:cubicBezTo>
                <a:cubicBezTo>
                  <a:pt x="3265" y="1184"/>
                  <a:pt x="3263" y="1186"/>
                  <a:pt x="3262" y="1188"/>
                </a:cubicBezTo>
                <a:cubicBezTo>
                  <a:pt x="3264" y="1224"/>
                  <a:pt x="3258" y="1233"/>
                  <a:pt x="3261" y="1244"/>
                </a:cubicBezTo>
                <a:cubicBezTo>
                  <a:pt x="3258" y="1295"/>
                  <a:pt x="3252" y="1299"/>
                  <a:pt x="3248" y="1303"/>
                </a:cubicBezTo>
                <a:cubicBezTo>
                  <a:pt x="3248" y="1327"/>
                  <a:pt x="3244" y="1332"/>
                  <a:pt x="3247" y="1339"/>
                </a:cubicBezTo>
                <a:cubicBezTo>
                  <a:pt x="3235" y="1378"/>
                  <a:pt x="3233" y="1384"/>
                  <a:pt x="3235" y="1390"/>
                </a:cubicBezTo>
                <a:cubicBezTo>
                  <a:pt x="3220" y="1427"/>
                  <a:pt x="3219" y="1429"/>
                  <a:pt x="3218" y="1432"/>
                </a:cubicBezTo>
                <a:cubicBezTo>
                  <a:pt x="3202" y="1481"/>
                  <a:pt x="3197" y="1486"/>
                  <a:pt x="3198" y="1493"/>
                </a:cubicBezTo>
                <a:cubicBezTo>
                  <a:pt x="3188" y="1549"/>
                  <a:pt x="3188" y="1552"/>
                  <a:pt x="3190" y="1555"/>
                </a:cubicBezTo>
                <a:cubicBezTo>
                  <a:pt x="3191" y="1578"/>
                  <a:pt x="3185" y="1580"/>
                  <a:pt x="3187" y="1584"/>
                </a:cubicBezTo>
                <a:cubicBezTo>
                  <a:pt x="3198" y="1539"/>
                  <a:pt x="3196" y="1531"/>
                  <a:pt x="3200" y="1525"/>
                </a:cubicBezTo>
                <a:cubicBezTo>
                  <a:pt x="3215" y="1451"/>
                  <a:pt x="3233" y="1424"/>
                  <a:pt x="3240" y="1395"/>
                </a:cubicBezTo>
                <a:cubicBezTo>
                  <a:pt x="3242" y="1369"/>
                  <a:pt x="3253" y="1367"/>
                  <a:pt x="3249" y="1362"/>
                </a:cubicBezTo>
                <a:cubicBezTo>
                  <a:pt x="3258" y="1328"/>
                  <a:pt x="3257" y="1326"/>
                  <a:pt x="3258" y="1325"/>
                </a:cubicBezTo>
                <a:cubicBezTo>
                  <a:pt x="3263" y="1299"/>
                  <a:pt x="3264" y="1292"/>
                  <a:pt x="3265" y="1285"/>
                </a:cubicBezTo>
                <a:cubicBezTo>
                  <a:pt x="3273" y="1232"/>
                  <a:pt x="3267" y="1222"/>
                  <a:pt x="3275" y="1216"/>
                </a:cubicBezTo>
                <a:cubicBezTo>
                  <a:pt x="3273" y="1181"/>
                  <a:pt x="3272" y="1177"/>
                  <a:pt x="3275" y="1173"/>
                </a:cubicBezTo>
                <a:cubicBezTo>
                  <a:pt x="3271" y="1142"/>
                  <a:pt x="3276" y="1139"/>
                  <a:pt x="3275" y="1135"/>
                </a:cubicBezTo>
                <a:cubicBezTo>
                  <a:pt x="3275" y="1115"/>
                  <a:pt x="3277" y="1113"/>
                  <a:pt x="3275" y="1110"/>
                </a:cubicBezTo>
                <a:cubicBezTo>
                  <a:pt x="3266" y="1042"/>
                  <a:pt x="3265" y="1039"/>
                  <a:pt x="3265" y="1036"/>
                </a:cubicBezTo>
                <a:cubicBezTo>
                  <a:pt x="3265" y="1022"/>
                  <a:pt x="3274" y="1018"/>
                  <a:pt x="3279" y="1031"/>
                </a:cubicBezTo>
                <a:cubicBezTo>
                  <a:pt x="3283" y="1112"/>
                  <a:pt x="3292" y="1110"/>
                  <a:pt x="3289" y="1116"/>
                </a:cubicBezTo>
                <a:cubicBezTo>
                  <a:pt x="3295" y="1149"/>
                  <a:pt x="3288" y="1153"/>
                  <a:pt x="3292" y="1160"/>
                </a:cubicBezTo>
                <a:cubicBezTo>
                  <a:pt x="3290" y="1231"/>
                  <a:pt x="3294" y="1237"/>
                  <a:pt x="3293" y="1242"/>
                </a:cubicBezTo>
                <a:cubicBezTo>
                  <a:pt x="3292" y="1281"/>
                  <a:pt x="3291" y="1286"/>
                  <a:pt x="3288" y="1291"/>
                </a:cubicBezTo>
                <a:cubicBezTo>
                  <a:pt x="3287" y="1318"/>
                  <a:pt x="3281" y="1319"/>
                  <a:pt x="3284" y="1323"/>
                </a:cubicBezTo>
                <a:cubicBezTo>
                  <a:pt x="3273" y="1372"/>
                  <a:pt x="3269" y="1374"/>
                  <a:pt x="3268" y="1376"/>
                </a:cubicBezTo>
                <a:cubicBezTo>
                  <a:pt x="3258" y="1401"/>
                  <a:pt x="3267" y="1409"/>
                  <a:pt x="3258" y="1412"/>
                </a:cubicBezTo>
                <a:cubicBezTo>
                  <a:pt x="3246" y="1448"/>
                  <a:pt x="3240" y="1456"/>
                  <a:pt x="3240" y="1466"/>
                </a:cubicBezTo>
                <a:cubicBezTo>
                  <a:pt x="3232" y="1498"/>
                  <a:pt x="3226" y="1501"/>
                  <a:pt x="3224" y="1505"/>
                </a:cubicBezTo>
                <a:cubicBezTo>
                  <a:pt x="3214" y="1537"/>
                  <a:pt x="3214" y="1542"/>
                  <a:pt x="3213" y="1547"/>
                </a:cubicBezTo>
                <a:cubicBezTo>
                  <a:pt x="3210" y="1570"/>
                  <a:pt x="3207" y="1572"/>
                  <a:pt x="3207" y="1575"/>
                </a:cubicBezTo>
                <a:cubicBezTo>
                  <a:pt x="3206" y="1587"/>
                  <a:pt x="3213" y="1574"/>
                  <a:pt x="3217" y="1559"/>
                </a:cubicBezTo>
                <a:cubicBezTo>
                  <a:pt x="3226" y="1523"/>
                  <a:pt x="3228" y="1522"/>
                  <a:pt x="3227" y="1520"/>
                </a:cubicBezTo>
                <a:cubicBezTo>
                  <a:pt x="3236" y="1499"/>
                  <a:pt x="3235" y="1495"/>
                  <a:pt x="3238" y="1492"/>
                </a:cubicBezTo>
                <a:cubicBezTo>
                  <a:pt x="3249" y="1462"/>
                  <a:pt x="3251" y="1454"/>
                  <a:pt x="3254" y="1447"/>
                </a:cubicBezTo>
                <a:cubicBezTo>
                  <a:pt x="3266" y="1434"/>
                  <a:pt x="3259" y="1428"/>
                  <a:pt x="3267" y="1426"/>
                </a:cubicBezTo>
                <a:cubicBezTo>
                  <a:pt x="3291" y="1328"/>
                  <a:pt x="3293" y="1319"/>
                  <a:pt x="3295" y="1309"/>
                </a:cubicBezTo>
                <a:cubicBezTo>
                  <a:pt x="3295" y="1272"/>
                  <a:pt x="3304" y="1270"/>
                  <a:pt x="3299" y="1263"/>
                </a:cubicBezTo>
                <a:cubicBezTo>
                  <a:pt x="3300" y="1227"/>
                  <a:pt x="3303" y="1222"/>
                  <a:pt x="3300" y="1216"/>
                </a:cubicBezTo>
                <a:cubicBezTo>
                  <a:pt x="3306" y="1096"/>
                  <a:pt x="3289" y="1092"/>
                  <a:pt x="3296" y="1084"/>
                </a:cubicBezTo>
                <a:cubicBezTo>
                  <a:pt x="3307" y="1085"/>
                  <a:pt x="3304" y="1080"/>
                  <a:pt x="3302" y="1086"/>
                </a:cubicBezTo>
                <a:cubicBezTo>
                  <a:pt x="3316" y="1116"/>
                  <a:pt x="3310" y="1118"/>
                  <a:pt x="3315" y="1123"/>
                </a:cubicBezTo>
                <a:cubicBezTo>
                  <a:pt x="3320" y="1188"/>
                  <a:pt x="3309" y="1192"/>
                  <a:pt x="3315" y="1199"/>
                </a:cubicBezTo>
                <a:cubicBezTo>
                  <a:pt x="3308" y="1229"/>
                  <a:pt x="3313" y="1234"/>
                  <a:pt x="3311" y="1237"/>
                </a:cubicBezTo>
                <a:cubicBezTo>
                  <a:pt x="3302" y="1311"/>
                  <a:pt x="3307" y="1327"/>
                  <a:pt x="3302" y="1340"/>
                </a:cubicBezTo>
                <a:cubicBezTo>
                  <a:pt x="3290" y="1405"/>
                  <a:pt x="3289" y="1408"/>
                  <a:pt x="3288" y="1411"/>
                </a:cubicBezTo>
                <a:cubicBezTo>
                  <a:pt x="3277" y="1471"/>
                  <a:pt x="3275" y="1477"/>
                  <a:pt x="3272" y="1483"/>
                </a:cubicBezTo>
                <a:cubicBezTo>
                  <a:pt x="3265" y="1511"/>
                  <a:pt x="3263" y="1517"/>
                  <a:pt x="3263" y="1524"/>
                </a:cubicBezTo>
                <a:cubicBezTo>
                  <a:pt x="3248" y="1557"/>
                  <a:pt x="3247" y="1560"/>
                  <a:pt x="3250" y="1564"/>
                </a:cubicBezTo>
                <a:cubicBezTo>
                  <a:pt x="3251" y="1572"/>
                  <a:pt x="3252" y="1561"/>
                  <a:pt x="3259" y="1551"/>
                </a:cubicBezTo>
                <a:cubicBezTo>
                  <a:pt x="3271" y="1525"/>
                  <a:pt x="3265" y="1520"/>
                  <a:pt x="3270" y="1518"/>
                </a:cubicBezTo>
                <a:cubicBezTo>
                  <a:pt x="3282" y="1472"/>
                  <a:pt x="3288" y="1462"/>
                  <a:pt x="3291" y="1450"/>
                </a:cubicBezTo>
                <a:cubicBezTo>
                  <a:pt x="3301" y="1403"/>
                  <a:pt x="3302" y="1399"/>
                  <a:pt x="3301" y="1396"/>
                </a:cubicBezTo>
                <a:cubicBezTo>
                  <a:pt x="3305" y="1383"/>
                  <a:pt x="3304" y="1381"/>
                  <a:pt x="3306" y="1379"/>
                </a:cubicBezTo>
                <a:cubicBezTo>
                  <a:pt x="3314" y="1359"/>
                  <a:pt x="3308" y="1354"/>
                  <a:pt x="3311" y="1352"/>
                </a:cubicBezTo>
                <a:cubicBezTo>
                  <a:pt x="3312" y="1308"/>
                  <a:pt x="3320" y="1302"/>
                  <a:pt x="3317" y="1294"/>
                </a:cubicBezTo>
                <a:cubicBezTo>
                  <a:pt x="3325" y="1246"/>
                  <a:pt x="3318" y="1237"/>
                  <a:pt x="3322" y="1231"/>
                </a:cubicBezTo>
                <a:cubicBezTo>
                  <a:pt x="3327" y="1166"/>
                  <a:pt x="3326" y="1162"/>
                  <a:pt x="3324" y="1158"/>
                </a:cubicBezTo>
                <a:cubicBezTo>
                  <a:pt x="3326" y="1124"/>
                  <a:pt x="3320" y="1119"/>
                  <a:pt x="3325" y="1117"/>
                </a:cubicBezTo>
                <a:cubicBezTo>
                  <a:pt x="3331" y="1117"/>
                  <a:pt x="3335" y="1124"/>
                  <a:pt x="3339" y="1131"/>
                </a:cubicBezTo>
                <a:cubicBezTo>
                  <a:pt x="3344" y="1190"/>
                  <a:pt x="3346" y="1195"/>
                  <a:pt x="3344" y="1199"/>
                </a:cubicBezTo>
                <a:cubicBezTo>
                  <a:pt x="3344" y="1229"/>
                  <a:pt x="3347" y="1235"/>
                  <a:pt x="3346" y="1239"/>
                </a:cubicBezTo>
                <a:cubicBezTo>
                  <a:pt x="3345" y="1262"/>
                  <a:pt x="3347" y="1265"/>
                  <a:pt x="3348" y="1268"/>
                </a:cubicBezTo>
                <a:cubicBezTo>
                  <a:pt x="3344" y="1292"/>
                  <a:pt x="3342" y="1299"/>
                  <a:pt x="3340" y="1305"/>
                </a:cubicBezTo>
                <a:cubicBezTo>
                  <a:pt x="3337" y="1369"/>
                  <a:pt x="3330" y="1371"/>
                  <a:pt x="3330" y="1374"/>
                </a:cubicBezTo>
                <a:cubicBezTo>
                  <a:pt x="3325" y="1397"/>
                  <a:pt x="3324" y="1400"/>
                  <a:pt x="3325" y="1404"/>
                </a:cubicBezTo>
                <a:cubicBezTo>
                  <a:pt x="3316" y="1437"/>
                  <a:pt x="3315" y="1438"/>
                  <a:pt x="3314" y="1443"/>
                </a:cubicBezTo>
                <a:cubicBezTo>
                  <a:pt x="3305" y="1465"/>
                  <a:pt x="3312" y="1470"/>
                  <a:pt x="3306" y="1472"/>
                </a:cubicBezTo>
                <a:cubicBezTo>
                  <a:pt x="3300" y="1507"/>
                  <a:pt x="3299" y="1510"/>
                  <a:pt x="3297" y="1513"/>
                </a:cubicBezTo>
                <a:cubicBezTo>
                  <a:pt x="3293" y="1537"/>
                  <a:pt x="3285" y="1538"/>
                  <a:pt x="3290" y="1544"/>
                </a:cubicBezTo>
                <a:cubicBezTo>
                  <a:pt x="3287" y="1572"/>
                  <a:pt x="3276" y="1576"/>
                  <a:pt x="3281" y="1585"/>
                </a:cubicBezTo>
                <a:cubicBezTo>
                  <a:pt x="3277" y="1633"/>
                  <a:pt x="3271" y="1638"/>
                  <a:pt x="3275" y="1646"/>
                </a:cubicBezTo>
                <a:cubicBezTo>
                  <a:pt x="3268" y="1674"/>
                  <a:pt x="3272" y="1682"/>
                  <a:pt x="3268" y="1688"/>
                </a:cubicBezTo>
                <a:cubicBezTo>
                  <a:pt x="3263" y="1723"/>
                  <a:pt x="3269" y="1728"/>
                  <a:pt x="3266" y="1730"/>
                </a:cubicBezTo>
                <a:cubicBezTo>
                  <a:pt x="3271" y="1746"/>
                  <a:pt x="3274" y="1743"/>
                  <a:pt x="3269" y="1737"/>
                </a:cubicBezTo>
                <a:cubicBezTo>
                  <a:pt x="3272" y="1680"/>
                  <a:pt x="3280" y="1672"/>
                  <a:pt x="3278" y="1661"/>
                </a:cubicBezTo>
                <a:cubicBezTo>
                  <a:pt x="3282" y="1626"/>
                  <a:pt x="3284" y="1622"/>
                  <a:pt x="3283" y="1617"/>
                </a:cubicBezTo>
                <a:cubicBezTo>
                  <a:pt x="3289" y="1561"/>
                  <a:pt x="3298" y="1553"/>
                  <a:pt x="3298" y="1543"/>
                </a:cubicBezTo>
                <a:cubicBezTo>
                  <a:pt x="3308" y="1499"/>
                  <a:pt x="3315" y="1485"/>
                  <a:pt x="3316" y="1469"/>
                </a:cubicBezTo>
                <a:cubicBezTo>
                  <a:pt x="3325" y="1431"/>
                  <a:pt x="3330" y="1428"/>
                  <a:pt x="3331" y="1425"/>
                </a:cubicBezTo>
                <a:cubicBezTo>
                  <a:pt x="3340" y="1376"/>
                  <a:pt x="3345" y="1373"/>
                  <a:pt x="3343" y="1369"/>
                </a:cubicBezTo>
                <a:cubicBezTo>
                  <a:pt x="3349" y="1326"/>
                  <a:pt x="3347" y="1318"/>
                  <a:pt x="3352" y="1312"/>
                </a:cubicBezTo>
                <a:cubicBezTo>
                  <a:pt x="3355" y="1256"/>
                  <a:pt x="3358" y="1249"/>
                  <a:pt x="3354" y="1240"/>
                </a:cubicBezTo>
                <a:cubicBezTo>
                  <a:pt x="3356" y="1187"/>
                  <a:pt x="3353" y="1182"/>
                  <a:pt x="3352" y="1178"/>
                </a:cubicBezTo>
                <a:cubicBezTo>
                  <a:pt x="3350" y="1152"/>
                  <a:pt x="3358" y="1157"/>
                  <a:pt x="3365" y="1163"/>
                </a:cubicBezTo>
                <a:cubicBezTo>
                  <a:pt x="3365" y="1201"/>
                  <a:pt x="3368" y="1206"/>
                  <a:pt x="3367" y="1210"/>
                </a:cubicBezTo>
                <a:cubicBezTo>
                  <a:pt x="3365" y="1266"/>
                  <a:pt x="3369" y="1274"/>
                  <a:pt x="3367" y="1281"/>
                </a:cubicBezTo>
                <a:cubicBezTo>
                  <a:pt x="3359" y="1358"/>
                  <a:pt x="3362" y="1365"/>
                  <a:pt x="3360" y="1370"/>
                </a:cubicBezTo>
                <a:cubicBezTo>
                  <a:pt x="3357" y="1401"/>
                  <a:pt x="3353" y="1413"/>
                  <a:pt x="3354" y="1426"/>
                </a:cubicBezTo>
                <a:cubicBezTo>
                  <a:pt x="3342" y="1462"/>
                  <a:pt x="3341" y="1465"/>
                  <a:pt x="3339" y="1467"/>
                </a:cubicBezTo>
                <a:cubicBezTo>
                  <a:pt x="3337" y="1487"/>
                  <a:pt x="3329" y="1488"/>
                  <a:pt x="3332" y="1493"/>
                </a:cubicBezTo>
                <a:cubicBezTo>
                  <a:pt x="3311" y="1584"/>
                  <a:pt x="3307" y="1589"/>
                  <a:pt x="3306" y="1595"/>
                </a:cubicBezTo>
                <a:cubicBezTo>
                  <a:pt x="3297" y="1642"/>
                  <a:pt x="3295" y="1653"/>
                  <a:pt x="3297" y="1666"/>
                </a:cubicBezTo>
                <a:cubicBezTo>
                  <a:pt x="3296" y="1697"/>
                  <a:pt x="3297" y="1701"/>
                  <a:pt x="3300" y="1705"/>
                </a:cubicBezTo>
                <a:cubicBezTo>
                  <a:pt x="3307" y="1683"/>
                  <a:pt x="3299" y="1675"/>
                  <a:pt x="3305" y="1670"/>
                </a:cubicBezTo>
                <a:cubicBezTo>
                  <a:pt x="3314" y="1592"/>
                  <a:pt x="3317" y="1587"/>
                  <a:pt x="3320" y="1582"/>
                </a:cubicBezTo>
                <a:cubicBezTo>
                  <a:pt x="3327" y="1544"/>
                  <a:pt x="3331" y="1542"/>
                  <a:pt x="3331" y="1540"/>
                </a:cubicBezTo>
                <a:cubicBezTo>
                  <a:pt x="3333" y="1506"/>
                  <a:pt x="3344" y="1502"/>
                  <a:pt x="3342" y="1496"/>
                </a:cubicBezTo>
                <a:cubicBezTo>
                  <a:pt x="3368" y="1406"/>
                  <a:pt x="3367" y="1399"/>
                  <a:pt x="3368" y="1393"/>
                </a:cubicBezTo>
                <a:cubicBezTo>
                  <a:pt x="3372" y="1369"/>
                  <a:pt x="3370" y="1362"/>
                  <a:pt x="3374" y="1357"/>
                </a:cubicBezTo>
                <a:cubicBezTo>
                  <a:pt x="3370" y="1333"/>
                  <a:pt x="3376" y="1331"/>
                  <a:pt x="3374" y="1327"/>
                </a:cubicBezTo>
                <a:cubicBezTo>
                  <a:pt x="3375" y="1290"/>
                  <a:pt x="3379" y="1285"/>
                  <a:pt x="3375" y="1277"/>
                </a:cubicBezTo>
                <a:cubicBezTo>
                  <a:pt x="3380" y="1210"/>
                  <a:pt x="3373" y="1201"/>
                  <a:pt x="3378" y="1196"/>
                </a:cubicBezTo>
                <a:cubicBezTo>
                  <a:pt x="3387" y="1254"/>
                  <a:pt x="3398" y="1267"/>
                  <a:pt x="3391" y="1276"/>
                </a:cubicBezTo>
                <a:cubicBezTo>
                  <a:pt x="3393" y="1294"/>
                  <a:pt x="3394" y="1297"/>
                  <a:pt x="3390" y="1298"/>
                </a:cubicBezTo>
                <a:cubicBezTo>
                  <a:pt x="3386" y="1342"/>
                  <a:pt x="3393" y="1349"/>
                  <a:pt x="3389" y="1354"/>
                </a:cubicBezTo>
                <a:cubicBezTo>
                  <a:pt x="3387" y="1405"/>
                  <a:pt x="3377" y="1408"/>
                  <a:pt x="3380" y="1414"/>
                </a:cubicBezTo>
                <a:cubicBezTo>
                  <a:pt x="3373" y="1448"/>
                  <a:pt x="3368" y="1452"/>
                  <a:pt x="3369" y="1458"/>
                </a:cubicBezTo>
                <a:cubicBezTo>
                  <a:pt x="3348" y="1506"/>
                  <a:pt x="3357" y="1514"/>
                  <a:pt x="3351" y="1517"/>
                </a:cubicBezTo>
                <a:cubicBezTo>
                  <a:pt x="3346" y="1537"/>
                  <a:pt x="3342" y="1541"/>
                  <a:pt x="3344" y="1546"/>
                </a:cubicBezTo>
                <a:cubicBezTo>
                  <a:pt x="3339" y="1563"/>
                  <a:pt x="3338" y="1565"/>
                  <a:pt x="3336" y="1567"/>
                </a:cubicBezTo>
                <a:cubicBezTo>
                  <a:pt x="3327" y="1612"/>
                  <a:pt x="3322" y="1615"/>
                  <a:pt x="3323" y="1621"/>
                </a:cubicBezTo>
                <a:cubicBezTo>
                  <a:pt x="3319" y="1641"/>
                  <a:pt x="3315" y="1645"/>
                  <a:pt x="3319" y="1651"/>
                </a:cubicBezTo>
                <a:cubicBezTo>
                  <a:pt x="3313" y="1707"/>
                  <a:pt x="3315" y="1719"/>
                  <a:pt x="3311" y="1729"/>
                </a:cubicBezTo>
                <a:cubicBezTo>
                  <a:pt x="3316" y="1758"/>
                  <a:pt x="3318" y="1763"/>
                  <a:pt x="3316" y="1767"/>
                </a:cubicBezTo>
                <a:cubicBezTo>
                  <a:pt x="3321" y="1777"/>
                  <a:pt x="3325" y="1764"/>
                  <a:pt x="3316" y="1748"/>
                </a:cubicBezTo>
                <a:cubicBezTo>
                  <a:pt x="3319" y="1710"/>
                  <a:pt x="3319" y="1706"/>
                  <a:pt x="3320" y="1702"/>
                </a:cubicBezTo>
                <a:cubicBezTo>
                  <a:pt x="3317" y="1662"/>
                  <a:pt x="3326" y="1661"/>
                  <a:pt x="3321" y="1655"/>
                </a:cubicBezTo>
                <a:cubicBezTo>
                  <a:pt x="3331" y="1625"/>
                  <a:pt x="3332" y="1621"/>
                  <a:pt x="3333" y="1618"/>
                </a:cubicBezTo>
                <a:cubicBezTo>
                  <a:pt x="3354" y="1553"/>
                  <a:pt x="3353" y="1545"/>
                  <a:pt x="3355" y="1537"/>
                </a:cubicBezTo>
                <a:cubicBezTo>
                  <a:pt x="3359" y="1510"/>
                  <a:pt x="3369" y="1509"/>
                  <a:pt x="3366" y="1504"/>
                </a:cubicBezTo>
                <a:cubicBezTo>
                  <a:pt x="3373" y="1465"/>
                  <a:pt x="3384" y="1464"/>
                  <a:pt x="3378" y="1458"/>
                </a:cubicBezTo>
                <a:cubicBezTo>
                  <a:pt x="3390" y="1433"/>
                  <a:pt x="3381" y="1427"/>
                  <a:pt x="3389" y="1425"/>
                </a:cubicBezTo>
                <a:cubicBezTo>
                  <a:pt x="3399" y="1371"/>
                  <a:pt x="3400" y="1367"/>
                  <a:pt x="3399" y="1362"/>
                </a:cubicBezTo>
                <a:cubicBezTo>
                  <a:pt x="3402" y="1354"/>
                  <a:pt x="3405" y="1359"/>
                  <a:pt x="3406" y="1363"/>
                </a:cubicBezTo>
                <a:cubicBezTo>
                  <a:pt x="3407" y="1409"/>
                  <a:pt x="3398" y="1411"/>
                  <a:pt x="3403" y="1417"/>
                </a:cubicBezTo>
                <a:cubicBezTo>
                  <a:pt x="3397" y="1447"/>
                  <a:pt x="3396" y="1452"/>
                  <a:pt x="3396" y="1456"/>
                </a:cubicBezTo>
                <a:cubicBezTo>
                  <a:pt x="3371" y="1591"/>
                  <a:pt x="3367" y="1595"/>
                  <a:pt x="3366" y="1599"/>
                </a:cubicBezTo>
                <a:cubicBezTo>
                  <a:pt x="3363" y="1632"/>
                  <a:pt x="3356" y="1639"/>
                  <a:pt x="3361" y="1649"/>
                </a:cubicBezTo>
                <a:cubicBezTo>
                  <a:pt x="3355" y="1669"/>
                  <a:pt x="3358" y="1672"/>
                  <a:pt x="3356" y="1673"/>
                </a:cubicBezTo>
                <a:cubicBezTo>
                  <a:pt x="3352" y="1690"/>
                  <a:pt x="3360" y="1687"/>
                  <a:pt x="3361" y="1682"/>
                </a:cubicBezTo>
                <a:cubicBezTo>
                  <a:pt x="3372" y="1622"/>
                  <a:pt x="3371" y="1610"/>
                  <a:pt x="3374" y="1600"/>
                </a:cubicBezTo>
                <a:cubicBezTo>
                  <a:pt x="3382" y="1565"/>
                  <a:pt x="3383" y="1563"/>
                  <a:pt x="3385" y="1561"/>
                </a:cubicBezTo>
                <a:cubicBezTo>
                  <a:pt x="3392" y="1525"/>
                  <a:pt x="3396" y="1515"/>
                  <a:pt x="3399" y="1504"/>
                </a:cubicBezTo>
                <a:cubicBezTo>
                  <a:pt x="3409" y="1484"/>
                  <a:pt x="3400" y="1475"/>
                  <a:pt x="3404" y="1471"/>
                </a:cubicBezTo>
                <a:cubicBezTo>
                  <a:pt x="3407" y="1422"/>
                  <a:pt x="3415" y="1422"/>
                  <a:pt x="3417" y="1422"/>
                </a:cubicBezTo>
                <a:cubicBezTo>
                  <a:pt x="3414" y="1376"/>
                  <a:pt x="3413" y="1364"/>
                  <a:pt x="3416" y="1352"/>
                </a:cubicBezTo>
                <a:cubicBezTo>
                  <a:pt x="3415" y="1319"/>
                  <a:pt x="3409" y="1310"/>
                  <a:pt x="3412" y="1302"/>
                </a:cubicBezTo>
                <a:cubicBezTo>
                  <a:pt x="3410" y="1257"/>
                  <a:pt x="3415" y="1264"/>
                  <a:pt x="3415" y="1270"/>
                </a:cubicBezTo>
                <a:cubicBezTo>
                  <a:pt x="3433" y="1332"/>
                  <a:pt x="3430" y="1341"/>
                  <a:pt x="3435" y="1352"/>
                </a:cubicBezTo>
                <a:cubicBezTo>
                  <a:pt x="3435" y="1387"/>
                  <a:pt x="3432" y="1391"/>
                  <a:pt x="3436" y="1398"/>
                </a:cubicBezTo>
                <a:cubicBezTo>
                  <a:pt x="3432" y="1431"/>
                  <a:pt x="3436" y="1435"/>
                  <a:pt x="3431" y="1436"/>
                </a:cubicBezTo>
                <a:cubicBezTo>
                  <a:pt x="3428" y="1480"/>
                  <a:pt x="3430" y="1482"/>
                  <a:pt x="3432" y="1485"/>
                </a:cubicBezTo>
                <a:cubicBezTo>
                  <a:pt x="3427" y="1515"/>
                  <a:pt x="3428" y="1521"/>
                  <a:pt x="3424" y="1525"/>
                </a:cubicBezTo>
                <a:cubicBezTo>
                  <a:pt x="3417" y="1579"/>
                  <a:pt x="3414" y="1583"/>
                  <a:pt x="3417" y="1589"/>
                </a:cubicBezTo>
                <a:cubicBezTo>
                  <a:pt x="3403" y="1642"/>
                  <a:pt x="3402" y="1647"/>
                  <a:pt x="3402" y="1653"/>
                </a:cubicBezTo>
                <a:cubicBezTo>
                  <a:pt x="3390" y="1687"/>
                  <a:pt x="3394" y="1691"/>
                  <a:pt x="3389" y="1693"/>
                </a:cubicBezTo>
                <a:cubicBezTo>
                  <a:pt x="3375" y="1737"/>
                  <a:pt x="3375" y="1740"/>
                  <a:pt x="3377" y="1743"/>
                </a:cubicBezTo>
                <a:cubicBezTo>
                  <a:pt x="3364" y="1778"/>
                  <a:pt x="3370" y="1792"/>
                  <a:pt x="3361" y="1802"/>
                </a:cubicBezTo>
                <a:cubicBezTo>
                  <a:pt x="3361" y="1851"/>
                  <a:pt x="3364" y="1854"/>
                  <a:pt x="3362" y="1856"/>
                </a:cubicBezTo>
                <a:cubicBezTo>
                  <a:pt x="3366" y="1823"/>
                  <a:pt x="3372" y="1815"/>
                  <a:pt x="3367" y="1803"/>
                </a:cubicBezTo>
                <a:cubicBezTo>
                  <a:pt x="3376" y="1771"/>
                  <a:pt x="3375" y="1768"/>
                  <a:pt x="3379" y="1767"/>
                </a:cubicBezTo>
                <a:cubicBezTo>
                  <a:pt x="3383" y="1736"/>
                  <a:pt x="3387" y="1732"/>
                  <a:pt x="3390" y="1728"/>
                </a:cubicBezTo>
                <a:cubicBezTo>
                  <a:pt x="3397" y="1691"/>
                  <a:pt x="3403" y="1687"/>
                  <a:pt x="3404" y="1681"/>
                </a:cubicBezTo>
                <a:cubicBezTo>
                  <a:pt x="3411" y="1650"/>
                  <a:pt x="3412" y="1647"/>
                  <a:pt x="3413" y="1644"/>
                </a:cubicBezTo>
                <a:cubicBezTo>
                  <a:pt x="3415" y="1620"/>
                  <a:pt x="3422" y="1618"/>
                  <a:pt x="3417" y="1614"/>
                </a:cubicBezTo>
                <a:cubicBezTo>
                  <a:pt x="3423" y="1579"/>
                  <a:pt x="3434" y="1575"/>
                  <a:pt x="3429" y="1566"/>
                </a:cubicBezTo>
                <a:cubicBezTo>
                  <a:pt x="3436" y="1500"/>
                  <a:pt x="3438" y="1494"/>
                  <a:pt x="3441" y="1488"/>
                </a:cubicBezTo>
                <a:cubicBezTo>
                  <a:pt x="3442" y="1464"/>
                  <a:pt x="3441" y="1460"/>
                  <a:pt x="3440" y="1456"/>
                </a:cubicBezTo>
                <a:cubicBezTo>
                  <a:pt x="3448" y="1401"/>
                  <a:pt x="3441" y="1392"/>
                  <a:pt x="3446" y="1387"/>
                </a:cubicBezTo>
                <a:cubicBezTo>
                  <a:pt x="3451" y="1376"/>
                  <a:pt x="3448" y="1380"/>
                  <a:pt x="3448" y="1385"/>
                </a:cubicBezTo>
                <a:cubicBezTo>
                  <a:pt x="3445" y="1422"/>
                  <a:pt x="3452" y="1429"/>
                  <a:pt x="3452" y="1435"/>
                </a:cubicBezTo>
                <a:cubicBezTo>
                  <a:pt x="3455" y="1495"/>
                  <a:pt x="3447" y="1500"/>
                  <a:pt x="3450" y="1508"/>
                </a:cubicBezTo>
                <a:cubicBezTo>
                  <a:pt x="3441" y="1592"/>
                  <a:pt x="3429" y="1592"/>
                  <a:pt x="3436" y="1598"/>
                </a:cubicBezTo>
                <a:cubicBezTo>
                  <a:pt x="3423" y="1621"/>
                  <a:pt x="3439" y="1621"/>
                  <a:pt x="3432" y="1624"/>
                </a:cubicBezTo>
                <a:cubicBezTo>
                  <a:pt x="3413" y="1657"/>
                  <a:pt x="3429" y="1660"/>
                  <a:pt x="3423" y="1662"/>
                </a:cubicBezTo>
                <a:cubicBezTo>
                  <a:pt x="3410" y="1689"/>
                  <a:pt x="3409" y="1694"/>
                  <a:pt x="3412" y="1699"/>
                </a:cubicBezTo>
                <a:cubicBezTo>
                  <a:pt x="3404" y="1734"/>
                  <a:pt x="3393" y="1739"/>
                  <a:pt x="3398" y="1748"/>
                </a:cubicBezTo>
                <a:cubicBezTo>
                  <a:pt x="3395" y="1763"/>
                  <a:pt x="3390" y="1766"/>
                  <a:pt x="3392" y="1770"/>
                </a:cubicBezTo>
                <a:cubicBezTo>
                  <a:pt x="3387" y="1817"/>
                  <a:pt x="3388" y="1815"/>
                  <a:pt x="3389" y="1813"/>
                </a:cubicBezTo>
                <a:cubicBezTo>
                  <a:pt x="3396" y="1778"/>
                  <a:pt x="3400" y="1768"/>
                  <a:pt x="3398" y="1756"/>
                </a:cubicBezTo>
                <a:cubicBezTo>
                  <a:pt x="3410" y="1730"/>
                  <a:pt x="3405" y="1725"/>
                  <a:pt x="3412" y="1723"/>
                </a:cubicBezTo>
                <a:cubicBezTo>
                  <a:pt x="3424" y="1695"/>
                  <a:pt x="3419" y="1691"/>
                  <a:pt x="3422" y="1688"/>
                </a:cubicBezTo>
                <a:cubicBezTo>
                  <a:pt x="3441" y="1607"/>
                  <a:pt x="3447" y="1598"/>
                  <a:pt x="3446" y="1586"/>
                </a:cubicBezTo>
                <a:cubicBezTo>
                  <a:pt x="3457" y="1512"/>
                  <a:pt x="3462" y="1503"/>
                  <a:pt x="3460" y="1491"/>
                </a:cubicBezTo>
                <a:cubicBezTo>
                  <a:pt x="3461" y="1440"/>
                  <a:pt x="3458" y="1436"/>
                  <a:pt x="3463" y="1435"/>
                </a:cubicBezTo>
                <a:cubicBezTo>
                  <a:pt x="3462" y="1404"/>
                  <a:pt x="3459" y="1398"/>
                  <a:pt x="3460" y="1392"/>
                </a:cubicBezTo>
                <a:cubicBezTo>
                  <a:pt x="3458" y="1367"/>
                  <a:pt x="3470" y="1372"/>
                  <a:pt x="3475" y="1379"/>
                </a:cubicBezTo>
                <a:cubicBezTo>
                  <a:pt x="3480" y="1425"/>
                  <a:pt x="3483" y="1430"/>
                  <a:pt x="3479" y="1434"/>
                </a:cubicBezTo>
                <a:cubicBezTo>
                  <a:pt x="3482" y="1457"/>
                  <a:pt x="3478" y="1458"/>
                  <a:pt x="3478" y="1461"/>
                </a:cubicBezTo>
                <a:cubicBezTo>
                  <a:pt x="3476" y="1491"/>
                  <a:pt x="3479" y="1496"/>
                  <a:pt x="3478" y="1500"/>
                </a:cubicBezTo>
                <a:cubicBezTo>
                  <a:pt x="3470" y="1576"/>
                  <a:pt x="3467" y="1583"/>
                  <a:pt x="3467" y="1591"/>
                </a:cubicBezTo>
                <a:cubicBezTo>
                  <a:pt x="3464" y="1606"/>
                  <a:pt x="3461" y="1609"/>
                  <a:pt x="3461" y="1613"/>
                </a:cubicBezTo>
                <a:cubicBezTo>
                  <a:pt x="3454" y="1638"/>
                  <a:pt x="3454" y="1642"/>
                  <a:pt x="3449" y="1645"/>
                </a:cubicBezTo>
                <a:cubicBezTo>
                  <a:pt x="3438" y="1688"/>
                  <a:pt x="3436" y="1699"/>
                  <a:pt x="3431" y="1710"/>
                </a:cubicBezTo>
                <a:cubicBezTo>
                  <a:pt x="3427" y="1749"/>
                  <a:pt x="3419" y="1753"/>
                  <a:pt x="3421" y="1759"/>
                </a:cubicBezTo>
                <a:cubicBezTo>
                  <a:pt x="3414" y="1798"/>
                  <a:pt x="3406" y="1801"/>
                  <a:pt x="3408" y="1808"/>
                </a:cubicBezTo>
                <a:cubicBezTo>
                  <a:pt x="3398" y="1886"/>
                  <a:pt x="3391" y="1896"/>
                  <a:pt x="3394" y="1908"/>
                </a:cubicBezTo>
                <a:cubicBezTo>
                  <a:pt x="3390" y="1927"/>
                  <a:pt x="3395" y="1932"/>
                  <a:pt x="3393" y="1934"/>
                </a:cubicBezTo>
                <a:cubicBezTo>
                  <a:pt x="3390" y="1966"/>
                  <a:pt x="3394" y="1974"/>
                  <a:pt x="3392" y="1981"/>
                </a:cubicBezTo>
                <a:cubicBezTo>
                  <a:pt x="3388" y="2028"/>
                  <a:pt x="3392" y="2036"/>
                  <a:pt x="3392" y="2043"/>
                </a:cubicBezTo>
                <a:cubicBezTo>
                  <a:pt x="3401" y="2091"/>
                  <a:pt x="3402" y="2095"/>
                  <a:pt x="3405" y="2099"/>
                </a:cubicBezTo>
                <a:cubicBezTo>
                  <a:pt x="3401" y="2074"/>
                  <a:pt x="3404" y="2067"/>
                  <a:pt x="3397" y="2057"/>
                </a:cubicBezTo>
                <a:cubicBezTo>
                  <a:pt x="3400" y="1997"/>
                  <a:pt x="3395" y="1981"/>
                  <a:pt x="3401" y="1967"/>
                </a:cubicBezTo>
                <a:cubicBezTo>
                  <a:pt x="3408" y="1929"/>
                  <a:pt x="3404" y="1925"/>
                  <a:pt x="3409" y="1924"/>
                </a:cubicBezTo>
                <a:cubicBezTo>
                  <a:pt x="3415" y="1896"/>
                  <a:pt x="3417" y="1889"/>
                  <a:pt x="3421" y="1882"/>
                </a:cubicBezTo>
                <a:cubicBezTo>
                  <a:pt x="3432" y="1848"/>
                  <a:pt x="3435" y="1845"/>
                  <a:pt x="3435" y="1841"/>
                </a:cubicBezTo>
                <a:cubicBezTo>
                  <a:pt x="3464" y="1774"/>
                  <a:pt x="3463" y="1766"/>
                  <a:pt x="3468" y="1760"/>
                </a:cubicBezTo>
                <a:cubicBezTo>
                  <a:pt x="3481" y="1724"/>
                  <a:pt x="3478" y="1719"/>
                  <a:pt x="3482" y="1716"/>
                </a:cubicBezTo>
                <a:cubicBezTo>
                  <a:pt x="3494" y="1652"/>
                  <a:pt x="3496" y="1648"/>
                  <a:pt x="3495" y="1643"/>
                </a:cubicBezTo>
                <a:cubicBezTo>
                  <a:pt x="3500" y="1623"/>
                  <a:pt x="3502" y="1622"/>
                  <a:pt x="3500" y="1619"/>
                </a:cubicBezTo>
                <a:cubicBezTo>
                  <a:pt x="3506" y="1577"/>
                  <a:pt x="3508" y="1573"/>
                  <a:pt x="3506" y="1568"/>
                </a:cubicBezTo>
                <a:cubicBezTo>
                  <a:pt x="3512" y="1540"/>
                  <a:pt x="3511" y="1535"/>
                  <a:pt x="3513" y="1532"/>
                </a:cubicBezTo>
                <a:cubicBezTo>
                  <a:pt x="3515" y="1572"/>
                  <a:pt x="3510" y="1584"/>
                  <a:pt x="3515" y="1599"/>
                </a:cubicBezTo>
                <a:cubicBezTo>
                  <a:pt x="3504" y="1650"/>
                  <a:pt x="3506" y="1658"/>
                  <a:pt x="3504" y="1665"/>
                </a:cubicBezTo>
                <a:cubicBezTo>
                  <a:pt x="3496" y="1703"/>
                  <a:pt x="3488" y="1716"/>
                  <a:pt x="3485" y="1731"/>
                </a:cubicBezTo>
                <a:cubicBezTo>
                  <a:pt x="3479" y="1756"/>
                  <a:pt x="3474" y="1759"/>
                  <a:pt x="3476" y="1763"/>
                </a:cubicBezTo>
                <a:cubicBezTo>
                  <a:pt x="3463" y="1803"/>
                  <a:pt x="3464" y="1811"/>
                  <a:pt x="3457" y="1818"/>
                </a:cubicBezTo>
                <a:cubicBezTo>
                  <a:pt x="3452" y="1843"/>
                  <a:pt x="3449" y="1846"/>
                  <a:pt x="3449" y="1850"/>
                </a:cubicBezTo>
                <a:cubicBezTo>
                  <a:pt x="3437" y="1873"/>
                  <a:pt x="3443" y="1879"/>
                  <a:pt x="3440" y="1882"/>
                </a:cubicBezTo>
                <a:cubicBezTo>
                  <a:pt x="3435" y="1913"/>
                  <a:pt x="3436" y="1921"/>
                  <a:pt x="3433" y="1927"/>
                </a:cubicBezTo>
                <a:cubicBezTo>
                  <a:pt x="3431" y="1993"/>
                  <a:pt x="3438" y="2005"/>
                  <a:pt x="3437" y="2015"/>
                </a:cubicBezTo>
                <a:cubicBezTo>
                  <a:pt x="3445" y="2068"/>
                  <a:pt x="3449" y="2081"/>
                  <a:pt x="3454" y="2079"/>
                </a:cubicBezTo>
                <a:cubicBezTo>
                  <a:pt x="3446" y="2029"/>
                  <a:pt x="3445" y="2025"/>
                  <a:pt x="3442" y="2020"/>
                </a:cubicBezTo>
                <a:cubicBezTo>
                  <a:pt x="3442" y="1992"/>
                  <a:pt x="3443" y="1983"/>
                  <a:pt x="3440" y="1973"/>
                </a:cubicBezTo>
                <a:cubicBezTo>
                  <a:pt x="3445" y="1909"/>
                  <a:pt x="3446" y="1899"/>
                  <a:pt x="3445" y="1891"/>
                </a:cubicBezTo>
                <a:cubicBezTo>
                  <a:pt x="3461" y="1854"/>
                  <a:pt x="3460" y="1850"/>
                  <a:pt x="3460" y="1846"/>
                </a:cubicBezTo>
                <a:cubicBezTo>
                  <a:pt x="3475" y="1793"/>
                  <a:pt x="3479" y="1786"/>
                  <a:pt x="3482" y="1779"/>
                </a:cubicBezTo>
                <a:cubicBezTo>
                  <a:pt x="3507" y="1698"/>
                  <a:pt x="3509" y="1684"/>
                  <a:pt x="3513" y="1671"/>
                </a:cubicBezTo>
                <a:cubicBezTo>
                  <a:pt x="3520" y="1649"/>
                  <a:pt x="3514" y="1643"/>
                  <a:pt x="3518" y="1641"/>
                </a:cubicBezTo>
                <a:cubicBezTo>
                  <a:pt x="3521" y="1601"/>
                  <a:pt x="3525" y="1595"/>
                  <a:pt x="3522" y="1586"/>
                </a:cubicBezTo>
                <a:cubicBezTo>
                  <a:pt x="3525" y="1554"/>
                  <a:pt x="3525" y="1552"/>
                  <a:pt x="3523" y="1550"/>
                </a:cubicBezTo>
                <a:cubicBezTo>
                  <a:pt x="3531" y="1579"/>
                  <a:pt x="3531" y="1583"/>
                  <a:pt x="3531" y="1587"/>
                </a:cubicBezTo>
                <a:cubicBezTo>
                  <a:pt x="3529" y="1651"/>
                  <a:pt x="3527" y="1653"/>
                  <a:pt x="3529" y="1656"/>
                </a:cubicBezTo>
                <a:cubicBezTo>
                  <a:pt x="3522" y="1684"/>
                  <a:pt x="3521" y="1689"/>
                  <a:pt x="3521" y="1694"/>
                </a:cubicBezTo>
                <a:cubicBezTo>
                  <a:pt x="3516" y="1729"/>
                  <a:pt x="3504" y="1731"/>
                  <a:pt x="3507" y="1737"/>
                </a:cubicBezTo>
                <a:cubicBezTo>
                  <a:pt x="3498" y="1768"/>
                  <a:pt x="3498" y="1771"/>
                  <a:pt x="3498" y="1773"/>
                </a:cubicBezTo>
                <a:cubicBezTo>
                  <a:pt x="3485" y="1804"/>
                  <a:pt x="3490" y="1816"/>
                  <a:pt x="3483" y="1825"/>
                </a:cubicBezTo>
                <a:cubicBezTo>
                  <a:pt x="3480" y="1845"/>
                  <a:pt x="3479" y="1850"/>
                  <a:pt x="3479" y="1855"/>
                </a:cubicBezTo>
                <a:cubicBezTo>
                  <a:pt x="3475" y="1908"/>
                  <a:pt x="3465" y="1910"/>
                  <a:pt x="3470" y="1917"/>
                </a:cubicBezTo>
                <a:cubicBezTo>
                  <a:pt x="3465" y="1968"/>
                  <a:pt x="3468" y="1974"/>
                  <a:pt x="3464" y="1978"/>
                </a:cubicBezTo>
                <a:cubicBezTo>
                  <a:pt x="3472" y="2023"/>
                  <a:pt x="3468" y="2033"/>
                  <a:pt x="3472" y="2044"/>
                </a:cubicBezTo>
                <a:cubicBezTo>
                  <a:pt x="3481" y="2100"/>
                  <a:pt x="3492" y="2101"/>
                  <a:pt x="3486" y="2107"/>
                </a:cubicBezTo>
                <a:cubicBezTo>
                  <a:pt x="3498" y="2137"/>
                  <a:pt x="3500" y="2142"/>
                  <a:pt x="3503" y="2141"/>
                </a:cubicBezTo>
                <a:cubicBezTo>
                  <a:pt x="3487" y="2075"/>
                  <a:pt x="3484" y="2068"/>
                  <a:pt x="3482" y="2061"/>
                </a:cubicBezTo>
                <a:cubicBezTo>
                  <a:pt x="3474" y="2027"/>
                  <a:pt x="3481" y="2026"/>
                  <a:pt x="3478" y="2022"/>
                </a:cubicBezTo>
                <a:cubicBezTo>
                  <a:pt x="3476" y="1955"/>
                  <a:pt x="3478" y="1948"/>
                  <a:pt x="3476" y="1941"/>
                </a:cubicBezTo>
                <a:cubicBezTo>
                  <a:pt x="3484" y="1875"/>
                  <a:pt x="3485" y="1872"/>
                  <a:pt x="3487" y="1869"/>
                </a:cubicBezTo>
                <a:cubicBezTo>
                  <a:pt x="3489" y="1844"/>
                  <a:pt x="3495" y="1842"/>
                  <a:pt x="3490" y="1837"/>
                </a:cubicBezTo>
                <a:cubicBezTo>
                  <a:pt x="3500" y="1788"/>
                  <a:pt x="3510" y="1762"/>
                  <a:pt x="3520" y="1735"/>
                </a:cubicBezTo>
                <a:cubicBezTo>
                  <a:pt x="3536" y="1682"/>
                  <a:pt x="3530" y="1677"/>
                  <a:pt x="3535" y="1675"/>
                </a:cubicBezTo>
                <a:cubicBezTo>
                  <a:pt x="3539" y="1659"/>
                  <a:pt x="3538" y="1655"/>
                  <a:pt x="3541" y="1658"/>
                </a:cubicBezTo>
                <a:cubicBezTo>
                  <a:pt x="3517" y="1789"/>
                  <a:pt x="3524" y="1796"/>
                  <a:pt x="3518" y="1799"/>
                </a:cubicBezTo>
                <a:cubicBezTo>
                  <a:pt x="3515" y="1821"/>
                  <a:pt x="3511" y="1825"/>
                  <a:pt x="3515" y="1831"/>
                </a:cubicBezTo>
                <a:cubicBezTo>
                  <a:pt x="3509" y="1869"/>
                  <a:pt x="3503" y="1873"/>
                  <a:pt x="3507" y="1880"/>
                </a:cubicBezTo>
                <a:cubicBezTo>
                  <a:pt x="3503" y="1908"/>
                  <a:pt x="3500" y="1910"/>
                  <a:pt x="3501" y="1913"/>
                </a:cubicBezTo>
                <a:cubicBezTo>
                  <a:pt x="3498" y="1956"/>
                  <a:pt x="3499" y="1968"/>
                  <a:pt x="3500" y="1979"/>
                </a:cubicBezTo>
                <a:cubicBezTo>
                  <a:pt x="3506" y="2052"/>
                  <a:pt x="3514" y="2059"/>
                  <a:pt x="3510" y="2063"/>
                </a:cubicBezTo>
                <a:cubicBezTo>
                  <a:pt x="3538" y="2132"/>
                  <a:pt x="3538" y="2143"/>
                  <a:pt x="3548" y="2157"/>
                </a:cubicBezTo>
                <a:cubicBezTo>
                  <a:pt x="3547" y="2144"/>
                  <a:pt x="3540" y="2128"/>
                  <a:pt x="3532" y="2111"/>
                </a:cubicBezTo>
                <a:cubicBezTo>
                  <a:pt x="3530" y="2090"/>
                  <a:pt x="3523" y="2082"/>
                  <a:pt x="3523" y="2076"/>
                </a:cubicBezTo>
                <a:cubicBezTo>
                  <a:pt x="3515" y="2007"/>
                  <a:pt x="3512" y="2002"/>
                  <a:pt x="3511" y="1998"/>
                </a:cubicBezTo>
                <a:cubicBezTo>
                  <a:pt x="3511" y="1925"/>
                  <a:pt x="3511" y="1917"/>
                  <a:pt x="3513" y="1909"/>
                </a:cubicBezTo>
                <a:cubicBezTo>
                  <a:pt x="3519" y="1876"/>
                  <a:pt x="3513" y="1866"/>
                  <a:pt x="3519" y="1859"/>
                </a:cubicBezTo>
                <a:cubicBezTo>
                  <a:pt x="3526" y="1827"/>
                  <a:pt x="3521" y="1817"/>
                  <a:pt x="3527" y="1811"/>
                </a:cubicBezTo>
                <a:cubicBezTo>
                  <a:pt x="3533" y="1769"/>
                  <a:pt x="3540" y="1767"/>
                  <a:pt x="3537" y="1761"/>
                </a:cubicBezTo>
                <a:cubicBezTo>
                  <a:pt x="3544" y="1729"/>
                  <a:pt x="3544" y="1721"/>
                  <a:pt x="3545" y="1713"/>
                </a:cubicBezTo>
                <a:cubicBezTo>
                  <a:pt x="3553" y="1672"/>
                  <a:pt x="3550" y="1667"/>
                  <a:pt x="3552" y="1662"/>
                </a:cubicBezTo>
                <a:cubicBezTo>
                  <a:pt x="3554" y="1642"/>
                  <a:pt x="3553" y="1638"/>
                  <a:pt x="3556" y="1641"/>
                </a:cubicBezTo>
                <a:cubicBezTo>
                  <a:pt x="3564" y="1736"/>
                  <a:pt x="3565" y="1745"/>
                  <a:pt x="3563" y="1754"/>
                </a:cubicBezTo>
                <a:cubicBezTo>
                  <a:pt x="3558" y="1799"/>
                  <a:pt x="3551" y="1802"/>
                  <a:pt x="3556" y="1808"/>
                </a:cubicBezTo>
                <a:cubicBezTo>
                  <a:pt x="3546" y="1849"/>
                  <a:pt x="3547" y="1852"/>
                  <a:pt x="3547" y="1854"/>
                </a:cubicBezTo>
                <a:cubicBezTo>
                  <a:pt x="3542" y="1894"/>
                  <a:pt x="3541" y="1898"/>
                  <a:pt x="3536" y="1902"/>
                </a:cubicBezTo>
                <a:cubicBezTo>
                  <a:pt x="3535" y="1925"/>
                  <a:pt x="3535" y="1927"/>
                  <a:pt x="3535" y="1929"/>
                </a:cubicBezTo>
                <a:cubicBezTo>
                  <a:pt x="3525" y="1979"/>
                  <a:pt x="3527" y="1989"/>
                  <a:pt x="3525" y="1998"/>
                </a:cubicBezTo>
                <a:cubicBezTo>
                  <a:pt x="3539" y="2083"/>
                  <a:pt x="3540" y="2080"/>
                  <a:pt x="3537" y="2076"/>
                </a:cubicBezTo>
                <a:cubicBezTo>
                  <a:pt x="3532" y="2032"/>
                  <a:pt x="3531" y="2024"/>
                  <a:pt x="3533" y="2018"/>
                </a:cubicBezTo>
                <a:cubicBezTo>
                  <a:pt x="3537" y="1977"/>
                  <a:pt x="3538" y="1973"/>
                  <a:pt x="3538" y="1968"/>
                </a:cubicBezTo>
                <a:cubicBezTo>
                  <a:pt x="3543" y="1933"/>
                  <a:pt x="3545" y="1924"/>
                  <a:pt x="3546" y="1915"/>
                </a:cubicBezTo>
                <a:cubicBezTo>
                  <a:pt x="3550" y="1884"/>
                  <a:pt x="3554" y="1883"/>
                  <a:pt x="3553" y="1880"/>
                </a:cubicBezTo>
                <a:cubicBezTo>
                  <a:pt x="3559" y="1851"/>
                  <a:pt x="3560" y="1841"/>
                  <a:pt x="3561" y="1832"/>
                </a:cubicBezTo>
                <a:cubicBezTo>
                  <a:pt x="3568" y="1790"/>
                  <a:pt x="3567" y="1787"/>
                  <a:pt x="3571" y="1786"/>
                </a:cubicBezTo>
                <a:cubicBezTo>
                  <a:pt x="3572" y="1822"/>
                  <a:pt x="3568" y="1827"/>
                  <a:pt x="3571" y="1835"/>
                </a:cubicBezTo>
                <a:cubicBezTo>
                  <a:pt x="3568" y="1875"/>
                  <a:pt x="3568" y="1878"/>
                  <a:pt x="3567" y="1881"/>
                </a:cubicBezTo>
                <a:cubicBezTo>
                  <a:pt x="3563" y="1933"/>
                  <a:pt x="3559" y="1938"/>
                  <a:pt x="3562" y="1944"/>
                </a:cubicBezTo>
                <a:cubicBezTo>
                  <a:pt x="3557" y="1996"/>
                  <a:pt x="3552" y="2000"/>
                  <a:pt x="3554" y="2006"/>
                </a:cubicBezTo>
                <a:cubicBezTo>
                  <a:pt x="3559" y="2073"/>
                  <a:pt x="3554" y="2087"/>
                  <a:pt x="3562" y="2105"/>
                </a:cubicBezTo>
                <a:cubicBezTo>
                  <a:pt x="3569" y="2134"/>
                  <a:pt x="3564" y="2137"/>
                  <a:pt x="3569" y="2142"/>
                </a:cubicBezTo>
                <a:cubicBezTo>
                  <a:pt x="3579" y="2160"/>
                  <a:pt x="3579" y="2160"/>
                  <a:pt x="3579" y="2160"/>
                </a:cubicBezTo>
                <a:cubicBezTo>
                  <a:pt x="3570" y="2116"/>
                  <a:pt x="3569" y="2110"/>
                  <a:pt x="3566" y="2103"/>
                </a:cubicBezTo>
                <a:cubicBezTo>
                  <a:pt x="3565" y="2043"/>
                  <a:pt x="3560" y="2036"/>
                  <a:pt x="3563" y="2031"/>
                </a:cubicBezTo>
                <a:cubicBezTo>
                  <a:pt x="3562" y="1988"/>
                  <a:pt x="3567" y="1984"/>
                  <a:pt x="3565" y="1977"/>
                </a:cubicBezTo>
                <a:cubicBezTo>
                  <a:pt x="3575" y="1922"/>
                  <a:pt x="3572" y="1917"/>
                  <a:pt x="3576" y="1914"/>
                </a:cubicBezTo>
                <a:cubicBezTo>
                  <a:pt x="3581" y="1883"/>
                  <a:pt x="3574" y="1877"/>
                  <a:pt x="3580" y="1874"/>
                </a:cubicBezTo>
                <a:cubicBezTo>
                  <a:pt x="3581" y="1811"/>
                  <a:pt x="3583" y="1803"/>
                  <a:pt x="3584" y="1795"/>
                </a:cubicBezTo>
                <a:cubicBezTo>
                  <a:pt x="3586" y="1732"/>
                  <a:pt x="3581" y="1721"/>
                  <a:pt x="3583" y="1713"/>
                </a:cubicBezTo>
                <a:cubicBezTo>
                  <a:pt x="3592" y="1764"/>
                  <a:pt x="3588" y="1768"/>
                  <a:pt x="3588" y="1773"/>
                </a:cubicBezTo>
                <a:cubicBezTo>
                  <a:pt x="3588" y="1842"/>
                  <a:pt x="3593" y="1853"/>
                  <a:pt x="3590" y="1862"/>
                </a:cubicBezTo>
                <a:cubicBezTo>
                  <a:pt x="3591" y="1932"/>
                  <a:pt x="3586" y="1940"/>
                  <a:pt x="3588" y="1951"/>
                </a:cubicBezTo>
                <a:cubicBezTo>
                  <a:pt x="3582" y="1998"/>
                  <a:pt x="3584" y="2004"/>
                  <a:pt x="3583" y="2008"/>
                </a:cubicBezTo>
                <a:cubicBezTo>
                  <a:pt x="3579" y="2026"/>
                  <a:pt x="3580" y="2032"/>
                  <a:pt x="3580" y="2037"/>
                </a:cubicBezTo>
                <a:cubicBezTo>
                  <a:pt x="3584" y="2088"/>
                  <a:pt x="3584" y="2107"/>
                  <a:pt x="3592" y="2129"/>
                </a:cubicBezTo>
                <a:cubicBezTo>
                  <a:pt x="3605" y="2160"/>
                  <a:pt x="3605" y="2160"/>
                  <a:pt x="3605" y="2160"/>
                </a:cubicBezTo>
                <a:cubicBezTo>
                  <a:pt x="3593" y="2092"/>
                  <a:pt x="3588" y="2086"/>
                  <a:pt x="3589" y="2081"/>
                </a:cubicBezTo>
                <a:cubicBezTo>
                  <a:pt x="3589" y="2049"/>
                  <a:pt x="3586" y="2043"/>
                  <a:pt x="3590" y="2040"/>
                </a:cubicBezTo>
                <a:cubicBezTo>
                  <a:pt x="3592" y="1978"/>
                  <a:pt x="3594" y="1974"/>
                  <a:pt x="3597" y="1970"/>
                </a:cubicBezTo>
                <a:cubicBezTo>
                  <a:pt x="3600" y="1927"/>
                  <a:pt x="3597" y="1924"/>
                  <a:pt x="3599" y="1922"/>
                </a:cubicBezTo>
                <a:cubicBezTo>
                  <a:pt x="3602" y="1891"/>
                  <a:pt x="3601" y="1882"/>
                  <a:pt x="3601" y="1872"/>
                </a:cubicBezTo>
                <a:cubicBezTo>
                  <a:pt x="3605" y="1808"/>
                  <a:pt x="3598" y="1796"/>
                  <a:pt x="3601" y="1787"/>
                </a:cubicBezTo>
                <a:cubicBezTo>
                  <a:pt x="3606" y="1817"/>
                  <a:pt x="3609" y="1821"/>
                  <a:pt x="3610" y="1826"/>
                </a:cubicBezTo>
                <a:cubicBezTo>
                  <a:pt x="3615" y="1876"/>
                  <a:pt x="3610" y="1882"/>
                  <a:pt x="3610" y="1889"/>
                </a:cubicBezTo>
                <a:cubicBezTo>
                  <a:pt x="3603" y="1955"/>
                  <a:pt x="3607" y="1963"/>
                  <a:pt x="3604" y="1969"/>
                </a:cubicBezTo>
                <a:cubicBezTo>
                  <a:pt x="3602" y="2003"/>
                  <a:pt x="3609" y="2008"/>
                  <a:pt x="3606" y="2011"/>
                </a:cubicBezTo>
                <a:cubicBezTo>
                  <a:pt x="3608" y="2038"/>
                  <a:pt x="3605" y="2044"/>
                  <a:pt x="3608" y="2052"/>
                </a:cubicBezTo>
                <a:cubicBezTo>
                  <a:pt x="3607" y="2086"/>
                  <a:pt x="3614" y="2092"/>
                  <a:pt x="3610" y="2094"/>
                </a:cubicBezTo>
                <a:cubicBezTo>
                  <a:pt x="3629" y="2141"/>
                  <a:pt x="3624" y="2122"/>
                  <a:pt x="3621" y="2104"/>
                </a:cubicBezTo>
                <a:cubicBezTo>
                  <a:pt x="3617" y="2034"/>
                  <a:pt x="3614" y="2029"/>
                  <a:pt x="3617" y="2025"/>
                </a:cubicBezTo>
                <a:cubicBezTo>
                  <a:pt x="3613" y="1967"/>
                  <a:pt x="3616" y="1954"/>
                  <a:pt x="3617" y="1940"/>
                </a:cubicBezTo>
                <a:cubicBezTo>
                  <a:pt x="3620" y="1907"/>
                  <a:pt x="3620" y="1906"/>
                  <a:pt x="3619" y="1903"/>
                </a:cubicBezTo>
                <a:cubicBezTo>
                  <a:pt x="3625" y="1960"/>
                  <a:pt x="3635" y="1977"/>
                  <a:pt x="3626" y="1989"/>
                </a:cubicBezTo>
                <a:cubicBezTo>
                  <a:pt x="3632" y="2019"/>
                  <a:pt x="3629" y="2022"/>
                  <a:pt x="3629" y="2023"/>
                </a:cubicBezTo>
                <a:cubicBezTo>
                  <a:pt x="3639" y="2083"/>
                  <a:pt x="3643" y="2106"/>
                  <a:pt x="3650" y="2131"/>
                </a:cubicBezTo>
                <a:cubicBezTo>
                  <a:pt x="3646" y="2095"/>
                  <a:pt x="3648" y="2087"/>
                  <a:pt x="3644" y="2077"/>
                </a:cubicBezTo>
                <a:cubicBezTo>
                  <a:pt x="3642" y="1997"/>
                  <a:pt x="3638" y="1989"/>
                  <a:pt x="3642" y="1983"/>
                </a:cubicBezTo>
                <a:cubicBezTo>
                  <a:pt x="3636" y="1915"/>
                  <a:pt x="3635" y="1908"/>
                  <a:pt x="3633" y="1900"/>
                </a:cubicBezTo>
                <a:cubicBezTo>
                  <a:pt x="3632" y="1877"/>
                  <a:pt x="3626" y="1869"/>
                  <a:pt x="3628" y="1862"/>
                </a:cubicBezTo>
                <a:cubicBezTo>
                  <a:pt x="3704" y="2064"/>
                  <a:pt x="3715" y="2091"/>
                  <a:pt x="3723" y="2120"/>
                </a:cubicBezTo>
                <a:cubicBezTo>
                  <a:pt x="3738" y="2147"/>
                  <a:pt x="3735" y="2134"/>
                  <a:pt x="3732" y="2120"/>
                </a:cubicBezTo>
                <a:cubicBezTo>
                  <a:pt x="3671" y="1955"/>
                  <a:pt x="3666" y="1948"/>
                  <a:pt x="3665" y="1942"/>
                </a:cubicBezTo>
                <a:cubicBezTo>
                  <a:pt x="3658" y="1918"/>
                  <a:pt x="3659" y="1920"/>
                  <a:pt x="3656" y="1912"/>
                </a:cubicBezTo>
                <a:cubicBezTo>
                  <a:pt x="3644" y="1868"/>
                  <a:pt x="3634" y="1861"/>
                  <a:pt x="3638" y="1856"/>
                </a:cubicBezTo>
                <a:cubicBezTo>
                  <a:pt x="3654" y="1880"/>
                  <a:pt x="3649" y="1882"/>
                  <a:pt x="3653" y="1886"/>
                </a:cubicBezTo>
                <a:cubicBezTo>
                  <a:pt x="3690" y="1949"/>
                  <a:pt x="3693" y="1958"/>
                  <a:pt x="3702" y="1968"/>
                </a:cubicBezTo>
                <a:cubicBezTo>
                  <a:pt x="3745" y="2097"/>
                  <a:pt x="3753" y="2103"/>
                  <a:pt x="3754" y="2107"/>
                </a:cubicBezTo>
                <a:cubicBezTo>
                  <a:pt x="3776" y="2160"/>
                  <a:pt x="3776" y="2160"/>
                  <a:pt x="3776" y="2160"/>
                </a:cubicBezTo>
                <a:cubicBezTo>
                  <a:pt x="3769" y="2130"/>
                  <a:pt x="3760" y="2123"/>
                  <a:pt x="3765" y="2121"/>
                </a:cubicBezTo>
                <a:cubicBezTo>
                  <a:pt x="3734" y="2035"/>
                  <a:pt x="3731" y="2018"/>
                  <a:pt x="3726" y="2000"/>
                </a:cubicBezTo>
                <a:cubicBezTo>
                  <a:pt x="3693" y="1934"/>
                  <a:pt x="3677" y="1912"/>
                  <a:pt x="3655" y="1871"/>
                </a:cubicBezTo>
                <a:cubicBezTo>
                  <a:pt x="3628" y="1820"/>
                  <a:pt x="3632" y="1818"/>
                  <a:pt x="3627" y="1813"/>
                </a:cubicBezTo>
                <a:cubicBezTo>
                  <a:pt x="3618" y="1792"/>
                  <a:pt x="3615" y="1792"/>
                  <a:pt x="3616" y="1793"/>
                </a:cubicBezTo>
                <a:cubicBezTo>
                  <a:pt x="3614" y="1770"/>
                  <a:pt x="3625" y="1783"/>
                  <a:pt x="3633" y="1799"/>
                </a:cubicBezTo>
                <a:cubicBezTo>
                  <a:pt x="3676" y="1871"/>
                  <a:pt x="3684" y="1880"/>
                  <a:pt x="3682" y="1886"/>
                </a:cubicBezTo>
                <a:cubicBezTo>
                  <a:pt x="3706" y="1920"/>
                  <a:pt x="3713" y="1940"/>
                  <a:pt x="3724" y="1950"/>
                </a:cubicBezTo>
                <a:cubicBezTo>
                  <a:pt x="3760" y="2018"/>
                  <a:pt x="3762" y="2034"/>
                  <a:pt x="3775" y="2052"/>
                </a:cubicBezTo>
                <a:cubicBezTo>
                  <a:pt x="3791" y="2087"/>
                  <a:pt x="3790" y="2072"/>
                  <a:pt x="3779" y="2055"/>
                </a:cubicBezTo>
                <a:cubicBezTo>
                  <a:pt x="3773" y="2029"/>
                  <a:pt x="3765" y="2023"/>
                  <a:pt x="3764" y="2020"/>
                </a:cubicBezTo>
                <a:cubicBezTo>
                  <a:pt x="3727" y="1943"/>
                  <a:pt x="3720" y="1927"/>
                  <a:pt x="3710" y="1911"/>
                </a:cubicBezTo>
                <a:cubicBezTo>
                  <a:pt x="3681" y="1859"/>
                  <a:pt x="3679" y="1858"/>
                  <a:pt x="3677" y="1856"/>
                </a:cubicBezTo>
                <a:cubicBezTo>
                  <a:pt x="3659" y="1825"/>
                  <a:pt x="3654" y="1826"/>
                  <a:pt x="3652" y="1818"/>
                </a:cubicBezTo>
                <a:cubicBezTo>
                  <a:pt x="3641" y="1799"/>
                  <a:pt x="3638" y="1795"/>
                  <a:pt x="3640" y="1793"/>
                </a:cubicBezTo>
                <a:cubicBezTo>
                  <a:pt x="3651" y="1805"/>
                  <a:pt x="3656" y="1807"/>
                  <a:pt x="3660" y="1814"/>
                </a:cubicBezTo>
                <a:cubicBezTo>
                  <a:pt x="3747" y="1948"/>
                  <a:pt x="3751" y="1945"/>
                  <a:pt x="3753" y="1952"/>
                </a:cubicBezTo>
                <a:cubicBezTo>
                  <a:pt x="3801" y="2041"/>
                  <a:pt x="3805" y="2046"/>
                  <a:pt x="3813" y="2063"/>
                </a:cubicBezTo>
                <a:cubicBezTo>
                  <a:pt x="3824" y="2090"/>
                  <a:pt x="3825" y="2083"/>
                  <a:pt x="3823" y="2074"/>
                </a:cubicBezTo>
                <a:cubicBezTo>
                  <a:pt x="3793" y="2008"/>
                  <a:pt x="3788" y="1999"/>
                  <a:pt x="3783" y="1990"/>
                </a:cubicBezTo>
                <a:cubicBezTo>
                  <a:pt x="3750" y="1934"/>
                  <a:pt x="3750" y="1933"/>
                  <a:pt x="3742" y="1923"/>
                </a:cubicBezTo>
                <a:cubicBezTo>
                  <a:pt x="3649" y="1784"/>
                  <a:pt x="3640" y="1771"/>
                  <a:pt x="3628" y="1753"/>
                </a:cubicBezTo>
                <a:cubicBezTo>
                  <a:pt x="3600" y="1705"/>
                  <a:pt x="3594" y="1703"/>
                  <a:pt x="3600" y="1698"/>
                </a:cubicBezTo>
                <a:cubicBezTo>
                  <a:pt x="3661" y="1781"/>
                  <a:pt x="3667" y="1780"/>
                  <a:pt x="3671" y="1789"/>
                </a:cubicBezTo>
                <a:cubicBezTo>
                  <a:pt x="3762" y="1925"/>
                  <a:pt x="3772" y="1943"/>
                  <a:pt x="3781" y="1958"/>
                </a:cubicBezTo>
                <a:cubicBezTo>
                  <a:pt x="3789" y="1977"/>
                  <a:pt x="3792" y="1977"/>
                  <a:pt x="3792" y="1977"/>
                </a:cubicBezTo>
                <a:cubicBezTo>
                  <a:pt x="3808" y="2010"/>
                  <a:pt x="3813" y="2006"/>
                  <a:pt x="3808" y="2000"/>
                </a:cubicBezTo>
                <a:cubicBezTo>
                  <a:pt x="3787" y="1964"/>
                  <a:pt x="3792" y="1953"/>
                  <a:pt x="3784" y="1954"/>
                </a:cubicBezTo>
                <a:cubicBezTo>
                  <a:pt x="3664" y="1770"/>
                  <a:pt x="3663" y="1761"/>
                  <a:pt x="3658" y="1758"/>
                </a:cubicBezTo>
                <a:cubicBezTo>
                  <a:pt x="3608" y="1693"/>
                  <a:pt x="3604" y="1687"/>
                  <a:pt x="3601" y="1681"/>
                </a:cubicBezTo>
                <a:cubicBezTo>
                  <a:pt x="3568" y="1619"/>
                  <a:pt x="3567" y="1614"/>
                  <a:pt x="3568" y="1609"/>
                </a:cubicBezTo>
                <a:cubicBezTo>
                  <a:pt x="3602" y="1650"/>
                  <a:pt x="3605" y="1657"/>
                  <a:pt x="3609" y="1657"/>
                </a:cubicBezTo>
                <a:cubicBezTo>
                  <a:pt x="3642" y="1699"/>
                  <a:pt x="3657" y="1709"/>
                  <a:pt x="3670" y="1726"/>
                </a:cubicBezTo>
                <a:cubicBezTo>
                  <a:pt x="3726" y="1782"/>
                  <a:pt x="3727" y="1793"/>
                  <a:pt x="3732" y="1792"/>
                </a:cubicBezTo>
                <a:cubicBezTo>
                  <a:pt x="3804" y="1897"/>
                  <a:pt x="3811" y="1910"/>
                  <a:pt x="3818" y="1923"/>
                </a:cubicBezTo>
                <a:cubicBezTo>
                  <a:pt x="3834" y="1949"/>
                  <a:pt x="3835" y="1944"/>
                  <a:pt x="3833" y="1939"/>
                </a:cubicBezTo>
                <a:cubicBezTo>
                  <a:pt x="3805" y="1889"/>
                  <a:pt x="3802" y="1887"/>
                  <a:pt x="3800" y="1881"/>
                </a:cubicBezTo>
                <a:cubicBezTo>
                  <a:pt x="3752" y="1810"/>
                  <a:pt x="3747" y="1795"/>
                  <a:pt x="3740" y="1790"/>
                </a:cubicBezTo>
                <a:cubicBezTo>
                  <a:pt x="3707" y="1754"/>
                  <a:pt x="3704" y="1747"/>
                  <a:pt x="3701" y="1741"/>
                </a:cubicBezTo>
                <a:cubicBezTo>
                  <a:pt x="3666" y="1702"/>
                  <a:pt x="3650" y="1693"/>
                  <a:pt x="3638" y="1674"/>
                </a:cubicBezTo>
                <a:cubicBezTo>
                  <a:pt x="3579" y="1610"/>
                  <a:pt x="3577" y="1606"/>
                  <a:pt x="3575" y="1603"/>
                </a:cubicBezTo>
                <a:cubicBezTo>
                  <a:pt x="3662" y="1692"/>
                  <a:pt x="3684" y="1707"/>
                  <a:pt x="3705" y="1728"/>
                </a:cubicBezTo>
                <a:cubicBezTo>
                  <a:pt x="3780" y="1809"/>
                  <a:pt x="3780" y="1827"/>
                  <a:pt x="3786" y="1824"/>
                </a:cubicBezTo>
                <a:cubicBezTo>
                  <a:pt x="3743" y="1752"/>
                  <a:pt x="3728" y="1741"/>
                  <a:pt x="3715" y="1723"/>
                </a:cubicBezTo>
                <a:cubicBezTo>
                  <a:pt x="3691" y="1699"/>
                  <a:pt x="3682" y="1693"/>
                  <a:pt x="3674" y="1685"/>
                </a:cubicBezTo>
                <a:cubicBezTo>
                  <a:pt x="3656" y="1669"/>
                  <a:pt x="3653" y="1663"/>
                  <a:pt x="3655" y="1661"/>
                </a:cubicBezTo>
                <a:cubicBezTo>
                  <a:pt x="3701" y="1699"/>
                  <a:pt x="3704" y="1700"/>
                  <a:pt x="3707" y="1700"/>
                </a:cubicBezTo>
                <a:cubicBezTo>
                  <a:pt x="3733" y="1723"/>
                  <a:pt x="3739" y="1726"/>
                  <a:pt x="3744" y="1730"/>
                </a:cubicBezTo>
                <a:cubicBezTo>
                  <a:pt x="3810" y="1787"/>
                  <a:pt x="3819" y="1795"/>
                  <a:pt x="3827" y="1803"/>
                </a:cubicBezTo>
                <a:cubicBezTo>
                  <a:pt x="3840" y="1813"/>
                  <a:pt x="3840" y="1813"/>
                  <a:pt x="3840" y="1813"/>
                </a:cubicBezTo>
                <a:cubicBezTo>
                  <a:pt x="3784" y="1755"/>
                  <a:pt x="3778" y="1742"/>
                  <a:pt x="3769" y="1741"/>
                </a:cubicBezTo>
                <a:cubicBezTo>
                  <a:pt x="3733" y="1710"/>
                  <a:pt x="3728" y="1711"/>
                  <a:pt x="3725" y="1703"/>
                </a:cubicBezTo>
                <a:cubicBezTo>
                  <a:pt x="3677" y="1667"/>
                  <a:pt x="3672" y="1665"/>
                  <a:pt x="3670" y="1658"/>
                </a:cubicBezTo>
                <a:cubicBezTo>
                  <a:pt x="3644" y="1644"/>
                  <a:pt x="3643" y="1636"/>
                  <a:pt x="3639" y="1637"/>
                </a:cubicBezTo>
                <a:cubicBezTo>
                  <a:pt x="3601" y="1601"/>
                  <a:pt x="3599" y="1596"/>
                  <a:pt x="3597" y="1593"/>
                </a:cubicBezTo>
                <a:cubicBezTo>
                  <a:pt x="3566" y="1555"/>
                  <a:pt x="3560" y="1554"/>
                  <a:pt x="3556" y="1545"/>
                </a:cubicBezTo>
                <a:cubicBezTo>
                  <a:pt x="3552" y="1522"/>
                  <a:pt x="3553" y="1536"/>
                  <a:pt x="3559" y="1536"/>
                </a:cubicBezTo>
                <a:cubicBezTo>
                  <a:pt x="3580" y="1559"/>
                  <a:pt x="3583" y="1558"/>
                  <a:pt x="3585" y="1562"/>
                </a:cubicBezTo>
                <a:cubicBezTo>
                  <a:pt x="3634" y="1600"/>
                  <a:pt x="3637" y="1610"/>
                  <a:pt x="3644" y="1607"/>
                </a:cubicBezTo>
                <a:cubicBezTo>
                  <a:pt x="3695" y="1644"/>
                  <a:pt x="3699" y="1652"/>
                  <a:pt x="3705" y="1652"/>
                </a:cubicBezTo>
                <a:cubicBezTo>
                  <a:pt x="3754" y="1683"/>
                  <a:pt x="3757" y="1694"/>
                  <a:pt x="3762" y="1695"/>
                </a:cubicBezTo>
                <a:cubicBezTo>
                  <a:pt x="3798" y="1722"/>
                  <a:pt x="3801" y="1735"/>
                  <a:pt x="3808" y="1732"/>
                </a:cubicBezTo>
                <a:cubicBezTo>
                  <a:pt x="3735" y="1667"/>
                  <a:pt x="3734" y="1659"/>
                  <a:pt x="3730" y="1662"/>
                </a:cubicBezTo>
                <a:cubicBezTo>
                  <a:pt x="3691" y="1638"/>
                  <a:pt x="3686" y="1628"/>
                  <a:pt x="3679" y="1626"/>
                </a:cubicBezTo>
                <a:cubicBezTo>
                  <a:pt x="3606" y="1569"/>
                  <a:pt x="3593" y="1561"/>
                  <a:pt x="3584" y="1546"/>
                </a:cubicBezTo>
                <a:cubicBezTo>
                  <a:pt x="3554" y="1514"/>
                  <a:pt x="3542" y="1501"/>
                  <a:pt x="3531" y="1486"/>
                </a:cubicBezTo>
                <a:cubicBezTo>
                  <a:pt x="3515" y="1452"/>
                  <a:pt x="3508" y="1447"/>
                  <a:pt x="3512" y="1445"/>
                </a:cubicBezTo>
                <a:cubicBezTo>
                  <a:pt x="3556" y="1505"/>
                  <a:pt x="3567" y="1513"/>
                  <a:pt x="3566" y="1520"/>
                </a:cubicBezTo>
                <a:cubicBezTo>
                  <a:pt x="3605" y="1552"/>
                  <a:pt x="3611" y="1553"/>
                  <a:pt x="3616" y="1560"/>
                </a:cubicBezTo>
                <a:cubicBezTo>
                  <a:pt x="3676" y="1598"/>
                  <a:pt x="3677" y="1606"/>
                  <a:pt x="3681" y="1605"/>
                </a:cubicBezTo>
                <a:cubicBezTo>
                  <a:pt x="3717" y="1624"/>
                  <a:pt x="3722" y="1631"/>
                  <a:pt x="3729" y="1632"/>
                </a:cubicBezTo>
                <a:cubicBezTo>
                  <a:pt x="3761" y="1652"/>
                  <a:pt x="3773" y="1659"/>
                  <a:pt x="3786" y="1665"/>
                </a:cubicBezTo>
                <a:cubicBezTo>
                  <a:pt x="3834" y="1700"/>
                  <a:pt x="3837" y="1704"/>
                  <a:pt x="3840" y="1705"/>
                </a:cubicBezTo>
                <a:close/>
                <a:moveTo>
                  <a:pt x="3587" y="1208"/>
                </a:moveTo>
                <a:cubicBezTo>
                  <a:pt x="3585" y="1207"/>
                  <a:pt x="3582" y="1206"/>
                  <a:pt x="3580" y="1204"/>
                </a:cubicBezTo>
                <a:cubicBezTo>
                  <a:pt x="3578" y="1198"/>
                  <a:pt x="3586" y="1205"/>
                  <a:pt x="3587" y="1208"/>
                </a:cubicBezTo>
                <a:close/>
                <a:moveTo>
                  <a:pt x="3234" y="928"/>
                </a:moveTo>
                <a:cubicBezTo>
                  <a:pt x="3238" y="930"/>
                  <a:pt x="3243" y="932"/>
                  <a:pt x="3248" y="934"/>
                </a:cubicBezTo>
                <a:cubicBezTo>
                  <a:pt x="3256" y="941"/>
                  <a:pt x="3265" y="942"/>
                  <a:pt x="3273" y="950"/>
                </a:cubicBezTo>
                <a:cubicBezTo>
                  <a:pt x="3278" y="950"/>
                  <a:pt x="3283" y="953"/>
                  <a:pt x="3287" y="955"/>
                </a:cubicBezTo>
                <a:cubicBezTo>
                  <a:pt x="3291" y="957"/>
                  <a:pt x="3295" y="962"/>
                  <a:pt x="3299" y="962"/>
                </a:cubicBezTo>
                <a:cubicBezTo>
                  <a:pt x="3308" y="965"/>
                  <a:pt x="3317" y="970"/>
                  <a:pt x="3326" y="974"/>
                </a:cubicBezTo>
                <a:cubicBezTo>
                  <a:pt x="3342" y="986"/>
                  <a:pt x="3361" y="990"/>
                  <a:pt x="3376" y="1006"/>
                </a:cubicBezTo>
                <a:cubicBezTo>
                  <a:pt x="3381" y="1008"/>
                  <a:pt x="3386" y="1007"/>
                  <a:pt x="3389" y="1014"/>
                </a:cubicBezTo>
                <a:cubicBezTo>
                  <a:pt x="3395" y="1010"/>
                  <a:pt x="3396" y="1023"/>
                  <a:pt x="3402" y="1021"/>
                </a:cubicBezTo>
                <a:cubicBezTo>
                  <a:pt x="3410" y="1027"/>
                  <a:pt x="3418" y="1034"/>
                  <a:pt x="3427" y="1037"/>
                </a:cubicBezTo>
                <a:cubicBezTo>
                  <a:pt x="3430" y="1042"/>
                  <a:pt x="3434" y="1046"/>
                  <a:pt x="3438" y="1047"/>
                </a:cubicBezTo>
                <a:cubicBezTo>
                  <a:pt x="3439" y="1050"/>
                  <a:pt x="3436" y="1048"/>
                  <a:pt x="3434" y="1049"/>
                </a:cubicBezTo>
                <a:cubicBezTo>
                  <a:pt x="3432" y="1048"/>
                  <a:pt x="3430" y="1047"/>
                  <a:pt x="3428" y="1044"/>
                </a:cubicBezTo>
                <a:cubicBezTo>
                  <a:pt x="3422" y="1049"/>
                  <a:pt x="3422" y="1034"/>
                  <a:pt x="3415" y="1041"/>
                </a:cubicBezTo>
                <a:cubicBezTo>
                  <a:pt x="3409" y="1031"/>
                  <a:pt x="3400" y="1034"/>
                  <a:pt x="3393" y="1026"/>
                </a:cubicBezTo>
                <a:cubicBezTo>
                  <a:pt x="3392" y="1024"/>
                  <a:pt x="3388" y="1027"/>
                  <a:pt x="3387" y="1024"/>
                </a:cubicBezTo>
                <a:cubicBezTo>
                  <a:pt x="3386" y="1020"/>
                  <a:pt x="3383" y="1021"/>
                  <a:pt x="3380" y="1022"/>
                </a:cubicBezTo>
                <a:cubicBezTo>
                  <a:pt x="3378" y="1015"/>
                  <a:pt x="3372" y="1022"/>
                  <a:pt x="3370" y="1014"/>
                </a:cubicBezTo>
                <a:cubicBezTo>
                  <a:pt x="3362" y="1014"/>
                  <a:pt x="3355" y="1007"/>
                  <a:pt x="3347" y="1003"/>
                </a:cubicBezTo>
                <a:cubicBezTo>
                  <a:pt x="3338" y="1002"/>
                  <a:pt x="3331" y="995"/>
                  <a:pt x="3323" y="989"/>
                </a:cubicBezTo>
                <a:cubicBezTo>
                  <a:pt x="3315" y="989"/>
                  <a:pt x="3307" y="983"/>
                  <a:pt x="3300" y="978"/>
                </a:cubicBezTo>
                <a:cubicBezTo>
                  <a:pt x="3296" y="977"/>
                  <a:pt x="3293" y="972"/>
                  <a:pt x="3288" y="971"/>
                </a:cubicBezTo>
                <a:cubicBezTo>
                  <a:pt x="3285" y="968"/>
                  <a:pt x="3280" y="971"/>
                  <a:pt x="3278" y="963"/>
                </a:cubicBezTo>
                <a:cubicBezTo>
                  <a:pt x="3270" y="961"/>
                  <a:pt x="3264" y="953"/>
                  <a:pt x="3255" y="952"/>
                </a:cubicBezTo>
                <a:cubicBezTo>
                  <a:pt x="3254" y="950"/>
                  <a:pt x="3253" y="948"/>
                  <a:pt x="3252" y="946"/>
                </a:cubicBezTo>
                <a:cubicBezTo>
                  <a:pt x="3247" y="942"/>
                  <a:pt x="3242" y="939"/>
                  <a:pt x="3236" y="938"/>
                </a:cubicBezTo>
                <a:cubicBezTo>
                  <a:pt x="3232" y="933"/>
                  <a:pt x="3228" y="927"/>
                  <a:pt x="3222" y="927"/>
                </a:cubicBezTo>
                <a:cubicBezTo>
                  <a:pt x="3222" y="917"/>
                  <a:pt x="3230" y="930"/>
                  <a:pt x="3234" y="928"/>
                </a:cubicBezTo>
                <a:close/>
                <a:moveTo>
                  <a:pt x="3269" y="856"/>
                </a:moveTo>
                <a:cubicBezTo>
                  <a:pt x="3278" y="856"/>
                  <a:pt x="3285" y="867"/>
                  <a:pt x="3294" y="867"/>
                </a:cubicBezTo>
                <a:cubicBezTo>
                  <a:pt x="3296" y="873"/>
                  <a:pt x="3289" y="865"/>
                  <a:pt x="3287" y="868"/>
                </a:cubicBezTo>
                <a:cubicBezTo>
                  <a:pt x="3284" y="866"/>
                  <a:pt x="3281" y="867"/>
                  <a:pt x="3279" y="864"/>
                </a:cubicBezTo>
                <a:cubicBezTo>
                  <a:pt x="3274" y="860"/>
                  <a:pt x="3267" y="862"/>
                  <a:pt x="3263" y="855"/>
                </a:cubicBezTo>
                <a:cubicBezTo>
                  <a:pt x="3252" y="853"/>
                  <a:pt x="3242" y="851"/>
                  <a:pt x="3231" y="848"/>
                </a:cubicBezTo>
                <a:cubicBezTo>
                  <a:pt x="3226" y="845"/>
                  <a:pt x="3221" y="843"/>
                  <a:pt x="3215" y="843"/>
                </a:cubicBezTo>
                <a:cubicBezTo>
                  <a:pt x="3211" y="839"/>
                  <a:pt x="3206" y="839"/>
                  <a:pt x="3201" y="838"/>
                </a:cubicBezTo>
                <a:cubicBezTo>
                  <a:pt x="3195" y="839"/>
                  <a:pt x="3190" y="834"/>
                  <a:pt x="3185" y="833"/>
                </a:cubicBezTo>
                <a:cubicBezTo>
                  <a:pt x="3180" y="832"/>
                  <a:pt x="3175" y="831"/>
                  <a:pt x="3171" y="828"/>
                </a:cubicBezTo>
                <a:cubicBezTo>
                  <a:pt x="3161" y="826"/>
                  <a:pt x="3152" y="820"/>
                  <a:pt x="3142" y="820"/>
                </a:cubicBezTo>
                <a:cubicBezTo>
                  <a:pt x="3130" y="810"/>
                  <a:pt x="3117" y="809"/>
                  <a:pt x="3105" y="799"/>
                </a:cubicBezTo>
                <a:cubicBezTo>
                  <a:pt x="3102" y="800"/>
                  <a:pt x="3098" y="799"/>
                  <a:pt x="3096" y="797"/>
                </a:cubicBezTo>
                <a:cubicBezTo>
                  <a:pt x="3094" y="789"/>
                  <a:pt x="3088" y="799"/>
                  <a:pt x="3087" y="791"/>
                </a:cubicBezTo>
                <a:cubicBezTo>
                  <a:pt x="3080" y="793"/>
                  <a:pt x="3077" y="781"/>
                  <a:pt x="3069" y="784"/>
                </a:cubicBezTo>
                <a:cubicBezTo>
                  <a:pt x="3068" y="781"/>
                  <a:pt x="3066" y="778"/>
                  <a:pt x="3064" y="779"/>
                </a:cubicBezTo>
                <a:cubicBezTo>
                  <a:pt x="3064" y="777"/>
                  <a:pt x="3064" y="774"/>
                  <a:pt x="3061" y="775"/>
                </a:cubicBezTo>
                <a:cubicBezTo>
                  <a:pt x="3058" y="774"/>
                  <a:pt x="3055" y="769"/>
                  <a:pt x="3052" y="764"/>
                </a:cubicBezTo>
                <a:cubicBezTo>
                  <a:pt x="3060" y="762"/>
                  <a:pt x="3065" y="770"/>
                  <a:pt x="3072" y="769"/>
                </a:cubicBezTo>
                <a:cubicBezTo>
                  <a:pt x="3077" y="776"/>
                  <a:pt x="3084" y="774"/>
                  <a:pt x="3089" y="781"/>
                </a:cubicBezTo>
                <a:cubicBezTo>
                  <a:pt x="3094" y="782"/>
                  <a:pt x="3100" y="782"/>
                  <a:pt x="3104" y="787"/>
                </a:cubicBezTo>
                <a:cubicBezTo>
                  <a:pt x="3108" y="787"/>
                  <a:pt x="3112" y="789"/>
                  <a:pt x="3117" y="790"/>
                </a:cubicBezTo>
                <a:cubicBezTo>
                  <a:pt x="3125" y="792"/>
                  <a:pt x="3133" y="798"/>
                  <a:pt x="3142" y="801"/>
                </a:cubicBezTo>
                <a:cubicBezTo>
                  <a:pt x="3151" y="803"/>
                  <a:pt x="3160" y="806"/>
                  <a:pt x="3169" y="810"/>
                </a:cubicBezTo>
                <a:cubicBezTo>
                  <a:pt x="3177" y="812"/>
                  <a:pt x="3186" y="815"/>
                  <a:pt x="3194" y="820"/>
                </a:cubicBezTo>
                <a:cubicBezTo>
                  <a:pt x="3196" y="821"/>
                  <a:pt x="3200" y="820"/>
                  <a:pt x="3201" y="824"/>
                </a:cubicBezTo>
                <a:cubicBezTo>
                  <a:pt x="3204" y="823"/>
                  <a:pt x="3205" y="827"/>
                  <a:pt x="3208" y="826"/>
                </a:cubicBezTo>
                <a:cubicBezTo>
                  <a:pt x="3211" y="830"/>
                  <a:pt x="3217" y="825"/>
                  <a:pt x="3220" y="832"/>
                </a:cubicBezTo>
                <a:cubicBezTo>
                  <a:pt x="3229" y="834"/>
                  <a:pt x="3237" y="839"/>
                  <a:pt x="3245" y="843"/>
                </a:cubicBezTo>
                <a:cubicBezTo>
                  <a:pt x="3253" y="849"/>
                  <a:pt x="3262" y="849"/>
                  <a:pt x="3269" y="856"/>
                </a:cubicBezTo>
                <a:close/>
                <a:moveTo>
                  <a:pt x="3121" y="851"/>
                </a:moveTo>
                <a:cubicBezTo>
                  <a:pt x="3114" y="851"/>
                  <a:pt x="3115" y="840"/>
                  <a:pt x="3113" y="836"/>
                </a:cubicBezTo>
                <a:cubicBezTo>
                  <a:pt x="3120" y="836"/>
                  <a:pt x="3119" y="847"/>
                  <a:pt x="3121" y="851"/>
                </a:cubicBezTo>
                <a:close/>
                <a:moveTo>
                  <a:pt x="2966" y="723"/>
                </a:moveTo>
                <a:cubicBezTo>
                  <a:pt x="2974" y="724"/>
                  <a:pt x="2969" y="736"/>
                  <a:pt x="2973" y="741"/>
                </a:cubicBezTo>
                <a:cubicBezTo>
                  <a:pt x="2967" y="741"/>
                  <a:pt x="2968" y="728"/>
                  <a:pt x="2966" y="723"/>
                </a:cubicBezTo>
                <a:close/>
                <a:moveTo>
                  <a:pt x="3008" y="1016"/>
                </a:moveTo>
                <a:cubicBezTo>
                  <a:pt x="3004" y="1017"/>
                  <a:pt x="3007" y="1015"/>
                  <a:pt x="3006" y="1012"/>
                </a:cubicBezTo>
                <a:cubicBezTo>
                  <a:pt x="3004" y="1010"/>
                  <a:pt x="3003" y="1008"/>
                  <a:pt x="3002" y="1006"/>
                </a:cubicBezTo>
                <a:cubicBezTo>
                  <a:pt x="3001" y="1000"/>
                  <a:pt x="2996" y="993"/>
                  <a:pt x="2997" y="987"/>
                </a:cubicBezTo>
                <a:cubicBezTo>
                  <a:pt x="2997" y="982"/>
                  <a:pt x="2990" y="975"/>
                  <a:pt x="2993" y="971"/>
                </a:cubicBezTo>
                <a:cubicBezTo>
                  <a:pt x="2990" y="965"/>
                  <a:pt x="2991" y="960"/>
                  <a:pt x="2988" y="954"/>
                </a:cubicBezTo>
                <a:cubicBezTo>
                  <a:pt x="2982" y="947"/>
                  <a:pt x="2991" y="944"/>
                  <a:pt x="2984" y="937"/>
                </a:cubicBezTo>
                <a:cubicBezTo>
                  <a:pt x="2987" y="935"/>
                  <a:pt x="2982" y="930"/>
                  <a:pt x="2985" y="928"/>
                </a:cubicBezTo>
                <a:cubicBezTo>
                  <a:pt x="2985" y="926"/>
                  <a:pt x="2985" y="924"/>
                  <a:pt x="2983" y="921"/>
                </a:cubicBezTo>
                <a:cubicBezTo>
                  <a:pt x="2985" y="916"/>
                  <a:pt x="2981" y="910"/>
                  <a:pt x="2983" y="905"/>
                </a:cubicBezTo>
                <a:cubicBezTo>
                  <a:pt x="2981" y="894"/>
                  <a:pt x="2982" y="884"/>
                  <a:pt x="2978" y="872"/>
                </a:cubicBezTo>
                <a:cubicBezTo>
                  <a:pt x="2981" y="851"/>
                  <a:pt x="2975" y="827"/>
                  <a:pt x="2980" y="805"/>
                </a:cubicBezTo>
                <a:cubicBezTo>
                  <a:pt x="2976" y="795"/>
                  <a:pt x="2977" y="786"/>
                  <a:pt x="2974" y="776"/>
                </a:cubicBezTo>
                <a:cubicBezTo>
                  <a:pt x="2973" y="766"/>
                  <a:pt x="2969" y="756"/>
                  <a:pt x="2972" y="747"/>
                </a:cubicBezTo>
                <a:cubicBezTo>
                  <a:pt x="2979" y="747"/>
                  <a:pt x="2976" y="759"/>
                  <a:pt x="2978" y="763"/>
                </a:cubicBezTo>
                <a:cubicBezTo>
                  <a:pt x="2977" y="769"/>
                  <a:pt x="2980" y="775"/>
                  <a:pt x="2980" y="781"/>
                </a:cubicBezTo>
                <a:cubicBezTo>
                  <a:pt x="2988" y="789"/>
                  <a:pt x="2979" y="792"/>
                  <a:pt x="2985" y="800"/>
                </a:cubicBezTo>
                <a:cubicBezTo>
                  <a:pt x="2984" y="805"/>
                  <a:pt x="2988" y="812"/>
                  <a:pt x="2984" y="817"/>
                </a:cubicBezTo>
                <a:cubicBezTo>
                  <a:pt x="2988" y="818"/>
                  <a:pt x="2987" y="820"/>
                  <a:pt x="2988" y="823"/>
                </a:cubicBezTo>
                <a:cubicBezTo>
                  <a:pt x="2985" y="826"/>
                  <a:pt x="2991" y="826"/>
                  <a:pt x="2988" y="828"/>
                </a:cubicBezTo>
                <a:cubicBezTo>
                  <a:pt x="2988" y="834"/>
                  <a:pt x="2990" y="841"/>
                  <a:pt x="2990" y="846"/>
                </a:cubicBezTo>
                <a:cubicBezTo>
                  <a:pt x="2992" y="853"/>
                  <a:pt x="2990" y="858"/>
                  <a:pt x="2992" y="864"/>
                </a:cubicBezTo>
                <a:cubicBezTo>
                  <a:pt x="2994" y="871"/>
                  <a:pt x="2988" y="875"/>
                  <a:pt x="2994" y="882"/>
                </a:cubicBezTo>
                <a:cubicBezTo>
                  <a:pt x="2989" y="887"/>
                  <a:pt x="2996" y="894"/>
                  <a:pt x="2996" y="900"/>
                </a:cubicBezTo>
                <a:cubicBezTo>
                  <a:pt x="2996" y="906"/>
                  <a:pt x="2998" y="912"/>
                  <a:pt x="2998" y="918"/>
                </a:cubicBezTo>
                <a:cubicBezTo>
                  <a:pt x="2997" y="930"/>
                  <a:pt x="3002" y="942"/>
                  <a:pt x="2999" y="953"/>
                </a:cubicBezTo>
                <a:cubicBezTo>
                  <a:pt x="3003" y="978"/>
                  <a:pt x="3006" y="1001"/>
                  <a:pt x="3017" y="1028"/>
                </a:cubicBezTo>
                <a:cubicBezTo>
                  <a:pt x="3012" y="1030"/>
                  <a:pt x="3011" y="1019"/>
                  <a:pt x="3008" y="1016"/>
                </a:cubicBezTo>
                <a:close/>
                <a:moveTo>
                  <a:pt x="3027" y="1036"/>
                </a:moveTo>
                <a:cubicBezTo>
                  <a:pt x="3032" y="1033"/>
                  <a:pt x="3024" y="1028"/>
                  <a:pt x="3023" y="1024"/>
                </a:cubicBezTo>
                <a:cubicBezTo>
                  <a:pt x="3013" y="970"/>
                  <a:pt x="3013" y="964"/>
                  <a:pt x="3010" y="958"/>
                </a:cubicBezTo>
                <a:cubicBezTo>
                  <a:pt x="3009" y="898"/>
                  <a:pt x="3001" y="890"/>
                  <a:pt x="3007" y="886"/>
                </a:cubicBezTo>
                <a:cubicBezTo>
                  <a:pt x="2992" y="822"/>
                  <a:pt x="3003" y="819"/>
                  <a:pt x="2998" y="812"/>
                </a:cubicBezTo>
                <a:cubicBezTo>
                  <a:pt x="2992" y="771"/>
                  <a:pt x="2986" y="766"/>
                  <a:pt x="2990" y="764"/>
                </a:cubicBezTo>
                <a:cubicBezTo>
                  <a:pt x="2983" y="719"/>
                  <a:pt x="2985" y="730"/>
                  <a:pt x="2988" y="733"/>
                </a:cubicBezTo>
                <a:cubicBezTo>
                  <a:pt x="3000" y="776"/>
                  <a:pt x="3004" y="782"/>
                  <a:pt x="3003" y="787"/>
                </a:cubicBezTo>
                <a:cubicBezTo>
                  <a:pt x="3014" y="823"/>
                  <a:pt x="3013" y="827"/>
                  <a:pt x="3018" y="833"/>
                </a:cubicBezTo>
                <a:cubicBezTo>
                  <a:pt x="3023" y="872"/>
                  <a:pt x="3015" y="879"/>
                  <a:pt x="3023" y="890"/>
                </a:cubicBezTo>
                <a:cubicBezTo>
                  <a:pt x="3027" y="937"/>
                  <a:pt x="3022" y="940"/>
                  <a:pt x="3027" y="945"/>
                </a:cubicBezTo>
                <a:cubicBezTo>
                  <a:pt x="3036" y="1011"/>
                  <a:pt x="3031" y="1019"/>
                  <a:pt x="3037" y="1030"/>
                </a:cubicBezTo>
                <a:close/>
                <a:moveTo>
                  <a:pt x="2998" y="735"/>
                </a:moveTo>
                <a:cubicBezTo>
                  <a:pt x="3003" y="732"/>
                  <a:pt x="3005" y="737"/>
                  <a:pt x="3008" y="740"/>
                </a:cubicBezTo>
                <a:cubicBezTo>
                  <a:pt x="3006" y="741"/>
                  <a:pt x="3004" y="742"/>
                  <a:pt x="3002" y="744"/>
                </a:cubicBezTo>
                <a:cubicBezTo>
                  <a:pt x="3001" y="741"/>
                  <a:pt x="2999" y="738"/>
                  <a:pt x="2998" y="735"/>
                </a:cubicBezTo>
                <a:close/>
                <a:moveTo>
                  <a:pt x="3035" y="859"/>
                </a:moveTo>
                <a:cubicBezTo>
                  <a:pt x="3033" y="862"/>
                  <a:pt x="3036" y="867"/>
                  <a:pt x="3037" y="871"/>
                </a:cubicBezTo>
                <a:cubicBezTo>
                  <a:pt x="3040" y="880"/>
                  <a:pt x="3037" y="886"/>
                  <a:pt x="3043" y="895"/>
                </a:cubicBezTo>
                <a:cubicBezTo>
                  <a:pt x="3041" y="899"/>
                  <a:pt x="3043" y="904"/>
                  <a:pt x="3044" y="908"/>
                </a:cubicBezTo>
                <a:cubicBezTo>
                  <a:pt x="3044" y="912"/>
                  <a:pt x="3047" y="917"/>
                  <a:pt x="3046" y="921"/>
                </a:cubicBezTo>
                <a:cubicBezTo>
                  <a:pt x="3051" y="926"/>
                  <a:pt x="3043" y="928"/>
                  <a:pt x="3048" y="933"/>
                </a:cubicBezTo>
                <a:cubicBezTo>
                  <a:pt x="3046" y="936"/>
                  <a:pt x="3052" y="942"/>
                  <a:pt x="3049" y="944"/>
                </a:cubicBezTo>
                <a:cubicBezTo>
                  <a:pt x="3054" y="948"/>
                  <a:pt x="3044" y="955"/>
                  <a:pt x="3051" y="953"/>
                </a:cubicBezTo>
                <a:cubicBezTo>
                  <a:pt x="3053" y="958"/>
                  <a:pt x="3047" y="961"/>
                  <a:pt x="3053" y="966"/>
                </a:cubicBezTo>
                <a:cubicBezTo>
                  <a:pt x="3054" y="974"/>
                  <a:pt x="3060" y="983"/>
                  <a:pt x="3055" y="989"/>
                </a:cubicBezTo>
                <a:cubicBezTo>
                  <a:pt x="3063" y="1007"/>
                  <a:pt x="3055" y="1021"/>
                  <a:pt x="3064" y="1039"/>
                </a:cubicBezTo>
                <a:cubicBezTo>
                  <a:pt x="3064" y="1046"/>
                  <a:pt x="3060" y="1052"/>
                  <a:pt x="3066" y="1060"/>
                </a:cubicBezTo>
                <a:cubicBezTo>
                  <a:pt x="3061" y="1065"/>
                  <a:pt x="3066" y="1073"/>
                  <a:pt x="3066" y="1079"/>
                </a:cubicBezTo>
                <a:cubicBezTo>
                  <a:pt x="3059" y="1084"/>
                  <a:pt x="3069" y="1094"/>
                  <a:pt x="3064" y="1100"/>
                </a:cubicBezTo>
                <a:cubicBezTo>
                  <a:pt x="3067" y="1107"/>
                  <a:pt x="3063" y="1112"/>
                  <a:pt x="3067" y="1120"/>
                </a:cubicBezTo>
                <a:cubicBezTo>
                  <a:pt x="3062" y="1121"/>
                  <a:pt x="3060" y="1110"/>
                  <a:pt x="3056" y="1106"/>
                </a:cubicBezTo>
                <a:cubicBezTo>
                  <a:pt x="3056" y="1100"/>
                  <a:pt x="3049" y="1092"/>
                  <a:pt x="3050" y="1085"/>
                </a:cubicBezTo>
                <a:cubicBezTo>
                  <a:pt x="3047" y="1075"/>
                  <a:pt x="3049" y="1065"/>
                  <a:pt x="3046" y="1055"/>
                </a:cubicBezTo>
                <a:cubicBezTo>
                  <a:pt x="3048" y="1050"/>
                  <a:pt x="3047" y="1045"/>
                  <a:pt x="3045" y="1039"/>
                </a:cubicBezTo>
                <a:cubicBezTo>
                  <a:pt x="3050" y="1035"/>
                  <a:pt x="3042" y="1029"/>
                  <a:pt x="3046" y="1025"/>
                </a:cubicBezTo>
                <a:cubicBezTo>
                  <a:pt x="3043" y="1014"/>
                  <a:pt x="3045" y="1005"/>
                  <a:pt x="3042" y="994"/>
                </a:cubicBezTo>
                <a:cubicBezTo>
                  <a:pt x="3045" y="991"/>
                  <a:pt x="3038" y="984"/>
                  <a:pt x="3042" y="981"/>
                </a:cubicBezTo>
                <a:cubicBezTo>
                  <a:pt x="3040" y="975"/>
                  <a:pt x="3041" y="971"/>
                  <a:pt x="3036" y="965"/>
                </a:cubicBezTo>
                <a:cubicBezTo>
                  <a:pt x="3042" y="961"/>
                  <a:pt x="3038" y="955"/>
                  <a:pt x="3035" y="949"/>
                </a:cubicBezTo>
                <a:cubicBezTo>
                  <a:pt x="3042" y="946"/>
                  <a:pt x="3035" y="940"/>
                  <a:pt x="3035" y="935"/>
                </a:cubicBezTo>
                <a:cubicBezTo>
                  <a:pt x="3042" y="928"/>
                  <a:pt x="3030" y="915"/>
                  <a:pt x="3036" y="908"/>
                </a:cubicBezTo>
                <a:cubicBezTo>
                  <a:pt x="3029" y="900"/>
                  <a:pt x="3036" y="897"/>
                  <a:pt x="3032" y="891"/>
                </a:cubicBezTo>
                <a:cubicBezTo>
                  <a:pt x="3031" y="886"/>
                  <a:pt x="3032" y="882"/>
                  <a:pt x="3032" y="877"/>
                </a:cubicBezTo>
                <a:cubicBezTo>
                  <a:pt x="3031" y="867"/>
                  <a:pt x="3031" y="858"/>
                  <a:pt x="3029" y="848"/>
                </a:cubicBezTo>
                <a:cubicBezTo>
                  <a:pt x="3036" y="847"/>
                  <a:pt x="3032" y="856"/>
                  <a:pt x="3035" y="859"/>
                </a:cubicBezTo>
                <a:close/>
                <a:moveTo>
                  <a:pt x="3020" y="794"/>
                </a:moveTo>
                <a:cubicBezTo>
                  <a:pt x="3022" y="799"/>
                  <a:pt x="3021" y="803"/>
                  <a:pt x="3026" y="809"/>
                </a:cubicBezTo>
                <a:cubicBezTo>
                  <a:pt x="3021" y="813"/>
                  <a:pt x="3030" y="821"/>
                  <a:pt x="3027" y="825"/>
                </a:cubicBezTo>
                <a:cubicBezTo>
                  <a:pt x="3033" y="831"/>
                  <a:pt x="3028" y="835"/>
                  <a:pt x="3033" y="841"/>
                </a:cubicBezTo>
                <a:cubicBezTo>
                  <a:pt x="3025" y="846"/>
                  <a:pt x="3028" y="832"/>
                  <a:pt x="3026" y="828"/>
                </a:cubicBezTo>
                <a:cubicBezTo>
                  <a:pt x="3022" y="822"/>
                  <a:pt x="3025" y="818"/>
                  <a:pt x="3019" y="811"/>
                </a:cubicBezTo>
                <a:cubicBezTo>
                  <a:pt x="3023" y="803"/>
                  <a:pt x="3013" y="791"/>
                  <a:pt x="3013" y="781"/>
                </a:cubicBezTo>
                <a:cubicBezTo>
                  <a:pt x="3020" y="780"/>
                  <a:pt x="3017" y="790"/>
                  <a:pt x="3020" y="794"/>
                </a:cubicBezTo>
                <a:close/>
                <a:moveTo>
                  <a:pt x="3009" y="726"/>
                </a:moveTo>
                <a:cubicBezTo>
                  <a:pt x="3000" y="718"/>
                  <a:pt x="2991" y="710"/>
                  <a:pt x="2981" y="706"/>
                </a:cubicBezTo>
                <a:cubicBezTo>
                  <a:pt x="2978" y="701"/>
                  <a:pt x="2988" y="702"/>
                  <a:pt x="2988" y="705"/>
                </a:cubicBezTo>
                <a:cubicBezTo>
                  <a:pt x="2991" y="704"/>
                  <a:pt x="2994" y="705"/>
                  <a:pt x="2996" y="709"/>
                </a:cubicBezTo>
                <a:cubicBezTo>
                  <a:pt x="3002" y="709"/>
                  <a:pt x="3008" y="713"/>
                  <a:pt x="3013" y="715"/>
                </a:cubicBezTo>
                <a:cubicBezTo>
                  <a:pt x="3024" y="722"/>
                  <a:pt x="3036" y="723"/>
                  <a:pt x="3046" y="729"/>
                </a:cubicBezTo>
                <a:cubicBezTo>
                  <a:pt x="3057" y="733"/>
                  <a:pt x="3068" y="740"/>
                  <a:pt x="3080" y="740"/>
                </a:cubicBezTo>
                <a:cubicBezTo>
                  <a:pt x="3084" y="749"/>
                  <a:pt x="3092" y="742"/>
                  <a:pt x="3096" y="750"/>
                </a:cubicBezTo>
                <a:cubicBezTo>
                  <a:pt x="3103" y="748"/>
                  <a:pt x="3106" y="756"/>
                  <a:pt x="3112" y="754"/>
                </a:cubicBezTo>
                <a:cubicBezTo>
                  <a:pt x="3122" y="765"/>
                  <a:pt x="3136" y="763"/>
                  <a:pt x="3146" y="771"/>
                </a:cubicBezTo>
                <a:cubicBezTo>
                  <a:pt x="3151" y="776"/>
                  <a:pt x="3159" y="772"/>
                  <a:pt x="3163" y="780"/>
                </a:cubicBezTo>
                <a:cubicBezTo>
                  <a:pt x="3168" y="781"/>
                  <a:pt x="3174" y="783"/>
                  <a:pt x="3178" y="788"/>
                </a:cubicBezTo>
                <a:cubicBezTo>
                  <a:pt x="3189" y="792"/>
                  <a:pt x="3199" y="799"/>
                  <a:pt x="3210" y="805"/>
                </a:cubicBezTo>
                <a:cubicBezTo>
                  <a:pt x="3214" y="814"/>
                  <a:pt x="3222" y="809"/>
                  <a:pt x="3225" y="818"/>
                </a:cubicBezTo>
                <a:cubicBezTo>
                  <a:pt x="3231" y="818"/>
                  <a:pt x="3235" y="826"/>
                  <a:pt x="3241" y="826"/>
                </a:cubicBezTo>
                <a:cubicBezTo>
                  <a:pt x="3242" y="828"/>
                  <a:pt x="3243" y="830"/>
                  <a:pt x="3244" y="832"/>
                </a:cubicBezTo>
                <a:cubicBezTo>
                  <a:pt x="3234" y="831"/>
                  <a:pt x="3225" y="823"/>
                  <a:pt x="3215" y="819"/>
                </a:cubicBezTo>
                <a:cubicBezTo>
                  <a:pt x="3205" y="814"/>
                  <a:pt x="3195" y="810"/>
                  <a:pt x="3185" y="806"/>
                </a:cubicBezTo>
                <a:cubicBezTo>
                  <a:pt x="3181" y="801"/>
                  <a:pt x="3175" y="801"/>
                  <a:pt x="3170" y="798"/>
                </a:cubicBezTo>
                <a:cubicBezTo>
                  <a:pt x="3167" y="799"/>
                  <a:pt x="3164" y="798"/>
                  <a:pt x="3162" y="794"/>
                </a:cubicBezTo>
                <a:cubicBezTo>
                  <a:pt x="3159" y="797"/>
                  <a:pt x="3158" y="795"/>
                  <a:pt x="3156" y="792"/>
                </a:cubicBezTo>
                <a:cubicBezTo>
                  <a:pt x="3150" y="797"/>
                  <a:pt x="3147" y="787"/>
                  <a:pt x="3141" y="790"/>
                </a:cubicBezTo>
                <a:cubicBezTo>
                  <a:pt x="3139" y="785"/>
                  <a:pt x="3135" y="789"/>
                  <a:pt x="3133" y="786"/>
                </a:cubicBezTo>
                <a:cubicBezTo>
                  <a:pt x="3131" y="785"/>
                  <a:pt x="3129" y="784"/>
                  <a:pt x="3128" y="781"/>
                </a:cubicBezTo>
                <a:cubicBezTo>
                  <a:pt x="3122" y="779"/>
                  <a:pt x="3116" y="781"/>
                  <a:pt x="3112" y="777"/>
                </a:cubicBezTo>
                <a:cubicBezTo>
                  <a:pt x="3106" y="777"/>
                  <a:pt x="3103" y="770"/>
                  <a:pt x="3097" y="774"/>
                </a:cubicBezTo>
                <a:cubicBezTo>
                  <a:pt x="3088" y="764"/>
                  <a:pt x="3077" y="763"/>
                  <a:pt x="3067" y="756"/>
                </a:cubicBezTo>
                <a:cubicBezTo>
                  <a:pt x="3056" y="755"/>
                  <a:pt x="3048" y="745"/>
                  <a:pt x="3037" y="743"/>
                </a:cubicBezTo>
                <a:cubicBezTo>
                  <a:pt x="3029" y="733"/>
                  <a:pt x="3018" y="734"/>
                  <a:pt x="3009" y="726"/>
                </a:cubicBezTo>
                <a:close/>
                <a:moveTo>
                  <a:pt x="3088" y="932"/>
                </a:moveTo>
                <a:cubicBezTo>
                  <a:pt x="3086" y="928"/>
                  <a:pt x="3084" y="924"/>
                  <a:pt x="3081" y="920"/>
                </a:cubicBezTo>
                <a:cubicBezTo>
                  <a:pt x="3085" y="915"/>
                  <a:pt x="3078" y="907"/>
                  <a:pt x="3079" y="902"/>
                </a:cubicBezTo>
                <a:cubicBezTo>
                  <a:pt x="3082" y="897"/>
                  <a:pt x="3078" y="890"/>
                  <a:pt x="3077" y="884"/>
                </a:cubicBezTo>
                <a:cubicBezTo>
                  <a:pt x="3077" y="878"/>
                  <a:pt x="3071" y="871"/>
                  <a:pt x="3072" y="865"/>
                </a:cubicBezTo>
                <a:cubicBezTo>
                  <a:pt x="3068" y="861"/>
                  <a:pt x="3070" y="859"/>
                  <a:pt x="3069" y="856"/>
                </a:cubicBezTo>
                <a:cubicBezTo>
                  <a:pt x="3067" y="853"/>
                  <a:pt x="3065" y="850"/>
                  <a:pt x="3068" y="848"/>
                </a:cubicBezTo>
                <a:cubicBezTo>
                  <a:pt x="3062" y="838"/>
                  <a:pt x="3063" y="821"/>
                  <a:pt x="3054" y="815"/>
                </a:cubicBezTo>
                <a:cubicBezTo>
                  <a:pt x="3057" y="813"/>
                  <a:pt x="3053" y="809"/>
                  <a:pt x="3051" y="806"/>
                </a:cubicBezTo>
                <a:cubicBezTo>
                  <a:pt x="3049" y="802"/>
                  <a:pt x="3051" y="800"/>
                  <a:pt x="3049" y="796"/>
                </a:cubicBezTo>
                <a:cubicBezTo>
                  <a:pt x="3050" y="791"/>
                  <a:pt x="3041" y="784"/>
                  <a:pt x="3048" y="780"/>
                </a:cubicBezTo>
                <a:cubicBezTo>
                  <a:pt x="3068" y="811"/>
                  <a:pt x="3067" y="836"/>
                  <a:pt x="3080" y="866"/>
                </a:cubicBezTo>
                <a:cubicBezTo>
                  <a:pt x="3079" y="871"/>
                  <a:pt x="3078" y="877"/>
                  <a:pt x="3082" y="884"/>
                </a:cubicBezTo>
                <a:cubicBezTo>
                  <a:pt x="3080" y="888"/>
                  <a:pt x="3085" y="895"/>
                  <a:pt x="3083" y="900"/>
                </a:cubicBezTo>
                <a:cubicBezTo>
                  <a:pt x="3083" y="905"/>
                  <a:pt x="3086" y="911"/>
                  <a:pt x="3087" y="916"/>
                </a:cubicBezTo>
                <a:cubicBezTo>
                  <a:pt x="3085" y="921"/>
                  <a:pt x="3090" y="927"/>
                  <a:pt x="3088" y="932"/>
                </a:cubicBezTo>
                <a:cubicBezTo>
                  <a:pt x="3095" y="940"/>
                  <a:pt x="3082" y="936"/>
                  <a:pt x="3088" y="932"/>
                </a:cubicBezTo>
                <a:close/>
                <a:moveTo>
                  <a:pt x="3098" y="1017"/>
                </a:moveTo>
                <a:cubicBezTo>
                  <a:pt x="3095" y="1012"/>
                  <a:pt x="3099" y="1010"/>
                  <a:pt x="3094" y="1005"/>
                </a:cubicBezTo>
                <a:cubicBezTo>
                  <a:pt x="3100" y="1001"/>
                  <a:pt x="3093" y="994"/>
                  <a:pt x="3097" y="990"/>
                </a:cubicBezTo>
                <a:cubicBezTo>
                  <a:pt x="3099" y="995"/>
                  <a:pt x="3100" y="1000"/>
                  <a:pt x="3097" y="1004"/>
                </a:cubicBezTo>
                <a:cubicBezTo>
                  <a:pt x="3101" y="1012"/>
                  <a:pt x="3100" y="1019"/>
                  <a:pt x="3101" y="1026"/>
                </a:cubicBezTo>
                <a:cubicBezTo>
                  <a:pt x="3097" y="1027"/>
                  <a:pt x="3100" y="1024"/>
                  <a:pt x="3099" y="1022"/>
                </a:cubicBezTo>
                <a:cubicBezTo>
                  <a:pt x="3097" y="1020"/>
                  <a:pt x="3097" y="1018"/>
                  <a:pt x="3098" y="1017"/>
                </a:cubicBezTo>
                <a:close/>
                <a:moveTo>
                  <a:pt x="3102" y="1037"/>
                </a:moveTo>
                <a:cubicBezTo>
                  <a:pt x="3104" y="1040"/>
                  <a:pt x="3102" y="1040"/>
                  <a:pt x="3102" y="1042"/>
                </a:cubicBezTo>
                <a:cubicBezTo>
                  <a:pt x="3103" y="1051"/>
                  <a:pt x="3095" y="1030"/>
                  <a:pt x="3102" y="1037"/>
                </a:cubicBezTo>
                <a:close/>
                <a:moveTo>
                  <a:pt x="3133" y="1125"/>
                </a:moveTo>
                <a:cubicBezTo>
                  <a:pt x="3136" y="1144"/>
                  <a:pt x="3134" y="1162"/>
                  <a:pt x="3134" y="1180"/>
                </a:cubicBezTo>
                <a:cubicBezTo>
                  <a:pt x="3121" y="1261"/>
                  <a:pt x="3124" y="1266"/>
                  <a:pt x="3120" y="1270"/>
                </a:cubicBezTo>
                <a:cubicBezTo>
                  <a:pt x="3117" y="1275"/>
                  <a:pt x="3119" y="1274"/>
                  <a:pt x="3118" y="1271"/>
                </a:cubicBezTo>
                <a:cubicBezTo>
                  <a:pt x="3121" y="1257"/>
                  <a:pt x="3119" y="1254"/>
                  <a:pt x="3118" y="1252"/>
                </a:cubicBezTo>
                <a:cubicBezTo>
                  <a:pt x="3118" y="1228"/>
                  <a:pt x="3121" y="1224"/>
                  <a:pt x="3121" y="1220"/>
                </a:cubicBezTo>
                <a:cubicBezTo>
                  <a:pt x="3122" y="1171"/>
                  <a:pt x="3120" y="1162"/>
                  <a:pt x="3122" y="1154"/>
                </a:cubicBezTo>
                <a:cubicBezTo>
                  <a:pt x="3120" y="1095"/>
                  <a:pt x="3117" y="1089"/>
                  <a:pt x="3118" y="1085"/>
                </a:cubicBezTo>
                <a:cubicBezTo>
                  <a:pt x="3110" y="1040"/>
                  <a:pt x="3113" y="1036"/>
                  <a:pt x="3112" y="1031"/>
                </a:cubicBezTo>
                <a:cubicBezTo>
                  <a:pt x="3101" y="953"/>
                  <a:pt x="3102" y="945"/>
                  <a:pt x="3098" y="935"/>
                </a:cubicBezTo>
                <a:cubicBezTo>
                  <a:pt x="3089" y="874"/>
                  <a:pt x="3092" y="870"/>
                  <a:pt x="3088" y="864"/>
                </a:cubicBezTo>
                <a:cubicBezTo>
                  <a:pt x="3074" y="793"/>
                  <a:pt x="3077" y="807"/>
                  <a:pt x="3084" y="806"/>
                </a:cubicBezTo>
                <a:cubicBezTo>
                  <a:pt x="3106" y="855"/>
                  <a:pt x="3107" y="860"/>
                  <a:pt x="3110" y="865"/>
                </a:cubicBezTo>
                <a:cubicBezTo>
                  <a:pt x="3119" y="919"/>
                  <a:pt x="3123" y="929"/>
                  <a:pt x="3125" y="939"/>
                </a:cubicBezTo>
                <a:cubicBezTo>
                  <a:pt x="3124" y="973"/>
                  <a:pt x="3130" y="984"/>
                  <a:pt x="3128" y="992"/>
                </a:cubicBezTo>
                <a:cubicBezTo>
                  <a:pt x="3131" y="1008"/>
                  <a:pt x="3129" y="1011"/>
                  <a:pt x="3129" y="1013"/>
                </a:cubicBezTo>
                <a:cubicBezTo>
                  <a:pt x="3134" y="1056"/>
                  <a:pt x="3135" y="1065"/>
                  <a:pt x="3133" y="1073"/>
                </a:cubicBezTo>
                <a:close/>
                <a:moveTo>
                  <a:pt x="3146" y="1143"/>
                </a:moveTo>
                <a:cubicBezTo>
                  <a:pt x="3139" y="1144"/>
                  <a:pt x="3146" y="1139"/>
                  <a:pt x="3144" y="1135"/>
                </a:cubicBezTo>
                <a:cubicBezTo>
                  <a:pt x="3141" y="1129"/>
                  <a:pt x="3149" y="1134"/>
                  <a:pt x="3146" y="1143"/>
                </a:cubicBezTo>
                <a:close/>
                <a:moveTo>
                  <a:pt x="3147" y="967"/>
                </a:moveTo>
                <a:cubicBezTo>
                  <a:pt x="3145" y="973"/>
                  <a:pt x="3147" y="979"/>
                  <a:pt x="3145" y="984"/>
                </a:cubicBezTo>
                <a:cubicBezTo>
                  <a:pt x="3149" y="991"/>
                  <a:pt x="3145" y="996"/>
                  <a:pt x="3144" y="1001"/>
                </a:cubicBezTo>
                <a:cubicBezTo>
                  <a:pt x="3149" y="1023"/>
                  <a:pt x="3149" y="1042"/>
                  <a:pt x="3149" y="1062"/>
                </a:cubicBezTo>
                <a:cubicBezTo>
                  <a:pt x="3146" y="1071"/>
                  <a:pt x="3150" y="1082"/>
                  <a:pt x="3146" y="1091"/>
                </a:cubicBezTo>
                <a:cubicBezTo>
                  <a:pt x="3152" y="1102"/>
                  <a:pt x="3144" y="1110"/>
                  <a:pt x="3147" y="1120"/>
                </a:cubicBezTo>
                <a:cubicBezTo>
                  <a:pt x="3141" y="1123"/>
                  <a:pt x="3146" y="1114"/>
                  <a:pt x="3144" y="1111"/>
                </a:cubicBezTo>
                <a:cubicBezTo>
                  <a:pt x="3144" y="1107"/>
                  <a:pt x="3144" y="1103"/>
                  <a:pt x="3145" y="1099"/>
                </a:cubicBezTo>
                <a:cubicBezTo>
                  <a:pt x="3144" y="1091"/>
                  <a:pt x="3143" y="1084"/>
                  <a:pt x="3146" y="1077"/>
                </a:cubicBezTo>
                <a:cubicBezTo>
                  <a:pt x="3144" y="1068"/>
                  <a:pt x="3143" y="1060"/>
                  <a:pt x="3143" y="1051"/>
                </a:cubicBezTo>
                <a:cubicBezTo>
                  <a:pt x="3145" y="1048"/>
                  <a:pt x="3142" y="1043"/>
                  <a:pt x="3141" y="1039"/>
                </a:cubicBezTo>
                <a:cubicBezTo>
                  <a:pt x="3146" y="1037"/>
                  <a:pt x="3140" y="1032"/>
                  <a:pt x="3144" y="1029"/>
                </a:cubicBezTo>
                <a:cubicBezTo>
                  <a:pt x="3140" y="1021"/>
                  <a:pt x="3138" y="1014"/>
                  <a:pt x="3139" y="1007"/>
                </a:cubicBezTo>
                <a:cubicBezTo>
                  <a:pt x="3139" y="1003"/>
                  <a:pt x="3139" y="1000"/>
                  <a:pt x="3139" y="996"/>
                </a:cubicBezTo>
                <a:cubicBezTo>
                  <a:pt x="3141" y="994"/>
                  <a:pt x="3134" y="988"/>
                  <a:pt x="3138" y="986"/>
                </a:cubicBezTo>
                <a:cubicBezTo>
                  <a:pt x="3136" y="972"/>
                  <a:pt x="3137" y="959"/>
                  <a:pt x="3134" y="945"/>
                </a:cubicBezTo>
                <a:cubicBezTo>
                  <a:pt x="3135" y="918"/>
                  <a:pt x="3119" y="886"/>
                  <a:pt x="3120" y="859"/>
                </a:cubicBezTo>
                <a:cubicBezTo>
                  <a:pt x="3127" y="860"/>
                  <a:pt x="3129" y="873"/>
                  <a:pt x="3131" y="878"/>
                </a:cubicBezTo>
                <a:cubicBezTo>
                  <a:pt x="3130" y="883"/>
                  <a:pt x="3136" y="891"/>
                  <a:pt x="3136" y="897"/>
                </a:cubicBezTo>
                <a:cubicBezTo>
                  <a:pt x="3134" y="902"/>
                  <a:pt x="3140" y="909"/>
                  <a:pt x="3138" y="915"/>
                </a:cubicBezTo>
                <a:cubicBezTo>
                  <a:pt x="3140" y="918"/>
                  <a:pt x="3140" y="921"/>
                  <a:pt x="3138" y="923"/>
                </a:cubicBezTo>
                <a:cubicBezTo>
                  <a:pt x="3142" y="924"/>
                  <a:pt x="3140" y="926"/>
                  <a:pt x="3141" y="929"/>
                </a:cubicBezTo>
                <a:cubicBezTo>
                  <a:pt x="3145" y="943"/>
                  <a:pt x="3143" y="954"/>
                  <a:pt x="3147" y="967"/>
                </a:cubicBezTo>
                <a:close/>
                <a:moveTo>
                  <a:pt x="3300" y="1035"/>
                </a:moveTo>
                <a:cubicBezTo>
                  <a:pt x="3295" y="1028"/>
                  <a:pt x="3289" y="1022"/>
                  <a:pt x="3282" y="1018"/>
                </a:cubicBezTo>
                <a:cubicBezTo>
                  <a:pt x="3274" y="1001"/>
                  <a:pt x="3280" y="1009"/>
                  <a:pt x="3288" y="1009"/>
                </a:cubicBezTo>
                <a:cubicBezTo>
                  <a:pt x="3320" y="1033"/>
                  <a:pt x="3323" y="1035"/>
                  <a:pt x="3327" y="1034"/>
                </a:cubicBezTo>
                <a:cubicBezTo>
                  <a:pt x="3370" y="1056"/>
                  <a:pt x="3372" y="1065"/>
                  <a:pt x="3376" y="1063"/>
                </a:cubicBezTo>
                <a:cubicBezTo>
                  <a:pt x="3411" y="1085"/>
                  <a:pt x="3419" y="1084"/>
                  <a:pt x="3425" y="1090"/>
                </a:cubicBezTo>
                <a:cubicBezTo>
                  <a:pt x="3450" y="1102"/>
                  <a:pt x="3451" y="1113"/>
                  <a:pt x="3455" y="1111"/>
                </a:cubicBezTo>
                <a:cubicBezTo>
                  <a:pt x="3509" y="1144"/>
                  <a:pt x="3517" y="1145"/>
                  <a:pt x="3523" y="1152"/>
                </a:cubicBezTo>
                <a:cubicBezTo>
                  <a:pt x="3573" y="1200"/>
                  <a:pt x="3569" y="1200"/>
                  <a:pt x="3566" y="1195"/>
                </a:cubicBezTo>
                <a:cubicBezTo>
                  <a:pt x="3552" y="1189"/>
                  <a:pt x="3548" y="1189"/>
                  <a:pt x="3545" y="1185"/>
                </a:cubicBezTo>
                <a:cubicBezTo>
                  <a:pt x="3524" y="1178"/>
                  <a:pt x="3521" y="1172"/>
                  <a:pt x="3516" y="1174"/>
                </a:cubicBezTo>
                <a:cubicBezTo>
                  <a:pt x="3469" y="1147"/>
                  <a:pt x="3462" y="1147"/>
                  <a:pt x="3456" y="1140"/>
                </a:cubicBezTo>
                <a:cubicBezTo>
                  <a:pt x="3430" y="1127"/>
                  <a:pt x="3424" y="1119"/>
                  <a:pt x="3417" y="1119"/>
                </a:cubicBezTo>
                <a:cubicBezTo>
                  <a:pt x="3373" y="1091"/>
                  <a:pt x="3369" y="1091"/>
                  <a:pt x="3366" y="1088"/>
                </a:cubicBezTo>
                <a:cubicBezTo>
                  <a:pt x="3343" y="1075"/>
                  <a:pt x="3342" y="1066"/>
                  <a:pt x="3338" y="1068"/>
                </a:cubicBezTo>
                <a:close/>
                <a:moveTo>
                  <a:pt x="3392" y="1172"/>
                </a:moveTo>
                <a:cubicBezTo>
                  <a:pt x="3385" y="1167"/>
                  <a:pt x="3378" y="1163"/>
                  <a:pt x="3372" y="1156"/>
                </a:cubicBezTo>
                <a:cubicBezTo>
                  <a:pt x="3399" y="1168"/>
                  <a:pt x="3400" y="1175"/>
                  <a:pt x="3404" y="1173"/>
                </a:cubicBezTo>
                <a:cubicBezTo>
                  <a:pt x="3454" y="1209"/>
                  <a:pt x="3460" y="1205"/>
                  <a:pt x="3464" y="1212"/>
                </a:cubicBezTo>
                <a:cubicBezTo>
                  <a:pt x="3514" y="1237"/>
                  <a:pt x="3515" y="1240"/>
                  <a:pt x="3516" y="1240"/>
                </a:cubicBezTo>
                <a:cubicBezTo>
                  <a:pt x="3547" y="1261"/>
                  <a:pt x="3553" y="1261"/>
                  <a:pt x="3558" y="1266"/>
                </a:cubicBezTo>
                <a:cubicBezTo>
                  <a:pt x="3637" y="1326"/>
                  <a:pt x="3641" y="1334"/>
                  <a:pt x="3647" y="1335"/>
                </a:cubicBezTo>
                <a:cubicBezTo>
                  <a:pt x="3634" y="1330"/>
                  <a:pt x="3626" y="1332"/>
                  <a:pt x="3621" y="1328"/>
                </a:cubicBezTo>
                <a:cubicBezTo>
                  <a:pt x="3579" y="1307"/>
                  <a:pt x="3575" y="1297"/>
                  <a:pt x="3568" y="1298"/>
                </a:cubicBezTo>
                <a:cubicBezTo>
                  <a:pt x="3521" y="1272"/>
                  <a:pt x="3509" y="1264"/>
                  <a:pt x="3498" y="1256"/>
                </a:cubicBezTo>
                <a:cubicBezTo>
                  <a:pt x="3474" y="1243"/>
                  <a:pt x="3469" y="1237"/>
                  <a:pt x="3463" y="1235"/>
                </a:cubicBezTo>
                <a:cubicBezTo>
                  <a:pt x="3427" y="1207"/>
                  <a:pt x="3421" y="1204"/>
                  <a:pt x="3416" y="1199"/>
                </a:cubicBezTo>
                <a:cubicBezTo>
                  <a:pt x="3398" y="1177"/>
                  <a:pt x="3390" y="1177"/>
                  <a:pt x="3392" y="1172"/>
                </a:cubicBezTo>
                <a:close/>
                <a:moveTo>
                  <a:pt x="3445" y="1360"/>
                </a:moveTo>
                <a:cubicBezTo>
                  <a:pt x="3442" y="1357"/>
                  <a:pt x="3445" y="1354"/>
                  <a:pt x="3442" y="1351"/>
                </a:cubicBezTo>
                <a:cubicBezTo>
                  <a:pt x="3444" y="1343"/>
                  <a:pt x="3447" y="1359"/>
                  <a:pt x="3446" y="1362"/>
                </a:cubicBezTo>
                <a:cubicBezTo>
                  <a:pt x="3447" y="1367"/>
                  <a:pt x="3442" y="1362"/>
                  <a:pt x="3445" y="1360"/>
                </a:cubicBezTo>
                <a:close/>
                <a:moveTo>
                  <a:pt x="3455" y="1340"/>
                </a:moveTo>
                <a:cubicBezTo>
                  <a:pt x="3447" y="1340"/>
                  <a:pt x="3456" y="1330"/>
                  <a:pt x="3449" y="1325"/>
                </a:cubicBezTo>
                <a:cubicBezTo>
                  <a:pt x="3457" y="1325"/>
                  <a:pt x="3457" y="1337"/>
                  <a:pt x="3455" y="1340"/>
                </a:cubicBezTo>
                <a:close/>
                <a:moveTo>
                  <a:pt x="3500" y="1553"/>
                </a:moveTo>
                <a:cubicBezTo>
                  <a:pt x="3499" y="1556"/>
                  <a:pt x="3499" y="1560"/>
                  <a:pt x="3499" y="1564"/>
                </a:cubicBezTo>
                <a:cubicBezTo>
                  <a:pt x="3491" y="1619"/>
                  <a:pt x="3494" y="1624"/>
                  <a:pt x="3490" y="1627"/>
                </a:cubicBezTo>
                <a:cubicBezTo>
                  <a:pt x="3483" y="1671"/>
                  <a:pt x="3478" y="1679"/>
                  <a:pt x="3476" y="1687"/>
                </a:cubicBezTo>
                <a:cubicBezTo>
                  <a:pt x="3467" y="1740"/>
                  <a:pt x="3458" y="1742"/>
                  <a:pt x="3461" y="1747"/>
                </a:cubicBezTo>
                <a:cubicBezTo>
                  <a:pt x="3453" y="1766"/>
                  <a:pt x="3455" y="1770"/>
                  <a:pt x="3453" y="1771"/>
                </a:cubicBezTo>
                <a:cubicBezTo>
                  <a:pt x="3426" y="1843"/>
                  <a:pt x="3420" y="1858"/>
                  <a:pt x="3413" y="1873"/>
                </a:cubicBezTo>
                <a:cubicBezTo>
                  <a:pt x="3404" y="1901"/>
                  <a:pt x="3407" y="1906"/>
                  <a:pt x="3403" y="1909"/>
                </a:cubicBezTo>
                <a:cubicBezTo>
                  <a:pt x="3400" y="1933"/>
                  <a:pt x="3398" y="1933"/>
                  <a:pt x="3396" y="1929"/>
                </a:cubicBezTo>
                <a:cubicBezTo>
                  <a:pt x="3399" y="1898"/>
                  <a:pt x="3401" y="1890"/>
                  <a:pt x="3402" y="1882"/>
                </a:cubicBezTo>
                <a:cubicBezTo>
                  <a:pt x="3404" y="1867"/>
                  <a:pt x="3401" y="1862"/>
                  <a:pt x="3404" y="1859"/>
                </a:cubicBezTo>
                <a:cubicBezTo>
                  <a:pt x="3410" y="1820"/>
                  <a:pt x="3415" y="1817"/>
                  <a:pt x="3414" y="1813"/>
                </a:cubicBezTo>
                <a:cubicBezTo>
                  <a:pt x="3428" y="1760"/>
                  <a:pt x="3435" y="1755"/>
                  <a:pt x="3430" y="1746"/>
                </a:cubicBezTo>
                <a:cubicBezTo>
                  <a:pt x="3449" y="1702"/>
                  <a:pt x="3445" y="1698"/>
                  <a:pt x="3447" y="1695"/>
                </a:cubicBezTo>
                <a:cubicBezTo>
                  <a:pt x="3457" y="1660"/>
                  <a:pt x="3460" y="1653"/>
                  <a:pt x="3463" y="1645"/>
                </a:cubicBezTo>
                <a:cubicBezTo>
                  <a:pt x="3471" y="1615"/>
                  <a:pt x="3473" y="1607"/>
                  <a:pt x="3475" y="1600"/>
                </a:cubicBezTo>
                <a:cubicBezTo>
                  <a:pt x="3486" y="1539"/>
                  <a:pt x="3485" y="1529"/>
                  <a:pt x="3490" y="1520"/>
                </a:cubicBezTo>
                <a:cubicBezTo>
                  <a:pt x="3496" y="1430"/>
                  <a:pt x="3496" y="1441"/>
                  <a:pt x="3495" y="1443"/>
                </a:cubicBezTo>
                <a:cubicBezTo>
                  <a:pt x="3501" y="1487"/>
                  <a:pt x="3502" y="1497"/>
                  <a:pt x="3499" y="1507"/>
                </a:cubicBezTo>
                <a:close/>
                <a:moveTo>
                  <a:pt x="3614" y="1747"/>
                </a:moveTo>
                <a:cubicBezTo>
                  <a:pt x="3615" y="1752"/>
                  <a:pt x="3611" y="1747"/>
                  <a:pt x="3610" y="1744"/>
                </a:cubicBezTo>
                <a:cubicBezTo>
                  <a:pt x="3609" y="1740"/>
                  <a:pt x="3613" y="1744"/>
                  <a:pt x="3614" y="1747"/>
                </a:cubicBezTo>
                <a:close/>
                <a:moveTo>
                  <a:pt x="3553" y="1558"/>
                </a:moveTo>
                <a:cubicBezTo>
                  <a:pt x="3543" y="1561"/>
                  <a:pt x="3548" y="1551"/>
                  <a:pt x="3542" y="1545"/>
                </a:cubicBezTo>
                <a:cubicBezTo>
                  <a:pt x="3547" y="1543"/>
                  <a:pt x="3549" y="1555"/>
                  <a:pt x="3553" y="1558"/>
                </a:cubicBezTo>
                <a:close/>
                <a:moveTo>
                  <a:pt x="3540" y="1637"/>
                </a:moveTo>
                <a:cubicBezTo>
                  <a:pt x="3542" y="1631"/>
                  <a:pt x="3540" y="1625"/>
                  <a:pt x="3541" y="1619"/>
                </a:cubicBezTo>
                <a:cubicBezTo>
                  <a:pt x="3549" y="1619"/>
                  <a:pt x="3541" y="1630"/>
                  <a:pt x="3544" y="1634"/>
                </a:cubicBezTo>
                <a:cubicBezTo>
                  <a:pt x="3542" y="1640"/>
                  <a:pt x="3542" y="1645"/>
                  <a:pt x="3543" y="1651"/>
                </a:cubicBezTo>
                <a:cubicBezTo>
                  <a:pt x="3535" y="1651"/>
                  <a:pt x="3543" y="1641"/>
                  <a:pt x="3540" y="1637"/>
                </a:cubicBezTo>
                <a:close/>
                <a:moveTo>
                  <a:pt x="3531" y="1530"/>
                </a:moveTo>
                <a:cubicBezTo>
                  <a:pt x="3523" y="1527"/>
                  <a:pt x="3522" y="1512"/>
                  <a:pt x="3520" y="1506"/>
                </a:cubicBezTo>
                <a:cubicBezTo>
                  <a:pt x="3527" y="1508"/>
                  <a:pt x="3523" y="1522"/>
                  <a:pt x="3531" y="1530"/>
                </a:cubicBezTo>
                <a:close/>
                <a:moveTo>
                  <a:pt x="3515" y="1492"/>
                </a:moveTo>
                <a:cubicBezTo>
                  <a:pt x="3503" y="1494"/>
                  <a:pt x="3514" y="1480"/>
                  <a:pt x="3506" y="1473"/>
                </a:cubicBezTo>
                <a:cubicBezTo>
                  <a:pt x="3517" y="1475"/>
                  <a:pt x="3507" y="1485"/>
                  <a:pt x="3515" y="1492"/>
                </a:cubicBezTo>
                <a:close/>
                <a:moveTo>
                  <a:pt x="3814" y="0"/>
                </a:moveTo>
                <a:cubicBezTo>
                  <a:pt x="3805" y="0"/>
                  <a:pt x="3805" y="0"/>
                  <a:pt x="3805" y="0"/>
                </a:cubicBezTo>
                <a:cubicBezTo>
                  <a:pt x="3810" y="6"/>
                  <a:pt x="3814" y="12"/>
                  <a:pt x="3821" y="18"/>
                </a:cubicBezTo>
                <a:cubicBezTo>
                  <a:pt x="3827" y="24"/>
                  <a:pt x="3834" y="30"/>
                  <a:pt x="3840" y="36"/>
                </a:cubicBezTo>
                <a:cubicBezTo>
                  <a:pt x="3840" y="26"/>
                  <a:pt x="3840" y="26"/>
                  <a:pt x="3840" y="26"/>
                </a:cubicBezTo>
                <a:cubicBezTo>
                  <a:pt x="3831" y="18"/>
                  <a:pt x="3823" y="9"/>
                  <a:pt x="3814" y="1"/>
                </a:cubicBezTo>
                <a:cubicBezTo>
                  <a:pt x="3814" y="1"/>
                  <a:pt x="3814" y="1"/>
                  <a:pt x="3814" y="0"/>
                </a:cubicBezTo>
                <a:close/>
                <a:moveTo>
                  <a:pt x="3831" y="0"/>
                </a:moveTo>
                <a:cubicBezTo>
                  <a:pt x="3834" y="2"/>
                  <a:pt x="3835" y="3"/>
                  <a:pt x="3837" y="7"/>
                </a:cubicBezTo>
                <a:cubicBezTo>
                  <a:pt x="3838" y="7"/>
                  <a:pt x="3839" y="7"/>
                  <a:pt x="3840" y="8"/>
                </a:cubicBezTo>
                <a:cubicBezTo>
                  <a:pt x="3840" y="0"/>
                  <a:pt x="3840" y="0"/>
                  <a:pt x="3840" y="0"/>
                </a:cubicBezTo>
                <a:lnTo>
                  <a:pt x="3831" y="0"/>
                </a:lnTo>
                <a:close/>
                <a:moveTo>
                  <a:pt x="740" y="250"/>
                </a:moveTo>
                <a:cubicBezTo>
                  <a:pt x="740" y="254"/>
                  <a:pt x="736" y="252"/>
                  <a:pt x="734" y="250"/>
                </a:cubicBezTo>
                <a:cubicBezTo>
                  <a:pt x="700" y="243"/>
                  <a:pt x="693" y="242"/>
                  <a:pt x="688" y="238"/>
                </a:cubicBezTo>
                <a:cubicBezTo>
                  <a:pt x="649" y="218"/>
                  <a:pt x="646" y="213"/>
                  <a:pt x="639" y="211"/>
                </a:cubicBezTo>
                <a:cubicBezTo>
                  <a:pt x="605" y="186"/>
                  <a:pt x="597" y="185"/>
                  <a:pt x="594" y="179"/>
                </a:cubicBezTo>
                <a:cubicBezTo>
                  <a:pt x="566" y="166"/>
                  <a:pt x="569" y="159"/>
                  <a:pt x="564" y="159"/>
                </a:cubicBezTo>
                <a:cubicBezTo>
                  <a:pt x="529" y="136"/>
                  <a:pt x="526" y="135"/>
                  <a:pt x="525" y="132"/>
                </a:cubicBezTo>
                <a:cubicBezTo>
                  <a:pt x="512" y="117"/>
                  <a:pt x="505" y="119"/>
                  <a:pt x="506" y="114"/>
                </a:cubicBezTo>
                <a:cubicBezTo>
                  <a:pt x="484" y="93"/>
                  <a:pt x="478" y="94"/>
                  <a:pt x="478" y="90"/>
                </a:cubicBezTo>
                <a:cubicBezTo>
                  <a:pt x="454" y="72"/>
                  <a:pt x="447" y="64"/>
                  <a:pt x="437" y="58"/>
                </a:cubicBezTo>
                <a:cubicBezTo>
                  <a:pt x="424" y="42"/>
                  <a:pt x="416" y="42"/>
                  <a:pt x="414" y="36"/>
                </a:cubicBezTo>
                <a:cubicBezTo>
                  <a:pt x="402" y="18"/>
                  <a:pt x="391" y="21"/>
                  <a:pt x="390" y="14"/>
                </a:cubicBezTo>
                <a:cubicBezTo>
                  <a:pt x="372" y="9"/>
                  <a:pt x="380" y="20"/>
                  <a:pt x="392" y="27"/>
                </a:cubicBezTo>
                <a:cubicBezTo>
                  <a:pt x="405" y="43"/>
                  <a:pt x="409" y="42"/>
                  <a:pt x="409" y="45"/>
                </a:cubicBezTo>
                <a:cubicBezTo>
                  <a:pt x="474" y="97"/>
                  <a:pt x="479" y="102"/>
                  <a:pt x="484" y="109"/>
                </a:cubicBezTo>
                <a:cubicBezTo>
                  <a:pt x="530" y="145"/>
                  <a:pt x="540" y="147"/>
                  <a:pt x="544" y="154"/>
                </a:cubicBezTo>
                <a:cubicBezTo>
                  <a:pt x="580" y="177"/>
                  <a:pt x="581" y="181"/>
                  <a:pt x="587" y="182"/>
                </a:cubicBezTo>
                <a:cubicBezTo>
                  <a:pt x="639" y="211"/>
                  <a:pt x="642" y="220"/>
                  <a:pt x="652" y="222"/>
                </a:cubicBezTo>
                <a:cubicBezTo>
                  <a:pt x="676" y="237"/>
                  <a:pt x="673" y="238"/>
                  <a:pt x="671" y="238"/>
                </a:cubicBezTo>
                <a:cubicBezTo>
                  <a:pt x="651" y="229"/>
                  <a:pt x="645" y="226"/>
                  <a:pt x="641" y="222"/>
                </a:cubicBezTo>
                <a:cubicBezTo>
                  <a:pt x="594" y="197"/>
                  <a:pt x="590" y="195"/>
                  <a:pt x="589" y="192"/>
                </a:cubicBezTo>
                <a:cubicBezTo>
                  <a:pt x="550" y="170"/>
                  <a:pt x="548" y="164"/>
                  <a:pt x="539" y="163"/>
                </a:cubicBezTo>
                <a:cubicBezTo>
                  <a:pt x="484" y="114"/>
                  <a:pt x="474" y="110"/>
                  <a:pt x="469" y="100"/>
                </a:cubicBezTo>
                <a:cubicBezTo>
                  <a:pt x="454" y="90"/>
                  <a:pt x="453" y="87"/>
                  <a:pt x="452" y="85"/>
                </a:cubicBezTo>
                <a:cubicBezTo>
                  <a:pt x="417" y="55"/>
                  <a:pt x="413" y="52"/>
                  <a:pt x="409" y="49"/>
                </a:cubicBezTo>
                <a:cubicBezTo>
                  <a:pt x="372" y="13"/>
                  <a:pt x="367" y="11"/>
                  <a:pt x="364" y="7"/>
                </a:cubicBezTo>
                <a:cubicBezTo>
                  <a:pt x="344" y="1"/>
                  <a:pt x="344" y="1"/>
                  <a:pt x="345" y="2"/>
                </a:cubicBezTo>
                <a:cubicBezTo>
                  <a:pt x="378" y="27"/>
                  <a:pt x="378" y="34"/>
                  <a:pt x="383" y="35"/>
                </a:cubicBezTo>
                <a:cubicBezTo>
                  <a:pt x="407" y="60"/>
                  <a:pt x="411" y="64"/>
                  <a:pt x="415" y="67"/>
                </a:cubicBezTo>
                <a:cubicBezTo>
                  <a:pt x="446" y="91"/>
                  <a:pt x="451" y="100"/>
                  <a:pt x="460" y="105"/>
                </a:cubicBezTo>
                <a:cubicBezTo>
                  <a:pt x="490" y="130"/>
                  <a:pt x="498" y="136"/>
                  <a:pt x="505" y="143"/>
                </a:cubicBezTo>
                <a:cubicBezTo>
                  <a:pt x="570" y="188"/>
                  <a:pt x="575" y="191"/>
                  <a:pt x="578" y="194"/>
                </a:cubicBezTo>
                <a:cubicBezTo>
                  <a:pt x="601" y="206"/>
                  <a:pt x="601" y="209"/>
                  <a:pt x="604" y="210"/>
                </a:cubicBezTo>
                <a:cubicBezTo>
                  <a:pt x="635" y="227"/>
                  <a:pt x="639" y="230"/>
                  <a:pt x="645" y="231"/>
                </a:cubicBezTo>
                <a:cubicBezTo>
                  <a:pt x="681" y="244"/>
                  <a:pt x="685" y="247"/>
                  <a:pt x="690" y="249"/>
                </a:cubicBezTo>
                <a:cubicBezTo>
                  <a:pt x="728" y="254"/>
                  <a:pt x="731" y="254"/>
                  <a:pt x="734" y="255"/>
                </a:cubicBezTo>
                <a:close/>
                <a:moveTo>
                  <a:pt x="989" y="371"/>
                </a:moveTo>
                <a:cubicBezTo>
                  <a:pt x="998" y="376"/>
                  <a:pt x="1006" y="381"/>
                  <a:pt x="1017" y="385"/>
                </a:cubicBezTo>
                <a:cubicBezTo>
                  <a:pt x="1041" y="394"/>
                  <a:pt x="1046" y="395"/>
                  <a:pt x="1047" y="392"/>
                </a:cubicBezTo>
                <a:cubicBezTo>
                  <a:pt x="1003" y="373"/>
                  <a:pt x="998" y="371"/>
                  <a:pt x="995" y="367"/>
                </a:cubicBezTo>
                <a:cubicBezTo>
                  <a:pt x="960" y="342"/>
                  <a:pt x="958" y="341"/>
                  <a:pt x="956" y="340"/>
                </a:cubicBezTo>
                <a:cubicBezTo>
                  <a:pt x="939" y="327"/>
                  <a:pt x="937" y="326"/>
                  <a:pt x="935" y="324"/>
                </a:cubicBezTo>
                <a:cubicBezTo>
                  <a:pt x="917" y="306"/>
                  <a:pt x="913" y="302"/>
                  <a:pt x="909" y="300"/>
                </a:cubicBezTo>
                <a:cubicBezTo>
                  <a:pt x="861" y="237"/>
                  <a:pt x="859" y="233"/>
                  <a:pt x="856" y="231"/>
                </a:cubicBezTo>
                <a:cubicBezTo>
                  <a:pt x="848" y="219"/>
                  <a:pt x="845" y="213"/>
                  <a:pt x="839" y="209"/>
                </a:cubicBezTo>
                <a:cubicBezTo>
                  <a:pt x="825" y="175"/>
                  <a:pt x="815" y="179"/>
                  <a:pt x="816" y="173"/>
                </a:cubicBezTo>
                <a:cubicBezTo>
                  <a:pt x="788" y="136"/>
                  <a:pt x="784" y="135"/>
                  <a:pt x="784" y="129"/>
                </a:cubicBezTo>
                <a:cubicBezTo>
                  <a:pt x="774" y="119"/>
                  <a:pt x="771" y="116"/>
                  <a:pt x="770" y="111"/>
                </a:cubicBezTo>
                <a:cubicBezTo>
                  <a:pt x="742" y="73"/>
                  <a:pt x="738" y="66"/>
                  <a:pt x="734" y="58"/>
                </a:cubicBezTo>
                <a:cubicBezTo>
                  <a:pt x="714" y="35"/>
                  <a:pt x="711" y="32"/>
                  <a:pt x="706" y="31"/>
                </a:cubicBezTo>
                <a:cubicBezTo>
                  <a:pt x="680" y="2"/>
                  <a:pt x="679" y="1"/>
                  <a:pt x="679" y="0"/>
                </a:cubicBezTo>
                <a:cubicBezTo>
                  <a:pt x="686" y="20"/>
                  <a:pt x="692" y="26"/>
                  <a:pt x="697" y="33"/>
                </a:cubicBezTo>
                <a:cubicBezTo>
                  <a:pt x="751" y="95"/>
                  <a:pt x="751" y="101"/>
                  <a:pt x="754" y="104"/>
                </a:cubicBezTo>
                <a:cubicBezTo>
                  <a:pt x="768" y="131"/>
                  <a:pt x="775" y="130"/>
                  <a:pt x="776" y="135"/>
                </a:cubicBezTo>
                <a:cubicBezTo>
                  <a:pt x="788" y="151"/>
                  <a:pt x="791" y="151"/>
                  <a:pt x="793" y="151"/>
                </a:cubicBezTo>
                <a:cubicBezTo>
                  <a:pt x="829" y="208"/>
                  <a:pt x="829" y="214"/>
                  <a:pt x="835" y="213"/>
                </a:cubicBezTo>
                <a:cubicBezTo>
                  <a:pt x="854" y="247"/>
                  <a:pt x="861" y="249"/>
                  <a:pt x="862" y="257"/>
                </a:cubicBezTo>
                <a:cubicBezTo>
                  <a:pt x="880" y="280"/>
                  <a:pt x="884" y="285"/>
                  <a:pt x="890" y="288"/>
                </a:cubicBezTo>
                <a:cubicBezTo>
                  <a:pt x="874" y="275"/>
                  <a:pt x="868" y="272"/>
                  <a:pt x="867" y="266"/>
                </a:cubicBezTo>
                <a:cubicBezTo>
                  <a:pt x="820" y="208"/>
                  <a:pt x="817" y="207"/>
                  <a:pt x="816" y="204"/>
                </a:cubicBezTo>
                <a:cubicBezTo>
                  <a:pt x="792" y="174"/>
                  <a:pt x="789" y="161"/>
                  <a:pt x="780" y="153"/>
                </a:cubicBezTo>
                <a:cubicBezTo>
                  <a:pt x="748" y="107"/>
                  <a:pt x="745" y="107"/>
                  <a:pt x="744" y="106"/>
                </a:cubicBezTo>
                <a:cubicBezTo>
                  <a:pt x="733" y="84"/>
                  <a:pt x="723" y="78"/>
                  <a:pt x="718" y="67"/>
                </a:cubicBezTo>
                <a:cubicBezTo>
                  <a:pt x="703" y="47"/>
                  <a:pt x="697" y="46"/>
                  <a:pt x="695" y="40"/>
                </a:cubicBezTo>
                <a:cubicBezTo>
                  <a:pt x="673" y="18"/>
                  <a:pt x="673" y="15"/>
                  <a:pt x="669" y="15"/>
                </a:cubicBezTo>
                <a:cubicBezTo>
                  <a:pt x="644" y="0"/>
                  <a:pt x="644" y="0"/>
                  <a:pt x="644" y="0"/>
                </a:cubicBezTo>
                <a:cubicBezTo>
                  <a:pt x="675" y="28"/>
                  <a:pt x="679" y="37"/>
                  <a:pt x="686" y="44"/>
                </a:cubicBezTo>
                <a:cubicBezTo>
                  <a:pt x="707" y="69"/>
                  <a:pt x="710" y="70"/>
                  <a:pt x="707" y="71"/>
                </a:cubicBezTo>
                <a:cubicBezTo>
                  <a:pt x="730" y="96"/>
                  <a:pt x="734" y="106"/>
                  <a:pt x="741" y="113"/>
                </a:cubicBezTo>
                <a:cubicBezTo>
                  <a:pt x="782" y="170"/>
                  <a:pt x="787" y="179"/>
                  <a:pt x="794" y="186"/>
                </a:cubicBezTo>
                <a:cubicBezTo>
                  <a:pt x="806" y="199"/>
                  <a:pt x="804" y="205"/>
                  <a:pt x="807" y="206"/>
                </a:cubicBezTo>
                <a:cubicBezTo>
                  <a:pt x="854" y="262"/>
                  <a:pt x="852" y="269"/>
                  <a:pt x="860" y="268"/>
                </a:cubicBezTo>
                <a:cubicBezTo>
                  <a:pt x="896" y="311"/>
                  <a:pt x="905" y="316"/>
                  <a:pt x="913" y="322"/>
                </a:cubicBezTo>
                <a:cubicBezTo>
                  <a:pt x="967" y="358"/>
                  <a:pt x="972" y="359"/>
                  <a:pt x="976" y="362"/>
                </a:cubicBezTo>
                <a:close/>
                <a:moveTo>
                  <a:pt x="1027" y="2129"/>
                </a:moveTo>
                <a:cubicBezTo>
                  <a:pt x="1022" y="2125"/>
                  <a:pt x="1022" y="2116"/>
                  <a:pt x="1017" y="2112"/>
                </a:cubicBezTo>
                <a:cubicBezTo>
                  <a:pt x="1016" y="2108"/>
                  <a:pt x="1019" y="2101"/>
                  <a:pt x="1012" y="2103"/>
                </a:cubicBezTo>
                <a:cubicBezTo>
                  <a:pt x="1012" y="2098"/>
                  <a:pt x="1011" y="2094"/>
                  <a:pt x="1008" y="2092"/>
                </a:cubicBezTo>
                <a:cubicBezTo>
                  <a:pt x="1006" y="2085"/>
                  <a:pt x="1004" y="2077"/>
                  <a:pt x="1001" y="2070"/>
                </a:cubicBezTo>
                <a:cubicBezTo>
                  <a:pt x="997" y="2070"/>
                  <a:pt x="1000" y="2063"/>
                  <a:pt x="997" y="2062"/>
                </a:cubicBezTo>
                <a:cubicBezTo>
                  <a:pt x="993" y="2060"/>
                  <a:pt x="997" y="2051"/>
                  <a:pt x="993" y="2051"/>
                </a:cubicBezTo>
                <a:cubicBezTo>
                  <a:pt x="993" y="2041"/>
                  <a:pt x="988" y="2036"/>
                  <a:pt x="986" y="2029"/>
                </a:cubicBezTo>
                <a:cubicBezTo>
                  <a:pt x="988" y="2022"/>
                  <a:pt x="982" y="2023"/>
                  <a:pt x="984" y="2016"/>
                </a:cubicBezTo>
                <a:cubicBezTo>
                  <a:pt x="984" y="2010"/>
                  <a:pt x="983" y="2005"/>
                  <a:pt x="979" y="2003"/>
                </a:cubicBezTo>
                <a:cubicBezTo>
                  <a:pt x="978" y="2019"/>
                  <a:pt x="984" y="2027"/>
                  <a:pt x="986" y="2040"/>
                </a:cubicBezTo>
                <a:cubicBezTo>
                  <a:pt x="987" y="2046"/>
                  <a:pt x="989" y="2051"/>
                  <a:pt x="990" y="2057"/>
                </a:cubicBezTo>
                <a:cubicBezTo>
                  <a:pt x="990" y="2061"/>
                  <a:pt x="993" y="2062"/>
                  <a:pt x="993" y="2066"/>
                </a:cubicBezTo>
                <a:cubicBezTo>
                  <a:pt x="996" y="2066"/>
                  <a:pt x="994" y="2072"/>
                  <a:pt x="997" y="2073"/>
                </a:cubicBezTo>
                <a:cubicBezTo>
                  <a:pt x="998" y="2086"/>
                  <a:pt x="1006" y="2093"/>
                  <a:pt x="1008" y="2105"/>
                </a:cubicBezTo>
                <a:cubicBezTo>
                  <a:pt x="1011" y="2105"/>
                  <a:pt x="1009" y="2111"/>
                  <a:pt x="1012" y="2112"/>
                </a:cubicBezTo>
                <a:cubicBezTo>
                  <a:pt x="1012" y="2116"/>
                  <a:pt x="1015" y="2117"/>
                  <a:pt x="1014" y="2121"/>
                </a:cubicBezTo>
                <a:cubicBezTo>
                  <a:pt x="1016" y="2125"/>
                  <a:pt x="1020" y="2133"/>
                  <a:pt x="1017" y="2136"/>
                </a:cubicBezTo>
                <a:cubicBezTo>
                  <a:pt x="1020" y="2136"/>
                  <a:pt x="1018" y="2142"/>
                  <a:pt x="1021" y="2142"/>
                </a:cubicBezTo>
                <a:cubicBezTo>
                  <a:pt x="1020" y="2146"/>
                  <a:pt x="1023" y="2147"/>
                  <a:pt x="1023" y="2151"/>
                </a:cubicBezTo>
                <a:cubicBezTo>
                  <a:pt x="1023" y="2155"/>
                  <a:pt x="1024" y="2158"/>
                  <a:pt x="1025" y="2160"/>
                </a:cubicBezTo>
                <a:cubicBezTo>
                  <a:pt x="1032" y="2160"/>
                  <a:pt x="1032" y="2160"/>
                  <a:pt x="1032" y="2160"/>
                </a:cubicBezTo>
                <a:cubicBezTo>
                  <a:pt x="1032" y="2159"/>
                  <a:pt x="1032" y="2159"/>
                  <a:pt x="1032" y="2158"/>
                </a:cubicBezTo>
                <a:cubicBezTo>
                  <a:pt x="1033" y="2158"/>
                  <a:pt x="1035" y="2159"/>
                  <a:pt x="1036" y="2160"/>
                </a:cubicBezTo>
                <a:cubicBezTo>
                  <a:pt x="1045" y="2160"/>
                  <a:pt x="1045" y="2160"/>
                  <a:pt x="1045" y="2160"/>
                </a:cubicBezTo>
                <a:cubicBezTo>
                  <a:pt x="1043" y="2156"/>
                  <a:pt x="1040" y="2152"/>
                  <a:pt x="1036" y="2149"/>
                </a:cubicBezTo>
                <a:cubicBezTo>
                  <a:pt x="1037" y="2138"/>
                  <a:pt x="1027" y="2139"/>
                  <a:pt x="1027" y="2129"/>
                </a:cubicBezTo>
                <a:close/>
                <a:moveTo>
                  <a:pt x="1027" y="2147"/>
                </a:moveTo>
                <a:cubicBezTo>
                  <a:pt x="1029" y="2148"/>
                  <a:pt x="1031" y="2151"/>
                  <a:pt x="1032" y="2153"/>
                </a:cubicBezTo>
                <a:cubicBezTo>
                  <a:pt x="1031" y="2159"/>
                  <a:pt x="1027" y="2150"/>
                  <a:pt x="1027" y="2147"/>
                </a:cubicBezTo>
                <a:close/>
                <a:moveTo>
                  <a:pt x="887" y="319"/>
                </a:moveTo>
                <a:cubicBezTo>
                  <a:pt x="888" y="314"/>
                  <a:pt x="881" y="316"/>
                  <a:pt x="881" y="312"/>
                </a:cubicBezTo>
                <a:cubicBezTo>
                  <a:pt x="860" y="299"/>
                  <a:pt x="864" y="290"/>
                  <a:pt x="857" y="292"/>
                </a:cubicBezTo>
                <a:cubicBezTo>
                  <a:pt x="829" y="256"/>
                  <a:pt x="827" y="249"/>
                  <a:pt x="821" y="246"/>
                </a:cubicBezTo>
                <a:cubicBezTo>
                  <a:pt x="769" y="177"/>
                  <a:pt x="766" y="171"/>
                  <a:pt x="762" y="166"/>
                </a:cubicBezTo>
                <a:cubicBezTo>
                  <a:pt x="731" y="135"/>
                  <a:pt x="734" y="128"/>
                  <a:pt x="730" y="128"/>
                </a:cubicBezTo>
                <a:cubicBezTo>
                  <a:pt x="708" y="102"/>
                  <a:pt x="706" y="100"/>
                  <a:pt x="704" y="97"/>
                </a:cubicBezTo>
                <a:cubicBezTo>
                  <a:pt x="687" y="81"/>
                  <a:pt x="689" y="75"/>
                  <a:pt x="683" y="77"/>
                </a:cubicBezTo>
                <a:cubicBezTo>
                  <a:pt x="649" y="44"/>
                  <a:pt x="648" y="36"/>
                  <a:pt x="643" y="32"/>
                </a:cubicBezTo>
                <a:cubicBezTo>
                  <a:pt x="595" y="0"/>
                  <a:pt x="595" y="0"/>
                  <a:pt x="595" y="0"/>
                </a:cubicBezTo>
                <a:cubicBezTo>
                  <a:pt x="618" y="17"/>
                  <a:pt x="617" y="23"/>
                  <a:pt x="621" y="23"/>
                </a:cubicBezTo>
                <a:cubicBezTo>
                  <a:pt x="659" y="58"/>
                  <a:pt x="665" y="68"/>
                  <a:pt x="672" y="77"/>
                </a:cubicBezTo>
                <a:cubicBezTo>
                  <a:pt x="702" y="103"/>
                  <a:pt x="701" y="111"/>
                  <a:pt x="708" y="112"/>
                </a:cubicBezTo>
                <a:cubicBezTo>
                  <a:pt x="732" y="144"/>
                  <a:pt x="736" y="147"/>
                  <a:pt x="738" y="152"/>
                </a:cubicBezTo>
                <a:cubicBezTo>
                  <a:pt x="794" y="223"/>
                  <a:pt x="810" y="239"/>
                  <a:pt x="821" y="259"/>
                </a:cubicBezTo>
                <a:cubicBezTo>
                  <a:pt x="812" y="259"/>
                  <a:pt x="813" y="253"/>
                  <a:pt x="808" y="252"/>
                </a:cubicBezTo>
                <a:cubicBezTo>
                  <a:pt x="796" y="241"/>
                  <a:pt x="793" y="238"/>
                  <a:pt x="791" y="234"/>
                </a:cubicBezTo>
                <a:cubicBezTo>
                  <a:pt x="743" y="186"/>
                  <a:pt x="739" y="183"/>
                  <a:pt x="738" y="178"/>
                </a:cubicBezTo>
                <a:cubicBezTo>
                  <a:pt x="714" y="153"/>
                  <a:pt x="710" y="150"/>
                  <a:pt x="708" y="145"/>
                </a:cubicBezTo>
                <a:cubicBezTo>
                  <a:pt x="670" y="114"/>
                  <a:pt x="668" y="109"/>
                  <a:pt x="665" y="105"/>
                </a:cubicBezTo>
                <a:cubicBezTo>
                  <a:pt x="633" y="73"/>
                  <a:pt x="631" y="71"/>
                  <a:pt x="631" y="67"/>
                </a:cubicBezTo>
                <a:cubicBezTo>
                  <a:pt x="615" y="51"/>
                  <a:pt x="610" y="52"/>
                  <a:pt x="610" y="51"/>
                </a:cubicBezTo>
                <a:cubicBezTo>
                  <a:pt x="597" y="42"/>
                  <a:pt x="601" y="32"/>
                  <a:pt x="592" y="33"/>
                </a:cubicBezTo>
                <a:cubicBezTo>
                  <a:pt x="567" y="8"/>
                  <a:pt x="562" y="4"/>
                  <a:pt x="557" y="0"/>
                </a:cubicBezTo>
                <a:cubicBezTo>
                  <a:pt x="552" y="10"/>
                  <a:pt x="563" y="13"/>
                  <a:pt x="569" y="22"/>
                </a:cubicBezTo>
                <a:cubicBezTo>
                  <a:pt x="629" y="79"/>
                  <a:pt x="629" y="83"/>
                  <a:pt x="633" y="82"/>
                </a:cubicBezTo>
                <a:cubicBezTo>
                  <a:pt x="676" y="124"/>
                  <a:pt x="689" y="140"/>
                  <a:pt x="705" y="154"/>
                </a:cubicBezTo>
                <a:cubicBezTo>
                  <a:pt x="778" y="231"/>
                  <a:pt x="785" y="238"/>
                  <a:pt x="793" y="245"/>
                </a:cubicBezTo>
                <a:cubicBezTo>
                  <a:pt x="808" y="256"/>
                  <a:pt x="807" y="260"/>
                  <a:pt x="808" y="261"/>
                </a:cubicBezTo>
                <a:cubicBezTo>
                  <a:pt x="834" y="279"/>
                  <a:pt x="840" y="280"/>
                  <a:pt x="844" y="283"/>
                </a:cubicBezTo>
                <a:cubicBezTo>
                  <a:pt x="859" y="314"/>
                  <a:pt x="859" y="308"/>
                  <a:pt x="855" y="307"/>
                </a:cubicBezTo>
                <a:cubicBezTo>
                  <a:pt x="822" y="280"/>
                  <a:pt x="808" y="275"/>
                  <a:pt x="801" y="263"/>
                </a:cubicBezTo>
                <a:cubicBezTo>
                  <a:pt x="778" y="238"/>
                  <a:pt x="768" y="243"/>
                  <a:pt x="771" y="236"/>
                </a:cubicBezTo>
                <a:cubicBezTo>
                  <a:pt x="741" y="218"/>
                  <a:pt x="746" y="208"/>
                  <a:pt x="739" y="211"/>
                </a:cubicBezTo>
                <a:cubicBezTo>
                  <a:pt x="700" y="175"/>
                  <a:pt x="692" y="164"/>
                  <a:pt x="681" y="155"/>
                </a:cubicBezTo>
                <a:cubicBezTo>
                  <a:pt x="658" y="131"/>
                  <a:pt x="649" y="121"/>
                  <a:pt x="641" y="111"/>
                </a:cubicBezTo>
                <a:cubicBezTo>
                  <a:pt x="610" y="82"/>
                  <a:pt x="609" y="78"/>
                  <a:pt x="605" y="77"/>
                </a:cubicBezTo>
                <a:cubicBezTo>
                  <a:pt x="581" y="54"/>
                  <a:pt x="580" y="50"/>
                  <a:pt x="575" y="50"/>
                </a:cubicBezTo>
                <a:cubicBezTo>
                  <a:pt x="534" y="16"/>
                  <a:pt x="534" y="11"/>
                  <a:pt x="530" y="10"/>
                </a:cubicBezTo>
                <a:cubicBezTo>
                  <a:pt x="503" y="0"/>
                  <a:pt x="503" y="0"/>
                  <a:pt x="503" y="0"/>
                </a:cubicBezTo>
                <a:cubicBezTo>
                  <a:pt x="515" y="14"/>
                  <a:pt x="521" y="12"/>
                  <a:pt x="523" y="14"/>
                </a:cubicBezTo>
                <a:cubicBezTo>
                  <a:pt x="555" y="41"/>
                  <a:pt x="559" y="45"/>
                  <a:pt x="564" y="48"/>
                </a:cubicBezTo>
                <a:cubicBezTo>
                  <a:pt x="590" y="78"/>
                  <a:pt x="596" y="77"/>
                  <a:pt x="598" y="79"/>
                </a:cubicBezTo>
                <a:cubicBezTo>
                  <a:pt x="631" y="118"/>
                  <a:pt x="640" y="117"/>
                  <a:pt x="641" y="124"/>
                </a:cubicBezTo>
                <a:cubicBezTo>
                  <a:pt x="671" y="148"/>
                  <a:pt x="666" y="158"/>
                  <a:pt x="673" y="155"/>
                </a:cubicBezTo>
                <a:cubicBezTo>
                  <a:pt x="715" y="195"/>
                  <a:pt x="722" y="205"/>
                  <a:pt x="733" y="211"/>
                </a:cubicBezTo>
                <a:cubicBezTo>
                  <a:pt x="774" y="248"/>
                  <a:pt x="776" y="250"/>
                  <a:pt x="777" y="253"/>
                </a:cubicBezTo>
                <a:cubicBezTo>
                  <a:pt x="795" y="267"/>
                  <a:pt x="797" y="269"/>
                  <a:pt x="799" y="271"/>
                </a:cubicBezTo>
                <a:cubicBezTo>
                  <a:pt x="840" y="300"/>
                  <a:pt x="844" y="307"/>
                  <a:pt x="850" y="312"/>
                </a:cubicBezTo>
                <a:cubicBezTo>
                  <a:pt x="924" y="348"/>
                  <a:pt x="925" y="357"/>
                  <a:pt x="934" y="357"/>
                </a:cubicBezTo>
                <a:cubicBezTo>
                  <a:pt x="934" y="355"/>
                  <a:pt x="921" y="340"/>
                  <a:pt x="900" y="332"/>
                </a:cubicBezTo>
                <a:close/>
                <a:moveTo>
                  <a:pt x="417" y="167"/>
                </a:moveTo>
                <a:cubicBezTo>
                  <a:pt x="412" y="160"/>
                  <a:pt x="403" y="156"/>
                  <a:pt x="398" y="149"/>
                </a:cubicBezTo>
                <a:cubicBezTo>
                  <a:pt x="374" y="130"/>
                  <a:pt x="375" y="123"/>
                  <a:pt x="368" y="124"/>
                </a:cubicBezTo>
                <a:cubicBezTo>
                  <a:pt x="353" y="108"/>
                  <a:pt x="352" y="106"/>
                  <a:pt x="351" y="104"/>
                </a:cubicBezTo>
                <a:cubicBezTo>
                  <a:pt x="329" y="83"/>
                  <a:pt x="329" y="77"/>
                  <a:pt x="326" y="73"/>
                </a:cubicBezTo>
                <a:cubicBezTo>
                  <a:pt x="286" y="24"/>
                  <a:pt x="279" y="26"/>
                  <a:pt x="279" y="22"/>
                </a:cubicBezTo>
                <a:cubicBezTo>
                  <a:pt x="240" y="0"/>
                  <a:pt x="240" y="0"/>
                  <a:pt x="240" y="0"/>
                </a:cubicBezTo>
                <a:cubicBezTo>
                  <a:pt x="256" y="19"/>
                  <a:pt x="265" y="15"/>
                  <a:pt x="263" y="22"/>
                </a:cubicBezTo>
                <a:cubicBezTo>
                  <a:pt x="312" y="70"/>
                  <a:pt x="314" y="72"/>
                  <a:pt x="317" y="73"/>
                </a:cubicBezTo>
                <a:cubicBezTo>
                  <a:pt x="335" y="90"/>
                  <a:pt x="331" y="99"/>
                  <a:pt x="338" y="98"/>
                </a:cubicBezTo>
                <a:cubicBezTo>
                  <a:pt x="376" y="141"/>
                  <a:pt x="389" y="148"/>
                  <a:pt x="400" y="158"/>
                </a:cubicBezTo>
                <a:cubicBezTo>
                  <a:pt x="428" y="181"/>
                  <a:pt x="429" y="185"/>
                  <a:pt x="434" y="185"/>
                </a:cubicBezTo>
                <a:close/>
                <a:moveTo>
                  <a:pt x="527" y="235"/>
                </a:moveTo>
                <a:cubicBezTo>
                  <a:pt x="526" y="226"/>
                  <a:pt x="513" y="224"/>
                  <a:pt x="519" y="215"/>
                </a:cubicBezTo>
                <a:cubicBezTo>
                  <a:pt x="496" y="189"/>
                  <a:pt x="492" y="188"/>
                  <a:pt x="491" y="184"/>
                </a:cubicBezTo>
                <a:cubicBezTo>
                  <a:pt x="440" y="113"/>
                  <a:pt x="434" y="113"/>
                  <a:pt x="434" y="108"/>
                </a:cubicBezTo>
                <a:cubicBezTo>
                  <a:pt x="423" y="99"/>
                  <a:pt x="423" y="94"/>
                  <a:pt x="421" y="91"/>
                </a:cubicBezTo>
                <a:cubicBezTo>
                  <a:pt x="377" y="41"/>
                  <a:pt x="367" y="32"/>
                  <a:pt x="357" y="22"/>
                </a:cubicBezTo>
                <a:cubicBezTo>
                  <a:pt x="342" y="7"/>
                  <a:pt x="340" y="6"/>
                  <a:pt x="338" y="6"/>
                </a:cubicBezTo>
                <a:cubicBezTo>
                  <a:pt x="319" y="0"/>
                  <a:pt x="319" y="0"/>
                  <a:pt x="319" y="0"/>
                </a:cubicBezTo>
                <a:cubicBezTo>
                  <a:pt x="343" y="19"/>
                  <a:pt x="344" y="25"/>
                  <a:pt x="348" y="28"/>
                </a:cubicBezTo>
                <a:cubicBezTo>
                  <a:pt x="367" y="41"/>
                  <a:pt x="366" y="48"/>
                  <a:pt x="374" y="48"/>
                </a:cubicBezTo>
                <a:cubicBezTo>
                  <a:pt x="399" y="84"/>
                  <a:pt x="410" y="89"/>
                  <a:pt x="414" y="99"/>
                </a:cubicBezTo>
                <a:cubicBezTo>
                  <a:pt x="464" y="158"/>
                  <a:pt x="467" y="158"/>
                  <a:pt x="468" y="161"/>
                </a:cubicBezTo>
                <a:cubicBezTo>
                  <a:pt x="497" y="204"/>
                  <a:pt x="491" y="197"/>
                  <a:pt x="489" y="197"/>
                </a:cubicBezTo>
                <a:cubicBezTo>
                  <a:pt x="469" y="181"/>
                  <a:pt x="467" y="179"/>
                  <a:pt x="465" y="177"/>
                </a:cubicBezTo>
                <a:cubicBezTo>
                  <a:pt x="441" y="152"/>
                  <a:pt x="434" y="155"/>
                  <a:pt x="435" y="150"/>
                </a:cubicBezTo>
                <a:cubicBezTo>
                  <a:pt x="421" y="129"/>
                  <a:pt x="412" y="132"/>
                  <a:pt x="414" y="125"/>
                </a:cubicBezTo>
                <a:cubicBezTo>
                  <a:pt x="401" y="106"/>
                  <a:pt x="395" y="108"/>
                  <a:pt x="395" y="103"/>
                </a:cubicBezTo>
                <a:cubicBezTo>
                  <a:pt x="363" y="74"/>
                  <a:pt x="362" y="68"/>
                  <a:pt x="356" y="65"/>
                </a:cubicBezTo>
                <a:cubicBezTo>
                  <a:pt x="338" y="45"/>
                  <a:pt x="336" y="44"/>
                  <a:pt x="335" y="41"/>
                </a:cubicBezTo>
                <a:cubicBezTo>
                  <a:pt x="308" y="17"/>
                  <a:pt x="306" y="15"/>
                  <a:pt x="303" y="14"/>
                </a:cubicBezTo>
                <a:cubicBezTo>
                  <a:pt x="275" y="0"/>
                  <a:pt x="275" y="0"/>
                  <a:pt x="275" y="0"/>
                </a:cubicBezTo>
                <a:cubicBezTo>
                  <a:pt x="299" y="19"/>
                  <a:pt x="304" y="24"/>
                  <a:pt x="307" y="29"/>
                </a:cubicBezTo>
                <a:cubicBezTo>
                  <a:pt x="332" y="48"/>
                  <a:pt x="330" y="56"/>
                  <a:pt x="337" y="54"/>
                </a:cubicBezTo>
                <a:cubicBezTo>
                  <a:pt x="368" y="81"/>
                  <a:pt x="367" y="87"/>
                  <a:pt x="369" y="90"/>
                </a:cubicBezTo>
                <a:cubicBezTo>
                  <a:pt x="398" y="119"/>
                  <a:pt x="406" y="128"/>
                  <a:pt x="413" y="138"/>
                </a:cubicBezTo>
                <a:cubicBezTo>
                  <a:pt x="435" y="161"/>
                  <a:pt x="441" y="161"/>
                  <a:pt x="441" y="165"/>
                </a:cubicBezTo>
                <a:cubicBezTo>
                  <a:pt x="525" y="234"/>
                  <a:pt x="526" y="240"/>
                  <a:pt x="529" y="243"/>
                </a:cubicBezTo>
                <a:close/>
                <a:moveTo>
                  <a:pt x="1152" y="2099"/>
                </a:moveTo>
                <a:cubicBezTo>
                  <a:pt x="1150" y="2096"/>
                  <a:pt x="1154" y="2087"/>
                  <a:pt x="1150" y="2088"/>
                </a:cubicBezTo>
                <a:cubicBezTo>
                  <a:pt x="1138" y="2039"/>
                  <a:pt x="1133" y="2035"/>
                  <a:pt x="1134" y="2025"/>
                </a:cubicBezTo>
                <a:cubicBezTo>
                  <a:pt x="1111" y="1981"/>
                  <a:pt x="1109" y="1965"/>
                  <a:pt x="1102" y="1955"/>
                </a:cubicBezTo>
                <a:cubicBezTo>
                  <a:pt x="1091" y="1924"/>
                  <a:pt x="1085" y="1926"/>
                  <a:pt x="1086" y="1920"/>
                </a:cubicBezTo>
                <a:cubicBezTo>
                  <a:pt x="1073" y="1890"/>
                  <a:pt x="1072" y="1887"/>
                  <a:pt x="1069" y="1885"/>
                </a:cubicBezTo>
                <a:cubicBezTo>
                  <a:pt x="1052" y="1843"/>
                  <a:pt x="1043" y="1843"/>
                  <a:pt x="1043" y="1835"/>
                </a:cubicBezTo>
                <a:cubicBezTo>
                  <a:pt x="1003" y="1780"/>
                  <a:pt x="996" y="1770"/>
                  <a:pt x="988" y="1761"/>
                </a:cubicBezTo>
                <a:cubicBezTo>
                  <a:pt x="1012" y="1803"/>
                  <a:pt x="1016" y="1808"/>
                  <a:pt x="1021" y="1813"/>
                </a:cubicBezTo>
                <a:cubicBezTo>
                  <a:pt x="1030" y="1837"/>
                  <a:pt x="1036" y="1835"/>
                  <a:pt x="1036" y="1839"/>
                </a:cubicBezTo>
                <a:cubicBezTo>
                  <a:pt x="1046" y="1859"/>
                  <a:pt x="1050" y="1860"/>
                  <a:pt x="1049" y="1865"/>
                </a:cubicBezTo>
                <a:cubicBezTo>
                  <a:pt x="1067" y="1896"/>
                  <a:pt x="1069" y="1900"/>
                  <a:pt x="1071" y="1903"/>
                </a:cubicBezTo>
                <a:cubicBezTo>
                  <a:pt x="1092" y="1948"/>
                  <a:pt x="1092" y="1955"/>
                  <a:pt x="1095" y="1959"/>
                </a:cubicBezTo>
                <a:cubicBezTo>
                  <a:pt x="1123" y="2041"/>
                  <a:pt x="1129" y="2042"/>
                  <a:pt x="1130" y="2049"/>
                </a:cubicBezTo>
                <a:cubicBezTo>
                  <a:pt x="1150" y="2114"/>
                  <a:pt x="1150" y="2117"/>
                  <a:pt x="1150" y="2121"/>
                </a:cubicBezTo>
                <a:cubicBezTo>
                  <a:pt x="1151" y="2128"/>
                  <a:pt x="1142" y="2118"/>
                  <a:pt x="1139" y="2103"/>
                </a:cubicBezTo>
                <a:cubicBezTo>
                  <a:pt x="1126" y="2078"/>
                  <a:pt x="1123" y="2071"/>
                  <a:pt x="1119" y="2066"/>
                </a:cubicBezTo>
                <a:cubicBezTo>
                  <a:pt x="1108" y="2039"/>
                  <a:pt x="1106" y="2032"/>
                  <a:pt x="1099" y="2029"/>
                </a:cubicBezTo>
                <a:cubicBezTo>
                  <a:pt x="1078" y="1982"/>
                  <a:pt x="1076" y="1975"/>
                  <a:pt x="1071" y="1970"/>
                </a:cubicBezTo>
                <a:cubicBezTo>
                  <a:pt x="1048" y="1932"/>
                  <a:pt x="1047" y="1928"/>
                  <a:pt x="1047" y="1924"/>
                </a:cubicBezTo>
                <a:cubicBezTo>
                  <a:pt x="1030" y="1888"/>
                  <a:pt x="1021" y="1887"/>
                  <a:pt x="1021" y="1879"/>
                </a:cubicBezTo>
                <a:cubicBezTo>
                  <a:pt x="1008" y="1846"/>
                  <a:pt x="1000" y="1840"/>
                  <a:pt x="999" y="1846"/>
                </a:cubicBezTo>
                <a:cubicBezTo>
                  <a:pt x="1015" y="1873"/>
                  <a:pt x="1017" y="1885"/>
                  <a:pt x="1023" y="1892"/>
                </a:cubicBezTo>
                <a:cubicBezTo>
                  <a:pt x="1045" y="1935"/>
                  <a:pt x="1047" y="1939"/>
                  <a:pt x="1049" y="1944"/>
                </a:cubicBezTo>
                <a:cubicBezTo>
                  <a:pt x="1065" y="1974"/>
                  <a:pt x="1066" y="1974"/>
                  <a:pt x="1067" y="1974"/>
                </a:cubicBezTo>
                <a:cubicBezTo>
                  <a:pt x="1082" y="2010"/>
                  <a:pt x="1086" y="2011"/>
                  <a:pt x="1086" y="2018"/>
                </a:cubicBezTo>
                <a:cubicBezTo>
                  <a:pt x="1103" y="2056"/>
                  <a:pt x="1107" y="2058"/>
                  <a:pt x="1110" y="2062"/>
                </a:cubicBezTo>
                <a:cubicBezTo>
                  <a:pt x="1141" y="2137"/>
                  <a:pt x="1147" y="2139"/>
                  <a:pt x="1147" y="2147"/>
                </a:cubicBezTo>
                <a:cubicBezTo>
                  <a:pt x="1165" y="2142"/>
                  <a:pt x="1161" y="2123"/>
                  <a:pt x="1156" y="2105"/>
                </a:cubicBezTo>
                <a:close/>
                <a:moveTo>
                  <a:pt x="1282" y="2121"/>
                </a:moveTo>
                <a:cubicBezTo>
                  <a:pt x="1283" y="2117"/>
                  <a:pt x="1286" y="2117"/>
                  <a:pt x="1287" y="2114"/>
                </a:cubicBezTo>
                <a:cubicBezTo>
                  <a:pt x="1321" y="2080"/>
                  <a:pt x="1320" y="2072"/>
                  <a:pt x="1326" y="2070"/>
                </a:cubicBezTo>
                <a:cubicBezTo>
                  <a:pt x="1347" y="2053"/>
                  <a:pt x="1345" y="2047"/>
                  <a:pt x="1350" y="2049"/>
                </a:cubicBezTo>
                <a:cubicBezTo>
                  <a:pt x="1377" y="2021"/>
                  <a:pt x="1391" y="2005"/>
                  <a:pt x="1407" y="1990"/>
                </a:cubicBezTo>
                <a:cubicBezTo>
                  <a:pt x="1432" y="1962"/>
                  <a:pt x="1438" y="1960"/>
                  <a:pt x="1439" y="1955"/>
                </a:cubicBezTo>
                <a:cubicBezTo>
                  <a:pt x="1473" y="1911"/>
                  <a:pt x="1474" y="1904"/>
                  <a:pt x="1477" y="1898"/>
                </a:cubicBezTo>
                <a:cubicBezTo>
                  <a:pt x="1479" y="1880"/>
                  <a:pt x="1478" y="1883"/>
                  <a:pt x="1479" y="1887"/>
                </a:cubicBezTo>
                <a:cubicBezTo>
                  <a:pt x="1460" y="1920"/>
                  <a:pt x="1450" y="1925"/>
                  <a:pt x="1446" y="1937"/>
                </a:cubicBezTo>
                <a:cubicBezTo>
                  <a:pt x="1410" y="1977"/>
                  <a:pt x="1401" y="1976"/>
                  <a:pt x="1400" y="1983"/>
                </a:cubicBezTo>
                <a:cubicBezTo>
                  <a:pt x="1385" y="2005"/>
                  <a:pt x="1376" y="2000"/>
                  <a:pt x="1378" y="2007"/>
                </a:cubicBezTo>
                <a:cubicBezTo>
                  <a:pt x="1342" y="2047"/>
                  <a:pt x="1322" y="2057"/>
                  <a:pt x="1309" y="2075"/>
                </a:cubicBezTo>
                <a:cubicBezTo>
                  <a:pt x="1286" y="2101"/>
                  <a:pt x="1285" y="2104"/>
                  <a:pt x="1282" y="2105"/>
                </a:cubicBezTo>
                <a:cubicBezTo>
                  <a:pt x="1265" y="2129"/>
                  <a:pt x="1263" y="2131"/>
                  <a:pt x="1261" y="2131"/>
                </a:cubicBezTo>
                <a:cubicBezTo>
                  <a:pt x="1251" y="2152"/>
                  <a:pt x="1245" y="2151"/>
                  <a:pt x="1248" y="2158"/>
                </a:cubicBezTo>
                <a:cubicBezTo>
                  <a:pt x="1262" y="2152"/>
                  <a:pt x="1267" y="2142"/>
                  <a:pt x="1272" y="2131"/>
                </a:cubicBezTo>
                <a:close/>
                <a:moveTo>
                  <a:pt x="1252" y="2121"/>
                </a:moveTo>
                <a:cubicBezTo>
                  <a:pt x="1253" y="2116"/>
                  <a:pt x="1258" y="2113"/>
                  <a:pt x="1261" y="2110"/>
                </a:cubicBezTo>
                <a:cubicBezTo>
                  <a:pt x="1292" y="2075"/>
                  <a:pt x="1292" y="2069"/>
                  <a:pt x="1296" y="2066"/>
                </a:cubicBezTo>
                <a:cubicBezTo>
                  <a:pt x="1325" y="2042"/>
                  <a:pt x="1328" y="2032"/>
                  <a:pt x="1337" y="2027"/>
                </a:cubicBezTo>
                <a:cubicBezTo>
                  <a:pt x="1357" y="2004"/>
                  <a:pt x="1360" y="2005"/>
                  <a:pt x="1361" y="2003"/>
                </a:cubicBezTo>
                <a:cubicBezTo>
                  <a:pt x="1379" y="1988"/>
                  <a:pt x="1381" y="1987"/>
                  <a:pt x="1383" y="1985"/>
                </a:cubicBezTo>
                <a:cubicBezTo>
                  <a:pt x="1395" y="1974"/>
                  <a:pt x="1393" y="1969"/>
                  <a:pt x="1398" y="1970"/>
                </a:cubicBezTo>
                <a:cubicBezTo>
                  <a:pt x="1429" y="1937"/>
                  <a:pt x="1430" y="1935"/>
                  <a:pt x="1431" y="1933"/>
                </a:cubicBezTo>
                <a:cubicBezTo>
                  <a:pt x="1448" y="1913"/>
                  <a:pt x="1452" y="1911"/>
                  <a:pt x="1453" y="1905"/>
                </a:cubicBezTo>
                <a:cubicBezTo>
                  <a:pt x="1484" y="1849"/>
                  <a:pt x="1489" y="1848"/>
                  <a:pt x="1485" y="1844"/>
                </a:cubicBezTo>
                <a:cubicBezTo>
                  <a:pt x="1498" y="1819"/>
                  <a:pt x="1499" y="1815"/>
                  <a:pt x="1503" y="1813"/>
                </a:cubicBezTo>
                <a:cubicBezTo>
                  <a:pt x="1479" y="1838"/>
                  <a:pt x="1484" y="1853"/>
                  <a:pt x="1477" y="1855"/>
                </a:cubicBezTo>
                <a:cubicBezTo>
                  <a:pt x="1464" y="1882"/>
                  <a:pt x="1459" y="1886"/>
                  <a:pt x="1455" y="1892"/>
                </a:cubicBezTo>
                <a:cubicBezTo>
                  <a:pt x="1437" y="1912"/>
                  <a:pt x="1434" y="1918"/>
                  <a:pt x="1431" y="1922"/>
                </a:cubicBezTo>
                <a:cubicBezTo>
                  <a:pt x="1408" y="1942"/>
                  <a:pt x="1402" y="1953"/>
                  <a:pt x="1394" y="1961"/>
                </a:cubicBezTo>
                <a:cubicBezTo>
                  <a:pt x="1356" y="1988"/>
                  <a:pt x="1360" y="1997"/>
                  <a:pt x="1354" y="1996"/>
                </a:cubicBezTo>
                <a:cubicBezTo>
                  <a:pt x="1337" y="2014"/>
                  <a:pt x="1333" y="2016"/>
                  <a:pt x="1330" y="2018"/>
                </a:cubicBezTo>
                <a:cubicBezTo>
                  <a:pt x="1304" y="2043"/>
                  <a:pt x="1304" y="2048"/>
                  <a:pt x="1300" y="2049"/>
                </a:cubicBezTo>
                <a:cubicBezTo>
                  <a:pt x="1281" y="2070"/>
                  <a:pt x="1275" y="2075"/>
                  <a:pt x="1269" y="2079"/>
                </a:cubicBezTo>
                <a:cubicBezTo>
                  <a:pt x="1247" y="2112"/>
                  <a:pt x="1245" y="2113"/>
                  <a:pt x="1243" y="2114"/>
                </a:cubicBezTo>
                <a:cubicBezTo>
                  <a:pt x="1247" y="2103"/>
                  <a:pt x="1247" y="2098"/>
                  <a:pt x="1250" y="2094"/>
                </a:cubicBezTo>
                <a:cubicBezTo>
                  <a:pt x="1275" y="2064"/>
                  <a:pt x="1275" y="2058"/>
                  <a:pt x="1278" y="2055"/>
                </a:cubicBezTo>
                <a:cubicBezTo>
                  <a:pt x="1312" y="2008"/>
                  <a:pt x="1335" y="1985"/>
                  <a:pt x="1359" y="1964"/>
                </a:cubicBezTo>
                <a:cubicBezTo>
                  <a:pt x="1384" y="1931"/>
                  <a:pt x="1387" y="1930"/>
                  <a:pt x="1387" y="1924"/>
                </a:cubicBezTo>
                <a:cubicBezTo>
                  <a:pt x="1413" y="1898"/>
                  <a:pt x="1413" y="1892"/>
                  <a:pt x="1418" y="1892"/>
                </a:cubicBezTo>
                <a:cubicBezTo>
                  <a:pt x="1427" y="1879"/>
                  <a:pt x="1429" y="1875"/>
                  <a:pt x="1431" y="1872"/>
                </a:cubicBezTo>
                <a:cubicBezTo>
                  <a:pt x="1422" y="1877"/>
                  <a:pt x="1419" y="1882"/>
                  <a:pt x="1416" y="1885"/>
                </a:cubicBezTo>
                <a:cubicBezTo>
                  <a:pt x="1370" y="1932"/>
                  <a:pt x="1368" y="1937"/>
                  <a:pt x="1365" y="1942"/>
                </a:cubicBezTo>
                <a:cubicBezTo>
                  <a:pt x="1347" y="1957"/>
                  <a:pt x="1348" y="1963"/>
                  <a:pt x="1344" y="1961"/>
                </a:cubicBezTo>
                <a:cubicBezTo>
                  <a:pt x="1310" y="1997"/>
                  <a:pt x="1311" y="2001"/>
                  <a:pt x="1309" y="2003"/>
                </a:cubicBezTo>
                <a:cubicBezTo>
                  <a:pt x="1290" y="2031"/>
                  <a:pt x="1278" y="2034"/>
                  <a:pt x="1276" y="2046"/>
                </a:cubicBezTo>
                <a:cubicBezTo>
                  <a:pt x="1263" y="2059"/>
                  <a:pt x="1262" y="2063"/>
                  <a:pt x="1256" y="2066"/>
                </a:cubicBezTo>
                <a:cubicBezTo>
                  <a:pt x="1229" y="2114"/>
                  <a:pt x="1229" y="2119"/>
                  <a:pt x="1226" y="2121"/>
                </a:cubicBezTo>
                <a:cubicBezTo>
                  <a:pt x="1210" y="2155"/>
                  <a:pt x="1209" y="2158"/>
                  <a:pt x="1208" y="2160"/>
                </a:cubicBezTo>
                <a:cubicBezTo>
                  <a:pt x="1234" y="2148"/>
                  <a:pt x="1239" y="2141"/>
                  <a:pt x="1243" y="2131"/>
                </a:cubicBezTo>
                <a:close/>
                <a:moveTo>
                  <a:pt x="1095" y="2090"/>
                </a:moveTo>
                <a:cubicBezTo>
                  <a:pt x="1092" y="2080"/>
                  <a:pt x="1087" y="2072"/>
                  <a:pt x="1082" y="2064"/>
                </a:cubicBezTo>
                <a:cubicBezTo>
                  <a:pt x="1051" y="2009"/>
                  <a:pt x="1049" y="2005"/>
                  <a:pt x="1045" y="2003"/>
                </a:cubicBezTo>
                <a:cubicBezTo>
                  <a:pt x="1032" y="1967"/>
                  <a:pt x="1032" y="1961"/>
                  <a:pt x="1030" y="1957"/>
                </a:cubicBezTo>
                <a:cubicBezTo>
                  <a:pt x="1015" y="1906"/>
                  <a:pt x="1012" y="1903"/>
                  <a:pt x="1012" y="1896"/>
                </a:cubicBezTo>
                <a:cubicBezTo>
                  <a:pt x="1003" y="1886"/>
                  <a:pt x="1010" y="1901"/>
                  <a:pt x="1012" y="1920"/>
                </a:cubicBezTo>
                <a:cubicBezTo>
                  <a:pt x="1029" y="2003"/>
                  <a:pt x="1034" y="2018"/>
                  <a:pt x="1038" y="2033"/>
                </a:cubicBezTo>
                <a:cubicBezTo>
                  <a:pt x="1048" y="2064"/>
                  <a:pt x="1051" y="2072"/>
                  <a:pt x="1056" y="2077"/>
                </a:cubicBezTo>
                <a:cubicBezTo>
                  <a:pt x="1101" y="2160"/>
                  <a:pt x="1101" y="2160"/>
                  <a:pt x="1101" y="2160"/>
                </a:cubicBezTo>
                <a:cubicBezTo>
                  <a:pt x="1097" y="2151"/>
                  <a:pt x="1093" y="2150"/>
                  <a:pt x="1093" y="2142"/>
                </a:cubicBezTo>
                <a:cubicBezTo>
                  <a:pt x="1069" y="2093"/>
                  <a:pt x="1058" y="2074"/>
                  <a:pt x="1051" y="2051"/>
                </a:cubicBezTo>
                <a:cubicBezTo>
                  <a:pt x="1037" y="2005"/>
                  <a:pt x="1030" y="1997"/>
                  <a:pt x="1030" y="1983"/>
                </a:cubicBezTo>
                <a:cubicBezTo>
                  <a:pt x="1058" y="2041"/>
                  <a:pt x="1062" y="2045"/>
                  <a:pt x="1064" y="2051"/>
                </a:cubicBezTo>
                <a:cubicBezTo>
                  <a:pt x="1085" y="2092"/>
                  <a:pt x="1091" y="2094"/>
                  <a:pt x="1093" y="2101"/>
                </a:cubicBezTo>
                <a:cubicBezTo>
                  <a:pt x="1127" y="2147"/>
                  <a:pt x="1120" y="2159"/>
                  <a:pt x="1126" y="2158"/>
                </a:cubicBezTo>
                <a:cubicBezTo>
                  <a:pt x="1131" y="2147"/>
                  <a:pt x="1123" y="2137"/>
                  <a:pt x="1117" y="2125"/>
                </a:cubicBezTo>
                <a:close/>
                <a:moveTo>
                  <a:pt x="1062" y="2155"/>
                </a:moveTo>
                <a:cubicBezTo>
                  <a:pt x="1062" y="2152"/>
                  <a:pt x="1061" y="2150"/>
                  <a:pt x="1058" y="2149"/>
                </a:cubicBezTo>
                <a:cubicBezTo>
                  <a:pt x="1061" y="2142"/>
                  <a:pt x="1051" y="2147"/>
                  <a:pt x="1054" y="2140"/>
                </a:cubicBezTo>
                <a:cubicBezTo>
                  <a:pt x="1048" y="2137"/>
                  <a:pt x="1047" y="2129"/>
                  <a:pt x="1040" y="2127"/>
                </a:cubicBezTo>
                <a:cubicBezTo>
                  <a:pt x="1037" y="2113"/>
                  <a:pt x="1027" y="2105"/>
                  <a:pt x="1019" y="2097"/>
                </a:cubicBezTo>
                <a:cubicBezTo>
                  <a:pt x="1017" y="2106"/>
                  <a:pt x="1026" y="2106"/>
                  <a:pt x="1027" y="2112"/>
                </a:cubicBezTo>
                <a:cubicBezTo>
                  <a:pt x="1028" y="2119"/>
                  <a:pt x="1036" y="2120"/>
                  <a:pt x="1036" y="2127"/>
                </a:cubicBezTo>
                <a:cubicBezTo>
                  <a:pt x="1045" y="2135"/>
                  <a:pt x="1050" y="2146"/>
                  <a:pt x="1058" y="2155"/>
                </a:cubicBezTo>
                <a:cubicBezTo>
                  <a:pt x="1059" y="2157"/>
                  <a:pt x="1060" y="2159"/>
                  <a:pt x="1061" y="2160"/>
                </a:cubicBezTo>
                <a:cubicBezTo>
                  <a:pt x="1067" y="2160"/>
                  <a:pt x="1067" y="2160"/>
                  <a:pt x="1067" y="2160"/>
                </a:cubicBezTo>
                <a:cubicBezTo>
                  <a:pt x="1066" y="2158"/>
                  <a:pt x="1066" y="2155"/>
                  <a:pt x="1062" y="215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05474103-4A93-4198-B2FA-45EC74FD52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798" y="0"/>
            <a:ext cx="12151360" cy="6875463"/>
          </a:xfrm>
          <a:custGeom>
            <a:avLst/>
            <a:gdLst/>
            <a:ahLst/>
            <a:cxnLst/>
            <a:rect l="0" t="0" r="r" b="b"/>
            <a:pathLst>
              <a:path w="3840" h="2163">
                <a:moveTo>
                  <a:pt x="3809" y="960"/>
                </a:moveTo>
                <a:cubicBezTo>
                  <a:pt x="3796" y="975"/>
                  <a:pt x="3783" y="990"/>
                  <a:pt x="3772" y="1010"/>
                </a:cubicBezTo>
                <a:cubicBezTo>
                  <a:pt x="3769" y="1017"/>
                  <a:pt x="3766" y="1024"/>
                  <a:pt x="3763" y="1030"/>
                </a:cubicBezTo>
                <a:cubicBezTo>
                  <a:pt x="3771" y="1037"/>
                  <a:pt x="3769" y="1017"/>
                  <a:pt x="3775" y="1019"/>
                </a:cubicBezTo>
                <a:cubicBezTo>
                  <a:pt x="3774" y="1010"/>
                  <a:pt x="3779" y="1009"/>
                  <a:pt x="3783" y="1001"/>
                </a:cubicBezTo>
                <a:cubicBezTo>
                  <a:pt x="3787" y="996"/>
                  <a:pt x="3792" y="991"/>
                  <a:pt x="3796" y="985"/>
                </a:cubicBezTo>
                <a:cubicBezTo>
                  <a:pt x="3798" y="980"/>
                  <a:pt x="3802" y="982"/>
                  <a:pt x="3803" y="976"/>
                </a:cubicBezTo>
                <a:cubicBezTo>
                  <a:pt x="3807" y="980"/>
                  <a:pt x="3805" y="966"/>
                  <a:pt x="3810" y="970"/>
                </a:cubicBezTo>
                <a:cubicBezTo>
                  <a:pt x="3815" y="965"/>
                  <a:pt x="3819" y="960"/>
                  <a:pt x="3824" y="954"/>
                </a:cubicBezTo>
                <a:cubicBezTo>
                  <a:pt x="3826" y="952"/>
                  <a:pt x="3829" y="950"/>
                  <a:pt x="3831" y="948"/>
                </a:cubicBezTo>
                <a:cubicBezTo>
                  <a:pt x="3834" y="948"/>
                  <a:pt x="3835" y="940"/>
                  <a:pt x="3838" y="942"/>
                </a:cubicBezTo>
                <a:cubicBezTo>
                  <a:pt x="3839" y="941"/>
                  <a:pt x="3840" y="940"/>
                  <a:pt x="3840" y="940"/>
                </a:cubicBezTo>
                <a:cubicBezTo>
                  <a:pt x="3840" y="930"/>
                  <a:pt x="3840" y="930"/>
                  <a:pt x="3840" y="930"/>
                </a:cubicBezTo>
                <a:cubicBezTo>
                  <a:pt x="3837" y="933"/>
                  <a:pt x="3833" y="935"/>
                  <a:pt x="3830" y="938"/>
                </a:cubicBezTo>
                <a:cubicBezTo>
                  <a:pt x="3824" y="947"/>
                  <a:pt x="3817" y="953"/>
                  <a:pt x="3809" y="960"/>
                </a:cubicBezTo>
                <a:close/>
                <a:moveTo>
                  <a:pt x="3827" y="880"/>
                </a:moveTo>
                <a:cubicBezTo>
                  <a:pt x="3818" y="885"/>
                  <a:pt x="3810" y="891"/>
                  <a:pt x="3802" y="898"/>
                </a:cubicBezTo>
                <a:cubicBezTo>
                  <a:pt x="3795" y="906"/>
                  <a:pt x="3785" y="910"/>
                  <a:pt x="3779" y="921"/>
                </a:cubicBezTo>
                <a:cubicBezTo>
                  <a:pt x="3770" y="926"/>
                  <a:pt x="3764" y="938"/>
                  <a:pt x="3757" y="945"/>
                </a:cubicBezTo>
                <a:cubicBezTo>
                  <a:pt x="3754" y="951"/>
                  <a:pt x="3748" y="950"/>
                  <a:pt x="3746" y="959"/>
                </a:cubicBezTo>
                <a:cubicBezTo>
                  <a:pt x="3743" y="958"/>
                  <a:pt x="3742" y="963"/>
                  <a:pt x="3740" y="966"/>
                </a:cubicBezTo>
                <a:cubicBezTo>
                  <a:pt x="3738" y="965"/>
                  <a:pt x="3735" y="971"/>
                  <a:pt x="3738" y="972"/>
                </a:cubicBezTo>
                <a:cubicBezTo>
                  <a:pt x="3746" y="962"/>
                  <a:pt x="3754" y="953"/>
                  <a:pt x="3762" y="942"/>
                </a:cubicBezTo>
                <a:cubicBezTo>
                  <a:pt x="3773" y="939"/>
                  <a:pt x="3778" y="921"/>
                  <a:pt x="3789" y="918"/>
                </a:cubicBezTo>
                <a:cubicBezTo>
                  <a:pt x="3792" y="911"/>
                  <a:pt x="3799" y="912"/>
                  <a:pt x="3802" y="905"/>
                </a:cubicBezTo>
                <a:cubicBezTo>
                  <a:pt x="3807" y="902"/>
                  <a:pt x="3812" y="899"/>
                  <a:pt x="3816" y="894"/>
                </a:cubicBezTo>
                <a:cubicBezTo>
                  <a:pt x="3817" y="891"/>
                  <a:pt x="3822" y="895"/>
                  <a:pt x="3822" y="890"/>
                </a:cubicBezTo>
                <a:cubicBezTo>
                  <a:pt x="3826" y="891"/>
                  <a:pt x="3827" y="884"/>
                  <a:pt x="3831" y="886"/>
                </a:cubicBezTo>
                <a:cubicBezTo>
                  <a:pt x="3833" y="882"/>
                  <a:pt x="3837" y="881"/>
                  <a:pt x="3840" y="879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40" y="871"/>
                  <a:pt x="3840" y="871"/>
                  <a:pt x="3840" y="871"/>
                </a:cubicBezTo>
                <a:cubicBezTo>
                  <a:pt x="3835" y="872"/>
                  <a:pt x="3831" y="878"/>
                  <a:pt x="3827" y="880"/>
                </a:cubicBezTo>
                <a:close/>
                <a:moveTo>
                  <a:pt x="3837" y="806"/>
                </a:moveTo>
                <a:cubicBezTo>
                  <a:pt x="3836" y="810"/>
                  <a:pt x="3827" y="812"/>
                  <a:pt x="3832" y="816"/>
                </a:cubicBezTo>
                <a:cubicBezTo>
                  <a:pt x="3835" y="814"/>
                  <a:pt x="3837" y="812"/>
                  <a:pt x="3840" y="810"/>
                </a:cubicBezTo>
                <a:cubicBezTo>
                  <a:pt x="3840" y="804"/>
                  <a:pt x="3840" y="804"/>
                  <a:pt x="3840" y="804"/>
                </a:cubicBezTo>
                <a:cubicBezTo>
                  <a:pt x="3839" y="804"/>
                  <a:pt x="3838" y="805"/>
                  <a:pt x="3837" y="806"/>
                </a:cubicBezTo>
                <a:close/>
                <a:moveTo>
                  <a:pt x="2318" y="205"/>
                </a:moveTo>
                <a:cubicBezTo>
                  <a:pt x="2319" y="200"/>
                  <a:pt x="2323" y="198"/>
                  <a:pt x="2322" y="192"/>
                </a:cubicBezTo>
                <a:cubicBezTo>
                  <a:pt x="2351" y="148"/>
                  <a:pt x="2361" y="145"/>
                  <a:pt x="2364" y="135"/>
                </a:cubicBezTo>
                <a:cubicBezTo>
                  <a:pt x="2383" y="109"/>
                  <a:pt x="2387" y="107"/>
                  <a:pt x="2388" y="102"/>
                </a:cubicBezTo>
                <a:cubicBezTo>
                  <a:pt x="2419" y="61"/>
                  <a:pt x="2429" y="59"/>
                  <a:pt x="2434" y="50"/>
                </a:cubicBezTo>
                <a:cubicBezTo>
                  <a:pt x="2462" y="20"/>
                  <a:pt x="2474" y="12"/>
                  <a:pt x="2481" y="0"/>
                </a:cubicBezTo>
                <a:cubicBezTo>
                  <a:pt x="2462" y="9"/>
                  <a:pt x="2460" y="16"/>
                  <a:pt x="2453" y="19"/>
                </a:cubicBezTo>
                <a:cubicBezTo>
                  <a:pt x="2438" y="35"/>
                  <a:pt x="2436" y="37"/>
                  <a:pt x="2434" y="39"/>
                </a:cubicBezTo>
                <a:cubicBezTo>
                  <a:pt x="2416" y="54"/>
                  <a:pt x="2418" y="60"/>
                  <a:pt x="2412" y="59"/>
                </a:cubicBezTo>
                <a:cubicBezTo>
                  <a:pt x="2382" y="92"/>
                  <a:pt x="2384" y="103"/>
                  <a:pt x="2377" y="104"/>
                </a:cubicBezTo>
                <a:cubicBezTo>
                  <a:pt x="2361" y="133"/>
                  <a:pt x="2355" y="132"/>
                  <a:pt x="2357" y="139"/>
                </a:cubicBezTo>
                <a:cubicBezTo>
                  <a:pt x="2336" y="177"/>
                  <a:pt x="2326" y="171"/>
                  <a:pt x="2329" y="179"/>
                </a:cubicBezTo>
                <a:cubicBezTo>
                  <a:pt x="2321" y="199"/>
                  <a:pt x="2312" y="203"/>
                  <a:pt x="2318" y="205"/>
                </a:cubicBezTo>
                <a:close/>
                <a:moveTo>
                  <a:pt x="3826" y="837"/>
                </a:moveTo>
                <a:cubicBezTo>
                  <a:pt x="3821" y="839"/>
                  <a:pt x="3818" y="844"/>
                  <a:pt x="3813" y="845"/>
                </a:cubicBezTo>
                <a:cubicBezTo>
                  <a:pt x="3805" y="852"/>
                  <a:pt x="3797" y="858"/>
                  <a:pt x="3790" y="867"/>
                </a:cubicBezTo>
                <a:cubicBezTo>
                  <a:pt x="3787" y="873"/>
                  <a:pt x="3782" y="871"/>
                  <a:pt x="3780" y="879"/>
                </a:cubicBezTo>
                <a:cubicBezTo>
                  <a:pt x="3776" y="877"/>
                  <a:pt x="3776" y="884"/>
                  <a:pt x="3773" y="883"/>
                </a:cubicBezTo>
                <a:cubicBezTo>
                  <a:pt x="3772" y="886"/>
                  <a:pt x="3769" y="890"/>
                  <a:pt x="3772" y="892"/>
                </a:cubicBezTo>
                <a:cubicBezTo>
                  <a:pt x="3778" y="885"/>
                  <a:pt x="3784" y="877"/>
                  <a:pt x="3792" y="872"/>
                </a:cubicBezTo>
                <a:cubicBezTo>
                  <a:pt x="3795" y="867"/>
                  <a:pt x="3799" y="864"/>
                  <a:pt x="3803" y="863"/>
                </a:cubicBezTo>
                <a:cubicBezTo>
                  <a:pt x="3806" y="858"/>
                  <a:pt x="3810" y="855"/>
                  <a:pt x="3814" y="853"/>
                </a:cubicBezTo>
                <a:cubicBezTo>
                  <a:pt x="3821" y="846"/>
                  <a:pt x="3828" y="841"/>
                  <a:pt x="3836" y="836"/>
                </a:cubicBezTo>
                <a:cubicBezTo>
                  <a:pt x="3837" y="837"/>
                  <a:pt x="3839" y="836"/>
                  <a:pt x="3840" y="835"/>
                </a:cubicBezTo>
                <a:cubicBezTo>
                  <a:pt x="3840" y="826"/>
                  <a:pt x="3840" y="826"/>
                  <a:pt x="3840" y="826"/>
                </a:cubicBezTo>
                <a:cubicBezTo>
                  <a:pt x="3839" y="827"/>
                  <a:pt x="3838" y="827"/>
                  <a:pt x="3837" y="827"/>
                </a:cubicBezTo>
                <a:cubicBezTo>
                  <a:pt x="3834" y="831"/>
                  <a:pt x="3830" y="835"/>
                  <a:pt x="3826" y="837"/>
                </a:cubicBezTo>
                <a:close/>
                <a:moveTo>
                  <a:pt x="3819" y="964"/>
                </a:moveTo>
                <a:cubicBezTo>
                  <a:pt x="3816" y="970"/>
                  <a:pt x="3810" y="971"/>
                  <a:pt x="3807" y="978"/>
                </a:cubicBezTo>
                <a:cubicBezTo>
                  <a:pt x="3801" y="978"/>
                  <a:pt x="3800" y="989"/>
                  <a:pt x="3795" y="989"/>
                </a:cubicBezTo>
                <a:cubicBezTo>
                  <a:pt x="3792" y="998"/>
                  <a:pt x="3786" y="999"/>
                  <a:pt x="3783" y="1006"/>
                </a:cubicBezTo>
                <a:cubicBezTo>
                  <a:pt x="3787" y="1008"/>
                  <a:pt x="3780" y="1008"/>
                  <a:pt x="3783" y="1011"/>
                </a:cubicBezTo>
                <a:cubicBezTo>
                  <a:pt x="3784" y="1015"/>
                  <a:pt x="3774" y="1015"/>
                  <a:pt x="3780" y="1019"/>
                </a:cubicBezTo>
                <a:cubicBezTo>
                  <a:pt x="3796" y="998"/>
                  <a:pt x="3813" y="976"/>
                  <a:pt x="3833" y="965"/>
                </a:cubicBezTo>
                <a:cubicBezTo>
                  <a:pt x="3835" y="963"/>
                  <a:pt x="3838" y="961"/>
                  <a:pt x="3840" y="959"/>
                </a:cubicBezTo>
                <a:cubicBezTo>
                  <a:pt x="3840" y="950"/>
                  <a:pt x="3840" y="950"/>
                  <a:pt x="3840" y="950"/>
                </a:cubicBezTo>
                <a:cubicBezTo>
                  <a:pt x="3837" y="952"/>
                  <a:pt x="3835" y="954"/>
                  <a:pt x="3833" y="956"/>
                </a:cubicBezTo>
                <a:cubicBezTo>
                  <a:pt x="3827" y="957"/>
                  <a:pt x="3825" y="965"/>
                  <a:pt x="3819" y="964"/>
                </a:cubicBezTo>
                <a:close/>
                <a:moveTo>
                  <a:pt x="3803" y="1109"/>
                </a:moveTo>
                <a:cubicBezTo>
                  <a:pt x="3801" y="1112"/>
                  <a:pt x="3798" y="1111"/>
                  <a:pt x="3797" y="1113"/>
                </a:cubicBezTo>
                <a:cubicBezTo>
                  <a:pt x="3795" y="1116"/>
                  <a:pt x="3794" y="1121"/>
                  <a:pt x="3791" y="1120"/>
                </a:cubicBezTo>
                <a:cubicBezTo>
                  <a:pt x="3786" y="1128"/>
                  <a:pt x="3788" y="1129"/>
                  <a:pt x="3782" y="1136"/>
                </a:cubicBezTo>
                <a:cubicBezTo>
                  <a:pt x="3780" y="1142"/>
                  <a:pt x="3777" y="1149"/>
                  <a:pt x="3774" y="1156"/>
                </a:cubicBezTo>
                <a:cubicBezTo>
                  <a:pt x="3769" y="1158"/>
                  <a:pt x="3768" y="1168"/>
                  <a:pt x="3775" y="1170"/>
                </a:cubicBezTo>
                <a:cubicBezTo>
                  <a:pt x="3776" y="1171"/>
                  <a:pt x="3778" y="1171"/>
                  <a:pt x="3779" y="1172"/>
                </a:cubicBezTo>
                <a:cubicBezTo>
                  <a:pt x="3780" y="1169"/>
                  <a:pt x="3780" y="1167"/>
                  <a:pt x="3779" y="1165"/>
                </a:cubicBezTo>
                <a:cubicBezTo>
                  <a:pt x="3787" y="1166"/>
                  <a:pt x="3779" y="1160"/>
                  <a:pt x="3780" y="1158"/>
                </a:cubicBezTo>
                <a:cubicBezTo>
                  <a:pt x="3785" y="1158"/>
                  <a:pt x="3788" y="1145"/>
                  <a:pt x="3787" y="1142"/>
                </a:cubicBezTo>
                <a:cubicBezTo>
                  <a:pt x="3794" y="1141"/>
                  <a:pt x="3796" y="1126"/>
                  <a:pt x="3802" y="1123"/>
                </a:cubicBezTo>
                <a:cubicBezTo>
                  <a:pt x="3807" y="1114"/>
                  <a:pt x="3813" y="1109"/>
                  <a:pt x="3818" y="1101"/>
                </a:cubicBezTo>
                <a:cubicBezTo>
                  <a:pt x="3823" y="1095"/>
                  <a:pt x="3830" y="1091"/>
                  <a:pt x="3835" y="1084"/>
                </a:cubicBezTo>
                <a:cubicBezTo>
                  <a:pt x="3837" y="1084"/>
                  <a:pt x="3838" y="1082"/>
                  <a:pt x="3840" y="1081"/>
                </a:cubicBezTo>
                <a:cubicBezTo>
                  <a:pt x="3840" y="1069"/>
                  <a:pt x="3840" y="1069"/>
                  <a:pt x="3840" y="1069"/>
                </a:cubicBezTo>
                <a:cubicBezTo>
                  <a:pt x="3836" y="1073"/>
                  <a:pt x="3831" y="1077"/>
                  <a:pt x="3827" y="1081"/>
                </a:cubicBezTo>
                <a:cubicBezTo>
                  <a:pt x="3818" y="1089"/>
                  <a:pt x="3811" y="1099"/>
                  <a:pt x="3803" y="1109"/>
                </a:cubicBezTo>
                <a:close/>
                <a:moveTo>
                  <a:pt x="3818" y="1248"/>
                </a:moveTo>
                <a:cubicBezTo>
                  <a:pt x="3822" y="1250"/>
                  <a:pt x="3815" y="1258"/>
                  <a:pt x="3822" y="1259"/>
                </a:cubicBezTo>
                <a:cubicBezTo>
                  <a:pt x="3826" y="1261"/>
                  <a:pt x="3826" y="1254"/>
                  <a:pt x="3829" y="1255"/>
                </a:cubicBezTo>
                <a:cubicBezTo>
                  <a:pt x="3832" y="1250"/>
                  <a:pt x="3832" y="1247"/>
                  <a:pt x="3831" y="1244"/>
                </a:cubicBezTo>
                <a:cubicBezTo>
                  <a:pt x="3835" y="1245"/>
                  <a:pt x="3835" y="1240"/>
                  <a:pt x="3834" y="1238"/>
                </a:cubicBezTo>
                <a:cubicBezTo>
                  <a:pt x="3839" y="1240"/>
                  <a:pt x="3833" y="1233"/>
                  <a:pt x="3837" y="1230"/>
                </a:cubicBezTo>
                <a:cubicBezTo>
                  <a:pt x="3838" y="1228"/>
                  <a:pt x="3839" y="1227"/>
                  <a:pt x="3840" y="1226"/>
                </a:cubicBezTo>
                <a:cubicBezTo>
                  <a:pt x="3840" y="1209"/>
                  <a:pt x="3840" y="1209"/>
                  <a:pt x="3840" y="1209"/>
                </a:cubicBezTo>
                <a:cubicBezTo>
                  <a:pt x="3835" y="1219"/>
                  <a:pt x="3829" y="1228"/>
                  <a:pt x="3823" y="1236"/>
                </a:cubicBezTo>
                <a:cubicBezTo>
                  <a:pt x="3828" y="1240"/>
                  <a:pt x="3819" y="1244"/>
                  <a:pt x="3818" y="1248"/>
                </a:cubicBezTo>
                <a:close/>
                <a:moveTo>
                  <a:pt x="3121" y="2109"/>
                </a:moveTo>
                <a:cubicBezTo>
                  <a:pt x="3119" y="2105"/>
                  <a:pt x="3124" y="2102"/>
                  <a:pt x="3118" y="2098"/>
                </a:cubicBezTo>
                <a:cubicBezTo>
                  <a:pt x="3121" y="2094"/>
                  <a:pt x="3113" y="2089"/>
                  <a:pt x="3115" y="2086"/>
                </a:cubicBezTo>
                <a:cubicBezTo>
                  <a:pt x="3114" y="2077"/>
                  <a:pt x="3111" y="2069"/>
                  <a:pt x="3108" y="2060"/>
                </a:cubicBezTo>
                <a:cubicBezTo>
                  <a:pt x="3108" y="2056"/>
                  <a:pt x="3105" y="2053"/>
                  <a:pt x="3104" y="2049"/>
                </a:cubicBezTo>
                <a:cubicBezTo>
                  <a:pt x="3103" y="2048"/>
                  <a:pt x="3105" y="2045"/>
                  <a:pt x="3104" y="2043"/>
                </a:cubicBezTo>
                <a:cubicBezTo>
                  <a:pt x="3103" y="2041"/>
                  <a:pt x="3099" y="2039"/>
                  <a:pt x="3102" y="2037"/>
                </a:cubicBezTo>
                <a:cubicBezTo>
                  <a:pt x="3096" y="2032"/>
                  <a:pt x="3099" y="2028"/>
                  <a:pt x="3093" y="2024"/>
                </a:cubicBezTo>
                <a:cubicBezTo>
                  <a:pt x="3095" y="2020"/>
                  <a:pt x="3092" y="2014"/>
                  <a:pt x="3087" y="2017"/>
                </a:cubicBezTo>
                <a:cubicBezTo>
                  <a:pt x="3092" y="2025"/>
                  <a:pt x="3088" y="2032"/>
                  <a:pt x="3095" y="2039"/>
                </a:cubicBezTo>
                <a:cubicBezTo>
                  <a:pt x="3093" y="2041"/>
                  <a:pt x="3096" y="2042"/>
                  <a:pt x="3096" y="2044"/>
                </a:cubicBezTo>
                <a:cubicBezTo>
                  <a:pt x="3097" y="2045"/>
                  <a:pt x="3096" y="2049"/>
                  <a:pt x="3096" y="2050"/>
                </a:cubicBezTo>
                <a:cubicBezTo>
                  <a:pt x="3096" y="2051"/>
                  <a:pt x="3098" y="2052"/>
                  <a:pt x="3099" y="2054"/>
                </a:cubicBezTo>
                <a:cubicBezTo>
                  <a:pt x="3101" y="2058"/>
                  <a:pt x="3097" y="2059"/>
                  <a:pt x="3101" y="2063"/>
                </a:cubicBezTo>
                <a:cubicBezTo>
                  <a:pt x="3106" y="2071"/>
                  <a:pt x="3101" y="2078"/>
                  <a:pt x="3107" y="2087"/>
                </a:cubicBezTo>
                <a:cubicBezTo>
                  <a:pt x="3108" y="2094"/>
                  <a:pt x="3109" y="2102"/>
                  <a:pt x="3114" y="2110"/>
                </a:cubicBezTo>
                <a:cubicBezTo>
                  <a:pt x="3112" y="2117"/>
                  <a:pt x="3115" y="2125"/>
                  <a:pt x="3115" y="2132"/>
                </a:cubicBezTo>
                <a:cubicBezTo>
                  <a:pt x="3119" y="2136"/>
                  <a:pt x="3117" y="2139"/>
                  <a:pt x="3119" y="2143"/>
                </a:cubicBezTo>
                <a:cubicBezTo>
                  <a:pt x="3118" y="2145"/>
                  <a:pt x="3120" y="2147"/>
                  <a:pt x="3122" y="2149"/>
                </a:cubicBezTo>
                <a:cubicBezTo>
                  <a:pt x="3124" y="2152"/>
                  <a:pt x="3120" y="2153"/>
                  <a:pt x="3121" y="2155"/>
                </a:cubicBezTo>
                <a:cubicBezTo>
                  <a:pt x="3122" y="2157"/>
                  <a:pt x="3123" y="2159"/>
                  <a:pt x="3123" y="2160"/>
                </a:cubicBezTo>
                <a:cubicBezTo>
                  <a:pt x="3132" y="2160"/>
                  <a:pt x="3132" y="2160"/>
                  <a:pt x="3132" y="2160"/>
                </a:cubicBezTo>
                <a:cubicBezTo>
                  <a:pt x="3132" y="2160"/>
                  <a:pt x="3132" y="2159"/>
                  <a:pt x="3132" y="2158"/>
                </a:cubicBezTo>
                <a:cubicBezTo>
                  <a:pt x="3129" y="2142"/>
                  <a:pt x="3124" y="2125"/>
                  <a:pt x="3121" y="2109"/>
                </a:cubicBezTo>
                <a:close/>
                <a:moveTo>
                  <a:pt x="3826" y="1017"/>
                </a:moveTo>
                <a:cubicBezTo>
                  <a:pt x="3822" y="1025"/>
                  <a:pt x="3814" y="1024"/>
                  <a:pt x="3810" y="1031"/>
                </a:cubicBezTo>
                <a:cubicBezTo>
                  <a:pt x="3806" y="1030"/>
                  <a:pt x="3805" y="1038"/>
                  <a:pt x="3801" y="1037"/>
                </a:cubicBezTo>
                <a:cubicBezTo>
                  <a:pt x="3798" y="1040"/>
                  <a:pt x="3796" y="1045"/>
                  <a:pt x="3792" y="1045"/>
                </a:cubicBezTo>
                <a:cubicBezTo>
                  <a:pt x="3791" y="1047"/>
                  <a:pt x="3790" y="1047"/>
                  <a:pt x="3787" y="1045"/>
                </a:cubicBezTo>
                <a:cubicBezTo>
                  <a:pt x="3786" y="1048"/>
                  <a:pt x="3789" y="1049"/>
                  <a:pt x="3787" y="1052"/>
                </a:cubicBezTo>
                <a:cubicBezTo>
                  <a:pt x="3783" y="1053"/>
                  <a:pt x="3780" y="1056"/>
                  <a:pt x="3779" y="1061"/>
                </a:cubicBezTo>
                <a:cubicBezTo>
                  <a:pt x="3772" y="1066"/>
                  <a:pt x="3768" y="1072"/>
                  <a:pt x="3767" y="1082"/>
                </a:cubicBezTo>
                <a:cubicBezTo>
                  <a:pt x="3773" y="1085"/>
                  <a:pt x="3776" y="1078"/>
                  <a:pt x="3778" y="1072"/>
                </a:cubicBezTo>
                <a:cubicBezTo>
                  <a:pt x="3782" y="1068"/>
                  <a:pt x="3787" y="1066"/>
                  <a:pt x="3789" y="1058"/>
                </a:cubicBezTo>
                <a:cubicBezTo>
                  <a:pt x="3795" y="1059"/>
                  <a:pt x="3798" y="1052"/>
                  <a:pt x="3802" y="1049"/>
                </a:cubicBezTo>
                <a:cubicBezTo>
                  <a:pt x="3805" y="1040"/>
                  <a:pt x="3812" y="1044"/>
                  <a:pt x="3815" y="1036"/>
                </a:cubicBezTo>
                <a:cubicBezTo>
                  <a:pt x="3824" y="1030"/>
                  <a:pt x="3833" y="1026"/>
                  <a:pt x="3840" y="1015"/>
                </a:cubicBezTo>
                <a:cubicBezTo>
                  <a:pt x="3840" y="1007"/>
                  <a:pt x="3840" y="1007"/>
                  <a:pt x="3840" y="1007"/>
                </a:cubicBezTo>
                <a:cubicBezTo>
                  <a:pt x="3835" y="1010"/>
                  <a:pt x="3832" y="1017"/>
                  <a:pt x="3826" y="1017"/>
                </a:cubicBezTo>
                <a:close/>
                <a:moveTo>
                  <a:pt x="450" y="2148"/>
                </a:moveTo>
                <a:cubicBezTo>
                  <a:pt x="443" y="2147"/>
                  <a:pt x="440" y="2141"/>
                  <a:pt x="432" y="2141"/>
                </a:cubicBezTo>
                <a:cubicBezTo>
                  <a:pt x="398" y="2115"/>
                  <a:pt x="391" y="2113"/>
                  <a:pt x="386" y="2109"/>
                </a:cubicBezTo>
                <a:cubicBezTo>
                  <a:pt x="312" y="2071"/>
                  <a:pt x="301" y="2066"/>
                  <a:pt x="298" y="2063"/>
                </a:cubicBezTo>
                <a:cubicBezTo>
                  <a:pt x="286" y="2058"/>
                  <a:pt x="284" y="2061"/>
                  <a:pt x="285" y="2061"/>
                </a:cubicBezTo>
                <a:cubicBezTo>
                  <a:pt x="253" y="2044"/>
                  <a:pt x="241" y="2046"/>
                  <a:pt x="235" y="2041"/>
                </a:cubicBezTo>
                <a:cubicBezTo>
                  <a:pt x="141" y="2001"/>
                  <a:pt x="136" y="1995"/>
                  <a:pt x="127" y="1994"/>
                </a:cubicBezTo>
                <a:cubicBezTo>
                  <a:pt x="113" y="1982"/>
                  <a:pt x="110" y="1982"/>
                  <a:pt x="111" y="1986"/>
                </a:cubicBezTo>
                <a:cubicBezTo>
                  <a:pt x="141" y="2010"/>
                  <a:pt x="141" y="2016"/>
                  <a:pt x="144" y="2019"/>
                </a:cubicBezTo>
                <a:cubicBezTo>
                  <a:pt x="143" y="2021"/>
                  <a:pt x="142" y="2027"/>
                  <a:pt x="147" y="2025"/>
                </a:cubicBezTo>
                <a:cubicBezTo>
                  <a:pt x="177" y="2058"/>
                  <a:pt x="180" y="2066"/>
                  <a:pt x="187" y="2070"/>
                </a:cubicBezTo>
                <a:cubicBezTo>
                  <a:pt x="244" y="2123"/>
                  <a:pt x="247" y="2132"/>
                  <a:pt x="253" y="2138"/>
                </a:cubicBezTo>
                <a:cubicBezTo>
                  <a:pt x="283" y="2160"/>
                  <a:pt x="283" y="2160"/>
                  <a:pt x="283" y="2160"/>
                </a:cubicBezTo>
                <a:cubicBezTo>
                  <a:pt x="254" y="2126"/>
                  <a:pt x="250" y="2124"/>
                  <a:pt x="247" y="2121"/>
                </a:cubicBezTo>
                <a:cubicBezTo>
                  <a:pt x="268" y="2130"/>
                  <a:pt x="274" y="2132"/>
                  <a:pt x="279" y="2136"/>
                </a:cubicBezTo>
                <a:cubicBezTo>
                  <a:pt x="313" y="2158"/>
                  <a:pt x="315" y="2159"/>
                  <a:pt x="318" y="2160"/>
                </a:cubicBezTo>
                <a:cubicBezTo>
                  <a:pt x="329" y="2157"/>
                  <a:pt x="326" y="2149"/>
                  <a:pt x="315" y="2149"/>
                </a:cubicBezTo>
                <a:cubicBezTo>
                  <a:pt x="288" y="2131"/>
                  <a:pt x="286" y="2130"/>
                  <a:pt x="285" y="2127"/>
                </a:cubicBezTo>
                <a:cubicBezTo>
                  <a:pt x="259" y="2117"/>
                  <a:pt x="260" y="2107"/>
                  <a:pt x="251" y="2110"/>
                </a:cubicBezTo>
                <a:cubicBezTo>
                  <a:pt x="223" y="2093"/>
                  <a:pt x="222" y="2087"/>
                  <a:pt x="216" y="2086"/>
                </a:cubicBezTo>
                <a:cubicBezTo>
                  <a:pt x="193" y="2069"/>
                  <a:pt x="184" y="2057"/>
                  <a:pt x="174" y="2047"/>
                </a:cubicBezTo>
                <a:cubicBezTo>
                  <a:pt x="206" y="2062"/>
                  <a:pt x="209" y="2064"/>
                  <a:pt x="211" y="2069"/>
                </a:cubicBezTo>
                <a:cubicBezTo>
                  <a:pt x="250" y="2097"/>
                  <a:pt x="255" y="2097"/>
                  <a:pt x="259" y="2100"/>
                </a:cubicBezTo>
                <a:cubicBezTo>
                  <a:pt x="299" y="2125"/>
                  <a:pt x="305" y="2125"/>
                  <a:pt x="309" y="2127"/>
                </a:cubicBezTo>
                <a:cubicBezTo>
                  <a:pt x="332" y="2140"/>
                  <a:pt x="331" y="2143"/>
                  <a:pt x="334" y="2143"/>
                </a:cubicBezTo>
                <a:cubicBezTo>
                  <a:pt x="363" y="2158"/>
                  <a:pt x="366" y="2159"/>
                  <a:pt x="369" y="2160"/>
                </a:cubicBezTo>
                <a:cubicBezTo>
                  <a:pt x="382" y="2154"/>
                  <a:pt x="375" y="2154"/>
                  <a:pt x="372" y="2149"/>
                </a:cubicBezTo>
                <a:cubicBezTo>
                  <a:pt x="323" y="2123"/>
                  <a:pt x="317" y="2125"/>
                  <a:pt x="313" y="2121"/>
                </a:cubicBezTo>
                <a:cubicBezTo>
                  <a:pt x="300" y="2113"/>
                  <a:pt x="295" y="2114"/>
                  <a:pt x="295" y="2111"/>
                </a:cubicBezTo>
                <a:cubicBezTo>
                  <a:pt x="234" y="2076"/>
                  <a:pt x="233" y="2074"/>
                  <a:pt x="231" y="2074"/>
                </a:cubicBezTo>
                <a:cubicBezTo>
                  <a:pt x="259" y="2083"/>
                  <a:pt x="261" y="2087"/>
                  <a:pt x="265" y="2089"/>
                </a:cubicBezTo>
                <a:cubicBezTo>
                  <a:pt x="310" y="2106"/>
                  <a:pt x="319" y="2108"/>
                  <a:pt x="325" y="2113"/>
                </a:cubicBezTo>
                <a:cubicBezTo>
                  <a:pt x="367" y="2126"/>
                  <a:pt x="366" y="2132"/>
                  <a:pt x="370" y="2132"/>
                </a:cubicBezTo>
                <a:cubicBezTo>
                  <a:pt x="395" y="2147"/>
                  <a:pt x="398" y="2148"/>
                  <a:pt x="400" y="2149"/>
                </a:cubicBezTo>
                <a:cubicBezTo>
                  <a:pt x="412" y="2155"/>
                  <a:pt x="413" y="2157"/>
                  <a:pt x="414" y="2157"/>
                </a:cubicBezTo>
                <a:cubicBezTo>
                  <a:pt x="439" y="2160"/>
                  <a:pt x="439" y="2160"/>
                  <a:pt x="439" y="2160"/>
                </a:cubicBezTo>
                <a:cubicBezTo>
                  <a:pt x="427" y="2149"/>
                  <a:pt x="421" y="2151"/>
                  <a:pt x="418" y="2148"/>
                </a:cubicBezTo>
                <a:cubicBezTo>
                  <a:pt x="389" y="2135"/>
                  <a:pt x="387" y="2131"/>
                  <a:pt x="383" y="2129"/>
                </a:cubicBezTo>
                <a:cubicBezTo>
                  <a:pt x="334" y="2106"/>
                  <a:pt x="329" y="2103"/>
                  <a:pt x="322" y="2100"/>
                </a:cubicBezTo>
                <a:cubicBezTo>
                  <a:pt x="300" y="2091"/>
                  <a:pt x="295" y="2088"/>
                  <a:pt x="289" y="2087"/>
                </a:cubicBezTo>
                <a:cubicBezTo>
                  <a:pt x="263" y="2072"/>
                  <a:pt x="256" y="2075"/>
                  <a:pt x="255" y="2072"/>
                </a:cubicBezTo>
                <a:cubicBezTo>
                  <a:pt x="202" y="2047"/>
                  <a:pt x="196" y="2045"/>
                  <a:pt x="191" y="2042"/>
                </a:cubicBezTo>
                <a:cubicBezTo>
                  <a:pt x="182" y="2043"/>
                  <a:pt x="176" y="2036"/>
                  <a:pt x="174" y="2036"/>
                </a:cubicBezTo>
                <a:cubicBezTo>
                  <a:pt x="148" y="2010"/>
                  <a:pt x="140" y="2013"/>
                  <a:pt x="141" y="2006"/>
                </a:cubicBezTo>
                <a:cubicBezTo>
                  <a:pt x="184" y="2026"/>
                  <a:pt x="184" y="2030"/>
                  <a:pt x="188" y="2029"/>
                </a:cubicBezTo>
                <a:cubicBezTo>
                  <a:pt x="278" y="2065"/>
                  <a:pt x="282" y="2074"/>
                  <a:pt x="296" y="2072"/>
                </a:cubicBezTo>
                <a:cubicBezTo>
                  <a:pt x="324" y="2086"/>
                  <a:pt x="331" y="2089"/>
                  <a:pt x="337" y="2093"/>
                </a:cubicBezTo>
                <a:cubicBezTo>
                  <a:pt x="364" y="2108"/>
                  <a:pt x="372" y="2110"/>
                  <a:pt x="376" y="2116"/>
                </a:cubicBezTo>
                <a:cubicBezTo>
                  <a:pt x="390" y="2124"/>
                  <a:pt x="394" y="2125"/>
                  <a:pt x="396" y="2128"/>
                </a:cubicBezTo>
                <a:cubicBezTo>
                  <a:pt x="426" y="2151"/>
                  <a:pt x="435" y="2147"/>
                  <a:pt x="433" y="2154"/>
                </a:cubicBezTo>
                <a:cubicBezTo>
                  <a:pt x="456" y="2157"/>
                  <a:pt x="452" y="2154"/>
                  <a:pt x="450" y="2148"/>
                </a:cubicBezTo>
                <a:close/>
                <a:moveTo>
                  <a:pt x="2266" y="551"/>
                </a:moveTo>
                <a:cubicBezTo>
                  <a:pt x="2269" y="545"/>
                  <a:pt x="2268" y="535"/>
                  <a:pt x="2272" y="530"/>
                </a:cubicBezTo>
                <a:cubicBezTo>
                  <a:pt x="2292" y="481"/>
                  <a:pt x="2296" y="476"/>
                  <a:pt x="2298" y="469"/>
                </a:cubicBezTo>
                <a:cubicBezTo>
                  <a:pt x="2337" y="415"/>
                  <a:pt x="2342" y="412"/>
                  <a:pt x="2344" y="410"/>
                </a:cubicBezTo>
                <a:cubicBezTo>
                  <a:pt x="2360" y="398"/>
                  <a:pt x="2356" y="389"/>
                  <a:pt x="2362" y="390"/>
                </a:cubicBezTo>
                <a:cubicBezTo>
                  <a:pt x="2397" y="365"/>
                  <a:pt x="2395" y="358"/>
                  <a:pt x="2399" y="357"/>
                </a:cubicBezTo>
                <a:cubicBezTo>
                  <a:pt x="2444" y="321"/>
                  <a:pt x="2452" y="319"/>
                  <a:pt x="2453" y="312"/>
                </a:cubicBezTo>
                <a:cubicBezTo>
                  <a:pt x="2491" y="287"/>
                  <a:pt x="2487" y="278"/>
                  <a:pt x="2493" y="279"/>
                </a:cubicBezTo>
                <a:cubicBezTo>
                  <a:pt x="2535" y="238"/>
                  <a:pt x="2531" y="229"/>
                  <a:pt x="2538" y="231"/>
                </a:cubicBezTo>
                <a:cubicBezTo>
                  <a:pt x="2554" y="211"/>
                  <a:pt x="2557" y="211"/>
                  <a:pt x="2556" y="207"/>
                </a:cubicBezTo>
                <a:cubicBezTo>
                  <a:pt x="2576" y="181"/>
                  <a:pt x="2580" y="179"/>
                  <a:pt x="2582" y="176"/>
                </a:cubicBezTo>
                <a:cubicBezTo>
                  <a:pt x="2597" y="153"/>
                  <a:pt x="2601" y="151"/>
                  <a:pt x="2604" y="148"/>
                </a:cubicBezTo>
                <a:cubicBezTo>
                  <a:pt x="2613" y="141"/>
                  <a:pt x="2605" y="150"/>
                  <a:pt x="2599" y="161"/>
                </a:cubicBezTo>
                <a:cubicBezTo>
                  <a:pt x="2562" y="212"/>
                  <a:pt x="2559" y="220"/>
                  <a:pt x="2556" y="226"/>
                </a:cubicBezTo>
                <a:cubicBezTo>
                  <a:pt x="2536" y="255"/>
                  <a:pt x="2527" y="251"/>
                  <a:pt x="2527" y="257"/>
                </a:cubicBezTo>
                <a:cubicBezTo>
                  <a:pt x="2486" y="293"/>
                  <a:pt x="2486" y="298"/>
                  <a:pt x="2482" y="298"/>
                </a:cubicBezTo>
                <a:cubicBezTo>
                  <a:pt x="2460" y="317"/>
                  <a:pt x="2458" y="324"/>
                  <a:pt x="2453" y="329"/>
                </a:cubicBezTo>
                <a:cubicBezTo>
                  <a:pt x="2429" y="353"/>
                  <a:pt x="2425" y="354"/>
                  <a:pt x="2423" y="357"/>
                </a:cubicBezTo>
                <a:cubicBezTo>
                  <a:pt x="2404" y="374"/>
                  <a:pt x="2402" y="376"/>
                  <a:pt x="2401" y="379"/>
                </a:cubicBezTo>
                <a:cubicBezTo>
                  <a:pt x="2380" y="394"/>
                  <a:pt x="2384" y="403"/>
                  <a:pt x="2377" y="401"/>
                </a:cubicBezTo>
                <a:cubicBezTo>
                  <a:pt x="2353" y="449"/>
                  <a:pt x="2342" y="451"/>
                  <a:pt x="2342" y="464"/>
                </a:cubicBezTo>
                <a:cubicBezTo>
                  <a:pt x="2318" y="525"/>
                  <a:pt x="2314" y="528"/>
                  <a:pt x="2314" y="534"/>
                </a:cubicBezTo>
                <a:cubicBezTo>
                  <a:pt x="2328" y="514"/>
                  <a:pt x="2327" y="509"/>
                  <a:pt x="2327" y="506"/>
                </a:cubicBezTo>
                <a:cubicBezTo>
                  <a:pt x="2335" y="485"/>
                  <a:pt x="2339" y="486"/>
                  <a:pt x="2338" y="479"/>
                </a:cubicBezTo>
                <a:cubicBezTo>
                  <a:pt x="2369" y="429"/>
                  <a:pt x="2374" y="423"/>
                  <a:pt x="2377" y="414"/>
                </a:cubicBezTo>
                <a:cubicBezTo>
                  <a:pt x="2409" y="376"/>
                  <a:pt x="2418" y="380"/>
                  <a:pt x="2416" y="373"/>
                </a:cubicBezTo>
                <a:cubicBezTo>
                  <a:pt x="2448" y="348"/>
                  <a:pt x="2448" y="339"/>
                  <a:pt x="2458" y="338"/>
                </a:cubicBezTo>
                <a:cubicBezTo>
                  <a:pt x="2497" y="296"/>
                  <a:pt x="2509" y="287"/>
                  <a:pt x="2521" y="279"/>
                </a:cubicBezTo>
                <a:cubicBezTo>
                  <a:pt x="2551" y="237"/>
                  <a:pt x="2561" y="242"/>
                  <a:pt x="2558" y="235"/>
                </a:cubicBezTo>
                <a:cubicBezTo>
                  <a:pt x="2575" y="216"/>
                  <a:pt x="2578" y="210"/>
                  <a:pt x="2582" y="205"/>
                </a:cubicBezTo>
                <a:cubicBezTo>
                  <a:pt x="2604" y="168"/>
                  <a:pt x="2610" y="169"/>
                  <a:pt x="2608" y="163"/>
                </a:cubicBezTo>
                <a:cubicBezTo>
                  <a:pt x="2614" y="170"/>
                  <a:pt x="2610" y="176"/>
                  <a:pt x="2606" y="183"/>
                </a:cubicBezTo>
                <a:cubicBezTo>
                  <a:pt x="2589" y="216"/>
                  <a:pt x="2577" y="226"/>
                  <a:pt x="2571" y="242"/>
                </a:cubicBezTo>
                <a:cubicBezTo>
                  <a:pt x="2558" y="254"/>
                  <a:pt x="2554" y="258"/>
                  <a:pt x="2551" y="261"/>
                </a:cubicBezTo>
                <a:cubicBezTo>
                  <a:pt x="2527" y="282"/>
                  <a:pt x="2526" y="288"/>
                  <a:pt x="2521" y="290"/>
                </a:cubicBezTo>
                <a:cubicBezTo>
                  <a:pt x="2498" y="313"/>
                  <a:pt x="2496" y="317"/>
                  <a:pt x="2490" y="318"/>
                </a:cubicBezTo>
                <a:cubicBezTo>
                  <a:pt x="2480" y="334"/>
                  <a:pt x="2473" y="334"/>
                  <a:pt x="2473" y="340"/>
                </a:cubicBezTo>
                <a:cubicBezTo>
                  <a:pt x="2450" y="368"/>
                  <a:pt x="2446" y="368"/>
                  <a:pt x="2445" y="370"/>
                </a:cubicBezTo>
                <a:cubicBezTo>
                  <a:pt x="2412" y="406"/>
                  <a:pt x="2415" y="415"/>
                  <a:pt x="2407" y="414"/>
                </a:cubicBezTo>
                <a:cubicBezTo>
                  <a:pt x="2383" y="455"/>
                  <a:pt x="2378" y="456"/>
                  <a:pt x="2377" y="462"/>
                </a:cubicBezTo>
                <a:cubicBezTo>
                  <a:pt x="2357" y="489"/>
                  <a:pt x="2361" y="500"/>
                  <a:pt x="2355" y="501"/>
                </a:cubicBezTo>
                <a:cubicBezTo>
                  <a:pt x="2332" y="563"/>
                  <a:pt x="2332" y="570"/>
                  <a:pt x="2331" y="575"/>
                </a:cubicBezTo>
                <a:cubicBezTo>
                  <a:pt x="2321" y="604"/>
                  <a:pt x="2323" y="609"/>
                  <a:pt x="2322" y="612"/>
                </a:cubicBezTo>
                <a:cubicBezTo>
                  <a:pt x="2334" y="577"/>
                  <a:pt x="2338" y="572"/>
                  <a:pt x="2338" y="564"/>
                </a:cubicBezTo>
                <a:cubicBezTo>
                  <a:pt x="2354" y="530"/>
                  <a:pt x="2352" y="524"/>
                  <a:pt x="2355" y="523"/>
                </a:cubicBezTo>
                <a:cubicBezTo>
                  <a:pt x="2378" y="476"/>
                  <a:pt x="2380" y="470"/>
                  <a:pt x="2383" y="464"/>
                </a:cubicBezTo>
                <a:cubicBezTo>
                  <a:pt x="2422" y="413"/>
                  <a:pt x="2426" y="409"/>
                  <a:pt x="2429" y="403"/>
                </a:cubicBezTo>
                <a:cubicBezTo>
                  <a:pt x="2448" y="389"/>
                  <a:pt x="2441" y="378"/>
                  <a:pt x="2449" y="381"/>
                </a:cubicBezTo>
                <a:cubicBezTo>
                  <a:pt x="2462" y="363"/>
                  <a:pt x="2465" y="361"/>
                  <a:pt x="2469" y="359"/>
                </a:cubicBezTo>
                <a:cubicBezTo>
                  <a:pt x="2549" y="273"/>
                  <a:pt x="2556" y="275"/>
                  <a:pt x="2556" y="270"/>
                </a:cubicBezTo>
                <a:cubicBezTo>
                  <a:pt x="2569" y="255"/>
                  <a:pt x="2571" y="254"/>
                  <a:pt x="2571" y="253"/>
                </a:cubicBezTo>
                <a:cubicBezTo>
                  <a:pt x="2530" y="317"/>
                  <a:pt x="2515" y="330"/>
                  <a:pt x="2503" y="346"/>
                </a:cubicBezTo>
                <a:cubicBezTo>
                  <a:pt x="2485" y="363"/>
                  <a:pt x="2484" y="364"/>
                  <a:pt x="2484" y="368"/>
                </a:cubicBezTo>
                <a:cubicBezTo>
                  <a:pt x="2458" y="390"/>
                  <a:pt x="2461" y="400"/>
                  <a:pt x="2453" y="399"/>
                </a:cubicBezTo>
                <a:cubicBezTo>
                  <a:pt x="2432" y="425"/>
                  <a:pt x="2435" y="431"/>
                  <a:pt x="2431" y="431"/>
                </a:cubicBezTo>
                <a:cubicBezTo>
                  <a:pt x="2417" y="455"/>
                  <a:pt x="2411" y="456"/>
                  <a:pt x="2412" y="464"/>
                </a:cubicBezTo>
                <a:cubicBezTo>
                  <a:pt x="2381" y="530"/>
                  <a:pt x="2373" y="536"/>
                  <a:pt x="2373" y="549"/>
                </a:cubicBezTo>
                <a:cubicBezTo>
                  <a:pt x="2360" y="592"/>
                  <a:pt x="2358" y="604"/>
                  <a:pt x="2355" y="615"/>
                </a:cubicBezTo>
                <a:cubicBezTo>
                  <a:pt x="2348" y="676"/>
                  <a:pt x="2346" y="689"/>
                  <a:pt x="2351" y="691"/>
                </a:cubicBezTo>
                <a:cubicBezTo>
                  <a:pt x="2364" y="602"/>
                  <a:pt x="2364" y="599"/>
                  <a:pt x="2366" y="597"/>
                </a:cubicBezTo>
                <a:cubicBezTo>
                  <a:pt x="2387" y="536"/>
                  <a:pt x="2389" y="528"/>
                  <a:pt x="2392" y="521"/>
                </a:cubicBezTo>
                <a:cubicBezTo>
                  <a:pt x="2410" y="485"/>
                  <a:pt x="2417" y="471"/>
                  <a:pt x="2425" y="458"/>
                </a:cubicBezTo>
                <a:cubicBezTo>
                  <a:pt x="2448" y="429"/>
                  <a:pt x="2448" y="423"/>
                  <a:pt x="2451" y="421"/>
                </a:cubicBezTo>
                <a:cubicBezTo>
                  <a:pt x="2474" y="389"/>
                  <a:pt x="2480" y="390"/>
                  <a:pt x="2479" y="383"/>
                </a:cubicBezTo>
                <a:cubicBezTo>
                  <a:pt x="2514" y="350"/>
                  <a:pt x="2514" y="345"/>
                  <a:pt x="2519" y="344"/>
                </a:cubicBezTo>
                <a:cubicBezTo>
                  <a:pt x="2535" y="322"/>
                  <a:pt x="2539" y="320"/>
                  <a:pt x="2540" y="316"/>
                </a:cubicBezTo>
                <a:cubicBezTo>
                  <a:pt x="2571" y="278"/>
                  <a:pt x="2572" y="274"/>
                  <a:pt x="2575" y="272"/>
                </a:cubicBezTo>
                <a:cubicBezTo>
                  <a:pt x="2589" y="250"/>
                  <a:pt x="2591" y="250"/>
                  <a:pt x="2591" y="246"/>
                </a:cubicBezTo>
                <a:cubicBezTo>
                  <a:pt x="2570" y="303"/>
                  <a:pt x="2565" y="309"/>
                  <a:pt x="2562" y="318"/>
                </a:cubicBezTo>
                <a:cubicBezTo>
                  <a:pt x="2529" y="360"/>
                  <a:pt x="2529" y="366"/>
                  <a:pt x="2525" y="368"/>
                </a:cubicBezTo>
                <a:cubicBezTo>
                  <a:pt x="2500" y="401"/>
                  <a:pt x="2497" y="404"/>
                  <a:pt x="2495" y="407"/>
                </a:cubicBezTo>
                <a:cubicBezTo>
                  <a:pt x="2477" y="421"/>
                  <a:pt x="2475" y="431"/>
                  <a:pt x="2469" y="436"/>
                </a:cubicBezTo>
                <a:cubicBezTo>
                  <a:pt x="2453" y="458"/>
                  <a:pt x="2449" y="457"/>
                  <a:pt x="2449" y="460"/>
                </a:cubicBezTo>
                <a:cubicBezTo>
                  <a:pt x="2433" y="483"/>
                  <a:pt x="2428" y="490"/>
                  <a:pt x="2423" y="497"/>
                </a:cubicBezTo>
                <a:cubicBezTo>
                  <a:pt x="2389" y="557"/>
                  <a:pt x="2380" y="572"/>
                  <a:pt x="2375" y="591"/>
                </a:cubicBezTo>
                <a:cubicBezTo>
                  <a:pt x="2388" y="566"/>
                  <a:pt x="2393" y="561"/>
                  <a:pt x="2394" y="554"/>
                </a:cubicBezTo>
                <a:cubicBezTo>
                  <a:pt x="2421" y="517"/>
                  <a:pt x="2420" y="511"/>
                  <a:pt x="2423" y="508"/>
                </a:cubicBezTo>
                <a:cubicBezTo>
                  <a:pt x="2443" y="487"/>
                  <a:pt x="2443" y="481"/>
                  <a:pt x="2447" y="479"/>
                </a:cubicBezTo>
                <a:cubicBezTo>
                  <a:pt x="2477" y="451"/>
                  <a:pt x="2473" y="441"/>
                  <a:pt x="2479" y="440"/>
                </a:cubicBezTo>
                <a:cubicBezTo>
                  <a:pt x="2491" y="429"/>
                  <a:pt x="2491" y="423"/>
                  <a:pt x="2495" y="421"/>
                </a:cubicBezTo>
                <a:cubicBezTo>
                  <a:pt x="2533" y="381"/>
                  <a:pt x="2531" y="373"/>
                  <a:pt x="2536" y="373"/>
                </a:cubicBezTo>
                <a:cubicBezTo>
                  <a:pt x="2542" y="375"/>
                  <a:pt x="2533" y="382"/>
                  <a:pt x="2527" y="392"/>
                </a:cubicBezTo>
                <a:cubicBezTo>
                  <a:pt x="2507" y="428"/>
                  <a:pt x="2501" y="430"/>
                  <a:pt x="2499" y="436"/>
                </a:cubicBezTo>
                <a:cubicBezTo>
                  <a:pt x="2483" y="460"/>
                  <a:pt x="2475" y="467"/>
                  <a:pt x="2471" y="479"/>
                </a:cubicBezTo>
                <a:cubicBezTo>
                  <a:pt x="2444" y="506"/>
                  <a:pt x="2443" y="518"/>
                  <a:pt x="2434" y="523"/>
                </a:cubicBezTo>
                <a:cubicBezTo>
                  <a:pt x="2415" y="560"/>
                  <a:pt x="2409" y="568"/>
                  <a:pt x="2403" y="575"/>
                </a:cubicBezTo>
                <a:cubicBezTo>
                  <a:pt x="2382" y="632"/>
                  <a:pt x="2382" y="637"/>
                  <a:pt x="2379" y="639"/>
                </a:cubicBezTo>
                <a:cubicBezTo>
                  <a:pt x="2369" y="679"/>
                  <a:pt x="2367" y="696"/>
                  <a:pt x="2364" y="713"/>
                </a:cubicBezTo>
                <a:cubicBezTo>
                  <a:pt x="2357" y="755"/>
                  <a:pt x="2353" y="757"/>
                  <a:pt x="2359" y="758"/>
                </a:cubicBezTo>
                <a:cubicBezTo>
                  <a:pt x="2365" y="714"/>
                  <a:pt x="2371" y="701"/>
                  <a:pt x="2373" y="689"/>
                </a:cubicBezTo>
                <a:cubicBezTo>
                  <a:pt x="2390" y="631"/>
                  <a:pt x="2392" y="626"/>
                  <a:pt x="2392" y="619"/>
                </a:cubicBezTo>
                <a:cubicBezTo>
                  <a:pt x="2419" y="571"/>
                  <a:pt x="2418" y="562"/>
                  <a:pt x="2423" y="560"/>
                </a:cubicBezTo>
                <a:cubicBezTo>
                  <a:pt x="2441" y="526"/>
                  <a:pt x="2448" y="525"/>
                  <a:pt x="2449" y="519"/>
                </a:cubicBezTo>
                <a:cubicBezTo>
                  <a:pt x="2482" y="479"/>
                  <a:pt x="2481" y="473"/>
                  <a:pt x="2486" y="473"/>
                </a:cubicBezTo>
                <a:cubicBezTo>
                  <a:pt x="2505" y="451"/>
                  <a:pt x="2502" y="443"/>
                  <a:pt x="2508" y="442"/>
                </a:cubicBezTo>
                <a:cubicBezTo>
                  <a:pt x="2537" y="393"/>
                  <a:pt x="2543" y="388"/>
                  <a:pt x="2547" y="381"/>
                </a:cubicBezTo>
                <a:cubicBezTo>
                  <a:pt x="2577" y="332"/>
                  <a:pt x="2578" y="321"/>
                  <a:pt x="2584" y="316"/>
                </a:cubicBezTo>
                <a:cubicBezTo>
                  <a:pt x="2567" y="360"/>
                  <a:pt x="2563" y="362"/>
                  <a:pt x="2560" y="366"/>
                </a:cubicBezTo>
                <a:cubicBezTo>
                  <a:pt x="2529" y="421"/>
                  <a:pt x="2528" y="432"/>
                  <a:pt x="2521" y="438"/>
                </a:cubicBezTo>
                <a:cubicBezTo>
                  <a:pt x="2490" y="494"/>
                  <a:pt x="2482" y="498"/>
                  <a:pt x="2479" y="508"/>
                </a:cubicBezTo>
                <a:cubicBezTo>
                  <a:pt x="2453" y="542"/>
                  <a:pt x="2452" y="548"/>
                  <a:pt x="2449" y="551"/>
                </a:cubicBezTo>
                <a:cubicBezTo>
                  <a:pt x="2437" y="564"/>
                  <a:pt x="2436" y="569"/>
                  <a:pt x="2434" y="573"/>
                </a:cubicBezTo>
                <a:cubicBezTo>
                  <a:pt x="2414" y="615"/>
                  <a:pt x="2404" y="630"/>
                  <a:pt x="2401" y="652"/>
                </a:cubicBezTo>
                <a:cubicBezTo>
                  <a:pt x="2390" y="690"/>
                  <a:pt x="2387" y="700"/>
                  <a:pt x="2386" y="711"/>
                </a:cubicBezTo>
                <a:cubicBezTo>
                  <a:pt x="2389" y="745"/>
                  <a:pt x="2385" y="735"/>
                  <a:pt x="2390" y="734"/>
                </a:cubicBezTo>
                <a:cubicBezTo>
                  <a:pt x="2395" y="685"/>
                  <a:pt x="2402" y="670"/>
                  <a:pt x="2405" y="649"/>
                </a:cubicBezTo>
                <a:cubicBezTo>
                  <a:pt x="2426" y="612"/>
                  <a:pt x="2423" y="603"/>
                  <a:pt x="2427" y="602"/>
                </a:cubicBezTo>
                <a:cubicBezTo>
                  <a:pt x="2441" y="569"/>
                  <a:pt x="2451" y="566"/>
                  <a:pt x="2453" y="556"/>
                </a:cubicBezTo>
                <a:cubicBezTo>
                  <a:pt x="2477" y="522"/>
                  <a:pt x="2481" y="520"/>
                  <a:pt x="2484" y="516"/>
                </a:cubicBezTo>
                <a:cubicBezTo>
                  <a:pt x="2504" y="490"/>
                  <a:pt x="2503" y="486"/>
                  <a:pt x="2506" y="486"/>
                </a:cubicBezTo>
                <a:cubicBezTo>
                  <a:pt x="2530" y="444"/>
                  <a:pt x="2531" y="434"/>
                  <a:pt x="2538" y="429"/>
                </a:cubicBezTo>
                <a:cubicBezTo>
                  <a:pt x="2564" y="389"/>
                  <a:pt x="2562" y="392"/>
                  <a:pt x="2560" y="397"/>
                </a:cubicBezTo>
                <a:cubicBezTo>
                  <a:pt x="2551" y="425"/>
                  <a:pt x="2547" y="432"/>
                  <a:pt x="2547" y="440"/>
                </a:cubicBezTo>
                <a:cubicBezTo>
                  <a:pt x="2518" y="479"/>
                  <a:pt x="2513" y="491"/>
                  <a:pt x="2503" y="499"/>
                </a:cubicBezTo>
                <a:cubicBezTo>
                  <a:pt x="2482" y="537"/>
                  <a:pt x="2477" y="540"/>
                  <a:pt x="2475" y="547"/>
                </a:cubicBezTo>
                <a:cubicBezTo>
                  <a:pt x="2463" y="564"/>
                  <a:pt x="2465" y="570"/>
                  <a:pt x="2462" y="571"/>
                </a:cubicBezTo>
                <a:cubicBezTo>
                  <a:pt x="2445" y="602"/>
                  <a:pt x="2443" y="608"/>
                  <a:pt x="2440" y="615"/>
                </a:cubicBezTo>
                <a:cubicBezTo>
                  <a:pt x="2423" y="658"/>
                  <a:pt x="2417" y="686"/>
                  <a:pt x="2414" y="717"/>
                </a:cubicBezTo>
                <a:cubicBezTo>
                  <a:pt x="2421" y="730"/>
                  <a:pt x="2417" y="715"/>
                  <a:pt x="2423" y="697"/>
                </a:cubicBezTo>
                <a:cubicBezTo>
                  <a:pt x="2456" y="595"/>
                  <a:pt x="2461" y="595"/>
                  <a:pt x="2462" y="591"/>
                </a:cubicBezTo>
                <a:cubicBezTo>
                  <a:pt x="2484" y="556"/>
                  <a:pt x="2482" y="547"/>
                  <a:pt x="2488" y="547"/>
                </a:cubicBezTo>
                <a:cubicBezTo>
                  <a:pt x="2520" y="494"/>
                  <a:pt x="2522" y="491"/>
                  <a:pt x="2523" y="488"/>
                </a:cubicBezTo>
                <a:cubicBezTo>
                  <a:pt x="2527" y="499"/>
                  <a:pt x="2518" y="509"/>
                  <a:pt x="2514" y="523"/>
                </a:cubicBezTo>
                <a:cubicBezTo>
                  <a:pt x="2485" y="577"/>
                  <a:pt x="2485" y="579"/>
                  <a:pt x="2484" y="582"/>
                </a:cubicBezTo>
                <a:cubicBezTo>
                  <a:pt x="2471" y="601"/>
                  <a:pt x="2471" y="608"/>
                  <a:pt x="2466" y="615"/>
                </a:cubicBezTo>
                <a:cubicBezTo>
                  <a:pt x="2455" y="667"/>
                  <a:pt x="2457" y="663"/>
                  <a:pt x="2458" y="658"/>
                </a:cubicBezTo>
                <a:cubicBezTo>
                  <a:pt x="2494" y="586"/>
                  <a:pt x="2491" y="575"/>
                  <a:pt x="2497" y="573"/>
                </a:cubicBezTo>
                <a:cubicBezTo>
                  <a:pt x="2528" y="520"/>
                  <a:pt x="2527" y="511"/>
                  <a:pt x="2532" y="508"/>
                </a:cubicBezTo>
                <a:cubicBezTo>
                  <a:pt x="2542" y="479"/>
                  <a:pt x="2547" y="472"/>
                  <a:pt x="2543" y="473"/>
                </a:cubicBezTo>
                <a:cubicBezTo>
                  <a:pt x="2533" y="519"/>
                  <a:pt x="2535" y="575"/>
                  <a:pt x="2523" y="617"/>
                </a:cubicBezTo>
                <a:cubicBezTo>
                  <a:pt x="2498" y="753"/>
                  <a:pt x="2496" y="760"/>
                  <a:pt x="2495" y="767"/>
                </a:cubicBezTo>
                <a:cubicBezTo>
                  <a:pt x="2503" y="765"/>
                  <a:pt x="2508" y="735"/>
                  <a:pt x="2516" y="708"/>
                </a:cubicBezTo>
                <a:cubicBezTo>
                  <a:pt x="2543" y="549"/>
                  <a:pt x="2543" y="541"/>
                  <a:pt x="2545" y="536"/>
                </a:cubicBezTo>
                <a:cubicBezTo>
                  <a:pt x="2550" y="513"/>
                  <a:pt x="2550" y="516"/>
                  <a:pt x="2551" y="508"/>
                </a:cubicBezTo>
                <a:cubicBezTo>
                  <a:pt x="2561" y="468"/>
                  <a:pt x="2557" y="457"/>
                  <a:pt x="2562" y="455"/>
                </a:cubicBezTo>
                <a:cubicBezTo>
                  <a:pt x="2564" y="481"/>
                  <a:pt x="2559" y="481"/>
                  <a:pt x="2560" y="486"/>
                </a:cubicBezTo>
                <a:cubicBezTo>
                  <a:pt x="2561" y="552"/>
                  <a:pt x="2560" y="561"/>
                  <a:pt x="2562" y="573"/>
                </a:cubicBezTo>
                <a:cubicBezTo>
                  <a:pt x="2538" y="696"/>
                  <a:pt x="2542" y="705"/>
                  <a:pt x="2540" y="708"/>
                </a:cubicBezTo>
                <a:cubicBezTo>
                  <a:pt x="2522" y="773"/>
                  <a:pt x="2522" y="782"/>
                  <a:pt x="2521" y="789"/>
                </a:cubicBezTo>
                <a:cubicBezTo>
                  <a:pt x="2525" y="796"/>
                  <a:pt x="2527" y="777"/>
                  <a:pt x="2534" y="763"/>
                </a:cubicBezTo>
                <a:cubicBezTo>
                  <a:pt x="2542" y="733"/>
                  <a:pt x="2538" y="724"/>
                  <a:pt x="2543" y="724"/>
                </a:cubicBezTo>
                <a:cubicBezTo>
                  <a:pt x="2557" y="641"/>
                  <a:pt x="2562" y="626"/>
                  <a:pt x="2567" y="610"/>
                </a:cubicBezTo>
                <a:cubicBezTo>
                  <a:pt x="2571" y="542"/>
                  <a:pt x="2568" y="518"/>
                  <a:pt x="2569" y="475"/>
                </a:cubicBezTo>
                <a:cubicBezTo>
                  <a:pt x="2570" y="422"/>
                  <a:pt x="2575" y="422"/>
                  <a:pt x="2573" y="416"/>
                </a:cubicBezTo>
                <a:cubicBezTo>
                  <a:pt x="2576" y="395"/>
                  <a:pt x="2573" y="394"/>
                  <a:pt x="2573" y="394"/>
                </a:cubicBezTo>
                <a:cubicBezTo>
                  <a:pt x="2582" y="376"/>
                  <a:pt x="2585" y="391"/>
                  <a:pt x="2584" y="407"/>
                </a:cubicBezTo>
                <a:cubicBezTo>
                  <a:pt x="2586" y="485"/>
                  <a:pt x="2588" y="495"/>
                  <a:pt x="2584" y="499"/>
                </a:cubicBezTo>
                <a:cubicBezTo>
                  <a:pt x="2587" y="537"/>
                  <a:pt x="2584" y="556"/>
                  <a:pt x="2588" y="569"/>
                </a:cubicBezTo>
                <a:cubicBezTo>
                  <a:pt x="2586" y="639"/>
                  <a:pt x="2581" y="653"/>
                  <a:pt x="2582" y="673"/>
                </a:cubicBezTo>
                <a:cubicBezTo>
                  <a:pt x="2579" y="709"/>
                  <a:pt x="2585" y="697"/>
                  <a:pt x="2584" y="678"/>
                </a:cubicBezTo>
                <a:cubicBezTo>
                  <a:pt x="2591" y="654"/>
                  <a:pt x="2587" y="646"/>
                  <a:pt x="2588" y="643"/>
                </a:cubicBezTo>
                <a:cubicBezTo>
                  <a:pt x="2594" y="565"/>
                  <a:pt x="2596" y="549"/>
                  <a:pt x="2595" y="532"/>
                </a:cubicBezTo>
                <a:cubicBezTo>
                  <a:pt x="2595" y="477"/>
                  <a:pt x="2594" y="475"/>
                  <a:pt x="2593" y="473"/>
                </a:cubicBezTo>
                <a:cubicBezTo>
                  <a:pt x="2593" y="439"/>
                  <a:pt x="2589" y="438"/>
                  <a:pt x="2591" y="431"/>
                </a:cubicBezTo>
                <a:cubicBezTo>
                  <a:pt x="2591" y="411"/>
                  <a:pt x="2590" y="406"/>
                  <a:pt x="2593" y="405"/>
                </a:cubicBezTo>
                <a:cubicBezTo>
                  <a:pt x="2596" y="421"/>
                  <a:pt x="2599" y="424"/>
                  <a:pt x="2599" y="431"/>
                </a:cubicBezTo>
                <a:cubicBezTo>
                  <a:pt x="2607" y="578"/>
                  <a:pt x="2612" y="578"/>
                  <a:pt x="2610" y="584"/>
                </a:cubicBezTo>
                <a:cubicBezTo>
                  <a:pt x="2608" y="676"/>
                  <a:pt x="2609" y="683"/>
                  <a:pt x="2608" y="700"/>
                </a:cubicBezTo>
                <a:cubicBezTo>
                  <a:pt x="2604" y="727"/>
                  <a:pt x="2608" y="721"/>
                  <a:pt x="2610" y="713"/>
                </a:cubicBezTo>
                <a:cubicBezTo>
                  <a:pt x="2617" y="628"/>
                  <a:pt x="2617" y="628"/>
                  <a:pt x="2617" y="628"/>
                </a:cubicBezTo>
                <a:cubicBezTo>
                  <a:pt x="2616" y="568"/>
                  <a:pt x="2617" y="567"/>
                  <a:pt x="2615" y="556"/>
                </a:cubicBezTo>
                <a:cubicBezTo>
                  <a:pt x="2604" y="402"/>
                  <a:pt x="2602" y="388"/>
                  <a:pt x="2602" y="368"/>
                </a:cubicBezTo>
                <a:cubicBezTo>
                  <a:pt x="2601" y="317"/>
                  <a:pt x="2597" y="313"/>
                  <a:pt x="2604" y="312"/>
                </a:cubicBezTo>
                <a:cubicBezTo>
                  <a:pt x="2615" y="406"/>
                  <a:pt x="2620" y="408"/>
                  <a:pt x="2619" y="416"/>
                </a:cubicBezTo>
                <a:cubicBezTo>
                  <a:pt x="2630" y="567"/>
                  <a:pt x="2630" y="585"/>
                  <a:pt x="2630" y="602"/>
                </a:cubicBezTo>
                <a:cubicBezTo>
                  <a:pt x="2627" y="621"/>
                  <a:pt x="2630" y="621"/>
                  <a:pt x="2630" y="621"/>
                </a:cubicBezTo>
                <a:cubicBezTo>
                  <a:pt x="2628" y="655"/>
                  <a:pt x="2633" y="654"/>
                  <a:pt x="2632" y="647"/>
                </a:cubicBezTo>
                <a:cubicBezTo>
                  <a:pt x="2632" y="609"/>
                  <a:pt x="2641" y="603"/>
                  <a:pt x="2634" y="599"/>
                </a:cubicBezTo>
                <a:cubicBezTo>
                  <a:pt x="2622" y="398"/>
                  <a:pt x="2625" y="390"/>
                  <a:pt x="2623" y="386"/>
                </a:cubicBezTo>
                <a:cubicBezTo>
                  <a:pt x="2612" y="298"/>
                  <a:pt x="2612" y="298"/>
                  <a:pt x="2612" y="298"/>
                </a:cubicBezTo>
                <a:cubicBezTo>
                  <a:pt x="2615" y="234"/>
                  <a:pt x="2616" y="229"/>
                  <a:pt x="2619" y="226"/>
                </a:cubicBezTo>
                <a:cubicBezTo>
                  <a:pt x="2627" y="274"/>
                  <a:pt x="2626" y="281"/>
                  <a:pt x="2630" y="283"/>
                </a:cubicBezTo>
                <a:cubicBezTo>
                  <a:pt x="2637" y="331"/>
                  <a:pt x="2644" y="346"/>
                  <a:pt x="2647" y="366"/>
                </a:cubicBezTo>
                <a:cubicBezTo>
                  <a:pt x="2666" y="436"/>
                  <a:pt x="2662" y="446"/>
                  <a:pt x="2667" y="447"/>
                </a:cubicBezTo>
                <a:cubicBezTo>
                  <a:pt x="2676" y="591"/>
                  <a:pt x="2676" y="591"/>
                  <a:pt x="2676" y="591"/>
                </a:cubicBezTo>
                <a:cubicBezTo>
                  <a:pt x="2677" y="618"/>
                  <a:pt x="2679" y="615"/>
                  <a:pt x="2680" y="610"/>
                </a:cubicBezTo>
                <a:cubicBezTo>
                  <a:pt x="2680" y="558"/>
                  <a:pt x="2679" y="554"/>
                  <a:pt x="2680" y="549"/>
                </a:cubicBezTo>
                <a:cubicBezTo>
                  <a:pt x="2674" y="470"/>
                  <a:pt x="2677" y="456"/>
                  <a:pt x="2673" y="449"/>
                </a:cubicBezTo>
                <a:cubicBezTo>
                  <a:pt x="2664" y="405"/>
                  <a:pt x="2665" y="398"/>
                  <a:pt x="2665" y="392"/>
                </a:cubicBezTo>
                <a:cubicBezTo>
                  <a:pt x="2654" y="345"/>
                  <a:pt x="2647" y="330"/>
                  <a:pt x="2645" y="309"/>
                </a:cubicBezTo>
                <a:cubicBezTo>
                  <a:pt x="2628" y="224"/>
                  <a:pt x="2628" y="224"/>
                  <a:pt x="2628" y="224"/>
                </a:cubicBezTo>
                <a:cubicBezTo>
                  <a:pt x="2657" y="335"/>
                  <a:pt x="2667" y="357"/>
                  <a:pt x="2673" y="383"/>
                </a:cubicBezTo>
                <a:cubicBezTo>
                  <a:pt x="2697" y="482"/>
                  <a:pt x="2689" y="497"/>
                  <a:pt x="2695" y="497"/>
                </a:cubicBezTo>
                <a:cubicBezTo>
                  <a:pt x="2693" y="420"/>
                  <a:pt x="2686" y="404"/>
                  <a:pt x="2684" y="383"/>
                </a:cubicBezTo>
                <a:cubicBezTo>
                  <a:pt x="2676" y="354"/>
                  <a:pt x="2672" y="345"/>
                  <a:pt x="2669" y="335"/>
                </a:cubicBezTo>
                <a:cubicBezTo>
                  <a:pt x="2662" y="314"/>
                  <a:pt x="2662" y="308"/>
                  <a:pt x="2665" y="307"/>
                </a:cubicBezTo>
                <a:cubicBezTo>
                  <a:pt x="2684" y="359"/>
                  <a:pt x="2686" y="361"/>
                  <a:pt x="2689" y="362"/>
                </a:cubicBezTo>
                <a:cubicBezTo>
                  <a:pt x="2699" y="392"/>
                  <a:pt x="2702" y="397"/>
                  <a:pt x="2704" y="403"/>
                </a:cubicBezTo>
                <a:cubicBezTo>
                  <a:pt x="2731" y="478"/>
                  <a:pt x="2734" y="489"/>
                  <a:pt x="2737" y="499"/>
                </a:cubicBezTo>
                <a:cubicBezTo>
                  <a:pt x="2745" y="509"/>
                  <a:pt x="2740" y="492"/>
                  <a:pt x="2737" y="473"/>
                </a:cubicBezTo>
                <a:cubicBezTo>
                  <a:pt x="2718" y="414"/>
                  <a:pt x="2713" y="407"/>
                  <a:pt x="2711" y="399"/>
                </a:cubicBezTo>
                <a:cubicBezTo>
                  <a:pt x="2696" y="368"/>
                  <a:pt x="2695" y="357"/>
                  <a:pt x="2691" y="351"/>
                </a:cubicBezTo>
                <a:cubicBezTo>
                  <a:pt x="2673" y="309"/>
                  <a:pt x="2674" y="301"/>
                  <a:pt x="2669" y="298"/>
                </a:cubicBezTo>
                <a:cubicBezTo>
                  <a:pt x="2662" y="267"/>
                  <a:pt x="2657" y="256"/>
                  <a:pt x="2654" y="244"/>
                </a:cubicBezTo>
                <a:cubicBezTo>
                  <a:pt x="2645" y="223"/>
                  <a:pt x="2648" y="212"/>
                  <a:pt x="2643" y="209"/>
                </a:cubicBezTo>
                <a:cubicBezTo>
                  <a:pt x="2640" y="167"/>
                  <a:pt x="2636" y="159"/>
                  <a:pt x="2641" y="159"/>
                </a:cubicBezTo>
                <a:cubicBezTo>
                  <a:pt x="2645" y="170"/>
                  <a:pt x="2649" y="172"/>
                  <a:pt x="2647" y="181"/>
                </a:cubicBezTo>
                <a:cubicBezTo>
                  <a:pt x="2655" y="202"/>
                  <a:pt x="2657" y="207"/>
                  <a:pt x="2658" y="213"/>
                </a:cubicBezTo>
                <a:cubicBezTo>
                  <a:pt x="2682" y="266"/>
                  <a:pt x="2681" y="275"/>
                  <a:pt x="2687" y="277"/>
                </a:cubicBezTo>
                <a:cubicBezTo>
                  <a:pt x="2714" y="328"/>
                  <a:pt x="2710" y="330"/>
                  <a:pt x="2715" y="335"/>
                </a:cubicBezTo>
                <a:cubicBezTo>
                  <a:pt x="2739" y="387"/>
                  <a:pt x="2739" y="394"/>
                  <a:pt x="2741" y="401"/>
                </a:cubicBezTo>
                <a:cubicBezTo>
                  <a:pt x="2753" y="416"/>
                  <a:pt x="2746" y="406"/>
                  <a:pt x="2743" y="390"/>
                </a:cubicBezTo>
                <a:cubicBezTo>
                  <a:pt x="2722" y="338"/>
                  <a:pt x="2722" y="333"/>
                  <a:pt x="2719" y="331"/>
                </a:cubicBezTo>
                <a:cubicBezTo>
                  <a:pt x="2696" y="283"/>
                  <a:pt x="2692" y="277"/>
                  <a:pt x="2691" y="268"/>
                </a:cubicBezTo>
                <a:cubicBezTo>
                  <a:pt x="2656" y="183"/>
                  <a:pt x="2659" y="175"/>
                  <a:pt x="2656" y="174"/>
                </a:cubicBezTo>
                <a:cubicBezTo>
                  <a:pt x="2645" y="89"/>
                  <a:pt x="2645" y="89"/>
                  <a:pt x="2645" y="89"/>
                </a:cubicBezTo>
                <a:cubicBezTo>
                  <a:pt x="2648" y="83"/>
                  <a:pt x="2651" y="92"/>
                  <a:pt x="2654" y="102"/>
                </a:cubicBezTo>
                <a:cubicBezTo>
                  <a:pt x="2666" y="159"/>
                  <a:pt x="2662" y="163"/>
                  <a:pt x="2665" y="170"/>
                </a:cubicBezTo>
                <a:cubicBezTo>
                  <a:pt x="2682" y="216"/>
                  <a:pt x="2685" y="223"/>
                  <a:pt x="2689" y="229"/>
                </a:cubicBezTo>
                <a:cubicBezTo>
                  <a:pt x="2713" y="277"/>
                  <a:pt x="2715" y="280"/>
                  <a:pt x="2717" y="283"/>
                </a:cubicBezTo>
                <a:cubicBezTo>
                  <a:pt x="2734" y="325"/>
                  <a:pt x="2744" y="320"/>
                  <a:pt x="2741" y="327"/>
                </a:cubicBezTo>
                <a:cubicBezTo>
                  <a:pt x="2773" y="382"/>
                  <a:pt x="2778" y="396"/>
                  <a:pt x="2785" y="407"/>
                </a:cubicBezTo>
                <a:cubicBezTo>
                  <a:pt x="2796" y="434"/>
                  <a:pt x="2795" y="444"/>
                  <a:pt x="2802" y="447"/>
                </a:cubicBezTo>
                <a:cubicBezTo>
                  <a:pt x="2789" y="399"/>
                  <a:pt x="2784" y="395"/>
                  <a:pt x="2782" y="388"/>
                </a:cubicBezTo>
                <a:cubicBezTo>
                  <a:pt x="2772" y="361"/>
                  <a:pt x="2768" y="356"/>
                  <a:pt x="2765" y="351"/>
                </a:cubicBezTo>
                <a:cubicBezTo>
                  <a:pt x="2745" y="309"/>
                  <a:pt x="2738" y="307"/>
                  <a:pt x="2737" y="298"/>
                </a:cubicBezTo>
                <a:cubicBezTo>
                  <a:pt x="2713" y="253"/>
                  <a:pt x="2707" y="254"/>
                  <a:pt x="2708" y="248"/>
                </a:cubicBezTo>
                <a:cubicBezTo>
                  <a:pt x="2689" y="204"/>
                  <a:pt x="2684" y="200"/>
                  <a:pt x="2684" y="192"/>
                </a:cubicBezTo>
                <a:cubicBezTo>
                  <a:pt x="2673" y="167"/>
                  <a:pt x="2673" y="158"/>
                  <a:pt x="2669" y="152"/>
                </a:cubicBezTo>
                <a:cubicBezTo>
                  <a:pt x="2657" y="77"/>
                  <a:pt x="2661" y="68"/>
                  <a:pt x="2656" y="67"/>
                </a:cubicBezTo>
                <a:cubicBezTo>
                  <a:pt x="2664" y="67"/>
                  <a:pt x="2660" y="69"/>
                  <a:pt x="2660" y="70"/>
                </a:cubicBezTo>
                <a:cubicBezTo>
                  <a:pt x="2674" y="116"/>
                  <a:pt x="2681" y="129"/>
                  <a:pt x="2682" y="148"/>
                </a:cubicBezTo>
                <a:cubicBezTo>
                  <a:pt x="2694" y="178"/>
                  <a:pt x="2702" y="181"/>
                  <a:pt x="2702" y="192"/>
                </a:cubicBezTo>
                <a:cubicBezTo>
                  <a:pt x="2725" y="237"/>
                  <a:pt x="2726" y="241"/>
                  <a:pt x="2726" y="246"/>
                </a:cubicBezTo>
                <a:cubicBezTo>
                  <a:pt x="2752" y="278"/>
                  <a:pt x="2754" y="286"/>
                  <a:pt x="2759" y="292"/>
                </a:cubicBezTo>
                <a:cubicBezTo>
                  <a:pt x="2772" y="303"/>
                  <a:pt x="2767" y="300"/>
                  <a:pt x="2765" y="294"/>
                </a:cubicBezTo>
                <a:cubicBezTo>
                  <a:pt x="2750" y="265"/>
                  <a:pt x="2740" y="258"/>
                  <a:pt x="2737" y="244"/>
                </a:cubicBezTo>
                <a:cubicBezTo>
                  <a:pt x="2721" y="219"/>
                  <a:pt x="2723" y="212"/>
                  <a:pt x="2719" y="211"/>
                </a:cubicBezTo>
                <a:cubicBezTo>
                  <a:pt x="2694" y="150"/>
                  <a:pt x="2684" y="126"/>
                  <a:pt x="2680" y="96"/>
                </a:cubicBezTo>
                <a:cubicBezTo>
                  <a:pt x="2668" y="50"/>
                  <a:pt x="2659" y="45"/>
                  <a:pt x="2665" y="39"/>
                </a:cubicBezTo>
                <a:cubicBezTo>
                  <a:pt x="2680" y="70"/>
                  <a:pt x="2682" y="86"/>
                  <a:pt x="2687" y="100"/>
                </a:cubicBezTo>
                <a:cubicBezTo>
                  <a:pt x="2711" y="149"/>
                  <a:pt x="2710" y="168"/>
                  <a:pt x="2719" y="176"/>
                </a:cubicBezTo>
                <a:cubicBezTo>
                  <a:pt x="2744" y="219"/>
                  <a:pt x="2747" y="228"/>
                  <a:pt x="2750" y="235"/>
                </a:cubicBezTo>
                <a:cubicBezTo>
                  <a:pt x="2765" y="266"/>
                  <a:pt x="2774" y="272"/>
                  <a:pt x="2776" y="283"/>
                </a:cubicBezTo>
                <a:cubicBezTo>
                  <a:pt x="2786" y="300"/>
                  <a:pt x="2786" y="308"/>
                  <a:pt x="2791" y="309"/>
                </a:cubicBezTo>
                <a:cubicBezTo>
                  <a:pt x="2806" y="343"/>
                  <a:pt x="2806" y="350"/>
                  <a:pt x="2811" y="351"/>
                </a:cubicBezTo>
                <a:cubicBezTo>
                  <a:pt x="2799" y="318"/>
                  <a:pt x="2799" y="309"/>
                  <a:pt x="2793" y="305"/>
                </a:cubicBezTo>
                <a:cubicBezTo>
                  <a:pt x="2780" y="271"/>
                  <a:pt x="2771" y="261"/>
                  <a:pt x="2767" y="246"/>
                </a:cubicBezTo>
                <a:cubicBezTo>
                  <a:pt x="2745" y="202"/>
                  <a:pt x="2737" y="201"/>
                  <a:pt x="2737" y="192"/>
                </a:cubicBezTo>
                <a:cubicBezTo>
                  <a:pt x="2720" y="162"/>
                  <a:pt x="2720" y="156"/>
                  <a:pt x="2717" y="155"/>
                </a:cubicBezTo>
                <a:cubicBezTo>
                  <a:pt x="2689" y="78"/>
                  <a:pt x="2685" y="62"/>
                  <a:pt x="2678" y="50"/>
                </a:cubicBezTo>
                <a:cubicBezTo>
                  <a:pt x="2669" y="8"/>
                  <a:pt x="2668" y="4"/>
                  <a:pt x="2667" y="0"/>
                </a:cubicBezTo>
                <a:cubicBezTo>
                  <a:pt x="2643" y="26"/>
                  <a:pt x="2634" y="31"/>
                  <a:pt x="2636" y="37"/>
                </a:cubicBezTo>
                <a:cubicBezTo>
                  <a:pt x="2621" y="57"/>
                  <a:pt x="2620" y="59"/>
                  <a:pt x="2619" y="61"/>
                </a:cubicBezTo>
                <a:cubicBezTo>
                  <a:pt x="2604" y="81"/>
                  <a:pt x="2606" y="87"/>
                  <a:pt x="2604" y="89"/>
                </a:cubicBezTo>
                <a:cubicBezTo>
                  <a:pt x="2577" y="128"/>
                  <a:pt x="2568" y="139"/>
                  <a:pt x="2560" y="150"/>
                </a:cubicBezTo>
                <a:cubicBezTo>
                  <a:pt x="2542" y="170"/>
                  <a:pt x="2540" y="170"/>
                  <a:pt x="2540" y="174"/>
                </a:cubicBezTo>
                <a:cubicBezTo>
                  <a:pt x="2521" y="188"/>
                  <a:pt x="2523" y="196"/>
                  <a:pt x="2516" y="194"/>
                </a:cubicBezTo>
                <a:cubicBezTo>
                  <a:pt x="2500" y="217"/>
                  <a:pt x="2490" y="217"/>
                  <a:pt x="2488" y="224"/>
                </a:cubicBezTo>
                <a:cubicBezTo>
                  <a:pt x="2447" y="256"/>
                  <a:pt x="2450" y="266"/>
                  <a:pt x="2442" y="266"/>
                </a:cubicBezTo>
                <a:cubicBezTo>
                  <a:pt x="2420" y="294"/>
                  <a:pt x="2413" y="295"/>
                  <a:pt x="2410" y="298"/>
                </a:cubicBezTo>
                <a:cubicBezTo>
                  <a:pt x="2372" y="341"/>
                  <a:pt x="2367" y="350"/>
                  <a:pt x="2359" y="357"/>
                </a:cubicBezTo>
                <a:cubicBezTo>
                  <a:pt x="2337" y="393"/>
                  <a:pt x="2335" y="395"/>
                  <a:pt x="2336" y="399"/>
                </a:cubicBezTo>
                <a:cubicBezTo>
                  <a:pt x="2321" y="412"/>
                  <a:pt x="2325" y="424"/>
                  <a:pt x="2320" y="427"/>
                </a:cubicBezTo>
                <a:cubicBezTo>
                  <a:pt x="2297" y="465"/>
                  <a:pt x="2291" y="468"/>
                  <a:pt x="2290" y="475"/>
                </a:cubicBezTo>
                <a:cubicBezTo>
                  <a:pt x="2269" y="516"/>
                  <a:pt x="2269" y="524"/>
                  <a:pt x="2268" y="532"/>
                </a:cubicBezTo>
                <a:close/>
                <a:moveTo>
                  <a:pt x="2588" y="235"/>
                </a:moveTo>
                <a:cubicBezTo>
                  <a:pt x="2585" y="239"/>
                  <a:pt x="2582" y="243"/>
                  <a:pt x="2580" y="248"/>
                </a:cubicBezTo>
                <a:cubicBezTo>
                  <a:pt x="2574" y="245"/>
                  <a:pt x="2584" y="240"/>
                  <a:pt x="2584" y="235"/>
                </a:cubicBezTo>
                <a:cubicBezTo>
                  <a:pt x="2588" y="232"/>
                  <a:pt x="2589" y="226"/>
                  <a:pt x="2593" y="222"/>
                </a:cubicBezTo>
                <a:cubicBezTo>
                  <a:pt x="2599" y="226"/>
                  <a:pt x="2588" y="230"/>
                  <a:pt x="2588" y="235"/>
                </a:cubicBezTo>
                <a:close/>
                <a:moveTo>
                  <a:pt x="2593" y="357"/>
                </a:moveTo>
                <a:cubicBezTo>
                  <a:pt x="2591" y="361"/>
                  <a:pt x="2590" y="356"/>
                  <a:pt x="2591" y="353"/>
                </a:cubicBezTo>
                <a:cubicBezTo>
                  <a:pt x="2592" y="349"/>
                  <a:pt x="2593" y="354"/>
                  <a:pt x="2593" y="357"/>
                </a:cubicBezTo>
                <a:close/>
                <a:moveTo>
                  <a:pt x="2626" y="146"/>
                </a:moveTo>
                <a:cubicBezTo>
                  <a:pt x="2620" y="140"/>
                  <a:pt x="2626" y="128"/>
                  <a:pt x="2628" y="122"/>
                </a:cubicBezTo>
                <a:cubicBezTo>
                  <a:pt x="2633" y="127"/>
                  <a:pt x="2623" y="136"/>
                  <a:pt x="2626" y="146"/>
                </a:cubicBezTo>
                <a:close/>
                <a:moveTo>
                  <a:pt x="2630" y="179"/>
                </a:moveTo>
                <a:cubicBezTo>
                  <a:pt x="2621" y="176"/>
                  <a:pt x="2630" y="171"/>
                  <a:pt x="2628" y="163"/>
                </a:cubicBezTo>
                <a:cubicBezTo>
                  <a:pt x="2633" y="164"/>
                  <a:pt x="2629" y="174"/>
                  <a:pt x="2630" y="179"/>
                </a:cubicBezTo>
                <a:close/>
                <a:moveTo>
                  <a:pt x="2630" y="109"/>
                </a:moveTo>
                <a:cubicBezTo>
                  <a:pt x="2620" y="105"/>
                  <a:pt x="2634" y="99"/>
                  <a:pt x="2632" y="89"/>
                </a:cubicBezTo>
                <a:cubicBezTo>
                  <a:pt x="2640" y="96"/>
                  <a:pt x="2627" y="99"/>
                  <a:pt x="2630" y="109"/>
                </a:cubicBezTo>
                <a:close/>
                <a:moveTo>
                  <a:pt x="2342" y="394"/>
                </a:moveTo>
                <a:cubicBezTo>
                  <a:pt x="2348" y="395"/>
                  <a:pt x="2344" y="386"/>
                  <a:pt x="2349" y="386"/>
                </a:cubicBezTo>
                <a:cubicBezTo>
                  <a:pt x="2366" y="361"/>
                  <a:pt x="2367" y="360"/>
                  <a:pt x="2368" y="359"/>
                </a:cubicBezTo>
                <a:cubicBezTo>
                  <a:pt x="2392" y="332"/>
                  <a:pt x="2390" y="325"/>
                  <a:pt x="2397" y="327"/>
                </a:cubicBezTo>
                <a:cubicBezTo>
                  <a:pt x="2424" y="298"/>
                  <a:pt x="2431" y="295"/>
                  <a:pt x="2434" y="288"/>
                </a:cubicBezTo>
                <a:cubicBezTo>
                  <a:pt x="2463" y="259"/>
                  <a:pt x="2471" y="253"/>
                  <a:pt x="2475" y="244"/>
                </a:cubicBezTo>
                <a:cubicBezTo>
                  <a:pt x="2495" y="230"/>
                  <a:pt x="2497" y="224"/>
                  <a:pt x="2501" y="220"/>
                </a:cubicBezTo>
                <a:cubicBezTo>
                  <a:pt x="2528" y="196"/>
                  <a:pt x="2532" y="195"/>
                  <a:pt x="2534" y="192"/>
                </a:cubicBezTo>
                <a:cubicBezTo>
                  <a:pt x="2564" y="150"/>
                  <a:pt x="2578" y="151"/>
                  <a:pt x="2578" y="137"/>
                </a:cubicBezTo>
                <a:cubicBezTo>
                  <a:pt x="2621" y="86"/>
                  <a:pt x="2625" y="63"/>
                  <a:pt x="2639" y="50"/>
                </a:cubicBezTo>
                <a:cubicBezTo>
                  <a:pt x="2629" y="77"/>
                  <a:pt x="2629" y="85"/>
                  <a:pt x="2623" y="87"/>
                </a:cubicBezTo>
                <a:cubicBezTo>
                  <a:pt x="2594" y="142"/>
                  <a:pt x="2594" y="148"/>
                  <a:pt x="2591" y="150"/>
                </a:cubicBezTo>
                <a:cubicBezTo>
                  <a:pt x="2563" y="181"/>
                  <a:pt x="2563" y="192"/>
                  <a:pt x="2556" y="196"/>
                </a:cubicBezTo>
                <a:cubicBezTo>
                  <a:pt x="2535" y="217"/>
                  <a:pt x="2534" y="226"/>
                  <a:pt x="2525" y="229"/>
                </a:cubicBezTo>
                <a:cubicBezTo>
                  <a:pt x="2489" y="268"/>
                  <a:pt x="2486" y="275"/>
                  <a:pt x="2479" y="279"/>
                </a:cubicBezTo>
                <a:cubicBezTo>
                  <a:pt x="2461" y="296"/>
                  <a:pt x="2460" y="298"/>
                  <a:pt x="2458" y="298"/>
                </a:cubicBezTo>
                <a:cubicBezTo>
                  <a:pt x="2433" y="319"/>
                  <a:pt x="2422" y="329"/>
                  <a:pt x="2410" y="338"/>
                </a:cubicBezTo>
                <a:cubicBezTo>
                  <a:pt x="2364" y="378"/>
                  <a:pt x="2362" y="381"/>
                  <a:pt x="2359" y="383"/>
                </a:cubicBezTo>
                <a:cubicBezTo>
                  <a:pt x="2343" y="402"/>
                  <a:pt x="2340" y="402"/>
                  <a:pt x="2340" y="405"/>
                </a:cubicBezTo>
                <a:close/>
                <a:moveTo>
                  <a:pt x="2551" y="26"/>
                </a:moveTo>
                <a:cubicBezTo>
                  <a:pt x="2533" y="53"/>
                  <a:pt x="2510" y="76"/>
                  <a:pt x="2486" y="98"/>
                </a:cubicBezTo>
                <a:cubicBezTo>
                  <a:pt x="2461" y="130"/>
                  <a:pt x="2457" y="132"/>
                  <a:pt x="2458" y="137"/>
                </a:cubicBezTo>
                <a:cubicBezTo>
                  <a:pt x="2431" y="164"/>
                  <a:pt x="2432" y="169"/>
                  <a:pt x="2427" y="170"/>
                </a:cubicBezTo>
                <a:cubicBezTo>
                  <a:pt x="2418" y="183"/>
                  <a:pt x="2416" y="187"/>
                  <a:pt x="2414" y="189"/>
                </a:cubicBezTo>
                <a:cubicBezTo>
                  <a:pt x="2423" y="184"/>
                  <a:pt x="2425" y="180"/>
                  <a:pt x="2429" y="176"/>
                </a:cubicBezTo>
                <a:cubicBezTo>
                  <a:pt x="2474" y="129"/>
                  <a:pt x="2477" y="124"/>
                  <a:pt x="2479" y="120"/>
                </a:cubicBezTo>
                <a:cubicBezTo>
                  <a:pt x="2498" y="104"/>
                  <a:pt x="2496" y="99"/>
                  <a:pt x="2501" y="100"/>
                </a:cubicBezTo>
                <a:cubicBezTo>
                  <a:pt x="2535" y="65"/>
                  <a:pt x="2534" y="60"/>
                  <a:pt x="2536" y="59"/>
                </a:cubicBezTo>
                <a:cubicBezTo>
                  <a:pt x="2555" y="30"/>
                  <a:pt x="2566" y="27"/>
                  <a:pt x="2569" y="15"/>
                </a:cubicBezTo>
                <a:cubicBezTo>
                  <a:pt x="2583" y="5"/>
                  <a:pt x="2583" y="3"/>
                  <a:pt x="2583" y="0"/>
                </a:cubicBezTo>
                <a:cubicBezTo>
                  <a:pt x="2563" y="8"/>
                  <a:pt x="2563" y="14"/>
                  <a:pt x="2560" y="17"/>
                </a:cubicBezTo>
                <a:close/>
                <a:moveTo>
                  <a:pt x="2711" y="37"/>
                </a:moveTo>
                <a:cubicBezTo>
                  <a:pt x="2717" y="39"/>
                  <a:pt x="2715" y="48"/>
                  <a:pt x="2719" y="52"/>
                </a:cubicBezTo>
                <a:cubicBezTo>
                  <a:pt x="2743" y="115"/>
                  <a:pt x="2751" y="115"/>
                  <a:pt x="2750" y="124"/>
                </a:cubicBezTo>
                <a:cubicBezTo>
                  <a:pt x="2761" y="147"/>
                  <a:pt x="2765" y="152"/>
                  <a:pt x="2767" y="159"/>
                </a:cubicBezTo>
                <a:cubicBezTo>
                  <a:pt x="2777" y="183"/>
                  <a:pt x="2781" y="188"/>
                  <a:pt x="2782" y="194"/>
                </a:cubicBezTo>
                <a:cubicBezTo>
                  <a:pt x="2806" y="231"/>
                  <a:pt x="2811" y="235"/>
                  <a:pt x="2813" y="242"/>
                </a:cubicBezTo>
                <a:cubicBezTo>
                  <a:pt x="2858" y="290"/>
                  <a:pt x="2848" y="290"/>
                  <a:pt x="2848" y="281"/>
                </a:cubicBezTo>
                <a:cubicBezTo>
                  <a:pt x="2826" y="242"/>
                  <a:pt x="2820" y="244"/>
                  <a:pt x="2820" y="240"/>
                </a:cubicBezTo>
                <a:cubicBezTo>
                  <a:pt x="2804" y="222"/>
                  <a:pt x="2807" y="214"/>
                  <a:pt x="2802" y="213"/>
                </a:cubicBezTo>
                <a:cubicBezTo>
                  <a:pt x="2789" y="193"/>
                  <a:pt x="2789" y="184"/>
                  <a:pt x="2785" y="179"/>
                </a:cubicBezTo>
                <a:cubicBezTo>
                  <a:pt x="2773" y="147"/>
                  <a:pt x="2767" y="140"/>
                  <a:pt x="2763" y="131"/>
                </a:cubicBezTo>
                <a:cubicBezTo>
                  <a:pt x="2742" y="83"/>
                  <a:pt x="2732" y="64"/>
                  <a:pt x="2726" y="43"/>
                </a:cubicBezTo>
                <a:cubicBezTo>
                  <a:pt x="2714" y="8"/>
                  <a:pt x="2713" y="4"/>
                  <a:pt x="2712" y="0"/>
                </a:cubicBezTo>
                <a:cubicBezTo>
                  <a:pt x="2707" y="23"/>
                  <a:pt x="2712" y="27"/>
                  <a:pt x="2711" y="37"/>
                </a:cubicBezTo>
                <a:close/>
                <a:moveTo>
                  <a:pt x="1591" y="997"/>
                </a:moveTo>
                <a:cubicBezTo>
                  <a:pt x="1591" y="991"/>
                  <a:pt x="1595" y="988"/>
                  <a:pt x="1595" y="981"/>
                </a:cubicBezTo>
                <a:cubicBezTo>
                  <a:pt x="1610" y="933"/>
                  <a:pt x="1607" y="925"/>
                  <a:pt x="1613" y="923"/>
                </a:cubicBezTo>
                <a:cubicBezTo>
                  <a:pt x="1626" y="868"/>
                  <a:pt x="1627" y="859"/>
                  <a:pt x="1631" y="853"/>
                </a:cubicBezTo>
                <a:cubicBezTo>
                  <a:pt x="1644" y="801"/>
                  <a:pt x="1644" y="793"/>
                  <a:pt x="1648" y="788"/>
                </a:cubicBezTo>
                <a:cubicBezTo>
                  <a:pt x="1660" y="736"/>
                  <a:pt x="1667" y="729"/>
                  <a:pt x="1669" y="720"/>
                </a:cubicBezTo>
                <a:cubicBezTo>
                  <a:pt x="1682" y="706"/>
                  <a:pt x="1681" y="700"/>
                  <a:pt x="1683" y="695"/>
                </a:cubicBezTo>
                <a:cubicBezTo>
                  <a:pt x="1695" y="675"/>
                  <a:pt x="1697" y="672"/>
                  <a:pt x="1699" y="674"/>
                </a:cubicBezTo>
                <a:cubicBezTo>
                  <a:pt x="1672" y="737"/>
                  <a:pt x="1676" y="744"/>
                  <a:pt x="1672" y="746"/>
                </a:cubicBezTo>
                <a:cubicBezTo>
                  <a:pt x="1661" y="790"/>
                  <a:pt x="1663" y="793"/>
                  <a:pt x="1661" y="794"/>
                </a:cubicBezTo>
                <a:cubicBezTo>
                  <a:pt x="1657" y="822"/>
                  <a:pt x="1655" y="826"/>
                  <a:pt x="1654" y="831"/>
                </a:cubicBezTo>
                <a:cubicBezTo>
                  <a:pt x="1651" y="853"/>
                  <a:pt x="1648" y="857"/>
                  <a:pt x="1649" y="863"/>
                </a:cubicBezTo>
                <a:cubicBezTo>
                  <a:pt x="1637" y="927"/>
                  <a:pt x="1636" y="933"/>
                  <a:pt x="1636" y="941"/>
                </a:cubicBezTo>
                <a:cubicBezTo>
                  <a:pt x="1629" y="975"/>
                  <a:pt x="1623" y="975"/>
                  <a:pt x="1625" y="980"/>
                </a:cubicBezTo>
                <a:cubicBezTo>
                  <a:pt x="1614" y="1012"/>
                  <a:pt x="1607" y="1023"/>
                  <a:pt x="1602" y="1035"/>
                </a:cubicBezTo>
                <a:cubicBezTo>
                  <a:pt x="1621" y="1005"/>
                  <a:pt x="1625" y="1005"/>
                  <a:pt x="1625" y="1002"/>
                </a:cubicBezTo>
                <a:cubicBezTo>
                  <a:pt x="1636" y="972"/>
                  <a:pt x="1636" y="964"/>
                  <a:pt x="1642" y="960"/>
                </a:cubicBezTo>
                <a:cubicBezTo>
                  <a:pt x="1649" y="910"/>
                  <a:pt x="1647" y="901"/>
                  <a:pt x="1653" y="898"/>
                </a:cubicBezTo>
                <a:cubicBezTo>
                  <a:pt x="1658" y="861"/>
                  <a:pt x="1659" y="845"/>
                  <a:pt x="1663" y="832"/>
                </a:cubicBezTo>
                <a:cubicBezTo>
                  <a:pt x="1674" y="785"/>
                  <a:pt x="1673" y="775"/>
                  <a:pt x="1676" y="769"/>
                </a:cubicBezTo>
                <a:cubicBezTo>
                  <a:pt x="1698" y="710"/>
                  <a:pt x="1694" y="703"/>
                  <a:pt x="1697" y="701"/>
                </a:cubicBezTo>
                <a:cubicBezTo>
                  <a:pt x="1721" y="660"/>
                  <a:pt x="1728" y="644"/>
                  <a:pt x="1737" y="630"/>
                </a:cubicBezTo>
                <a:cubicBezTo>
                  <a:pt x="1757" y="606"/>
                  <a:pt x="1761" y="604"/>
                  <a:pt x="1766" y="603"/>
                </a:cubicBezTo>
                <a:cubicBezTo>
                  <a:pt x="1773" y="599"/>
                  <a:pt x="1768" y="600"/>
                  <a:pt x="1766" y="603"/>
                </a:cubicBezTo>
                <a:cubicBezTo>
                  <a:pt x="1749" y="626"/>
                  <a:pt x="1750" y="632"/>
                  <a:pt x="1747" y="635"/>
                </a:cubicBezTo>
                <a:cubicBezTo>
                  <a:pt x="1719" y="686"/>
                  <a:pt x="1715" y="692"/>
                  <a:pt x="1712" y="701"/>
                </a:cubicBezTo>
                <a:cubicBezTo>
                  <a:pt x="1692" y="757"/>
                  <a:pt x="1692" y="767"/>
                  <a:pt x="1685" y="772"/>
                </a:cubicBezTo>
                <a:cubicBezTo>
                  <a:pt x="1669" y="830"/>
                  <a:pt x="1673" y="839"/>
                  <a:pt x="1667" y="842"/>
                </a:cubicBezTo>
                <a:cubicBezTo>
                  <a:pt x="1665" y="865"/>
                  <a:pt x="1664" y="870"/>
                  <a:pt x="1662" y="876"/>
                </a:cubicBezTo>
                <a:cubicBezTo>
                  <a:pt x="1650" y="927"/>
                  <a:pt x="1654" y="945"/>
                  <a:pt x="1645" y="954"/>
                </a:cubicBezTo>
                <a:cubicBezTo>
                  <a:pt x="1621" y="1043"/>
                  <a:pt x="1613" y="1046"/>
                  <a:pt x="1615" y="1055"/>
                </a:cubicBezTo>
                <a:cubicBezTo>
                  <a:pt x="1614" y="1060"/>
                  <a:pt x="1622" y="1054"/>
                  <a:pt x="1623" y="1043"/>
                </a:cubicBezTo>
                <a:cubicBezTo>
                  <a:pt x="1639" y="1006"/>
                  <a:pt x="1641" y="995"/>
                  <a:pt x="1647" y="987"/>
                </a:cubicBezTo>
                <a:cubicBezTo>
                  <a:pt x="1662" y="913"/>
                  <a:pt x="1670" y="906"/>
                  <a:pt x="1670" y="895"/>
                </a:cubicBezTo>
                <a:cubicBezTo>
                  <a:pt x="1687" y="827"/>
                  <a:pt x="1683" y="818"/>
                  <a:pt x="1686" y="814"/>
                </a:cubicBezTo>
                <a:cubicBezTo>
                  <a:pt x="1693" y="775"/>
                  <a:pt x="1702" y="773"/>
                  <a:pt x="1700" y="765"/>
                </a:cubicBezTo>
                <a:cubicBezTo>
                  <a:pt x="1730" y="692"/>
                  <a:pt x="1734" y="679"/>
                  <a:pt x="1740" y="667"/>
                </a:cubicBezTo>
                <a:cubicBezTo>
                  <a:pt x="1764" y="633"/>
                  <a:pt x="1761" y="628"/>
                  <a:pt x="1763" y="625"/>
                </a:cubicBezTo>
                <a:cubicBezTo>
                  <a:pt x="1784" y="596"/>
                  <a:pt x="1791" y="593"/>
                  <a:pt x="1794" y="586"/>
                </a:cubicBezTo>
                <a:cubicBezTo>
                  <a:pt x="1808" y="577"/>
                  <a:pt x="1808" y="574"/>
                  <a:pt x="1810" y="577"/>
                </a:cubicBezTo>
                <a:cubicBezTo>
                  <a:pt x="1785" y="618"/>
                  <a:pt x="1779" y="621"/>
                  <a:pt x="1779" y="629"/>
                </a:cubicBezTo>
                <a:cubicBezTo>
                  <a:pt x="1757" y="666"/>
                  <a:pt x="1756" y="673"/>
                  <a:pt x="1753" y="678"/>
                </a:cubicBezTo>
                <a:cubicBezTo>
                  <a:pt x="1723" y="756"/>
                  <a:pt x="1719" y="768"/>
                  <a:pt x="1716" y="771"/>
                </a:cubicBezTo>
                <a:cubicBezTo>
                  <a:pt x="1713" y="784"/>
                  <a:pt x="1716" y="785"/>
                  <a:pt x="1716" y="784"/>
                </a:cubicBezTo>
                <a:cubicBezTo>
                  <a:pt x="1703" y="818"/>
                  <a:pt x="1705" y="829"/>
                  <a:pt x="1701" y="836"/>
                </a:cubicBezTo>
                <a:cubicBezTo>
                  <a:pt x="1672" y="934"/>
                  <a:pt x="1666" y="939"/>
                  <a:pt x="1666" y="948"/>
                </a:cubicBezTo>
                <a:cubicBezTo>
                  <a:pt x="1656" y="964"/>
                  <a:pt x="1657" y="966"/>
                  <a:pt x="1660" y="965"/>
                </a:cubicBezTo>
                <a:cubicBezTo>
                  <a:pt x="1681" y="933"/>
                  <a:pt x="1686" y="932"/>
                  <a:pt x="1689" y="929"/>
                </a:cubicBezTo>
                <a:cubicBezTo>
                  <a:pt x="1692" y="929"/>
                  <a:pt x="1697" y="930"/>
                  <a:pt x="1695" y="925"/>
                </a:cubicBezTo>
                <a:cubicBezTo>
                  <a:pt x="1725" y="892"/>
                  <a:pt x="1733" y="888"/>
                  <a:pt x="1736" y="880"/>
                </a:cubicBezTo>
                <a:cubicBezTo>
                  <a:pt x="1782" y="818"/>
                  <a:pt x="1791" y="814"/>
                  <a:pt x="1796" y="808"/>
                </a:cubicBezTo>
                <a:cubicBezTo>
                  <a:pt x="1839" y="758"/>
                  <a:pt x="1838" y="752"/>
                  <a:pt x="1841" y="749"/>
                </a:cubicBezTo>
                <a:cubicBezTo>
                  <a:pt x="1855" y="724"/>
                  <a:pt x="1858" y="721"/>
                  <a:pt x="1859" y="716"/>
                </a:cubicBezTo>
                <a:cubicBezTo>
                  <a:pt x="1868" y="703"/>
                  <a:pt x="1872" y="700"/>
                  <a:pt x="1871" y="694"/>
                </a:cubicBezTo>
                <a:cubicBezTo>
                  <a:pt x="1887" y="668"/>
                  <a:pt x="1889" y="664"/>
                  <a:pt x="1891" y="660"/>
                </a:cubicBezTo>
                <a:cubicBezTo>
                  <a:pt x="1907" y="625"/>
                  <a:pt x="1908" y="623"/>
                  <a:pt x="1909" y="621"/>
                </a:cubicBezTo>
                <a:cubicBezTo>
                  <a:pt x="1919" y="591"/>
                  <a:pt x="1927" y="591"/>
                  <a:pt x="1924" y="583"/>
                </a:cubicBezTo>
                <a:cubicBezTo>
                  <a:pt x="1943" y="565"/>
                  <a:pt x="1936" y="556"/>
                  <a:pt x="1944" y="557"/>
                </a:cubicBezTo>
                <a:cubicBezTo>
                  <a:pt x="1961" y="515"/>
                  <a:pt x="1963" y="513"/>
                  <a:pt x="1964" y="509"/>
                </a:cubicBezTo>
                <a:cubicBezTo>
                  <a:pt x="1974" y="496"/>
                  <a:pt x="1971" y="486"/>
                  <a:pt x="1979" y="484"/>
                </a:cubicBezTo>
                <a:cubicBezTo>
                  <a:pt x="1987" y="478"/>
                  <a:pt x="1983" y="488"/>
                  <a:pt x="1982" y="499"/>
                </a:cubicBezTo>
                <a:cubicBezTo>
                  <a:pt x="1984" y="525"/>
                  <a:pt x="1985" y="528"/>
                  <a:pt x="1985" y="532"/>
                </a:cubicBezTo>
                <a:cubicBezTo>
                  <a:pt x="1992" y="482"/>
                  <a:pt x="1998" y="479"/>
                  <a:pt x="1997" y="470"/>
                </a:cubicBezTo>
                <a:cubicBezTo>
                  <a:pt x="2016" y="476"/>
                  <a:pt x="2011" y="464"/>
                  <a:pt x="2014" y="458"/>
                </a:cubicBezTo>
                <a:cubicBezTo>
                  <a:pt x="2023" y="444"/>
                  <a:pt x="2017" y="446"/>
                  <a:pt x="2020" y="455"/>
                </a:cubicBezTo>
                <a:cubicBezTo>
                  <a:pt x="2028" y="470"/>
                  <a:pt x="2025" y="476"/>
                  <a:pt x="2029" y="478"/>
                </a:cubicBezTo>
                <a:cubicBezTo>
                  <a:pt x="2037" y="428"/>
                  <a:pt x="2041" y="425"/>
                  <a:pt x="2040" y="418"/>
                </a:cubicBezTo>
                <a:cubicBezTo>
                  <a:pt x="2053" y="391"/>
                  <a:pt x="2065" y="395"/>
                  <a:pt x="2061" y="388"/>
                </a:cubicBezTo>
                <a:cubicBezTo>
                  <a:pt x="2076" y="361"/>
                  <a:pt x="2072" y="363"/>
                  <a:pt x="2071" y="357"/>
                </a:cubicBezTo>
                <a:cubicBezTo>
                  <a:pt x="2019" y="368"/>
                  <a:pt x="2016" y="366"/>
                  <a:pt x="2013" y="365"/>
                </a:cubicBezTo>
                <a:cubicBezTo>
                  <a:pt x="1985" y="336"/>
                  <a:pt x="1974" y="340"/>
                  <a:pt x="1973" y="328"/>
                </a:cubicBezTo>
                <a:cubicBezTo>
                  <a:pt x="1978" y="346"/>
                  <a:pt x="1981" y="350"/>
                  <a:pt x="1985" y="355"/>
                </a:cubicBezTo>
                <a:cubicBezTo>
                  <a:pt x="2009" y="380"/>
                  <a:pt x="2013" y="383"/>
                  <a:pt x="2017" y="387"/>
                </a:cubicBezTo>
                <a:cubicBezTo>
                  <a:pt x="1983" y="404"/>
                  <a:pt x="1984" y="398"/>
                  <a:pt x="1979" y="400"/>
                </a:cubicBezTo>
                <a:cubicBezTo>
                  <a:pt x="1942" y="400"/>
                  <a:pt x="1943" y="392"/>
                  <a:pt x="1936" y="395"/>
                </a:cubicBezTo>
                <a:cubicBezTo>
                  <a:pt x="1910" y="389"/>
                  <a:pt x="1906" y="388"/>
                  <a:pt x="1904" y="385"/>
                </a:cubicBezTo>
                <a:cubicBezTo>
                  <a:pt x="1835" y="360"/>
                  <a:pt x="1828" y="358"/>
                  <a:pt x="1823" y="353"/>
                </a:cubicBezTo>
                <a:cubicBezTo>
                  <a:pt x="1774" y="332"/>
                  <a:pt x="1774" y="325"/>
                  <a:pt x="1769" y="325"/>
                </a:cubicBezTo>
                <a:cubicBezTo>
                  <a:pt x="1728" y="306"/>
                  <a:pt x="1722" y="307"/>
                  <a:pt x="1719" y="305"/>
                </a:cubicBezTo>
                <a:cubicBezTo>
                  <a:pt x="1684" y="287"/>
                  <a:pt x="1676" y="287"/>
                  <a:pt x="1670" y="283"/>
                </a:cubicBezTo>
                <a:cubicBezTo>
                  <a:pt x="1616" y="276"/>
                  <a:pt x="1604" y="277"/>
                  <a:pt x="1592" y="277"/>
                </a:cubicBezTo>
                <a:cubicBezTo>
                  <a:pt x="1594" y="280"/>
                  <a:pt x="1613" y="284"/>
                  <a:pt x="1635" y="283"/>
                </a:cubicBezTo>
                <a:cubicBezTo>
                  <a:pt x="1657" y="292"/>
                  <a:pt x="1663" y="288"/>
                  <a:pt x="1665" y="291"/>
                </a:cubicBezTo>
                <a:cubicBezTo>
                  <a:pt x="1741" y="318"/>
                  <a:pt x="1767" y="337"/>
                  <a:pt x="1797" y="349"/>
                </a:cubicBezTo>
                <a:cubicBezTo>
                  <a:pt x="1813" y="360"/>
                  <a:pt x="1814" y="361"/>
                  <a:pt x="1816" y="363"/>
                </a:cubicBezTo>
                <a:cubicBezTo>
                  <a:pt x="1887" y="388"/>
                  <a:pt x="1889" y="392"/>
                  <a:pt x="1892" y="394"/>
                </a:cubicBezTo>
                <a:cubicBezTo>
                  <a:pt x="1944" y="403"/>
                  <a:pt x="1955" y="411"/>
                  <a:pt x="1970" y="411"/>
                </a:cubicBezTo>
                <a:cubicBezTo>
                  <a:pt x="2004" y="413"/>
                  <a:pt x="2006" y="413"/>
                  <a:pt x="2008" y="413"/>
                </a:cubicBezTo>
                <a:cubicBezTo>
                  <a:pt x="2000" y="416"/>
                  <a:pt x="1998" y="418"/>
                  <a:pt x="1996" y="419"/>
                </a:cubicBezTo>
                <a:cubicBezTo>
                  <a:pt x="1935" y="417"/>
                  <a:pt x="1925" y="412"/>
                  <a:pt x="1914" y="407"/>
                </a:cubicBezTo>
                <a:cubicBezTo>
                  <a:pt x="1886" y="400"/>
                  <a:pt x="1868" y="398"/>
                  <a:pt x="1856" y="389"/>
                </a:cubicBezTo>
                <a:cubicBezTo>
                  <a:pt x="1831" y="377"/>
                  <a:pt x="1825" y="378"/>
                  <a:pt x="1822" y="375"/>
                </a:cubicBezTo>
                <a:cubicBezTo>
                  <a:pt x="1787" y="357"/>
                  <a:pt x="1782" y="358"/>
                  <a:pt x="1779" y="357"/>
                </a:cubicBezTo>
                <a:cubicBezTo>
                  <a:pt x="1762" y="352"/>
                  <a:pt x="1764" y="344"/>
                  <a:pt x="1757" y="347"/>
                </a:cubicBezTo>
                <a:cubicBezTo>
                  <a:pt x="1743" y="338"/>
                  <a:pt x="1738" y="339"/>
                  <a:pt x="1735" y="336"/>
                </a:cubicBezTo>
                <a:cubicBezTo>
                  <a:pt x="1708" y="326"/>
                  <a:pt x="1693" y="321"/>
                  <a:pt x="1678" y="315"/>
                </a:cubicBezTo>
                <a:cubicBezTo>
                  <a:pt x="1644" y="309"/>
                  <a:pt x="1637" y="305"/>
                  <a:pt x="1628" y="304"/>
                </a:cubicBezTo>
                <a:cubicBezTo>
                  <a:pt x="1587" y="293"/>
                  <a:pt x="1579" y="297"/>
                  <a:pt x="1577" y="293"/>
                </a:cubicBezTo>
                <a:cubicBezTo>
                  <a:pt x="1478" y="297"/>
                  <a:pt x="1469" y="299"/>
                  <a:pt x="1454" y="298"/>
                </a:cubicBezTo>
                <a:cubicBezTo>
                  <a:pt x="1420" y="304"/>
                  <a:pt x="1411" y="305"/>
                  <a:pt x="1400" y="307"/>
                </a:cubicBezTo>
                <a:cubicBezTo>
                  <a:pt x="1397" y="310"/>
                  <a:pt x="1420" y="310"/>
                  <a:pt x="1444" y="308"/>
                </a:cubicBezTo>
                <a:cubicBezTo>
                  <a:pt x="1478" y="310"/>
                  <a:pt x="1483" y="317"/>
                  <a:pt x="1494" y="313"/>
                </a:cubicBezTo>
                <a:cubicBezTo>
                  <a:pt x="1547" y="330"/>
                  <a:pt x="1550" y="333"/>
                  <a:pt x="1555" y="333"/>
                </a:cubicBezTo>
                <a:cubicBezTo>
                  <a:pt x="1582" y="345"/>
                  <a:pt x="1585" y="347"/>
                  <a:pt x="1589" y="349"/>
                </a:cubicBezTo>
                <a:cubicBezTo>
                  <a:pt x="1616" y="360"/>
                  <a:pt x="1616" y="367"/>
                  <a:pt x="1623" y="365"/>
                </a:cubicBezTo>
                <a:cubicBezTo>
                  <a:pt x="1648" y="381"/>
                  <a:pt x="1665" y="385"/>
                  <a:pt x="1678" y="397"/>
                </a:cubicBezTo>
                <a:cubicBezTo>
                  <a:pt x="1726" y="414"/>
                  <a:pt x="1728" y="418"/>
                  <a:pt x="1731" y="421"/>
                </a:cubicBezTo>
                <a:cubicBezTo>
                  <a:pt x="1755" y="430"/>
                  <a:pt x="1759" y="430"/>
                  <a:pt x="1762" y="433"/>
                </a:cubicBezTo>
                <a:cubicBezTo>
                  <a:pt x="1807" y="456"/>
                  <a:pt x="1816" y="455"/>
                  <a:pt x="1822" y="460"/>
                </a:cubicBezTo>
                <a:cubicBezTo>
                  <a:pt x="1852" y="468"/>
                  <a:pt x="1860" y="470"/>
                  <a:pt x="1866" y="474"/>
                </a:cubicBezTo>
                <a:cubicBezTo>
                  <a:pt x="1905" y="475"/>
                  <a:pt x="1910" y="476"/>
                  <a:pt x="1914" y="478"/>
                </a:cubicBezTo>
                <a:cubicBezTo>
                  <a:pt x="1913" y="492"/>
                  <a:pt x="1911" y="496"/>
                  <a:pt x="1904" y="498"/>
                </a:cubicBezTo>
                <a:cubicBezTo>
                  <a:pt x="1850" y="489"/>
                  <a:pt x="1841" y="492"/>
                  <a:pt x="1834" y="491"/>
                </a:cubicBezTo>
                <a:cubicBezTo>
                  <a:pt x="1794" y="478"/>
                  <a:pt x="1788" y="478"/>
                  <a:pt x="1784" y="473"/>
                </a:cubicBezTo>
                <a:cubicBezTo>
                  <a:pt x="1745" y="457"/>
                  <a:pt x="1727" y="442"/>
                  <a:pt x="1702" y="437"/>
                </a:cubicBezTo>
                <a:cubicBezTo>
                  <a:pt x="1656" y="409"/>
                  <a:pt x="1651" y="403"/>
                  <a:pt x="1643" y="401"/>
                </a:cubicBezTo>
                <a:cubicBezTo>
                  <a:pt x="1610" y="385"/>
                  <a:pt x="1611" y="381"/>
                  <a:pt x="1608" y="381"/>
                </a:cubicBezTo>
                <a:cubicBezTo>
                  <a:pt x="1598" y="373"/>
                  <a:pt x="1594" y="374"/>
                  <a:pt x="1593" y="372"/>
                </a:cubicBezTo>
                <a:cubicBezTo>
                  <a:pt x="1555" y="351"/>
                  <a:pt x="1543" y="353"/>
                  <a:pt x="1540" y="344"/>
                </a:cubicBezTo>
                <a:cubicBezTo>
                  <a:pt x="1506" y="339"/>
                  <a:pt x="1502" y="331"/>
                  <a:pt x="1493" y="331"/>
                </a:cubicBezTo>
                <a:cubicBezTo>
                  <a:pt x="1454" y="318"/>
                  <a:pt x="1445" y="322"/>
                  <a:pt x="1444" y="317"/>
                </a:cubicBezTo>
                <a:cubicBezTo>
                  <a:pt x="1411" y="318"/>
                  <a:pt x="1405" y="311"/>
                  <a:pt x="1404" y="318"/>
                </a:cubicBezTo>
                <a:cubicBezTo>
                  <a:pt x="1460" y="329"/>
                  <a:pt x="1466" y="329"/>
                  <a:pt x="1473" y="330"/>
                </a:cubicBezTo>
                <a:cubicBezTo>
                  <a:pt x="1513" y="345"/>
                  <a:pt x="1524" y="347"/>
                  <a:pt x="1533" y="354"/>
                </a:cubicBezTo>
                <a:cubicBezTo>
                  <a:pt x="1571" y="372"/>
                  <a:pt x="1574" y="372"/>
                  <a:pt x="1576" y="373"/>
                </a:cubicBezTo>
                <a:cubicBezTo>
                  <a:pt x="1626" y="404"/>
                  <a:pt x="1639" y="404"/>
                  <a:pt x="1645" y="414"/>
                </a:cubicBezTo>
                <a:cubicBezTo>
                  <a:pt x="1705" y="444"/>
                  <a:pt x="1706" y="446"/>
                  <a:pt x="1709" y="447"/>
                </a:cubicBezTo>
                <a:cubicBezTo>
                  <a:pt x="1733" y="461"/>
                  <a:pt x="1738" y="463"/>
                  <a:pt x="1745" y="462"/>
                </a:cubicBezTo>
                <a:cubicBezTo>
                  <a:pt x="1768" y="476"/>
                  <a:pt x="1770" y="478"/>
                  <a:pt x="1774" y="477"/>
                </a:cubicBezTo>
                <a:cubicBezTo>
                  <a:pt x="1806" y="494"/>
                  <a:pt x="1815" y="492"/>
                  <a:pt x="1819" y="495"/>
                </a:cubicBezTo>
                <a:cubicBezTo>
                  <a:pt x="1873" y="511"/>
                  <a:pt x="1884" y="506"/>
                  <a:pt x="1888" y="510"/>
                </a:cubicBezTo>
                <a:cubicBezTo>
                  <a:pt x="1869" y="516"/>
                  <a:pt x="1866" y="515"/>
                  <a:pt x="1863" y="514"/>
                </a:cubicBezTo>
                <a:cubicBezTo>
                  <a:pt x="1835" y="516"/>
                  <a:pt x="1831" y="512"/>
                  <a:pt x="1825" y="512"/>
                </a:cubicBezTo>
                <a:cubicBezTo>
                  <a:pt x="1781" y="495"/>
                  <a:pt x="1779" y="493"/>
                  <a:pt x="1775" y="495"/>
                </a:cubicBezTo>
                <a:cubicBezTo>
                  <a:pt x="1738" y="472"/>
                  <a:pt x="1730" y="475"/>
                  <a:pt x="1728" y="470"/>
                </a:cubicBezTo>
                <a:cubicBezTo>
                  <a:pt x="1705" y="458"/>
                  <a:pt x="1703" y="456"/>
                  <a:pt x="1700" y="457"/>
                </a:cubicBezTo>
                <a:cubicBezTo>
                  <a:pt x="1653" y="427"/>
                  <a:pt x="1642" y="426"/>
                  <a:pt x="1637" y="415"/>
                </a:cubicBezTo>
                <a:cubicBezTo>
                  <a:pt x="1618" y="408"/>
                  <a:pt x="1613" y="406"/>
                  <a:pt x="1608" y="405"/>
                </a:cubicBezTo>
                <a:cubicBezTo>
                  <a:pt x="1580" y="386"/>
                  <a:pt x="1573" y="389"/>
                  <a:pt x="1571" y="383"/>
                </a:cubicBezTo>
                <a:cubicBezTo>
                  <a:pt x="1546" y="373"/>
                  <a:pt x="1538" y="367"/>
                  <a:pt x="1528" y="364"/>
                </a:cubicBezTo>
                <a:cubicBezTo>
                  <a:pt x="1452" y="335"/>
                  <a:pt x="1444" y="337"/>
                  <a:pt x="1440" y="333"/>
                </a:cubicBezTo>
                <a:cubicBezTo>
                  <a:pt x="1412" y="329"/>
                  <a:pt x="1409" y="326"/>
                  <a:pt x="1409" y="330"/>
                </a:cubicBezTo>
                <a:cubicBezTo>
                  <a:pt x="1478" y="351"/>
                  <a:pt x="1489" y="352"/>
                  <a:pt x="1497" y="356"/>
                </a:cubicBezTo>
                <a:cubicBezTo>
                  <a:pt x="1540" y="378"/>
                  <a:pt x="1541" y="380"/>
                  <a:pt x="1546" y="379"/>
                </a:cubicBezTo>
                <a:cubicBezTo>
                  <a:pt x="1569" y="394"/>
                  <a:pt x="1574" y="397"/>
                  <a:pt x="1580" y="397"/>
                </a:cubicBezTo>
                <a:cubicBezTo>
                  <a:pt x="1624" y="422"/>
                  <a:pt x="1629" y="423"/>
                  <a:pt x="1634" y="425"/>
                </a:cubicBezTo>
                <a:cubicBezTo>
                  <a:pt x="1646" y="437"/>
                  <a:pt x="1652" y="436"/>
                  <a:pt x="1655" y="441"/>
                </a:cubicBezTo>
                <a:cubicBezTo>
                  <a:pt x="1683" y="456"/>
                  <a:pt x="1689" y="454"/>
                  <a:pt x="1689" y="461"/>
                </a:cubicBezTo>
                <a:cubicBezTo>
                  <a:pt x="1731" y="481"/>
                  <a:pt x="1736" y="482"/>
                  <a:pt x="1738" y="486"/>
                </a:cubicBezTo>
                <a:cubicBezTo>
                  <a:pt x="1766" y="502"/>
                  <a:pt x="1774" y="499"/>
                  <a:pt x="1776" y="503"/>
                </a:cubicBezTo>
                <a:cubicBezTo>
                  <a:pt x="1808" y="514"/>
                  <a:pt x="1813" y="515"/>
                  <a:pt x="1817" y="518"/>
                </a:cubicBezTo>
                <a:cubicBezTo>
                  <a:pt x="1835" y="524"/>
                  <a:pt x="1840" y="524"/>
                  <a:pt x="1843" y="527"/>
                </a:cubicBezTo>
                <a:cubicBezTo>
                  <a:pt x="1844" y="539"/>
                  <a:pt x="1833" y="532"/>
                  <a:pt x="1822" y="537"/>
                </a:cubicBezTo>
                <a:cubicBezTo>
                  <a:pt x="1763" y="519"/>
                  <a:pt x="1760" y="515"/>
                  <a:pt x="1756" y="513"/>
                </a:cubicBezTo>
                <a:cubicBezTo>
                  <a:pt x="1726" y="503"/>
                  <a:pt x="1719" y="500"/>
                  <a:pt x="1713" y="495"/>
                </a:cubicBezTo>
                <a:cubicBezTo>
                  <a:pt x="1680" y="476"/>
                  <a:pt x="1674" y="477"/>
                  <a:pt x="1671" y="473"/>
                </a:cubicBezTo>
                <a:cubicBezTo>
                  <a:pt x="1645" y="461"/>
                  <a:pt x="1644" y="455"/>
                  <a:pt x="1637" y="455"/>
                </a:cubicBezTo>
                <a:cubicBezTo>
                  <a:pt x="1601" y="434"/>
                  <a:pt x="1598" y="425"/>
                  <a:pt x="1590" y="426"/>
                </a:cubicBezTo>
                <a:cubicBezTo>
                  <a:pt x="1571" y="413"/>
                  <a:pt x="1568" y="411"/>
                  <a:pt x="1565" y="411"/>
                </a:cubicBezTo>
                <a:cubicBezTo>
                  <a:pt x="1547" y="395"/>
                  <a:pt x="1543" y="395"/>
                  <a:pt x="1540" y="393"/>
                </a:cubicBezTo>
                <a:cubicBezTo>
                  <a:pt x="1478" y="362"/>
                  <a:pt x="1474" y="356"/>
                  <a:pt x="1464" y="358"/>
                </a:cubicBezTo>
                <a:cubicBezTo>
                  <a:pt x="1433" y="346"/>
                  <a:pt x="1429" y="345"/>
                  <a:pt x="1426" y="343"/>
                </a:cubicBezTo>
                <a:cubicBezTo>
                  <a:pt x="1374" y="333"/>
                  <a:pt x="1366" y="332"/>
                  <a:pt x="1360" y="330"/>
                </a:cubicBezTo>
                <a:cubicBezTo>
                  <a:pt x="1329" y="331"/>
                  <a:pt x="1332" y="335"/>
                  <a:pt x="1340" y="331"/>
                </a:cubicBezTo>
                <a:cubicBezTo>
                  <a:pt x="1379" y="339"/>
                  <a:pt x="1390" y="339"/>
                  <a:pt x="1398" y="343"/>
                </a:cubicBezTo>
                <a:cubicBezTo>
                  <a:pt x="1435" y="353"/>
                  <a:pt x="1445" y="354"/>
                  <a:pt x="1452" y="360"/>
                </a:cubicBezTo>
                <a:cubicBezTo>
                  <a:pt x="1485" y="377"/>
                  <a:pt x="1496" y="378"/>
                  <a:pt x="1502" y="384"/>
                </a:cubicBezTo>
                <a:cubicBezTo>
                  <a:pt x="1541" y="399"/>
                  <a:pt x="1542" y="408"/>
                  <a:pt x="1549" y="409"/>
                </a:cubicBezTo>
                <a:cubicBezTo>
                  <a:pt x="1571" y="418"/>
                  <a:pt x="1568" y="428"/>
                  <a:pt x="1574" y="424"/>
                </a:cubicBezTo>
                <a:cubicBezTo>
                  <a:pt x="1592" y="440"/>
                  <a:pt x="1600" y="435"/>
                  <a:pt x="1599" y="442"/>
                </a:cubicBezTo>
                <a:cubicBezTo>
                  <a:pt x="1641" y="464"/>
                  <a:pt x="1644" y="471"/>
                  <a:pt x="1651" y="473"/>
                </a:cubicBezTo>
                <a:cubicBezTo>
                  <a:pt x="1673" y="488"/>
                  <a:pt x="1680" y="489"/>
                  <a:pt x="1686" y="493"/>
                </a:cubicBezTo>
                <a:cubicBezTo>
                  <a:pt x="1729" y="513"/>
                  <a:pt x="1736" y="515"/>
                  <a:pt x="1742" y="518"/>
                </a:cubicBezTo>
                <a:cubicBezTo>
                  <a:pt x="1788" y="534"/>
                  <a:pt x="1792" y="539"/>
                  <a:pt x="1801" y="539"/>
                </a:cubicBezTo>
                <a:cubicBezTo>
                  <a:pt x="1790" y="544"/>
                  <a:pt x="1783" y="547"/>
                  <a:pt x="1780" y="545"/>
                </a:cubicBezTo>
                <a:cubicBezTo>
                  <a:pt x="1738" y="528"/>
                  <a:pt x="1721" y="530"/>
                  <a:pt x="1713" y="519"/>
                </a:cubicBezTo>
                <a:cubicBezTo>
                  <a:pt x="1690" y="508"/>
                  <a:pt x="1683" y="507"/>
                  <a:pt x="1679" y="501"/>
                </a:cubicBezTo>
                <a:cubicBezTo>
                  <a:pt x="1636" y="472"/>
                  <a:pt x="1632" y="471"/>
                  <a:pt x="1629" y="470"/>
                </a:cubicBezTo>
                <a:cubicBezTo>
                  <a:pt x="1606" y="458"/>
                  <a:pt x="1604" y="451"/>
                  <a:pt x="1597" y="451"/>
                </a:cubicBezTo>
                <a:cubicBezTo>
                  <a:pt x="1563" y="430"/>
                  <a:pt x="1559" y="427"/>
                  <a:pt x="1554" y="424"/>
                </a:cubicBezTo>
                <a:cubicBezTo>
                  <a:pt x="1519" y="405"/>
                  <a:pt x="1516" y="400"/>
                  <a:pt x="1511" y="396"/>
                </a:cubicBezTo>
                <a:cubicBezTo>
                  <a:pt x="1476" y="378"/>
                  <a:pt x="1467" y="380"/>
                  <a:pt x="1465" y="373"/>
                </a:cubicBezTo>
                <a:cubicBezTo>
                  <a:pt x="1426" y="360"/>
                  <a:pt x="1420" y="358"/>
                  <a:pt x="1415" y="356"/>
                </a:cubicBezTo>
                <a:cubicBezTo>
                  <a:pt x="1375" y="348"/>
                  <a:pt x="1375" y="343"/>
                  <a:pt x="1369" y="346"/>
                </a:cubicBezTo>
                <a:cubicBezTo>
                  <a:pt x="1382" y="355"/>
                  <a:pt x="1389" y="351"/>
                  <a:pt x="1391" y="353"/>
                </a:cubicBezTo>
                <a:cubicBezTo>
                  <a:pt x="1446" y="377"/>
                  <a:pt x="1459" y="379"/>
                  <a:pt x="1470" y="386"/>
                </a:cubicBezTo>
                <a:cubicBezTo>
                  <a:pt x="1508" y="408"/>
                  <a:pt x="1515" y="409"/>
                  <a:pt x="1521" y="412"/>
                </a:cubicBezTo>
                <a:cubicBezTo>
                  <a:pt x="1575" y="451"/>
                  <a:pt x="1583" y="451"/>
                  <a:pt x="1588" y="455"/>
                </a:cubicBezTo>
                <a:cubicBezTo>
                  <a:pt x="1615" y="475"/>
                  <a:pt x="1622" y="471"/>
                  <a:pt x="1621" y="478"/>
                </a:cubicBezTo>
                <a:cubicBezTo>
                  <a:pt x="1649" y="495"/>
                  <a:pt x="1651" y="497"/>
                  <a:pt x="1654" y="499"/>
                </a:cubicBezTo>
                <a:cubicBezTo>
                  <a:pt x="1711" y="527"/>
                  <a:pt x="1711" y="533"/>
                  <a:pt x="1715" y="532"/>
                </a:cubicBezTo>
                <a:cubicBezTo>
                  <a:pt x="1752" y="544"/>
                  <a:pt x="1758" y="548"/>
                  <a:pt x="1765" y="550"/>
                </a:cubicBezTo>
                <a:cubicBezTo>
                  <a:pt x="1779" y="556"/>
                  <a:pt x="1783" y="556"/>
                  <a:pt x="1780" y="558"/>
                </a:cubicBezTo>
                <a:cubicBezTo>
                  <a:pt x="1702" y="547"/>
                  <a:pt x="1695" y="539"/>
                  <a:pt x="1685" y="535"/>
                </a:cubicBezTo>
                <a:cubicBezTo>
                  <a:pt x="1649" y="518"/>
                  <a:pt x="1646" y="517"/>
                  <a:pt x="1644" y="516"/>
                </a:cubicBezTo>
                <a:cubicBezTo>
                  <a:pt x="1614" y="502"/>
                  <a:pt x="1615" y="498"/>
                  <a:pt x="1614" y="497"/>
                </a:cubicBezTo>
                <a:cubicBezTo>
                  <a:pt x="1595" y="486"/>
                  <a:pt x="1585" y="484"/>
                  <a:pt x="1579" y="475"/>
                </a:cubicBezTo>
                <a:cubicBezTo>
                  <a:pt x="1537" y="447"/>
                  <a:pt x="1533" y="443"/>
                  <a:pt x="1528" y="442"/>
                </a:cubicBezTo>
                <a:cubicBezTo>
                  <a:pt x="1493" y="420"/>
                  <a:pt x="1484" y="415"/>
                  <a:pt x="1476" y="409"/>
                </a:cubicBezTo>
                <a:cubicBezTo>
                  <a:pt x="1431" y="388"/>
                  <a:pt x="1429" y="386"/>
                  <a:pt x="1425" y="387"/>
                </a:cubicBezTo>
                <a:cubicBezTo>
                  <a:pt x="1403" y="379"/>
                  <a:pt x="1396" y="375"/>
                  <a:pt x="1388" y="374"/>
                </a:cubicBezTo>
                <a:cubicBezTo>
                  <a:pt x="1367" y="367"/>
                  <a:pt x="1362" y="365"/>
                  <a:pt x="1355" y="366"/>
                </a:cubicBezTo>
                <a:cubicBezTo>
                  <a:pt x="1318" y="360"/>
                  <a:pt x="1310" y="352"/>
                  <a:pt x="1307" y="360"/>
                </a:cubicBezTo>
                <a:cubicBezTo>
                  <a:pt x="1345" y="366"/>
                  <a:pt x="1349" y="367"/>
                  <a:pt x="1351" y="369"/>
                </a:cubicBezTo>
                <a:cubicBezTo>
                  <a:pt x="1386" y="379"/>
                  <a:pt x="1390" y="380"/>
                  <a:pt x="1393" y="382"/>
                </a:cubicBezTo>
                <a:cubicBezTo>
                  <a:pt x="1423" y="399"/>
                  <a:pt x="1432" y="393"/>
                  <a:pt x="1434" y="397"/>
                </a:cubicBezTo>
                <a:cubicBezTo>
                  <a:pt x="1454" y="412"/>
                  <a:pt x="1462" y="407"/>
                  <a:pt x="1461" y="414"/>
                </a:cubicBezTo>
                <a:cubicBezTo>
                  <a:pt x="1510" y="441"/>
                  <a:pt x="1512" y="443"/>
                  <a:pt x="1515" y="444"/>
                </a:cubicBezTo>
                <a:cubicBezTo>
                  <a:pt x="1543" y="466"/>
                  <a:pt x="1550" y="462"/>
                  <a:pt x="1551" y="466"/>
                </a:cubicBezTo>
                <a:cubicBezTo>
                  <a:pt x="1571" y="481"/>
                  <a:pt x="1572" y="486"/>
                  <a:pt x="1576" y="486"/>
                </a:cubicBezTo>
                <a:cubicBezTo>
                  <a:pt x="1608" y="503"/>
                  <a:pt x="1609" y="508"/>
                  <a:pt x="1612" y="511"/>
                </a:cubicBezTo>
                <a:cubicBezTo>
                  <a:pt x="1647" y="524"/>
                  <a:pt x="1647" y="530"/>
                  <a:pt x="1651" y="532"/>
                </a:cubicBezTo>
                <a:cubicBezTo>
                  <a:pt x="1681" y="539"/>
                  <a:pt x="1682" y="546"/>
                  <a:pt x="1687" y="546"/>
                </a:cubicBezTo>
                <a:cubicBezTo>
                  <a:pt x="1722" y="557"/>
                  <a:pt x="1728" y="560"/>
                  <a:pt x="1734" y="562"/>
                </a:cubicBezTo>
                <a:cubicBezTo>
                  <a:pt x="1758" y="569"/>
                  <a:pt x="1752" y="572"/>
                  <a:pt x="1738" y="570"/>
                </a:cubicBezTo>
                <a:cubicBezTo>
                  <a:pt x="1665" y="552"/>
                  <a:pt x="1658" y="553"/>
                  <a:pt x="1652" y="552"/>
                </a:cubicBezTo>
                <a:cubicBezTo>
                  <a:pt x="1612" y="537"/>
                  <a:pt x="1614" y="527"/>
                  <a:pt x="1607" y="532"/>
                </a:cubicBezTo>
                <a:cubicBezTo>
                  <a:pt x="1584" y="521"/>
                  <a:pt x="1582" y="517"/>
                  <a:pt x="1579" y="514"/>
                </a:cubicBezTo>
                <a:cubicBezTo>
                  <a:pt x="1550" y="497"/>
                  <a:pt x="1547" y="498"/>
                  <a:pt x="1547" y="496"/>
                </a:cubicBezTo>
                <a:cubicBezTo>
                  <a:pt x="1532" y="482"/>
                  <a:pt x="1524" y="487"/>
                  <a:pt x="1524" y="480"/>
                </a:cubicBezTo>
                <a:cubicBezTo>
                  <a:pt x="1499" y="464"/>
                  <a:pt x="1491" y="463"/>
                  <a:pt x="1485" y="458"/>
                </a:cubicBezTo>
                <a:cubicBezTo>
                  <a:pt x="1459" y="445"/>
                  <a:pt x="1453" y="441"/>
                  <a:pt x="1446" y="439"/>
                </a:cubicBezTo>
                <a:cubicBezTo>
                  <a:pt x="1415" y="420"/>
                  <a:pt x="1408" y="423"/>
                  <a:pt x="1407" y="419"/>
                </a:cubicBezTo>
                <a:cubicBezTo>
                  <a:pt x="1383" y="409"/>
                  <a:pt x="1378" y="410"/>
                  <a:pt x="1374" y="410"/>
                </a:cubicBezTo>
                <a:cubicBezTo>
                  <a:pt x="1351" y="399"/>
                  <a:pt x="1343" y="404"/>
                  <a:pt x="1341" y="400"/>
                </a:cubicBezTo>
                <a:cubicBezTo>
                  <a:pt x="1337" y="401"/>
                  <a:pt x="1353" y="409"/>
                  <a:pt x="1372" y="412"/>
                </a:cubicBezTo>
                <a:cubicBezTo>
                  <a:pt x="1399" y="423"/>
                  <a:pt x="1401" y="424"/>
                  <a:pt x="1403" y="424"/>
                </a:cubicBezTo>
                <a:cubicBezTo>
                  <a:pt x="1429" y="440"/>
                  <a:pt x="1438" y="443"/>
                  <a:pt x="1447" y="445"/>
                </a:cubicBezTo>
                <a:cubicBezTo>
                  <a:pt x="1518" y="491"/>
                  <a:pt x="1524" y="489"/>
                  <a:pt x="1526" y="493"/>
                </a:cubicBezTo>
                <a:cubicBezTo>
                  <a:pt x="1550" y="509"/>
                  <a:pt x="1552" y="509"/>
                  <a:pt x="1554" y="510"/>
                </a:cubicBezTo>
                <a:cubicBezTo>
                  <a:pt x="1616" y="544"/>
                  <a:pt x="1623" y="549"/>
                  <a:pt x="1632" y="551"/>
                </a:cubicBezTo>
                <a:cubicBezTo>
                  <a:pt x="1674" y="567"/>
                  <a:pt x="1679" y="568"/>
                  <a:pt x="1682" y="571"/>
                </a:cubicBezTo>
                <a:cubicBezTo>
                  <a:pt x="1723" y="576"/>
                  <a:pt x="1729" y="583"/>
                  <a:pt x="1742" y="580"/>
                </a:cubicBezTo>
                <a:cubicBezTo>
                  <a:pt x="1759" y="590"/>
                  <a:pt x="1755" y="592"/>
                  <a:pt x="1754" y="589"/>
                </a:cubicBezTo>
                <a:cubicBezTo>
                  <a:pt x="1713" y="591"/>
                  <a:pt x="1708" y="586"/>
                  <a:pt x="1698" y="586"/>
                </a:cubicBezTo>
                <a:cubicBezTo>
                  <a:pt x="1654" y="574"/>
                  <a:pt x="1647" y="578"/>
                  <a:pt x="1646" y="576"/>
                </a:cubicBezTo>
                <a:cubicBezTo>
                  <a:pt x="1591" y="557"/>
                  <a:pt x="1586" y="553"/>
                  <a:pt x="1577" y="555"/>
                </a:cubicBezTo>
                <a:cubicBezTo>
                  <a:pt x="1551" y="536"/>
                  <a:pt x="1541" y="545"/>
                  <a:pt x="1543" y="536"/>
                </a:cubicBezTo>
                <a:cubicBezTo>
                  <a:pt x="1513" y="523"/>
                  <a:pt x="1510" y="521"/>
                  <a:pt x="1507" y="521"/>
                </a:cubicBezTo>
                <a:cubicBezTo>
                  <a:pt x="1477" y="507"/>
                  <a:pt x="1473" y="506"/>
                  <a:pt x="1472" y="500"/>
                </a:cubicBezTo>
                <a:cubicBezTo>
                  <a:pt x="1408" y="467"/>
                  <a:pt x="1397" y="459"/>
                  <a:pt x="1384" y="454"/>
                </a:cubicBezTo>
                <a:cubicBezTo>
                  <a:pt x="1343" y="434"/>
                  <a:pt x="1341" y="426"/>
                  <a:pt x="1333" y="426"/>
                </a:cubicBezTo>
                <a:cubicBezTo>
                  <a:pt x="1289" y="410"/>
                  <a:pt x="1284" y="405"/>
                  <a:pt x="1276" y="405"/>
                </a:cubicBezTo>
                <a:cubicBezTo>
                  <a:pt x="1253" y="397"/>
                  <a:pt x="1247" y="401"/>
                  <a:pt x="1246" y="397"/>
                </a:cubicBezTo>
                <a:cubicBezTo>
                  <a:pt x="1257" y="404"/>
                  <a:pt x="1261" y="408"/>
                  <a:pt x="1269" y="406"/>
                </a:cubicBezTo>
                <a:cubicBezTo>
                  <a:pt x="1312" y="423"/>
                  <a:pt x="1323" y="427"/>
                  <a:pt x="1332" y="433"/>
                </a:cubicBezTo>
                <a:cubicBezTo>
                  <a:pt x="1373" y="452"/>
                  <a:pt x="1380" y="461"/>
                  <a:pt x="1391" y="464"/>
                </a:cubicBezTo>
                <a:cubicBezTo>
                  <a:pt x="1429" y="487"/>
                  <a:pt x="1438" y="493"/>
                  <a:pt x="1448" y="498"/>
                </a:cubicBezTo>
                <a:cubicBezTo>
                  <a:pt x="1495" y="522"/>
                  <a:pt x="1497" y="523"/>
                  <a:pt x="1497" y="527"/>
                </a:cubicBezTo>
                <a:cubicBezTo>
                  <a:pt x="1546" y="551"/>
                  <a:pt x="1559" y="551"/>
                  <a:pt x="1567" y="559"/>
                </a:cubicBezTo>
                <a:cubicBezTo>
                  <a:pt x="1622" y="576"/>
                  <a:pt x="1626" y="580"/>
                  <a:pt x="1631" y="583"/>
                </a:cubicBezTo>
                <a:cubicBezTo>
                  <a:pt x="1662" y="587"/>
                  <a:pt x="1662" y="592"/>
                  <a:pt x="1668" y="589"/>
                </a:cubicBezTo>
                <a:cubicBezTo>
                  <a:pt x="1709" y="600"/>
                  <a:pt x="1718" y="597"/>
                  <a:pt x="1723" y="599"/>
                </a:cubicBezTo>
                <a:cubicBezTo>
                  <a:pt x="1724" y="608"/>
                  <a:pt x="1723" y="608"/>
                  <a:pt x="1722" y="606"/>
                </a:cubicBezTo>
                <a:cubicBezTo>
                  <a:pt x="1682" y="603"/>
                  <a:pt x="1670" y="604"/>
                  <a:pt x="1660" y="604"/>
                </a:cubicBezTo>
                <a:cubicBezTo>
                  <a:pt x="1606" y="587"/>
                  <a:pt x="1598" y="585"/>
                  <a:pt x="1591" y="581"/>
                </a:cubicBezTo>
                <a:cubicBezTo>
                  <a:pt x="1518" y="552"/>
                  <a:pt x="1512" y="547"/>
                  <a:pt x="1505" y="543"/>
                </a:cubicBezTo>
                <a:cubicBezTo>
                  <a:pt x="1461" y="517"/>
                  <a:pt x="1453" y="512"/>
                  <a:pt x="1445" y="508"/>
                </a:cubicBezTo>
                <a:cubicBezTo>
                  <a:pt x="1416" y="493"/>
                  <a:pt x="1413" y="488"/>
                  <a:pt x="1410" y="485"/>
                </a:cubicBezTo>
                <a:cubicBezTo>
                  <a:pt x="1380" y="471"/>
                  <a:pt x="1374" y="471"/>
                  <a:pt x="1371" y="466"/>
                </a:cubicBezTo>
                <a:cubicBezTo>
                  <a:pt x="1302" y="432"/>
                  <a:pt x="1301" y="425"/>
                  <a:pt x="1293" y="429"/>
                </a:cubicBezTo>
                <a:cubicBezTo>
                  <a:pt x="1283" y="430"/>
                  <a:pt x="1290" y="428"/>
                  <a:pt x="1294" y="433"/>
                </a:cubicBezTo>
                <a:cubicBezTo>
                  <a:pt x="1362" y="468"/>
                  <a:pt x="1370" y="477"/>
                  <a:pt x="1382" y="479"/>
                </a:cubicBezTo>
                <a:cubicBezTo>
                  <a:pt x="1400" y="491"/>
                  <a:pt x="1406" y="491"/>
                  <a:pt x="1410" y="496"/>
                </a:cubicBezTo>
                <a:cubicBezTo>
                  <a:pt x="1443" y="513"/>
                  <a:pt x="1445" y="520"/>
                  <a:pt x="1452" y="520"/>
                </a:cubicBezTo>
                <a:cubicBezTo>
                  <a:pt x="1488" y="537"/>
                  <a:pt x="1488" y="547"/>
                  <a:pt x="1496" y="545"/>
                </a:cubicBezTo>
                <a:cubicBezTo>
                  <a:pt x="1533" y="569"/>
                  <a:pt x="1543" y="571"/>
                  <a:pt x="1548" y="578"/>
                </a:cubicBezTo>
                <a:cubicBezTo>
                  <a:pt x="1580" y="584"/>
                  <a:pt x="1582" y="594"/>
                  <a:pt x="1593" y="592"/>
                </a:cubicBezTo>
                <a:cubicBezTo>
                  <a:pt x="1620" y="603"/>
                  <a:pt x="1621" y="605"/>
                  <a:pt x="1624" y="604"/>
                </a:cubicBezTo>
                <a:cubicBezTo>
                  <a:pt x="1657" y="614"/>
                  <a:pt x="1662" y="613"/>
                  <a:pt x="1667" y="611"/>
                </a:cubicBezTo>
                <a:cubicBezTo>
                  <a:pt x="1692" y="626"/>
                  <a:pt x="1685" y="617"/>
                  <a:pt x="1681" y="622"/>
                </a:cubicBezTo>
                <a:cubicBezTo>
                  <a:pt x="1593" y="615"/>
                  <a:pt x="1584" y="614"/>
                  <a:pt x="1575" y="613"/>
                </a:cubicBezTo>
                <a:cubicBezTo>
                  <a:pt x="1546" y="601"/>
                  <a:pt x="1538" y="605"/>
                  <a:pt x="1535" y="602"/>
                </a:cubicBezTo>
                <a:cubicBezTo>
                  <a:pt x="1505" y="591"/>
                  <a:pt x="1501" y="590"/>
                  <a:pt x="1497" y="587"/>
                </a:cubicBezTo>
                <a:cubicBezTo>
                  <a:pt x="1464" y="574"/>
                  <a:pt x="1462" y="573"/>
                  <a:pt x="1461" y="571"/>
                </a:cubicBezTo>
                <a:cubicBezTo>
                  <a:pt x="1444" y="564"/>
                  <a:pt x="1441" y="561"/>
                  <a:pt x="1437" y="560"/>
                </a:cubicBezTo>
                <a:cubicBezTo>
                  <a:pt x="1396" y="533"/>
                  <a:pt x="1390" y="529"/>
                  <a:pt x="1384" y="523"/>
                </a:cubicBezTo>
                <a:cubicBezTo>
                  <a:pt x="1348" y="497"/>
                  <a:pt x="1334" y="487"/>
                  <a:pt x="1322" y="474"/>
                </a:cubicBezTo>
                <a:cubicBezTo>
                  <a:pt x="1288" y="447"/>
                  <a:pt x="1282" y="448"/>
                  <a:pt x="1280" y="442"/>
                </a:cubicBezTo>
                <a:cubicBezTo>
                  <a:pt x="1254" y="427"/>
                  <a:pt x="1251" y="424"/>
                  <a:pt x="1246" y="424"/>
                </a:cubicBezTo>
                <a:cubicBezTo>
                  <a:pt x="1239" y="423"/>
                  <a:pt x="1244" y="426"/>
                  <a:pt x="1247" y="430"/>
                </a:cubicBezTo>
                <a:cubicBezTo>
                  <a:pt x="1267" y="440"/>
                  <a:pt x="1271" y="443"/>
                  <a:pt x="1275" y="447"/>
                </a:cubicBezTo>
                <a:cubicBezTo>
                  <a:pt x="1323" y="484"/>
                  <a:pt x="1331" y="493"/>
                  <a:pt x="1339" y="500"/>
                </a:cubicBezTo>
                <a:cubicBezTo>
                  <a:pt x="1401" y="544"/>
                  <a:pt x="1408" y="552"/>
                  <a:pt x="1418" y="557"/>
                </a:cubicBezTo>
                <a:cubicBezTo>
                  <a:pt x="1436" y="571"/>
                  <a:pt x="1444" y="569"/>
                  <a:pt x="1446" y="576"/>
                </a:cubicBezTo>
                <a:cubicBezTo>
                  <a:pt x="1503" y="601"/>
                  <a:pt x="1515" y="599"/>
                  <a:pt x="1520" y="607"/>
                </a:cubicBezTo>
                <a:cubicBezTo>
                  <a:pt x="1568" y="619"/>
                  <a:pt x="1585" y="625"/>
                  <a:pt x="1606" y="627"/>
                </a:cubicBezTo>
                <a:cubicBezTo>
                  <a:pt x="1641" y="631"/>
                  <a:pt x="1645" y="634"/>
                  <a:pt x="1651" y="632"/>
                </a:cubicBezTo>
                <a:cubicBezTo>
                  <a:pt x="1618" y="637"/>
                  <a:pt x="1616" y="637"/>
                  <a:pt x="1608" y="636"/>
                </a:cubicBezTo>
                <a:cubicBezTo>
                  <a:pt x="1567" y="628"/>
                  <a:pt x="1562" y="625"/>
                  <a:pt x="1555" y="625"/>
                </a:cubicBezTo>
                <a:cubicBezTo>
                  <a:pt x="1534" y="620"/>
                  <a:pt x="1531" y="619"/>
                  <a:pt x="1529" y="616"/>
                </a:cubicBezTo>
                <a:cubicBezTo>
                  <a:pt x="1499" y="609"/>
                  <a:pt x="1498" y="606"/>
                  <a:pt x="1496" y="605"/>
                </a:cubicBezTo>
                <a:cubicBezTo>
                  <a:pt x="1453" y="583"/>
                  <a:pt x="1451" y="582"/>
                  <a:pt x="1447" y="582"/>
                </a:cubicBezTo>
                <a:cubicBezTo>
                  <a:pt x="1415" y="563"/>
                  <a:pt x="1404" y="558"/>
                  <a:pt x="1393" y="552"/>
                </a:cubicBezTo>
                <a:cubicBezTo>
                  <a:pt x="1381" y="541"/>
                  <a:pt x="1375" y="541"/>
                  <a:pt x="1373" y="536"/>
                </a:cubicBezTo>
                <a:cubicBezTo>
                  <a:pt x="1299" y="486"/>
                  <a:pt x="1294" y="478"/>
                  <a:pt x="1286" y="474"/>
                </a:cubicBezTo>
                <a:cubicBezTo>
                  <a:pt x="1274" y="462"/>
                  <a:pt x="1268" y="463"/>
                  <a:pt x="1265" y="458"/>
                </a:cubicBezTo>
                <a:cubicBezTo>
                  <a:pt x="1227" y="434"/>
                  <a:pt x="1225" y="430"/>
                  <a:pt x="1218" y="431"/>
                </a:cubicBezTo>
                <a:cubicBezTo>
                  <a:pt x="1245" y="452"/>
                  <a:pt x="1249" y="454"/>
                  <a:pt x="1254" y="456"/>
                </a:cubicBezTo>
                <a:cubicBezTo>
                  <a:pt x="1273" y="470"/>
                  <a:pt x="1275" y="472"/>
                  <a:pt x="1277" y="474"/>
                </a:cubicBezTo>
                <a:cubicBezTo>
                  <a:pt x="1295" y="490"/>
                  <a:pt x="1297" y="491"/>
                  <a:pt x="1300" y="492"/>
                </a:cubicBezTo>
                <a:cubicBezTo>
                  <a:pt x="1374" y="550"/>
                  <a:pt x="1391" y="560"/>
                  <a:pt x="1408" y="572"/>
                </a:cubicBezTo>
                <a:cubicBezTo>
                  <a:pt x="1492" y="612"/>
                  <a:pt x="1496" y="615"/>
                  <a:pt x="1500" y="617"/>
                </a:cubicBezTo>
                <a:cubicBezTo>
                  <a:pt x="1529" y="631"/>
                  <a:pt x="1535" y="628"/>
                  <a:pt x="1536" y="631"/>
                </a:cubicBezTo>
                <a:cubicBezTo>
                  <a:pt x="1564" y="637"/>
                  <a:pt x="1570" y="637"/>
                  <a:pt x="1575" y="639"/>
                </a:cubicBezTo>
                <a:cubicBezTo>
                  <a:pt x="1630" y="648"/>
                  <a:pt x="1639" y="643"/>
                  <a:pt x="1641" y="649"/>
                </a:cubicBezTo>
                <a:cubicBezTo>
                  <a:pt x="1616" y="651"/>
                  <a:pt x="1609" y="655"/>
                  <a:pt x="1608" y="651"/>
                </a:cubicBezTo>
                <a:cubicBezTo>
                  <a:pt x="1511" y="636"/>
                  <a:pt x="1504" y="634"/>
                  <a:pt x="1496" y="633"/>
                </a:cubicBezTo>
                <a:cubicBezTo>
                  <a:pt x="1421" y="596"/>
                  <a:pt x="1414" y="600"/>
                  <a:pt x="1412" y="598"/>
                </a:cubicBezTo>
                <a:cubicBezTo>
                  <a:pt x="1378" y="578"/>
                  <a:pt x="1373" y="574"/>
                  <a:pt x="1368" y="570"/>
                </a:cubicBezTo>
                <a:cubicBezTo>
                  <a:pt x="1339" y="548"/>
                  <a:pt x="1329" y="538"/>
                  <a:pt x="1316" y="531"/>
                </a:cubicBezTo>
                <a:cubicBezTo>
                  <a:pt x="1280" y="494"/>
                  <a:pt x="1271" y="495"/>
                  <a:pt x="1268" y="486"/>
                </a:cubicBezTo>
                <a:cubicBezTo>
                  <a:pt x="1258" y="473"/>
                  <a:pt x="1254" y="485"/>
                  <a:pt x="1259" y="483"/>
                </a:cubicBezTo>
                <a:cubicBezTo>
                  <a:pt x="1281" y="508"/>
                  <a:pt x="1287" y="506"/>
                  <a:pt x="1286" y="512"/>
                </a:cubicBezTo>
                <a:cubicBezTo>
                  <a:pt x="1320" y="539"/>
                  <a:pt x="1329" y="550"/>
                  <a:pt x="1341" y="555"/>
                </a:cubicBezTo>
                <a:cubicBezTo>
                  <a:pt x="1379" y="584"/>
                  <a:pt x="1383" y="593"/>
                  <a:pt x="1394" y="592"/>
                </a:cubicBezTo>
                <a:cubicBezTo>
                  <a:pt x="1424" y="609"/>
                  <a:pt x="1430" y="615"/>
                  <a:pt x="1438" y="617"/>
                </a:cubicBezTo>
                <a:cubicBezTo>
                  <a:pt x="1466" y="632"/>
                  <a:pt x="1473" y="632"/>
                  <a:pt x="1478" y="632"/>
                </a:cubicBezTo>
                <a:cubicBezTo>
                  <a:pt x="1542" y="650"/>
                  <a:pt x="1551" y="659"/>
                  <a:pt x="1567" y="656"/>
                </a:cubicBezTo>
                <a:cubicBezTo>
                  <a:pt x="1589" y="662"/>
                  <a:pt x="1592" y="664"/>
                  <a:pt x="1595" y="664"/>
                </a:cubicBezTo>
                <a:cubicBezTo>
                  <a:pt x="1555" y="665"/>
                  <a:pt x="1549" y="669"/>
                  <a:pt x="1547" y="666"/>
                </a:cubicBezTo>
                <a:cubicBezTo>
                  <a:pt x="1487" y="658"/>
                  <a:pt x="1484" y="657"/>
                  <a:pt x="1481" y="656"/>
                </a:cubicBezTo>
                <a:cubicBezTo>
                  <a:pt x="1433" y="643"/>
                  <a:pt x="1421" y="636"/>
                  <a:pt x="1408" y="632"/>
                </a:cubicBezTo>
                <a:cubicBezTo>
                  <a:pt x="1354" y="601"/>
                  <a:pt x="1350" y="598"/>
                  <a:pt x="1346" y="596"/>
                </a:cubicBezTo>
                <a:cubicBezTo>
                  <a:pt x="1333" y="588"/>
                  <a:pt x="1334" y="584"/>
                  <a:pt x="1332" y="583"/>
                </a:cubicBezTo>
                <a:cubicBezTo>
                  <a:pt x="1306" y="568"/>
                  <a:pt x="1292" y="554"/>
                  <a:pt x="1274" y="545"/>
                </a:cubicBezTo>
                <a:cubicBezTo>
                  <a:pt x="1221" y="514"/>
                  <a:pt x="1213" y="518"/>
                  <a:pt x="1211" y="512"/>
                </a:cubicBezTo>
                <a:cubicBezTo>
                  <a:pt x="1178" y="504"/>
                  <a:pt x="1176" y="502"/>
                  <a:pt x="1172" y="504"/>
                </a:cubicBezTo>
                <a:cubicBezTo>
                  <a:pt x="1192" y="514"/>
                  <a:pt x="1200" y="513"/>
                  <a:pt x="1205" y="518"/>
                </a:cubicBezTo>
                <a:cubicBezTo>
                  <a:pt x="1278" y="558"/>
                  <a:pt x="1289" y="560"/>
                  <a:pt x="1294" y="570"/>
                </a:cubicBezTo>
                <a:cubicBezTo>
                  <a:pt x="1336" y="596"/>
                  <a:pt x="1337" y="599"/>
                  <a:pt x="1340" y="600"/>
                </a:cubicBezTo>
                <a:cubicBezTo>
                  <a:pt x="1380" y="627"/>
                  <a:pt x="1387" y="635"/>
                  <a:pt x="1399" y="635"/>
                </a:cubicBezTo>
                <a:cubicBezTo>
                  <a:pt x="1436" y="655"/>
                  <a:pt x="1447" y="659"/>
                  <a:pt x="1461" y="658"/>
                </a:cubicBezTo>
                <a:cubicBezTo>
                  <a:pt x="1487" y="664"/>
                  <a:pt x="1488" y="669"/>
                  <a:pt x="1492" y="670"/>
                </a:cubicBezTo>
                <a:cubicBezTo>
                  <a:pt x="1538" y="679"/>
                  <a:pt x="1550" y="675"/>
                  <a:pt x="1556" y="680"/>
                </a:cubicBezTo>
                <a:cubicBezTo>
                  <a:pt x="1519" y="683"/>
                  <a:pt x="1520" y="675"/>
                  <a:pt x="1513" y="677"/>
                </a:cubicBezTo>
                <a:cubicBezTo>
                  <a:pt x="1499" y="674"/>
                  <a:pt x="1492" y="677"/>
                  <a:pt x="1488" y="675"/>
                </a:cubicBezTo>
                <a:cubicBezTo>
                  <a:pt x="1432" y="662"/>
                  <a:pt x="1430" y="659"/>
                  <a:pt x="1428" y="659"/>
                </a:cubicBezTo>
                <a:cubicBezTo>
                  <a:pt x="1407" y="653"/>
                  <a:pt x="1398" y="651"/>
                  <a:pt x="1391" y="648"/>
                </a:cubicBezTo>
                <a:cubicBezTo>
                  <a:pt x="1354" y="632"/>
                  <a:pt x="1348" y="632"/>
                  <a:pt x="1345" y="630"/>
                </a:cubicBezTo>
                <a:cubicBezTo>
                  <a:pt x="1322" y="615"/>
                  <a:pt x="1316" y="617"/>
                  <a:pt x="1313" y="613"/>
                </a:cubicBezTo>
                <a:cubicBezTo>
                  <a:pt x="1279" y="594"/>
                  <a:pt x="1276" y="591"/>
                  <a:pt x="1271" y="590"/>
                </a:cubicBezTo>
                <a:cubicBezTo>
                  <a:pt x="1238" y="568"/>
                  <a:pt x="1232" y="570"/>
                  <a:pt x="1230" y="566"/>
                </a:cubicBezTo>
                <a:cubicBezTo>
                  <a:pt x="1190" y="554"/>
                  <a:pt x="1189" y="549"/>
                  <a:pt x="1182" y="550"/>
                </a:cubicBezTo>
                <a:cubicBezTo>
                  <a:pt x="1139" y="548"/>
                  <a:pt x="1134" y="547"/>
                  <a:pt x="1126" y="547"/>
                </a:cubicBezTo>
                <a:cubicBezTo>
                  <a:pt x="1156" y="555"/>
                  <a:pt x="1170" y="550"/>
                  <a:pt x="1177" y="556"/>
                </a:cubicBezTo>
                <a:cubicBezTo>
                  <a:pt x="1230" y="573"/>
                  <a:pt x="1232" y="576"/>
                  <a:pt x="1234" y="579"/>
                </a:cubicBezTo>
                <a:cubicBezTo>
                  <a:pt x="1286" y="604"/>
                  <a:pt x="1288" y="608"/>
                  <a:pt x="1291" y="611"/>
                </a:cubicBezTo>
                <a:cubicBezTo>
                  <a:pt x="1326" y="629"/>
                  <a:pt x="1333" y="632"/>
                  <a:pt x="1339" y="635"/>
                </a:cubicBezTo>
                <a:cubicBezTo>
                  <a:pt x="1354" y="643"/>
                  <a:pt x="1358" y="644"/>
                  <a:pt x="1355" y="646"/>
                </a:cubicBezTo>
                <a:cubicBezTo>
                  <a:pt x="1332" y="636"/>
                  <a:pt x="1330" y="635"/>
                  <a:pt x="1326" y="635"/>
                </a:cubicBezTo>
                <a:cubicBezTo>
                  <a:pt x="1294" y="620"/>
                  <a:pt x="1289" y="619"/>
                  <a:pt x="1283" y="619"/>
                </a:cubicBezTo>
                <a:cubicBezTo>
                  <a:pt x="1231" y="596"/>
                  <a:pt x="1222" y="592"/>
                  <a:pt x="1212" y="589"/>
                </a:cubicBezTo>
                <a:cubicBezTo>
                  <a:pt x="1134" y="577"/>
                  <a:pt x="1120" y="579"/>
                  <a:pt x="1108" y="579"/>
                </a:cubicBezTo>
                <a:cubicBezTo>
                  <a:pt x="1062" y="594"/>
                  <a:pt x="1067" y="589"/>
                  <a:pt x="1076" y="589"/>
                </a:cubicBezTo>
                <a:cubicBezTo>
                  <a:pt x="1157" y="587"/>
                  <a:pt x="1166" y="585"/>
                  <a:pt x="1173" y="585"/>
                </a:cubicBezTo>
                <a:cubicBezTo>
                  <a:pt x="1205" y="597"/>
                  <a:pt x="1212" y="594"/>
                  <a:pt x="1213" y="598"/>
                </a:cubicBezTo>
                <a:cubicBezTo>
                  <a:pt x="1245" y="611"/>
                  <a:pt x="1259" y="614"/>
                  <a:pt x="1270" y="621"/>
                </a:cubicBezTo>
                <a:cubicBezTo>
                  <a:pt x="1316" y="636"/>
                  <a:pt x="1321" y="639"/>
                  <a:pt x="1326" y="644"/>
                </a:cubicBezTo>
                <a:cubicBezTo>
                  <a:pt x="1370" y="662"/>
                  <a:pt x="1377" y="664"/>
                  <a:pt x="1383" y="667"/>
                </a:cubicBezTo>
                <a:cubicBezTo>
                  <a:pt x="1436" y="683"/>
                  <a:pt x="1437" y="688"/>
                  <a:pt x="1444" y="685"/>
                </a:cubicBezTo>
                <a:cubicBezTo>
                  <a:pt x="1504" y="697"/>
                  <a:pt x="1508" y="695"/>
                  <a:pt x="1512" y="695"/>
                </a:cubicBezTo>
                <a:cubicBezTo>
                  <a:pt x="1536" y="698"/>
                  <a:pt x="1543" y="693"/>
                  <a:pt x="1544" y="698"/>
                </a:cubicBezTo>
                <a:cubicBezTo>
                  <a:pt x="1486" y="702"/>
                  <a:pt x="1471" y="703"/>
                  <a:pt x="1456" y="703"/>
                </a:cubicBezTo>
                <a:cubicBezTo>
                  <a:pt x="1429" y="698"/>
                  <a:pt x="1423" y="696"/>
                  <a:pt x="1415" y="697"/>
                </a:cubicBezTo>
                <a:cubicBezTo>
                  <a:pt x="1353" y="677"/>
                  <a:pt x="1348" y="673"/>
                  <a:pt x="1340" y="675"/>
                </a:cubicBezTo>
                <a:cubicBezTo>
                  <a:pt x="1312" y="661"/>
                  <a:pt x="1304" y="658"/>
                  <a:pt x="1295" y="656"/>
                </a:cubicBezTo>
                <a:cubicBezTo>
                  <a:pt x="1258" y="637"/>
                  <a:pt x="1253" y="638"/>
                  <a:pt x="1247" y="638"/>
                </a:cubicBezTo>
                <a:cubicBezTo>
                  <a:pt x="1196" y="619"/>
                  <a:pt x="1187" y="623"/>
                  <a:pt x="1186" y="618"/>
                </a:cubicBezTo>
                <a:cubicBezTo>
                  <a:pt x="1157" y="610"/>
                  <a:pt x="1149" y="614"/>
                  <a:pt x="1147" y="610"/>
                </a:cubicBezTo>
                <a:cubicBezTo>
                  <a:pt x="1083" y="616"/>
                  <a:pt x="1084" y="621"/>
                  <a:pt x="1078" y="620"/>
                </a:cubicBezTo>
                <a:cubicBezTo>
                  <a:pt x="1150" y="620"/>
                  <a:pt x="1157" y="619"/>
                  <a:pt x="1160" y="623"/>
                </a:cubicBezTo>
                <a:cubicBezTo>
                  <a:pt x="1199" y="630"/>
                  <a:pt x="1204" y="632"/>
                  <a:pt x="1209" y="634"/>
                </a:cubicBezTo>
                <a:cubicBezTo>
                  <a:pt x="1228" y="642"/>
                  <a:pt x="1238" y="637"/>
                  <a:pt x="1239" y="644"/>
                </a:cubicBezTo>
                <a:cubicBezTo>
                  <a:pt x="1313" y="668"/>
                  <a:pt x="1320" y="677"/>
                  <a:pt x="1332" y="679"/>
                </a:cubicBezTo>
                <a:cubicBezTo>
                  <a:pt x="1381" y="698"/>
                  <a:pt x="1390" y="695"/>
                  <a:pt x="1393" y="701"/>
                </a:cubicBezTo>
                <a:cubicBezTo>
                  <a:pt x="1304" y="679"/>
                  <a:pt x="1301" y="674"/>
                  <a:pt x="1293" y="674"/>
                </a:cubicBezTo>
                <a:cubicBezTo>
                  <a:pt x="1253" y="666"/>
                  <a:pt x="1252" y="659"/>
                  <a:pt x="1244" y="661"/>
                </a:cubicBezTo>
                <a:cubicBezTo>
                  <a:pt x="1190" y="645"/>
                  <a:pt x="1182" y="646"/>
                  <a:pt x="1177" y="644"/>
                </a:cubicBezTo>
                <a:cubicBezTo>
                  <a:pt x="1102" y="645"/>
                  <a:pt x="1100" y="643"/>
                  <a:pt x="1084" y="646"/>
                </a:cubicBezTo>
                <a:cubicBezTo>
                  <a:pt x="1038" y="654"/>
                  <a:pt x="1027" y="657"/>
                  <a:pt x="1016" y="660"/>
                </a:cubicBezTo>
                <a:cubicBezTo>
                  <a:pt x="1009" y="671"/>
                  <a:pt x="1023" y="663"/>
                  <a:pt x="1040" y="658"/>
                </a:cubicBezTo>
                <a:cubicBezTo>
                  <a:pt x="1127" y="644"/>
                  <a:pt x="1133" y="653"/>
                  <a:pt x="1142" y="648"/>
                </a:cubicBezTo>
                <a:cubicBezTo>
                  <a:pt x="1168" y="650"/>
                  <a:pt x="1171" y="650"/>
                  <a:pt x="1174" y="652"/>
                </a:cubicBezTo>
                <a:cubicBezTo>
                  <a:pt x="1216" y="663"/>
                  <a:pt x="1230" y="664"/>
                  <a:pt x="1243" y="668"/>
                </a:cubicBezTo>
                <a:cubicBezTo>
                  <a:pt x="1286" y="682"/>
                  <a:pt x="1293" y="683"/>
                  <a:pt x="1300" y="684"/>
                </a:cubicBezTo>
                <a:cubicBezTo>
                  <a:pt x="1341" y="697"/>
                  <a:pt x="1345" y="698"/>
                  <a:pt x="1347" y="700"/>
                </a:cubicBezTo>
                <a:cubicBezTo>
                  <a:pt x="1407" y="712"/>
                  <a:pt x="1415" y="717"/>
                  <a:pt x="1425" y="717"/>
                </a:cubicBezTo>
                <a:cubicBezTo>
                  <a:pt x="1468" y="727"/>
                  <a:pt x="1479" y="717"/>
                  <a:pt x="1479" y="723"/>
                </a:cubicBezTo>
                <a:cubicBezTo>
                  <a:pt x="1425" y="732"/>
                  <a:pt x="1411" y="731"/>
                  <a:pt x="1397" y="731"/>
                </a:cubicBezTo>
                <a:cubicBezTo>
                  <a:pt x="1367" y="724"/>
                  <a:pt x="1361" y="728"/>
                  <a:pt x="1360" y="724"/>
                </a:cubicBezTo>
                <a:cubicBezTo>
                  <a:pt x="1304" y="710"/>
                  <a:pt x="1299" y="708"/>
                  <a:pt x="1293" y="708"/>
                </a:cubicBezTo>
                <a:cubicBezTo>
                  <a:pt x="1240" y="696"/>
                  <a:pt x="1239" y="689"/>
                  <a:pt x="1232" y="690"/>
                </a:cubicBezTo>
                <a:cubicBezTo>
                  <a:pt x="1148" y="668"/>
                  <a:pt x="1139" y="669"/>
                  <a:pt x="1132" y="666"/>
                </a:cubicBezTo>
                <a:cubicBezTo>
                  <a:pt x="1108" y="662"/>
                  <a:pt x="1101" y="667"/>
                  <a:pt x="1101" y="663"/>
                </a:cubicBezTo>
                <a:cubicBezTo>
                  <a:pt x="1074" y="662"/>
                  <a:pt x="1066" y="667"/>
                  <a:pt x="1065" y="662"/>
                </a:cubicBezTo>
                <a:cubicBezTo>
                  <a:pt x="1055" y="666"/>
                  <a:pt x="1086" y="668"/>
                  <a:pt x="1116" y="671"/>
                </a:cubicBezTo>
                <a:cubicBezTo>
                  <a:pt x="1206" y="690"/>
                  <a:pt x="1212" y="689"/>
                  <a:pt x="1215" y="693"/>
                </a:cubicBezTo>
                <a:cubicBezTo>
                  <a:pt x="1240" y="698"/>
                  <a:pt x="1245" y="703"/>
                  <a:pt x="1254" y="704"/>
                </a:cubicBezTo>
                <a:cubicBezTo>
                  <a:pt x="1310" y="722"/>
                  <a:pt x="1318" y="725"/>
                  <a:pt x="1325" y="729"/>
                </a:cubicBezTo>
                <a:cubicBezTo>
                  <a:pt x="1364" y="740"/>
                  <a:pt x="1374" y="733"/>
                  <a:pt x="1374" y="740"/>
                </a:cubicBezTo>
                <a:cubicBezTo>
                  <a:pt x="1411" y="742"/>
                  <a:pt x="1411" y="738"/>
                  <a:pt x="1414" y="743"/>
                </a:cubicBezTo>
                <a:cubicBezTo>
                  <a:pt x="1303" y="732"/>
                  <a:pt x="1295" y="732"/>
                  <a:pt x="1290" y="728"/>
                </a:cubicBezTo>
                <a:cubicBezTo>
                  <a:pt x="1255" y="719"/>
                  <a:pt x="1240" y="716"/>
                  <a:pt x="1225" y="713"/>
                </a:cubicBezTo>
                <a:cubicBezTo>
                  <a:pt x="1158" y="693"/>
                  <a:pt x="1147" y="697"/>
                  <a:pt x="1142" y="693"/>
                </a:cubicBezTo>
                <a:cubicBezTo>
                  <a:pt x="1067" y="682"/>
                  <a:pt x="1060" y="680"/>
                  <a:pt x="1051" y="680"/>
                </a:cubicBezTo>
                <a:cubicBezTo>
                  <a:pt x="1019" y="689"/>
                  <a:pt x="1034" y="691"/>
                  <a:pt x="1054" y="687"/>
                </a:cubicBezTo>
                <a:cubicBezTo>
                  <a:pt x="1119" y="691"/>
                  <a:pt x="1120" y="700"/>
                  <a:pt x="1129" y="697"/>
                </a:cubicBezTo>
                <a:cubicBezTo>
                  <a:pt x="1178" y="710"/>
                  <a:pt x="1192" y="710"/>
                  <a:pt x="1203" y="715"/>
                </a:cubicBezTo>
                <a:cubicBezTo>
                  <a:pt x="1244" y="728"/>
                  <a:pt x="1252" y="727"/>
                  <a:pt x="1257" y="730"/>
                </a:cubicBezTo>
                <a:cubicBezTo>
                  <a:pt x="1283" y="735"/>
                  <a:pt x="1286" y="740"/>
                  <a:pt x="1294" y="739"/>
                </a:cubicBezTo>
                <a:cubicBezTo>
                  <a:pt x="1351" y="756"/>
                  <a:pt x="1361" y="747"/>
                  <a:pt x="1361" y="753"/>
                </a:cubicBezTo>
                <a:cubicBezTo>
                  <a:pt x="1380" y="756"/>
                  <a:pt x="1376" y="760"/>
                  <a:pt x="1362" y="762"/>
                </a:cubicBezTo>
                <a:cubicBezTo>
                  <a:pt x="1315" y="757"/>
                  <a:pt x="1314" y="755"/>
                  <a:pt x="1310" y="756"/>
                </a:cubicBezTo>
                <a:cubicBezTo>
                  <a:pt x="1291" y="749"/>
                  <a:pt x="1286" y="752"/>
                  <a:pt x="1285" y="749"/>
                </a:cubicBezTo>
                <a:cubicBezTo>
                  <a:pt x="1265" y="745"/>
                  <a:pt x="1264" y="743"/>
                  <a:pt x="1260" y="745"/>
                </a:cubicBezTo>
                <a:cubicBezTo>
                  <a:pt x="1206" y="729"/>
                  <a:pt x="1199" y="730"/>
                  <a:pt x="1196" y="725"/>
                </a:cubicBezTo>
                <a:cubicBezTo>
                  <a:pt x="1126" y="707"/>
                  <a:pt x="1120" y="706"/>
                  <a:pt x="1113" y="707"/>
                </a:cubicBezTo>
                <a:cubicBezTo>
                  <a:pt x="1142" y="713"/>
                  <a:pt x="1148" y="722"/>
                  <a:pt x="1162" y="720"/>
                </a:cubicBezTo>
                <a:cubicBezTo>
                  <a:pt x="1229" y="744"/>
                  <a:pt x="1232" y="748"/>
                  <a:pt x="1238" y="749"/>
                </a:cubicBezTo>
                <a:cubicBezTo>
                  <a:pt x="1266" y="755"/>
                  <a:pt x="1278" y="756"/>
                  <a:pt x="1287" y="762"/>
                </a:cubicBezTo>
                <a:cubicBezTo>
                  <a:pt x="1327" y="768"/>
                  <a:pt x="1331" y="770"/>
                  <a:pt x="1339" y="768"/>
                </a:cubicBezTo>
                <a:cubicBezTo>
                  <a:pt x="1311" y="775"/>
                  <a:pt x="1304" y="771"/>
                  <a:pt x="1291" y="774"/>
                </a:cubicBezTo>
                <a:cubicBezTo>
                  <a:pt x="1247" y="759"/>
                  <a:pt x="1242" y="760"/>
                  <a:pt x="1238" y="760"/>
                </a:cubicBezTo>
                <a:cubicBezTo>
                  <a:pt x="1210" y="756"/>
                  <a:pt x="1208" y="753"/>
                  <a:pt x="1203" y="753"/>
                </a:cubicBezTo>
                <a:cubicBezTo>
                  <a:pt x="1153" y="739"/>
                  <a:pt x="1142" y="743"/>
                  <a:pt x="1136" y="738"/>
                </a:cubicBezTo>
                <a:cubicBezTo>
                  <a:pt x="1065" y="736"/>
                  <a:pt x="1052" y="738"/>
                  <a:pt x="1039" y="740"/>
                </a:cubicBezTo>
                <a:cubicBezTo>
                  <a:pt x="1001" y="753"/>
                  <a:pt x="1000" y="758"/>
                  <a:pt x="992" y="758"/>
                </a:cubicBezTo>
                <a:cubicBezTo>
                  <a:pt x="998" y="764"/>
                  <a:pt x="1000" y="760"/>
                  <a:pt x="1005" y="757"/>
                </a:cubicBezTo>
                <a:cubicBezTo>
                  <a:pt x="1082" y="742"/>
                  <a:pt x="1087" y="741"/>
                  <a:pt x="1092" y="739"/>
                </a:cubicBezTo>
                <a:cubicBezTo>
                  <a:pt x="1123" y="744"/>
                  <a:pt x="1129" y="748"/>
                  <a:pt x="1138" y="747"/>
                </a:cubicBezTo>
                <a:cubicBezTo>
                  <a:pt x="1211" y="765"/>
                  <a:pt x="1220" y="764"/>
                  <a:pt x="1228" y="766"/>
                </a:cubicBezTo>
                <a:cubicBezTo>
                  <a:pt x="1279" y="775"/>
                  <a:pt x="1279" y="782"/>
                  <a:pt x="1286" y="780"/>
                </a:cubicBezTo>
                <a:cubicBezTo>
                  <a:pt x="1318" y="788"/>
                  <a:pt x="1327" y="783"/>
                  <a:pt x="1328" y="790"/>
                </a:cubicBezTo>
                <a:cubicBezTo>
                  <a:pt x="1241" y="786"/>
                  <a:pt x="1232" y="784"/>
                  <a:pt x="1222" y="783"/>
                </a:cubicBezTo>
                <a:cubicBezTo>
                  <a:pt x="1192" y="776"/>
                  <a:pt x="1187" y="776"/>
                  <a:pt x="1181" y="777"/>
                </a:cubicBezTo>
                <a:cubicBezTo>
                  <a:pt x="1149" y="770"/>
                  <a:pt x="1146" y="766"/>
                  <a:pt x="1140" y="769"/>
                </a:cubicBezTo>
                <a:cubicBezTo>
                  <a:pt x="1088" y="767"/>
                  <a:pt x="1068" y="764"/>
                  <a:pt x="1046" y="766"/>
                </a:cubicBezTo>
                <a:cubicBezTo>
                  <a:pt x="971" y="785"/>
                  <a:pt x="962" y="782"/>
                  <a:pt x="964" y="787"/>
                </a:cubicBezTo>
                <a:cubicBezTo>
                  <a:pt x="983" y="786"/>
                  <a:pt x="994" y="781"/>
                  <a:pt x="1006" y="777"/>
                </a:cubicBezTo>
                <a:cubicBezTo>
                  <a:pt x="1067" y="772"/>
                  <a:pt x="1071" y="774"/>
                  <a:pt x="1076" y="773"/>
                </a:cubicBezTo>
                <a:cubicBezTo>
                  <a:pt x="1106" y="776"/>
                  <a:pt x="1115" y="770"/>
                  <a:pt x="1117" y="775"/>
                </a:cubicBezTo>
                <a:cubicBezTo>
                  <a:pt x="1191" y="786"/>
                  <a:pt x="1211" y="787"/>
                  <a:pt x="1228" y="793"/>
                </a:cubicBezTo>
                <a:cubicBezTo>
                  <a:pt x="1281" y="803"/>
                  <a:pt x="1277" y="804"/>
                  <a:pt x="1276" y="802"/>
                </a:cubicBezTo>
                <a:cubicBezTo>
                  <a:pt x="1242" y="800"/>
                  <a:pt x="1229" y="800"/>
                  <a:pt x="1218" y="799"/>
                </a:cubicBezTo>
                <a:cubicBezTo>
                  <a:pt x="1129" y="795"/>
                  <a:pt x="1128" y="790"/>
                  <a:pt x="1122" y="792"/>
                </a:cubicBezTo>
                <a:cubicBezTo>
                  <a:pt x="971" y="817"/>
                  <a:pt x="962" y="818"/>
                  <a:pt x="957" y="822"/>
                </a:cubicBezTo>
                <a:cubicBezTo>
                  <a:pt x="931" y="836"/>
                  <a:pt x="925" y="840"/>
                  <a:pt x="918" y="844"/>
                </a:cubicBezTo>
                <a:cubicBezTo>
                  <a:pt x="915" y="851"/>
                  <a:pt x="927" y="844"/>
                  <a:pt x="937" y="836"/>
                </a:cubicBezTo>
                <a:cubicBezTo>
                  <a:pt x="967" y="824"/>
                  <a:pt x="968" y="824"/>
                  <a:pt x="970" y="821"/>
                </a:cubicBezTo>
                <a:cubicBezTo>
                  <a:pt x="988" y="819"/>
                  <a:pt x="997" y="815"/>
                  <a:pt x="1010" y="812"/>
                </a:cubicBezTo>
                <a:cubicBezTo>
                  <a:pt x="1118" y="803"/>
                  <a:pt x="1124" y="799"/>
                  <a:pt x="1126" y="802"/>
                </a:cubicBezTo>
                <a:cubicBezTo>
                  <a:pt x="1151" y="804"/>
                  <a:pt x="1155" y="804"/>
                  <a:pt x="1159" y="803"/>
                </a:cubicBezTo>
                <a:cubicBezTo>
                  <a:pt x="1188" y="806"/>
                  <a:pt x="1197" y="803"/>
                  <a:pt x="1202" y="808"/>
                </a:cubicBezTo>
                <a:cubicBezTo>
                  <a:pt x="1137" y="807"/>
                  <a:pt x="1132" y="808"/>
                  <a:pt x="1129" y="806"/>
                </a:cubicBezTo>
                <a:cubicBezTo>
                  <a:pt x="1007" y="827"/>
                  <a:pt x="987" y="836"/>
                  <a:pt x="958" y="843"/>
                </a:cubicBezTo>
                <a:cubicBezTo>
                  <a:pt x="933" y="859"/>
                  <a:pt x="923" y="861"/>
                  <a:pt x="918" y="866"/>
                </a:cubicBezTo>
                <a:cubicBezTo>
                  <a:pt x="898" y="891"/>
                  <a:pt x="901" y="878"/>
                  <a:pt x="915" y="873"/>
                </a:cubicBezTo>
                <a:cubicBezTo>
                  <a:pt x="944" y="858"/>
                  <a:pt x="947" y="856"/>
                  <a:pt x="949" y="854"/>
                </a:cubicBezTo>
                <a:cubicBezTo>
                  <a:pt x="992" y="838"/>
                  <a:pt x="1000" y="841"/>
                  <a:pt x="999" y="836"/>
                </a:cubicBezTo>
                <a:cubicBezTo>
                  <a:pt x="1049" y="824"/>
                  <a:pt x="1051" y="821"/>
                  <a:pt x="1058" y="821"/>
                </a:cubicBezTo>
                <a:cubicBezTo>
                  <a:pt x="1141" y="816"/>
                  <a:pt x="1140" y="815"/>
                  <a:pt x="1146" y="816"/>
                </a:cubicBezTo>
                <a:cubicBezTo>
                  <a:pt x="1178" y="815"/>
                  <a:pt x="1186" y="820"/>
                  <a:pt x="1200" y="818"/>
                </a:cubicBezTo>
                <a:cubicBezTo>
                  <a:pt x="1212" y="833"/>
                  <a:pt x="1196" y="824"/>
                  <a:pt x="1177" y="826"/>
                </a:cubicBezTo>
                <a:cubicBezTo>
                  <a:pt x="1028" y="844"/>
                  <a:pt x="1022" y="846"/>
                  <a:pt x="1014" y="847"/>
                </a:cubicBezTo>
                <a:cubicBezTo>
                  <a:pt x="992" y="855"/>
                  <a:pt x="977" y="859"/>
                  <a:pt x="966" y="864"/>
                </a:cubicBezTo>
                <a:cubicBezTo>
                  <a:pt x="916" y="894"/>
                  <a:pt x="905" y="894"/>
                  <a:pt x="904" y="900"/>
                </a:cubicBezTo>
                <a:cubicBezTo>
                  <a:pt x="980" y="863"/>
                  <a:pt x="990" y="863"/>
                  <a:pt x="994" y="859"/>
                </a:cubicBezTo>
                <a:cubicBezTo>
                  <a:pt x="1024" y="851"/>
                  <a:pt x="1039" y="847"/>
                  <a:pt x="1056" y="844"/>
                </a:cubicBezTo>
                <a:cubicBezTo>
                  <a:pt x="1146" y="832"/>
                  <a:pt x="1149" y="836"/>
                  <a:pt x="1156" y="834"/>
                </a:cubicBezTo>
                <a:cubicBezTo>
                  <a:pt x="1103" y="846"/>
                  <a:pt x="1103" y="849"/>
                  <a:pt x="1099" y="849"/>
                </a:cubicBezTo>
                <a:cubicBezTo>
                  <a:pt x="1074" y="856"/>
                  <a:pt x="1075" y="852"/>
                  <a:pt x="1071" y="856"/>
                </a:cubicBezTo>
                <a:cubicBezTo>
                  <a:pt x="1014" y="877"/>
                  <a:pt x="1004" y="885"/>
                  <a:pt x="989" y="889"/>
                </a:cubicBezTo>
                <a:cubicBezTo>
                  <a:pt x="937" y="920"/>
                  <a:pt x="924" y="917"/>
                  <a:pt x="927" y="927"/>
                </a:cubicBezTo>
                <a:cubicBezTo>
                  <a:pt x="944" y="914"/>
                  <a:pt x="953" y="913"/>
                  <a:pt x="957" y="908"/>
                </a:cubicBezTo>
                <a:cubicBezTo>
                  <a:pt x="1079" y="868"/>
                  <a:pt x="1081" y="859"/>
                  <a:pt x="1085" y="860"/>
                </a:cubicBezTo>
                <a:cubicBezTo>
                  <a:pt x="1115" y="856"/>
                  <a:pt x="1123" y="851"/>
                  <a:pt x="1124" y="856"/>
                </a:cubicBezTo>
                <a:cubicBezTo>
                  <a:pt x="1048" y="892"/>
                  <a:pt x="1037" y="891"/>
                  <a:pt x="1034" y="896"/>
                </a:cubicBezTo>
                <a:cubicBezTo>
                  <a:pt x="995" y="917"/>
                  <a:pt x="985" y="917"/>
                  <a:pt x="986" y="925"/>
                </a:cubicBezTo>
                <a:cubicBezTo>
                  <a:pt x="1060" y="887"/>
                  <a:pt x="1082" y="881"/>
                  <a:pt x="1101" y="871"/>
                </a:cubicBezTo>
                <a:cubicBezTo>
                  <a:pt x="1190" y="845"/>
                  <a:pt x="1192" y="840"/>
                  <a:pt x="1201" y="839"/>
                </a:cubicBezTo>
                <a:cubicBezTo>
                  <a:pt x="1214" y="839"/>
                  <a:pt x="1208" y="844"/>
                  <a:pt x="1196" y="845"/>
                </a:cubicBezTo>
                <a:cubicBezTo>
                  <a:pt x="1124" y="887"/>
                  <a:pt x="1112" y="885"/>
                  <a:pt x="1111" y="891"/>
                </a:cubicBezTo>
                <a:cubicBezTo>
                  <a:pt x="1040" y="922"/>
                  <a:pt x="1032" y="930"/>
                  <a:pt x="1019" y="934"/>
                </a:cubicBezTo>
                <a:cubicBezTo>
                  <a:pt x="994" y="953"/>
                  <a:pt x="987" y="952"/>
                  <a:pt x="987" y="956"/>
                </a:cubicBezTo>
                <a:cubicBezTo>
                  <a:pt x="936" y="987"/>
                  <a:pt x="933" y="989"/>
                  <a:pt x="932" y="992"/>
                </a:cubicBezTo>
                <a:cubicBezTo>
                  <a:pt x="945" y="988"/>
                  <a:pt x="958" y="980"/>
                  <a:pt x="970" y="972"/>
                </a:cubicBezTo>
                <a:cubicBezTo>
                  <a:pt x="999" y="956"/>
                  <a:pt x="1004" y="952"/>
                  <a:pt x="1010" y="947"/>
                </a:cubicBezTo>
                <a:cubicBezTo>
                  <a:pt x="1093" y="911"/>
                  <a:pt x="1102" y="904"/>
                  <a:pt x="1115" y="899"/>
                </a:cubicBezTo>
                <a:cubicBezTo>
                  <a:pt x="1139" y="885"/>
                  <a:pt x="1151" y="883"/>
                  <a:pt x="1150" y="886"/>
                </a:cubicBezTo>
                <a:cubicBezTo>
                  <a:pt x="1128" y="905"/>
                  <a:pt x="1125" y="907"/>
                  <a:pt x="1120" y="907"/>
                </a:cubicBezTo>
                <a:cubicBezTo>
                  <a:pt x="1090" y="934"/>
                  <a:pt x="1084" y="937"/>
                  <a:pt x="1082" y="943"/>
                </a:cubicBezTo>
                <a:cubicBezTo>
                  <a:pt x="1020" y="991"/>
                  <a:pt x="998" y="1003"/>
                  <a:pt x="978" y="1017"/>
                </a:cubicBezTo>
                <a:cubicBezTo>
                  <a:pt x="941" y="1045"/>
                  <a:pt x="928" y="1040"/>
                  <a:pt x="930" y="1046"/>
                </a:cubicBezTo>
                <a:cubicBezTo>
                  <a:pt x="921" y="1048"/>
                  <a:pt x="938" y="1050"/>
                  <a:pt x="941" y="1042"/>
                </a:cubicBezTo>
                <a:cubicBezTo>
                  <a:pt x="977" y="1024"/>
                  <a:pt x="978" y="1024"/>
                  <a:pt x="980" y="1023"/>
                </a:cubicBezTo>
                <a:cubicBezTo>
                  <a:pt x="1005" y="1006"/>
                  <a:pt x="1009" y="1003"/>
                  <a:pt x="1013" y="1000"/>
                </a:cubicBezTo>
                <a:cubicBezTo>
                  <a:pt x="1093" y="947"/>
                  <a:pt x="1094" y="941"/>
                  <a:pt x="1102" y="939"/>
                </a:cubicBezTo>
                <a:cubicBezTo>
                  <a:pt x="1124" y="923"/>
                  <a:pt x="1125" y="913"/>
                  <a:pt x="1127" y="919"/>
                </a:cubicBezTo>
                <a:cubicBezTo>
                  <a:pt x="1102" y="949"/>
                  <a:pt x="1088" y="952"/>
                  <a:pt x="1086" y="962"/>
                </a:cubicBezTo>
                <a:cubicBezTo>
                  <a:pt x="1026" y="1003"/>
                  <a:pt x="1022" y="1013"/>
                  <a:pt x="1009" y="1016"/>
                </a:cubicBezTo>
                <a:cubicBezTo>
                  <a:pt x="974" y="1039"/>
                  <a:pt x="965" y="1044"/>
                  <a:pt x="956" y="1050"/>
                </a:cubicBezTo>
                <a:cubicBezTo>
                  <a:pt x="944" y="1063"/>
                  <a:pt x="956" y="1056"/>
                  <a:pt x="971" y="1049"/>
                </a:cubicBezTo>
                <a:cubicBezTo>
                  <a:pt x="996" y="1034"/>
                  <a:pt x="1001" y="1029"/>
                  <a:pt x="1009" y="1027"/>
                </a:cubicBezTo>
                <a:cubicBezTo>
                  <a:pt x="1066" y="985"/>
                  <a:pt x="1076" y="984"/>
                  <a:pt x="1078" y="977"/>
                </a:cubicBezTo>
                <a:cubicBezTo>
                  <a:pt x="1127" y="934"/>
                  <a:pt x="1130" y="932"/>
                  <a:pt x="1134" y="931"/>
                </a:cubicBezTo>
                <a:cubicBezTo>
                  <a:pt x="1159" y="903"/>
                  <a:pt x="1165" y="900"/>
                  <a:pt x="1172" y="896"/>
                </a:cubicBezTo>
                <a:cubicBezTo>
                  <a:pt x="1209" y="866"/>
                  <a:pt x="1212" y="862"/>
                  <a:pt x="1216" y="859"/>
                </a:cubicBezTo>
                <a:cubicBezTo>
                  <a:pt x="1239" y="845"/>
                  <a:pt x="1244" y="841"/>
                  <a:pt x="1252" y="839"/>
                </a:cubicBezTo>
                <a:cubicBezTo>
                  <a:pt x="1222" y="871"/>
                  <a:pt x="1212" y="871"/>
                  <a:pt x="1210" y="878"/>
                </a:cubicBezTo>
                <a:cubicBezTo>
                  <a:pt x="1167" y="923"/>
                  <a:pt x="1164" y="928"/>
                  <a:pt x="1158" y="931"/>
                </a:cubicBezTo>
                <a:cubicBezTo>
                  <a:pt x="1105" y="979"/>
                  <a:pt x="1096" y="989"/>
                  <a:pt x="1083" y="996"/>
                </a:cubicBezTo>
                <a:cubicBezTo>
                  <a:pt x="1060" y="1010"/>
                  <a:pt x="1059" y="1017"/>
                  <a:pt x="1049" y="1017"/>
                </a:cubicBezTo>
                <a:cubicBezTo>
                  <a:pt x="1009" y="1042"/>
                  <a:pt x="1008" y="1047"/>
                  <a:pt x="999" y="1046"/>
                </a:cubicBezTo>
                <a:cubicBezTo>
                  <a:pt x="1010" y="1045"/>
                  <a:pt x="1018" y="1046"/>
                  <a:pt x="1019" y="1043"/>
                </a:cubicBezTo>
                <a:cubicBezTo>
                  <a:pt x="1042" y="1033"/>
                  <a:pt x="1041" y="1028"/>
                  <a:pt x="1047" y="1029"/>
                </a:cubicBezTo>
                <a:cubicBezTo>
                  <a:pt x="1083" y="1001"/>
                  <a:pt x="1094" y="1001"/>
                  <a:pt x="1096" y="996"/>
                </a:cubicBezTo>
                <a:cubicBezTo>
                  <a:pt x="1125" y="978"/>
                  <a:pt x="1132" y="967"/>
                  <a:pt x="1143" y="959"/>
                </a:cubicBezTo>
                <a:cubicBezTo>
                  <a:pt x="1161" y="941"/>
                  <a:pt x="1167" y="938"/>
                  <a:pt x="1172" y="933"/>
                </a:cubicBezTo>
                <a:cubicBezTo>
                  <a:pt x="1182" y="914"/>
                  <a:pt x="1188" y="915"/>
                  <a:pt x="1190" y="912"/>
                </a:cubicBezTo>
                <a:cubicBezTo>
                  <a:pt x="1250" y="864"/>
                  <a:pt x="1235" y="870"/>
                  <a:pt x="1231" y="883"/>
                </a:cubicBezTo>
                <a:cubicBezTo>
                  <a:pt x="1206" y="904"/>
                  <a:pt x="1210" y="911"/>
                  <a:pt x="1203" y="910"/>
                </a:cubicBezTo>
                <a:cubicBezTo>
                  <a:pt x="1169" y="949"/>
                  <a:pt x="1164" y="950"/>
                  <a:pt x="1164" y="955"/>
                </a:cubicBezTo>
                <a:cubicBezTo>
                  <a:pt x="1132" y="987"/>
                  <a:pt x="1124" y="990"/>
                  <a:pt x="1121" y="996"/>
                </a:cubicBezTo>
                <a:cubicBezTo>
                  <a:pt x="1053" y="1048"/>
                  <a:pt x="1050" y="1050"/>
                  <a:pt x="1049" y="1053"/>
                </a:cubicBezTo>
                <a:cubicBezTo>
                  <a:pt x="1028" y="1067"/>
                  <a:pt x="1023" y="1068"/>
                  <a:pt x="1021" y="1071"/>
                </a:cubicBezTo>
                <a:cubicBezTo>
                  <a:pt x="1074" y="1047"/>
                  <a:pt x="1077" y="1034"/>
                  <a:pt x="1094" y="1029"/>
                </a:cubicBezTo>
                <a:cubicBezTo>
                  <a:pt x="1127" y="1000"/>
                  <a:pt x="1131" y="995"/>
                  <a:pt x="1138" y="993"/>
                </a:cubicBezTo>
                <a:cubicBezTo>
                  <a:pt x="1170" y="960"/>
                  <a:pt x="1175" y="957"/>
                  <a:pt x="1179" y="952"/>
                </a:cubicBezTo>
                <a:cubicBezTo>
                  <a:pt x="1266" y="861"/>
                  <a:pt x="1268" y="852"/>
                  <a:pt x="1278" y="848"/>
                </a:cubicBezTo>
                <a:cubicBezTo>
                  <a:pt x="1310" y="817"/>
                  <a:pt x="1311" y="812"/>
                  <a:pt x="1318" y="812"/>
                </a:cubicBezTo>
                <a:cubicBezTo>
                  <a:pt x="1337" y="798"/>
                  <a:pt x="1338" y="794"/>
                  <a:pt x="1340" y="797"/>
                </a:cubicBezTo>
                <a:cubicBezTo>
                  <a:pt x="1320" y="818"/>
                  <a:pt x="1310" y="821"/>
                  <a:pt x="1305" y="827"/>
                </a:cubicBezTo>
                <a:cubicBezTo>
                  <a:pt x="1272" y="863"/>
                  <a:pt x="1269" y="865"/>
                  <a:pt x="1266" y="868"/>
                </a:cubicBezTo>
                <a:cubicBezTo>
                  <a:pt x="1240" y="900"/>
                  <a:pt x="1232" y="904"/>
                  <a:pt x="1230" y="912"/>
                </a:cubicBezTo>
                <a:cubicBezTo>
                  <a:pt x="1205" y="941"/>
                  <a:pt x="1195" y="952"/>
                  <a:pt x="1184" y="962"/>
                </a:cubicBezTo>
                <a:cubicBezTo>
                  <a:pt x="1136" y="1004"/>
                  <a:pt x="1131" y="1018"/>
                  <a:pt x="1115" y="1026"/>
                </a:cubicBezTo>
                <a:cubicBezTo>
                  <a:pt x="1086" y="1052"/>
                  <a:pt x="1078" y="1051"/>
                  <a:pt x="1079" y="1057"/>
                </a:cubicBezTo>
                <a:cubicBezTo>
                  <a:pt x="1113" y="1033"/>
                  <a:pt x="1124" y="1028"/>
                  <a:pt x="1130" y="1021"/>
                </a:cubicBezTo>
                <a:cubicBezTo>
                  <a:pt x="1187" y="966"/>
                  <a:pt x="1196" y="966"/>
                  <a:pt x="1196" y="960"/>
                </a:cubicBezTo>
                <a:cubicBezTo>
                  <a:pt x="1240" y="913"/>
                  <a:pt x="1240" y="908"/>
                  <a:pt x="1247" y="907"/>
                </a:cubicBezTo>
                <a:cubicBezTo>
                  <a:pt x="1258" y="891"/>
                  <a:pt x="1263" y="890"/>
                  <a:pt x="1263" y="886"/>
                </a:cubicBezTo>
                <a:cubicBezTo>
                  <a:pt x="1296" y="857"/>
                  <a:pt x="1296" y="847"/>
                  <a:pt x="1304" y="843"/>
                </a:cubicBezTo>
                <a:cubicBezTo>
                  <a:pt x="1319" y="829"/>
                  <a:pt x="1320" y="826"/>
                  <a:pt x="1321" y="829"/>
                </a:cubicBezTo>
                <a:cubicBezTo>
                  <a:pt x="1305" y="848"/>
                  <a:pt x="1301" y="850"/>
                  <a:pt x="1299" y="853"/>
                </a:cubicBezTo>
                <a:cubicBezTo>
                  <a:pt x="1280" y="873"/>
                  <a:pt x="1274" y="888"/>
                  <a:pt x="1260" y="897"/>
                </a:cubicBezTo>
                <a:cubicBezTo>
                  <a:pt x="1250" y="921"/>
                  <a:pt x="1239" y="921"/>
                  <a:pt x="1240" y="930"/>
                </a:cubicBezTo>
                <a:cubicBezTo>
                  <a:pt x="1219" y="954"/>
                  <a:pt x="1214" y="955"/>
                  <a:pt x="1214" y="959"/>
                </a:cubicBezTo>
                <a:cubicBezTo>
                  <a:pt x="1153" y="1020"/>
                  <a:pt x="1147" y="1023"/>
                  <a:pt x="1145" y="1029"/>
                </a:cubicBezTo>
                <a:cubicBezTo>
                  <a:pt x="1092" y="1073"/>
                  <a:pt x="1084" y="1075"/>
                  <a:pt x="1078" y="1079"/>
                </a:cubicBezTo>
                <a:cubicBezTo>
                  <a:pt x="1049" y="1099"/>
                  <a:pt x="1040" y="1097"/>
                  <a:pt x="1040" y="1101"/>
                </a:cubicBezTo>
                <a:cubicBezTo>
                  <a:pt x="1032" y="1111"/>
                  <a:pt x="1047" y="1102"/>
                  <a:pt x="1060" y="1100"/>
                </a:cubicBezTo>
                <a:cubicBezTo>
                  <a:pt x="1109" y="1066"/>
                  <a:pt x="1122" y="1059"/>
                  <a:pt x="1133" y="1049"/>
                </a:cubicBezTo>
                <a:cubicBezTo>
                  <a:pt x="1174" y="1010"/>
                  <a:pt x="1187" y="1001"/>
                  <a:pt x="1195" y="989"/>
                </a:cubicBezTo>
                <a:cubicBezTo>
                  <a:pt x="1215" y="970"/>
                  <a:pt x="1221" y="965"/>
                  <a:pt x="1225" y="959"/>
                </a:cubicBezTo>
                <a:cubicBezTo>
                  <a:pt x="1259" y="917"/>
                  <a:pt x="1260" y="913"/>
                  <a:pt x="1265" y="912"/>
                </a:cubicBezTo>
                <a:cubicBezTo>
                  <a:pt x="1297" y="873"/>
                  <a:pt x="1300" y="866"/>
                  <a:pt x="1305" y="861"/>
                </a:cubicBezTo>
                <a:cubicBezTo>
                  <a:pt x="1383" y="782"/>
                  <a:pt x="1385" y="780"/>
                  <a:pt x="1385" y="778"/>
                </a:cubicBezTo>
                <a:cubicBezTo>
                  <a:pt x="1409" y="773"/>
                  <a:pt x="1402" y="775"/>
                  <a:pt x="1399" y="780"/>
                </a:cubicBezTo>
                <a:cubicBezTo>
                  <a:pt x="1372" y="809"/>
                  <a:pt x="1370" y="815"/>
                  <a:pt x="1363" y="817"/>
                </a:cubicBezTo>
                <a:cubicBezTo>
                  <a:pt x="1334" y="859"/>
                  <a:pt x="1336" y="867"/>
                  <a:pt x="1328" y="868"/>
                </a:cubicBezTo>
                <a:cubicBezTo>
                  <a:pt x="1317" y="891"/>
                  <a:pt x="1311" y="890"/>
                  <a:pt x="1313" y="895"/>
                </a:cubicBezTo>
                <a:cubicBezTo>
                  <a:pt x="1281" y="937"/>
                  <a:pt x="1275" y="940"/>
                  <a:pt x="1274" y="946"/>
                </a:cubicBezTo>
                <a:cubicBezTo>
                  <a:pt x="1245" y="976"/>
                  <a:pt x="1245" y="983"/>
                  <a:pt x="1239" y="986"/>
                </a:cubicBezTo>
                <a:cubicBezTo>
                  <a:pt x="1200" y="1032"/>
                  <a:pt x="1193" y="1033"/>
                  <a:pt x="1191" y="1039"/>
                </a:cubicBezTo>
                <a:cubicBezTo>
                  <a:pt x="1145" y="1080"/>
                  <a:pt x="1138" y="1082"/>
                  <a:pt x="1135" y="1086"/>
                </a:cubicBezTo>
                <a:cubicBezTo>
                  <a:pt x="1085" y="1120"/>
                  <a:pt x="1080" y="1120"/>
                  <a:pt x="1079" y="1123"/>
                </a:cubicBezTo>
                <a:cubicBezTo>
                  <a:pt x="1119" y="1106"/>
                  <a:pt x="1123" y="1103"/>
                  <a:pt x="1126" y="1099"/>
                </a:cubicBezTo>
                <a:cubicBezTo>
                  <a:pt x="1159" y="1076"/>
                  <a:pt x="1165" y="1073"/>
                  <a:pt x="1167" y="1067"/>
                </a:cubicBezTo>
                <a:cubicBezTo>
                  <a:pt x="1200" y="1044"/>
                  <a:pt x="1196" y="1035"/>
                  <a:pt x="1206" y="1036"/>
                </a:cubicBezTo>
                <a:cubicBezTo>
                  <a:pt x="1247" y="991"/>
                  <a:pt x="1255" y="984"/>
                  <a:pt x="1261" y="975"/>
                </a:cubicBezTo>
                <a:cubicBezTo>
                  <a:pt x="1275" y="953"/>
                  <a:pt x="1282" y="954"/>
                  <a:pt x="1281" y="949"/>
                </a:cubicBezTo>
                <a:cubicBezTo>
                  <a:pt x="1307" y="922"/>
                  <a:pt x="1306" y="914"/>
                  <a:pt x="1312" y="913"/>
                </a:cubicBezTo>
                <a:cubicBezTo>
                  <a:pt x="1326" y="889"/>
                  <a:pt x="1332" y="880"/>
                  <a:pt x="1338" y="870"/>
                </a:cubicBezTo>
                <a:cubicBezTo>
                  <a:pt x="1367" y="825"/>
                  <a:pt x="1385" y="812"/>
                  <a:pt x="1399" y="795"/>
                </a:cubicBezTo>
                <a:cubicBezTo>
                  <a:pt x="1439" y="757"/>
                  <a:pt x="1439" y="750"/>
                  <a:pt x="1449" y="751"/>
                </a:cubicBezTo>
                <a:cubicBezTo>
                  <a:pt x="1375" y="857"/>
                  <a:pt x="1363" y="865"/>
                  <a:pt x="1361" y="879"/>
                </a:cubicBezTo>
                <a:cubicBezTo>
                  <a:pt x="1346" y="897"/>
                  <a:pt x="1345" y="900"/>
                  <a:pt x="1346" y="904"/>
                </a:cubicBezTo>
                <a:cubicBezTo>
                  <a:pt x="1326" y="929"/>
                  <a:pt x="1328" y="937"/>
                  <a:pt x="1319" y="938"/>
                </a:cubicBezTo>
                <a:cubicBezTo>
                  <a:pt x="1302" y="971"/>
                  <a:pt x="1298" y="971"/>
                  <a:pt x="1296" y="973"/>
                </a:cubicBezTo>
                <a:cubicBezTo>
                  <a:pt x="1279" y="998"/>
                  <a:pt x="1276" y="1003"/>
                  <a:pt x="1271" y="1006"/>
                </a:cubicBezTo>
                <a:cubicBezTo>
                  <a:pt x="1232" y="1053"/>
                  <a:pt x="1222" y="1060"/>
                  <a:pt x="1216" y="1069"/>
                </a:cubicBezTo>
                <a:cubicBezTo>
                  <a:pt x="1197" y="1083"/>
                  <a:pt x="1193" y="1088"/>
                  <a:pt x="1189" y="1092"/>
                </a:cubicBezTo>
                <a:cubicBezTo>
                  <a:pt x="1158" y="1118"/>
                  <a:pt x="1152" y="1120"/>
                  <a:pt x="1148" y="1124"/>
                </a:cubicBezTo>
                <a:cubicBezTo>
                  <a:pt x="1140" y="1133"/>
                  <a:pt x="1146" y="1132"/>
                  <a:pt x="1149" y="1128"/>
                </a:cubicBezTo>
                <a:cubicBezTo>
                  <a:pt x="1198" y="1096"/>
                  <a:pt x="1201" y="1086"/>
                  <a:pt x="1212" y="1081"/>
                </a:cubicBezTo>
                <a:cubicBezTo>
                  <a:pt x="1258" y="1034"/>
                  <a:pt x="1262" y="1031"/>
                  <a:pt x="1266" y="1027"/>
                </a:cubicBezTo>
                <a:cubicBezTo>
                  <a:pt x="1285" y="1010"/>
                  <a:pt x="1287" y="999"/>
                  <a:pt x="1295" y="993"/>
                </a:cubicBezTo>
                <a:cubicBezTo>
                  <a:pt x="1309" y="971"/>
                  <a:pt x="1311" y="969"/>
                  <a:pt x="1313" y="968"/>
                </a:cubicBezTo>
                <a:cubicBezTo>
                  <a:pt x="1331" y="939"/>
                  <a:pt x="1336" y="936"/>
                  <a:pt x="1340" y="932"/>
                </a:cubicBezTo>
                <a:cubicBezTo>
                  <a:pt x="1349" y="909"/>
                  <a:pt x="1355" y="910"/>
                  <a:pt x="1353" y="905"/>
                </a:cubicBezTo>
                <a:cubicBezTo>
                  <a:pt x="1363" y="887"/>
                  <a:pt x="1367" y="888"/>
                  <a:pt x="1367" y="887"/>
                </a:cubicBezTo>
                <a:cubicBezTo>
                  <a:pt x="1378" y="861"/>
                  <a:pt x="1381" y="858"/>
                  <a:pt x="1386" y="855"/>
                </a:cubicBezTo>
                <a:cubicBezTo>
                  <a:pt x="1404" y="824"/>
                  <a:pt x="1403" y="817"/>
                  <a:pt x="1410" y="815"/>
                </a:cubicBezTo>
                <a:cubicBezTo>
                  <a:pt x="1431" y="782"/>
                  <a:pt x="1438" y="775"/>
                  <a:pt x="1445" y="767"/>
                </a:cubicBezTo>
                <a:cubicBezTo>
                  <a:pt x="1483" y="743"/>
                  <a:pt x="1475" y="742"/>
                  <a:pt x="1475" y="748"/>
                </a:cubicBezTo>
                <a:cubicBezTo>
                  <a:pt x="1453" y="775"/>
                  <a:pt x="1451" y="780"/>
                  <a:pt x="1446" y="782"/>
                </a:cubicBezTo>
                <a:cubicBezTo>
                  <a:pt x="1434" y="807"/>
                  <a:pt x="1432" y="808"/>
                  <a:pt x="1431" y="809"/>
                </a:cubicBezTo>
                <a:cubicBezTo>
                  <a:pt x="1421" y="835"/>
                  <a:pt x="1414" y="839"/>
                  <a:pt x="1413" y="848"/>
                </a:cubicBezTo>
                <a:cubicBezTo>
                  <a:pt x="1399" y="870"/>
                  <a:pt x="1400" y="871"/>
                  <a:pt x="1400" y="872"/>
                </a:cubicBezTo>
                <a:cubicBezTo>
                  <a:pt x="1396" y="885"/>
                  <a:pt x="1392" y="888"/>
                  <a:pt x="1390" y="892"/>
                </a:cubicBezTo>
                <a:cubicBezTo>
                  <a:pt x="1377" y="923"/>
                  <a:pt x="1372" y="929"/>
                  <a:pt x="1372" y="939"/>
                </a:cubicBezTo>
                <a:cubicBezTo>
                  <a:pt x="1362" y="957"/>
                  <a:pt x="1363" y="961"/>
                  <a:pt x="1361" y="961"/>
                </a:cubicBezTo>
                <a:cubicBezTo>
                  <a:pt x="1326" y="1038"/>
                  <a:pt x="1327" y="1048"/>
                  <a:pt x="1319" y="1053"/>
                </a:cubicBezTo>
                <a:cubicBezTo>
                  <a:pt x="1288" y="1101"/>
                  <a:pt x="1283" y="1108"/>
                  <a:pt x="1280" y="1116"/>
                </a:cubicBezTo>
                <a:cubicBezTo>
                  <a:pt x="1261" y="1138"/>
                  <a:pt x="1258" y="1140"/>
                  <a:pt x="1256" y="1144"/>
                </a:cubicBezTo>
                <a:cubicBezTo>
                  <a:pt x="1240" y="1168"/>
                  <a:pt x="1231" y="1166"/>
                  <a:pt x="1230" y="1171"/>
                </a:cubicBezTo>
                <a:cubicBezTo>
                  <a:pt x="1264" y="1144"/>
                  <a:pt x="1269" y="1134"/>
                  <a:pt x="1277" y="1127"/>
                </a:cubicBezTo>
                <a:cubicBezTo>
                  <a:pt x="1297" y="1098"/>
                  <a:pt x="1302" y="1099"/>
                  <a:pt x="1300" y="1094"/>
                </a:cubicBezTo>
                <a:cubicBezTo>
                  <a:pt x="1317" y="1073"/>
                  <a:pt x="1319" y="1071"/>
                  <a:pt x="1323" y="1070"/>
                </a:cubicBezTo>
                <a:cubicBezTo>
                  <a:pt x="1336" y="1043"/>
                  <a:pt x="1339" y="1039"/>
                  <a:pt x="1340" y="1034"/>
                </a:cubicBezTo>
                <a:cubicBezTo>
                  <a:pt x="1364" y="977"/>
                  <a:pt x="1371" y="968"/>
                  <a:pt x="1371" y="955"/>
                </a:cubicBezTo>
                <a:cubicBezTo>
                  <a:pt x="1391" y="915"/>
                  <a:pt x="1395" y="910"/>
                  <a:pt x="1397" y="904"/>
                </a:cubicBezTo>
                <a:cubicBezTo>
                  <a:pt x="1407" y="879"/>
                  <a:pt x="1410" y="874"/>
                  <a:pt x="1412" y="868"/>
                </a:cubicBezTo>
                <a:cubicBezTo>
                  <a:pt x="1421" y="842"/>
                  <a:pt x="1430" y="841"/>
                  <a:pt x="1431" y="834"/>
                </a:cubicBezTo>
                <a:cubicBezTo>
                  <a:pt x="1448" y="807"/>
                  <a:pt x="1452" y="796"/>
                  <a:pt x="1457" y="784"/>
                </a:cubicBezTo>
                <a:cubicBezTo>
                  <a:pt x="1479" y="764"/>
                  <a:pt x="1477" y="759"/>
                  <a:pt x="1479" y="756"/>
                </a:cubicBezTo>
                <a:cubicBezTo>
                  <a:pt x="1499" y="740"/>
                  <a:pt x="1500" y="734"/>
                  <a:pt x="1507" y="731"/>
                </a:cubicBezTo>
                <a:cubicBezTo>
                  <a:pt x="1497" y="749"/>
                  <a:pt x="1499" y="752"/>
                  <a:pt x="1498" y="753"/>
                </a:cubicBezTo>
                <a:cubicBezTo>
                  <a:pt x="1475" y="794"/>
                  <a:pt x="1472" y="800"/>
                  <a:pt x="1467" y="805"/>
                </a:cubicBezTo>
                <a:cubicBezTo>
                  <a:pt x="1456" y="837"/>
                  <a:pt x="1455" y="840"/>
                  <a:pt x="1452" y="843"/>
                </a:cubicBezTo>
                <a:cubicBezTo>
                  <a:pt x="1435" y="888"/>
                  <a:pt x="1432" y="895"/>
                  <a:pt x="1427" y="901"/>
                </a:cubicBezTo>
                <a:cubicBezTo>
                  <a:pt x="1402" y="970"/>
                  <a:pt x="1407" y="978"/>
                  <a:pt x="1401" y="978"/>
                </a:cubicBezTo>
                <a:cubicBezTo>
                  <a:pt x="1387" y="1021"/>
                  <a:pt x="1381" y="1027"/>
                  <a:pt x="1378" y="1034"/>
                </a:cubicBezTo>
                <a:cubicBezTo>
                  <a:pt x="1360" y="1067"/>
                  <a:pt x="1357" y="1070"/>
                  <a:pt x="1357" y="1075"/>
                </a:cubicBezTo>
                <a:cubicBezTo>
                  <a:pt x="1322" y="1125"/>
                  <a:pt x="1315" y="1126"/>
                  <a:pt x="1313" y="1129"/>
                </a:cubicBezTo>
                <a:cubicBezTo>
                  <a:pt x="1325" y="1123"/>
                  <a:pt x="1326" y="1118"/>
                  <a:pt x="1331" y="1115"/>
                </a:cubicBezTo>
                <a:cubicBezTo>
                  <a:pt x="1341" y="1100"/>
                  <a:pt x="1349" y="1100"/>
                  <a:pt x="1347" y="1092"/>
                </a:cubicBezTo>
                <a:cubicBezTo>
                  <a:pt x="1369" y="1067"/>
                  <a:pt x="1368" y="1060"/>
                  <a:pt x="1374" y="1059"/>
                </a:cubicBezTo>
                <a:cubicBezTo>
                  <a:pt x="1382" y="1041"/>
                  <a:pt x="1385" y="1037"/>
                  <a:pt x="1389" y="1034"/>
                </a:cubicBezTo>
                <a:cubicBezTo>
                  <a:pt x="1413" y="982"/>
                  <a:pt x="1409" y="972"/>
                  <a:pt x="1415" y="969"/>
                </a:cubicBezTo>
                <a:cubicBezTo>
                  <a:pt x="1422" y="940"/>
                  <a:pt x="1428" y="941"/>
                  <a:pt x="1424" y="934"/>
                </a:cubicBezTo>
                <a:cubicBezTo>
                  <a:pt x="1466" y="845"/>
                  <a:pt x="1463" y="834"/>
                  <a:pt x="1472" y="831"/>
                </a:cubicBezTo>
                <a:cubicBezTo>
                  <a:pt x="1490" y="787"/>
                  <a:pt x="1488" y="783"/>
                  <a:pt x="1490" y="781"/>
                </a:cubicBezTo>
                <a:cubicBezTo>
                  <a:pt x="1514" y="740"/>
                  <a:pt x="1518" y="731"/>
                  <a:pt x="1526" y="723"/>
                </a:cubicBezTo>
                <a:cubicBezTo>
                  <a:pt x="1526" y="736"/>
                  <a:pt x="1523" y="739"/>
                  <a:pt x="1520" y="742"/>
                </a:cubicBezTo>
                <a:cubicBezTo>
                  <a:pt x="1505" y="769"/>
                  <a:pt x="1502" y="773"/>
                  <a:pt x="1500" y="777"/>
                </a:cubicBezTo>
                <a:cubicBezTo>
                  <a:pt x="1474" y="831"/>
                  <a:pt x="1473" y="841"/>
                  <a:pt x="1466" y="847"/>
                </a:cubicBezTo>
                <a:cubicBezTo>
                  <a:pt x="1452" y="905"/>
                  <a:pt x="1448" y="907"/>
                  <a:pt x="1449" y="912"/>
                </a:cubicBezTo>
                <a:cubicBezTo>
                  <a:pt x="1437" y="938"/>
                  <a:pt x="1441" y="944"/>
                  <a:pt x="1437" y="945"/>
                </a:cubicBezTo>
                <a:cubicBezTo>
                  <a:pt x="1425" y="1007"/>
                  <a:pt x="1422" y="1012"/>
                  <a:pt x="1419" y="1017"/>
                </a:cubicBezTo>
                <a:cubicBezTo>
                  <a:pt x="1394" y="1087"/>
                  <a:pt x="1391" y="1089"/>
                  <a:pt x="1393" y="1093"/>
                </a:cubicBezTo>
                <a:cubicBezTo>
                  <a:pt x="1381" y="1111"/>
                  <a:pt x="1379" y="1113"/>
                  <a:pt x="1377" y="1116"/>
                </a:cubicBezTo>
                <a:cubicBezTo>
                  <a:pt x="1358" y="1151"/>
                  <a:pt x="1350" y="1152"/>
                  <a:pt x="1350" y="1158"/>
                </a:cubicBezTo>
                <a:cubicBezTo>
                  <a:pt x="1373" y="1127"/>
                  <a:pt x="1385" y="1125"/>
                  <a:pt x="1384" y="1115"/>
                </a:cubicBezTo>
                <a:cubicBezTo>
                  <a:pt x="1405" y="1084"/>
                  <a:pt x="1402" y="1079"/>
                  <a:pt x="1408" y="1079"/>
                </a:cubicBezTo>
                <a:cubicBezTo>
                  <a:pt x="1416" y="1052"/>
                  <a:pt x="1422" y="1046"/>
                  <a:pt x="1423" y="1037"/>
                </a:cubicBezTo>
                <a:cubicBezTo>
                  <a:pt x="1444" y="980"/>
                  <a:pt x="1442" y="968"/>
                  <a:pt x="1447" y="961"/>
                </a:cubicBezTo>
                <a:cubicBezTo>
                  <a:pt x="1459" y="887"/>
                  <a:pt x="1471" y="875"/>
                  <a:pt x="1472" y="855"/>
                </a:cubicBezTo>
                <a:cubicBezTo>
                  <a:pt x="1491" y="823"/>
                  <a:pt x="1488" y="817"/>
                  <a:pt x="1494" y="818"/>
                </a:cubicBezTo>
                <a:cubicBezTo>
                  <a:pt x="1507" y="774"/>
                  <a:pt x="1517" y="775"/>
                  <a:pt x="1516" y="769"/>
                </a:cubicBezTo>
                <a:cubicBezTo>
                  <a:pt x="1545" y="733"/>
                  <a:pt x="1541" y="724"/>
                  <a:pt x="1548" y="724"/>
                </a:cubicBezTo>
                <a:cubicBezTo>
                  <a:pt x="1567" y="700"/>
                  <a:pt x="1568" y="698"/>
                  <a:pt x="1572" y="697"/>
                </a:cubicBezTo>
                <a:cubicBezTo>
                  <a:pt x="1565" y="709"/>
                  <a:pt x="1566" y="712"/>
                  <a:pt x="1564" y="712"/>
                </a:cubicBezTo>
                <a:cubicBezTo>
                  <a:pt x="1548" y="738"/>
                  <a:pt x="1542" y="752"/>
                  <a:pt x="1533" y="762"/>
                </a:cubicBezTo>
                <a:cubicBezTo>
                  <a:pt x="1527" y="793"/>
                  <a:pt x="1516" y="796"/>
                  <a:pt x="1519" y="807"/>
                </a:cubicBezTo>
                <a:cubicBezTo>
                  <a:pt x="1509" y="836"/>
                  <a:pt x="1506" y="843"/>
                  <a:pt x="1502" y="849"/>
                </a:cubicBezTo>
                <a:cubicBezTo>
                  <a:pt x="1486" y="911"/>
                  <a:pt x="1479" y="924"/>
                  <a:pt x="1479" y="942"/>
                </a:cubicBezTo>
                <a:cubicBezTo>
                  <a:pt x="1466" y="979"/>
                  <a:pt x="1459" y="986"/>
                  <a:pt x="1458" y="997"/>
                </a:cubicBezTo>
                <a:cubicBezTo>
                  <a:pt x="1439" y="1041"/>
                  <a:pt x="1437" y="1046"/>
                  <a:pt x="1437" y="1052"/>
                </a:cubicBezTo>
                <a:cubicBezTo>
                  <a:pt x="1421" y="1085"/>
                  <a:pt x="1419" y="1087"/>
                  <a:pt x="1417" y="1089"/>
                </a:cubicBezTo>
                <a:cubicBezTo>
                  <a:pt x="1406" y="1111"/>
                  <a:pt x="1401" y="1119"/>
                  <a:pt x="1395" y="1126"/>
                </a:cubicBezTo>
                <a:cubicBezTo>
                  <a:pt x="1373" y="1155"/>
                  <a:pt x="1373" y="1163"/>
                  <a:pt x="1364" y="1165"/>
                </a:cubicBezTo>
                <a:cubicBezTo>
                  <a:pt x="1358" y="1177"/>
                  <a:pt x="1365" y="1179"/>
                  <a:pt x="1366" y="1175"/>
                </a:cubicBezTo>
                <a:cubicBezTo>
                  <a:pt x="1386" y="1144"/>
                  <a:pt x="1394" y="1143"/>
                  <a:pt x="1394" y="1137"/>
                </a:cubicBezTo>
                <a:cubicBezTo>
                  <a:pt x="1431" y="1081"/>
                  <a:pt x="1439" y="1061"/>
                  <a:pt x="1448" y="1043"/>
                </a:cubicBezTo>
                <a:cubicBezTo>
                  <a:pt x="1464" y="1004"/>
                  <a:pt x="1466" y="993"/>
                  <a:pt x="1471" y="984"/>
                </a:cubicBezTo>
                <a:cubicBezTo>
                  <a:pt x="1496" y="912"/>
                  <a:pt x="1499" y="902"/>
                  <a:pt x="1501" y="892"/>
                </a:cubicBezTo>
                <a:cubicBezTo>
                  <a:pt x="1512" y="850"/>
                  <a:pt x="1519" y="842"/>
                  <a:pt x="1521" y="831"/>
                </a:cubicBezTo>
                <a:cubicBezTo>
                  <a:pt x="1539" y="782"/>
                  <a:pt x="1541" y="778"/>
                  <a:pt x="1541" y="772"/>
                </a:cubicBezTo>
                <a:cubicBezTo>
                  <a:pt x="1564" y="728"/>
                  <a:pt x="1567" y="727"/>
                  <a:pt x="1568" y="725"/>
                </a:cubicBezTo>
                <a:cubicBezTo>
                  <a:pt x="1586" y="705"/>
                  <a:pt x="1586" y="702"/>
                  <a:pt x="1588" y="701"/>
                </a:cubicBezTo>
                <a:cubicBezTo>
                  <a:pt x="1587" y="710"/>
                  <a:pt x="1582" y="711"/>
                  <a:pt x="1582" y="715"/>
                </a:cubicBezTo>
                <a:cubicBezTo>
                  <a:pt x="1565" y="759"/>
                  <a:pt x="1557" y="757"/>
                  <a:pt x="1560" y="764"/>
                </a:cubicBezTo>
                <a:cubicBezTo>
                  <a:pt x="1544" y="799"/>
                  <a:pt x="1545" y="808"/>
                  <a:pt x="1540" y="814"/>
                </a:cubicBezTo>
                <a:cubicBezTo>
                  <a:pt x="1522" y="867"/>
                  <a:pt x="1526" y="885"/>
                  <a:pt x="1517" y="893"/>
                </a:cubicBezTo>
                <a:cubicBezTo>
                  <a:pt x="1511" y="951"/>
                  <a:pt x="1505" y="961"/>
                  <a:pt x="1502" y="974"/>
                </a:cubicBezTo>
                <a:cubicBezTo>
                  <a:pt x="1488" y="1033"/>
                  <a:pt x="1487" y="1036"/>
                  <a:pt x="1488" y="1040"/>
                </a:cubicBezTo>
                <a:cubicBezTo>
                  <a:pt x="1472" y="1091"/>
                  <a:pt x="1465" y="1093"/>
                  <a:pt x="1465" y="1100"/>
                </a:cubicBezTo>
                <a:cubicBezTo>
                  <a:pt x="1449" y="1137"/>
                  <a:pt x="1447" y="1140"/>
                  <a:pt x="1446" y="1143"/>
                </a:cubicBezTo>
                <a:cubicBezTo>
                  <a:pt x="1454" y="1132"/>
                  <a:pt x="1459" y="1129"/>
                  <a:pt x="1461" y="1123"/>
                </a:cubicBezTo>
                <a:cubicBezTo>
                  <a:pt x="1487" y="1072"/>
                  <a:pt x="1483" y="1063"/>
                  <a:pt x="1489" y="1060"/>
                </a:cubicBezTo>
                <a:cubicBezTo>
                  <a:pt x="1500" y="1013"/>
                  <a:pt x="1511" y="1017"/>
                  <a:pt x="1507" y="1010"/>
                </a:cubicBezTo>
                <a:cubicBezTo>
                  <a:pt x="1511" y="959"/>
                  <a:pt x="1522" y="958"/>
                  <a:pt x="1517" y="946"/>
                </a:cubicBezTo>
                <a:cubicBezTo>
                  <a:pt x="1527" y="897"/>
                  <a:pt x="1531" y="894"/>
                  <a:pt x="1529" y="887"/>
                </a:cubicBezTo>
                <a:cubicBezTo>
                  <a:pt x="1547" y="822"/>
                  <a:pt x="1551" y="815"/>
                  <a:pt x="1554" y="807"/>
                </a:cubicBezTo>
                <a:cubicBezTo>
                  <a:pt x="1573" y="742"/>
                  <a:pt x="1585" y="745"/>
                  <a:pt x="1582" y="738"/>
                </a:cubicBezTo>
                <a:cubicBezTo>
                  <a:pt x="1593" y="722"/>
                  <a:pt x="1591" y="719"/>
                  <a:pt x="1594" y="718"/>
                </a:cubicBezTo>
                <a:cubicBezTo>
                  <a:pt x="1619" y="684"/>
                  <a:pt x="1616" y="687"/>
                  <a:pt x="1615" y="692"/>
                </a:cubicBezTo>
                <a:cubicBezTo>
                  <a:pt x="1599" y="715"/>
                  <a:pt x="1601" y="718"/>
                  <a:pt x="1598" y="719"/>
                </a:cubicBezTo>
                <a:cubicBezTo>
                  <a:pt x="1585" y="740"/>
                  <a:pt x="1585" y="746"/>
                  <a:pt x="1581" y="749"/>
                </a:cubicBezTo>
                <a:cubicBezTo>
                  <a:pt x="1568" y="794"/>
                  <a:pt x="1561" y="795"/>
                  <a:pt x="1562" y="801"/>
                </a:cubicBezTo>
                <a:cubicBezTo>
                  <a:pt x="1546" y="844"/>
                  <a:pt x="1548" y="851"/>
                  <a:pt x="1545" y="855"/>
                </a:cubicBezTo>
                <a:cubicBezTo>
                  <a:pt x="1538" y="894"/>
                  <a:pt x="1537" y="904"/>
                  <a:pt x="1536" y="914"/>
                </a:cubicBezTo>
                <a:cubicBezTo>
                  <a:pt x="1529" y="960"/>
                  <a:pt x="1529" y="966"/>
                  <a:pt x="1526" y="969"/>
                </a:cubicBezTo>
                <a:cubicBezTo>
                  <a:pt x="1512" y="1031"/>
                  <a:pt x="1515" y="1039"/>
                  <a:pt x="1513" y="1043"/>
                </a:cubicBezTo>
                <a:cubicBezTo>
                  <a:pt x="1500" y="1088"/>
                  <a:pt x="1491" y="1087"/>
                  <a:pt x="1493" y="1095"/>
                </a:cubicBezTo>
                <a:cubicBezTo>
                  <a:pt x="1496" y="1099"/>
                  <a:pt x="1498" y="1092"/>
                  <a:pt x="1501" y="1087"/>
                </a:cubicBezTo>
                <a:cubicBezTo>
                  <a:pt x="1520" y="1044"/>
                  <a:pt x="1523" y="1037"/>
                  <a:pt x="1524" y="1030"/>
                </a:cubicBezTo>
                <a:cubicBezTo>
                  <a:pt x="1535" y="1007"/>
                  <a:pt x="1530" y="996"/>
                  <a:pt x="1534" y="990"/>
                </a:cubicBezTo>
                <a:cubicBezTo>
                  <a:pt x="1547" y="920"/>
                  <a:pt x="1543" y="912"/>
                  <a:pt x="1546" y="908"/>
                </a:cubicBezTo>
                <a:cubicBezTo>
                  <a:pt x="1558" y="848"/>
                  <a:pt x="1560" y="836"/>
                  <a:pt x="1564" y="825"/>
                </a:cubicBezTo>
                <a:cubicBezTo>
                  <a:pt x="1596" y="749"/>
                  <a:pt x="1597" y="736"/>
                  <a:pt x="1604" y="727"/>
                </a:cubicBezTo>
                <a:cubicBezTo>
                  <a:pt x="1617" y="708"/>
                  <a:pt x="1618" y="702"/>
                  <a:pt x="1621" y="697"/>
                </a:cubicBezTo>
                <a:cubicBezTo>
                  <a:pt x="1645" y="666"/>
                  <a:pt x="1646" y="660"/>
                  <a:pt x="1649" y="655"/>
                </a:cubicBezTo>
                <a:cubicBezTo>
                  <a:pt x="1664" y="655"/>
                  <a:pt x="1660" y="659"/>
                  <a:pt x="1655" y="663"/>
                </a:cubicBezTo>
                <a:cubicBezTo>
                  <a:pt x="1646" y="680"/>
                  <a:pt x="1644" y="682"/>
                  <a:pt x="1640" y="683"/>
                </a:cubicBezTo>
                <a:cubicBezTo>
                  <a:pt x="1628" y="709"/>
                  <a:pt x="1626" y="711"/>
                  <a:pt x="1624" y="712"/>
                </a:cubicBezTo>
                <a:cubicBezTo>
                  <a:pt x="1609" y="739"/>
                  <a:pt x="1613" y="749"/>
                  <a:pt x="1606" y="751"/>
                </a:cubicBezTo>
                <a:cubicBezTo>
                  <a:pt x="1591" y="789"/>
                  <a:pt x="1590" y="796"/>
                  <a:pt x="1586" y="801"/>
                </a:cubicBezTo>
                <a:cubicBezTo>
                  <a:pt x="1573" y="863"/>
                  <a:pt x="1567" y="866"/>
                  <a:pt x="1571" y="877"/>
                </a:cubicBezTo>
                <a:cubicBezTo>
                  <a:pt x="1569" y="1011"/>
                  <a:pt x="1566" y="1004"/>
                  <a:pt x="1567" y="1000"/>
                </a:cubicBezTo>
                <a:cubicBezTo>
                  <a:pt x="1584" y="947"/>
                  <a:pt x="1586" y="936"/>
                  <a:pt x="1591" y="926"/>
                </a:cubicBezTo>
                <a:cubicBezTo>
                  <a:pt x="1618" y="817"/>
                  <a:pt x="1621" y="806"/>
                  <a:pt x="1623" y="794"/>
                </a:cubicBezTo>
                <a:cubicBezTo>
                  <a:pt x="1638" y="752"/>
                  <a:pt x="1642" y="741"/>
                  <a:pt x="1647" y="730"/>
                </a:cubicBezTo>
                <a:cubicBezTo>
                  <a:pt x="1665" y="691"/>
                  <a:pt x="1667" y="688"/>
                  <a:pt x="1670" y="686"/>
                </a:cubicBezTo>
                <a:cubicBezTo>
                  <a:pt x="1680" y="666"/>
                  <a:pt x="1683" y="662"/>
                  <a:pt x="1685" y="657"/>
                </a:cubicBezTo>
                <a:cubicBezTo>
                  <a:pt x="1698" y="643"/>
                  <a:pt x="1698" y="640"/>
                  <a:pt x="1701" y="639"/>
                </a:cubicBezTo>
                <a:cubicBezTo>
                  <a:pt x="1715" y="633"/>
                  <a:pt x="1706" y="644"/>
                  <a:pt x="1697" y="655"/>
                </a:cubicBezTo>
                <a:cubicBezTo>
                  <a:pt x="1662" y="708"/>
                  <a:pt x="1663" y="716"/>
                  <a:pt x="1658" y="719"/>
                </a:cubicBezTo>
                <a:cubicBezTo>
                  <a:pt x="1644" y="762"/>
                  <a:pt x="1639" y="772"/>
                  <a:pt x="1639" y="785"/>
                </a:cubicBezTo>
                <a:cubicBezTo>
                  <a:pt x="1619" y="855"/>
                  <a:pt x="1616" y="860"/>
                  <a:pt x="1616" y="867"/>
                </a:cubicBezTo>
                <a:cubicBezTo>
                  <a:pt x="1604" y="896"/>
                  <a:pt x="1606" y="912"/>
                  <a:pt x="1600" y="923"/>
                </a:cubicBezTo>
                <a:cubicBezTo>
                  <a:pt x="1589" y="968"/>
                  <a:pt x="1585" y="973"/>
                  <a:pt x="1586" y="981"/>
                </a:cubicBezTo>
                <a:cubicBezTo>
                  <a:pt x="1573" y="1022"/>
                  <a:pt x="1565" y="1025"/>
                  <a:pt x="1566" y="1033"/>
                </a:cubicBezTo>
                <a:cubicBezTo>
                  <a:pt x="1553" y="1054"/>
                  <a:pt x="1550" y="1059"/>
                  <a:pt x="1545" y="1063"/>
                </a:cubicBezTo>
                <a:cubicBezTo>
                  <a:pt x="1509" y="1110"/>
                  <a:pt x="1503" y="1109"/>
                  <a:pt x="1506" y="1115"/>
                </a:cubicBezTo>
                <a:cubicBezTo>
                  <a:pt x="1523" y="1102"/>
                  <a:pt x="1526" y="1099"/>
                  <a:pt x="1529" y="1095"/>
                </a:cubicBezTo>
                <a:cubicBezTo>
                  <a:pt x="1541" y="1079"/>
                  <a:pt x="1546" y="1077"/>
                  <a:pt x="1547" y="1072"/>
                </a:cubicBezTo>
                <a:cubicBezTo>
                  <a:pt x="1566" y="1044"/>
                  <a:pt x="1569" y="1040"/>
                  <a:pt x="1573" y="1036"/>
                </a:cubicBezTo>
                <a:close/>
                <a:moveTo>
                  <a:pt x="1704" y="888"/>
                </a:moveTo>
                <a:cubicBezTo>
                  <a:pt x="1709" y="888"/>
                  <a:pt x="1703" y="895"/>
                  <a:pt x="1704" y="897"/>
                </a:cubicBezTo>
                <a:cubicBezTo>
                  <a:pt x="1680" y="926"/>
                  <a:pt x="1684" y="933"/>
                  <a:pt x="1677" y="933"/>
                </a:cubicBezTo>
                <a:cubicBezTo>
                  <a:pt x="1692" y="888"/>
                  <a:pt x="1696" y="888"/>
                  <a:pt x="1694" y="884"/>
                </a:cubicBezTo>
                <a:cubicBezTo>
                  <a:pt x="1720" y="791"/>
                  <a:pt x="1729" y="785"/>
                  <a:pt x="1725" y="772"/>
                </a:cubicBezTo>
                <a:cubicBezTo>
                  <a:pt x="1737" y="743"/>
                  <a:pt x="1738" y="735"/>
                  <a:pt x="1742" y="729"/>
                </a:cubicBezTo>
                <a:cubicBezTo>
                  <a:pt x="1754" y="700"/>
                  <a:pt x="1755" y="692"/>
                  <a:pt x="1761" y="688"/>
                </a:cubicBezTo>
                <a:cubicBezTo>
                  <a:pt x="1767" y="673"/>
                  <a:pt x="1768" y="669"/>
                  <a:pt x="1770" y="666"/>
                </a:cubicBezTo>
                <a:cubicBezTo>
                  <a:pt x="1790" y="634"/>
                  <a:pt x="1785" y="626"/>
                  <a:pt x="1792" y="627"/>
                </a:cubicBezTo>
                <a:cubicBezTo>
                  <a:pt x="1795" y="624"/>
                  <a:pt x="1796" y="629"/>
                  <a:pt x="1795" y="633"/>
                </a:cubicBezTo>
                <a:cubicBezTo>
                  <a:pt x="1779" y="657"/>
                  <a:pt x="1783" y="666"/>
                  <a:pt x="1777" y="667"/>
                </a:cubicBezTo>
                <a:cubicBezTo>
                  <a:pt x="1760" y="709"/>
                  <a:pt x="1759" y="717"/>
                  <a:pt x="1754" y="722"/>
                </a:cubicBezTo>
                <a:cubicBezTo>
                  <a:pt x="1745" y="753"/>
                  <a:pt x="1749" y="759"/>
                  <a:pt x="1745" y="759"/>
                </a:cubicBezTo>
                <a:cubicBezTo>
                  <a:pt x="1733" y="796"/>
                  <a:pt x="1737" y="802"/>
                  <a:pt x="1733" y="803"/>
                </a:cubicBezTo>
                <a:cubicBezTo>
                  <a:pt x="1722" y="841"/>
                  <a:pt x="1717" y="851"/>
                  <a:pt x="1715" y="864"/>
                </a:cubicBezTo>
                <a:cubicBezTo>
                  <a:pt x="1700" y="892"/>
                  <a:pt x="1704" y="892"/>
                  <a:pt x="1704" y="888"/>
                </a:cubicBezTo>
                <a:close/>
                <a:moveTo>
                  <a:pt x="1534" y="299"/>
                </a:moveTo>
                <a:cubicBezTo>
                  <a:pt x="1541" y="296"/>
                  <a:pt x="1544" y="300"/>
                  <a:pt x="1551" y="298"/>
                </a:cubicBezTo>
                <a:cubicBezTo>
                  <a:pt x="1606" y="305"/>
                  <a:pt x="1609" y="310"/>
                  <a:pt x="1615" y="309"/>
                </a:cubicBezTo>
                <a:cubicBezTo>
                  <a:pt x="1665" y="320"/>
                  <a:pt x="1668" y="324"/>
                  <a:pt x="1675" y="322"/>
                </a:cubicBezTo>
                <a:cubicBezTo>
                  <a:pt x="1725" y="336"/>
                  <a:pt x="1725" y="345"/>
                  <a:pt x="1732" y="343"/>
                </a:cubicBezTo>
                <a:cubicBezTo>
                  <a:pt x="1776" y="364"/>
                  <a:pt x="1782" y="363"/>
                  <a:pt x="1783" y="369"/>
                </a:cubicBezTo>
                <a:cubicBezTo>
                  <a:pt x="1805" y="373"/>
                  <a:pt x="1804" y="382"/>
                  <a:pt x="1812" y="379"/>
                </a:cubicBezTo>
                <a:cubicBezTo>
                  <a:pt x="1845" y="400"/>
                  <a:pt x="1856" y="399"/>
                  <a:pt x="1863" y="406"/>
                </a:cubicBezTo>
                <a:cubicBezTo>
                  <a:pt x="1911" y="424"/>
                  <a:pt x="1920" y="418"/>
                  <a:pt x="1923" y="421"/>
                </a:cubicBezTo>
                <a:cubicBezTo>
                  <a:pt x="1958" y="431"/>
                  <a:pt x="1968" y="425"/>
                  <a:pt x="1969" y="431"/>
                </a:cubicBezTo>
                <a:cubicBezTo>
                  <a:pt x="1954" y="441"/>
                  <a:pt x="1952" y="436"/>
                  <a:pt x="1948" y="435"/>
                </a:cubicBezTo>
                <a:cubicBezTo>
                  <a:pt x="1904" y="430"/>
                  <a:pt x="1898" y="426"/>
                  <a:pt x="1891" y="425"/>
                </a:cubicBezTo>
                <a:cubicBezTo>
                  <a:pt x="1826" y="407"/>
                  <a:pt x="1828" y="397"/>
                  <a:pt x="1822" y="400"/>
                </a:cubicBezTo>
                <a:cubicBezTo>
                  <a:pt x="1792" y="385"/>
                  <a:pt x="1790" y="382"/>
                  <a:pt x="1786" y="382"/>
                </a:cubicBezTo>
                <a:cubicBezTo>
                  <a:pt x="1758" y="367"/>
                  <a:pt x="1754" y="368"/>
                  <a:pt x="1754" y="365"/>
                </a:cubicBezTo>
                <a:cubicBezTo>
                  <a:pt x="1735" y="356"/>
                  <a:pt x="1730" y="353"/>
                  <a:pt x="1723" y="351"/>
                </a:cubicBezTo>
                <a:cubicBezTo>
                  <a:pt x="1699" y="338"/>
                  <a:pt x="1689" y="341"/>
                  <a:pt x="1684" y="336"/>
                </a:cubicBezTo>
                <a:cubicBezTo>
                  <a:pt x="1637" y="322"/>
                  <a:pt x="1631" y="319"/>
                  <a:pt x="1625" y="316"/>
                </a:cubicBezTo>
                <a:cubicBezTo>
                  <a:pt x="1552" y="306"/>
                  <a:pt x="1547" y="305"/>
                  <a:pt x="1542" y="306"/>
                </a:cubicBezTo>
                <a:cubicBezTo>
                  <a:pt x="1519" y="295"/>
                  <a:pt x="1527" y="303"/>
                  <a:pt x="1534" y="299"/>
                </a:cubicBezTo>
                <a:close/>
                <a:moveTo>
                  <a:pt x="1968" y="449"/>
                </a:moveTo>
                <a:cubicBezTo>
                  <a:pt x="1969" y="454"/>
                  <a:pt x="1963" y="455"/>
                  <a:pt x="1960" y="452"/>
                </a:cubicBezTo>
                <a:cubicBezTo>
                  <a:pt x="1960" y="449"/>
                  <a:pt x="1965" y="450"/>
                  <a:pt x="1968" y="449"/>
                </a:cubicBezTo>
                <a:close/>
                <a:moveTo>
                  <a:pt x="1567" y="324"/>
                </a:moveTo>
                <a:cubicBezTo>
                  <a:pt x="1564" y="319"/>
                  <a:pt x="1555" y="323"/>
                  <a:pt x="1551" y="320"/>
                </a:cubicBezTo>
                <a:cubicBezTo>
                  <a:pt x="1450" y="299"/>
                  <a:pt x="1460" y="303"/>
                  <a:pt x="1463" y="303"/>
                </a:cubicBezTo>
                <a:cubicBezTo>
                  <a:pt x="1502" y="303"/>
                  <a:pt x="1506" y="306"/>
                  <a:pt x="1511" y="307"/>
                </a:cubicBezTo>
                <a:cubicBezTo>
                  <a:pt x="1565" y="311"/>
                  <a:pt x="1566" y="318"/>
                  <a:pt x="1572" y="316"/>
                </a:cubicBezTo>
                <a:cubicBezTo>
                  <a:pt x="1642" y="329"/>
                  <a:pt x="1649" y="335"/>
                  <a:pt x="1660" y="336"/>
                </a:cubicBezTo>
                <a:cubicBezTo>
                  <a:pt x="1704" y="352"/>
                  <a:pt x="1706" y="355"/>
                  <a:pt x="1710" y="354"/>
                </a:cubicBezTo>
                <a:cubicBezTo>
                  <a:pt x="1734" y="367"/>
                  <a:pt x="1739" y="368"/>
                  <a:pt x="1744" y="370"/>
                </a:cubicBezTo>
                <a:cubicBezTo>
                  <a:pt x="1759" y="383"/>
                  <a:pt x="1767" y="380"/>
                  <a:pt x="1770" y="382"/>
                </a:cubicBezTo>
                <a:cubicBezTo>
                  <a:pt x="1788" y="392"/>
                  <a:pt x="1791" y="396"/>
                  <a:pt x="1797" y="395"/>
                </a:cubicBezTo>
                <a:cubicBezTo>
                  <a:pt x="1858" y="428"/>
                  <a:pt x="1872" y="424"/>
                  <a:pt x="1879" y="432"/>
                </a:cubicBezTo>
                <a:cubicBezTo>
                  <a:pt x="1917" y="440"/>
                  <a:pt x="1925" y="442"/>
                  <a:pt x="1932" y="444"/>
                </a:cubicBezTo>
                <a:cubicBezTo>
                  <a:pt x="1950" y="451"/>
                  <a:pt x="1943" y="456"/>
                  <a:pt x="1942" y="451"/>
                </a:cubicBezTo>
                <a:cubicBezTo>
                  <a:pt x="1913" y="449"/>
                  <a:pt x="1907" y="449"/>
                  <a:pt x="1902" y="447"/>
                </a:cubicBezTo>
                <a:cubicBezTo>
                  <a:pt x="1879" y="443"/>
                  <a:pt x="1872" y="443"/>
                  <a:pt x="1869" y="438"/>
                </a:cubicBezTo>
                <a:cubicBezTo>
                  <a:pt x="1814" y="426"/>
                  <a:pt x="1813" y="418"/>
                  <a:pt x="1804" y="421"/>
                </a:cubicBezTo>
                <a:cubicBezTo>
                  <a:pt x="1757" y="398"/>
                  <a:pt x="1753" y="395"/>
                  <a:pt x="1748" y="393"/>
                </a:cubicBezTo>
                <a:cubicBezTo>
                  <a:pt x="1726" y="379"/>
                  <a:pt x="1714" y="379"/>
                  <a:pt x="1706" y="372"/>
                </a:cubicBezTo>
                <a:cubicBezTo>
                  <a:pt x="1669" y="351"/>
                  <a:pt x="1663" y="354"/>
                  <a:pt x="1663" y="351"/>
                </a:cubicBezTo>
                <a:cubicBezTo>
                  <a:pt x="1643" y="344"/>
                  <a:pt x="1639" y="340"/>
                  <a:pt x="1632" y="341"/>
                </a:cubicBezTo>
                <a:cubicBezTo>
                  <a:pt x="1598" y="327"/>
                  <a:pt x="1591" y="328"/>
                  <a:pt x="1585" y="327"/>
                </a:cubicBezTo>
                <a:close/>
                <a:moveTo>
                  <a:pt x="1948" y="481"/>
                </a:moveTo>
                <a:cubicBezTo>
                  <a:pt x="1943" y="482"/>
                  <a:pt x="1946" y="488"/>
                  <a:pt x="1940" y="487"/>
                </a:cubicBezTo>
                <a:cubicBezTo>
                  <a:pt x="1944" y="482"/>
                  <a:pt x="1944" y="475"/>
                  <a:pt x="1953" y="474"/>
                </a:cubicBezTo>
                <a:cubicBezTo>
                  <a:pt x="1955" y="479"/>
                  <a:pt x="1949" y="479"/>
                  <a:pt x="1948" y="481"/>
                </a:cubicBezTo>
                <a:close/>
                <a:moveTo>
                  <a:pt x="1923" y="470"/>
                </a:moveTo>
                <a:cubicBezTo>
                  <a:pt x="1920" y="466"/>
                  <a:pt x="1912" y="469"/>
                  <a:pt x="1907" y="466"/>
                </a:cubicBezTo>
                <a:cubicBezTo>
                  <a:pt x="1879" y="465"/>
                  <a:pt x="1874" y="467"/>
                  <a:pt x="1873" y="464"/>
                </a:cubicBezTo>
                <a:cubicBezTo>
                  <a:pt x="1838" y="455"/>
                  <a:pt x="1833" y="454"/>
                  <a:pt x="1829" y="452"/>
                </a:cubicBezTo>
                <a:cubicBezTo>
                  <a:pt x="1753" y="419"/>
                  <a:pt x="1749" y="416"/>
                  <a:pt x="1745" y="414"/>
                </a:cubicBezTo>
                <a:cubicBezTo>
                  <a:pt x="1687" y="386"/>
                  <a:pt x="1681" y="389"/>
                  <a:pt x="1680" y="385"/>
                </a:cubicBezTo>
                <a:cubicBezTo>
                  <a:pt x="1662" y="375"/>
                  <a:pt x="1659" y="374"/>
                  <a:pt x="1656" y="374"/>
                </a:cubicBezTo>
                <a:cubicBezTo>
                  <a:pt x="1619" y="357"/>
                  <a:pt x="1617" y="350"/>
                  <a:pt x="1610" y="352"/>
                </a:cubicBezTo>
                <a:cubicBezTo>
                  <a:pt x="1571" y="325"/>
                  <a:pt x="1576" y="333"/>
                  <a:pt x="1579" y="330"/>
                </a:cubicBezTo>
                <a:cubicBezTo>
                  <a:pt x="1615" y="345"/>
                  <a:pt x="1630" y="345"/>
                  <a:pt x="1640" y="350"/>
                </a:cubicBezTo>
                <a:cubicBezTo>
                  <a:pt x="1669" y="363"/>
                  <a:pt x="1671" y="364"/>
                  <a:pt x="1672" y="367"/>
                </a:cubicBezTo>
                <a:cubicBezTo>
                  <a:pt x="1726" y="389"/>
                  <a:pt x="1726" y="395"/>
                  <a:pt x="1730" y="394"/>
                </a:cubicBezTo>
                <a:cubicBezTo>
                  <a:pt x="1758" y="411"/>
                  <a:pt x="1765" y="409"/>
                  <a:pt x="1769" y="414"/>
                </a:cubicBezTo>
                <a:cubicBezTo>
                  <a:pt x="1815" y="430"/>
                  <a:pt x="1822" y="439"/>
                  <a:pt x="1838" y="437"/>
                </a:cubicBezTo>
                <a:cubicBezTo>
                  <a:pt x="1891" y="455"/>
                  <a:pt x="1892" y="458"/>
                  <a:pt x="1895" y="458"/>
                </a:cubicBezTo>
                <a:cubicBezTo>
                  <a:pt x="1925" y="456"/>
                  <a:pt x="1939" y="461"/>
                  <a:pt x="1947" y="464"/>
                </a:cubicBezTo>
                <a:cubicBezTo>
                  <a:pt x="1946" y="472"/>
                  <a:pt x="1931" y="465"/>
                  <a:pt x="1923" y="470"/>
                </a:cubicBezTo>
                <a:close/>
                <a:moveTo>
                  <a:pt x="1923" y="528"/>
                </a:moveTo>
                <a:cubicBezTo>
                  <a:pt x="1926" y="518"/>
                  <a:pt x="1933" y="511"/>
                  <a:pt x="1938" y="503"/>
                </a:cubicBezTo>
                <a:cubicBezTo>
                  <a:pt x="1972" y="476"/>
                  <a:pt x="1969" y="477"/>
                  <a:pt x="1969" y="479"/>
                </a:cubicBezTo>
                <a:cubicBezTo>
                  <a:pt x="1958" y="497"/>
                  <a:pt x="1958" y="501"/>
                  <a:pt x="1956" y="504"/>
                </a:cubicBezTo>
                <a:cubicBezTo>
                  <a:pt x="1932" y="538"/>
                  <a:pt x="1936" y="549"/>
                  <a:pt x="1929" y="553"/>
                </a:cubicBezTo>
                <a:cubicBezTo>
                  <a:pt x="1901" y="608"/>
                  <a:pt x="1903" y="613"/>
                  <a:pt x="1901" y="616"/>
                </a:cubicBezTo>
                <a:cubicBezTo>
                  <a:pt x="1866" y="694"/>
                  <a:pt x="1857" y="699"/>
                  <a:pt x="1856" y="708"/>
                </a:cubicBezTo>
                <a:cubicBezTo>
                  <a:pt x="1838" y="738"/>
                  <a:pt x="1833" y="746"/>
                  <a:pt x="1828" y="753"/>
                </a:cubicBezTo>
                <a:cubicBezTo>
                  <a:pt x="1818" y="768"/>
                  <a:pt x="1816" y="771"/>
                  <a:pt x="1814" y="775"/>
                </a:cubicBezTo>
                <a:cubicBezTo>
                  <a:pt x="1784" y="808"/>
                  <a:pt x="1782" y="812"/>
                  <a:pt x="1780" y="815"/>
                </a:cubicBezTo>
                <a:cubicBezTo>
                  <a:pt x="1787" y="794"/>
                  <a:pt x="1788" y="787"/>
                  <a:pt x="1791" y="782"/>
                </a:cubicBezTo>
                <a:cubicBezTo>
                  <a:pt x="1812" y="744"/>
                  <a:pt x="1811" y="736"/>
                  <a:pt x="1815" y="731"/>
                </a:cubicBezTo>
                <a:cubicBezTo>
                  <a:pt x="1845" y="671"/>
                  <a:pt x="1848" y="658"/>
                  <a:pt x="1853" y="647"/>
                </a:cubicBezTo>
                <a:cubicBezTo>
                  <a:pt x="1865" y="618"/>
                  <a:pt x="1870" y="618"/>
                  <a:pt x="1870" y="615"/>
                </a:cubicBezTo>
                <a:cubicBezTo>
                  <a:pt x="1884" y="588"/>
                  <a:pt x="1881" y="581"/>
                  <a:pt x="1886" y="581"/>
                </a:cubicBezTo>
                <a:cubicBezTo>
                  <a:pt x="1902" y="555"/>
                  <a:pt x="1903" y="553"/>
                  <a:pt x="1902" y="549"/>
                </a:cubicBezTo>
                <a:close/>
                <a:moveTo>
                  <a:pt x="1897" y="530"/>
                </a:moveTo>
                <a:cubicBezTo>
                  <a:pt x="1900" y="530"/>
                  <a:pt x="1902" y="528"/>
                  <a:pt x="1902" y="525"/>
                </a:cubicBezTo>
                <a:cubicBezTo>
                  <a:pt x="1921" y="520"/>
                  <a:pt x="1910" y="520"/>
                  <a:pt x="1909" y="526"/>
                </a:cubicBezTo>
                <a:cubicBezTo>
                  <a:pt x="1880" y="565"/>
                  <a:pt x="1883" y="570"/>
                  <a:pt x="1880" y="571"/>
                </a:cubicBezTo>
                <a:cubicBezTo>
                  <a:pt x="1866" y="602"/>
                  <a:pt x="1857" y="609"/>
                  <a:pt x="1858" y="621"/>
                </a:cubicBezTo>
                <a:cubicBezTo>
                  <a:pt x="1825" y="682"/>
                  <a:pt x="1824" y="691"/>
                  <a:pt x="1818" y="697"/>
                </a:cubicBezTo>
                <a:cubicBezTo>
                  <a:pt x="1794" y="747"/>
                  <a:pt x="1794" y="753"/>
                  <a:pt x="1791" y="758"/>
                </a:cubicBezTo>
                <a:cubicBezTo>
                  <a:pt x="1780" y="779"/>
                  <a:pt x="1781" y="783"/>
                  <a:pt x="1778" y="784"/>
                </a:cubicBezTo>
                <a:cubicBezTo>
                  <a:pt x="1763" y="815"/>
                  <a:pt x="1763" y="820"/>
                  <a:pt x="1761" y="825"/>
                </a:cubicBezTo>
                <a:cubicBezTo>
                  <a:pt x="1742" y="853"/>
                  <a:pt x="1738" y="859"/>
                  <a:pt x="1730" y="862"/>
                </a:cubicBezTo>
                <a:cubicBezTo>
                  <a:pt x="1712" y="896"/>
                  <a:pt x="1713" y="894"/>
                  <a:pt x="1714" y="893"/>
                </a:cubicBezTo>
                <a:cubicBezTo>
                  <a:pt x="1733" y="846"/>
                  <a:pt x="1741" y="839"/>
                  <a:pt x="1745" y="830"/>
                </a:cubicBezTo>
                <a:cubicBezTo>
                  <a:pt x="1765" y="800"/>
                  <a:pt x="1765" y="788"/>
                  <a:pt x="1771" y="781"/>
                </a:cubicBezTo>
                <a:cubicBezTo>
                  <a:pt x="1785" y="750"/>
                  <a:pt x="1782" y="742"/>
                  <a:pt x="1786" y="739"/>
                </a:cubicBezTo>
                <a:cubicBezTo>
                  <a:pt x="1790" y="719"/>
                  <a:pt x="1799" y="720"/>
                  <a:pt x="1796" y="712"/>
                </a:cubicBezTo>
                <a:cubicBezTo>
                  <a:pt x="1816" y="669"/>
                  <a:pt x="1812" y="661"/>
                  <a:pt x="1818" y="660"/>
                </a:cubicBezTo>
                <a:cubicBezTo>
                  <a:pt x="1829" y="643"/>
                  <a:pt x="1826" y="635"/>
                  <a:pt x="1833" y="633"/>
                </a:cubicBezTo>
                <a:cubicBezTo>
                  <a:pt x="1843" y="612"/>
                  <a:pt x="1842" y="605"/>
                  <a:pt x="1845" y="599"/>
                </a:cubicBezTo>
                <a:cubicBezTo>
                  <a:pt x="1856" y="588"/>
                  <a:pt x="1855" y="583"/>
                  <a:pt x="1859" y="581"/>
                </a:cubicBezTo>
                <a:cubicBezTo>
                  <a:pt x="1885" y="546"/>
                  <a:pt x="1893" y="540"/>
                  <a:pt x="1897" y="530"/>
                </a:cubicBezTo>
                <a:close/>
                <a:moveTo>
                  <a:pt x="1824" y="596"/>
                </a:moveTo>
                <a:cubicBezTo>
                  <a:pt x="1827" y="593"/>
                  <a:pt x="1832" y="591"/>
                  <a:pt x="1831" y="584"/>
                </a:cubicBezTo>
                <a:cubicBezTo>
                  <a:pt x="1861" y="547"/>
                  <a:pt x="1867" y="544"/>
                  <a:pt x="1869" y="540"/>
                </a:cubicBezTo>
                <a:cubicBezTo>
                  <a:pt x="1888" y="530"/>
                  <a:pt x="1879" y="535"/>
                  <a:pt x="1880" y="538"/>
                </a:cubicBezTo>
                <a:cubicBezTo>
                  <a:pt x="1870" y="552"/>
                  <a:pt x="1866" y="551"/>
                  <a:pt x="1867" y="553"/>
                </a:cubicBezTo>
                <a:cubicBezTo>
                  <a:pt x="1850" y="569"/>
                  <a:pt x="1854" y="575"/>
                  <a:pt x="1850" y="576"/>
                </a:cubicBezTo>
                <a:cubicBezTo>
                  <a:pt x="1822" y="623"/>
                  <a:pt x="1825" y="632"/>
                  <a:pt x="1818" y="633"/>
                </a:cubicBezTo>
                <a:cubicBezTo>
                  <a:pt x="1805" y="665"/>
                  <a:pt x="1801" y="669"/>
                  <a:pt x="1801" y="674"/>
                </a:cubicBezTo>
                <a:cubicBezTo>
                  <a:pt x="1786" y="713"/>
                  <a:pt x="1784" y="727"/>
                  <a:pt x="1776" y="736"/>
                </a:cubicBezTo>
                <a:cubicBezTo>
                  <a:pt x="1773" y="758"/>
                  <a:pt x="1767" y="757"/>
                  <a:pt x="1768" y="762"/>
                </a:cubicBezTo>
                <a:cubicBezTo>
                  <a:pt x="1745" y="811"/>
                  <a:pt x="1743" y="823"/>
                  <a:pt x="1736" y="832"/>
                </a:cubicBezTo>
                <a:cubicBezTo>
                  <a:pt x="1737" y="820"/>
                  <a:pt x="1738" y="815"/>
                  <a:pt x="1741" y="813"/>
                </a:cubicBezTo>
                <a:cubicBezTo>
                  <a:pt x="1751" y="780"/>
                  <a:pt x="1752" y="770"/>
                  <a:pt x="1754" y="762"/>
                </a:cubicBezTo>
                <a:cubicBezTo>
                  <a:pt x="1769" y="712"/>
                  <a:pt x="1770" y="705"/>
                  <a:pt x="1774" y="701"/>
                </a:cubicBezTo>
                <a:cubicBezTo>
                  <a:pt x="1782" y="677"/>
                  <a:pt x="1787" y="673"/>
                  <a:pt x="1791" y="669"/>
                </a:cubicBezTo>
                <a:cubicBezTo>
                  <a:pt x="1796" y="652"/>
                  <a:pt x="1795" y="650"/>
                  <a:pt x="1796" y="648"/>
                </a:cubicBezTo>
                <a:cubicBezTo>
                  <a:pt x="1802" y="634"/>
                  <a:pt x="1807" y="627"/>
                  <a:pt x="1811" y="619"/>
                </a:cubicBezTo>
                <a:close/>
                <a:moveTo>
                  <a:pt x="1818" y="584"/>
                </a:moveTo>
                <a:cubicBezTo>
                  <a:pt x="1823" y="584"/>
                  <a:pt x="1819" y="591"/>
                  <a:pt x="1817" y="591"/>
                </a:cubicBezTo>
                <a:cubicBezTo>
                  <a:pt x="1813" y="593"/>
                  <a:pt x="1817" y="600"/>
                  <a:pt x="1809" y="599"/>
                </a:cubicBezTo>
                <a:cubicBezTo>
                  <a:pt x="1809" y="592"/>
                  <a:pt x="1818" y="591"/>
                  <a:pt x="1818" y="584"/>
                </a:cubicBezTo>
                <a:close/>
                <a:moveTo>
                  <a:pt x="1372" y="654"/>
                </a:moveTo>
                <a:cubicBezTo>
                  <a:pt x="1369" y="651"/>
                  <a:pt x="1365" y="650"/>
                  <a:pt x="1362" y="649"/>
                </a:cubicBezTo>
                <a:cubicBezTo>
                  <a:pt x="1364" y="641"/>
                  <a:pt x="1368" y="652"/>
                  <a:pt x="1373" y="649"/>
                </a:cubicBezTo>
                <a:cubicBezTo>
                  <a:pt x="1376" y="652"/>
                  <a:pt x="1379" y="652"/>
                  <a:pt x="1383" y="654"/>
                </a:cubicBezTo>
                <a:cubicBezTo>
                  <a:pt x="1381" y="662"/>
                  <a:pt x="1377" y="650"/>
                  <a:pt x="1372" y="654"/>
                </a:cubicBezTo>
                <a:close/>
                <a:moveTo>
                  <a:pt x="1400" y="662"/>
                </a:moveTo>
                <a:cubicBezTo>
                  <a:pt x="1395" y="661"/>
                  <a:pt x="1390" y="659"/>
                  <a:pt x="1386" y="658"/>
                </a:cubicBezTo>
                <a:cubicBezTo>
                  <a:pt x="1387" y="652"/>
                  <a:pt x="1393" y="662"/>
                  <a:pt x="1399" y="658"/>
                </a:cubicBezTo>
                <a:cubicBezTo>
                  <a:pt x="1402" y="661"/>
                  <a:pt x="1407" y="664"/>
                  <a:pt x="1413" y="664"/>
                </a:cubicBezTo>
                <a:cubicBezTo>
                  <a:pt x="1412" y="669"/>
                  <a:pt x="1402" y="664"/>
                  <a:pt x="1400" y="662"/>
                </a:cubicBezTo>
                <a:close/>
                <a:moveTo>
                  <a:pt x="1440" y="675"/>
                </a:moveTo>
                <a:cubicBezTo>
                  <a:pt x="1434" y="672"/>
                  <a:pt x="1443" y="674"/>
                  <a:pt x="1446" y="674"/>
                </a:cubicBezTo>
                <a:cubicBezTo>
                  <a:pt x="1445" y="678"/>
                  <a:pt x="1442" y="675"/>
                  <a:pt x="1440" y="675"/>
                </a:cubicBezTo>
                <a:close/>
                <a:moveTo>
                  <a:pt x="1398" y="704"/>
                </a:moveTo>
                <a:cubicBezTo>
                  <a:pt x="1398" y="699"/>
                  <a:pt x="1406" y="702"/>
                  <a:pt x="1407" y="703"/>
                </a:cubicBezTo>
                <a:cubicBezTo>
                  <a:pt x="1407" y="709"/>
                  <a:pt x="1402" y="701"/>
                  <a:pt x="1398" y="704"/>
                </a:cubicBezTo>
                <a:close/>
                <a:moveTo>
                  <a:pt x="1433" y="709"/>
                </a:moveTo>
                <a:cubicBezTo>
                  <a:pt x="1426" y="706"/>
                  <a:pt x="1436" y="708"/>
                  <a:pt x="1439" y="708"/>
                </a:cubicBezTo>
                <a:cubicBezTo>
                  <a:pt x="1438" y="712"/>
                  <a:pt x="1435" y="709"/>
                  <a:pt x="1433" y="709"/>
                </a:cubicBezTo>
                <a:close/>
                <a:moveTo>
                  <a:pt x="1135" y="916"/>
                </a:moveTo>
                <a:cubicBezTo>
                  <a:pt x="1134" y="916"/>
                  <a:pt x="1132" y="916"/>
                  <a:pt x="1131" y="916"/>
                </a:cubicBezTo>
                <a:cubicBezTo>
                  <a:pt x="1129" y="912"/>
                  <a:pt x="1133" y="912"/>
                  <a:pt x="1137" y="911"/>
                </a:cubicBezTo>
                <a:cubicBezTo>
                  <a:pt x="1137" y="913"/>
                  <a:pt x="1135" y="913"/>
                  <a:pt x="1135" y="916"/>
                </a:cubicBezTo>
                <a:close/>
                <a:moveTo>
                  <a:pt x="1156" y="896"/>
                </a:moveTo>
                <a:cubicBezTo>
                  <a:pt x="1150" y="895"/>
                  <a:pt x="1160" y="891"/>
                  <a:pt x="1159" y="887"/>
                </a:cubicBezTo>
                <a:cubicBezTo>
                  <a:pt x="1162" y="887"/>
                  <a:pt x="1165" y="886"/>
                  <a:pt x="1165" y="884"/>
                </a:cubicBezTo>
                <a:cubicBezTo>
                  <a:pt x="1172" y="888"/>
                  <a:pt x="1156" y="891"/>
                  <a:pt x="1156" y="896"/>
                </a:cubicBezTo>
                <a:close/>
                <a:moveTo>
                  <a:pt x="1242" y="819"/>
                </a:moveTo>
                <a:cubicBezTo>
                  <a:pt x="1244" y="815"/>
                  <a:pt x="1243" y="813"/>
                  <a:pt x="1240" y="810"/>
                </a:cubicBezTo>
                <a:cubicBezTo>
                  <a:pt x="1230" y="814"/>
                  <a:pt x="1224" y="810"/>
                  <a:pt x="1216" y="810"/>
                </a:cubicBezTo>
                <a:cubicBezTo>
                  <a:pt x="1208" y="811"/>
                  <a:pt x="1221" y="804"/>
                  <a:pt x="1220" y="809"/>
                </a:cubicBezTo>
                <a:cubicBezTo>
                  <a:pt x="1236" y="806"/>
                  <a:pt x="1246" y="812"/>
                  <a:pt x="1260" y="811"/>
                </a:cubicBezTo>
                <a:cubicBezTo>
                  <a:pt x="1258" y="816"/>
                  <a:pt x="1246" y="815"/>
                  <a:pt x="1242" y="819"/>
                </a:cubicBezTo>
                <a:close/>
                <a:moveTo>
                  <a:pt x="1266" y="830"/>
                </a:moveTo>
                <a:cubicBezTo>
                  <a:pt x="1267" y="826"/>
                  <a:pt x="1271" y="823"/>
                  <a:pt x="1276" y="822"/>
                </a:cubicBezTo>
                <a:cubicBezTo>
                  <a:pt x="1275" y="826"/>
                  <a:pt x="1271" y="828"/>
                  <a:pt x="1266" y="830"/>
                </a:cubicBezTo>
                <a:close/>
                <a:moveTo>
                  <a:pt x="1416" y="743"/>
                </a:moveTo>
                <a:cubicBezTo>
                  <a:pt x="1418" y="736"/>
                  <a:pt x="1425" y="744"/>
                  <a:pt x="1432" y="740"/>
                </a:cubicBezTo>
                <a:cubicBezTo>
                  <a:pt x="1431" y="749"/>
                  <a:pt x="1421" y="745"/>
                  <a:pt x="1416" y="743"/>
                </a:cubicBezTo>
                <a:close/>
                <a:moveTo>
                  <a:pt x="1655" y="687"/>
                </a:moveTo>
                <a:cubicBezTo>
                  <a:pt x="1656" y="691"/>
                  <a:pt x="1654" y="693"/>
                  <a:pt x="1654" y="696"/>
                </a:cubicBezTo>
                <a:cubicBezTo>
                  <a:pt x="1650" y="699"/>
                  <a:pt x="1647" y="704"/>
                  <a:pt x="1645" y="709"/>
                </a:cubicBezTo>
                <a:cubicBezTo>
                  <a:pt x="1645" y="715"/>
                  <a:pt x="1640" y="718"/>
                  <a:pt x="1639" y="723"/>
                </a:cubicBezTo>
                <a:cubicBezTo>
                  <a:pt x="1636" y="727"/>
                  <a:pt x="1636" y="733"/>
                  <a:pt x="1633" y="737"/>
                </a:cubicBezTo>
                <a:cubicBezTo>
                  <a:pt x="1630" y="748"/>
                  <a:pt x="1623" y="755"/>
                  <a:pt x="1623" y="768"/>
                </a:cubicBezTo>
                <a:cubicBezTo>
                  <a:pt x="1616" y="776"/>
                  <a:pt x="1617" y="789"/>
                  <a:pt x="1610" y="797"/>
                </a:cubicBezTo>
                <a:cubicBezTo>
                  <a:pt x="1609" y="821"/>
                  <a:pt x="1604" y="841"/>
                  <a:pt x="1595" y="859"/>
                </a:cubicBezTo>
                <a:cubicBezTo>
                  <a:pt x="1596" y="871"/>
                  <a:pt x="1592" y="880"/>
                  <a:pt x="1592" y="891"/>
                </a:cubicBezTo>
                <a:cubicBezTo>
                  <a:pt x="1586" y="898"/>
                  <a:pt x="1588" y="910"/>
                  <a:pt x="1583" y="917"/>
                </a:cubicBezTo>
                <a:cubicBezTo>
                  <a:pt x="1583" y="928"/>
                  <a:pt x="1578" y="936"/>
                  <a:pt x="1577" y="947"/>
                </a:cubicBezTo>
                <a:cubicBezTo>
                  <a:pt x="1576" y="956"/>
                  <a:pt x="1570" y="963"/>
                  <a:pt x="1571" y="974"/>
                </a:cubicBezTo>
                <a:cubicBezTo>
                  <a:pt x="1562" y="968"/>
                  <a:pt x="1575" y="961"/>
                  <a:pt x="1569" y="950"/>
                </a:cubicBezTo>
                <a:cubicBezTo>
                  <a:pt x="1570" y="943"/>
                  <a:pt x="1571" y="934"/>
                  <a:pt x="1569" y="924"/>
                </a:cubicBezTo>
                <a:cubicBezTo>
                  <a:pt x="1572" y="920"/>
                  <a:pt x="1570" y="912"/>
                  <a:pt x="1572" y="908"/>
                </a:cubicBezTo>
                <a:cubicBezTo>
                  <a:pt x="1572" y="902"/>
                  <a:pt x="1574" y="897"/>
                  <a:pt x="1577" y="894"/>
                </a:cubicBezTo>
                <a:cubicBezTo>
                  <a:pt x="1575" y="882"/>
                  <a:pt x="1582" y="875"/>
                  <a:pt x="1580" y="862"/>
                </a:cubicBezTo>
                <a:cubicBezTo>
                  <a:pt x="1585" y="854"/>
                  <a:pt x="1584" y="841"/>
                  <a:pt x="1588" y="832"/>
                </a:cubicBezTo>
                <a:cubicBezTo>
                  <a:pt x="1591" y="823"/>
                  <a:pt x="1595" y="814"/>
                  <a:pt x="1596" y="804"/>
                </a:cubicBezTo>
                <a:cubicBezTo>
                  <a:pt x="1599" y="800"/>
                  <a:pt x="1599" y="794"/>
                  <a:pt x="1602" y="789"/>
                </a:cubicBezTo>
                <a:cubicBezTo>
                  <a:pt x="1603" y="787"/>
                  <a:pt x="1604" y="784"/>
                  <a:pt x="1603" y="780"/>
                </a:cubicBezTo>
                <a:cubicBezTo>
                  <a:pt x="1606" y="781"/>
                  <a:pt x="1606" y="778"/>
                  <a:pt x="1606" y="775"/>
                </a:cubicBezTo>
                <a:cubicBezTo>
                  <a:pt x="1611" y="767"/>
                  <a:pt x="1612" y="757"/>
                  <a:pt x="1619" y="751"/>
                </a:cubicBezTo>
                <a:cubicBezTo>
                  <a:pt x="1619" y="744"/>
                  <a:pt x="1623" y="742"/>
                  <a:pt x="1626" y="739"/>
                </a:cubicBezTo>
                <a:cubicBezTo>
                  <a:pt x="1625" y="735"/>
                  <a:pt x="1628" y="734"/>
                  <a:pt x="1627" y="730"/>
                </a:cubicBezTo>
                <a:cubicBezTo>
                  <a:pt x="1631" y="730"/>
                  <a:pt x="1630" y="727"/>
                  <a:pt x="1630" y="724"/>
                </a:cubicBezTo>
                <a:cubicBezTo>
                  <a:pt x="1636" y="723"/>
                  <a:pt x="1632" y="715"/>
                  <a:pt x="1637" y="712"/>
                </a:cubicBezTo>
                <a:cubicBezTo>
                  <a:pt x="1637" y="706"/>
                  <a:pt x="1642" y="705"/>
                  <a:pt x="1641" y="698"/>
                </a:cubicBezTo>
                <a:cubicBezTo>
                  <a:pt x="1648" y="694"/>
                  <a:pt x="1652" y="687"/>
                  <a:pt x="1656" y="680"/>
                </a:cubicBezTo>
                <a:cubicBezTo>
                  <a:pt x="1661" y="679"/>
                  <a:pt x="1657" y="687"/>
                  <a:pt x="1655" y="687"/>
                </a:cubicBezTo>
                <a:close/>
                <a:moveTo>
                  <a:pt x="2606" y="35"/>
                </a:moveTo>
                <a:cubicBezTo>
                  <a:pt x="2599" y="41"/>
                  <a:pt x="2596" y="51"/>
                  <a:pt x="2588" y="56"/>
                </a:cubicBezTo>
                <a:cubicBezTo>
                  <a:pt x="2562" y="100"/>
                  <a:pt x="2557" y="112"/>
                  <a:pt x="2547" y="120"/>
                </a:cubicBezTo>
                <a:cubicBezTo>
                  <a:pt x="2515" y="157"/>
                  <a:pt x="2517" y="164"/>
                  <a:pt x="2512" y="163"/>
                </a:cubicBezTo>
                <a:cubicBezTo>
                  <a:pt x="2498" y="179"/>
                  <a:pt x="2493" y="184"/>
                  <a:pt x="2490" y="189"/>
                </a:cubicBezTo>
                <a:cubicBezTo>
                  <a:pt x="2471" y="199"/>
                  <a:pt x="2475" y="208"/>
                  <a:pt x="2469" y="207"/>
                </a:cubicBezTo>
                <a:cubicBezTo>
                  <a:pt x="2445" y="224"/>
                  <a:pt x="2450" y="235"/>
                  <a:pt x="2442" y="233"/>
                </a:cubicBezTo>
                <a:cubicBezTo>
                  <a:pt x="2418" y="259"/>
                  <a:pt x="2417" y="261"/>
                  <a:pt x="2416" y="261"/>
                </a:cubicBezTo>
                <a:cubicBezTo>
                  <a:pt x="2399" y="277"/>
                  <a:pt x="2396" y="284"/>
                  <a:pt x="2392" y="290"/>
                </a:cubicBezTo>
                <a:cubicBezTo>
                  <a:pt x="2384" y="304"/>
                  <a:pt x="2387" y="303"/>
                  <a:pt x="2388" y="301"/>
                </a:cubicBezTo>
                <a:cubicBezTo>
                  <a:pt x="2423" y="265"/>
                  <a:pt x="2425" y="260"/>
                  <a:pt x="2429" y="257"/>
                </a:cubicBezTo>
                <a:cubicBezTo>
                  <a:pt x="2444" y="240"/>
                  <a:pt x="2450" y="237"/>
                  <a:pt x="2453" y="233"/>
                </a:cubicBezTo>
                <a:cubicBezTo>
                  <a:pt x="2474" y="214"/>
                  <a:pt x="2481" y="207"/>
                  <a:pt x="2490" y="200"/>
                </a:cubicBezTo>
                <a:cubicBezTo>
                  <a:pt x="2538" y="145"/>
                  <a:pt x="2544" y="137"/>
                  <a:pt x="2551" y="131"/>
                </a:cubicBezTo>
                <a:cubicBezTo>
                  <a:pt x="2594" y="76"/>
                  <a:pt x="2597" y="66"/>
                  <a:pt x="2602" y="56"/>
                </a:cubicBezTo>
                <a:cubicBezTo>
                  <a:pt x="2614" y="35"/>
                  <a:pt x="2615" y="32"/>
                  <a:pt x="2617" y="30"/>
                </a:cubicBezTo>
                <a:cubicBezTo>
                  <a:pt x="2632" y="3"/>
                  <a:pt x="2632" y="1"/>
                  <a:pt x="2633" y="0"/>
                </a:cubicBezTo>
                <a:cubicBezTo>
                  <a:pt x="2619" y="13"/>
                  <a:pt x="2613" y="14"/>
                  <a:pt x="2612" y="19"/>
                </a:cubicBezTo>
                <a:close/>
                <a:moveTo>
                  <a:pt x="2684" y="26"/>
                </a:moveTo>
                <a:cubicBezTo>
                  <a:pt x="2685" y="29"/>
                  <a:pt x="2687" y="30"/>
                  <a:pt x="2687" y="35"/>
                </a:cubicBezTo>
                <a:cubicBezTo>
                  <a:pt x="2698" y="65"/>
                  <a:pt x="2702" y="73"/>
                  <a:pt x="2706" y="80"/>
                </a:cubicBezTo>
                <a:cubicBezTo>
                  <a:pt x="2728" y="129"/>
                  <a:pt x="2728" y="136"/>
                  <a:pt x="2730" y="141"/>
                </a:cubicBezTo>
                <a:cubicBezTo>
                  <a:pt x="2753" y="174"/>
                  <a:pt x="2752" y="178"/>
                  <a:pt x="2754" y="179"/>
                </a:cubicBezTo>
                <a:cubicBezTo>
                  <a:pt x="2777" y="216"/>
                  <a:pt x="2779" y="226"/>
                  <a:pt x="2787" y="231"/>
                </a:cubicBezTo>
                <a:cubicBezTo>
                  <a:pt x="2810" y="267"/>
                  <a:pt x="2809" y="274"/>
                  <a:pt x="2813" y="277"/>
                </a:cubicBezTo>
                <a:cubicBezTo>
                  <a:pt x="2841" y="314"/>
                  <a:pt x="2834" y="311"/>
                  <a:pt x="2833" y="303"/>
                </a:cubicBezTo>
                <a:cubicBezTo>
                  <a:pt x="2810" y="258"/>
                  <a:pt x="2808" y="251"/>
                  <a:pt x="2802" y="246"/>
                </a:cubicBezTo>
                <a:cubicBezTo>
                  <a:pt x="2778" y="204"/>
                  <a:pt x="2773" y="199"/>
                  <a:pt x="2772" y="192"/>
                </a:cubicBezTo>
                <a:cubicBezTo>
                  <a:pt x="2764" y="178"/>
                  <a:pt x="2759" y="179"/>
                  <a:pt x="2759" y="174"/>
                </a:cubicBezTo>
                <a:cubicBezTo>
                  <a:pt x="2730" y="126"/>
                  <a:pt x="2729" y="108"/>
                  <a:pt x="2721" y="96"/>
                </a:cubicBezTo>
                <a:cubicBezTo>
                  <a:pt x="2698" y="41"/>
                  <a:pt x="2697" y="22"/>
                  <a:pt x="2689" y="11"/>
                </a:cubicBezTo>
                <a:cubicBezTo>
                  <a:pt x="2678" y="3"/>
                  <a:pt x="2678" y="6"/>
                  <a:pt x="2680" y="8"/>
                </a:cubicBezTo>
                <a:close/>
                <a:moveTo>
                  <a:pt x="2336" y="19"/>
                </a:moveTo>
                <a:cubicBezTo>
                  <a:pt x="2346" y="21"/>
                  <a:pt x="2343" y="8"/>
                  <a:pt x="2351" y="6"/>
                </a:cubicBezTo>
                <a:cubicBezTo>
                  <a:pt x="2352" y="5"/>
                  <a:pt x="2354" y="2"/>
                  <a:pt x="2355" y="0"/>
                </a:cubicBezTo>
                <a:cubicBezTo>
                  <a:pt x="2349" y="0"/>
                  <a:pt x="2349" y="0"/>
                  <a:pt x="2349" y="0"/>
                </a:cubicBezTo>
                <a:cubicBezTo>
                  <a:pt x="2348" y="2"/>
                  <a:pt x="2347" y="3"/>
                  <a:pt x="2346" y="4"/>
                </a:cubicBezTo>
                <a:cubicBezTo>
                  <a:pt x="2344" y="5"/>
                  <a:pt x="2342" y="7"/>
                  <a:pt x="2342" y="11"/>
                </a:cubicBezTo>
                <a:cubicBezTo>
                  <a:pt x="2340" y="13"/>
                  <a:pt x="2338" y="15"/>
                  <a:pt x="2336" y="17"/>
                </a:cubicBezTo>
                <a:cubicBezTo>
                  <a:pt x="2332" y="17"/>
                  <a:pt x="2334" y="23"/>
                  <a:pt x="2331" y="24"/>
                </a:cubicBezTo>
                <a:cubicBezTo>
                  <a:pt x="2333" y="30"/>
                  <a:pt x="2327" y="28"/>
                  <a:pt x="2327" y="32"/>
                </a:cubicBezTo>
                <a:cubicBezTo>
                  <a:pt x="2334" y="32"/>
                  <a:pt x="2335" y="26"/>
                  <a:pt x="2336" y="19"/>
                </a:cubicBezTo>
                <a:close/>
                <a:moveTo>
                  <a:pt x="2793" y="46"/>
                </a:moveTo>
                <a:cubicBezTo>
                  <a:pt x="2793" y="52"/>
                  <a:pt x="2795" y="57"/>
                  <a:pt x="2800" y="59"/>
                </a:cubicBezTo>
                <a:cubicBezTo>
                  <a:pt x="2798" y="68"/>
                  <a:pt x="2804" y="69"/>
                  <a:pt x="2804" y="76"/>
                </a:cubicBezTo>
                <a:cubicBezTo>
                  <a:pt x="2809" y="78"/>
                  <a:pt x="2806" y="87"/>
                  <a:pt x="2811" y="89"/>
                </a:cubicBezTo>
                <a:cubicBezTo>
                  <a:pt x="2812" y="94"/>
                  <a:pt x="2813" y="100"/>
                  <a:pt x="2815" y="104"/>
                </a:cubicBezTo>
                <a:cubicBezTo>
                  <a:pt x="2818" y="115"/>
                  <a:pt x="2822" y="123"/>
                  <a:pt x="2824" y="135"/>
                </a:cubicBezTo>
                <a:cubicBezTo>
                  <a:pt x="2827" y="138"/>
                  <a:pt x="2827" y="144"/>
                  <a:pt x="2828" y="150"/>
                </a:cubicBezTo>
                <a:cubicBezTo>
                  <a:pt x="2830" y="155"/>
                  <a:pt x="2833" y="159"/>
                  <a:pt x="2833" y="165"/>
                </a:cubicBezTo>
                <a:cubicBezTo>
                  <a:pt x="2835" y="170"/>
                  <a:pt x="2835" y="176"/>
                  <a:pt x="2837" y="181"/>
                </a:cubicBezTo>
                <a:cubicBezTo>
                  <a:pt x="2841" y="184"/>
                  <a:pt x="2836" y="197"/>
                  <a:pt x="2844" y="196"/>
                </a:cubicBezTo>
                <a:cubicBezTo>
                  <a:pt x="2842" y="176"/>
                  <a:pt x="2835" y="161"/>
                  <a:pt x="2833" y="141"/>
                </a:cubicBezTo>
                <a:cubicBezTo>
                  <a:pt x="2827" y="124"/>
                  <a:pt x="2822" y="107"/>
                  <a:pt x="2817" y="89"/>
                </a:cubicBezTo>
                <a:cubicBezTo>
                  <a:pt x="2818" y="84"/>
                  <a:pt x="2821" y="81"/>
                  <a:pt x="2820" y="74"/>
                </a:cubicBezTo>
                <a:cubicBezTo>
                  <a:pt x="2815" y="58"/>
                  <a:pt x="2811" y="43"/>
                  <a:pt x="2806" y="28"/>
                </a:cubicBezTo>
                <a:cubicBezTo>
                  <a:pt x="2804" y="25"/>
                  <a:pt x="2804" y="20"/>
                  <a:pt x="2802" y="17"/>
                </a:cubicBezTo>
                <a:cubicBezTo>
                  <a:pt x="2801" y="13"/>
                  <a:pt x="2801" y="8"/>
                  <a:pt x="2798" y="6"/>
                </a:cubicBezTo>
                <a:cubicBezTo>
                  <a:pt x="2798" y="4"/>
                  <a:pt x="2797" y="2"/>
                  <a:pt x="2797" y="0"/>
                </a:cubicBezTo>
                <a:cubicBezTo>
                  <a:pt x="2790" y="0"/>
                  <a:pt x="2790" y="0"/>
                  <a:pt x="2790" y="0"/>
                </a:cubicBezTo>
                <a:cubicBezTo>
                  <a:pt x="2791" y="4"/>
                  <a:pt x="2792" y="7"/>
                  <a:pt x="2793" y="11"/>
                </a:cubicBezTo>
                <a:cubicBezTo>
                  <a:pt x="2797" y="15"/>
                  <a:pt x="2798" y="22"/>
                  <a:pt x="2800" y="28"/>
                </a:cubicBezTo>
                <a:cubicBezTo>
                  <a:pt x="2803" y="32"/>
                  <a:pt x="2802" y="40"/>
                  <a:pt x="2806" y="43"/>
                </a:cubicBezTo>
                <a:cubicBezTo>
                  <a:pt x="2808" y="56"/>
                  <a:pt x="2814" y="65"/>
                  <a:pt x="2815" y="78"/>
                </a:cubicBezTo>
                <a:cubicBezTo>
                  <a:pt x="2806" y="70"/>
                  <a:pt x="2808" y="50"/>
                  <a:pt x="2798" y="43"/>
                </a:cubicBezTo>
                <a:cubicBezTo>
                  <a:pt x="2799" y="34"/>
                  <a:pt x="2792" y="32"/>
                  <a:pt x="2789" y="26"/>
                </a:cubicBezTo>
                <a:cubicBezTo>
                  <a:pt x="2787" y="20"/>
                  <a:pt x="2782" y="17"/>
                  <a:pt x="2780" y="11"/>
                </a:cubicBezTo>
                <a:cubicBezTo>
                  <a:pt x="2778" y="8"/>
                  <a:pt x="2776" y="4"/>
                  <a:pt x="2775" y="0"/>
                </a:cubicBezTo>
                <a:cubicBezTo>
                  <a:pt x="2765" y="0"/>
                  <a:pt x="2765" y="0"/>
                  <a:pt x="2765" y="0"/>
                </a:cubicBezTo>
                <a:cubicBezTo>
                  <a:pt x="2770" y="7"/>
                  <a:pt x="2773" y="15"/>
                  <a:pt x="2778" y="22"/>
                </a:cubicBezTo>
                <a:cubicBezTo>
                  <a:pt x="2783" y="30"/>
                  <a:pt x="2786" y="40"/>
                  <a:pt x="2793" y="46"/>
                </a:cubicBezTo>
                <a:close/>
                <a:moveTo>
                  <a:pt x="2852" y="11"/>
                </a:moveTo>
                <a:cubicBezTo>
                  <a:pt x="2852" y="20"/>
                  <a:pt x="2857" y="25"/>
                  <a:pt x="2859" y="32"/>
                </a:cubicBezTo>
                <a:cubicBezTo>
                  <a:pt x="2857" y="39"/>
                  <a:pt x="2863" y="39"/>
                  <a:pt x="2861" y="46"/>
                </a:cubicBezTo>
                <a:cubicBezTo>
                  <a:pt x="2861" y="51"/>
                  <a:pt x="2862" y="56"/>
                  <a:pt x="2865" y="59"/>
                </a:cubicBezTo>
                <a:cubicBezTo>
                  <a:pt x="2867" y="43"/>
                  <a:pt x="2860" y="35"/>
                  <a:pt x="2859" y="22"/>
                </a:cubicBezTo>
                <a:cubicBezTo>
                  <a:pt x="2858" y="15"/>
                  <a:pt x="2856" y="10"/>
                  <a:pt x="2854" y="4"/>
                </a:cubicBezTo>
                <a:cubicBezTo>
                  <a:pt x="2855" y="2"/>
                  <a:pt x="2854" y="1"/>
                  <a:pt x="2854" y="0"/>
                </a:cubicBezTo>
                <a:cubicBezTo>
                  <a:pt x="2849" y="0"/>
                  <a:pt x="2849" y="0"/>
                  <a:pt x="2849" y="0"/>
                </a:cubicBezTo>
                <a:cubicBezTo>
                  <a:pt x="2851" y="3"/>
                  <a:pt x="2848" y="10"/>
                  <a:pt x="2852" y="11"/>
                </a:cubicBezTo>
                <a:close/>
                <a:moveTo>
                  <a:pt x="2386" y="46"/>
                </a:moveTo>
                <a:cubicBezTo>
                  <a:pt x="2379" y="43"/>
                  <a:pt x="2380" y="49"/>
                  <a:pt x="2377" y="50"/>
                </a:cubicBezTo>
                <a:cubicBezTo>
                  <a:pt x="2377" y="53"/>
                  <a:pt x="2370" y="58"/>
                  <a:pt x="2375" y="59"/>
                </a:cubicBezTo>
                <a:cubicBezTo>
                  <a:pt x="2383" y="52"/>
                  <a:pt x="2389" y="44"/>
                  <a:pt x="2399" y="39"/>
                </a:cubicBezTo>
                <a:cubicBezTo>
                  <a:pt x="2399" y="32"/>
                  <a:pt x="2410" y="36"/>
                  <a:pt x="2410" y="28"/>
                </a:cubicBezTo>
                <a:cubicBezTo>
                  <a:pt x="2413" y="28"/>
                  <a:pt x="2413" y="24"/>
                  <a:pt x="2416" y="24"/>
                </a:cubicBezTo>
                <a:cubicBezTo>
                  <a:pt x="2420" y="23"/>
                  <a:pt x="2418" y="16"/>
                  <a:pt x="2423" y="17"/>
                </a:cubicBezTo>
                <a:cubicBezTo>
                  <a:pt x="2429" y="16"/>
                  <a:pt x="2428" y="8"/>
                  <a:pt x="2436" y="8"/>
                </a:cubicBezTo>
                <a:cubicBezTo>
                  <a:pt x="2436" y="5"/>
                  <a:pt x="2438" y="2"/>
                  <a:pt x="2440" y="0"/>
                </a:cubicBezTo>
                <a:cubicBezTo>
                  <a:pt x="2432" y="0"/>
                  <a:pt x="2432" y="0"/>
                  <a:pt x="2432" y="0"/>
                </a:cubicBezTo>
                <a:cubicBezTo>
                  <a:pt x="2430" y="2"/>
                  <a:pt x="2428" y="3"/>
                  <a:pt x="2427" y="6"/>
                </a:cubicBezTo>
                <a:cubicBezTo>
                  <a:pt x="2422" y="10"/>
                  <a:pt x="2417" y="14"/>
                  <a:pt x="2414" y="19"/>
                </a:cubicBezTo>
                <a:cubicBezTo>
                  <a:pt x="2406" y="21"/>
                  <a:pt x="2406" y="30"/>
                  <a:pt x="2399" y="32"/>
                </a:cubicBezTo>
                <a:cubicBezTo>
                  <a:pt x="2393" y="31"/>
                  <a:pt x="2395" y="37"/>
                  <a:pt x="2392" y="39"/>
                </a:cubicBezTo>
                <a:cubicBezTo>
                  <a:pt x="2387" y="39"/>
                  <a:pt x="2385" y="41"/>
                  <a:pt x="2386" y="46"/>
                </a:cubicBezTo>
                <a:close/>
                <a:moveTo>
                  <a:pt x="2569" y="59"/>
                </a:moveTo>
                <a:cubicBezTo>
                  <a:pt x="2566" y="59"/>
                  <a:pt x="2566" y="62"/>
                  <a:pt x="2567" y="65"/>
                </a:cubicBezTo>
                <a:cubicBezTo>
                  <a:pt x="2549" y="87"/>
                  <a:pt x="2548" y="92"/>
                  <a:pt x="2543" y="93"/>
                </a:cubicBezTo>
                <a:cubicBezTo>
                  <a:pt x="2513" y="133"/>
                  <a:pt x="2508" y="135"/>
                  <a:pt x="2508" y="141"/>
                </a:cubicBezTo>
                <a:cubicBezTo>
                  <a:pt x="2473" y="177"/>
                  <a:pt x="2469" y="180"/>
                  <a:pt x="2466" y="185"/>
                </a:cubicBezTo>
                <a:cubicBezTo>
                  <a:pt x="2441" y="207"/>
                  <a:pt x="2443" y="212"/>
                  <a:pt x="2438" y="211"/>
                </a:cubicBezTo>
                <a:cubicBezTo>
                  <a:pt x="2407" y="240"/>
                  <a:pt x="2405" y="242"/>
                  <a:pt x="2405" y="246"/>
                </a:cubicBezTo>
                <a:cubicBezTo>
                  <a:pt x="2379" y="268"/>
                  <a:pt x="2378" y="282"/>
                  <a:pt x="2366" y="285"/>
                </a:cubicBezTo>
                <a:cubicBezTo>
                  <a:pt x="2344" y="325"/>
                  <a:pt x="2345" y="329"/>
                  <a:pt x="2342" y="329"/>
                </a:cubicBezTo>
                <a:cubicBezTo>
                  <a:pt x="2361" y="305"/>
                  <a:pt x="2369" y="301"/>
                  <a:pt x="2370" y="290"/>
                </a:cubicBezTo>
                <a:cubicBezTo>
                  <a:pt x="2392" y="267"/>
                  <a:pt x="2393" y="265"/>
                  <a:pt x="2397" y="266"/>
                </a:cubicBezTo>
                <a:cubicBezTo>
                  <a:pt x="2413" y="243"/>
                  <a:pt x="2418" y="242"/>
                  <a:pt x="2423" y="240"/>
                </a:cubicBezTo>
                <a:cubicBezTo>
                  <a:pt x="2446" y="214"/>
                  <a:pt x="2452" y="213"/>
                  <a:pt x="2455" y="209"/>
                </a:cubicBezTo>
                <a:cubicBezTo>
                  <a:pt x="2475" y="187"/>
                  <a:pt x="2477" y="185"/>
                  <a:pt x="2479" y="183"/>
                </a:cubicBezTo>
                <a:cubicBezTo>
                  <a:pt x="2492" y="165"/>
                  <a:pt x="2498" y="167"/>
                  <a:pt x="2497" y="161"/>
                </a:cubicBezTo>
                <a:cubicBezTo>
                  <a:pt x="2517" y="136"/>
                  <a:pt x="2528" y="137"/>
                  <a:pt x="2527" y="128"/>
                </a:cubicBezTo>
                <a:cubicBezTo>
                  <a:pt x="2563" y="79"/>
                  <a:pt x="2568" y="75"/>
                  <a:pt x="2573" y="72"/>
                </a:cubicBezTo>
                <a:cubicBezTo>
                  <a:pt x="2585" y="53"/>
                  <a:pt x="2586" y="50"/>
                  <a:pt x="2586" y="46"/>
                </a:cubicBezTo>
                <a:cubicBezTo>
                  <a:pt x="2615" y="7"/>
                  <a:pt x="2616" y="4"/>
                  <a:pt x="2617" y="0"/>
                </a:cubicBezTo>
                <a:cubicBezTo>
                  <a:pt x="2600" y="13"/>
                  <a:pt x="2595" y="15"/>
                  <a:pt x="2595" y="22"/>
                </a:cubicBezTo>
                <a:cubicBezTo>
                  <a:pt x="2579" y="41"/>
                  <a:pt x="2576" y="52"/>
                  <a:pt x="2569" y="59"/>
                </a:cubicBezTo>
                <a:close/>
                <a:moveTo>
                  <a:pt x="2351" y="28"/>
                </a:moveTo>
                <a:cubicBezTo>
                  <a:pt x="2351" y="32"/>
                  <a:pt x="2348" y="32"/>
                  <a:pt x="2346" y="35"/>
                </a:cubicBezTo>
                <a:cubicBezTo>
                  <a:pt x="2343" y="38"/>
                  <a:pt x="2340" y="42"/>
                  <a:pt x="2338" y="46"/>
                </a:cubicBezTo>
                <a:cubicBezTo>
                  <a:pt x="2333" y="44"/>
                  <a:pt x="2331" y="57"/>
                  <a:pt x="2336" y="59"/>
                </a:cubicBezTo>
                <a:cubicBezTo>
                  <a:pt x="2341" y="44"/>
                  <a:pt x="2352" y="36"/>
                  <a:pt x="2362" y="26"/>
                </a:cubicBezTo>
                <a:cubicBezTo>
                  <a:pt x="2366" y="20"/>
                  <a:pt x="2371" y="15"/>
                  <a:pt x="2377" y="11"/>
                </a:cubicBezTo>
                <a:cubicBezTo>
                  <a:pt x="2379" y="8"/>
                  <a:pt x="2383" y="6"/>
                  <a:pt x="2383" y="2"/>
                </a:cubicBezTo>
                <a:cubicBezTo>
                  <a:pt x="2385" y="1"/>
                  <a:pt x="2387" y="2"/>
                  <a:pt x="2388" y="0"/>
                </a:cubicBezTo>
                <a:cubicBezTo>
                  <a:pt x="2380" y="0"/>
                  <a:pt x="2380" y="0"/>
                  <a:pt x="2380" y="0"/>
                </a:cubicBezTo>
                <a:cubicBezTo>
                  <a:pt x="2378" y="2"/>
                  <a:pt x="2375" y="3"/>
                  <a:pt x="2375" y="6"/>
                </a:cubicBezTo>
                <a:cubicBezTo>
                  <a:pt x="2369" y="7"/>
                  <a:pt x="2367" y="12"/>
                  <a:pt x="2364" y="15"/>
                </a:cubicBezTo>
                <a:cubicBezTo>
                  <a:pt x="2363" y="20"/>
                  <a:pt x="2356" y="19"/>
                  <a:pt x="2357" y="26"/>
                </a:cubicBezTo>
                <a:cubicBezTo>
                  <a:pt x="2354" y="26"/>
                  <a:pt x="2353" y="27"/>
                  <a:pt x="2351" y="28"/>
                </a:cubicBezTo>
                <a:close/>
                <a:moveTo>
                  <a:pt x="2438" y="72"/>
                </a:moveTo>
                <a:cubicBezTo>
                  <a:pt x="2435" y="76"/>
                  <a:pt x="2432" y="80"/>
                  <a:pt x="2427" y="83"/>
                </a:cubicBezTo>
                <a:cubicBezTo>
                  <a:pt x="2425" y="89"/>
                  <a:pt x="2420" y="91"/>
                  <a:pt x="2416" y="96"/>
                </a:cubicBezTo>
                <a:cubicBezTo>
                  <a:pt x="2413" y="100"/>
                  <a:pt x="2407" y="101"/>
                  <a:pt x="2405" y="107"/>
                </a:cubicBezTo>
                <a:cubicBezTo>
                  <a:pt x="2403" y="112"/>
                  <a:pt x="2397" y="114"/>
                  <a:pt x="2394" y="120"/>
                </a:cubicBezTo>
                <a:cubicBezTo>
                  <a:pt x="2388" y="128"/>
                  <a:pt x="2381" y="137"/>
                  <a:pt x="2377" y="148"/>
                </a:cubicBezTo>
                <a:cubicBezTo>
                  <a:pt x="2372" y="151"/>
                  <a:pt x="2371" y="158"/>
                  <a:pt x="2368" y="163"/>
                </a:cubicBezTo>
                <a:cubicBezTo>
                  <a:pt x="2365" y="163"/>
                  <a:pt x="2367" y="169"/>
                  <a:pt x="2364" y="170"/>
                </a:cubicBezTo>
                <a:cubicBezTo>
                  <a:pt x="2362" y="172"/>
                  <a:pt x="2361" y="176"/>
                  <a:pt x="2362" y="181"/>
                </a:cubicBezTo>
                <a:cubicBezTo>
                  <a:pt x="2366" y="181"/>
                  <a:pt x="2367" y="179"/>
                  <a:pt x="2366" y="174"/>
                </a:cubicBezTo>
                <a:cubicBezTo>
                  <a:pt x="2369" y="173"/>
                  <a:pt x="2370" y="171"/>
                  <a:pt x="2370" y="168"/>
                </a:cubicBezTo>
                <a:cubicBezTo>
                  <a:pt x="2377" y="166"/>
                  <a:pt x="2375" y="156"/>
                  <a:pt x="2381" y="155"/>
                </a:cubicBezTo>
                <a:cubicBezTo>
                  <a:pt x="2385" y="142"/>
                  <a:pt x="2395" y="136"/>
                  <a:pt x="2399" y="124"/>
                </a:cubicBezTo>
                <a:cubicBezTo>
                  <a:pt x="2408" y="118"/>
                  <a:pt x="2413" y="108"/>
                  <a:pt x="2423" y="102"/>
                </a:cubicBezTo>
                <a:cubicBezTo>
                  <a:pt x="2424" y="96"/>
                  <a:pt x="2429" y="94"/>
                  <a:pt x="2434" y="91"/>
                </a:cubicBezTo>
                <a:cubicBezTo>
                  <a:pt x="2434" y="84"/>
                  <a:pt x="2443" y="85"/>
                  <a:pt x="2445" y="78"/>
                </a:cubicBezTo>
                <a:cubicBezTo>
                  <a:pt x="2449" y="76"/>
                  <a:pt x="2453" y="72"/>
                  <a:pt x="2455" y="67"/>
                </a:cubicBezTo>
                <a:cubicBezTo>
                  <a:pt x="2456" y="64"/>
                  <a:pt x="2460" y="65"/>
                  <a:pt x="2462" y="63"/>
                </a:cubicBezTo>
                <a:cubicBezTo>
                  <a:pt x="2459" y="56"/>
                  <a:pt x="2469" y="61"/>
                  <a:pt x="2466" y="54"/>
                </a:cubicBezTo>
                <a:cubicBezTo>
                  <a:pt x="2472" y="53"/>
                  <a:pt x="2475" y="48"/>
                  <a:pt x="2479" y="46"/>
                </a:cubicBezTo>
                <a:cubicBezTo>
                  <a:pt x="2479" y="37"/>
                  <a:pt x="2489" y="39"/>
                  <a:pt x="2490" y="32"/>
                </a:cubicBezTo>
                <a:cubicBezTo>
                  <a:pt x="2500" y="20"/>
                  <a:pt x="2512" y="11"/>
                  <a:pt x="2523" y="0"/>
                </a:cubicBezTo>
                <a:cubicBezTo>
                  <a:pt x="2509" y="0"/>
                  <a:pt x="2509" y="0"/>
                  <a:pt x="2509" y="0"/>
                </a:cubicBezTo>
                <a:cubicBezTo>
                  <a:pt x="2508" y="1"/>
                  <a:pt x="2507" y="2"/>
                  <a:pt x="2506" y="2"/>
                </a:cubicBezTo>
                <a:cubicBezTo>
                  <a:pt x="2506" y="6"/>
                  <a:pt x="2504" y="8"/>
                  <a:pt x="2501" y="8"/>
                </a:cubicBezTo>
                <a:cubicBezTo>
                  <a:pt x="2498" y="9"/>
                  <a:pt x="2500" y="14"/>
                  <a:pt x="2495" y="13"/>
                </a:cubicBezTo>
                <a:cubicBezTo>
                  <a:pt x="2494" y="16"/>
                  <a:pt x="2491" y="16"/>
                  <a:pt x="2490" y="19"/>
                </a:cubicBezTo>
                <a:cubicBezTo>
                  <a:pt x="2490" y="23"/>
                  <a:pt x="2483" y="21"/>
                  <a:pt x="2484" y="26"/>
                </a:cubicBezTo>
                <a:cubicBezTo>
                  <a:pt x="2468" y="41"/>
                  <a:pt x="2454" y="57"/>
                  <a:pt x="2438" y="72"/>
                </a:cubicBezTo>
                <a:close/>
                <a:moveTo>
                  <a:pt x="2508" y="35"/>
                </a:moveTo>
                <a:cubicBezTo>
                  <a:pt x="2506" y="40"/>
                  <a:pt x="2501" y="40"/>
                  <a:pt x="2499" y="46"/>
                </a:cubicBezTo>
                <a:cubicBezTo>
                  <a:pt x="2484" y="62"/>
                  <a:pt x="2478" y="60"/>
                  <a:pt x="2479" y="65"/>
                </a:cubicBezTo>
                <a:cubicBezTo>
                  <a:pt x="2463" y="80"/>
                  <a:pt x="2459" y="80"/>
                  <a:pt x="2458" y="83"/>
                </a:cubicBezTo>
                <a:cubicBezTo>
                  <a:pt x="2444" y="102"/>
                  <a:pt x="2434" y="106"/>
                  <a:pt x="2427" y="113"/>
                </a:cubicBezTo>
                <a:cubicBezTo>
                  <a:pt x="2414" y="132"/>
                  <a:pt x="2408" y="130"/>
                  <a:pt x="2410" y="135"/>
                </a:cubicBezTo>
                <a:cubicBezTo>
                  <a:pt x="2383" y="161"/>
                  <a:pt x="2382" y="173"/>
                  <a:pt x="2375" y="179"/>
                </a:cubicBezTo>
                <a:cubicBezTo>
                  <a:pt x="2355" y="218"/>
                  <a:pt x="2355" y="224"/>
                  <a:pt x="2351" y="224"/>
                </a:cubicBezTo>
                <a:cubicBezTo>
                  <a:pt x="2344" y="254"/>
                  <a:pt x="2335" y="259"/>
                  <a:pt x="2342" y="261"/>
                </a:cubicBezTo>
                <a:cubicBezTo>
                  <a:pt x="2366" y="200"/>
                  <a:pt x="2372" y="200"/>
                  <a:pt x="2373" y="196"/>
                </a:cubicBezTo>
                <a:cubicBezTo>
                  <a:pt x="2395" y="169"/>
                  <a:pt x="2391" y="160"/>
                  <a:pt x="2397" y="161"/>
                </a:cubicBezTo>
                <a:cubicBezTo>
                  <a:pt x="2420" y="141"/>
                  <a:pt x="2418" y="135"/>
                  <a:pt x="2421" y="133"/>
                </a:cubicBezTo>
                <a:cubicBezTo>
                  <a:pt x="2456" y="96"/>
                  <a:pt x="2463" y="93"/>
                  <a:pt x="2466" y="87"/>
                </a:cubicBezTo>
                <a:cubicBezTo>
                  <a:pt x="2495" y="64"/>
                  <a:pt x="2495" y="59"/>
                  <a:pt x="2499" y="59"/>
                </a:cubicBezTo>
                <a:cubicBezTo>
                  <a:pt x="2518" y="37"/>
                  <a:pt x="2524" y="32"/>
                  <a:pt x="2530" y="28"/>
                </a:cubicBezTo>
                <a:cubicBezTo>
                  <a:pt x="2545" y="8"/>
                  <a:pt x="2549" y="7"/>
                  <a:pt x="2551" y="4"/>
                </a:cubicBezTo>
                <a:cubicBezTo>
                  <a:pt x="2541" y="2"/>
                  <a:pt x="2540" y="3"/>
                  <a:pt x="2538" y="4"/>
                </a:cubicBezTo>
                <a:close/>
                <a:moveTo>
                  <a:pt x="3098" y="2129"/>
                </a:moveTo>
                <a:cubicBezTo>
                  <a:pt x="3093" y="2124"/>
                  <a:pt x="3098" y="2119"/>
                  <a:pt x="3093" y="2113"/>
                </a:cubicBezTo>
                <a:cubicBezTo>
                  <a:pt x="3086" y="2064"/>
                  <a:pt x="3077" y="2058"/>
                  <a:pt x="3079" y="2054"/>
                </a:cubicBezTo>
                <a:cubicBezTo>
                  <a:pt x="3040" y="1980"/>
                  <a:pt x="3047" y="1984"/>
                  <a:pt x="3048" y="1988"/>
                </a:cubicBezTo>
                <a:cubicBezTo>
                  <a:pt x="3064" y="2024"/>
                  <a:pt x="3062" y="2030"/>
                  <a:pt x="3069" y="2036"/>
                </a:cubicBezTo>
                <a:cubicBezTo>
                  <a:pt x="3073" y="2062"/>
                  <a:pt x="3074" y="2065"/>
                  <a:pt x="3078" y="2069"/>
                </a:cubicBezTo>
                <a:cubicBezTo>
                  <a:pt x="3075" y="2066"/>
                  <a:pt x="3067" y="2062"/>
                  <a:pt x="3071" y="2058"/>
                </a:cubicBezTo>
                <a:cubicBezTo>
                  <a:pt x="3019" y="1980"/>
                  <a:pt x="3021" y="1968"/>
                  <a:pt x="3011" y="1974"/>
                </a:cubicBezTo>
                <a:cubicBezTo>
                  <a:pt x="3035" y="2011"/>
                  <a:pt x="3044" y="2015"/>
                  <a:pt x="3046" y="2019"/>
                </a:cubicBezTo>
                <a:cubicBezTo>
                  <a:pt x="3060" y="2063"/>
                  <a:pt x="3065" y="2068"/>
                  <a:pt x="3067" y="2073"/>
                </a:cubicBezTo>
                <a:cubicBezTo>
                  <a:pt x="3073" y="2103"/>
                  <a:pt x="3074" y="2105"/>
                  <a:pt x="3071" y="2107"/>
                </a:cubicBezTo>
                <a:cubicBezTo>
                  <a:pt x="3078" y="2130"/>
                  <a:pt x="3077" y="2132"/>
                  <a:pt x="3077" y="2134"/>
                </a:cubicBezTo>
                <a:cubicBezTo>
                  <a:pt x="3065" y="2103"/>
                  <a:pt x="3062" y="2098"/>
                  <a:pt x="3061" y="2093"/>
                </a:cubicBezTo>
                <a:cubicBezTo>
                  <a:pt x="3054" y="2074"/>
                  <a:pt x="3050" y="2071"/>
                  <a:pt x="3051" y="2069"/>
                </a:cubicBezTo>
                <a:cubicBezTo>
                  <a:pt x="2992" y="2001"/>
                  <a:pt x="2987" y="1997"/>
                  <a:pt x="2983" y="1990"/>
                </a:cubicBezTo>
                <a:cubicBezTo>
                  <a:pt x="3043" y="2076"/>
                  <a:pt x="3050" y="2086"/>
                  <a:pt x="3056" y="2097"/>
                </a:cubicBezTo>
                <a:cubicBezTo>
                  <a:pt x="3062" y="2124"/>
                  <a:pt x="3060" y="2124"/>
                  <a:pt x="3060" y="2125"/>
                </a:cubicBezTo>
                <a:cubicBezTo>
                  <a:pt x="3064" y="2144"/>
                  <a:pt x="3068" y="2146"/>
                  <a:pt x="3068" y="2147"/>
                </a:cubicBezTo>
                <a:cubicBezTo>
                  <a:pt x="3078" y="2160"/>
                  <a:pt x="3078" y="2160"/>
                  <a:pt x="3078" y="2160"/>
                </a:cubicBezTo>
                <a:cubicBezTo>
                  <a:pt x="3079" y="2148"/>
                  <a:pt x="3079" y="2154"/>
                  <a:pt x="3079" y="2160"/>
                </a:cubicBezTo>
                <a:cubicBezTo>
                  <a:pt x="3087" y="2158"/>
                  <a:pt x="3088" y="2155"/>
                  <a:pt x="3088" y="2153"/>
                </a:cubicBezTo>
                <a:cubicBezTo>
                  <a:pt x="3082" y="2102"/>
                  <a:pt x="3079" y="2093"/>
                  <a:pt x="3077" y="2085"/>
                </a:cubicBezTo>
                <a:cubicBezTo>
                  <a:pt x="3087" y="2106"/>
                  <a:pt x="3084" y="2112"/>
                  <a:pt x="3088" y="2118"/>
                </a:cubicBezTo>
                <a:cubicBezTo>
                  <a:pt x="3091" y="2155"/>
                  <a:pt x="3092" y="2158"/>
                  <a:pt x="3093" y="2160"/>
                </a:cubicBezTo>
                <a:cubicBezTo>
                  <a:pt x="3101" y="2149"/>
                  <a:pt x="3096" y="2139"/>
                  <a:pt x="3098" y="2129"/>
                </a:cubicBezTo>
                <a:close/>
                <a:moveTo>
                  <a:pt x="2730" y="4"/>
                </a:moveTo>
                <a:cubicBezTo>
                  <a:pt x="2730" y="10"/>
                  <a:pt x="2731" y="13"/>
                  <a:pt x="2735" y="15"/>
                </a:cubicBezTo>
                <a:cubicBezTo>
                  <a:pt x="2759" y="58"/>
                  <a:pt x="2759" y="68"/>
                  <a:pt x="2765" y="72"/>
                </a:cubicBezTo>
                <a:cubicBezTo>
                  <a:pt x="2788" y="115"/>
                  <a:pt x="2789" y="123"/>
                  <a:pt x="2793" y="128"/>
                </a:cubicBezTo>
                <a:cubicBezTo>
                  <a:pt x="2807" y="153"/>
                  <a:pt x="2810" y="159"/>
                  <a:pt x="2815" y="163"/>
                </a:cubicBezTo>
                <a:cubicBezTo>
                  <a:pt x="2837" y="203"/>
                  <a:pt x="2835" y="211"/>
                  <a:pt x="2839" y="211"/>
                </a:cubicBezTo>
                <a:cubicBezTo>
                  <a:pt x="2837" y="204"/>
                  <a:pt x="2837" y="199"/>
                  <a:pt x="2837" y="194"/>
                </a:cubicBezTo>
                <a:cubicBezTo>
                  <a:pt x="2804" y="142"/>
                  <a:pt x="2807" y="132"/>
                  <a:pt x="2802" y="131"/>
                </a:cubicBezTo>
                <a:cubicBezTo>
                  <a:pt x="2780" y="92"/>
                  <a:pt x="2781" y="90"/>
                  <a:pt x="2780" y="89"/>
                </a:cubicBezTo>
                <a:cubicBezTo>
                  <a:pt x="2772" y="61"/>
                  <a:pt x="2764" y="63"/>
                  <a:pt x="2765" y="56"/>
                </a:cubicBezTo>
                <a:cubicBezTo>
                  <a:pt x="2742" y="16"/>
                  <a:pt x="2749" y="13"/>
                  <a:pt x="2741" y="13"/>
                </a:cubicBezTo>
                <a:cubicBezTo>
                  <a:pt x="2727" y="2"/>
                  <a:pt x="2728" y="4"/>
                  <a:pt x="2730" y="4"/>
                </a:cubicBezTo>
                <a:close/>
                <a:moveTo>
                  <a:pt x="2729" y="2032"/>
                </a:moveTo>
                <a:cubicBezTo>
                  <a:pt x="2713" y="2020"/>
                  <a:pt x="2697" y="2002"/>
                  <a:pt x="2681" y="1987"/>
                </a:cubicBezTo>
                <a:cubicBezTo>
                  <a:pt x="2676" y="1986"/>
                  <a:pt x="2671" y="1980"/>
                  <a:pt x="2665" y="1978"/>
                </a:cubicBezTo>
                <a:cubicBezTo>
                  <a:pt x="2660" y="1970"/>
                  <a:pt x="2655" y="1972"/>
                  <a:pt x="2650" y="1965"/>
                </a:cubicBezTo>
                <a:cubicBezTo>
                  <a:pt x="2648" y="1962"/>
                  <a:pt x="2645" y="1963"/>
                  <a:pt x="2643" y="1960"/>
                </a:cubicBezTo>
                <a:cubicBezTo>
                  <a:pt x="2642" y="1961"/>
                  <a:pt x="2634" y="1956"/>
                  <a:pt x="2637" y="1962"/>
                </a:cubicBezTo>
                <a:cubicBezTo>
                  <a:pt x="2645" y="1963"/>
                  <a:pt x="2653" y="1974"/>
                  <a:pt x="2662" y="1978"/>
                </a:cubicBezTo>
                <a:cubicBezTo>
                  <a:pt x="2672" y="1992"/>
                  <a:pt x="2683" y="1992"/>
                  <a:pt x="2693" y="2006"/>
                </a:cubicBezTo>
                <a:cubicBezTo>
                  <a:pt x="2696" y="2004"/>
                  <a:pt x="2694" y="2010"/>
                  <a:pt x="2697" y="2008"/>
                </a:cubicBezTo>
                <a:cubicBezTo>
                  <a:pt x="2699" y="2011"/>
                  <a:pt x="2702" y="2014"/>
                  <a:pt x="2704" y="2016"/>
                </a:cubicBezTo>
                <a:cubicBezTo>
                  <a:pt x="2709" y="2024"/>
                  <a:pt x="2715" y="2026"/>
                  <a:pt x="2720" y="2031"/>
                </a:cubicBezTo>
                <a:cubicBezTo>
                  <a:pt x="2743" y="2058"/>
                  <a:pt x="2766" y="2084"/>
                  <a:pt x="2789" y="2110"/>
                </a:cubicBezTo>
                <a:cubicBezTo>
                  <a:pt x="2794" y="2119"/>
                  <a:pt x="2805" y="2136"/>
                  <a:pt x="2811" y="2146"/>
                </a:cubicBezTo>
                <a:cubicBezTo>
                  <a:pt x="2815" y="2150"/>
                  <a:pt x="2819" y="2155"/>
                  <a:pt x="2822" y="2160"/>
                </a:cubicBezTo>
                <a:cubicBezTo>
                  <a:pt x="2833" y="2160"/>
                  <a:pt x="2833" y="2160"/>
                  <a:pt x="2833" y="2160"/>
                </a:cubicBezTo>
                <a:cubicBezTo>
                  <a:pt x="2819" y="2141"/>
                  <a:pt x="2808" y="2121"/>
                  <a:pt x="2793" y="2101"/>
                </a:cubicBezTo>
                <a:cubicBezTo>
                  <a:pt x="2769" y="2071"/>
                  <a:pt x="2752" y="2059"/>
                  <a:pt x="2729" y="2032"/>
                </a:cubicBezTo>
                <a:close/>
                <a:moveTo>
                  <a:pt x="2593" y="2068"/>
                </a:moveTo>
                <a:cubicBezTo>
                  <a:pt x="2590" y="2060"/>
                  <a:pt x="2586" y="2052"/>
                  <a:pt x="2577" y="2043"/>
                </a:cubicBezTo>
                <a:cubicBezTo>
                  <a:pt x="2574" y="2034"/>
                  <a:pt x="2569" y="2024"/>
                  <a:pt x="2561" y="2015"/>
                </a:cubicBezTo>
                <a:cubicBezTo>
                  <a:pt x="2556" y="2010"/>
                  <a:pt x="2562" y="2004"/>
                  <a:pt x="2554" y="2003"/>
                </a:cubicBezTo>
                <a:cubicBezTo>
                  <a:pt x="2558" y="1999"/>
                  <a:pt x="2542" y="1993"/>
                  <a:pt x="2547" y="1989"/>
                </a:cubicBezTo>
                <a:cubicBezTo>
                  <a:pt x="2539" y="1985"/>
                  <a:pt x="2535" y="1972"/>
                  <a:pt x="2527" y="1963"/>
                </a:cubicBezTo>
                <a:cubicBezTo>
                  <a:pt x="2522" y="1953"/>
                  <a:pt x="2513" y="1943"/>
                  <a:pt x="2507" y="1934"/>
                </a:cubicBezTo>
                <a:cubicBezTo>
                  <a:pt x="2502" y="1938"/>
                  <a:pt x="2505" y="1942"/>
                  <a:pt x="2510" y="1946"/>
                </a:cubicBezTo>
                <a:cubicBezTo>
                  <a:pt x="2509" y="1950"/>
                  <a:pt x="2514" y="1955"/>
                  <a:pt x="2518" y="1959"/>
                </a:cubicBezTo>
                <a:cubicBezTo>
                  <a:pt x="2522" y="1968"/>
                  <a:pt x="2528" y="1977"/>
                  <a:pt x="2536" y="1987"/>
                </a:cubicBezTo>
                <a:cubicBezTo>
                  <a:pt x="2535" y="1994"/>
                  <a:pt x="2547" y="2003"/>
                  <a:pt x="2549" y="2011"/>
                </a:cubicBezTo>
                <a:cubicBezTo>
                  <a:pt x="2552" y="2015"/>
                  <a:pt x="2550" y="2018"/>
                  <a:pt x="2556" y="2022"/>
                </a:cubicBezTo>
                <a:cubicBezTo>
                  <a:pt x="2553" y="2026"/>
                  <a:pt x="2564" y="2031"/>
                  <a:pt x="2561" y="2035"/>
                </a:cubicBezTo>
                <a:cubicBezTo>
                  <a:pt x="2574" y="2053"/>
                  <a:pt x="2580" y="2063"/>
                  <a:pt x="2590" y="2081"/>
                </a:cubicBezTo>
                <a:cubicBezTo>
                  <a:pt x="2617" y="2114"/>
                  <a:pt x="2628" y="2123"/>
                  <a:pt x="2652" y="2158"/>
                </a:cubicBezTo>
                <a:cubicBezTo>
                  <a:pt x="2653" y="2159"/>
                  <a:pt x="2654" y="2160"/>
                  <a:pt x="2655" y="2160"/>
                </a:cubicBezTo>
                <a:cubicBezTo>
                  <a:pt x="2668" y="2160"/>
                  <a:pt x="2668" y="2160"/>
                  <a:pt x="2668" y="2160"/>
                </a:cubicBezTo>
                <a:cubicBezTo>
                  <a:pt x="2649" y="2138"/>
                  <a:pt x="2635" y="2118"/>
                  <a:pt x="2614" y="2095"/>
                </a:cubicBezTo>
                <a:cubicBezTo>
                  <a:pt x="2611" y="2088"/>
                  <a:pt x="2603" y="2079"/>
                  <a:pt x="2593" y="2068"/>
                </a:cubicBezTo>
                <a:close/>
                <a:moveTo>
                  <a:pt x="2526" y="2071"/>
                </a:moveTo>
                <a:cubicBezTo>
                  <a:pt x="2526" y="2071"/>
                  <a:pt x="2524" y="2072"/>
                  <a:pt x="2524" y="2072"/>
                </a:cubicBezTo>
                <a:cubicBezTo>
                  <a:pt x="2524" y="2072"/>
                  <a:pt x="2519" y="2060"/>
                  <a:pt x="2519" y="2060"/>
                </a:cubicBezTo>
                <a:cubicBezTo>
                  <a:pt x="2518" y="2058"/>
                  <a:pt x="2517" y="2058"/>
                  <a:pt x="2516" y="2056"/>
                </a:cubicBezTo>
                <a:cubicBezTo>
                  <a:pt x="2506" y="2038"/>
                  <a:pt x="2496" y="2020"/>
                  <a:pt x="2481" y="2000"/>
                </a:cubicBezTo>
                <a:cubicBezTo>
                  <a:pt x="2460" y="1977"/>
                  <a:pt x="2453" y="1962"/>
                  <a:pt x="2430" y="1938"/>
                </a:cubicBezTo>
                <a:cubicBezTo>
                  <a:pt x="2422" y="1935"/>
                  <a:pt x="2415" y="1922"/>
                  <a:pt x="2408" y="1922"/>
                </a:cubicBezTo>
                <a:cubicBezTo>
                  <a:pt x="2410" y="1925"/>
                  <a:pt x="2411" y="1927"/>
                  <a:pt x="2413" y="1929"/>
                </a:cubicBezTo>
                <a:cubicBezTo>
                  <a:pt x="2415" y="1931"/>
                  <a:pt x="2418" y="1930"/>
                  <a:pt x="2416" y="1932"/>
                </a:cubicBezTo>
                <a:cubicBezTo>
                  <a:pt x="2421" y="1940"/>
                  <a:pt x="2420" y="1938"/>
                  <a:pt x="2426" y="1944"/>
                </a:cubicBezTo>
                <a:cubicBezTo>
                  <a:pt x="2435" y="1954"/>
                  <a:pt x="2444" y="1964"/>
                  <a:pt x="2452" y="1973"/>
                </a:cubicBezTo>
                <a:cubicBezTo>
                  <a:pt x="2451" y="1975"/>
                  <a:pt x="2451" y="1975"/>
                  <a:pt x="2452" y="1976"/>
                </a:cubicBezTo>
                <a:cubicBezTo>
                  <a:pt x="2455" y="1979"/>
                  <a:pt x="2459" y="1978"/>
                  <a:pt x="2458" y="1983"/>
                </a:cubicBezTo>
                <a:cubicBezTo>
                  <a:pt x="2462" y="1988"/>
                  <a:pt x="2466" y="1993"/>
                  <a:pt x="2471" y="1998"/>
                </a:cubicBezTo>
                <a:cubicBezTo>
                  <a:pt x="2468" y="2002"/>
                  <a:pt x="2478" y="2008"/>
                  <a:pt x="2480" y="2012"/>
                </a:cubicBezTo>
                <a:cubicBezTo>
                  <a:pt x="2478" y="2017"/>
                  <a:pt x="2488" y="2022"/>
                  <a:pt x="2490" y="2027"/>
                </a:cubicBezTo>
                <a:cubicBezTo>
                  <a:pt x="2495" y="2040"/>
                  <a:pt x="2506" y="2054"/>
                  <a:pt x="2511" y="2067"/>
                </a:cubicBezTo>
                <a:cubicBezTo>
                  <a:pt x="2516" y="2080"/>
                  <a:pt x="2531" y="2094"/>
                  <a:pt x="2534" y="2107"/>
                </a:cubicBezTo>
                <a:cubicBezTo>
                  <a:pt x="2540" y="2104"/>
                  <a:pt x="2536" y="2112"/>
                  <a:pt x="2540" y="2114"/>
                </a:cubicBezTo>
                <a:cubicBezTo>
                  <a:pt x="2544" y="2118"/>
                  <a:pt x="2540" y="2119"/>
                  <a:pt x="2546" y="2120"/>
                </a:cubicBezTo>
                <a:cubicBezTo>
                  <a:pt x="2542" y="2123"/>
                  <a:pt x="2550" y="2127"/>
                  <a:pt x="2551" y="2130"/>
                </a:cubicBezTo>
                <a:cubicBezTo>
                  <a:pt x="2557" y="2134"/>
                  <a:pt x="2555" y="2137"/>
                  <a:pt x="2558" y="2141"/>
                </a:cubicBezTo>
                <a:cubicBezTo>
                  <a:pt x="2564" y="2148"/>
                  <a:pt x="2569" y="2154"/>
                  <a:pt x="2573" y="2160"/>
                </a:cubicBezTo>
                <a:cubicBezTo>
                  <a:pt x="2586" y="2160"/>
                  <a:pt x="2586" y="2160"/>
                  <a:pt x="2586" y="2160"/>
                </a:cubicBezTo>
                <a:cubicBezTo>
                  <a:pt x="2570" y="2139"/>
                  <a:pt x="2553" y="2118"/>
                  <a:pt x="2541" y="2095"/>
                </a:cubicBezTo>
                <a:cubicBezTo>
                  <a:pt x="2533" y="2089"/>
                  <a:pt x="2531" y="2079"/>
                  <a:pt x="2526" y="2071"/>
                </a:cubicBezTo>
                <a:close/>
                <a:moveTo>
                  <a:pt x="2594" y="2142"/>
                </a:moveTo>
                <a:cubicBezTo>
                  <a:pt x="2588" y="2138"/>
                  <a:pt x="2596" y="2135"/>
                  <a:pt x="2590" y="2131"/>
                </a:cubicBezTo>
                <a:cubicBezTo>
                  <a:pt x="2586" y="2134"/>
                  <a:pt x="2585" y="2126"/>
                  <a:pt x="2584" y="2124"/>
                </a:cubicBezTo>
                <a:cubicBezTo>
                  <a:pt x="2581" y="2120"/>
                  <a:pt x="2578" y="2123"/>
                  <a:pt x="2575" y="2118"/>
                </a:cubicBezTo>
                <a:cubicBezTo>
                  <a:pt x="2581" y="2115"/>
                  <a:pt x="2567" y="2111"/>
                  <a:pt x="2573" y="2108"/>
                </a:cubicBezTo>
                <a:cubicBezTo>
                  <a:pt x="2572" y="2105"/>
                  <a:pt x="2564" y="2101"/>
                  <a:pt x="2567" y="2098"/>
                </a:cubicBezTo>
                <a:cubicBezTo>
                  <a:pt x="2564" y="2092"/>
                  <a:pt x="2558" y="2085"/>
                  <a:pt x="2556" y="2079"/>
                </a:cubicBezTo>
                <a:cubicBezTo>
                  <a:pt x="2545" y="2066"/>
                  <a:pt x="2543" y="2053"/>
                  <a:pt x="2530" y="2039"/>
                </a:cubicBezTo>
                <a:cubicBezTo>
                  <a:pt x="2520" y="2018"/>
                  <a:pt x="2508" y="1996"/>
                  <a:pt x="2494" y="1975"/>
                </a:cubicBezTo>
                <a:cubicBezTo>
                  <a:pt x="2486" y="1969"/>
                  <a:pt x="2487" y="1968"/>
                  <a:pt x="2481" y="1960"/>
                </a:cubicBezTo>
                <a:cubicBezTo>
                  <a:pt x="2474" y="1955"/>
                  <a:pt x="2476" y="1956"/>
                  <a:pt x="2469" y="1950"/>
                </a:cubicBezTo>
                <a:cubicBezTo>
                  <a:pt x="2464" y="1944"/>
                  <a:pt x="2459" y="1938"/>
                  <a:pt x="2453" y="1932"/>
                </a:cubicBezTo>
                <a:cubicBezTo>
                  <a:pt x="2450" y="1930"/>
                  <a:pt x="2448" y="1922"/>
                  <a:pt x="2445" y="1925"/>
                </a:cubicBezTo>
                <a:cubicBezTo>
                  <a:pt x="2442" y="1923"/>
                  <a:pt x="2439" y="1915"/>
                  <a:pt x="2436" y="1918"/>
                </a:cubicBezTo>
                <a:cubicBezTo>
                  <a:pt x="2438" y="1927"/>
                  <a:pt x="2447" y="1931"/>
                  <a:pt x="2453" y="1938"/>
                </a:cubicBezTo>
                <a:cubicBezTo>
                  <a:pt x="2469" y="1956"/>
                  <a:pt x="2486" y="1976"/>
                  <a:pt x="2499" y="1993"/>
                </a:cubicBezTo>
                <a:cubicBezTo>
                  <a:pt x="2501" y="2004"/>
                  <a:pt x="2507" y="2011"/>
                  <a:pt x="2511" y="2017"/>
                </a:cubicBezTo>
                <a:cubicBezTo>
                  <a:pt x="2515" y="2027"/>
                  <a:pt x="2522" y="2037"/>
                  <a:pt x="2525" y="2046"/>
                </a:cubicBezTo>
                <a:cubicBezTo>
                  <a:pt x="2532" y="2052"/>
                  <a:pt x="2530" y="2058"/>
                  <a:pt x="2537" y="2064"/>
                </a:cubicBezTo>
                <a:cubicBezTo>
                  <a:pt x="2536" y="2070"/>
                  <a:pt x="2547" y="2077"/>
                  <a:pt x="2545" y="2083"/>
                </a:cubicBezTo>
                <a:cubicBezTo>
                  <a:pt x="2554" y="2096"/>
                  <a:pt x="2560" y="2108"/>
                  <a:pt x="2566" y="2120"/>
                </a:cubicBezTo>
                <a:cubicBezTo>
                  <a:pt x="2570" y="2125"/>
                  <a:pt x="2575" y="2130"/>
                  <a:pt x="2579" y="2135"/>
                </a:cubicBezTo>
                <a:cubicBezTo>
                  <a:pt x="2583" y="2143"/>
                  <a:pt x="2590" y="2152"/>
                  <a:pt x="2595" y="2160"/>
                </a:cubicBezTo>
                <a:cubicBezTo>
                  <a:pt x="2607" y="2160"/>
                  <a:pt x="2607" y="2160"/>
                  <a:pt x="2607" y="2160"/>
                </a:cubicBezTo>
                <a:cubicBezTo>
                  <a:pt x="2605" y="2158"/>
                  <a:pt x="2603" y="2156"/>
                  <a:pt x="2601" y="2153"/>
                </a:cubicBezTo>
                <a:cubicBezTo>
                  <a:pt x="2601" y="2150"/>
                  <a:pt x="2598" y="2146"/>
                  <a:pt x="2594" y="2142"/>
                </a:cubicBezTo>
                <a:close/>
                <a:moveTo>
                  <a:pt x="2754" y="2103"/>
                </a:moveTo>
                <a:cubicBezTo>
                  <a:pt x="2742" y="2089"/>
                  <a:pt x="2730" y="2080"/>
                  <a:pt x="2724" y="2069"/>
                </a:cubicBezTo>
                <a:cubicBezTo>
                  <a:pt x="2673" y="2020"/>
                  <a:pt x="2658" y="2006"/>
                  <a:pt x="2642" y="1992"/>
                </a:cubicBezTo>
                <a:cubicBezTo>
                  <a:pt x="2611" y="1967"/>
                  <a:pt x="2603" y="1971"/>
                  <a:pt x="2595" y="1958"/>
                </a:cubicBezTo>
                <a:cubicBezTo>
                  <a:pt x="2552" y="1947"/>
                  <a:pt x="2570" y="1954"/>
                  <a:pt x="2579" y="1969"/>
                </a:cubicBezTo>
                <a:cubicBezTo>
                  <a:pt x="2603" y="1993"/>
                  <a:pt x="2607" y="1992"/>
                  <a:pt x="2605" y="1996"/>
                </a:cubicBezTo>
                <a:cubicBezTo>
                  <a:pt x="2621" y="2013"/>
                  <a:pt x="2630" y="2011"/>
                  <a:pt x="2630" y="2018"/>
                </a:cubicBezTo>
                <a:cubicBezTo>
                  <a:pt x="2705" y="2088"/>
                  <a:pt x="2711" y="2097"/>
                  <a:pt x="2730" y="2115"/>
                </a:cubicBezTo>
                <a:cubicBezTo>
                  <a:pt x="2774" y="2160"/>
                  <a:pt x="2774" y="2160"/>
                  <a:pt x="2774" y="2160"/>
                </a:cubicBezTo>
                <a:cubicBezTo>
                  <a:pt x="2687" y="2056"/>
                  <a:pt x="2675" y="2048"/>
                  <a:pt x="2664" y="2034"/>
                </a:cubicBezTo>
                <a:cubicBezTo>
                  <a:pt x="2639" y="2016"/>
                  <a:pt x="2640" y="2011"/>
                  <a:pt x="2634" y="2009"/>
                </a:cubicBezTo>
                <a:cubicBezTo>
                  <a:pt x="2590" y="1961"/>
                  <a:pt x="2592" y="1965"/>
                  <a:pt x="2595" y="1967"/>
                </a:cubicBezTo>
                <a:cubicBezTo>
                  <a:pt x="2643" y="2000"/>
                  <a:pt x="2660" y="2019"/>
                  <a:pt x="2677" y="2032"/>
                </a:cubicBezTo>
                <a:cubicBezTo>
                  <a:pt x="2722" y="2081"/>
                  <a:pt x="2728" y="2091"/>
                  <a:pt x="2740" y="2104"/>
                </a:cubicBezTo>
                <a:cubicBezTo>
                  <a:pt x="2743" y="2107"/>
                  <a:pt x="2746" y="2106"/>
                  <a:pt x="2746" y="2107"/>
                </a:cubicBezTo>
                <a:cubicBezTo>
                  <a:pt x="2776" y="2144"/>
                  <a:pt x="2782" y="2152"/>
                  <a:pt x="2788" y="2160"/>
                </a:cubicBezTo>
                <a:cubicBezTo>
                  <a:pt x="2766" y="2118"/>
                  <a:pt x="2761" y="2111"/>
                  <a:pt x="2754" y="2103"/>
                </a:cubicBezTo>
                <a:close/>
                <a:moveTo>
                  <a:pt x="2693" y="2110"/>
                </a:moveTo>
                <a:cubicBezTo>
                  <a:pt x="2696" y="2104"/>
                  <a:pt x="2682" y="2098"/>
                  <a:pt x="2684" y="2092"/>
                </a:cubicBezTo>
                <a:cubicBezTo>
                  <a:pt x="2662" y="2071"/>
                  <a:pt x="2655" y="2066"/>
                  <a:pt x="2644" y="2057"/>
                </a:cubicBezTo>
                <a:cubicBezTo>
                  <a:pt x="2578" y="1981"/>
                  <a:pt x="2570" y="1972"/>
                  <a:pt x="2560" y="1960"/>
                </a:cubicBezTo>
                <a:cubicBezTo>
                  <a:pt x="2548" y="1932"/>
                  <a:pt x="2535" y="1928"/>
                  <a:pt x="2540" y="1925"/>
                </a:cubicBezTo>
                <a:cubicBezTo>
                  <a:pt x="2520" y="1893"/>
                  <a:pt x="2526" y="1881"/>
                  <a:pt x="2517" y="1885"/>
                </a:cubicBezTo>
                <a:cubicBezTo>
                  <a:pt x="2536" y="1948"/>
                  <a:pt x="2536" y="1956"/>
                  <a:pt x="2544" y="1966"/>
                </a:cubicBezTo>
                <a:cubicBezTo>
                  <a:pt x="2562" y="2002"/>
                  <a:pt x="2567" y="2009"/>
                  <a:pt x="2571" y="2017"/>
                </a:cubicBezTo>
                <a:cubicBezTo>
                  <a:pt x="2647" y="2106"/>
                  <a:pt x="2655" y="2116"/>
                  <a:pt x="2663" y="2125"/>
                </a:cubicBezTo>
                <a:cubicBezTo>
                  <a:pt x="2703" y="2158"/>
                  <a:pt x="2696" y="2155"/>
                  <a:pt x="2695" y="2152"/>
                </a:cubicBezTo>
                <a:cubicBezTo>
                  <a:pt x="2672" y="2122"/>
                  <a:pt x="2670" y="2119"/>
                  <a:pt x="2667" y="2116"/>
                </a:cubicBezTo>
                <a:cubicBezTo>
                  <a:pt x="2636" y="2077"/>
                  <a:pt x="2632" y="2073"/>
                  <a:pt x="2628" y="2069"/>
                </a:cubicBezTo>
                <a:cubicBezTo>
                  <a:pt x="2551" y="1971"/>
                  <a:pt x="2541" y="1952"/>
                  <a:pt x="2535" y="1933"/>
                </a:cubicBezTo>
                <a:cubicBezTo>
                  <a:pt x="2537" y="1931"/>
                  <a:pt x="2537" y="1933"/>
                  <a:pt x="2538" y="1936"/>
                </a:cubicBezTo>
                <a:cubicBezTo>
                  <a:pt x="2555" y="1961"/>
                  <a:pt x="2559" y="1971"/>
                  <a:pt x="2566" y="1981"/>
                </a:cubicBezTo>
                <a:cubicBezTo>
                  <a:pt x="2684" y="2109"/>
                  <a:pt x="2700" y="2128"/>
                  <a:pt x="2712" y="2137"/>
                </a:cubicBezTo>
                <a:cubicBezTo>
                  <a:pt x="2738" y="2156"/>
                  <a:pt x="2735" y="2152"/>
                  <a:pt x="2733" y="2148"/>
                </a:cubicBezTo>
                <a:close/>
                <a:moveTo>
                  <a:pt x="2591" y="2098"/>
                </a:moveTo>
                <a:cubicBezTo>
                  <a:pt x="2574" y="2082"/>
                  <a:pt x="2569" y="2066"/>
                  <a:pt x="2557" y="2050"/>
                </a:cubicBezTo>
                <a:cubicBezTo>
                  <a:pt x="2542" y="2025"/>
                  <a:pt x="2544" y="2022"/>
                  <a:pt x="2540" y="2018"/>
                </a:cubicBezTo>
                <a:cubicBezTo>
                  <a:pt x="2518" y="1973"/>
                  <a:pt x="2511" y="1965"/>
                  <a:pt x="2510" y="1957"/>
                </a:cubicBezTo>
                <a:cubicBezTo>
                  <a:pt x="2495" y="1931"/>
                  <a:pt x="2489" y="1936"/>
                  <a:pt x="2497" y="1942"/>
                </a:cubicBezTo>
                <a:cubicBezTo>
                  <a:pt x="2510" y="1978"/>
                  <a:pt x="2514" y="1981"/>
                  <a:pt x="2516" y="1984"/>
                </a:cubicBezTo>
                <a:cubicBezTo>
                  <a:pt x="2525" y="2012"/>
                  <a:pt x="2529" y="2015"/>
                  <a:pt x="2531" y="2017"/>
                </a:cubicBezTo>
                <a:cubicBezTo>
                  <a:pt x="2543" y="2038"/>
                  <a:pt x="2539" y="2041"/>
                  <a:pt x="2543" y="2044"/>
                </a:cubicBezTo>
                <a:cubicBezTo>
                  <a:pt x="2576" y="2100"/>
                  <a:pt x="2580" y="2103"/>
                  <a:pt x="2582" y="2106"/>
                </a:cubicBezTo>
                <a:cubicBezTo>
                  <a:pt x="2599" y="2132"/>
                  <a:pt x="2603" y="2135"/>
                  <a:pt x="2605" y="2138"/>
                </a:cubicBezTo>
                <a:cubicBezTo>
                  <a:pt x="2623" y="2154"/>
                  <a:pt x="2621" y="2156"/>
                  <a:pt x="2622" y="2158"/>
                </a:cubicBezTo>
                <a:cubicBezTo>
                  <a:pt x="2623" y="2145"/>
                  <a:pt x="2610" y="2129"/>
                  <a:pt x="2597" y="2113"/>
                </a:cubicBezTo>
                <a:close/>
                <a:moveTo>
                  <a:pt x="3033" y="2114"/>
                </a:moveTo>
                <a:cubicBezTo>
                  <a:pt x="3034" y="2107"/>
                  <a:pt x="3026" y="2100"/>
                  <a:pt x="3027" y="2094"/>
                </a:cubicBezTo>
                <a:cubicBezTo>
                  <a:pt x="3015" y="2078"/>
                  <a:pt x="3010" y="2064"/>
                  <a:pt x="2999" y="2048"/>
                </a:cubicBezTo>
                <a:cubicBezTo>
                  <a:pt x="2993" y="2042"/>
                  <a:pt x="2987" y="2035"/>
                  <a:pt x="2982" y="2029"/>
                </a:cubicBezTo>
                <a:cubicBezTo>
                  <a:pt x="2976" y="2019"/>
                  <a:pt x="2974" y="2020"/>
                  <a:pt x="2966" y="2011"/>
                </a:cubicBezTo>
                <a:cubicBezTo>
                  <a:pt x="2959" y="2006"/>
                  <a:pt x="2963" y="2002"/>
                  <a:pt x="2957" y="1998"/>
                </a:cubicBezTo>
                <a:cubicBezTo>
                  <a:pt x="2951" y="1998"/>
                  <a:pt x="2953" y="1992"/>
                  <a:pt x="2952" y="1991"/>
                </a:cubicBezTo>
                <a:cubicBezTo>
                  <a:pt x="2951" y="1991"/>
                  <a:pt x="2950" y="1993"/>
                  <a:pt x="2949" y="1991"/>
                </a:cubicBezTo>
                <a:cubicBezTo>
                  <a:pt x="2945" y="1988"/>
                  <a:pt x="2942" y="1983"/>
                  <a:pt x="2937" y="1978"/>
                </a:cubicBezTo>
                <a:cubicBezTo>
                  <a:pt x="2933" y="1980"/>
                  <a:pt x="2929" y="1969"/>
                  <a:pt x="2925" y="1971"/>
                </a:cubicBezTo>
                <a:cubicBezTo>
                  <a:pt x="2921" y="1969"/>
                  <a:pt x="2917" y="1962"/>
                  <a:pt x="2913" y="1967"/>
                </a:cubicBezTo>
                <a:cubicBezTo>
                  <a:pt x="2922" y="1978"/>
                  <a:pt x="2932" y="1982"/>
                  <a:pt x="2941" y="1989"/>
                </a:cubicBezTo>
                <a:cubicBezTo>
                  <a:pt x="2945" y="1997"/>
                  <a:pt x="2946" y="1998"/>
                  <a:pt x="2955" y="2005"/>
                </a:cubicBezTo>
                <a:cubicBezTo>
                  <a:pt x="2959" y="2009"/>
                  <a:pt x="2957" y="2013"/>
                  <a:pt x="2962" y="2017"/>
                </a:cubicBezTo>
                <a:cubicBezTo>
                  <a:pt x="2976" y="2032"/>
                  <a:pt x="2989" y="2047"/>
                  <a:pt x="2995" y="2057"/>
                </a:cubicBezTo>
                <a:cubicBezTo>
                  <a:pt x="3002" y="2065"/>
                  <a:pt x="3006" y="2073"/>
                  <a:pt x="3009" y="2080"/>
                </a:cubicBezTo>
                <a:cubicBezTo>
                  <a:pt x="3013" y="2084"/>
                  <a:pt x="3016" y="2088"/>
                  <a:pt x="3013" y="2091"/>
                </a:cubicBezTo>
                <a:cubicBezTo>
                  <a:pt x="3017" y="2095"/>
                  <a:pt x="3020" y="2099"/>
                  <a:pt x="3020" y="2102"/>
                </a:cubicBezTo>
                <a:cubicBezTo>
                  <a:pt x="3026" y="2117"/>
                  <a:pt x="3033" y="2132"/>
                  <a:pt x="3039" y="2147"/>
                </a:cubicBezTo>
                <a:cubicBezTo>
                  <a:pt x="3040" y="2151"/>
                  <a:pt x="3041" y="2156"/>
                  <a:pt x="3042" y="2160"/>
                </a:cubicBezTo>
                <a:cubicBezTo>
                  <a:pt x="3052" y="2160"/>
                  <a:pt x="3052" y="2160"/>
                  <a:pt x="3052" y="2160"/>
                </a:cubicBezTo>
                <a:cubicBezTo>
                  <a:pt x="3049" y="2152"/>
                  <a:pt x="3045" y="2143"/>
                  <a:pt x="3046" y="2135"/>
                </a:cubicBezTo>
                <a:cubicBezTo>
                  <a:pt x="3039" y="2128"/>
                  <a:pt x="3040" y="2121"/>
                  <a:pt x="3033" y="2114"/>
                </a:cubicBezTo>
                <a:close/>
                <a:moveTo>
                  <a:pt x="2537" y="2130"/>
                </a:moveTo>
                <a:cubicBezTo>
                  <a:pt x="2524" y="2116"/>
                  <a:pt x="2523" y="2103"/>
                  <a:pt x="2514" y="2093"/>
                </a:cubicBezTo>
                <a:cubicBezTo>
                  <a:pt x="2504" y="2070"/>
                  <a:pt x="2497" y="2066"/>
                  <a:pt x="2499" y="2063"/>
                </a:cubicBezTo>
                <a:cubicBezTo>
                  <a:pt x="2497" y="2052"/>
                  <a:pt x="2484" y="2048"/>
                  <a:pt x="2489" y="2045"/>
                </a:cubicBezTo>
                <a:cubicBezTo>
                  <a:pt x="2476" y="2022"/>
                  <a:pt x="2468" y="2018"/>
                  <a:pt x="2471" y="2015"/>
                </a:cubicBezTo>
                <a:cubicBezTo>
                  <a:pt x="2435" y="1967"/>
                  <a:pt x="2425" y="1955"/>
                  <a:pt x="2414" y="1943"/>
                </a:cubicBezTo>
                <a:cubicBezTo>
                  <a:pt x="2373" y="1912"/>
                  <a:pt x="2369" y="1896"/>
                  <a:pt x="2364" y="1900"/>
                </a:cubicBezTo>
                <a:cubicBezTo>
                  <a:pt x="2381" y="1915"/>
                  <a:pt x="2378" y="1916"/>
                  <a:pt x="2380" y="1918"/>
                </a:cubicBezTo>
                <a:cubicBezTo>
                  <a:pt x="2388" y="1923"/>
                  <a:pt x="2388" y="1926"/>
                  <a:pt x="2389" y="1927"/>
                </a:cubicBezTo>
                <a:cubicBezTo>
                  <a:pt x="2400" y="1940"/>
                  <a:pt x="2408" y="1942"/>
                  <a:pt x="2409" y="1947"/>
                </a:cubicBezTo>
                <a:cubicBezTo>
                  <a:pt x="2443" y="1995"/>
                  <a:pt x="2452" y="1999"/>
                  <a:pt x="2449" y="2002"/>
                </a:cubicBezTo>
                <a:cubicBezTo>
                  <a:pt x="2487" y="2063"/>
                  <a:pt x="2491" y="2067"/>
                  <a:pt x="2487" y="2070"/>
                </a:cubicBezTo>
                <a:cubicBezTo>
                  <a:pt x="2506" y="2104"/>
                  <a:pt x="2514" y="2108"/>
                  <a:pt x="2512" y="2112"/>
                </a:cubicBezTo>
                <a:cubicBezTo>
                  <a:pt x="2539" y="2152"/>
                  <a:pt x="2543" y="2157"/>
                  <a:pt x="2546" y="2160"/>
                </a:cubicBezTo>
                <a:cubicBezTo>
                  <a:pt x="2540" y="2140"/>
                  <a:pt x="2541" y="2135"/>
                  <a:pt x="2537" y="2130"/>
                </a:cubicBezTo>
                <a:close/>
                <a:moveTo>
                  <a:pt x="2359" y="2098"/>
                </a:moveTo>
                <a:cubicBezTo>
                  <a:pt x="2355" y="2093"/>
                  <a:pt x="2356" y="2088"/>
                  <a:pt x="2351" y="2082"/>
                </a:cubicBezTo>
                <a:cubicBezTo>
                  <a:pt x="2335" y="2044"/>
                  <a:pt x="2331" y="2038"/>
                  <a:pt x="2328" y="2033"/>
                </a:cubicBezTo>
                <a:cubicBezTo>
                  <a:pt x="2301" y="1982"/>
                  <a:pt x="2293" y="1965"/>
                  <a:pt x="2285" y="1948"/>
                </a:cubicBezTo>
                <a:cubicBezTo>
                  <a:pt x="2224" y="1882"/>
                  <a:pt x="2221" y="1878"/>
                  <a:pt x="2218" y="1874"/>
                </a:cubicBezTo>
                <a:cubicBezTo>
                  <a:pt x="2188" y="1841"/>
                  <a:pt x="2182" y="1834"/>
                  <a:pt x="2176" y="1827"/>
                </a:cubicBezTo>
                <a:cubicBezTo>
                  <a:pt x="2168" y="1800"/>
                  <a:pt x="2167" y="1797"/>
                  <a:pt x="2164" y="1793"/>
                </a:cubicBezTo>
                <a:cubicBezTo>
                  <a:pt x="2171" y="1829"/>
                  <a:pt x="2175" y="1832"/>
                  <a:pt x="2177" y="1835"/>
                </a:cubicBezTo>
                <a:cubicBezTo>
                  <a:pt x="2193" y="1872"/>
                  <a:pt x="2204" y="1885"/>
                  <a:pt x="2212" y="1897"/>
                </a:cubicBezTo>
                <a:cubicBezTo>
                  <a:pt x="2261" y="1978"/>
                  <a:pt x="2271" y="1983"/>
                  <a:pt x="2264" y="1987"/>
                </a:cubicBezTo>
                <a:cubicBezTo>
                  <a:pt x="2277" y="2021"/>
                  <a:pt x="2288" y="2026"/>
                  <a:pt x="2285" y="2030"/>
                </a:cubicBezTo>
                <a:cubicBezTo>
                  <a:pt x="2303" y="2068"/>
                  <a:pt x="2301" y="2072"/>
                  <a:pt x="2302" y="2076"/>
                </a:cubicBezTo>
                <a:cubicBezTo>
                  <a:pt x="2322" y="2110"/>
                  <a:pt x="2320" y="2114"/>
                  <a:pt x="2324" y="2118"/>
                </a:cubicBezTo>
                <a:cubicBezTo>
                  <a:pt x="2337" y="2145"/>
                  <a:pt x="2350" y="2149"/>
                  <a:pt x="2344" y="2152"/>
                </a:cubicBezTo>
                <a:cubicBezTo>
                  <a:pt x="2314" y="2125"/>
                  <a:pt x="2312" y="2120"/>
                  <a:pt x="2308" y="2120"/>
                </a:cubicBezTo>
                <a:cubicBezTo>
                  <a:pt x="2286" y="2084"/>
                  <a:pt x="2287" y="2074"/>
                  <a:pt x="2278" y="2062"/>
                </a:cubicBezTo>
                <a:cubicBezTo>
                  <a:pt x="2250" y="1984"/>
                  <a:pt x="2245" y="1972"/>
                  <a:pt x="2241" y="1961"/>
                </a:cubicBezTo>
                <a:cubicBezTo>
                  <a:pt x="2207" y="1901"/>
                  <a:pt x="2203" y="1897"/>
                  <a:pt x="2199" y="1893"/>
                </a:cubicBezTo>
                <a:cubicBezTo>
                  <a:pt x="2180" y="1859"/>
                  <a:pt x="2173" y="1847"/>
                  <a:pt x="2168" y="1834"/>
                </a:cubicBezTo>
                <a:cubicBezTo>
                  <a:pt x="2156" y="1801"/>
                  <a:pt x="2161" y="1800"/>
                  <a:pt x="2155" y="1799"/>
                </a:cubicBezTo>
                <a:cubicBezTo>
                  <a:pt x="2162" y="1855"/>
                  <a:pt x="2173" y="1859"/>
                  <a:pt x="2171" y="1863"/>
                </a:cubicBezTo>
                <a:cubicBezTo>
                  <a:pt x="2220" y="1937"/>
                  <a:pt x="2218" y="1940"/>
                  <a:pt x="2219" y="1942"/>
                </a:cubicBezTo>
                <a:cubicBezTo>
                  <a:pt x="2235" y="1976"/>
                  <a:pt x="2242" y="1984"/>
                  <a:pt x="2242" y="1992"/>
                </a:cubicBezTo>
                <a:cubicBezTo>
                  <a:pt x="2250" y="2025"/>
                  <a:pt x="2261" y="2035"/>
                  <a:pt x="2259" y="2044"/>
                </a:cubicBezTo>
                <a:cubicBezTo>
                  <a:pt x="2271" y="2072"/>
                  <a:pt x="2281" y="2080"/>
                  <a:pt x="2279" y="2087"/>
                </a:cubicBezTo>
                <a:cubicBezTo>
                  <a:pt x="2297" y="2123"/>
                  <a:pt x="2306" y="2127"/>
                  <a:pt x="2303" y="2130"/>
                </a:cubicBezTo>
                <a:cubicBezTo>
                  <a:pt x="2288" y="2117"/>
                  <a:pt x="2278" y="2115"/>
                  <a:pt x="2273" y="2107"/>
                </a:cubicBezTo>
                <a:cubicBezTo>
                  <a:pt x="2244" y="2046"/>
                  <a:pt x="2250" y="2043"/>
                  <a:pt x="2247" y="2040"/>
                </a:cubicBezTo>
                <a:cubicBezTo>
                  <a:pt x="2239" y="2016"/>
                  <a:pt x="2232" y="2013"/>
                  <a:pt x="2235" y="2010"/>
                </a:cubicBezTo>
                <a:cubicBezTo>
                  <a:pt x="2222" y="1977"/>
                  <a:pt x="2214" y="1973"/>
                  <a:pt x="2218" y="1970"/>
                </a:cubicBezTo>
                <a:cubicBezTo>
                  <a:pt x="2196" y="1923"/>
                  <a:pt x="2187" y="1916"/>
                  <a:pt x="2188" y="1909"/>
                </a:cubicBezTo>
                <a:cubicBezTo>
                  <a:pt x="2172" y="1880"/>
                  <a:pt x="2172" y="1877"/>
                  <a:pt x="2170" y="1879"/>
                </a:cubicBezTo>
                <a:cubicBezTo>
                  <a:pt x="2148" y="1849"/>
                  <a:pt x="2146" y="1846"/>
                  <a:pt x="2140" y="1841"/>
                </a:cubicBezTo>
                <a:cubicBezTo>
                  <a:pt x="2122" y="1818"/>
                  <a:pt x="2120" y="1815"/>
                  <a:pt x="2120" y="1812"/>
                </a:cubicBezTo>
                <a:cubicBezTo>
                  <a:pt x="2133" y="1844"/>
                  <a:pt x="2148" y="1854"/>
                  <a:pt x="2149" y="1862"/>
                </a:cubicBezTo>
                <a:cubicBezTo>
                  <a:pt x="2163" y="1878"/>
                  <a:pt x="2160" y="1878"/>
                  <a:pt x="2166" y="1882"/>
                </a:cubicBezTo>
                <a:cubicBezTo>
                  <a:pt x="2182" y="1914"/>
                  <a:pt x="2180" y="1918"/>
                  <a:pt x="2184" y="1921"/>
                </a:cubicBezTo>
                <a:cubicBezTo>
                  <a:pt x="2203" y="1968"/>
                  <a:pt x="2210" y="1974"/>
                  <a:pt x="2209" y="1980"/>
                </a:cubicBezTo>
                <a:cubicBezTo>
                  <a:pt x="2222" y="2004"/>
                  <a:pt x="2224" y="2008"/>
                  <a:pt x="2224" y="2011"/>
                </a:cubicBezTo>
                <a:cubicBezTo>
                  <a:pt x="2245" y="2053"/>
                  <a:pt x="2243" y="2065"/>
                  <a:pt x="2251" y="2077"/>
                </a:cubicBezTo>
                <a:cubicBezTo>
                  <a:pt x="2258" y="2112"/>
                  <a:pt x="2252" y="2108"/>
                  <a:pt x="2246" y="2105"/>
                </a:cubicBezTo>
                <a:cubicBezTo>
                  <a:pt x="2234" y="2075"/>
                  <a:pt x="2228" y="2071"/>
                  <a:pt x="2230" y="2067"/>
                </a:cubicBezTo>
                <a:cubicBezTo>
                  <a:pt x="2214" y="2023"/>
                  <a:pt x="2210" y="2019"/>
                  <a:pt x="2210" y="2014"/>
                </a:cubicBezTo>
                <a:cubicBezTo>
                  <a:pt x="2191" y="1966"/>
                  <a:pt x="2190" y="1957"/>
                  <a:pt x="2183" y="1948"/>
                </a:cubicBezTo>
                <a:cubicBezTo>
                  <a:pt x="2115" y="1843"/>
                  <a:pt x="2109" y="1836"/>
                  <a:pt x="2102" y="1828"/>
                </a:cubicBezTo>
                <a:cubicBezTo>
                  <a:pt x="2084" y="1810"/>
                  <a:pt x="2089" y="1820"/>
                  <a:pt x="2100" y="1829"/>
                </a:cubicBezTo>
                <a:cubicBezTo>
                  <a:pt x="2180" y="1968"/>
                  <a:pt x="2187" y="1974"/>
                  <a:pt x="2184" y="1979"/>
                </a:cubicBezTo>
                <a:cubicBezTo>
                  <a:pt x="2204" y="2026"/>
                  <a:pt x="2202" y="2030"/>
                  <a:pt x="2207" y="2034"/>
                </a:cubicBezTo>
                <a:cubicBezTo>
                  <a:pt x="2222" y="2075"/>
                  <a:pt x="2224" y="2079"/>
                  <a:pt x="2224" y="2083"/>
                </a:cubicBezTo>
                <a:cubicBezTo>
                  <a:pt x="2213" y="2080"/>
                  <a:pt x="2204" y="2073"/>
                  <a:pt x="2206" y="2067"/>
                </a:cubicBezTo>
                <a:cubicBezTo>
                  <a:pt x="2183" y="2022"/>
                  <a:pt x="2178" y="2013"/>
                  <a:pt x="2178" y="2005"/>
                </a:cubicBezTo>
                <a:cubicBezTo>
                  <a:pt x="2150" y="1952"/>
                  <a:pt x="2156" y="1949"/>
                  <a:pt x="2153" y="1946"/>
                </a:cubicBezTo>
                <a:cubicBezTo>
                  <a:pt x="2092" y="1848"/>
                  <a:pt x="2086" y="1839"/>
                  <a:pt x="2080" y="1830"/>
                </a:cubicBezTo>
                <a:cubicBezTo>
                  <a:pt x="2028" y="1770"/>
                  <a:pt x="2025" y="1766"/>
                  <a:pt x="2021" y="1765"/>
                </a:cubicBezTo>
                <a:cubicBezTo>
                  <a:pt x="2015" y="1759"/>
                  <a:pt x="2018" y="1765"/>
                  <a:pt x="2019" y="1767"/>
                </a:cubicBezTo>
                <a:cubicBezTo>
                  <a:pt x="2031" y="1783"/>
                  <a:pt x="2032" y="1782"/>
                  <a:pt x="2034" y="1783"/>
                </a:cubicBezTo>
                <a:cubicBezTo>
                  <a:pt x="2080" y="1843"/>
                  <a:pt x="2084" y="1849"/>
                  <a:pt x="2088" y="1855"/>
                </a:cubicBezTo>
                <a:cubicBezTo>
                  <a:pt x="2107" y="1882"/>
                  <a:pt x="2113" y="1894"/>
                  <a:pt x="2121" y="1907"/>
                </a:cubicBezTo>
                <a:cubicBezTo>
                  <a:pt x="2133" y="1930"/>
                  <a:pt x="2135" y="1937"/>
                  <a:pt x="2142" y="1943"/>
                </a:cubicBezTo>
                <a:cubicBezTo>
                  <a:pt x="2150" y="1967"/>
                  <a:pt x="2149" y="1968"/>
                  <a:pt x="2153" y="1969"/>
                </a:cubicBezTo>
                <a:cubicBezTo>
                  <a:pt x="2176" y="2038"/>
                  <a:pt x="2182" y="2045"/>
                  <a:pt x="2184" y="2051"/>
                </a:cubicBezTo>
                <a:cubicBezTo>
                  <a:pt x="2178" y="2070"/>
                  <a:pt x="2180" y="2060"/>
                  <a:pt x="2175" y="2057"/>
                </a:cubicBezTo>
                <a:cubicBezTo>
                  <a:pt x="2153" y="2021"/>
                  <a:pt x="2158" y="2016"/>
                  <a:pt x="2151" y="2010"/>
                </a:cubicBezTo>
                <a:cubicBezTo>
                  <a:pt x="2121" y="1936"/>
                  <a:pt x="2119" y="1926"/>
                  <a:pt x="2108" y="1915"/>
                </a:cubicBezTo>
                <a:cubicBezTo>
                  <a:pt x="2036" y="1803"/>
                  <a:pt x="2040" y="1801"/>
                  <a:pt x="2034" y="1797"/>
                </a:cubicBezTo>
                <a:cubicBezTo>
                  <a:pt x="2007" y="1765"/>
                  <a:pt x="2005" y="1763"/>
                  <a:pt x="2003" y="1761"/>
                </a:cubicBezTo>
                <a:cubicBezTo>
                  <a:pt x="1972" y="1730"/>
                  <a:pt x="1967" y="1720"/>
                  <a:pt x="1962" y="1724"/>
                </a:cubicBezTo>
                <a:cubicBezTo>
                  <a:pt x="1992" y="1755"/>
                  <a:pt x="1992" y="1758"/>
                  <a:pt x="1992" y="1759"/>
                </a:cubicBezTo>
                <a:cubicBezTo>
                  <a:pt x="2021" y="1792"/>
                  <a:pt x="2020" y="1796"/>
                  <a:pt x="2026" y="1801"/>
                </a:cubicBezTo>
                <a:cubicBezTo>
                  <a:pt x="2060" y="1845"/>
                  <a:pt x="2062" y="1850"/>
                  <a:pt x="2064" y="1855"/>
                </a:cubicBezTo>
                <a:cubicBezTo>
                  <a:pt x="2095" y="1898"/>
                  <a:pt x="2096" y="1916"/>
                  <a:pt x="2112" y="1935"/>
                </a:cubicBezTo>
                <a:cubicBezTo>
                  <a:pt x="2128" y="1975"/>
                  <a:pt x="2126" y="1980"/>
                  <a:pt x="2133" y="1986"/>
                </a:cubicBezTo>
                <a:cubicBezTo>
                  <a:pt x="2155" y="2039"/>
                  <a:pt x="2153" y="2043"/>
                  <a:pt x="2157" y="2046"/>
                </a:cubicBezTo>
                <a:cubicBezTo>
                  <a:pt x="2137" y="2045"/>
                  <a:pt x="2142" y="2043"/>
                  <a:pt x="2142" y="2042"/>
                </a:cubicBezTo>
                <a:cubicBezTo>
                  <a:pt x="2135" y="2030"/>
                  <a:pt x="2128" y="2031"/>
                  <a:pt x="2127" y="2026"/>
                </a:cubicBezTo>
                <a:cubicBezTo>
                  <a:pt x="2111" y="1989"/>
                  <a:pt x="2109" y="1986"/>
                  <a:pt x="2107" y="1983"/>
                </a:cubicBezTo>
                <a:cubicBezTo>
                  <a:pt x="2085" y="1918"/>
                  <a:pt x="2078" y="1914"/>
                  <a:pt x="2079" y="1911"/>
                </a:cubicBezTo>
                <a:cubicBezTo>
                  <a:pt x="2055" y="1866"/>
                  <a:pt x="2049" y="1852"/>
                  <a:pt x="2041" y="1838"/>
                </a:cubicBezTo>
                <a:cubicBezTo>
                  <a:pt x="1965" y="1757"/>
                  <a:pt x="1962" y="1741"/>
                  <a:pt x="1957" y="1746"/>
                </a:cubicBezTo>
                <a:cubicBezTo>
                  <a:pt x="2003" y="1791"/>
                  <a:pt x="2001" y="1802"/>
                  <a:pt x="2007" y="1806"/>
                </a:cubicBezTo>
                <a:cubicBezTo>
                  <a:pt x="2039" y="1854"/>
                  <a:pt x="2043" y="1857"/>
                  <a:pt x="2046" y="1860"/>
                </a:cubicBezTo>
                <a:cubicBezTo>
                  <a:pt x="2065" y="1901"/>
                  <a:pt x="2070" y="1913"/>
                  <a:pt x="2074" y="1925"/>
                </a:cubicBezTo>
                <a:cubicBezTo>
                  <a:pt x="2084" y="1955"/>
                  <a:pt x="2091" y="1959"/>
                  <a:pt x="2088" y="1961"/>
                </a:cubicBezTo>
                <a:cubicBezTo>
                  <a:pt x="2109" y="2008"/>
                  <a:pt x="2111" y="2011"/>
                  <a:pt x="2111" y="2014"/>
                </a:cubicBezTo>
                <a:cubicBezTo>
                  <a:pt x="2084" y="2001"/>
                  <a:pt x="2083" y="1990"/>
                  <a:pt x="2078" y="1979"/>
                </a:cubicBezTo>
                <a:cubicBezTo>
                  <a:pt x="2058" y="1935"/>
                  <a:pt x="2059" y="1924"/>
                  <a:pt x="2051" y="1913"/>
                </a:cubicBezTo>
                <a:cubicBezTo>
                  <a:pt x="2005" y="1834"/>
                  <a:pt x="1999" y="1823"/>
                  <a:pt x="1992" y="1811"/>
                </a:cubicBezTo>
                <a:cubicBezTo>
                  <a:pt x="1942" y="1756"/>
                  <a:pt x="1938" y="1745"/>
                  <a:pt x="1934" y="1752"/>
                </a:cubicBezTo>
                <a:cubicBezTo>
                  <a:pt x="2017" y="1869"/>
                  <a:pt x="2028" y="1877"/>
                  <a:pt x="2027" y="1885"/>
                </a:cubicBezTo>
                <a:cubicBezTo>
                  <a:pt x="2063" y="1966"/>
                  <a:pt x="2065" y="1973"/>
                  <a:pt x="2067" y="1980"/>
                </a:cubicBezTo>
                <a:cubicBezTo>
                  <a:pt x="2065" y="1992"/>
                  <a:pt x="2057" y="1989"/>
                  <a:pt x="2060" y="1986"/>
                </a:cubicBezTo>
                <a:cubicBezTo>
                  <a:pt x="2045" y="1948"/>
                  <a:pt x="2043" y="1946"/>
                  <a:pt x="2043" y="1943"/>
                </a:cubicBezTo>
                <a:cubicBezTo>
                  <a:pt x="2023" y="1902"/>
                  <a:pt x="2017" y="1897"/>
                  <a:pt x="2017" y="1893"/>
                </a:cubicBezTo>
                <a:cubicBezTo>
                  <a:pt x="2004" y="1865"/>
                  <a:pt x="1997" y="1860"/>
                  <a:pt x="1998" y="1855"/>
                </a:cubicBezTo>
                <a:cubicBezTo>
                  <a:pt x="1963" y="1808"/>
                  <a:pt x="1953" y="1796"/>
                  <a:pt x="1940" y="1775"/>
                </a:cubicBezTo>
                <a:cubicBezTo>
                  <a:pt x="1905" y="1717"/>
                  <a:pt x="1893" y="1717"/>
                  <a:pt x="1896" y="1709"/>
                </a:cubicBezTo>
                <a:cubicBezTo>
                  <a:pt x="1877" y="1696"/>
                  <a:pt x="1887" y="1701"/>
                  <a:pt x="1884" y="1705"/>
                </a:cubicBezTo>
                <a:cubicBezTo>
                  <a:pt x="1901" y="1729"/>
                  <a:pt x="1903" y="1740"/>
                  <a:pt x="1915" y="1751"/>
                </a:cubicBezTo>
                <a:cubicBezTo>
                  <a:pt x="1973" y="1832"/>
                  <a:pt x="1981" y="1851"/>
                  <a:pt x="1997" y="1870"/>
                </a:cubicBezTo>
                <a:cubicBezTo>
                  <a:pt x="2010" y="1904"/>
                  <a:pt x="2014" y="1909"/>
                  <a:pt x="2017" y="1913"/>
                </a:cubicBezTo>
                <a:cubicBezTo>
                  <a:pt x="2030" y="1939"/>
                  <a:pt x="2036" y="1949"/>
                  <a:pt x="2039" y="1958"/>
                </a:cubicBezTo>
                <a:cubicBezTo>
                  <a:pt x="2048" y="1982"/>
                  <a:pt x="2048" y="1987"/>
                  <a:pt x="2045" y="1985"/>
                </a:cubicBezTo>
                <a:cubicBezTo>
                  <a:pt x="2031" y="1963"/>
                  <a:pt x="2024" y="1958"/>
                  <a:pt x="2019" y="1952"/>
                </a:cubicBezTo>
                <a:cubicBezTo>
                  <a:pt x="1966" y="1858"/>
                  <a:pt x="1972" y="1850"/>
                  <a:pt x="1964" y="1850"/>
                </a:cubicBezTo>
                <a:cubicBezTo>
                  <a:pt x="1953" y="1828"/>
                  <a:pt x="1951" y="1823"/>
                  <a:pt x="1948" y="1818"/>
                </a:cubicBezTo>
                <a:cubicBezTo>
                  <a:pt x="1895" y="1732"/>
                  <a:pt x="1891" y="1727"/>
                  <a:pt x="1888" y="1723"/>
                </a:cubicBezTo>
                <a:cubicBezTo>
                  <a:pt x="1919" y="1786"/>
                  <a:pt x="1923" y="1796"/>
                  <a:pt x="1930" y="1807"/>
                </a:cubicBezTo>
                <a:cubicBezTo>
                  <a:pt x="1947" y="1834"/>
                  <a:pt x="1951" y="1837"/>
                  <a:pt x="1950" y="1839"/>
                </a:cubicBezTo>
                <a:cubicBezTo>
                  <a:pt x="1975" y="1882"/>
                  <a:pt x="1974" y="1885"/>
                  <a:pt x="1977" y="1888"/>
                </a:cubicBezTo>
                <a:cubicBezTo>
                  <a:pt x="1992" y="1925"/>
                  <a:pt x="2004" y="1931"/>
                  <a:pt x="1999" y="1935"/>
                </a:cubicBezTo>
                <a:cubicBezTo>
                  <a:pt x="2013" y="1957"/>
                  <a:pt x="2017" y="1963"/>
                  <a:pt x="2017" y="1969"/>
                </a:cubicBezTo>
                <a:cubicBezTo>
                  <a:pt x="2004" y="1947"/>
                  <a:pt x="1994" y="1941"/>
                  <a:pt x="1991" y="1936"/>
                </a:cubicBezTo>
                <a:cubicBezTo>
                  <a:pt x="1972" y="1896"/>
                  <a:pt x="1966" y="1889"/>
                  <a:pt x="1964" y="1882"/>
                </a:cubicBezTo>
                <a:cubicBezTo>
                  <a:pt x="1925" y="1808"/>
                  <a:pt x="1925" y="1804"/>
                  <a:pt x="1915" y="1797"/>
                </a:cubicBezTo>
                <a:cubicBezTo>
                  <a:pt x="1867" y="1736"/>
                  <a:pt x="1869" y="1724"/>
                  <a:pt x="1860" y="1730"/>
                </a:cubicBezTo>
                <a:cubicBezTo>
                  <a:pt x="1899" y="1781"/>
                  <a:pt x="1901" y="1790"/>
                  <a:pt x="1916" y="1808"/>
                </a:cubicBezTo>
                <a:cubicBezTo>
                  <a:pt x="1941" y="1843"/>
                  <a:pt x="1937" y="1847"/>
                  <a:pt x="1943" y="1851"/>
                </a:cubicBezTo>
                <a:cubicBezTo>
                  <a:pt x="1973" y="1924"/>
                  <a:pt x="1975" y="1926"/>
                  <a:pt x="1978" y="1931"/>
                </a:cubicBezTo>
                <a:cubicBezTo>
                  <a:pt x="1970" y="1937"/>
                  <a:pt x="1972" y="1932"/>
                  <a:pt x="1965" y="1927"/>
                </a:cubicBezTo>
                <a:cubicBezTo>
                  <a:pt x="1952" y="1892"/>
                  <a:pt x="1945" y="1884"/>
                  <a:pt x="1941" y="1876"/>
                </a:cubicBezTo>
                <a:cubicBezTo>
                  <a:pt x="1925" y="1837"/>
                  <a:pt x="1914" y="1832"/>
                  <a:pt x="1916" y="1828"/>
                </a:cubicBezTo>
                <a:cubicBezTo>
                  <a:pt x="1875" y="1771"/>
                  <a:pt x="1871" y="1766"/>
                  <a:pt x="1867" y="1761"/>
                </a:cubicBezTo>
                <a:cubicBezTo>
                  <a:pt x="1850" y="1739"/>
                  <a:pt x="1837" y="1733"/>
                  <a:pt x="1834" y="1724"/>
                </a:cubicBezTo>
                <a:cubicBezTo>
                  <a:pt x="1831" y="1727"/>
                  <a:pt x="1840" y="1739"/>
                  <a:pt x="1859" y="1759"/>
                </a:cubicBezTo>
                <a:cubicBezTo>
                  <a:pt x="1929" y="1870"/>
                  <a:pt x="1932" y="1882"/>
                  <a:pt x="1940" y="1894"/>
                </a:cubicBezTo>
                <a:cubicBezTo>
                  <a:pt x="1955" y="1926"/>
                  <a:pt x="1962" y="1930"/>
                  <a:pt x="1956" y="1933"/>
                </a:cubicBezTo>
                <a:cubicBezTo>
                  <a:pt x="1948" y="1914"/>
                  <a:pt x="1940" y="1910"/>
                  <a:pt x="1939" y="1907"/>
                </a:cubicBezTo>
                <a:cubicBezTo>
                  <a:pt x="1901" y="1834"/>
                  <a:pt x="1882" y="1810"/>
                  <a:pt x="1865" y="1786"/>
                </a:cubicBezTo>
                <a:cubicBezTo>
                  <a:pt x="1823" y="1743"/>
                  <a:pt x="1820" y="1733"/>
                  <a:pt x="1816" y="1736"/>
                </a:cubicBezTo>
                <a:cubicBezTo>
                  <a:pt x="1800" y="1727"/>
                  <a:pt x="1800" y="1727"/>
                  <a:pt x="1808" y="1734"/>
                </a:cubicBezTo>
                <a:cubicBezTo>
                  <a:pt x="1845" y="1773"/>
                  <a:pt x="1851" y="1780"/>
                  <a:pt x="1857" y="1787"/>
                </a:cubicBezTo>
                <a:cubicBezTo>
                  <a:pt x="1914" y="1883"/>
                  <a:pt x="1922" y="1889"/>
                  <a:pt x="1921" y="1893"/>
                </a:cubicBezTo>
                <a:cubicBezTo>
                  <a:pt x="1911" y="1899"/>
                  <a:pt x="1910" y="1880"/>
                  <a:pt x="1897" y="1865"/>
                </a:cubicBezTo>
                <a:cubicBezTo>
                  <a:pt x="1850" y="1801"/>
                  <a:pt x="1840" y="1789"/>
                  <a:pt x="1832" y="1778"/>
                </a:cubicBezTo>
                <a:cubicBezTo>
                  <a:pt x="1783" y="1729"/>
                  <a:pt x="1776" y="1719"/>
                  <a:pt x="1768" y="1715"/>
                </a:cubicBezTo>
                <a:cubicBezTo>
                  <a:pt x="1752" y="1711"/>
                  <a:pt x="1762" y="1716"/>
                  <a:pt x="1772" y="1723"/>
                </a:cubicBezTo>
                <a:cubicBezTo>
                  <a:pt x="1813" y="1762"/>
                  <a:pt x="1814" y="1765"/>
                  <a:pt x="1814" y="1767"/>
                </a:cubicBezTo>
                <a:cubicBezTo>
                  <a:pt x="1834" y="1793"/>
                  <a:pt x="1840" y="1799"/>
                  <a:pt x="1844" y="1808"/>
                </a:cubicBezTo>
                <a:cubicBezTo>
                  <a:pt x="1893" y="1871"/>
                  <a:pt x="1889" y="1874"/>
                  <a:pt x="1893" y="1877"/>
                </a:cubicBezTo>
                <a:cubicBezTo>
                  <a:pt x="1882" y="1864"/>
                  <a:pt x="1878" y="1863"/>
                  <a:pt x="1874" y="1856"/>
                </a:cubicBezTo>
                <a:cubicBezTo>
                  <a:pt x="1833" y="1802"/>
                  <a:pt x="1826" y="1794"/>
                  <a:pt x="1819" y="1786"/>
                </a:cubicBezTo>
                <a:cubicBezTo>
                  <a:pt x="1773" y="1738"/>
                  <a:pt x="1769" y="1738"/>
                  <a:pt x="1765" y="1734"/>
                </a:cubicBezTo>
                <a:cubicBezTo>
                  <a:pt x="1760" y="1738"/>
                  <a:pt x="1770" y="1737"/>
                  <a:pt x="1766" y="1742"/>
                </a:cubicBezTo>
                <a:cubicBezTo>
                  <a:pt x="1803" y="1777"/>
                  <a:pt x="1807" y="1785"/>
                  <a:pt x="1813" y="1785"/>
                </a:cubicBezTo>
                <a:cubicBezTo>
                  <a:pt x="1829" y="1807"/>
                  <a:pt x="1825" y="1810"/>
                  <a:pt x="1831" y="1813"/>
                </a:cubicBezTo>
                <a:cubicBezTo>
                  <a:pt x="1813" y="1794"/>
                  <a:pt x="1808" y="1796"/>
                  <a:pt x="1805" y="1790"/>
                </a:cubicBezTo>
                <a:cubicBezTo>
                  <a:pt x="1754" y="1747"/>
                  <a:pt x="1750" y="1740"/>
                  <a:pt x="1745" y="1738"/>
                </a:cubicBezTo>
                <a:cubicBezTo>
                  <a:pt x="1769" y="1764"/>
                  <a:pt x="1779" y="1774"/>
                  <a:pt x="1790" y="1782"/>
                </a:cubicBezTo>
                <a:cubicBezTo>
                  <a:pt x="1832" y="1841"/>
                  <a:pt x="1845" y="1847"/>
                  <a:pt x="1842" y="1852"/>
                </a:cubicBezTo>
                <a:cubicBezTo>
                  <a:pt x="1793" y="1807"/>
                  <a:pt x="1776" y="1786"/>
                  <a:pt x="1752" y="1769"/>
                </a:cubicBezTo>
                <a:cubicBezTo>
                  <a:pt x="1766" y="1787"/>
                  <a:pt x="1777" y="1798"/>
                  <a:pt x="1788" y="1810"/>
                </a:cubicBezTo>
                <a:cubicBezTo>
                  <a:pt x="1812" y="1838"/>
                  <a:pt x="1805" y="1839"/>
                  <a:pt x="1803" y="1837"/>
                </a:cubicBezTo>
                <a:cubicBezTo>
                  <a:pt x="1781" y="1826"/>
                  <a:pt x="1776" y="1821"/>
                  <a:pt x="1770" y="1820"/>
                </a:cubicBezTo>
                <a:cubicBezTo>
                  <a:pt x="1726" y="1790"/>
                  <a:pt x="1728" y="1785"/>
                  <a:pt x="1721" y="1787"/>
                </a:cubicBezTo>
                <a:cubicBezTo>
                  <a:pt x="1746" y="1808"/>
                  <a:pt x="1748" y="1812"/>
                  <a:pt x="1751" y="1811"/>
                </a:cubicBezTo>
                <a:cubicBezTo>
                  <a:pt x="1774" y="1830"/>
                  <a:pt x="1769" y="1830"/>
                  <a:pt x="1768" y="1830"/>
                </a:cubicBezTo>
                <a:cubicBezTo>
                  <a:pt x="1762" y="1829"/>
                  <a:pt x="1758" y="1825"/>
                  <a:pt x="1757" y="1825"/>
                </a:cubicBezTo>
                <a:cubicBezTo>
                  <a:pt x="1733" y="1815"/>
                  <a:pt x="1722" y="1808"/>
                  <a:pt x="1711" y="1802"/>
                </a:cubicBezTo>
                <a:cubicBezTo>
                  <a:pt x="1668" y="1781"/>
                  <a:pt x="1665" y="1767"/>
                  <a:pt x="1662" y="1772"/>
                </a:cubicBezTo>
                <a:cubicBezTo>
                  <a:pt x="1716" y="1810"/>
                  <a:pt x="1719" y="1814"/>
                  <a:pt x="1721" y="1816"/>
                </a:cubicBezTo>
                <a:cubicBezTo>
                  <a:pt x="1754" y="1831"/>
                  <a:pt x="1760" y="1834"/>
                  <a:pt x="1766" y="1838"/>
                </a:cubicBezTo>
                <a:cubicBezTo>
                  <a:pt x="1741" y="1835"/>
                  <a:pt x="1730" y="1831"/>
                  <a:pt x="1719" y="1827"/>
                </a:cubicBezTo>
                <a:cubicBezTo>
                  <a:pt x="1667" y="1800"/>
                  <a:pt x="1664" y="1802"/>
                  <a:pt x="1662" y="1799"/>
                </a:cubicBezTo>
                <a:cubicBezTo>
                  <a:pt x="1679" y="1814"/>
                  <a:pt x="1683" y="1818"/>
                  <a:pt x="1687" y="1817"/>
                </a:cubicBezTo>
                <a:cubicBezTo>
                  <a:pt x="1763" y="1850"/>
                  <a:pt x="1779" y="1856"/>
                  <a:pt x="1795" y="1858"/>
                </a:cubicBezTo>
                <a:cubicBezTo>
                  <a:pt x="1811" y="1866"/>
                  <a:pt x="1816" y="1856"/>
                  <a:pt x="1820" y="1863"/>
                </a:cubicBezTo>
                <a:cubicBezTo>
                  <a:pt x="1850" y="1871"/>
                  <a:pt x="1857" y="1864"/>
                  <a:pt x="1862" y="1875"/>
                </a:cubicBezTo>
                <a:cubicBezTo>
                  <a:pt x="1842" y="1876"/>
                  <a:pt x="1840" y="1873"/>
                  <a:pt x="1838" y="1874"/>
                </a:cubicBezTo>
                <a:cubicBezTo>
                  <a:pt x="1781" y="1864"/>
                  <a:pt x="1772" y="1865"/>
                  <a:pt x="1764" y="1866"/>
                </a:cubicBezTo>
                <a:cubicBezTo>
                  <a:pt x="1697" y="1850"/>
                  <a:pt x="1680" y="1845"/>
                  <a:pt x="1664" y="1837"/>
                </a:cubicBezTo>
                <a:cubicBezTo>
                  <a:pt x="1641" y="1830"/>
                  <a:pt x="1651" y="1834"/>
                  <a:pt x="1660" y="1843"/>
                </a:cubicBezTo>
                <a:cubicBezTo>
                  <a:pt x="1703" y="1857"/>
                  <a:pt x="1709" y="1862"/>
                  <a:pt x="1715" y="1862"/>
                </a:cubicBezTo>
                <a:cubicBezTo>
                  <a:pt x="1776" y="1874"/>
                  <a:pt x="1779" y="1875"/>
                  <a:pt x="1782" y="1876"/>
                </a:cubicBezTo>
                <a:cubicBezTo>
                  <a:pt x="1814" y="1881"/>
                  <a:pt x="1817" y="1882"/>
                  <a:pt x="1820" y="1880"/>
                </a:cubicBezTo>
                <a:cubicBezTo>
                  <a:pt x="1859" y="1887"/>
                  <a:pt x="1867" y="1889"/>
                  <a:pt x="1874" y="1888"/>
                </a:cubicBezTo>
                <a:cubicBezTo>
                  <a:pt x="1891" y="1901"/>
                  <a:pt x="1888" y="1900"/>
                  <a:pt x="1886" y="1895"/>
                </a:cubicBezTo>
                <a:cubicBezTo>
                  <a:pt x="1852" y="1893"/>
                  <a:pt x="1845" y="1895"/>
                  <a:pt x="1840" y="1892"/>
                </a:cubicBezTo>
                <a:cubicBezTo>
                  <a:pt x="1795" y="1885"/>
                  <a:pt x="1789" y="1891"/>
                  <a:pt x="1783" y="1887"/>
                </a:cubicBezTo>
                <a:cubicBezTo>
                  <a:pt x="1718" y="1880"/>
                  <a:pt x="1711" y="1879"/>
                  <a:pt x="1705" y="1877"/>
                </a:cubicBezTo>
                <a:cubicBezTo>
                  <a:pt x="1657" y="1869"/>
                  <a:pt x="1650" y="1862"/>
                  <a:pt x="1644" y="1861"/>
                </a:cubicBezTo>
                <a:cubicBezTo>
                  <a:pt x="1600" y="1841"/>
                  <a:pt x="1597" y="1831"/>
                  <a:pt x="1593" y="1833"/>
                </a:cubicBezTo>
                <a:cubicBezTo>
                  <a:pt x="1597" y="1840"/>
                  <a:pt x="1599" y="1842"/>
                  <a:pt x="1602" y="1843"/>
                </a:cubicBezTo>
                <a:cubicBezTo>
                  <a:pt x="1641" y="1869"/>
                  <a:pt x="1637" y="1872"/>
                  <a:pt x="1643" y="1876"/>
                </a:cubicBezTo>
                <a:cubicBezTo>
                  <a:pt x="1683" y="1894"/>
                  <a:pt x="1693" y="1901"/>
                  <a:pt x="1703" y="1902"/>
                </a:cubicBezTo>
                <a:cubicBezTo>
                  <a:pt x="1750" y="1920"/>
                  <a:pt x="1751" y="1916"/>
                  <a:pt x="1753" y="1916"/>
                </a:cubicBezTo>
                <a:cubicBezTo>
                  <a:pt x="1774" y="1922"/>
                  <a:pt x="1784" y="1924"/>
                  <a:pt x="1794" y="1923"/>
                </a:cubicBezTo>
                <a:cubicBezTo>
                  <a:pt x="1830" y="1924"/>
                  <a:pt x="1835" y="1925"/>
                  <a:pt x="1840" y="1926"/>
                </a:cubicBezTo>
                <a:cubicBezTo>
                  <a:pt x="1877" y="1930"/>
                  <a:pt x="1883" y="1925"/>
                  <a:pt x="1888" y="1925"/>
                </a:cubicBezTo>
                <a:cubicBezTo>
                  <a:pt x="1940" y="1939"/>
                  <a:pt x="1943" y="1934"/>
                  <a:pt x="1946" y="1941"/>
                </a:cubicBezTo>
                <a:cubicBezTo>
                  <a:pt x="1906" y="1945"/>
                  <a:pt x="1904" y="1942"/>
                  <a:pt x="1901" y="1943"/>
                </a:cubicBezTo>
                <a:cubicBezTo>
                  <a:pt x="1865" y="1942"/>
                  <a:pt x="1860" y="1941"/>
                  <a:pt x="1855" y="1940"/>
                </a:cubicBezTo>
                <a:cubicBezTo>
                  <a:pt x="1837" y="1942"/>
                  <a:pt x="1834" y="1939"/>
                  <a:pt x="1832" y="1940"/>
                </a:cubicBezTo>
                <a:cubicBezTo>
                  <a:pt x="1785" y="1936"/>
                  <a:pt x="1774" y="1934"/>
                  <a:pt x="1764" y="1932"/>
                </a:cubicBezTo>
                <a:cubicBezTo>
                  <a:pt x="1714" y="1916"/>
                  <a:pt x="1708" y="1920"/>
                  <a:pt x="1704" y="1913"/>
                </a:cubicBezTo>
                <a:cubicBezTo>
                  <a:pt x="1661" y="1902"/>
                  <a:pt x="1658" y="1892"/>
                  <a:pt x="1654" y="1899"/>
                </a:cubicBezTo>
                <a:cubicBezTo>
                  <a:pt x="1721" y="1926"/>
                  <a:pt x="1728" y="1931"/>
                  <a:pt x="1735" y="1935"/>
                </a:cubicBezTo>
                <a:cubicBezTo>
                  <a:pt x="1769" y="1942"/>
                  <a:pt x="1772" y="1946"/>
                  <a:pt x="1776" y="1942"/>
                </a:cubicBezTo>
                <a:cubicBezTo>
                  <a:pt x="1811" y="1952"/>
                  <a:pt x="1815" y="1945"/>
                  <a:pt x="1819" y="1951"/>
                </a:cubicBezTo>
                <a:cubicBezTo>
                  <a:pt x="1842" y="1951"/>
                  <a:pt x="1846" y="1953"/>
                  <a:pt x="1850" y="1950"/>
                </a:cubicBezTo>
                <a:cubicBezTo>
                  <a:pt x="1909" y="1952"/>
                  <a:pt x="1915" y="1954"/>
                  <a:pt x="1922" y="1953"/>
                </a:cubicBezTo>
                <a:cubicBezTo>
                  <a:pt x="1939" y="1951"/>
                  <a:pt x="1941" y="1956"/>
                  <a:pt x="1944" y="1952"/>
                </a:cubicBezTo>
                <a:cubicBezTo>
                  <a:pt x="1969" y="1956"/>
                  <a:pt x="1972" y="1958"/>
                  <a:pt x="1976" y="1959"/>
                </a:cubicBezTo>
                <a:cubicBezTo>
                  <a:pt x="1965" y="1961"/>
                  <a:pt x="1960" y="1960"/>
                  <a:pt x="1954" y="1957"/>
                </a:cubicBezTo>
                <a:cubicBezTo>
                  <a:pt x="1914" y="1964"/>
                  <a:pt x="1909" y="1955"/>
                  <a:pt x="1903" y="1961"/>
                </a:cubicBezTo>
                <a:cubicBezTo>
                  <a:pt x="1880" y="1964"/>
                  <a:pt x="1875" y="1959"/>
                  <a:pt x="1869" y="1959"/>
                </a:cubicBezTo>
                <a:cubicBezTo>
                  <a:pt x="1815" y="1960"/>
                  <a:pt x="1813" y="1960"/>
                  <a:pt x="1810" y="1958"/>
                </a:cubicBezTo>
                <a:cubicBezTo>
                  <a:pt x="1782" y="1951"/>
                  <a:pt x="1779" y="1954"/>
                  <a:pt x="1777" y="1953"/>
                </a:cubicBezTo>
                <a:cubicBezTo>
                  <a:pt x="1748" y="1947"/>
                  <a:pt x="1746" y="1947"/>
                  <a:pt x="1743" y="1948"/>
                </a:cubicBezTo>
                <a:cubicBezTo>
                  <a:pt x="1712" y="1936"/>
                  <a:pt x="1706" y="1934"/>
                  <a:pt x="1701" y="1929"/>
                </a:cubicBezTo>
                <a:cubicBezTo>
                  <a:pt x="1717" y="1946"/>
                  <a:pt x="1727" y="1946"/>
                  <a:pt x="1737" y="1953"/>
                </a:cubicBezTo>
                <a:cubicBezTo>
                  <a:pt x="1812" y="1968"/>
                  <a:pt x="1818" y="1971"/>
                  <a:pt x="1823" y="1970"/>
                </a:cubicBezTo>
                <a:cubicBezTo>
                  <a:pt x="1845" y="1969"/>
                  <a:pt x="1847" y="1974"/>
                  <a:pt x="1850" y="1970"/>
                </a:cubicBezTo>
                <a:cubicBezTo>
                  <a:pt x="1872" y="1968"/>
                  <a:pt x="1875" y="1968"/>
                  <a:pt x="1877" y="1972"/>
                </a:cubicBezTo>
                <a:cubicBezTo>
                  <a:pt x="1901" y="1970"/>
                  <a:pt x="1907" y="1971"/>
                  <a:pt x="1913" y="1970"/>
                </a:cubicBezTo>
                <a:cubicBezTo>
                  <a:pt x="1996" y="1976"/>
                  <a:pt x="2007" y="1978"/>
                  <a:pt x="2019" y="1982"/>
                </a:cubicBezTo>
                <a:cubicBezTo>
                  <a:pt x="1956" y="1985"/>
                  <a:pt x="1952" y="1983"/>
                  <a:pt x="1948" y="1983"/>
                </a:cubicBezTo>
                <a:cubicBezTo>
                  <a:pt x="1865" y="1989"/>
                  <a:pt x="1861" y="1990"/>
                  <a:pt x="1858" y="1989"/>
                </a:cubicBezTo>
                <a:cubicBezTo>
                  <a:pt x="1842" y="1988"/>
                  <a:pt x="1838" y="1989"/>
                  <a:pt x="1835" y="1989"/>
                </a:cubicBezTo>
                <a:cubicBezTo>
                  <a:pt x="1791" y="1980"/>
                  <a:pt x="1783" y="1979"/>
                  <a:pt x="1775" y="1975"/>
                </a:cubicBezTo>
                <a:cubicBezTo>
                  <a:pt x="1733" y="1968"/>
                  <a:pt x="1738" y="1969"/>
                  <a:pt x="1743" y="1971"/>
                </a:cubicBezTo>
                <a:cubicBezTo>
                  <a:pt x="1801" y="1990"/>
                  <a:pt x="1807" y="1993"/>
                  <a:pt x="1813" y="1994"/>
                </a:cubicBezTo>
                <a:cubicBezTo>
                  <a:pt x="1848" y="2002"/>
                  <a:pt x="1853" y="1994"/>
                  <a:pt x="1857" y="1999"/>
                </a:cubicBezTo>
                <a:cubicBezTo>
                  <a:pt x="1893" y="1996"/>
                  <a:pt x="1901" y="1998"/>
                  <a:pt x="1910" y="1996"/>
                </a:cubicBezTo>
                <a:cubicBezTo>
                  <a:pt x="1965" y="1991"/>
                  <a:pt x="1969" y="1993"/>
                  <a:pt x="1974" y="1989"/>
                </a:cubicBezTo>
                <a:cubicBezTo>
                  <a:pt x="2013" y="1993"/>
                  <a:pt x="2016" y="1991"/>
                  <a:pt x="2020" y="1996"/>
                </a:cubicBezTo>
                <a:cubicBezTo>
                  <a:pt x="2003" y="2000"/>
                  <a:pt x="1999" y="1994"/>
                  <a:pt x="1995" y="1997"/>
                </a:cubicBezTo>
                <a:cubicBezTo>
                  <a:pt x="1946" y="1996"/>
                  <a:pt x="1936" y="2007"/>
                  <a:pt x="1928" y="2000"/>
                </a:cubicBezTo>
                <a:cubicBezTo>
                  <a:pt x="1842" y="2015"/>
                  <a:pt x="1833" y="2014"/>
                  <a:pt x="1825" y="2015"/>
                </a:cubicBezTo>
                <a:cubicBezTo>
                  <a:pt x="1794" y="2010"/>
                  <a:pt x="1786" y="2016"/>
                  <a:pt x="1779" y="2012"/>
                </a:cubicBezTo>
                <a:cubicBezTo>
                  <a:pt x="1727" y="2002"/>
                  <a:pt x="1720" y="1995"/>
                  <a:pt x="1712" y="1998"/>
                </a:cubicBezTo>
                <a:cubicBezTo>
                  <a:pt x="1766" y="2016"/>
                  <a:pt x="1769" y="2018"/>
                  <a:pt x="1772" y="2021"/>
                </a:cubicBezTo>
                <a:cubicBezTo>
                  <a:pt x="1866" y="2024"/>
                  <a:pt x="1878" y="2021"/>
                  <a:pt x="1890" y="2019"/>
                </a:cubicBezTo>
                <a:cubicBezTo>
                  <a:pt x="1932" y="2010"/>
                  <a:pt x="1937" y="2015"/>
                  <a:pt x="1943" y="2010"/>
                </a:cubicBezTo>
                <a:cubicBezTo>
                  <a:pt x="1974" y="2009"/>
                  <a:pt x="1986" y="2010"/>
                  <a:pt x="1999" y="2005"/>
                </a:cubicBezTo>
                <a:cubicBezTo>
                  <a:pt x="2065" y="2015"/>
                  <a:pt x="2062" y="2015"/>
                  <a:pt x="2059" y="2014"/>
                </a:cubicBezTo>
                <a:cubicBezTo>
                  <a:pt x="2033" y="2015"/>
                  <a:pt x="2030" y="2011"/>
                  <a:pt x="2026" y="2013"/>
                </a:cubicBezTo>
                <a:cubicBezTo>
                  <a:pt x="1966" y="2015"/>
                  <a:pt x="1964" y="2014"/>
                  <a:pt x="1961" y="2015"/>
                </a:cubicBezTo>
                <a:cubicBezTo>
                  <a:pt x="1902" y="2024"/>
                  <a:pt x="1881" y="2032"/>
                  <a:pt x="1861" y="2033"/>
                </a:cubicBezTo>
                <a:cubicBezTo>
                  <a:pt x="1842" y="2035"/>
                  <a:pt x="1837" y="2035"/>
                  <a:pt x="1831" y="2036"/>
                </a:cubicBezTo>
                <a:cubicBezTo>
                  <a:pt x="1814" y="2032"/>
                  <a:pt x="1811" y="2034"/>
                  <a:pt x="1809" y="2032"/>
                </a:cubicBezTo>
                <a:cubicBezTo>
                  <a:pt x="1760" y="2026"/>
                  <a:pt x="1750" y="2023"/>
                  <a:pt x="1740" y="2023"/>
                </a:cubicBezTo>
                <a:cubicBezTo>
                  <a:pt x="1786" y="2037"/>
                  <a:pt x="1792" y="2040"/>
                  <a:pt x="1799" y="2038"/>
                </a:cubicBezTo>
                <a:cubicBezTo>
                  <a:pt x="1827" y="2043"/>
                  <a:pt x="1835" y="2045"/>
                  <a:pt x="1843" y="2043"/>
                </a:cubicBezTo>
                <a:cubicBezTo>
                  <a:pt x="1876" y="2042"/>
                  <a:pt x="1885" y="2038"/>
                  <a:pt x="1893" y="2037"/>
                </a:cubicBezTo>
                <a:cubicBezTo>
                  <a:pt x="1933" y="2027"/>
                  <a:pt x="1936" y="2029"/>
                  <a:pt x="1940" y="2030"/>
                </a:cubicBezTo>
                <a:cubicBezTo>
                  <a:pt x="1985" y="2019"/>
                  <a:pt x="1987" y="2022"/>
                  <a:pt x="1990" y="2021"/>
                </a:cubicBezTo>
                <a:cubicBezTo>
                  <a:pt x="2030" y="2021"/>
                  <a:pt x="2034" y="2027"/>
                  <a:pt x="2039" y="2022"/>
                </a:cubicBezTo>
                <a:cubicBezTo>
                  <a:pt x="2066" y="2021"/>
                  <a:pt x="2068" y="2028"/>
                  <a:pt x="2072" y="2025"/>
                </a:cubicBezTo>
                <a:cubicBezTo>
                  <a:pt x="2080" y="2034"/>
                  <a:pt x="2073" y="2035"/>
                  <a:pt x="2065" y="2031"/>
                </a:cubicBezTo>
                <a:cubicBezTo>
                  <a:pt x="2026" y="2036"/>
                  <a:pt x="2022" y="2032"/>
                  <a:pt x="2019" y="2034"/>
                </a:cubicBezTo>
                <a:cubicBezTo>
                  <a:pt x="1978" y="2039"/>
                  <a:pt x="1973" y="2041"/>
                  <a:pt x="1969" y="2040"/>
                </a:cubicBezTo>
                <a:cubicBezTo>
                  <a:pt x="1930" y="2047"/>
                  <a:pt x="1920" y="2051"/>
                  <a:pt x="1911" y="2053"/>
                </a:cubicBezTo>
                <a:cubicBezTo>
                  <a:pt x="1865" y="2061"/>
                  <a:pt x="1863" y="2058"/>
                  <a:pt x="1861" y="2059"/>
                </a:cubicBezTo>
                <a:cubicBezTo>
                  <a:pt x="1819" y="2062"/>
                  <a:pt x="1815" y="2058"/>
                  <a:pt x="1810" y="2060"/>
                </a:cubicBezTo>
                <a:cubicBezTo>
                  <a:pt x="1790" y="2059"/>
                  <a:pt x="1785" y="2058"/>
                  <a:pt x="1781" y="2057"/>
                </a:cubicBezTo>
                <a:cubicBezTo>
                  <a:pt x="1776" y="2063"/>
                  <a:pt x="1780" y="2063"/>
                  <a:pt x="1785" y="2065"/>
                </a:cubicBezTo>
                <a:cubicBezTo>
                  <a:pt x="1807" y="2068"/>
                  <a:pt x="1810" y="2068"/>
                  <a:pt x="1812" y="2067"/>
                </a:cubicBezTo>
                <a:cubicBezTo>
                  <a:pt x="1856" y="2069"/>
                  <a:pt x="1858" y="2069"/>
                  <a:pt x="1860" y="2068"/>
                </a:cubicBezTo>
                <a:cubicBezTo>
                  <a:pt x="1886" y="2067"/>
                  <a:pt x="1888" y="2068"/>
                  <a:pt x="1890" y="2066"/>
                </a:cubicBezTo>
                <a:cubicBezTo>
                  <a:pt x="1917" y="2057"/>
                  <a:pt x="1921" y="2064"/>
                  <a:pt x="1926" y="2060"/>
                </a:cubicBezTo>
                <a:cubicBezTo>
                  <a:pt x="1980" y="2047"/>
                  <a:pt x="1989" y="2048"/>
                  <a:pt x="1999" y="2042"/>
                </a:cubicBezTo>
                <a:cubicBezTo>
                  <a:pt x="2018" y="2044"/>
                  <a:pt x="2020" y="2045"/>
                  <a:pt x="2023" y="2042"/>
                </a:cubicBezTo>
                <a:cubicBezTo>
                  <a:pt x="2061" y="2040"/>
                  <a:pt x="2065" y="2040"/>
                  <a:pt x="2069" y="2042"/>
                </a:cubicBezTo>
                <a:cubicBezTo>
                  <a:pt x="2089" y="2045"/>
                  <a:pt x="2092" y="2044"/>
                  <a:pt x="2090" y="2047"/>
                </a:cubicBezTo>
                <a:cubicBezTo>
                  <a:pt x="2039" y="2050"/>
                  <a:pt x="2025" y="2060"/>
                  <a:pt x="2012" y="2057"/>
                </a:cubicBezTo>
                <a:cubicBezTo>
                  <a:pt x="1987" y="2061"/>
                  <a:pt x="1980" y="2066"/>
                  <a:pt x="1973" y="2065"/>
                </a:cubicBezTo>
                <a:cubicBezTo>
                  <a:pt x="1926" y="2080"/>
                  <a:pt x="1920" y="2077"/>
                  <a:pt x="1914" y="2080"/>
                </a:cubicBezTo>
                <a:cubicBezTo>
                  <a:pt x="1848" y="2084"/>
                  <a:pt x="1842" y="2084"/>
                  <a:pt x="1836" y="2084"/>
                </a:cubicBezTo>
                <a:cubicBezTo>
                  <a:pt x="1809" y="2083"/>
                  <a:pt x="1802" y="2084"/>
                  <a:pt x="1796" y="2081"/>
                </a:cubicBezTo>
                <a:cubicBezTo>
                  <a:pt x="1781" y="2083"/>
                  <a:pt x="1784" y="2084"/>
                  <a:pt x="1786" y="2087"/>
                </a:cubicBezTo>
                <a:cubicBezTo>
                  <a:pt x="1816" y="2091"/>
                  <a:pt x="1822" y="2088"/>
                  <a:pt x="1828" y="2091"/>
                </a:cubicBezTo>
                <a:cubicBezTo>
                  <a:pt x="1850" y="2093"/>
                  <a:pt x="1855" y="2091"/>
                  <a:pt x="1860" y="2092"/>
                </a:cubicBezTo>
                <a:cubicBezTo>
                  <a:pt x="1880" y="2093"/>
                  <a:pt x="1882" y="2090"/>
                  <a:pt x="1885" y="2090"/>
                </a:cubicBezTo>
                <a:cubicBezTo>
                  <a:pt x="1905" y="2093"/>
                  <a:pt x="1908" y="2086"/>
                  <a:pt x="1911" y="2090"/>
                </a:cubicBezTo>
                <a:cubicBezTo>
                  <a:pt x="1936" y="2089"/>
                  <a:pt x="1929" y="2089"/>
                  <a:pt x="1925" y="2090"/>
                </a:cubicBezTo>
                <a:cubicBezTo>
                  <a:pt x="1905" y="2095"/>
                  <a:pt x="1902" y="2094"/>
                  <a:pt x="1900" y="2094"/>
                </a:cubicBezTo>
                <a:cubicBezTo>
                  <a:pt x="1830" y="2102"/>
                  <a:pt x="1814" y="2103"/>
                  <a:pt x="1798" y="2100"/>
                </a:cubicBezTo>
                <a:cubicBezTo>
                  <a:pt x="1757" y="2101"/>
                  <a:pt x="1753" y="2092"/>
                  <a:pt x="1748" y="2100"/>
                </a:cubicBezTo>
                <a:cubicBezTo>
                  <a:pt x="1799" y="2109"/>
                  <a:pt x="1804" y="2109"/>
                  <a:pt x="1810" y="2110"/>
                </a:cubicBezTo>
                <a:cubicBezTo>
                  <a:pt x="1851" y="2110"/>
                  <a:pt x="1853" y="2109"/>
                  <a:pt x="1856" y="2110"/>
                </a:cubicBezTo>
                <a:cubicBezTo>
                  <a:pt x="1890" y="2107"/>
                  <a:pt x="1892" y="2108"/>
                  <a:pt x="1895" y="2105"/>
                </a:cubicBezTo>
                <a:cubicBezTo>
                  <a:pt x="1913" y="2105"/>
                  <a:pt x="1916" y="2100"/>
                  <a:pt x="1918" y="2102"/>
                </a:cubicBezTo>
                <a:cubicBezTo>
                  <a:pt x="1977" y="2083"/>
                  <a:pt x="1987" y="2085"/>
                  <a:pt x="1999" y="2078"/>
                </a:cubicBezTo>
                <a:cubicBezTo>
                  <a:pt x="2053" y="2068"/>
                  <a:pt x="2058" y="2069"/>
                  <a:pt x="2064" y="2070"/>
                </a:cubicBezTo>
                <a:cubicBezTo>
                  <a:pt x="2099" y="2065"/>
                  <a:pt x="2102" y="2065"/>
                  <a:pt x="2104" y="2066"/>
                </a:cubicBezTo>
                <a:cubicBezTo>
                  <a:pt x="2123" y="2069"/>
                  <a:pt x="2131" y="2064"/>
                  <a:pt x="2127" y="2069"/>
                </a:cubicBezTo>
                <a:cubicBezTo>
                  <a:pt x="2075" y="2080"/>
                  <a:pt x="2071" y="2079"/>
                  <a:pt x="2067" y="2079"/>
                </a:cubicBezTo>
                <a:cubicBezTo>
                  <a:pt x="2020" y="2094"/>
                  <a:pt x="2011" y="2100"/>
                  <a:pt x="2002" y="2098"/>
                </a:cubicBezTo>
                <a:cubicBezTo>
                  <a:pt x="1963" y="2116"/>
                  <a:pt x="1959" y="2109"/>
                  <a:pt x="1954" y="2116"/>
                </a:cubicBezTo>
                <a:cubicBezTo>
                  <a:pt x="1851" y="2138"/>
                  <a:pt x="1844" y="2132"/>
                  <a:pt x="1836" y="2136"/>
                </a:cubicBezTo>
                <a:cubicBezTo>
                  <a:pt x="1826" y="2142"/>
                  <a:pt x="1836" y="2142"/>
                  <a:pt x="1846" y="2142"/>
                </a:cubicBezTo>
                <a:cubicBezTo>
                  <a:pt x="1867" y="2140"/>
                  <a:pt x="1872" y="2144"/>
                  <a:pt x="1877" y="2141"/>
                </a:cubicBezTo>
                <a:cubicBezTo>
                  <a:pt x="1913" y="2139"/>
                  <a:pt x="1919" y="2132"/>
                  <a:pt x="1924" y="2134"/>
                </a:cubicBezTo>
                <a:cubicBezTo>
                  <a:pt x="1959" y="2125"/>
                  <a:pt x="1964" y="2124"/>
                  <a:pt x="1970" y="2120"/>
                </a:cubicBezTo>
                <a:cubicBezTo>
                  <a:pt x="2007" y="2106"/>
                  <a:pt x="2013" y="2108"/>
                  <a:pt x="2020" y="2105"/>
                </a:cubicBezTo>
                <a:cubicBezTo>
                  <a:pt x="2040" y="2100"/>
                  <a:pt x="2044" y="2093"/>
                  <a:pt x="2047" y="2096"/>
                </a:cubicBezTo>
                <a:cubicBezTo>
                  <a:pt x="2086" y="2089"/>
                  <a:pt x="2094" y="2082"/>
                  <a:pt x="2100" y="2084"/>
                </a:cubicBezTo>
                <a:cubicBezTo>
                  <a:pt x="2135" y="2086"/>
                  <a:pt x="2139" y="2077"/>
                  <a:pt x="2142" y="2079"/>
                </a:cubicBezTo>
                <a:cubicBezTo>
                  <a:pt x="2159" y="2083"/>
                  <a:pt x="2154" y="2082"/>
                  <a:pt x="2150" y="2081"/>
                </a:cubicBezTo>
                <a:cubicBezTo>
                  <a:pt x="2117" y="2084"/>
                  <a:pt x="2111" y="2088"/>
                  <a:pt x="2106" y="2088"/>
                </a:cubicBezTo>
                <a:cubicBezTo>
                  <a:pt x="2041" y="2104"/>
                  <a:pt x="2035" y="2114"/>
                  <a:pt x="2030" y="2111"/>
                </a:cubicBezTo>
                <a:cubicBezTo>
                  <a:pt x="1993" y="2122"/>
                  <a:pt x="1991" y="2126"/>
                  <a:pt x="1991" y="2128"/>
                </a:cubicBezTo>
                <a:cubicBezTo>
                  <a:pt x="1972" y="2138"/>
                  <a:pt x="1964" y="2127"/>
                  <a:pt x="1967" y="2134"/>
                </a:cubicBezTo>
                <a:cubicBezTo>
                  <a:pt x="1927" y="2146"/>
                  <a:pt x="1921" y="2143"/>
                  <a:pt x="1915" y="2148"/>
                </a:cubicBezTo>
                <a:cubicBezTo>
                  <a:pt x="1877" y="2147"/>
                  <a:pt x="1871" y="2154"/>
                  <a:pt x="1865" y="2154"/>
                </a:cubicBezTo>
                <a:cubicBezTo>
                  <a:pt x="1843" y="2149"/>
                  <a:pt x="1837" y="2158"/>
                  <a:pt x="1831" y="2151"/>
                </a:cubicBezTo>
                <a:cubicBezTo>
                  <a:pt x="1792" y="2150"/>
                  <a:pt x="1787" y="2142"/>
                  <a:pt x="1781" y="2146"/>
                </a:cubicBezTo>
                <a:cubicBezTo>
                  <a:pt x="1821" y="2158"/>
                  <a:pt x="1829" y="2160"/>
                  <a:pt x="1837" y="2160"/>
                </a:cubicBezTo>
                <a:cubicBezTo>
                  <a:pt x="1845" y="2160"/>
                  <a:pt x="1845" y="2160"/>
                  <a:pt x="1845" y="2160"/>
                </a:cubicBezTo>
                <a:cubicBezTo>
                  <a:pt x="1917" y="2153"/>
                  <a:pt x="1922" y="2158"/>
                  <a:pt x="1927" y="2152"/>
                </a:cubicBezTo>
                <a:cubicBezTo>
                  <a:pt x="1990" y="2138"/>
                  <a:pt x="2001" y="2131"/>
                  <a:pt x="2012" y="2129"/>
                </a:cubicBezTo>
                <a:cubicBezTo>
                  <a:pt x="2062" y="2106"/>
                  <a:pt x="2075" y="2111"/>
                  <a:pt x="2090" y="2102"/>
                </a:cubicBezTo>
                <a:cubicBezTo>
                  <a:pt x="2139" y="2090"/>
                  <a:pt x="2145" y="2096"/>
                  <a:pt x="2152" y="2091"/>
                </a:cubicBezTo>
                <a:cubicBezTo>
                  <a:pt x="2188" y="2096"/>
                  <a:pt x="2192" y="2094"/>
                  <a:pt x="2195" y="2094"/>
                </a:cubicBezTo>
                <a:cubicBezTo>
                  <a:pt x="2212" y="2100"/>
                  <a:pt x="2215" y="2098"/>
                  <a:pt x="2213" y="2101"/>
                </a:cubicBezTo>
                <a:cubicBezTo>
                  <a:pt x="2155" y="2109"/>
                  <a:pt x="2152" y="2110"/>
                  <a:pt x="2148" y="2109"/>
                </a:cubicBezTo>
                <a:cubicBezTo>
                  <a:pt x="2095" y="2129"/>
                  <a:pt x="2087" y="2129"/>
                  <a:pt x="2080" y="2134"/>
                </a:cubicBezTo>
                <a:cubicBezTo>
                  <a:pt x="2050" y="2142"/>
                  <a:pt x="2042" y="2150"/>
                  <a:pt x="2034" y="2151"/>
                </a:cubicBezTo>
                <a:cubicBezTo>
                  <a:pt x="2014" y="2160"/>
                  <a:pt x="2014" y="2160"/>
                  <a:pt x="2013" y="2160"/>
                </a:cubicBezTo>
                <a:cubicBezTo>
                  <a:pt x="2054" y="2153"/>
                  <a:pt x="2064" y="2154"/>
                  <a:pt x="2074" y="2148"/>
                </a:cubicBezTo>
                <a:cubicBezTo>
                  <a:pt x="2154" y="2114"/>
                  <a:pt x="2159" y="2123"/>
                  <a:pt x="2165" y="2115"/>
                </a:cubicBezTo>
                <a:cubicBezTo>
                  <a:pt x="2190" y="2117"/>
                  <a:pt x="2187" y="2113"/>
                  <a:pt x="2183" y="2119"/>
                </a:cubicBezTo>
                <a:cubicBezTo>
                  <a:pt x="2157" y="2125"/>
                  <a:pt x="2154" y="2123"/>
                  <a:pt x="2150" y="2125"/>
                </a:cubicBezTo>
                <a:cubicBezTo>
                  <a:pt x="2102" y="2142"/>
                  <a:pt x="2098" y="2146"/>
                  <a:pt x="2094" y="2147"/>
                </a:cubicBezTo>
                <a:cubicBezTo>
                  <a:pt x="2087" y="2160"/>
                  <a:pt x="2087" y="2160"/>
                  <a:pt x="2087" y="2160"/>
                </a:cubicBezTo>
                <a:cubicBezTo>
                  <a:pt x="2130" y="2147"/>
                  <a:pt x="2134" y="2139"/>
                  <a:pt x="2138" y="2141"/>
                </a:cubicBezTo>
                <a:cubicBezTo>
                  <a:pt x="2207" y="2127"/>
                  <a:pt x="2211" y="2122"/>
                  <a:pt x="2215" y="2123"/>
                </a:cubicBezTo>
                <a:cubicBezTo>
                  <a:pt x="2265" y="2131"/>
                  <a:pt x="2255" y="2136"/>
                  <a:pt x="2245" y="2134"/>
                </a:cubicBezTo>
                <a:cubicBezTo>
                  <a:pt x="2202" y="2144"/>
                  <a:pt x="2188" y="2144"/>
                  <a:pt x="2175" y="2150"/>
                </a:cubicBezTo>
                <a:cubicBezTo>
                  <a:pt x="2182" y="2158"/>
                  <a:pt x="2190" y="2154"/>
                  <a:pt x="2198" y="2153"/>
                </a:cubicBezTo>
                <a:cubicBezTo>
                  <a:pt x="2242" y="2147"/>
                  <a:pt x="2254" y="2144"/>
                  <a:pt x="2266" y="2142"/>
                </a:cubicBezTo>
                <a:cubicBezTo>
                  <a:pt x="2296" y="2149"/>
                  <a:pt x="2289" y="2141"/>
                  <a:pt x="2281" y="2149"/>
                </a:cubicBezTo>
                <a:cubicBezTo>
                  <a:pt x="2215" y="2160"/>
                  <a:pt x="2215" y="2160"/>
                  <a:pt x="2215" y="2160"/>
                </a:cubicBezTo>
                <a:cubicBezTo>
                  <a:pt x="2261" y="2163"/>
                  <a:pt x="2266" y="2158"/>
                  <a:pt x="2270" y="2159"/>
                </a:cubicBezTo>
                <a:cubicBezTo>
                  <a:pt x="2286" y="2157"/>
                  <a:pt x="2288" y="2158"/>
                  <a:pt x="2290" y="2159"/>
                </a:cubicBezTo>
                <a:cubicBezTo>
                  <a:pt x="2306" y="2159"/>
                  <a:pt x="2301" y="2160"/>
                  <a:pt x="2296" y="2159"/>
                </a:cubicBezTo>
                <a:cubicBezTo>
                  <a:pt x="2375" y="2159"/>
                  <a:pt x="2374" y="2158"/>
                  <a:pt x="2372" y="2157"/>
                </a:cubicBezTo>
                <a:cubicBezTo>
                  <a:pt x="2357" y="2145"/>
                  <a:pt x="2353" y="2143"/>
                  <a:pt x="2349" y="2136"/>
                </a:cubicBezTo>
                <a:cubicBezTo>
                  <a:pt x="2334" y="2103"/>
                  <a:pt x="2327" y="2099"/>
                  <a:pt x="2325" y="2096"/>
                </a:cubicBezTo>
                <a:cubicBezTo>
                  <a:pt x="2312" y="2069"/>
                  <a:pt x="2309" y="2062"/>
                  <a:pt x="2306" y="2055"/>
                </a:cubicBezTo>
                <a:cubicBezTo>
                  <a:pt x="2290" y="2013"/>
                  <a:pt x="2286" y="2009"/>
                  <a:pt x="2286" y="2006"/>
                </a:cubicBezTo>
                <a:cubicBezTo>
                  <a:pt x="2276" y="1972"/>
                  <a:pt x="2269" y="1966"/>
                  <a:pt x="2269" y="1960"/>
                </a:cubicBezTo>
                <a:cubicBezTo>
                  <a:pt x="2205" y="1870"/>
                  <a:pt x="2206" y="1871"/>
                  <a:pt x="2207" y="1872"/>
                </a:cubicBezTo>
                <a:cubicBezTo>
                  <a:pt x="2252" y="1922"/>
                  <a:pt x="2262" y="1928"/>
                  <a:pt x="2273" y="1948"/>
                </a:cubicBezTo>
                <a:cubicBezTo>
                  <a:pt x="2301" y="2003"/>
                  <a:pt x="2306" y="2005"/>
                  <a:pt x="2308" y="2010"/>
                </a:cubicBezTo>
                <a:cubicBezTo>
                  <a:pt x="2314" y="2029"/>
                  <a:pt x="2321" y="2036"/>
                  <a:pt x="2322" y="2043"/>
                </a:cubicBezTo>
                <a:cubicBezTo>
                  <a:pt x="2355" y="2106"/>
                  <a:pt x="2363" y="2126"/>
                  <a:pt x="2374" y="2146"/>
                </a:cubicBezTo>
                <a:cubicBezTo>
                  <a:pt x="2399" y="2160"/>
                  <a:pt x="2399" y="2160"/>
                  <a:pt x="2399" y="2160"/>
                </a:cubicBezTo>
                <a:close/>
                <a:moveTo>
                  <a:pt x="1838" y="1827"/>
                </a:moveTo>
                <a:cubicBezTo>
                  <a:pt x="1845" y="1821"/>
                  <a:pt x="1845" y="1838"/>
                  <a:pt x="1854" y="1842"/>
                </a:cubicBezTo>
                <a:cubicBezTo>
                  <a:pt x="1845" y="1846"/>
                  <a:pt x="1846" y="1833"/>
                  <a:pt x="1838" y="1827"/>
                </a:cubicBezTo>
                <a:close/>
                <a:moveTo>
                  <a:pt x="1853" y="1848"/>
                </a:moveTo>
                <a:cubicBezTo>
                  <a:pt x="1859" y="1847"/>
                  <a:pt x="1862" y="1858"/>
                  <a:pt x="1865" y="1862"/>
                </a:cubicBezTo>
                <a:cubicBezTo>
                  <a:pt x="1859" y="1863"/>
                  <a:pt x="1856" y="1852"/>
                  <a:pt x="1853" y="1848"/>
                </a:cubicBezTo>
                <a:close/>
                <a:moveTo>
                  <a:pt x="1645" y="1869"/>
                </a:moveTo>
                <a:cubicBezTo>
                  <a:pt x="1648" y="1868"/>
                  <a:pt x="1651" y="1869"/>
                  <a:pt x="1654" y="1872"/>
                </a:cubicBezTo>
                <a:cubicBezTo>
                  <a:pt x="1650" y="1878"/>
                  <a:pt x="1648" y="1871"/>
                  <a:pt x="1645" y="1869"/>
                </a:cubicBezTo>
                <a:close/>
                <a:moveTo>
                  <a:pt x="1907" y="1920"/>
                </a:moveTo>
                <a:cubicBezTo>
                  <a:pt x="1903" y="1914"/>
                  <a:pt x="1899" y="1920"/>
                  <a:pt x="1895" y="1916"/>
                </a:cubicBezTo>
                <a:cubicBezTo>
                  <a:pt x="1841" y="1913"/>
                  <a:pt x="1839" y="1913"/>
                  <a:pt x="1836" y="1915"/>
                </a:cubicBezTo>
                <a:cubicBezTo>
                  <a:pt x="1810" y="1916"/>
                  <a:pt x="1803" y="1912"/>
                  <a:pt x="1795" y="1914"/>
                </a:cubicBezTo>
                <a:cubicBezTo>
                  <a:pt x="1766" y="1908"/>
                  <a:pt x="1762" y="1912"/>
                  <a:pt x="1758" y="1909"/>
                </a:cubicBezTo>
                <a:cubicBezTo>
                  <a:pt x="1719" y="1899"/>
                  <a:pt x="1715" y="1899"/>
                  <a:pt x="1711" y="1898"/>
                </a:cubicBezTo>
                <a:cubicBezTo>
                  <a:pt x="1659" y="1869"/>
                  <a:pt x="1662" y="1879"/>
                  <a:pt x="1666" y="1876"/>
                </a:cubicBezTo>
                <a:cubicBezTo>
                  <a:pt x="1713" y="1885"/>
                  <a:pt x="1732" y="1891"/>
                  <a:pt x="1751" y="1894"/>
                </a:cubicBezTo>
                <a:cubicBezTo>
                  <a:pt x="1785" y="1897"/>
                  <a:pt x="1790" y="1895"/>
                  <a:pt x="1794" y="1900"/>
                </a:cubicBezTo>
                <a:cubicBezTo>
                  <a:pt x="1828" y="1901"/>
                  <a:pt x="1832" y="1905"/>
                  <a:pt x="1837" y="1903"/>
                </a:cubicBezTo>
                <a:cubicBezTo>
                  <a:pt x="1870" y="1907"/>
                  <a:pt x="1875" y="1907"/>
                  <a:pt x="1880" y="1906"/>
                </a:cubicBezTo>
                <a:cubicBezTo>
                  <a:pt x="1899" y="1909"/>
                  <a:pt x="1903" y="1916"/>
                  <a:pt x="1908" y="1914"/>
                </a:cubicBezTo>
                <a:cubicBezTo>
                  <a:pt x="1916" y="1920"/>
                  <a:pt x="1912" y="1920"/>
                  <a:pt x="1907" y="1920"/>
                </a:cubicBezTo>
                <a:close/>
                <a:moveTo>
                  <a:pt x="1952" y="1945"/>
                </a:moveTo>
                <a:cubicBezTo>
                  <a:pt x="1949" y="1940"/>
                  <a:pt x="1958" y="1939"/>
                  <a:pt x="1960" y="1944"/>
                </a:cubicBezTo>
                <a:cubicBezTo>
                  <a:pt x="1957" y="1945"/>
                  <a:pt x="1955" y="1943"/>
                  <a:pt x="1952" y="1945"/>
                </a:cubicBezTo>
                <a:close/>
                <a:moveTo>
                  <a:pt x="2090" y="2033"/>
                </a:moveTo>
                <a:cubicBezTo>
                  <a:pt x="2094" y="2028"/>
                  <a:pt x="2097" y="2030"/>
                  <a:pt x="2100" y="2035"/>
                </a:cubicBezTo>
                <a:cubicBezTo>
                  <a:pt x="2097" y="2036"/>
                  <a:pt x="2093" y="2037"/>
                  <a:pt x="2090" y="2033"/>
                </a:cubicBezTo>
                <a:close/>
                <a:moveTo>
                  <a:pt x="2417" y="2149"/>
                </a:moveTo>
                <a:cubicBezTo>
                  <a:pt x="2411" y="2141"/>
                  <a:pt x="2408" y="2133"/>
                  <a:pt x="2399" y="2124"/>
                </a:cubicBezTo>
                <a:cubicBezTo>
                  <a:pt x="2394" y="2113"/>
                  <a:pt x="2388" y="2102"/>
                  <a:pt x="2378" y="2090"/>
                </a:cubicBezTo>
                <a:cubicBezTo>
                  <a:pt x="2363" y="2061"/>
                  <a:pt x="2346" y="2031"/>
                  <a:pt x="2331" y="2001"/>
                </a:cubicBezTo>
                <a:cubicBezTo>
                  <a:pt x="2317" y="1971"/>
                  <a:pt x="2296" y="1941"/>
                  <a:pt x="2279" y="1911"/>
                </a:cubicBezTo>
                <a:cubicBezTo>
                  <a:pt x="2267" y="1900"/>
                  <a:pt x="2264" y="1893"/>
                  <a:pt x="2254" y="1886"/>
                </a:cubicBezTo>
                <a:cubicBezTo>
                  <a:pt x="2256" y="1883"/>
                  <a:pt x="2252" y="1884"/>
                  <a:pt x="2250" y="1881"/>
                </a:cubicBezTo>
                <a:cubicBezTo>
                  <a:pt x="2252" y="1878"/>
                  <a:pt x="2248" y="1876"/>
                  <a:pt x="2245" y="1876"/>
                </a:cubicBezTo>
                <a:cubicBezTo>
                  <a:pt x="2243" y="1872"/>
                  <a:pt x="2240" y="1865"/>
                  <a:pt x="2234" y="1869"/>
                </a:cubicBezTo>
                <a:cubicBezTo>
                  <a:pt x="2240" y="1873"/>
                  <a:pt x="2249" y="1891"/>
                  <a:pt x="2260" y="1896"/>
                </a:cubicBezTo>
                <a:cubicBezTo>
                  <a:pt x="2256" y="1900"/>
                  <a:pt x="2266" y="1904"/>
                  <a:pt x="2268" y="1909"/>
                </a:cubicBezTo>
                <a:cubicBezTo>
                  <a:pt x="2270" y="1913"/>
                  <a:pt x="2272" y="1918"/>
                  <a:pt x="2278" y="1923"/>
                </a:cubicBezTo>
                <a:cubicBezTo>
                  <a:pt x="2281" y="1932"/>
                  <a:pt x="2290" y="1941"/>
                  <a:pt x="2293" y="1950"/>
                </a:cubicBezTo>
                <a:cubicBezTo>
                  <a:pt x="2303" y="1969"/>
                  <a:pt x="2315" y="1987"/>
                  <a:pt x="2323" y="2005"/>
                </a:cubicBezTo>
                <a:cubicBezTo>
                  <a:pt x="2330" y="2014"/>
                  <a:pt x="2329" y="2023"/>
                  <a:pt x="2339" y="2032"/>
                </a:cubicBezTo>
                <a:cubicBezTo>
                  <a:pt x="2337" y="2041"/>
                  <a:pt x="2350" y="2051"/>
                  <a:pt x="2351" y="2059"/>
                </a:cubicBezTo>
                <a:cubicBezTo>
                  <a:pt x="2360" y="2069"/>
                  <a:pt x="2357" y="2077"/>
                  <a:pt x="2366" y="2087"/>
                </a:cubicBezTo>
                <a:cubicBezTo>
                  <a:pt x="2369" y="2096"/>
                  <a:pt x="2375" y="2105"/>
                  <a:pt x="2384" y="2114"/>
                </a:cubicBezTo>
                <a:cubicBezTo>
                  <a:pt x="2385" y="2119"/>
                  <a:pt x="2391" y="2125"/>
                  <a:pt x="2392" y="2130"/>
                </a:cubicBezTo>
                <a:cubicBezTo>
                  <a:pt x="2395" y="2133"/>
                  <a:pt x="2397" y="2136"/>
                  <a:pt x="2399" y="2138"/>
                </a:cubicBezTo>
                <a:cubicBezTo>
                  <a:pt x="2394" y="2141"/>
                  <a:pt x="2407" y="2145"/>
                  <a:pt x="2402" y="2148"/>
                </a:cubicBezTo>
                <a:cubicBezTo>
                  <a:pt x="2408" y="2151"/>
                  <a:pt x="2412" y="2156"/>
                  <a:pt x="2415" y="2160"/>
                </a:cubicBezTo>
                <a:cubicBezTo>
                  <a:pt x="2426" y="2160"/>
                  <a:pt x="2426" y="2160"/>
                  <a:pt x="2426" y="2160"/>
                </a:cubicBezTo>
                <a:cubicBezTo>
                  <a:pt x="2424" y="2157"/>
                  <a:pt x="2423" y="2154"/>
                  <a:pt x="2417" y="2149"/>
                </a:cubicBezTo>
                <a:close/>
                <a:moveTo>
                  <a:pt x="2465" y="2104"/>
                </a:moveTo>
                <a:cubicBezTo>
                  <a:pt x="2451" y="2090"/>
                  <a:pt x="2446" y="2076"/>
                  <a:pt x="2434" y="2062"/>
                </a:cubicBezTo>
                <a:cubicBezTo>
                  <a:pt x="2436" y="2059"/>
                  <a:pt x="2432" y="2056"/>
                  <a:pt x="2430" y="2054"/>
                </a:cubicBezTo>
                <a:cubicBezTo>
                  <a:pt x="2431" y="2051"/>
                  <a:pt x="2431" y="2049"/>
                  <a:pt x="2429" y="2046"/>
                </a:cubicBezTo>
                <a:cubicBezTo>
                  <a:pt x="2418" y="2032"/>
                  <a:pt x="2414" y="2018"/>
                  <a:pt x="2404" y="2004"/>
                </a:cubicBezTo>
                <a:cubicBezTo>
                  <a:pt x="2409" y="2001"/>
                  <a:pt x="2396" y="1997"/>
                  <a:pt x="2401" y="1995"/>
                </a:cubicBezTo>
                <a:cubicBezTo>
                  <a:pt x="2400" y="1991"/>
                  <a:pt x="2391" y="1987"/>
                  <a:pt x="2394" y="1983"/>
                </a:cubicBezTo>
                <a:cubicBezTo>
                  <a:pt x="2387" y="1978"/>
                  <a:pt x="2388" y="1966"/>
                  <a:pt x="2379" y="1965"/>
                </a:cubicBezTo>
                <a:cubicBezTo>
                  <a:pt x="2380" y="1970"/>
                  <a:pt x="2383" y="1973"/>
                  <a:pt x="2390" y="1982"/>
                </a:cubicBezTo>
                <a:cubicBezTo>
                  <a:pt x="2391" y="1985"/>
                  <a:pt x="2386" y="1987"/>
                  <a:pt x="2392" y="1991"/>
                </a:cubicBezTo>
                <a:cubicBezTo>
                  <a:pt x="2393" y="1994"/>
                  <a:pt x="2394" y="1997"/>
                  <a:pt x="2398" y="2001"/>
                </a:cubicBezTo>
                <a:cubicBezTo>
                  <a:pt x="2397" y="2007"/>
                  <a:pt x="2405" y="2015"/>
                  <a:pt x="2404" y="2021"/>
                </a:cubicBezTo>
                <a:cubicBezTo>
                  <a:pt x="2410" y="2025"/>
                  <a:pt x="2406" y="2027"/>
                  <a:pt x="2410" y="2031"/>
                </a:cubicBezTo>
                <a:cubicBezTo>
                  <a:pt x="2411" y="2035"/>
                  <a:pt x="2415" y="2038"/>
                  <a:pt x="2414" y="2042"/>
                </a:cubicBezTo>
                <a:cubicBezTo>
                  <a:pt x="2419" y="2045"/>
                  <a:pt x="2415" y="2048"/>
                  <a:pt x="2419" y="2051"/>
                </a:cubicBezTo>
                <a:cubicBezTo>
                  <a:pt x="2417" y="2055"/>
                  <a:pt x="2426" y="2059"/>
                  <a:pt x="2423" y="2063"/>
                </a:cubicBezTo>
                <a:cubicBezTo>
                  <a:pt x="2436" y="2077"/>
                  <a:pt x="2436" y="2084"/>
                  <a:pt x="2450" y="2100"/>
                </a:cubicBezTo>
                <a:cubicBezTo>
                  <a:pt x="2458" y="2115"/>
                  <a:pt x="2467" y="2122"/>
                  <a:pt x="2475" y="2139"/>
                </a:cubicBezTo>
                <a:cubicBezTo>
                  <a:pt x="2483" y="2146"/>
                  <a:pt x="2487" y="2153"/>
                  <a:pt x="2492" y="2160"/>
                </a:cubicBezTo>
                <a:cubicBezTo>
                  <a:pt x="2505" y="2160"/>
                  <a:pt x="2505" y="2160"/>
                  <a:pt x="2505" y="2160"/>
                </a:cubicBezTo>
                <a:cubicBezTo>
                  <a:pt x="2497" y="2148"/>
                  <a:pt x="2487" y="2136"/>
                  <a:pt x="2476" y="2123"/>
                </a:cubicBezTo>
                <a:cubicBezTo>
                  <a:pt x="2472" y="2113"/>
                  <a:pt x="2469" y="2112"/>
                  <a:pt x="2465" y="2104"/>
                </a:cubicBezTo>
                <a:close/>
                <a:moveTo>
                  <a:pt x="2502" y="2123"/>
                </a:moveTo>
                <a:cubicBezTo>
                  <a:pt x="2499" y="2119"/>
                  <a:pt x="2495" y="2114"/>
                  <a:pt x="2496" y="2109"/>
                </a:cubicBezTo>
                <a:cubicBezTo>
                  <a:pt x="2486" y="2106"/>
                  <a:pt x="2483" y="2091"/>
                  <a:pt x="2476" y="2083"/>
                </a:cubicBezTo>
                <a:cubicBezTo>
                  <a:pt x="2468" y="2080"/>
                  <a:pt x="2477" y="2070"/>
                  <a:pt x="2469" y="2072"/>
                </a:cubicBezTo>
                <a:cubicBezTo>
                  <a:pt x="2468" y="2067"/>
                  <a:pt x="2461" y="2062"/>
                  <a:pt x="2462" y="2057"/>
                </a:cubicBezTo>
                <a:cubicBezTo>
                  <a:pt x="2451" y="2047"/>
                  <a:pt x="2455" y="2038"/>
                  <a:pt x="2442" y="2028"/>
                </a:cubicBezTo>
                <a:cubicBezTo>
                  <a:pt x="2445" y="2023"/>
                  <a:pt x="2435" y="2018"/>
                  <a:pt x="2437" y="2013"/>
                </a:cubicBezTo>
                <a:cubicBezTo>
                  <a:pt x="2431" y="2007"/>
                  <a:pt x="2433" y="2002"/>
                  <a:pt x="2426" y="1996"/>
                </a:cubicBezTo>
                <a:cubicBezTo>
                  <a:pt x="2421" y="1985"/>
                  <a:pt x="2413" y="1974"/>
                  <a:pt x="2408" y="1963"/>
                </a:cubicBezTo>
                <a:cubicBezTo>
                  <a:pt x="2397" y="1949"/>
                  <a:pt x="2387" y="1934"/>
                  <a:pt x="2377" y="1920"/>
                </a:cubicBezTo>
                <a:cubicBezTo>
                  <a:pt x="2366" y="1914"/>
                  <a:pt x="2356" y="1898"/>
                  <a:pt x="2345" y="1887"/>
                </a:cubicBezTo>
                <a:cubicBezTo>
                  <a:pt x="2340" y="1882"/>
                  <a:pt x="2335" y="1882"/>
                  <a:pt x="2331" y="1874"/>
                </a:cubicBezTo>
                <a:cubicBezTo>
                  <a:pt x="2328" y="1871"/>
                  <a:pt x="2326" y="1869"/>
                  <a:pt x="2323" y="1866"/>
                </a:cubicBezTo>
                <a:cubicBezTo>
                  <a:pt x="2320" y="1870"/>
                  <a:pt x="2318" y="1858"/>
                  <a:pt x="2314" y="1865"/>
                </a:cubicBezTo>
                <a:cubicBezTo>
                  <a:pt x="2322" y="1870"/>
                  <a:pt x="2330" y="1882"/>
                  <a:pt x="2342" y="1890"/>
                </a:cubicBezTo>
                <a:cubicBezTo>
                  <a:pt x="2350" y="1903"/>
                  <a:pt x="2356" y="1909"/>
                  <a:pt x="2368" y="1920"/>
                </a:cubicBezTo>
                <a:cubicBezTo>
                  <a:pt x="2377" y="1936"/>
                  <a:pt x="2393" y="1953"/>
                  <a:pt x="2403" y="1970"/>
                </a:cubicBezTo>
                <a:cubicBezTo>
                  <a:pt x="2408" y="1979"/>
                  <a:pt x="2409" y="1987"/>
                  <a:pt x="2417" y="1996"/>
                </a:cubicBezTo>
                <a:cubicBezTo>
                  <a:pt x="2417" y="2004"/>
                  <a:pt x="2428" y="2013"/>
                  <a:pt x="2427" y="2021"/>
                </a:cubicBezTo>
                <a:cubicBezTo>
                  <a:pt x="2443" y="2039"/>
                  <a:pt x="2447" y="2055"/>
                  <a:pt x="2458" y="2073"/>
                </a:cubicBezTo>
                <a:cubicBezTo>
                  <a:pt x="2467" y="2083"/>
                  <a:pt x="2472" y="2093"/>
                  <a:pt x="2476" y="2103"/>
                </a:cubicBezTo>
                <a:cubicBezTo>
                  <a:pt x="2482" y="2104"/>
                  <a:pt x="2478" y="2105"/>
                  <a:pt x="2482" y="2110"/>
                </a:cubicBezTo>
                <a:cubicBezTo>
                  <a:pt x="2485" y="2114"/>
                  <a:pt x="2489" y="2117"/>
                  <a:pt x="2489" y="2121"/>
                </a:cubicBezTo>
                <a:cubicBezTo>
                  <a:pt x="2497" y="2124"/>
                  <a:pt x="2495" y="2133"/>
                  <a:pt x="2503" y="2141"/>
                </a:cubicBezTo>
                <a:cubicBezTo>
                  <a:pt x="2509" y="2149"/>
                  <a:pt x="2514" y="2154"/>
                  <a:pt x="2518" y="2160"/>
                </a:cubicBezTo>
                <a:cubicBezTo>
                  <a:pt x="2530" y="2160"/>
                  <a:pt x="2530" y="2160"/>
                  <a:pt x="2530" y="2160"/>
                </a:cubicBezTo>
                <a:cubicBezTo>
                  <a:pt x="2526" y="2154"/>
                  <a:pt x="2521" y="2148"/>
                  <a:pt x="2512" y="2138"/>
                </a:cubicBezTo>
                <a:cubicBezTo>
                  <a:pt x="2510" y="2133"/>
                  <a:pt x="2508" y="2129"/>
                  <a:pt x="2502" y="2123"/>
                </a:cubicBezTo>
                <a:close/>
                <a:moveTo>
                  <a:pt x="2459" y="2153"/>
                </a:moveTo>
                <a:cubicBezTo>
                  <a:pt x="2456" y="2150"/>
                  <a:pt x="2453" y="2146"/>
                  <a:pt x="2450" y="2143"/>
                </a:cubicBezTo>
                <a:cubicBezTo>
                  <a:pt x="2404" y="2065"/>
                  <a:pt x="2403" y="2059"/>
                  <a:pt x="2396" y="2051"/>
                </a:cubicBezTo>
                <a:cubicBezTo>
                  <a:pt x="2391" y="2028"/>
                  <a:pt x="2382" y="2020"/>
                  <a:pt x="2383" y="2014"/>
                </a:cubicBezTo>
                <a:cubicBezTo>
                  <a:pt x="2360" y="1965"/>
                  <a:pt x="2355" y="1958"/>
                  <a:pt x="2352" y="1951"/>
                </a:cubicBezTo>
                <a:cubicBezTo>
                  <a:pt x="2320" y="1909"/>
                  <a:pt x="2322" y="1898"/>
                  <a:pt x="2315" y="1902"/>
                </a:cubicBezTo>
                <a:cubicBezTo>
                  <a:pt x="2370" y="2007"/>
                  <a:pt x="2371" y="2014"/>
                  <a:pt x="2375" y="2021"/>
                </a:cubicBezTo>
                <a:cubicBezTo>
                  <a:pt x="2381" y="2054"/>
                  <a:pt x="2386" y="2049"/>
                  <a:pt x="2380" y="2043"/>
                </a:cubicBezTo>
                <a:cubicBezTo>
                  <a:pt x="2364" y="1998"/>
                  <a:pt x="2352" y="1991"/>
                  <a:pt x="2352" y="1985"/>
                </a:cubicBezTo>
                <a:cubicBezTo>
                  <a:pt x="2344" y="1962"/>
                  <a:pt x="2339" y="1955"/>
                  <a:pt x="2338" y="1949"/>
                </a:cubicBezTo>
                <a:cubicBezTo>
                  <a:pt x="2301" y="1894"/>
                  <a:pt x="2293" y="1879"/>
                  <a:pt x="2277" y="1863"/>
                </a:cubicBezTo>
                <a:cubicBezTo>
                  <a:pt x="2297" y="1890"/>
                  <a:pt x="2298" y="1894"/>
                  <a:pt x="2298" y="1897"/>
                </a:cubicBezTo>
                <a:cubicBezTo>
                  <a:pt x="2316" y="1928"/>
                  <a:pt x="2325" y="1935"/>
                  <a:pt x="2326" y="1942"/>
                </a:cubicBezTo>
                <a:cubicBezTo>
                  <a:pt x="2339" y="1986"/>
                  <a:pt x="2353" y="1990"/>
                  <a:pt x="2347" y="1993"/>
                </a:cubicBezTo>
                <a:cubicBezTo>
                  <a:pt x="2365" y="2028"/>
                  <a:pt x="2361" y="2031"/>
                  <a:pt x="2366" y="2034"/>
                </a:cubicBezTo>
                <a:cubicBezTo>
                  <a:pt x="2377" y="2059"/>
                  <a:pt x="2381" y="2062"/>
                  <a:pt x="2380" y="2066"/>
                </a:cubicBezTo>
                <a:cubicBezTo>
                  <a:pt x="2394" y="2093"/>
                  <a:pt x="2399" y="2101"/>
                  <a:pt x="2403" y="2106"/>
                </a:cubicBezTo>
                <a:cubicBezTo>
                  <a:pt x="2413" y="2118"/>
                  <a:pt x="2409" y="2121"/>
                  <a:pt x="2414" y="2125"/>
                </a:cubicBezTo>
                <a:cubicBezTo>
                  <a:pt x="2438" y="2159"/>
                  <a:pt x="2439" y="2160"/>
                  <a:pt x="2440" y="2160"/>
                </a:cubicBezTo>
                <a:cubicBezTo>
                  <a:pt x="2460" y="2160"/>
                  <a:pt x="2462" y="2156"/>
                  <a:pt x="2459" y="2153"/>
                </a:cubicBezTo>
                <a:close/>
                <a:moveTo>
                  <a:pt x="2392" y="2064"/>
                </a:moveTo>
                <a:cubicBezTo>
                  <a:pt x="2397" y="2062"/>
                  <a:pt x="2399" y="2073"/>
                  <a:pt x="2400" y="2077"/>
                </a:cubicBezTo>
                <a:cubicBezTo>
                  <a:pt x="2396" y="2078"/>
                  <a:pt x="2394" y="2067"/>
                  <a:pt x="2392" y="2064"/>
                </a:cubicBezTo>
                <a:close/>
                <a:moveTo>
                  <a:pt x="2400" y="2083"/>
                </a:moveTo>
                <a:cubicBezTo>
                  <a:pt x="2404" y="2080"/>
                  <a:pt x="2407" y="2089"/>
                  <a:pt x="2407" y="2091"/>
                </a:cubicBezTo>
                <a:cubicBezTo>
                  <a:pt x="2403" y="2094"/>
                  <a:pt x="2400" y="2084"/>
                  <a:pt x="2400" y="2083"/>
                </a:cubicBezTo>
                <a:close/>
                <a:moveTo>
                  <a:pt x="2867" y="2097"/>
                </a:moveTo>
                <a:cubicBezTo>
                  <a:pt x="2845" y="2071"/>
                  <a:pt x="2822" y="2045"/>
                  <a:pt x="2800" y="2020"/>
                </a:cubicBezTo>
                <a:cubicBezTo>
                  <a:pt x="2787" y="2012"/>
                  <a:pt x="2781" y="1993"/>
                  <a:pt x="2766" y="1994"/>
                </a:cubicBezTo>
                <a:cubicBezTo>
                  <a:pt x="2774" y="1997"/>
                  <a:pt x="2780" y="2010"/>
                  <a:pt x="2788" y="2013"/>
                </a:cubicBezTo>
                <a:cubicBezTo>
                  <a:pt x="2796" y="2027"/>
                  <a:pt x="2804" y="2030"/>
                  <a:pt x="2812" y="2044"/>
                </a:cubicBezTo>
                <a:cubicBezTo>
                  <a:pt x="2818" y="2047"/>
                  <a:pt x="2818" y="2053"/>
                  <a:pt x="2826" y="2060"/>
                </a:cubicBezTo>
                <a:cubicBezTo>
                  <a:pt x="2834" y="2069"/>
                  <a:pt x="2831" y="2068"/>
                  <a:pt x="2838" y="2076"/>
                </a:cubicBezTo>
                <a:cubicBezTo>
                  <a:pt x="2848" y="2083"/>
                  <a:pt x="2851" y="2096"/>
                  <a:pt x="2861" y="2103"/>
                </a:cubicBezTo>
                <a:cubicBezTo>
                  <a:pt x="2860" y="2107"/>
                  <a:pt x="2863" y="2112"/>
                  <a:pt x="2868" y="2117"/>
                </a:cubicBezTo>
                <a:cubicBezTo>
                  <a:pt x="2866" y="2122"/>
                  <a:pt x="2875" y="2128"/>
                  <a:pt x="2873" y="2133"/>
                </a:cubicBezTo>
                <a:cubicBezTo>
                  <a:pt x="2880" y="2142"/>
                  <a:pt x="2886" y="2151"/>
                  <a:pt x="2891" y="2160"/>
                </a:cubicBezTo>
                <a:cubicBezTo>
                  <a:pt x="2902" y="2160"/>
                  <a:pt x="2902" y="2160"/>
                  <a:pt x="2902" y="2160"/>
                </a:cubicBezTo>
                <a:cubicBezTo>
                  <a:pt x="2900" y="2157"/>
                  <a:pt x="2899" y="2155"/>
                  <a:pt x="2898" y="2151"/>
                </a:cubicBezTo>
                <a:cubicBezTo>
                  <a:pt x="2882" y="2133"/>
                  <a:pt x="2878" y="2115"/>
                  <a:pt x="2867" y="2097"/>
                </a:cubicBezTo>
                <a:close/>
                <a:moveTo>
                  <a:pt x="2925" y="2156"/>
                </a:moveTo>
                <a:cubicBezTo>
                  <a:pt x="2918" y="2156"/>
                  <a:pt x="2925" y="2151"/>
                  <a:pt x="2920" y="2147"/>
                </a:cubicBezTo>
                <a:cubicBezTo>
                  <a:pt x="2912" y="2136"/>
                  <a:pt x="2914" y="2134"/>
                  <a:pt x="2906" y="2124"/>
                </a:cubicBezTo>
                <a:cubicBezTo>
                  <a:pt x="2909" y="2121"/>
                  <a:pt x="2900" y="2116"/>
                  <a:pt x="2902" y="2113"/>
                </a:cubicBezTo>
                <a:cubicBezTo>
                  <a:pt x="2898" y="2109"/>
                  <a:pt x="2893" y="2104"/>
                  <a:pt x="2893" y="2100"/>
                </a:cubicBezTo>
                <a:cubicBezTo>
                  <a:pt x="2887" y="2091"/>
                  <a:pt x="2882" y="2083"/>
                  <a:pt x="2877" y="2074"/>
                </a:cubicBezTo>
                <a:cubicBezTo>
                  <a:pt x="2871" y="2068"/>
                  <a:pt x="2866" y="2062"/>
                  <a:pt x="2861" y="2056"/>
                </a:cubicBezTo>
                <a:cubicBezTo>
                  <a:pt x="2843" y="2043"/>
                  <a:pt x="2826" y="2021"/>
                  <a:pt x="2808" y="2009"/>
                </a:cubicBezTo>
                <a:cubicBezTo>
                  <a:pt x="2800" y="1999"/>
                  <a:pt x="2791" y="1996"/>
                  <a:pt x="2782" y="1986"/>
                </a:cubicBezTo>
                <a:cubicBezTo>
                  <a:pt x="2778" y="1981"/>
                  <a:pt x="2773" y="1984"/>
                  <a:pt x="2769" y="1977"/>
                </a:cubicBezTo>
                <a:cubicBezTo>
                  <a:pt x="2764" y="1972"/>
                  <a:pt x="2760" y="1969"/>
                  <a:pt x="2755" y="1969"/>
                </a:cubicBezTo>
                <a:cubicBezTo>
                  <a:pt x="2761" y="1976"/>
                  <a:pt x="2765" y="1974"/>
                  <a:pt x="2767" y="1982"/>
                </a:cubicBezTo>
                <a:cubicBezTo>
                  <a:pt x="2777" y="1985"/>
                  <a:pt x="2786" y="1998"/>
                  <a:pt x="2796" y="2006"/>
                </a:cubicBezTo>
                <a:cubicBezTo>
                  <a:pt x="2801" y="2013"/>
                  <a:pt x="2806" y="2014"/>
                  <a:pt x="2811" y="2019"/>
                </a:cubicBezTo>
                <a:cubicBezTo>
                  <a:pt x="2813" y="2021"/>
                  <a:pt x="2815" y="2025"/>
                  <a:pt x="2818" y="2024"/>
                </a:cubicBezTo>
                <a:cubicBezTo>
                  <a:pt x="2822" y="2026"/>
                  <a:pt x="2818" y="2034"/>
                  <a:pt x="2824" y="2031"/>
                </a:cubicBezTo>
                <a:cubicBezTo>
                  <a:pt x="2823" y="2036"/>
                  <a:pt x="2831" y="2036"/>
                  <a:pt x="2835" y="2044"/>
                </a:cubicBezTo>
                <a:cubicBezTo>
                  <a:pt x="2840" y="2050"/>
                  <a:pt x="2845" y="2054"/>
                  <a:pt x="2850" y="2057"/>
                </a:cubicBezTo>
                <a:cubicBezTo>
                  <a:pt x="2848" y="2060"/>
                  <a:pt x="2852" y="2062"/>
                  <a:pt x="2854" y="2062"/>
                </a:cubicBezTo>
                <a:cubicBezTo>
                  <a:pt x="2852" y="2065"/>
                  <a:pt x="2856" y="2067"/>
                  <a:pt x="2858" y="2067"/>
                </a:cubicBezTo>
                <a:cubicBezTo>
                  <a:pt x="2860" y="2072"/>
                  <a:pt x="2862" y="2074"/>
                  <a:pt x="2869" y="2078"/>
                </a:cubicBezTo>
                <a:cubicBezTo>
                  <a:pt x="2872" y="2087"/>
                  <a:pt x="2878" y="2097"/>
                  <a:pt x="2887" y="2106"/>
                </a:cubicBezTo>
                <a:cubicBezTo>
                  <a:pt x="2890" y="2112"/>
                  <a:pt x="2891" y="2117"/>
                  <a:pt x="2893" y="2123"/>
                </a:cubicBezTo>
                <a:cubicBezTo>
                  <a:pt x="2898" y="2120"/>
                  <a:pt x="2894" y="2128"/>
                  <a:pt x="2899" y="2130"/>
                </a:cubicBezTo>
                <a:cubicBezTo>
                  <a:pt x="2899" y="2136"/>
                  <a:pt x="2901" y="2132"/>
                  <a:pt x="2905" y="2136"/>
                </a:cubicBezTo>
                <a:cubicBezTo>
                  <a:pt x="2903" y="2142"/>
                  <a:pt x="2911" y="2148"/>
                  <a:pt x="2911" y="2154"/>
                </a:cubicBezTo>
                <a:cubicBezTo>
                  <a:pt x="2912" y="2159"/>
                  <a:pt x="2913" y="2156"/>
                  <a:pt x="2917" y="2160"/>
                </a:cubicBezTo>
                <a:cubicBezTo>
                  <a:pt x="2925" y="2160"/>
                  <a:pt x="2925" y="2160"/>
                  <a:pt x="2925" y="2160"/>
                </a:cubicBezTo>
                <a:cubicBezTo>
                  <a:pt x="2924" y="2159"/>
                  <a:pt x="2924" y="2158"/>
                  <a:pt x="2925" y="2156"/>
                </a:cubicBezTo>
                <a:close/>
                <a:moveTo>
                  <a:pt x="2984" y="2151"/>
                </a:moveTo>
                <a:cubicBezTo>
                  <a:pt x="2976" y="2138"/>
                  <a:pt x="2972" y="2125"/>
                  <a:pt x="2965" y="2113"/>
                </a:cubicBezTo>
                <a:cubicBezTo>
                  <a:pt x="2944" y="2085"/>
                  <a:pt x="2929" y="2066"/>
                  <a:pt x="2911" y="2044"/>
                </a:cubicBezTo>
                <a:cubicBezTo>
                  <a:pt x="2902" y="2037"/>
                  <a:pt x="2893" y="2028"/>
                  <a:pt x="2883" y="2019"/>
                </a:cubicBezTo>
                <a:cubicBezTo>
                  <a:pt x="2880" y="2020"/>
                  <a:pt x="2876" y="2016"/>
                  <a:pt x="2873" y="2014"/>
                </a:cubicBezTo>
                <a:cubicBezTo>
                  <a:pt x="2869" y="2018"/>
                  <a:pt x="2866" y="2004"/>
                  <a:pt x="2862" y="2008"/>
                </a:cubicBezTo>
                <a:cubicBezTo>
                  <a:pt x="2855" y="2002"/>
                  <a:pt x="2848" y="1997"/>
                  <a:pt x="2840" y="1996"/>
                </a:cubicBezTo>
                <a:cubicBezTo>
                  <a:pt x="2833" y="1988"/>
                  <a:pt x="2825" y="1988"/>
                  <a:pt x="2818" y="1981"/>
                </a:cubicBezTo>
                <a:cubicBezTo>
                  <a:pt x="2810" y="1980"/>
                  <a:pt x="2804" y="1964"/>
                  <a:pt x="2795" y="1971"/>
                </a:cubicBezTo>
                <a:cubicBezTo>
                  <a:pt x="2804" y="1978"/>
                  <a:pt x="2812" y="1981"/>
                  <a:pt x="2820" y="1990"/>
                </a:cubicBezTo>
                <a:cubicBezTo>
                  <a:pt x="2825" y="1992"/>
                  <a:pt x="2829" y="1996"/>
                  <a:pt x="2834" y="1999"/>
                </a:cubicBezTo>
                <a:cubicBezTo>
                  <a:pt x="2839" y="1996"/>
                  <a:pt x="2842" y="2006"/>
                  <a:pt x="2847" y="2004"/>
                </a:cubicBezTo>
                <a:cubicBezTo>
                  <a:pt x="2855" y="2014"/>
                  <a:pt x="2864" y="2015"/>
                  <a:pt x="2872" y="2023"/>
                </a:cubicBezTo>
                <a:cubicBezTo>
                  <a:pt x="2875" y="2021"/>
                  <a:pt x="2877" y="2030"/>
                  <a:pt x="2883" y="2028"/>
                </a:cubicBezTo>
                <a:cubicBezTo>
                  <a:pt x="2887" y="2035"/>
                  <a:pt x="2891" y="2037"/>
                  <a:pt x="2896" y="2040"/>
                </a:cubicBezTo>
                <a:cubicBezTo>
                  <a:pt x="2900" y="2047"/>
                  <a:pt x="2906" y="2059"/>
                  <a:pt x="2917" y="2065"/>
                </a:cubicBezTo>
                <a:cubicBezTo>
                  <a:pt x="2915" y="2069"/>
                  <a:pt x="2925" y="2074"/>
                  <a:pt x="2927" y="2079"/>
                </a:cubicBezTo>
                <a:cubicBezTo>
                  <a:pt x="2932" y="2085"/>
                  <a:pt x="2937" y="2090"/>
                  <a:pt x="2942" y="2096"/>
                </a:cubicBezTo>
                <a:cubicBezTo>
                  <a:pt x="2944" y="2102"/>
                  <a:pt x="2950" y="2108"/>
                  <a:pt x="2956" y="2115"/>
                </a:cubicBezTo>
                <a:cubicBezTo>
                  <a:pt x="2959" y="2123"/>
                  <a:pt x="2963" y="2131"/>
                  <a:pt x="2968" y="2139"/>
                </a:cubicBezTo>
                <a:cubicBezTo>
                  <a:pt x="2967" y="2143"/>
                  <a:pt x="2972" y="2148"/>
                  <a:pt x="2973" y="2152"/>
                </a:cubicBezTo>
                <a:cubicBezTo>
                  <a:pt x="2974" y="2155"/>
                  <a:pt x="2977" y="2158"/>
                  <a:pt x="2978" y="2160"/>
                </a:cubicBezTo>
                <a:cubicBezTo>
                  <a:pt x="2986" y="2160"/>
                  <a:pt x="2986" y="2160"/>
                  <a:pt x="2986" y="2160"/>
                </a:cubicBezTo>
                <a:cubicBezTo>
                  <a:pt x="2985" y="2157"/>
                  <a:pt x="2984" y="2154"/>
                  <a:pt x="2984" y="2151"/>
                </a:cubicBezTo>
                <a:close/>
                <a:moveTo>
                  <a:pt x="2933" y="2112"/>
                </a:moveTo>
                <a:cubicBezTo>
                  <a:pt x="2912" y="2088"/>
                  <a:pt x="2896" y="2065"/>
                  <a:pt x="2870" y="2037"/>
                </a:cubicBezTo>
                <a:cubicBezTo>
                  <a:pt x="2851" y="2023"/>
                  <a:pt x="2833" y="2005"/>
                  <a:pt x="2814" y="1993"/>
                </a:cubicBezTo>
                <a:cubicBezTo>
                  <a:pt x="2810" y="1987"/>
                  <a:pt x="2805" y="1991"/>
                  <a:pt x="2801" y="1984"/>
                </a:cubicBezTo>
                <a:cubicBezTo>
                  <a:pt x="2795" y="1984"/>
                  <a:pt x="2791" y="1977"/>
                  <a:pt x="2786" y="1977"/>
                </a:cubicBezTo>
                <a:cubicBezTo>
                  <a:pt x="2784" y="1975"/>
                  <a:pt x="2782" y="1974"/>
                  <a:pt x="2780" y="1974"/>
                </a:cubicBezTo>
                <a:cubicBezTo>
                  <a:pt x="2777" y="1971"/>
                  <a:pt x="2775" y="1967"/>
                  <a:pt x="2772" y="1968"/>
                </a:cubicBezTo>
                <a:cubicBezTo>
                  <a:pt x="2770" y="1966"/>
                  <a:pt x="2768" y="1962"/>
                  <a:pt x="2765" y="1963"/>
                </a:cubicBezTo>
                <a:cubicBezTo>
                  <a:pt x="2763" y="1960"/>
                  <a:pt x="2759" y="1961"/>
                  <a:pt x="2760" y="1965"/>
                </a:cubicBezTo>
                <a:cubicBezTo>
                  <a:pt x="2764" y="1964"/>
                  <a:pt x="2768" y="1967"/>
                  <a:pt x="2772" y="1972"/>
                </a:cubicBezTo>
                <a:cubicBezTo>
                  <a:pt x="2777" y="1974"/>
                  <a:pt x="2781" y="1979"/>
                  <a:pt x="2785" y="1980"/>
                </a:cubicBezTo>
                <a:cubicBezTo>
                  <a:pt x="2794" y="1986"/>
                  <a:pt x="2802" y="1990"/>
                  <a:pt x="2810" y="1999"/>
                </a:cubicBezTo>
                <a:cubicBezTo>
                  <a:pt x="2818" y="2006"/>
                  <a:pt x="2830" y="2007"/>
                  <a:pt x="2832" y="2017"/>
                </a:cubicBezTo>
                <a:cubicBezTo>
                  <a:pt x="2837" y="2017"/>
                  <a:pt x="2841" y="2021"/>
                  <a:pt x="2846" y="2026"/>
                </a:cubicBezTo>
                <a:cubicBezTo>
                  <a:pt x="2850" y="2033"/>
                  <a:pt x="2855" y="2032"/>
                  <a:pt x="2859" y="2038"/>
                </a:cubicBezTo>
                <a:cubicBezTo>
                  <a:pt x="2869" y="2049"/>
                  <a:pt x="2879" y="2061"/>
                  <a:pt x="2889" y="2072"/>
                </a:cubicBezTo>
                <a:cubicBezTo>
                  <a:pt x="2894" y="2076"/>
                  <a:pt x="2891" y="2080"/>
                  <a:pt x="2897" y="2085"/>
                </a:cubicBezTo>
                <a:cubicBezTo>
                  <a:pt x="2902" y="2090"/>
                  <a:pt x="2907" y="2096"/>
                  <a:pt x="2912" y="2101"/>
                </a:cubicBezTo>
                <a:cubicBezTo>
                  <a:pt x="2920" y="2107"/>
                  <a:pt x="2918" y="2115"/>
                  <a:pt x="2925" y="2116"/>
                </a:cubicBezTo>
                <a:cubicBezTo>
                  <a:pt x="2928" y="2119"/>
                  <a:pt x="2926" y="2121"/>
                  <a:pt x="2929" y="2124"/>
                </a:cubicBezTo>
                <a:cubicBezTo>
                  <a:pt x="2931" y="2127"/>
                  <a:pt x="2935" y="2130"/>
                  <a:pt x="2933" y="2132"/>
                </a:cubicBezTo>
                <a:cubicBezTo>
                  <a:pt x="2937" y="2138"/>
                  <a:pt x="2948" y="2144"/>
                  <a:pt x="2943" y="2150"/>
                </a:cubicBezTo>
                <a:cubicBezTo>
                  <a:pt x="2948" y="2150"/>
                  <a:pt x="2947" y="2156"/>
                  <a:pt x="2951" y="2160"/>
                </a:cubicBezTo>
                <a:cubicBezTo>
                  <a:pt x="2962" y="2160"/>
                  <a:pt x="2962" y="2160"/>
                  <a:pt x="2962" y="2160"/>
                </a:cubicBezTo>
                <a:cubicBezTo>
                  <a:pt x="2961" y="2159"/>
                  <a:pt x="2960" y="2157"/>
                  <a:pt x="2959" y="2155"/>
                </a:cubicBezTo>
                <a:cubicBezTo>
                  <a:pt x="2954" y="2141"/>
                  <a:pt x="2941" y="2126"/>
                  <a:pt x="2933" y="2112"/>
                </a:cubicBezTo>
                <a:close/>
                <a:moveTo>
                  <a:pt x="3015" y="2113"/>
                </a:moveTo>
                <a:cubicBezTo>
                  <a:pt x="3020" y="2110"/>
                  <a:pt x="3007" y="2106"/>
                  <a:pt x="3012" y="2103"/>
                </a:cubicBezTo>
                <a:cubicBezTo>
                  <a:pt x="3010" y="2100"/>
                  <a:pt x="3008" y="2097"/>
                  <a:pt x="3010" y="2094"/>
                </a:cubicBezTo>
                <a:cubicBezTo>
                  <a:pt x="2995" y="2074"/>
                  <a:pt x="2992" y="2063"/>
                  <a:pt x="2976" y="2045"/>
                </a:cubicBezTo>
                <a:cubicBezTo>
                  <a:pt x="2964" y="2035"/>
                  <a:pt x="2951" y="2024"/>
                  <a:pt x="2939" y="2017"/>
                </a:cubicBezTo>
                <a:cubicBezTo>
                  <a:pt x="2933" y="2010"/>
                  <a:pt x="2926" y="2010"/>
                  <a:pt x="2920" y="2001"/>
                </a:cubicBezTo>
                <a:cubicBezTo>
                  <a:pt x="2913" y="2001"/>
                  <a:pt x="2907" y="1991"/>
                  <a:pt x="2901" y="1992"/>
                </a:cubicBezTo>
                <a:cubicBezTo>
                  <a:pt x="2915" y="2006"/>
                  <a:pt x="2929" y="2015"/>
                  <a:pt x="2943" y="2025"/>
                </a:cubicBezTo>
                <a:cubicBezTo>
                  <a:pt x="2950" y="2033"/>
                  <a:pt x="2958" y="2039"/>
                  <a:pt x="2965" y="2043"/>
                </a:cubicBezTo>
                <a:cubicBezTo>
                  <a:pt x="2962" y="2047"/>
                  <a:pt x="2972" y="2052"/>
                  <a:pt x="2974" y="2056"/>
                </a:cubicBezTo>
                <a:cubicBezTo>
                  <a:pt x="2978" y="2061"/>
                  <a:pt x="2982" y="2066"/>
                  <a:pt x="2986" y="2071"/>
                </a:cubicBezTo>
                <a:cubicBezTo>
                  <a:pt x="2991" y="2078"/>
                  <a:pt x="2995" y="2092"/>
                  <a:pt x="3002" y="2095"/>
                </a:cubicBezTo>
                <a:cubicBezTo>
                  <a:pt x="2998" y="2100"/>
                  <a:pt x="3006" y="2107"/>
                  <a:pt x="3005" y="2112"/>
                </a:cubicBezTo>
                <a:cubicBezTo>
                  <a:pt x="3008" y="2118"/>
                  <a:pt x="3012" y="2124"/>
                  <a:pt x="3012" y="2130"/>
                </a:cubicBezTo>
                <a:cubicBezTo>
                  <a:pt x="3018" y="2140"/>
                  <a:pt x="3020" y="2150"/>
                  <a:pt x="3026" y="2160"/>
                </a:cubicBezTo>
                <a:cubicBezTo>
                  <a:pt x="3035" y="2160"/>
                  <a:pt x="3035" y="2160"/>
                  <a:pt x="3035" y="2160"/>
                </a:cubicBezTo>
                <a:cubicBezTo>
                  <a:pt x="3030" y="2151"/>
                  <a:pt x="3030" y="2142"/>
                  <a:pt x="3023" y="2132"/>
                </a:cubicBezTo>
                <a:cubicBezTo>
                  <a:pt x="3023" y="2126"/>
                  <a:pt x="3017" y="2119"/>
                  <a:pt x="3015" y="2113"/>
                </a:cubicBezTo>
                <a:close/>
                <a:moveTo>
                  <a:pt x="3006" y="2155"/>
                </a:moveTo>
                <a:cubicBezTo>
                  <a:pt x="3008" y="2139"/>
                  <a:pt x="2989" y="2121"/>
                  <a:pt x="2990" y="2105"/>
                </a:cubicBezTo>
                <a:cubicBezTo>
                  <a:pt x="2986" y="2100"/>
                  <a:pt x="2982" y="2095"/>
                  <a:pt x="2984" y="2091"/>
                </a:cubicBezTo>
                <a:cubicBezTo>
                  <a:pt x="2971" y="2074"/>
                  <a:pt x="2959" y="2055"/>
                  <a:pt x="2950" y="2042"/>
                </a:cubicBezTo>
                <a:cubicBezTo>
                  <a:pt x="2938" y="2031"/>
                  <a:pt x="2920" y="2017"/>
                  <a:pt x="2904" y="2003"/>
                </a:cubicBezTo>
                <a:cubicBezTo>
                  <a:pt x="2897" y="2003"/>
                  <a:pt x="2890" y="1997"/>
                  <a:pt x="2884" y="1993"/>
                </a:cubicBezTo>
                <a:cubicBezTo>
                  <a:pt x="2876" y="1993"/>
                  <a:pt x="2869" y="1982"/>
                  <a:pt x="2861" y="1984"/>
                </a:cubicBezTo>
                <a:cubicBezTo>
                  <a:pt x="2864" y="1987"/>
                  <a:pt x="2868" y="1986"/>
                  <a:pt x="2871" y="1992"/>
                </a:cubicBezTo>
                <a:cubicBezTo>
                  <a:pt x="2875" y="1991"/>
                  <a:pt x="2878" y="2000"/>
                  <a:pt x="2882" y="1997"/>
                </a:cubicBezTo>
                <a:cubicBezTo>
                  <a:pt x="2885" y="2002"/>
                  <a:pt x="2888" y="2003"/>
                  <a:pt x="2892" y="2003"/>
                </a:cubicBezTo>
                <a:cubicBezTo>
                  <a:pt x="2892" y="2006"/>
                  <a:pt x="2897" y="2009"/>
                  <a:pt x="2901" y="2009"/>
                </a:cubicBezTo>
                <a:cubicBezTo>
                  <a:pt x="2915" y="2021"/>
                  <a:pt x="2929" y="2033"/>
                  <a:pt x="2943" y="2045"/>
                </a:cubicBezTo>
                <a:cubicBezTo>
                  <a:pt x="2945" y="2047"/>
                  <a:pt x="2943" y="2049"/>
                  <a:pt x="2946" y="2051"/>
                </a:cubicBezTo>
                <a:cubicBezTo>
                  <a:pt x="2948" y="2053"/>
                  <a:pt x="2951" y="2052"/>
                  <a:pt x="2949" y="2054"/>
                </a:cubicBezTo>
                <a:cubicBezTo>
                  <a:pt x="2951" y="2059"/>
                  <a:pt x="2960" y="2063"/>
                  <a:pt x="2957" y="2067"/>
                </a:cubicBezTo>
                <a:cubicBezTo>
                  <a:pt x="2961" y="2072"/>
                  <a:pt x="2966" y="2076"/>
                  <a:pt x="2966" y="2080"/>
                </a:cubicBezTo>
                <a:cubicBezTo>
                  <a:pt x="2966" y="2085"/>
                  <a:pt x="2974" y="2090"/>
                  <a:pt x="2973" y="2095"/>
                </a:cubicBezTo>
                <a:cubicBezTo>
                  <a:pt x="2985" y="2112"/>
                  <a:pt x="2986" y="2129"/>
                  <a:pt x="2995" y="2147"/>
                </a:cubicBezTo>
                <a:cubicBezTo>
                  <a:pt x="2996" y="2151"/>
                  <a:pt x="2998" y="2156"/>
                  <a:pt x="2999" y="2160"/>
                </a:cubicBezTo>
                <a:cubicBezTo>
                  <a:pt x="3010" y="2160"/>
                  <a:pt x="3010" y="2160"/>
                  <a:pt x="3010" y="2160"/>
                </a:cubicBezTo>
                <a:cubicBezTo>
                  <a:pt x="3009" y="2159"/>
                  <a:pt x="3008" y="2157"/>
                  <a:pt x="3006" y="2155"/>
                </a:cubicBezTo>
                <a:close/>
                <a:moveTo>
                  <a:pt x="729" y="2129"/>
                </a:moveTo>
                <a:cubicBezTo>
                  <a:pt x="729" y="2126"/>
                  <a:pt x="729" y="2123"/>
                  <a:pt x="733" y="2124"/>
                </a:cubicBezTo>
                <a:cubicBezTo>
                  <a:pt x="753" y="2068"/>
                  <a:pt x="761" y="2070"/>
                  <a:pt x="759" y="2063"/>
                </a:cubicBezTo>
                <a:cubicBezTo>
                  <a:pt x="773" y="2016"/>
                  <a:pt x="777" y="2009"/>
                  <a:pt x="779" y="2000"/>
                </a:cubicBezTo>
                <a:cubicBezTo>
                  <a:pt x="790" y="1956"/>
                  <a:pt x="792" y="1944"/>
                  <a:pt x="793" y="1921"/>
                </a:cubicBezTo>
                <a:cubicBezTo>
                  <a:pt x="796" y="1847"/>
                  <a:pt x="795" y="1840"/>
                  <a:pt x="798" y="1837"/>
                </a:cubicBezTo>
                <a:cubicBezTo>
                  <a:pt x="793" y="1793"/>
                  <a:pt x="796" y="1792"/>
                  <a:pt x="794" y="1785"/>
                </a:cubicBezTo>
                <a:cubicBezTo>
                  <a:pt x="784" y="1845"/>
                  <a:pt x="785" y="1850"/>
                  <a:pt x="784" y="1854"/>
                </a:cubicBezTo>
                <a:cubicBezTo>
                  <a:pt x="770" y="1895"/>
                  <a:pt x="773" y="1909"/>
                  <a:pt x="766" y="1914"/>
                </a:cubicBezTo>
                <a:cubicBezTo>
                  <a:pt x="748" y="1953"/>
                  <a:pt x="745" y="1956"/>
                  <a:pt x="743" y="1959"/>
                </a:cubicBezTo>
                <a:cubicBezTo>
                  <a:pt x="726" y="1983"/>
                  <a:pt x="731" y="1992"/>
                  <a:pt x="723" y="1991"/>
                </a:cubicBezTo>
                <a:cubicBezTo>
                  <a:pt x="709" y="2014"/>
                  <a:pt x="707" y="2015"/>
                  <a:pt x="708" y="2019"/>
                </a:cubicBezTo>
                <a:cubicBezTo>
                  <a:pt x="674" y="2075"/>
                  <a:pt x="665" y="2079"/>
                  <a:pt x="665" y="2089"/>
                </a:cubicBezTo>
                <a:cubicBezTo>
                  <a:pt x="647" y="2122"/>
                  <a:pt x="642" y="2122"/>
                  <a:pt x="641" y="2126"/>
                </a:cubicBezTo>
                <a:cubicBezTo>
                  <a:pt x="625" y="2149"/>
                  <a:pt x="624" y="2156"/>
                  <a:pt x="620" y="2160"/>
                </a:cubicBezTo>
                <a:cubicBezTo>
                  <a:pt x="643" y="2138"/>
                  <a:pt x="647" y="2134"/>
                  <a:pt x="650" y="2130"/>
                </a:cubicBezTo>
                <a:cubicBezTo>
                  <a:pt x="684" y="2076"/>
                  <a:pt x="681" y="2069"/>
                  <a:pt x="685" y="2068"/>
                </a:cubicBezTo>
                <a:cubicBezTo>
                  <a:pt x="698" y="2051"/>
                  <a:pt x="699" y="2049"/>
                  <a:pt x="699" y="2045"/>
                </a:cubicBezTo>
                <a:cubicBezTo>
                  <a:pt x="720" y="2010"/>
                  <a:pt x="727" y="2010"/>
                  <a:pt x="726" y="2002"/>
                </a:cubicBezTo>
                <a:cubicBezTo>
                  <a:pt x="757" y="1966"/>
                  <a:pt x="748" y="1970"/>
                  <a:pt x="751" y="1974"/>
                </a:cubicBezTo>
                <a:cubicBezTo>
                  <a:pt x="732" y="2008"/>
                  <a:pt x="731" y="2023"/>
                  <a:pt x="724" y="2033"/>
                </a:cubicBezTo>
                <a:cubicBezTo>
                  <a:pt x="709" y="2059"/>
                  <a:pt x="707" y="2061"/>
                  <a:pt x="704" y="2063"/>
                </a:cubicBezTo>
                <a:cubicBezTo>
                  <a:pt x="677" y="2114"/>
                  <a:pt x="671" y="2113"/>
                  <a:pt x="671" y="2117"/>
                </a:cubicBezTo>
                <a:cubicBezTo>
                  <a:pt x="652" y="2143"/>
                  <a:pt x="652" y="2151"/>
                  <a:pt x="647" y="2154"/>
                </a:cubicBezTo>
                <a:cubicBezTo>
                  <a:pt x="657" y="2156"/>
                  <a:pt x="659" y="2152"/>
                  <a:pt x="662" y="2149"/>
                </a:cubicBezTo>
                <a:cubicBezTo>
                  <a:pt x="675" y="2126"/>
                  <a:pt x="679" y="2125"/>
                  <a:pt x="678" y="2121"/>
                </a:cubicBezTo>
                <a:cubicBezTo>
                  <a:pt x="714" y="2066"/>
                  <a:pt x="717" y="2065"/>
                  <a:pt x="717" y="2062"/>
                </a:cubicBezTo>
                <a:cubicBezTo>
                  <a:pt x="728" y="2047"/>
                  <a:pt x="726" y="2041"/>
                  <a:pt x="729" y="2041"/>
                </a:cubicBezTo>
                <a:cubicBezTo>
                  <a:pt x="740" y="2003"/>
                  <a:pt x="750" y="2005"/>
                  <a:pt x="748" y="1996"/>
                </a:cubicBezTo>
                <a:cubicBezTo>
                  <a:pt x="764" y="1960"/>
                  <a:pt x="761" y="1951"/>
                  <a:pt x="764" y="1947"/>
                </a:cubicBezTo>
                <a:cubicBezTo>
                  <a:pt x="796" y="1849"/>
                  <a:pt x="791" y="1858"/>
                  <a:pt x="791" y="1862"/>
                </a:cubicBezTo>
                <a:cubicBezTo>
                  <a:pt x="786" y="1901"/>
                  <a:pt x="782" y="1904"/>
                  <a:pt x="781" y="1908"/>
                </a:cubicBezTo>
                <a:cubicBezTo>
                  <a:pt x="772" y="1962"/>
                  <a:pt x="765" y="1962"/>
                  <a:pt x="766" y="1969"/>
                </a:cubicBezTo>
                <a:cubicBezTo>
                  <a:pt x="746" y="2037"/>
                  <a:pt x="738" y="2043"/>
                  <a:pt x="737" y="2054"/>
                </a:cubicBezTo>
                <a:cubicBezTo>
                  <a:pt x="716" y="2096"/>
                  <a:pt x="713" y="2097"/>
                  <a:pt x="714" y="2101"/>
                </a:cubicBezTo>
                <a:cubicBezTo>
                  <a:pt x="697" y="2124"/>
                  <a:pt x="696" y="2129"/>
                  <a:pt x="694" y="2133"/>
                </a:cubicBezTo>
                <a:cubicBezTo>
                  <a:pt x="679" y="2147"/>
                  <a:pt x="682" y="2155"/>
                  <a:pt x="678" y="2158"/>
                </a:cubicBezTo>
                <a:cubicBezTo>
                  <a:pt x="688" y="2156"/>
                  <a:pt x="691" y="2153"/>
                  <a:pt x="693" y="2149"/>
                </a:cubicBezTo>
                <a:cubicBezTo>
                  <a:pt x="704" y="2140"/>
                  <a:pt x="697" y="2130"/>
                  <a:pt x="705" y="2132"/>
                </a:cubicBezTo>
                <a:cubicBezTo>
                  <a:pt x="720" y="2101"/>
                  <a:pt x="726" y="2102"/>
                  <a:pt x="724" y="2096"/>
                </a:cubicBezTo>
                <a:cubicBezTo>
                  <a:pt x="745" y="2052"/>
                  <a:pt x="748" y="2046"/>
                  <a:pt x="753" y="2042"/>
                </a:cubicBezTo>
                <a:cubicBezTo>
                  <a:pt x="775" y="1963"/>
                  <a:pt x="776" y="1958"/>
                  <a:pt x="775" y="1953"/>
                </a:cubicBezTo>
                <a:cubicBezTo>
                  <a:pt x="783" y="1921"/>
                  <a:pt x="788" y="1921"/>
                  <a:pt x="786" y="1915"/>
                </a:cubicBezTo>
                <a:cubicBezTo>
                  <a:pt x="785" y="1961"/>
                  <a:pt x="781" y="1971"/>
                  <a:pt x="780" y="1983"/>
                </a:cubicBezTo>
                <a:cubicBezTo>
                  <a:pt x="765" y="2021"/>
                  <a:pt x="762" y="2030"/>
                  <a:pt x="760" y="2041"/>
                </a:cubicBezTo>
                <a:cubicBezTo>
                  <a:pt x="741" y="2077"/>
                  <a:pt x="740" y="2089"/>
                  <a:pt x="735" y="2097"/>
                </a:cubicBezTo>
                <a:cubicBezTo>
                  <a:pt x="715" y="2131"/>
                  <a:pt x="711" y="2140"/>
                  <a:pt x="708" y="2150"/>
                </a:cubicBezTo>
                <a:cubicBezTo>
                  <a:pt x="711" y="2160"/>
                  <a:pt x="711" y="2160"/>
                  <a:pt x="711" y="2160"/>
                </a:cubicBezTo>
                <a:cubicBezTo>
                  <a:pt x="719" y="2142"/>
                  <a:pt x="723" y="2142"/>
                  <a:pt x="723" y="2140"/>
                </a:cubicBezTo>
                <a:close/>
                <a:moveTo>
                  <a:pt x="2860" y="2138"/>
                </a:moveTo>
                <a:cubicBezTo>
                  <a:pt x="2860" y="2132"/>
                  <a:pt x="2854" y="2135"/>
                  <a:pt x="2854" y="2128"/>
                </a:cubicBezTo>
                <a:cubicBezTo>
                  <a:pt x="2845" y="2120"/>
                  <a:pt x="2844" y="2111"/>
                  <a:pt x="2838" y="2103"/>
                </a:cubicBezTo>
                <a:cubicBezTo>
                  <a:pt x="2828" y="2094"/>
                  <a:pt x="2828" y="2087"/>
                  <a:pt x="2819" y="2078"/>
                </a:cubicBezTo>
                <a:cubicBezTo>
                  <a:pt x="2818" y="2076"/>
                  <a:pt x="2815" y="2074"/>
                  <a:pt x="2816" y="2072"/>
                </a:cubicBezTo>
                <a:cubicBezTo>
                  <a:pt x="2815" y="2070"/>
                  <a:pt x="2817" y="2067"/>
                  <a:pt x="2814" y="2069"/>
                </a:cubicBezTo>
                <a:cubicBezTo>
                  <a:pt x="2807" y="2064"/>
                  <a:pt x="2810" y="2060"/>
                  <a:pt x="2805" y="2056"/>
                </a:cubicBezTo>
                <a:cubicBezTo>
                  <a:pt x="2797" y="2047"/>
                  <a:pt x="2797" y="2043"/>
                  <a:pt x="2789" y="2038"/>
                </a:cubicBezTo>
                <a:cubicBezTo>
                  <a:pt x="2789" y="2034"/>
                  <a:pt x="2785" y="2032"/>
                  <a:pt x="2782" y="2029"/>
                </a:cubicBezTo>
                <a:cubicBezTo>
                  <a:pt x="2776" y="2021"/>
                  <a:pt x="2773" y="2015"/>
                  <a:pt x="2765" y="2010"/>
                </a:cubicBezTo>
                <a:cubicBezTo>
                  <a:pt x="2762" y="2005"/>
                  <a:pt x="2762" y="2001"/>
                  <a:pt x="2757" y="1997"/>
                </a:cubicBezTo>
                <a:cubicBezTo>
                  <a:pt x="2748" y="1991"/>
                  <a:pt x="2740" y="1981"/>
                  <a:pt x="2732" y="1972"/>
                </a:cubicBezTo>
                <a:cubicBezTo>
                  <a:pt x="2721" y="1964"/>
                  <a:pt x="2710" y="1952"/>
                  <a:pt x="2698" y="1946"/>
                </a:cubicBezTo>
                <a:cubicBezTo>
                  <a:pt x="2693" y="1941"/>
                  <a:pt x="2687" y="1939"/>
                  <a:pt x="2682" y="1935"/>
                </a:cubicBezTo>
                <a:cubicBezTo>
                  <a:pt x="2676" y="1928"/>
                  <a:pt x="2670" y="1924"/>
                  <a:pt x="2664" y="1924"/>
                </a:cubicBezTo>
                <a:cubicBezTo>
                  <a:pt x="2685" y="1942"/>
                  <a:pt x="2706" y="1958"/>
                  <a:pt x="2727" y="1976"/>
                </a:cubicBezTo>
                <a:cubicBezTo>
                  <a:pt x="2744" y="1996"/>
                  <a:pt x="2765" y="2017"/>
                  <a:pt x="2777" y="2037"/>
                </a:cubicBezTo>
                <a:cubicBezTo>
                  <a:pt x="2781" y="2041"/>
                  <a:pt x="2786" y="2048"/>
                  <a:pt x="2790" y="2048"/>
                </a:cubicBezTo>
                <a:cubicBezTo>
                  <a:pt x="2785" y="2052"/>
                  <a:pt x="2800" y="2057"/>
                  <a:pt x="2796" y="2061"/>
                </a:cubicBezTo>
                <a:cubicBezTo>
                  <a:pt x="2798" y="2065"/>
                  <a:pt x="2807" y="2070"/>
                  <a:pt x="2804" y="2074"/>
                </a:cubicBezTo>
                <a:cubicBezTo>
                  <a:pt x="2815" y="2086"/>
                  <a:pt x="2813" y="2088"/>
                  <a:pt x="2822" y="2098"/>
                </a:cubicBezTo>
                <a:cubicBezTo>
                  <a:pt x="2826" y="2107"/>
                  <a:pt x="2835" y="2116"/>
                  <a:pt x="2839" y="2124"/>
                </a:cubicBezTo>
                <a:cubicBezTo>
                  <a:pt x="2845" y="2129"/>
                  <a:pt x="2842" y="2133"/>
                  <a:pt x="2848" y="2137"/>
                </a:cubicBezTo>
                <a:cubicBezTo>
                  <a:pt x="2855" y="2142"/>
                  <a:pt x="2850" y="2147"/>
                  <a:pt x="2854" y="2152"/>
                </a:cubicBezTo>
                <a:cubicBezTo>
                  <a:pt x="2857" y="2155"/>
                  <a:pt x="2859" y="2157"/>
                  <a:pt x="2862" y="2160"/>
                </a:cubicBezTo>
                <a:cubicBezTo>
                  <a:pt x="2873" y="2160"/>
                  <a:pt x="2873" y="2160"/>
                  <a:pt x="2873" y="2160"/>
                </a:cubicBezTo>
                <a:cubicBezTo>
                  <a:pt x="2870" y="2157"/>
                  <a:pt x="2867" y="2153"/>
                  <a:pt x="2864" y="2149"/>
                </a:cubicBezTo>
                <a:cubicBezTo>
                  <a:pt x="2867" y="2146"/>
                  <a:pt x="2858" y="2142"/>
                  <a:pt x="2860" y="2138"/>
                </a:cubicBezTo>
                <a:close/>
                <a:moveTo>
                  <a:pt x="796" y="1969"/>
                </a:moveTo>
                <a:cubicBezTo>
                  <a:pt x="799" y="1994"/>
                  <a:pt x="793" y="2012"/>
                  <a:pt x="792" y="2035"/>
                </a:cubicBezTo>
                <a:cubicBezTo>
                  <a:pt x="788" y="2035"/>
                  <a:pt x="791" y="2042"/>
                  <a:pt x="788" y="2043"/>
                </a:cubicBezTo>
                <a:cubicBezTo>
                  <a:pt x="785" y="2046"/>
                  <a:pt x="784" y="2049"/>
                  <a:pt x="785" y="2055"/>
                </a:cubicBezTo>
                <a:cubicBezTo>
                  <a:pt x="781" y="2055"/>
                  <a:pt x="784" y="2062"/>
                  <a:pt x="781" y="2064"/>
                </a:cubicBezTo>
                <a:cubicBezTo>
                  <a:pt x="778" y="2066"/>
                  <a:pt x="778" y="2071"/>
                  <a:pt x="777" y="2075"/>
                </a:cubicBezTo>
                <a:cubicBezTo>
                  <a:pt x="767" y="2082"/>
                  <a:pt x="766" y="2096"/>
                  <a:pt x="755" y="2103"/>
                </a:cubicBezTo>
                <a:cubicBezTo>
                  <a:pt x="749" y="2125"/>
                  <a:pt x="737" y="2143"/>
                  <a:pt x="726" y="2160"/>
                </a:cubicBezTo>
                <a:cubicBezTo>
                  <a:pt x="738" y="2160"/>
                  <a:pt x="738" y="2160"/>
                  <a:pt x="738" y="2160"/>
                </a:cubicBezTo>
                <a:cubicBezTo>
                  <a:pt x="740" y="2157"/>
                  <a:pt x="741" y="2154"/>
                  <a:pt x="743" y="2152"/>
                </a:cubicBezTo>
                <a:cubicBezTo>
                  <a:pt x="746" y="2142"/>
                  <a:pt x="753" y="2137"/>
                  <a:pt x="755" y="2127"/>
                </a:cubicBezTo>
                <a:cubicBezTo>
                  <a:pt x="758" y="2124"/>
                  <a:pt x="758" y="2119"/>
                  <a:pt x="761" y="2115"/>
                </a:cubicBezTo>
                <a:cubicBezTo>
                  <a:pt x="764" y="2112"/>
                  <a:pt x="766" y="2108"/>
                  <a:pt x="766" y="2102"/>
                </a:cubicBezTo>
                <a:cubicBezTo>
                  <a:pt x="773" y="2100"/>
                  <a:pt x="773" y="2092"/>
                  <a:pt x="778" y="2088"/>
                </a:cubicBezTo>
                <a:cubicBezTo>
                  <a:pt x="783" y="2083"/>
                  <a:pt x="783" y="2075"/>
                  <a:pt x="788" y="2070"/>
                </a:cubicBezTo>
                <a:cubicBezTo>
                  <a:pt x="788" y="2062"/>
                  <a:pt x="792" y="2057"/>
                  <a:pt x="793" y="2050"/>
                </a:cubicBezTo>
                <a:cubicBezTo>
                  <a:pt x="798" y="2045"/>
                  <a:pt x="796" y="2034"/>
                  <a:pt x="800" y="2030"/>
                </a:cubicBezTo>
                <a:cubicBezTo>
                  <a:pt x="801" y="2017"/>
                  <a:pt x="801" y="2004"/>
                  <a:pt x="802" y="1992"/>
                </a:cubicBezTo>
                <a:cubicBezTo>
                  <a:pt x="802" y="1988"/>
                  <a:pt x="802" y="1984"/>
                  <a:pt x="801" y="1979"/>
                </a:cubicBezTo>
                <a:cubicBezTo>
                  <a:pt x="800" y="1975"/>
                  <a:pt x="803" y="1966"/>
                  <a:pt x="796" y="1969"/>
                </a:cubicBezTo>
                <a:close/>
                <a:moveTo>
                  <a:pt x="632" y="2085"/>
                </a:moveTo>
                <a:cubicBezTo>
                  <a:pt x="639" y="2082"/>
                  <a:pt x="641" y="2073"/>
                  <a:pt x="648" y="2069"/>
                </a:cubicBezTo>
                <a:cubicBezTo>
                  <a:pt x="679" y="2024"/>
                  <a:pt x="680" y="2015"/>
                  <a:pt x="688" y="2011"/>
                </a:cubicBezTo>
                <a:cubicBezTo>
                  <a:pt x="698" y="1995"/>
                  <a:pt x="700" y="1994"/>
                  <a:pt x="702" y="1993"/>
                </a:cubicBezTo>
                <a:cubicBezTo>
                  <a:pt x="709" y="1979"/>
                  <a:pt x="711" y="1976"/>
                  <a:pt x="716" y="1974"/>
                </a:cubicBezTo>
                <a:cubicBezTo>
                  <a:pt x="740" y="1928"/>
                  <a:pt x="740" y="1923"/>
                  <a:pt x="745" y="1922"/>
                </a:cubicBezTo>
                <a:cubicBezTo>
                  <a:pt x="764" y="1882"/>
                  <a:pt x="767" y="1874"/>
                  <a:pt x="769" y="1866"/>
                </a:cubicBezTo>
                <a:cubicBezTo>
                  <a:pt x="779" y="1830"/>
                  <a:pt x="778" y="1830"/>
                  <a:pt x="779" y="1821"/>
                </a:cubicBezTo>
                <a:cubicBezTo>
                  <a:pt x="780" y="1813"/>
                  <a:pt x="775" y="1822"/>
                  <a:pt x="774" y="1835"/>
                </a:cubicBezTo>
                <a:cubicBezTo>
                  <a:pt x="762" y="1874"/>
                  <a:pt x="757" y="1877"/>
                  <a:pt x="755" y="1882"/>
                </a:cubicBezTo>
                <a:cubicBezTo>
                  <a:pt x="728" y="1935"/>
                  <a:pt x="723" y="1944"/>
                  <a:pt x="716" y="1952"/>
                </a:cubicBezTo>
                <a:cubicBezTo>
                  <a:pt x="707" y="1972"/>
                  <a:pt x="699" y="1973"/>
                  <a:pt x="699" y="1980"/>
                </a:cubicBezTo>
                <a:cubicBezTo>
                  <a:pt x="656" y="2040"/>
                  <a:pt x="650" y="2048"/>
                  <a:pt x="643" y="2056"/>
                </a:cubicBezTo>
                <a:cubicBezTo>
                  <a:pt x="618" y="2091"/>
                  <a:pt x="620" y="2096"/>
                  <a:pt x="617" y="2097"/>
                </a:cubicBezTo>
                <a:cubicBezTo>
                  <a:pt x="596" y="2127"/>
                  <a:pt x="594" y="2132"/>
                  <a:pt x="592" y="2138"/>
                </a:cubicBezTo>
                <a:cubicBezTo>
                  <a:pt x="581" y="2154"/>
                  <a:pt x="577" y="2156"/>
                  <a:pt x="576" y="2160"/>
                </a:cubicBezTo>
                <a:cubicBezTo>
                  <a:pt x="593" y="2151"/>
                  <a:pt x="595" y="2149"/>
                  <a:pt x="597" y="2147"/>
                </a:cubicBezTo>
                <a:close/>
                <a:moveTo>
                  <a:pt x="527" y="2119"/>
                </a:moveTo>
                <a:cubicBezTo>
                  <a:pt x="538" y="2111"/>
                  <a:pt x="537" y="2093"/>
                  <a:pt x="549" y="2087"/>
                </a:cubicBezTo>
                <a:cubicBezTo>
                  <a:pt x="562" y="2065"/>
                  <a:pt x="564" y="2058"/>
                  <a:pt x="570" y="2054"/>
                </a:cubicBezTo>
                <a:cubicBezTo>
                  <a:pt x="604" y="2015"/>
                  <a:pt x="605" y="2012"/>
                  <a:pt x="607" y="2008"/>
                </a:cubicBezTo>
                <a:cubicBezTo>
                  <a:pt x="621" y="1986"/>
                  <a:pt x="628" y="1985"/>
                  <a:pt x="629" y="1978"/>
                </a:cubicBezTo>
                <a:cubicBezTo>
                  <a:pt x="654" y="1948"/>
                  <a:pt x="657" y="1943"/>
                  <a:pt x="661" y="1939"/>
                </a:cubicBezTo>
                <a:cubicBezTo>
                  <a:pt x="683" y="1906"/>
                  <a:pt x="689" y="1903"/>
                  <a:pt x="693" y="1899"/>
                </a:cubicBezTo>
                <a:cubicBezTo>
                  <a:pt x="715" y="1866"/>
                  <a:pt x="713" y="1857"/>
                  <a:pt x="720" y="1856"/>
                </a:cubicBezTo>
                <a:cubicBezTo>
                  <a:pt x="738" y="1819"/>
                  <a:pt x="740" y="1813"/>
                  <a:pt x="743" y="1808"/>
                </a:cubicBezTo>
                <a:cubicBezTo>
                  <a:pt x="755" y="1770"/>
                  <a:pt x="760" y="1770"/>
                  <a:pt x="758" y="1764"/>
                </a:cubicBezTo>
                <a:cubicBezTo>
                  <a:pt x="748" y="1776"/>
                  <a:pt x="751" y="1782"/>
                  <a:pt x="748" y="1784"/>
                </a:cubicBezTo>
                <a:cubicBezTo>
                  <a:pt x="719" y="1836"/>
                  <a:pt x="716" y="1850"/>
                  <a:pt x="708" y="1859"/>
                </a:cubicBezTo>
                <a:cubicBezTo>
                  <a:pt x="681" y="1895"/>
                  <a:pt x="679" y="1902"/>
                  <a:pt x="676" y="1907"/>
                </a:cubicBezTo>
                <a:cubicBezTo>
                  <a:pt x="632" y="1957"/>
                  <a:pt x="630" y="1965"/>
                  <a:pt x="626" y="1970"/>
                </a:cubicBezTo>
                <a:cubicBezTo>
                  <a:pt x="604" y="1994"/>
                  <a:pt x="607" y="2001"/>
                  <a:pt x="599" y="2000"/>
                </a:cubicBezTo>
                <a:cubicBezTo>
                  <a:pt x="579" y="2025"/>
                  <a:pt x="577" y="2028"/>
                  <a:pt x="575" y="2030"/>
                </a:cubicBezTo>
                <a:cubicBezTo>
                  <a:pt x="541" y="2084"/>
                  <a:pt x="535" y="2083"/>
                  <a:pt x="536" y="2087"/>
                </a:cubicBezTo>
                <a:cubicBezTo>
                  <a:pt x="519" y="2123"/>
                  <a:pt x="515" y="2128"/>
                  <a:pt x="513" y="2135"/>
                </a:cubicBezTo>
                <a:cubicBezTo>
                  <a:pt x="505" y="2148"/>
                  <a:pt x="504" y="2152"/>
                  <a:pt x="503" y="2149"/>
                </a:cubicBezTo>
                <a:cubicBezTo>
                  <a:pt x="523" y="2073"/>
                  <a:pt x="531" y="2066"/>
                  <a:pt x="536" y="2057"/>
                </a:cubicBezTo>
                <a:cubicBezTo>
                  <a:pt x="557" y="2023"/>
                  <a:pt x="558" y="2021"/>
                  <a:pt x="559" y="2018"/>
                </a:cubicBezTo>
                <a:cubicBezTo>
                  <a:pt x="576" y="1990"/>
                  <a:pt x="580" y="1991"/>
                  <a:pt x="581" y="1990"/>
                </a:cubicBezTo>
                <a:cubicBezTo>
                  <a:pt x="594" y="1973"/>
                  <a:pt x="598" y="1963"/>
                  <a:pt x="607" y="1958"/>
                </a:cubicBezTo>
                <a:cubicBezTo>
                  <a:pt x="639" y="1919"/>
                  <a:pt x="644" y="1916"/>
                  <a:pt x="646" y="1911"/>
                </a:cubicBezTo>
                <a:cubicBezTo>
                  <a:pt x="671" y="1879"/>
                  <a:pt x="677" y="1871"/>
                  <a:pt x="684" y="1863"/>
                </a:cubicBezTo>
                <a:cubicBezTo>
                  <a:pt x="710" y="1821"/>
                  <a:pt x="711" y="1819"/>
                  <a:pt x="711" y="1815"/>
                </a:cubicBezTo>
                <a:cubicBezTo>
                  <a:pt x="721" y="1793"/>
                  <a:pt x="726" y="1787"/>
                  <a:pt x="728" y="1779"/>
                </a:cubicBezTo>
                <a:cubicBezTo>
                  <a:pt x="737" y="1759"/>
                  <a:pt x="740" y="1755"/>
                  <a:pt x="739" y="1748"/>
                </a:cubicBezTo>
                <a:cubicBezTo>
                  <a:pt x="749" y="1711"/>
                  <a:pt x="758" y="1704"/>
                  <a:pt x="751" y="1701"/>
                </a:cubicBezTo>
                <a:cubicBezTo>
                  <a:pt x="741" y="1737"/>
                  <a:pt x="739" y="1741"/>
                  <a:pt x="737" y="1743"/>
                </a:cubicBezTo>
                <a:cubicBezTo>
                  <a:pt x="723" y="1777"/>
                  <a:pt x="722" y="1781"/>
                  <a:pt x="720" y="1784"/>
                </a:cubicBezTo>
                <a:cubicBezTo>
                  <a:pt x="699" y="1812"/>
                  <a:pt x="704" y="1820"/>
                  <a:pt x="701" y="1822"/>
                </a:cubicBezTo>
                <a:cubicBezTo>
                  <a:pt x="683" y="1840"/>
                  <a:pt x="688" y="1849"/>
                  <a:pt x="681" y="1848"/>
                </a:cubicBezTo>
                <a:cubicBezTo>
                  <a:pt x="648" y="1893"/>
                  <a:pt x="646" y="1895"/>
                  <a:pt x="645" y="1898"/>
                </a:cubicBezTo>
                <a:cubicBezTo>
                  <a:pt x="620" y="1924"/>
                  <a:pt x="623" y="1930"/>
                  <a:pt x="619" y="1931"/>
                </a:cubicBezTo>
                <a:cubicBezTo>
                  <a:pt x="602" y="1950"/>
                  <a:pt x="597" y="1950"/>
                  <a:pt x="596" y="1954"/>
                </a:cubicBezTo>
                <a:cubicBezTo>
                  <a:pt x="576" y="1984"/>
                  <a:pt x="571" y="1984"/>
                  <a:pt x="568" y="1987"/>
                </a:cubicBezTo>
                <a:cubicBezTo>
                  <a:pt x="551" y="2020"/>
                  <a:pt x="544" y="2020"/>
                  <a:pt x="542" y="2024"/>
                </a:cubicBezTo>
                <a:cubicBezTo>
                  <a:pt x="532" y="2053"/>
                  <a:pt x="525" y="2052"/>
                  <a:pt x="525" y="2058"/>
                </a:cubicBezTo>
                <a:cubicBezTo>
                  <a:pt x="510" y="2092"/>
                  <a:pt x="506" y="2097"/>
                  <a:pt x="504" y="2103"/>
                </a:cubicBezTo>
                <a:cubicBezTo>
                  <a:pt x="494" y="2126"/>
                  <a:pt x="492" y="2119"/>
                  <a:pt x="495" y="2106"/>
                </a:cubicBezTo>
                <a:cubicBezTo>
                  <a:pt x="521" y="2035"/>
                  <a:pt x="521" y="2029"/>
                  <a:pt x="522" y="2023"/>
                </a:cubicBezTo>
                <a:cubicBezTo>
                  <a:pt x="542" y="1984"/>
                  <a:pt x="551" y="1988"/>
                  <a:pt x="548" y="1980"/>
                </a:cubicBezTo>
                <a:cubicBezTo>
                  <a:pt x="561" y="1958"/>
                  <a:pt x="565" y="1956"/>
                  <a:pt x="568" y="1954"/>
                </a:cubicBezTo>
                <a:cubicBezTo>
                  <a:pt x="588" y="1927"/>
                  <a:pt x="588" y="1924"/>
                  <a:pt x="590" y="1924"/>
                </a:cubicBezTo>
                <a:cubicBezTo>
                  <a:pt x="605" y="1911"/>
                  <a:pt x="601" y="1902"/>
                  <a:pt x="608" y="1903"/>
                </a:cubicBezTo>
                <a:cubicBezTo>
                  <a:pt x="626" y="1880"/>
                  <a:pt x="629" y="1872"/>
                  <a:pt x="634" y="1866"/>
                </a:cubicBezTo>
                <a:cubicBezTo>
                  <a:pt x="650" y="1842"/>
                  <a:pt x="654" y="1836"/>
                  <a:pt x="657" y="1830"/>
                </a:cubicBezTo>
                <a:cubicBezTo>
                  <a:pt x="680" y="1801"/>
                  <a:pt x="677" y="1794"/>
                  <a:pt x="681" y="1793"/>
                </a:cubicBezTo>
                <a:cubicBezTo>
                  <a:pt x="694" y="1771"/>
                  <a:pt x="693" y="1766"/>
                  <a:pt x="694" y="1762"/>
                </a:cubicBezTo>
                <a:cubicBezTo>
                  <a:pt x="707" y="1740"/>
                  <a:pt x="703" y="1731"/>
                  <a:pt x="707" y="1730"/>
                </a:cubicBezTo>
                <a:cubicBezTo>
                  <a:pt x="706" y="1726"/>
                  <a:pt x="697" y="1741"/>
                  <a:pt x="692" y="1760"/>
                </a:cubicBezTo>
                <a:cubicBezTo>
                  <a:pt x="678" y="1785"/>
                  <a:pt x="677" y="1787"/>
                  <a:pt x="676" y="1789"/>
                </a:cubicBezTo>
                <a:cubicBezTo>
                  <a:pt x="658" y="1813"/>
                  <a:pt x="654" y="1821"/>
                  <a:pt x="651" y="1830"/>
                </a:cubicBezTo>
                <a:cubicBezTo>
                  <a:pt x="598" y="1896"/>
                  <a:pt x="599" y="1902"/>
                  <a:pt x="595" y="1904"/>
                </a:cubicBezTo>
                <a:cubicBezTo>
                  <a:pt x="576" y="1926"/>
                  <a:pt x="576" y="1928"/>
                  <a:pt x="575" y="1930"/>
                </a:cubicBezTo>
                <a:cubicBezTo>
                  <a:pt x="534" y="1988"/>
                  <a:pt x="529" y="1994"/>
                  <a:pt x="525" y="2003"/>
                </a:cubicBezTo>
                <a:cubicBezTo>
                  <a:pt x="505" y="2043"/>
                  <a:pt x="504" y="2047"/>
                  <a:pt x="500" y="2051"/>
                </a:cubicBezTo>
                <a:cubicBezTo>
                  <a:pt x="491" y="2091"/>
                  <a:pt x="484" y="2096"/>
                  <a:pt x="485" y="2109"/>
                </a:cubicBezTo>
                <a:cubicBezTo>
                  <a:pt x="473" y="2124"/>
                  <a:pt x="472" y="2121"/>
                  <a:pt x="475" y="2120"/>
                </a:cubicBezTo>
                <a:cubicBezTo>
                  <a:pt x="477" y="2079"/>
                  <a:pt x="483" y="2074"/>
                  <a:pt x="484" y="2065"/>
                </a:cubicBezTo>
                <a:cubicBezTo>
                  <a:pt x="500" y="2022"/>
                  <a:pt x="497" y="2015"/>
                  <a:pt x="500" y="2014"/>
                </a:cubicBezTo>
                <a:cubicBezTo>
                  <a:pt x="524" y="1961"/>
                  <a:pt x="529" y="1957"/>
                  <a:pt x="528" y="1948"/>
                </a:cubicBezTo>
                <a:cubicBezTo>
                  <a:pt x="549" y="1923"/>
                  <a:pt x="542" y="1913"/>
                  <a:pt x="550" y="1916"/>
                </a:cubicBezTo>
                <a:cubicBezTo>
                  <a:pt x="566" y="1887"/>
                  <a:pt x="568" y="1885"/>
                  <a:pt x="569" y="1882"/>
                </a:cubicBezTo>
                <a:cubicBezTo>
                  <a:pt x="586" y="1853"/>
                  <a:pt x="587" y="1849"/>
                  <a:pt x="593" y="1850"/>
                </a:cubicBezTo>
                <a:cubicBezTo>
                  <a:pt x="633" y="1789"/>
                  <a:pt x="642" y="1779"/>
                  <a:pt x="649" y="1767"/>
                </a:cubicBezTo>
                <a:cubicBezTo>
                  <a:pt x="673" y="1728"/>
                  <a:pt x="682" y="1727"/>
                  <a:pt x="682" y="1719"/>
                </a:cubicBezTo>
                <a:cubicBezTo>
                  <a:pt x="703" y="1677"/>
                  <a:pt x="709" y="1673"/>
                  <a:pt x="709" y="1664"/>
                </a:cubicBezTo>
                <a:cubicBezTo>
                  <a:pt x="719" y="1643"/>
                  <a:pt x="716" y="1636"/>
                  <a:pt x="720" y="1635"/>
                </a:cubicBezTo>
                <a:cubicBezTo>
                  <a:pt x="713" y="1646"/>
                  <a:pt x="708" y="1649"/>
                  <a:pt x="709" y="1658"/>
                </a:cubicBezTo>
                <a:cubicBezTo>
                  <a:pt x="687" y="1698"/>
                  <a:pt x="683" y="1709"/>
                  <a:pt x="676" y="1717"/>
                </a:cubicBezTo>
                <a:cubicBezTo>
                  <a:pt x="652" y="1756"/>
                  <a:pt x="643" y="1762"/>
                  <a:pt x="638" y="1772"/>
                </a:cubicBezTo>
                <a:cubicBezTo>
                  <a:pt x="611" y="1808"/>
                  <a:pt x="605" y="1817"/>
                  <a:pt x="598" y="1825"/>
                </a:cubicBezTo>
                <a:cubicBezTo>
                  <a:pt x="570" y="1869"/>
                  <a:pt x="568" y="1871"/>
                  <a:pt x="564" y="1871"/>
                </a:cubicBezTo>
                <a:cubicBezTo>
                  <a:pt x="535" y="1917"/>
                  <a:pt x="533" y="1930"/>
                  <a:pt x="525" y="1937"/>
                </a:cubicBezTo>
                <a:cubicBezTo>
                  <a:pt x="502" y="1990"/>
                  <a:pt x="498" y="1994"/>
                  <a:pt x="494" y="1999"/>
                </a:cubicBezTo>
                <a:cubicBezTo>
                  <a:pt x="487" y="2028"/>
                  <a:pt x="482" y="2028"/>
                  <a:pt x="484" y="2034"/>
                </a:cubicBezTo>
                <a:cubicBezTo>
                  <a:pt x="469" y="2074"/>
                  <a:pt x="471" y="2083"/>
                  <a:pt x="468" y="2088"/>
                </a:cubicBezTo>
                <a:cubicBezTo>
                  <a:pt x="459" y="2089"/>
                  <a:pt x="460" y="2087"/>
                  <a:pt x="461" y="2086"/>
                </a:cubicBezTo>
                <a:cubicBezTo>
                  <a:pt x="469" y="2046"/>
                  <a:pt x="469" y="2035"/>
                  <a:pt x="470" y="2024"/>
                </a:cubicBezTo>
                <a:cubicBezTo>
                  <a:pt x="493" y="1973"/>
                  <a:pt x="496" y="1965"/>
                  <a:pt x="500" y="1959"/>
                </a:cubicBezTo>
                <a:cubicBezTo>
                  <a:pt x="538" y="1889"/>
                  <a:pt x="543" y="1883"/>
                  <a:pt x="547" y="1877"/>
                </a:cubicBezTo>
                <a:cubicBezTo>
                  <a:pt x="578" y="1836"/>
                  <a:pt x="584" y="1829"/>
                  <a:pt x="589" y="1821"/>
                </a:cubicBezTo>
                <a:cubicBezTo>
                  <a:pt x="607" y="1794"/>
                  <a:pt x="612" y="1792"/>
                  <a:pt x="615" y="1789"/>
                </a:cubicBezTo>
                <a:cubicBezTo>
                  <a:pt x="633" y="1760"/>
                  <a:pt x="634" y="1755"/>
                  <a:pt x="639" y="1752"/>
                </a:cubicBezTo>
                <a:cubicBezTo>
                  <a:pt x="679" y="1687"/>
                  <a:pt x="686" y="1688"/>
                  <a:pt x="684" y="1679"/>
                </a:cubicBezTo>
                <a:cubicBezTo>
                  <a:pt x="684" y="1668"/>
                  <a:pt x="684" y="1676"/>
                  <a:pt x="680" y="1680"/>
                </a:cubicBezTo>
                <a:cubicBezTo>
                  <a:pt x="637" y="1744"/>
                  <a:pt x="628" y="1750"/>
                  <a:pt x="624" y="1762"/>
                </a:cubicBezTo>
                <a:cubicBezTo>
                  <a:pt x="611" y="1778"/>
                  <a:pt x="610" y="1785"/>
                  <a:pt x="604" y="1788"/>
                </a:cubicBezTo>
                <a:cubicBezTo>
                  <a:pt x="583" y="1819"/>
                  <a:pt x="577" y="1821"/>
                  <a:pt x="576" y="1827"/>
                </a:cubicBezTo>
                <a:cubicBezTo>
                  <a:pt x="555" y="1861"/>
                  <a:pt x="545" y="1860"/>
                  <a:pt x="546" y="1868"/>
                </a:cubicBezTo>
                <a:cubicBezTo>
                  <a:pt x="519" y="1903"/>
                  <a:pt x="516" y="1912"/>
                  <a:pt x="508" y="1917"/>
                </a:cubicBezTo>
                <a:cubicBezTo>
                  <a:pt x="499" y="1947"/>
                  <a:pt x="488" y="1948"/>
                  <a:pt x="490" y="1960"/>
                </a:cubicBezTo>
                <a:cubicBezTo>
                  <a:pt x="476" y="1985"/>
                  <a:pt x="473" y="1985"/>
                  <a:pt x="474" y="1989"/>
                </a:cubicBezTo>
                <a:cubicBezTo>
                  <a:pt x="461" y="2021"/>
                  <a:pt x="461" y="2026"/>
                  <a:pt x="462" y="2031"/>
                </a:cubicBezTo>
                <a:cubicBezTo>
                  <a:pt x="445" y="2054"/>
                  <a:pt x="454" y="2048"/>
                  <a:pt x="450" y="2043"/>
                </a:cubicBezTo>
                <a:cubicBezTo>
                  <a:pt x="467" y="1957"/>
                  <a:pt x="468" y="1948"/>
                  <a:pt x="471" y="1939"/>
                </a:cubicBezTo>
                <a:cubicBezTo>
                  <a:pt x="485" y="1912"/>
                  <a:pt x="483" y="1904"/>
                  <a:pt x="485" y="1901"/>
                </a:cubicBezTo>
                <a:cubicBezTo>
                  <a:pt x="500" y="1872"/>
                  <a:pt x="501" y="1868"/>
                  <a:pt x="505" y="1865"/>
                </a:cubicBezTo>
                <a:cubicBezTo>
                  <a:pt x="521" y="1833"/>
                  <a:pt x="523" y="1832"/>
                  <a:pt x="524" y="1830"/>
                </a:cubicBezTo>
                <a:cubicBezTo>
                  <a:pt x="533" y="1814"/>
                  <a:pt x="536" y="1812"/>
                  <a:pt x="538" y="1808"/>
                </a:cubicBezTo>
                <a:cubicBezTo>
                  <a:pt x="569" y="1770"/>
                  <a:pt x="574" y="1764"/>
                  <a:pt x="580" y="1759"/>
                </a:cubicBezTo>
                <a:cubicBezTo>
                  <a:pt x="610" y="1726"/>
                  <a:pt x="622" y="1714"/>
                  <a:pt x="635" y="1702"/>
                </a:cubicBezTo>
                <a:cubicBezTo>
                  <a:pt x="667" y="1672"/>
                  <a:pt x="666" y="1666"/>
                  <a:pt x="672" y="1665"/>
                </a:cubicBezTo>
                <a:cubicBezTo>
                  <a:pt x="690" y="1640"/>
                  <a:pt x="693" y="1637"/>
                  <a:pt x="694" y="1633"/>
                </a:cubicBezTo>
                <a:cubicBezTo>
                  <a:pt x="695" y="1626"/>
                  <a:pt x="692" y="1630"/>
                  <a:pt x="687" y="1633"/>
                </a:cubicBezTo>
                <a:cubicBezTo>
                  <a:pt x="675" y="1652"/>
                  <a:pt x="672" y="1656"/>
                  <a:pt x="667" y="1659"/>
                </a:cubicBezTo>
                <a:cubicBezTo>
                  <a:pt x="626" y="1703"/>
                  <a:pt x="616" y="1710"/>
                  <a:pt x="608" y="1717"/>
                </a:cubicBezTo>
                <a:cubicBezTo>
                  <a:pt x="558" y="1774"/>
                  <a:pt x="548" y="1780"/>
                  <a:pt x="543" y="1790"/>
                </a:cubicBezTo>
                <a:cubicBezTo>
                  <a:pt x="527" y="1806"/>
                  <a:pt x="528" y="1814"/>
                  <a:pt x="521" y="1815"/>
                </a:cubicBezTo>
                <a:cubicBezTo>
                  <a:pt x="490" y="1870"/>
                  <a:pt x="490" y="1881"/>
                  <a:pt x="482" y="1886"/>
                </a:cubicBezTo>
                <a:cubicBezTo>
                  <a:pt x="465" y="1932"/>
                  <a:pt x="457" y="1948"/>
                  <a:pt x="453" y="1969"/>
                </a:cubicBezTo>
                <a:cubicBezTo>
                  <a:pt x="445" y="2003"/>
                  <a:pt x="442" y="2006"/>
                  <a:pt x="443" y="2013"/>
                </a:cubicBezTo>
                <a:cubicBezTo>
                  <a:pt x="442" y="1979"/>
                  <a:pt x="442" y="1977"/>
                  <a:pt x="444" y="1969"/>
                </a:cubicBezTo>
                <a:cubicBezTo>
                  <a:pt x="457" y="1930"/>
                  <a:pt x="460" y="1925"/>
                  <a:pt x="460" y="1918"/>
                </a:cubicBezTo>
                <a:cubicBezTo>
                  <a:pt x="468" y="1898"/>
                  <a:pt x="469" y="1895"/>
                  <a:pt x="472" y="1893"/>
                </a:cubicBezTo>
                <a:cubicBezTo>
                  <a:pt x="482" y="1864"/>
                  <a:pt x="486" y="1864"/>
                  <a:pt x="487" y="1861"/>
                </a:cubicBezTo>
                <a:cubicBezTo>
                  <a:pt x="513" y="1822"/>
                  <a:pt x="515" y="1819"/>
                  <a:pt x="514" y="1816"/>
                </a:cubicBezTo>
                <a:cubicBezTo>
                  <a:pt x="538" y="1785"/>
                  <a:pt x="543" y="1775"/>
                  <a:pt x="550" y="1765"/>
                </a:cubicBezTo>
                <a:cubicBezTo>
                  <a:pt x="563" y="1754"/>
                  <a:pt x="564" y="1748"/>
                  <a:pt x="569" y="1746"/>
                </a:cubicBezTo>
                <a:cubicBezTo>
                  <a:pt x="626" y="1679"/>
                  <a:pt x="635" y="1675"/>
                  <a:pt x="639" y="1667"/>
                </a:cubicBezTo>
                <a:cubicBezTo>
                  <a:pt x="652" y="1656"/>
                  <a:pt x="653" y="1650"/>
                  <a:pt x="658" y="1648"/>
                </a:cubicBezTo>
                <a:cubicBezTo>
                  <a:pt x="685" y="1613"/>
                  <a:pt x="690" y="1611"/>
                  <a:pt x="690" y="1605"/>
                </a:cubicBezTo>
                <a:cubicBezTo>
                  <a:pt x="666" y="1629"/>
                  <a:pt x="663" y="1633"/>
                  <a:pt x="661" y="1637"/>
                </a:cubicBezTo>
                <a:cubicBezTo>
                  <a:pt x="645" y="1655"/>
                  <a:pt x="642" y="1656"/>
                  <a:pt x="641" y="1658"/>
                </a:cubicBezTo>
                <a:cubicBezTo>
                  <a:pt x="623" y="1675"/>
                  <a:pt x="621" y="1677"/>
                  <a:pt x="621" y="1679"/>
                </a:cubicBezTo>
                <a:cubicBezTo>
                  <a:pt x="555" y="1747"/>
                  <a:pt x="542" y="1762"/>
                  <a:pt x="529" y="1778"/>
                </a:cubicBezTo>
                <a:cubicBezTo>
                  <a:pt x="480" y="1857"/>
                  <a:pt x="477" y="1861"/>
                  <a:pt x="474" y="1865"/>
                </a:cubicBezTo>
                <a:cubicBezTo>
                  <a:pt x="457" y="1892"/>
                  <a:pt x="460" y="1898"/>
                  <a:pt x="457" y="1899"/>
                </a:cubicBezTo>
                <a:cubicBezTo>
                  <a:pt x="448" y="1926"/>
                  <a:pt x="447" y="1932"/>
                  <a:pt x="444" y="1937"/>
                </a:cubicBezTo>
                <a:cubicBezTo>
                  <a:pt x="430" y="1990"/>
                  <a:pt x="434" y="2000"/>
                  <a:pt x="427" y="2001"/>
                </a:cubicBezTo>
                <a:cubicBezTo>
                  <a:pt x="428" y="1976"/>
                  <a:pt x="425" y="1969"/>
                  <a:pt x="429" y="1968"/>
                </a:cubicBezTo>
                <a:cubicBezTo>
                  <a:pt x="454" y="1873"/>
                  <a:pt x="457" y="1867"/>
                  <a:pt x="458" y="1859"/>
                </a:cubicBezTo>
                <a:cubicBezTo>
                  <a:pt x="503" y="1788"/>
                  <a:pt x="500" y="1781"/>
                  <a:pt x="503" y="1779"/>
                </a:cubicBezTo>
                <a:cubicBezTo>
                  <a:pt x="526" y="1748"/>
                  <a:pt x="531" y="1743"/>
                  <a:pt x="535" y="1738"/>
                </a:cubicBezTo>
                <a:cubicBezTo>
                  <a:pt x="560" y="1712"/>
                  <a:pt x="572" y="1703"/>
                  <a:pt x="580" y="1691"/>
                </a:cubicBezTo>
                <a:cubicBezTo>
                  <a:pt x="620" y="1659"/>
                  <a:pt x="620" y="1650"/>
                  <a:pt x="629" y="1648"/>
                </a:cubicBezTo>
                <a:cubicBezTo>
                  <a:pt x="643" y="1640"/>
                  <a:pt x="632" y="1634"/>
                  <a:pt x="633" y="1639"/>
                </a:cubicBezTo>
                <a:cubicBezTo>
                  <a:pt x="606" y="1659"/>
                  <a:pt x="608" y="1664"/>
                  <a:pt x="602" y="1663"/>
                </a:cubicBezTo>
                <a:cubicBezTo>
                  <a:pt x="571" y="1694"/>
                  <a:pt x="560" y="1701"/>
                  <a:pt x="553" y="1713"/>
                </a:cubicBezTo>
                <a:cubicBezTo>
                  <a:pt x="520" y="1748"/>
                  <a:pt x="511" y="1751"/>
                  <a:pt x="511" y="1761"/>
                </a:cubicBezTo>
                <a:cubicBezTo>
                  <a:pt x="490" y="1789"/>
                  <a:pt x="484" y="1795"/>
                  <a:pt x="481" y="1803"/>
                </a:cubicBezTo>
                <a:cubicBezTo>
                  <a:pt x="463" y="1829"/>
                  <a:pt x="463" y="1836"/>
                  <a:pt x="462" y="1841"/>
                </a:cubicBezTo>
                <a:cubicBezTo>
                  <a:pt x="437" y="1903"/>
                  <a:pt x="428" y="1911"/>
                  <a:pt x="428" y="1927"/>
                </a:cubicBezTo>
                <a:cubicBezTo>
                  <a:pt x="420" y="1948"/>
                  <a:pt x="418" y="1950"/>
                  <a:pt x="417" y="1954"/>
                </a:cubicBezTo>
                <a:cubicBezTo>
                  <a:pt x="420" y="1914"/>
                  <a:pt x="417" y="1907"/>
                  <a:pt x="420" y="1905"/>
                </a:cubicBezTo>
                <a:cubicBezTo>
                  <a:pt x="435" y="1847"/>
                  <a:pt x="437" y="1844"/>
                  <a:pt x="437" y="1841"/>
                </a:cubicBezTo>
                <a:cubicBezTo>
                  <a:pt x="456" y="1795"/>
                  <a:pt x="464" y="1784"/>
                  <a:pt x="470" y="1771"/>
                </a:cubicBezTo>
                <a:cubicBezTo>
                  <a:pt x="506" y="1721"/>
                  <a:pt x="509" y="1717"/>
                  <a:pt x="512" y="1713"/>
                </a:cubicBezTo>
                <a:cubicBezTo>
                  <a:pt x="521" y="1701"/>
                  <a:pt x="525" y="1702"/>
                  <a:pt x="526" y="1701"/>
                </a:cubicBezTo>
                <a:cubicBezTo>
                  <a:pt x="544" y="1677"/>
                  <a:pt x="559" y="1664"/>
                  <a:pt x="570" y="1648"/>
                </a:cubicBezTo>
                <a:cubicBezTo>
                  <a:pt x="607" y="1598"/>
                  <a:pt x="604" y="1589"/>
                  <a:pt x="610" y="1588"/>
                </a:cubicBezTo>
                <a:cubicBezTo>
                  <a:pt x="621" y="1556"/>
                  <a:pt x="624" y="1555"/>
                  <a:pt x="622" y="1550"/>
                </a:cubicBezTo>
                <a:cubicBezTo>
                  <a:pt x="610" y="1569"/>
                  <a:pt x="610" y="1577"/>
                  <a:pt x="605" y="1582"/>
                </a:cubicBezTo>
                <a:cubicBezTo>
                  <a:pt x="557" y="1650"/>
                  <a:pt x="554" y="1661"/>
                  <a:pt x="543" y="1665"/>
                </a:cubicBezTo>
                <a:cubicBezTo>
                  <a:pt x="512" y="1703"/>
                  <a:pt x="509" y="1704"/>
                  <a:pt x="509" y="1707"/>
                </a:cubicBezTo>
                <a:cubicBezTo>
                  <a:pt x="478" y="1744"/>
                  <a:pt x="469" y="1750"/>
                  <a:pt x="467" y="1762"/>
                </a:cubicBezTo>
                <a:cubicBezTo>
                  <a:pt x="443" y="1797"/>
                  <a:pt x="439" y="1807"/>
                  <a:pt x="438" y="1821"/>
                </a:cubicBezTo>
                <a:cubicBezTo>
                  <a:pt x="429" y="1846"/>
                  <a:pt x="423" y="1846"/>
                  <a:pt x="423" y="1851"/>
                </a:cubicBezTo>
                <a:cubicBezTo>
                  <a:pt x="408" y="1895"/>
                  <a:pt x="412" y="1908"/>
                  <a:pt x="405" y="1913"/>
                </a:cubicBezTo>
                <a:cubicBezTo>
                  <a:pt x="407" y="1876"/>
                  <a:pt x="415" y="1878"/>
                  <a:pt x="413" y="1871"/>
                </a:cubicBezTo>
                <a:cubicBezTo>
                  <a:pt x="418" y="1857"/>
                  <a:pt x="415" y="1850"/>
                  <a:pt x="418" y="1847"/>
                </a:cubicBezTo>
                <a:cubicBezTo>
                  <a:pt x="437" y="1792"/>
                  <a:pt x="440" y="1790"/>
                  <a:pt x="440" y="1788"/>
                </a:cubicBezTo>
                <a:cubicBezTo>
                  <a:pt x="448" y="1768"/>
                  <a:pt x="451" y="1760"/>
                  <a:pt x="455" y="1752"/>
                </a:cubicBezTo>
                <a:cubicBezTo>
                  <a:pt x="476" y="1717"/>
                  <a:pt x="475" y="1712"/>
                  <a:pt x="478" y="1709"/>
                </a:cubicBezTo>
                <a:cubicBezTo>
                  <a:pt x="495" y="1687"/>
                  <a:pt x="495" y="1681"/>
                  <a:pt x="498" y="1679"/>
                </a:cubicBezTo>
                <a:cubicBezTo>
                  <a:pt x="521" y="1647"/>
                  <a:pt x="524" y="1644"/>
                  <a:pt x="526" y="1640"/>
                </a:cubicBezTo>
                <a:cubicBezTo>
                  <a:pt x="551" y="1609"/>
                  <a:pt x="550" y="1603"/>
                  <a:pt x="554" y="1601"/>
                </a:cubicBezTo>
                <a:cubicBezTo>
                  <a:pt x="570" y="1563"/>
                  <a:pt x="576" y="1562"/>
                  <a:pt x="575" y="1556"/>
                </a:cubicBezTo>
                <a:cubicBezTo>
                  <a:pt x="581" y="1513"/>
                  <a:pt x="584" y="1508"/>
                  <a:pt x="584" y="1500"/>
                </a:cubicBezTo>
                <a:cubicBezTo>
                  <a:pt x="573" y="1529"/>
                  <a:pt x="577" y="1544"/>
                  <a:pt x="570" y="1550"/>
                </a:cubicBezTo>
                <a:cubicBezTo>
                  <a:pt x="548" y="1600"/>
                  <a:pt x="544" y="1602"/>
                  <a:pt x="541" y="1604"/>
                </a:cubicBezTo>
                <a:cubicBezTo>
                  <a:pt x="510" y="1653"/>
                  <a:pt x="506" y="1655"/>
                  <a:pt x="503" y="1657"/>
                </a:cubicBezTo>
                <a:cubicBezTo>
                  <a:pt x="481" y="1690"/>
                  <a:pt x="477" y="1696"/>
                  <a:pt x="474" y="1703"/>
                </a:cubicBezTo>
                <a:cubicBezTo>
                  <a:pt x="464" y="1717"/>
                  <a:pt x="463" y="1720"/>
                  <a:pt x="462" y="1717"/>
                </a:cubicBezTo>
                <a:cubicBezTo>
                  <a:pt x="474" y="1695"/>
                  <a:pt x="475" y="1693"/>
                  <a:pt x="475" y="1690"/>
                </a:cubicBezTo>
                <a:cubicBezTo>
                  <a:pt x="494" y="1659"/>
                  <a:pt x="495" y="1654"/>
                  <a:pt x="496" y="1649"/>
                </a:cubicBezTo>
                <a:cubicBezTo>
                  <a:pt x="525" y="1599"/>
                  <a:pt x="529" y="1590"/>
                  <a:pt x="533" y="1581"/>
                </a:cubicBezTo>
                <a:cubicBezTo>
                  <a:pt x="553" y="1505"/>
                  <a:pt x="553" y="1491"/>
                  <a:pt x="554" y="1479"/>
                </a:cubicBezTo>
                <a:cubicBezTo>
                  <a:pt x="544" y="1432"/>
                  <a:pt x="549" y="1437"/>
                  <a:pt x="547" y="1446"/>
                </a:cubicBezTo>
                <a:cubicBezTo>
                  <a:pt x="542" y="1527"/>
                  <a:pt x="542" y="1535"/>
                  <a:pt x="541" y="1543"/>
                </a:cubicBezTo>
                <a:cubicBezTo>
                  <a:pt x="526" y="1573"/>
                  <a:pt x="529" y="1580"/>
                  <a:pt x="524" y="1581"/>
                </a:cubicBezTo>
                <a:cubicBezTo>
                  <a:pt x="508" y="1611"/>
                  <a:pt x="503" y="1625"/>
                  <a:pt x="495" y="1636"/>
                </a:cubicBezTo>
                <a:cubicBezTo>
                  <a:pt x="475" y="1680"/>
                  <a:pt x="471" y="1684"/>
                  <a:pt x="466" y="1688"/>
                </a:cubicBezTo>
                <a:cubicBezTo>
                  <a:pt x="444" y="1731"/>
                  <a:pt x="441" y="1737"/>
                  <a:pt x="437" y="1743"/>
                </a:cubicBezTo>
                <a:cubicBezTo>
                  <a:pt x="416" y="1794"/>
                  <a:pt x="410" y="1794"/>
                  <a:pt x="413" y="1801"/>
                </a:cubicBezTo>
                <a:cubicBezTo>
                  <a:pt x="394" y="1860"/>
                  <a:pt x="396" y="1864"/>
                  <a:pt x="396" y="1868"/>
                </a:cubicBezTo>
                <a:cubicBezTo>
                  <a:pt x="390" y="1891"/>
                  <a:pt x="394" y="1899"/>
                  <a:pt x="389" y="1899"/>
                </a:cubicBezTo>
                <a:cubicBezTo>
                  <a:pt x="391" y="1841"/>
                  <a:pt x="392" y="1826"/>
                  <a:pt x="394" y="1811"/>
                </a:cubicBezTo>
                <a:cubicBezTo>
                  <a:pt x="401" y="1785"/>
                  <a:pt x="405" y="1780"/>
                  <a:pt x="404" y="1771"/>
                </a:cubicBezTo>
                <a:cubicBezTo>
                  <a:pt x="430" y="1712"/>
                  <a:pt x="435" y="1708"/>
                  <a:pt x="434" y="1699"/>
                </a:cubicBezTo>
                <a:cubicBezTo>
                  <a:pt x="451" y="1672"/>
                  <a:pt x="455" y="1665"/>
                  <a:pt x="457" y="1656"/>
                </a:cubicBezTo>
                <a:cubicBezTo>
                  <a:pt x="481" y="1622"/>
                  <a:pt x="480" y="1616"/>
                  <a:pt x="480" y="1611"/>
                </a:cubicBezTo>
                <a:cubicBezTo>
                  <a:pt x="505" y="1561"/>
                  <a:pt x="502" y="1553"/>
                  <a:pt x="507" y="1552"/>
                </a:cubicBezTo>
                <a:cubicBezTo>
                  <a:pt x="519" y="1524"/>
                  <a:pt x="515" y="1515"/>
                  <a:pt x="519" y="1514"/>
                </a:cubicBezTo>
                <a:cubicBezTo>
                  <a:pt x="520" y="1449"/>
                  <a:pt x="515" y="1450"/>
                  <a:pt x="517" y="1444"/>
                </a:cubicBezTo>
                <a:cubicBezTo>
                  <a:pt x="509" y="1516"/>
                  <a:pt x="509" y="1523"/>
                  <a:pt x="505" y="1526"/>
                </a:cubicBezTo>
                <a:cubicBezTo>
                  <a:pt x="494" y="1564"/>
                  <a:pt x="491" y="1568"/>
                  <a:pt x="489" y="1573"/>
                </a:cubicBezTo>
                <a:cubicBezTo>
                  <a:pt x="479" y="1592"/>
                  <a:pt x="483" y="1602"/>
                  <a:pt x="475" y="1602"/>
                </a:cubicBezTo>
                <a:cubicBezTo>
                  <a:pt x="443" y="1672"/>
                  <a:pt x="434" y="1679"/>
                  <a:pt x="431" y="1690"/>
                </a:cubicBezTo>
                <a:cubicBezTo>
                  <a:pt x="406" y="1738"/>
                  <a:pt x="409" y="1747"/>
                  <a:pt x="403" y="1749"/>
                </a:cubicBezTo>
                <a:cubicBezTo>
                  <a:pt x="434" y="1663"/>
                  <a:pt x="439" y="1660"/>
                  <a:pt x="440" y="1653"/>
                </a:cubicBezTo>
                <a:cubicBezTo>
                  <a:pt x="452" y="1614"/>
                  <a:pt x="459" y="1613"/>
                  <a:pt x="458" y="1606"/>
                </a:cubicBezTo>
                <a:cubicBezTo>
                  <a:pt x="480" y="1553"/>
                  <a:pt x="480" y="1545"/>
                  <a:pt x="482" y="1540"/>
                </a:cubicBezTo>
                <a:cubicBezTo>
                  <a:pt x="489" y="1465"/>
                  <a:pt x="491" y="1464"/>
                  <a:pt x="491" y="1448"/>
                </a:cubicBezTo>
                <a:cubicBezTo>
                  <a:pt x="487" y="1401"/>
                  <a:pt x="485" y="1390"/>
                  <a:pt x="484" y="1379"/>
                </a:cubicBezTo>
                <a:cubicBezTo>
                  <a:pt x="474" y="1371"/>
                  <a:pt x="480" y="1385"/>
                  <a:pt x="483" y="1403"/>
                </a:cubicBezTo>
                <a:cubicBezTo>
                  <a:pt x="487" y="1491"/>
                  <a:pt x="478" y="1495"/>
                  <a:pt x="482" y="1506"/>
                </a:cubicBezTo>
                <a:cubicBezTo>
                  <a:pt x="478" y="1531"/>
                  <a:pt x="477" y="1534"/>
                  <a:pt x="475" y="1537"/>
                </a:cubicBezTo>
                <a:cubicBezTo>
                  <a:pt x="459" y="1577"/>
                  <a:pt x="456" y="1591"/>
                  <a:pt x="451" y="1604"/>
                </a:cubicBezTo>
                <a:cubicBezTo>
                  <a:pt x="433" y="1645"/>
                  <a:pt x="431" y="1652"/>
                  <a:pt x="429" y="1658"/>
                </a:cubicBezTo>
                <a:cubicBezTo>
                  <a:pt x="412" y="1698"/>
                  <a:pt x="411" y="1701"/>
                  <a:pt x="408" y="1703"/>
                </a:cubicBezTo>
                <a:cubicBezTo>
                  <a:pt x="390" y="1762"/>
                  <a:pt x="384" y="1769"/>
                  <a:pt x="383" y="1779"/>
                </a:cubicBezTo>
                <a:cubicBezTo>
                  <a:pt x="369" y="1821"/>
                  <a:pt x="377" y="1833"/>
                  <a:pt x="371" y="1832"/>
                </a:cubicBezTo>
                <a:cubicBezTo>
                  <a:pt x="368" y="1777"/>
                  <a:pt x="371" y="1764"/>
                  <a:pt x="372" y="1749"/>
                </a:cubicBezTo>
                <a:cubicBezTo>
                  <a:pt x="382" y="1721"/>
                  <a:pt x="379" y="1714"/>
                  <a:pt x="383" y="1714"/>
                </a:cubicBezTo>
                <a:cubicBezTo>
                  <a:pt x="403" y="1659"/>
                  <a:pt x="406" y="1655"/>
                  <a:pt x="406" y="1649"/>
                </a:cubicBezTo>
                <a:cubicBezTo>
                  <a:pt x="424" y="1598"/>
                  <a:pt x="431" y="1597"/>
                  <a:pt x="431" y="1590"/>
                </a:cubicBezTo>
                <a:cubicBezTo>
                  <a:pt x="461" y="1509"/>
                  <a:pt x="462" y="1500"/>
                  <a:pt x="465" y="1494"/>
                </a:cubicBezTo>
                <a:cubicBezTo>
                  <a:pt x="472" y="1470"/>
                  <a:pt x="467" y="1462"/>
                  <a:pt x="472" y="1462"/>
                </a:cubicBezTo>
                <a:cubicBezTo>
                  <a:pt x="476" y="1437"/>
                  <a:pt x="471" y="1428"/>
                  <a:pt x="476" y="1427"/>
                </a:cubicBezTo>
                <a:cubicBezTo>
                  <a:pt x="473" y="1417"/>
                  <a:pt x="469" y="1447"/>
                  <a:pt x="462" y="1476"/>
                </a:cubicBezTo>
                <a:cubicBezTo>
                  <a:pt x="434" y="1564"/>
                  <a:pt x="433" y="1570"/>
                  <a:pt x="430" y="1573"/>
                </a:cubicBezTo>
                <a:cubicBezTo>
                  <a:pt x="422" y="1597"/>
                  <a:pt x="416" y="1602"/>
                  <a:pt x="415" y="1611"/>
                </a:cubicBezTo>
                <a:cubicBezTo>
                  <a:pt x="391" y="1664"/>
                  <a:pt x="387" y="1672"/>
                  <a:pt x="382" y="1679"/>
                </a:cubicBezTo>
                <a:cubicBezTo>
                  <a:pt x="367" y="1716"/>
                  <a:pt x="373" y="1726"/>
                  <a:pt x="366" y="1726"/>
                </a:cubicBezTo>
                <a:cubicBezTo>
                  <a:pt x="360" y="1762"/>
                  <a:pt x="364" y="1763"/>
                  <a:pt x="358" y="1766"/>
                </a:cubicBezTo>
                <a:cubicBezTo>
                  <a:pt x="381" y="1656"/>
                  <a:pt x="382" y="1648"/>
                  <a:pt x="386" y="1643"/>
                </a:cubicBezTo>
                <a:cubicBezTo>
                  <a:pt x="399" y="1610"/>
                  <a:pt x="404" y="1595"/>
                  <a:pt x="408" y="1581"/>
                </a:cubicBezTo>
                <a:cubicBezTo>
                  <a:pt x="436" y="1516"/>
                  <a:pt x="433" y="1505"/>
                  <a:pt x="438" y="1500"/>
                </a:cubicBezTo>
                <a:cubicBezTo>
                  <a:pt x="456" y="1427"/>
                  <a:pt x="459" y="1420"/>
                  <a:pt x="460" y="1411"/>
                </a:cubicBezTo>
                <a:cubicBezTo>
                  <a:pt x="455" y="1378"/>
                  <a:pt x="451" y="1393"/>
                  <a:pt x="453" y="1414"/>
                </a:cubicBezTo>
                <a:cubicBezTo>
                  <a:pt x="442" y="1477"/>
                  <a:pt x="433" y="1477"/>
                  <a:pt x="434" y="1487"/>
                </a:cubicBezTo>
                <a:cubicBezTo>
                  <a:pt x="416" y="1534"/>
                  <a:pt x="415" y="1548"/>
                  <a:pt x="409" y="1559"/>
                </a:cubicBezTo>
                <a:cubicBezTo>
                  <a:pt x="392" y="1598"/>
                  <a:pt x="391" y="1605"/>
                  <a:pt x="388" y="1610"/>
                </a:cubicBezTo>
                <a:cubicBezTo>
                  <a:pt x="380" y="1635"/>
                  <a:pt x="375" y="1638"/>
                  <a:pt x="376" y="1646"/>
                </a:cubicBezTo>
                <a:cubicBezTo>
                  <a:pt x="352" y="1701"/>
                  <a:pt x="360" y="1712"/>
                  <a:pt x="354" y="1711"/>
                </a:cubicBezTo>
                <a:cubicBezTo>
                  <a:pt x="350" y="1730"/>
                  <a:pt x="346" y="1726"/>
                  <a:pt x="345" y="1712"/>
                </a:cubicBezTo>
                <a:cubicBezTo>
                  <a:pt x="355" y="1665"/>
                  <a:pt x="358" y="1665"/>
                  <a:pt x="357" y="1661"/>
                </a:cubicBezTo>
                <a:cubicBezTo>
                  <a:pt x="366" y="1643"/>
                  <a:pt x="363" y="1637"/>
                  <a:pt x="366" y="1636"/>
                </a:cubicBezTo>
                <a:cubicBezTo>
                  <a:pt x="372" y="1617"/>
                  <a:pt x="374" y="1616"/>
                  <a:pt x="373" y="1612"/>
                </a:cubicBezTo>
                <a:cubicBezTo>
                  <a:pt x="395" y="1560"/>
                  <a:pt x="394" y="1553"/>
                  <a:pt x="400" y="1551"/>
                </a:cubicBezTo>
                <a:cubicBezTo>
                  <a:pt x="425" y="1482"/>
                  <a:pt x="427" y="1477"/>
                  <a:pt x="427" y="1470"/>
                </a:cubicBezTo>
                <a:cubicBezTo>
                  <a:pt x="418" y="1498"/>
                  <a:pt x="408" y="1504"/>
                  <a:pt x="408" y="1517"/>
                </a:cubicBezTo>
                <a:cubicBezTo>
                  <a:pt x="377" y="1581"/>
                  <a:pt x="373" y="1584"/>
                  <a:pt x="372" y="1590"/>
                </a:cubicBezTo>
                <a:cubicBezTo>
                  <a:pt x="363" y="1617"/>
                  <a:pt x="360" y="1628"/>
                  <a:pt x="353" y="1637"/>
                </a:cubicBezTo>
                <a:cubicBezTo>
                  <a:pt x="343" y="1676"/>
                  <a:pt x="340" y="1680"/>
                  <a:pt x="341" y="1688"/>
                </a:cubicBezTo>
                <a:cubicBezTo>
                  <a:pt x="338" y="1660"/>
                  <a:pt x="342" y="1652"/>
                  <a:pt x="340" y="1640"/>
                </a:cubicBezTo>
                <a:cubicBezTo>
                  <a:pt x="360" y="1597"/>
                  <a:pt x="360" y="1592"/>
                  <a:pt x="361" y="1588"/>
                </a:cubicBezTo>
                <a:cubicBezTo>
                  <a:pt x="367" y="1561"/>
                  <a:pt x="371" y="1559"/>
                  <a:pt x="371" y="1555"/>
                </a:cubicBezTo>
                <a:cubicBezTo>
                  <a:pt x="390" y="1506"/>
                  <a:pt x="387" y="1494"/>
                  <a:pt x="393" y="1490"/>
                </a:cubicBezTo>
                <a:cubicBezTo>
                  <a:pt x="403" y="1419"/>
                  <a:pt x="403" y="1406"/>
                  <a:pt x="402" y="1393"/>
                </a:cubicBezTo>
                <a:cubicBezTo>
                  <a:pt x="393" y="1354"/>
                  <a:pt x="388" y="1352"/>
                  <a:pt x="389" y="1344"/>
                </a:cubicBezTo>
                <a:cubicBezTo>
                  <a:pt x="382" y="1350"/>
                  <a:pt x="386" y="1352"/>
                  <a:pt x="388" y="1357"/>
                </a:cubicBezTo>
                <a:cubicBezTo>
                  <a:pt x="396" y="1435"/>
                  <a:pt x="396" y="1441"/>
                  <a:pt x="397" y="1446"/>
                </a:cubicBezTo>
                <a:cubicBezTo>
                  <a:pt x="389" y="1476"/>
                  <a:pt x="385" y="1481"/>
                  <a:pt x="384" y="1491"/>
                </a:cubicBezTo>
                <a:cubicBezTo>
                  <a:pt x="358" y="1561"/>
                  <a:pt x="358" y="1571"/>
                  <a:pt x="356" y="1578"/>
                </a:cubicBezTo>
                <a:cubicBezTo>
                  <a:pt x="341" y="1628"/>
                  <a:pt x="334" y="1627"/>
                  <a:pt x="335" y="1634"/>
                </a:cubicBezTo>
                <a:cubicBezTo>
                  <a:pt x="324" y="1665"/>
                  <a:pt x="328" y="1674"/>
                  <a:pt x="321" y="1674"/>
                </a:cubicBezTo>
                <a:cubicBezTo>
                  <a:pt x="334" y="1588"/>
                  <a:pt x="337" y="1580"/>
                  <a:pt x="340" y="1570"/>
                </a:cubicBezTo>
                <a:cubicBezTo>
                  <a:pt x="350" y="1541"/>
                  <a:pt x="350" y="1536"/>
                  <a:pt x="350" y="1530"/>
                </a:cubicBezTo>
                <a:cubicBezTo>
                  <a:pt x="360" y="1499"/>
                  <a:pt x="364" y="1497"/>
                  <a:pt x="363" y="1490"/>
                </a:cubicBezTo>
                <a:cubicBezTo>
                  <a:pt x="370" y="1438"/>
                  <a:pt x="375" y="1420"/>
                  <a:pt x="376" y="1397"/>
                </a:cubicBezTo>
                <a:cubicBezTo>
                  <a:pt x="365" y="1320"/>
                  <a:pt x="368" y="1312"/>
                  <a:pt x="363" y="1313"/>
                </a:cubicBezTo>
                <a:cubicBezTo>
                  <a:pt x="362" y="1332"/>
                  <a:pt x="366" y="1343"/>
                  <a:pt x="368" y="1356"/>
                </a:cubicBezTo>
                <a:cubicBezTo>
                  <a:pt x="367" y="1417"/>
                  <a:pt x="365" y="1421"/>
                  <a:pt x="365" y="1426"/>
                </a:cubicBezTo>
                <a:cubicBezTo>
                  <a:pt x="359" y="1455"/>
                  <a:pt x="363" y="1465"/>
                  <a:pt x="359" y="1466"/>
                </a:cubicBezTo>
                <a:cubicBezTo>
                  <a:pt x="340" y="1539"/>
                  <a:pt x="336" y="1559"/>
                  <a:pt x="329" y="1575"/>
                </a:cubicBezTo>
                <a:cubicBezTo>
                  <a:pt x="313" y="1626"/>
                  <a:pt x="312" y="1623"/>
                  <a:pt x="315" y="1622"/>
                </a:cubicBezTo>
                <a:cubicBezTo>
                  <a:pt x="321" y="1588"/>
                  <a:pt x="322" y="1576"/>
                  <a:pt x="324" y="1565"/>
                </a:cubicBezTo>
                <a:cubicBezTo>
                  <a:pt x="337" y="1477"/>
                  <a:pt x="342" y="1476"/>
                  <a:pt x="341" y="1469"/>
                </a:cubicBezTo>
                <a:cubicBezTo>
                  <a:pt x="333" y="1317"/>
                  <a:pt x="332" y="1308"/>
                  <a:pt x="330" y="1302"/>
                </a:cubicBezTo>
                <a:cubicBezTo>
                  <a:pt x="318" y="1275"/>
                  <a:pt x="315" y="1268"/>
                  <a:pt x="311" y="1262"/>
                </a:cubicBezTo>
                <a:cubicBezTo>
                  <a:pt x="305" y="1258"/>
                  <a:pt x="310" y="1270"/>
                  <a:pt x="317" y="1281"/>
                </a:cubicBezTo>
                <a:cubicBezTo>
                  <a:pt x="326" y="1312"/>
                  <a:pt x="326" y="1314"/>
                  <a:pt x="328" y="1315"/>
                </a:cubicBezTo>
                <a:cubicBezTo>
                  <a:pt x="329" y="1333"/>
                  <a:pt x="332" y="1343"/>
                  <a:pt x="333" y="1356"/>
                </a:cubicBezTo>
                <a:cubicBezTo>
                  <a:pt x="330" y="1464"/>
                  <a:pt x="334" y="1471"/>
                  <a:pt x="331" y="1472"/>
                </a:cubicBezTo>
                <a:cubicBezTo>
                  <a:pt x="326" y="1497"/>
                  <a:pt x="326" y="1501"/>
                  <a:pt x="326" y="1506"/>
                </a:cubicBezTo>
                <a:cubicBezTo>
                  <a:pt x="320" y="1533"/>
                  <a:pt x="322" y="1543"/>
                  <a:pt x="316" y="1548"/>
                </a:cubicBezTo>
                <a:cubicBezTo>
                  <a:pt x="325" y="1483"/>
                  <a:pt x="324" y="1478"/>
                  <a:pt x="326" y="1475"/>
                </a:cubicBezTo>
                <a:cubicBezTo>
                  <a:pt x="318" y="1352"/>
                  <a:pt x="312" y="1331"/>
                  <a:pt x="308" y="1301"/>
                </a:cubicBezTo>
                <a:cubicBezTo>
                  <a:pt x="295" y="1275"/>
                  <a:pt x="294" y="1264"/>
                  <a:pt x="289" y="1259"/>
                </a:cubicBezTo>
                <a:cubicBezTo>
                  <a:pt x="267" y="1237"/>
                  <a:pt x="279" y="1241"/>
                  <a:pt x="283" y="1255"/>
                </a:cubicBezTo>
                <a:cubicBezTo>
                  <a:pt x="295" y="1285"/>
                  <a:pt x="296" y="1289"/>
                  <a:pt x="298" y="1291"/>
                </a:cubicBezTo>
                <a:cubicBezTo>
                  <a:pt x="309" y="1335"/>
                  <a:pt x="306" y="1343"/>
                  <a:pt x="311" y="1343"/>
                </a:cubicBezTo>
                <a:cubicBezTo>
                  <a:pt x="317" y="1393"/>
                  <a:pt x="320" y="1396"/>
                  <a:pt x="319" y="1403"/>
                </a:cubicBezTo>
                <a:cubicBezTo>
                  <a:pt x="315" y="1486"/>
                  <a:pt x="316" y="1486"/>
                  <a:pt x="314" y="1491"/>
                </a:cubicBezTo>
                <a:cubicBezTo>
                  <a:pt x="313" y="1523"/>
                  <a:pt x="307" y="1531"/>
                  <a:pt x="307" y="1544"/>
                </a:cubicBezTo>
                <a:cubicBezTo>
                  <a:pt x="291" y="1555"/>
                  <a:pt x="301" y="1540"/>
                  <a:pt x="301" y="1520"/>
                </a:cubicBezTo>
                <a:cubicBezTo>
                  <a:pt x="300" y="1371"/>
                  <a:pt x="298" y="1365"/>
                  <a:pt x="298" y="1357"/>
                </a:cubicBezTo>
                <a:cubicBezTo>
                  <a:pt x="292" y="1333"/>
                  <a:pt x="291" y="1319"/>
                  <a:pt x="286" y="1307"/>
                </a:cubicBezTo>
                <a:cubicBezTo>
                  <a:pt x="262" y="1254"/>
                  <a:pt x="263" y="1243"/>
                  <a:pt x="258" y="1242"/>
                </a:cubicBezTo>
                <a:cubicBezTo>
                  <a:pt x="286" y="1321"/>
                  <a:pt x="285" y="1331"/>
                  <a:pt x="288" y="1336"/>
                </a:cubicBezTo>
                <a:cubicBezTo>
                  <a:pt x="293" y="1366"/>
                  <a:pt x="296" y="1381"/>
                  <a:pt x="297" y="1398"/>
                </a:cubicBezTo>
                <a:cubicBezTo>
                  <a:pt x="299" y="1489"/>
                  <a:pt x="294" y="1492"/>
                  <a:pt x="295" y="1499"/>
                </a:cubicBezTo>
                <a:cubicBezTo>
                  <a:pt x="290" y="1445"/>
                  <a:pt x="287" y="1444"/>
                  <a:pt x="287" y="1441"/>
                </a:cubicBezTo>
                <a:cubicBezTo>
                  <a:pt x="283" y="1415"/>
                  <a:pt x="287" y="1416"/>
                  <a:pt x="283" y="1412"/>
                </a:cubicBezTo>
                <a:cubicBezTo>
                  <a:pt x="269" y="1353"/>
                  <a:pt x="262" y="1342"/>
                  <a:pt x="259" y="1327"/>
                </a:cubicBezTo>
                <a:cubicBezTo>
                  <a:pt x="234" y="1272"/>
                  <a:pt x="238" y="1259"/>
                  <a:pt x="228" y="1261"/>
                </a:cubicBezTo>
                <a:cubicBezTo>
                  <a:pt x="239" y="1279"/>
                  <a:pt x="239" y="1288"/>
                  <a:pt x="244" y="1293"/>
                </a:cubicBezTo>
                <a:cubicBezTo>
                  <a:pt x="270" y="1419"/>
                  <a:pt x="279" y="1422"/>
                  <a:pt x="277" y="1426"/>
                </a:cubicBezTo>
                <a:cubicBezTo>
                  <a:pt x="278" y="1456"/>
                  <a:pt x="282" y="1465"/>
                  <a:pt x="278" y="1465"/>
                </a:cubicBezTo>
                <a:cubicBezTo>
                  <a:pt x="250" y="1385"/>
                  <a:pt x="252" y="1374"/>
                  <a:pt x="247" y="1371"/>
                </a:cubicBezTo>
                <a:cubicBezTo>
                  <a:pt x="231" y="1330"/>
                  <a:pt x="231" y="1320"/>
                  <a:pt x="224" y="1320"/>
                </a:cubicBezTo>
                <a:cubicBezTo>
                  <a:pt x="253" y="1397"/>
                  <a:pt x="257" y="1421"/>
                  <a:pt x="265" y="1440"/>
                </a:cubicBezTo>
                <a:cubicBezTo>
                  <a:pt x="281" y="1531"/>
                  <a:pt x="286" y="1534"/>
                  <a:pt x="285" y="1543"/>
                </a:cubicBezTo>
                <a:cubicBezTo>
                  <a:pt x="284" y="1556"/>
                  <a:pt x="280" y="1549"/>
                  <a:pt x="281" y="1537"/>
                </a:cubicBezTo>
                <a:cubicBezTo>
                  <a:pt x="247" y="1462"/>
                  <a:pt x="249" y="1450"/>
                  <a:pt x="244" y="1448"/>
                </a:cubicBezTo>
                <a:cubicBezTo>
                  <a:pt x="221" y="1375"/>
                  <a:pt x="214" y="1365"/>
                  <a:pt x="211" y="1352"/>
                </a:cubicBezTo>
                <a:cubicBezTo>
                  <a:pt x="195" y="1325"/>
                  <a:pt x="197" y="1318"/>
                  <a:pt x="193" y="1318"/>
                </a:cubicBezTo>
                <a:cubicBezTo>
                  <a:pt x="167" y="1263"/>
                  <a:pt x="166" y="1260"/>
                  <a:pt x="163" y="1259"/>
                </a:cubicBezTo>
                <a:cubicBezTo>
                  <a:pt x="165" y="1272"/>
                  <a:pt x="172" y="1286"/>
                  <a:pt x="179" y="1300"/>
                </a:cubicBezTo>
                <a:cubicBezTo>
                  <a:pt x="191" y="1329"/>
                  <a:pt x="195" y="1335"/>
                  <a:pt x="199" y="1342"/>
                </a:cubicBezTo>
                <a:cubicBezTo>
                  <a:pt x="226" y="1428"/>
                  <a:pt x="232" y="1438"/>
                  <a:pt x="235" y="1451"/>
                </a:cubicBezTo>
                <a:cubicBezTo>
                  <a:pt x="247" y="1477"/>
                  <a:pt x="248" y="1489"/>
                  <a:pt x="244" y="1487"/>
                </a:cubicBezTo>
                <a:cubicBezTo>
                  <a:pt x="228" y="1464"/>
                  <a:pt x="227" y="1461"/>
                  <a:pt x="227" y="1456"/>
                </a:cubicBezTo>
                <a:cubicBezTo>
                  <a:pt x="203" y="1423"/>
                  <a:pt x="201" y="1417"/>
                  <a:pt x="195" y="1414"/>
                </a:cubicBezTo>
                <a:cubicBezTo>
                  <a:pt x="155" y="1347"/>
                  <a:pt x="145" y="1324"/>
                  <a:pt x="133" y="1303"/>
                </a:cubicBezTo>
                <a:cubicBezTo>
                  <a:pt x="109" y="1262"/>
                  <a:pt x="115" y="1250"/>
                  <a:pt x="110" y="1252"/>
                </a:cubicBezTo>
                <a:cubicBezTo>
                  <a:pt x="109" y="1242"/>
                  <a:pt x="105" y="1259"/>
                  <a:pt x="113" y="1263"/>
                </a:cubicBezTo>
                <a:cubicBezTo>
                  <a:pt x="127" y="1300"/>
                  <a:pt x="126" y="1302"/>
                  <a:pt x="126" y="1303"/>
                </a:cubicBezTo>
                <a:cubicBezTo>
                  <a:pt x="141" y="1331"/>
                  <a:pt x="144" y="1335"/>
                  <a:pt x="146" y="1339"/>
                </a:cubicBezTo>
                <a:cubicBezTo>
                  <a:pt x="190" y="1424"/>
                  <a:pt x="196" y="1426"/>
                  <a:pt x="197" y="1434"/>
                </a:cubicBezTo>
                <a:cubicBezTo>
                  <a:pt x="210" y="1458"/>
                  <a:pt x="220" y="1459"/>
                  <a:pt x="214" y="1461"/>
                </a:cubicBezTo>
                <a:cubicBezTo>
                  <a:pt x="187" y="1433"/>
                  <a:pt x="186" y="1419"/>
                  <a:pt x="176" y="1416"/>
                </a:cubicBezTo>
                <a:cubicBezTo>
                  <a:pt x="141" y="1351"/>
                  <a:pt x="132" y="1347"/>
                  <a:pt x="131" y="1333"/>
                </a:cubicBezTo>
                <a:cubicBezTo>
                  <a:pt x="111" y="1296"/>
                  <a:pt x="107" y="1286"/>
                  <a:pt x="103" y="1276"/>
                </a:cubicBezTo>
                <a:cubicBezTo>
                  <a:pt x="91" y="1264"/>
                  <a:pt x="97" y="1277"/>
                  <a:pt x="102" y="1292"/>
                </a:cubicBezTo>
                <a:cubicBezTo>
                  <a:pt x="114" y="1318"/>
                  <a:pt x="118" y="1323"/>
                  <a:pt x="120" y="1332"/>
                </a:cubicBezTo>
                <a:cubicBezTo>
                  <a:pt x="155" y="1393"/>
                  <a:pt x="155" y="1404"/>
                  <a:pt x="162" y="1406"/>
                </a:cubicBezTo>
                <a:cubicBezTo>
                  <a:pt x="199" y="1459"/>
                  <a:pt x="201" y="1462"/>
                  <a:pt x="201" y="1466"/>
                </a:cubicBezTo>
                <a:cubicBezTo>
                  <a:pt x="226" y="1495"/>
                  <a:pt x="229" y="1501"/>
                  <a:pt x="233" y="1508"/>
                </a:cubicBezTo>
                <a:cubicBezTo>
                  <a:pt x="258" y="1549"/>
                  <a:pt x="262" y="1552"/>
                  <a:pt x="264" y="1556"/>
                </a:cubicBezTo>
                <a:cubicBezTo>
                  <a:pt x="275" y="1581"/>
                  <a:pt x="279" y="1585"/>
                  <a:pt x="280" y="1594"/>
                </a:cubicBezTo>
                <a:cubicBezTo>
                  <a:pt x="252" y="1560"/>
                  <a:pt x="253" y="1550"/>
                  <a:pt x="246" y="1548"/>
                </a:cubicBezTo>
                <a:cubicBezTo>
                  <a:pt x="206" y="1500"/>
                  <a:pt x="201" y="1497"/>
                  <a:pt x="199" y="1490"/>
                </a:cubicBezTo>
                <a:cubicBezTo>
                  <a:pt x="157" y="1432"/>
                  <a:pt x="148" y="1422"/>
                  <a:pt x="143" y="1409"/>
                </a:cubicBezTo>
                <a:cubicBezTo>
                  <a:pt x="131" y="1385"/>
                  <a:pt x="125" y="1383"/>
                  <a:pt x="125" y="1373"/>
                </a:cubicBezTo>
                <a:cubicBezTo>
                  <a:pt x="105" y="1330"/>
                  <a:pt x="100" y="1329"/>
                  <a:pt x="101" y="1320"/>
                </a:cubicBezTo>
                <a:cubicBezTo>
                  <a:pt x="102" y="1331"/>
                  <a:pt x="100" y="1339"/>
                  <a:pt x="103" y="1340"/>
                </a:cubicBezTo>
                <a:cubicBezTo>
                  <a:pt x="110" y="1364"/>
                  <a:pt x="115" y="1363"/>
                  <a:pt x="114" y="1370"/>
                </a:cubicBezTo>
                <a:cubicBezTo>
                  <a:pt x="137" y="1408"/>
                  <a:pt x="136" y="1419"/>
                  <a:pt x="141" y="1422"/>
                </a:cubicBezTo>
                <a:cubicBezTo>
                  <a:pt x="156" y="1453"/>
                  <a:pt x="166" y="1461"/>
                  <a:pt x="173" y="1473"/>
                </a:cubicBezTo>
                <a:cubicBezTo>
                  <a:pt x="189" y="1492"/>
                  <a:pt x="192" y="1499"/>
                  <a:pt x="195" y="1504"/>
                </a:cubicBezTo>
                <a:cubicBezTo>
                  <a:pt x="213" y="1516"/>
                  <a:pt x="212" y="1522"/>
                  <a:pt x="214" y="1524"/>
                </a:cubicBezTo>
                <a:cubicBezTo>
                  <a:pt x="255" y="1589"/>
                  <a:pt x="252" y="1574"/>
                  <a:pt x="239" y="1568"/>
                </a:cubicBezTo>
                <a:cubicBezTo>
                  <a:pt x="221" y="1541"/>
                  <a:pt x="214" y="1544"/>
                  <a:pt x="215" y="1537"/>
                </a:cubicBezTo>
                <a:cubicBezTo>
                  <a:pt x="180" y="1500"/>
                  <a:pt x="179" y="1495"/>
                  <a:pt x="175" y="1494"/>
                </a:cubicBezTo>
                <a:cubicBezTo>
                  <a:pt x="146" y="1459"/>
                  <a:pt x="144" y="1451"/>
                  <a:pt x="139" y="1447"/>
                </a:cubicBezTo>
                <a:cubicBezTo>
                  <a:pt x="94" y="1374"/>
                  <a:pt x="93" y="1370"/>
                  <a:pt x="90" y="1369"/>
                </a:cubicBezTo>
                <a:cubicBezTo>
                  <a:pt x="78" y="1346"/>
                  <a:pt x="78" y="1341"/>
                  <a:pt x="74" y="1340"/>
                </a:cubicBezTo>
                <a:cubicBezTo>
                  <a:pt x="93" y="1394"/>
                  <a:pt x="106" y="1399"/>
                  <a:pt x="108" y="1416"/>
                </a:cubicBezTo>
                <a:cubicBezTo>
                  <a:pt x="134" y="1452"/>
                  <a:pt x="138" y="1456"/>
                  <a:pt x="140" y="1464"/>
                </a:cubicBezTo>
                <a:cubicBezTo>
                  <a:pt x="169" y="1499"/>
                  <a:pt x="172" y="1505"/>
                  <a:pt x="176" y="1510"/>
                </a:cubicBezTo>
                <a:cubicBezTo>
                  <a:pt x="257" y="1606"/>
                  <a:pt x="266" y="1609"/>
                  <a:pt x="269" y="1619"/>
                </a:cubicBezTo>
                <a:cubicBezTo>
                  <a:pt x="296" y="1654"/>
                  <a:pt x="301" y="1655"/>
                  <a:pt x="300" y="1663"/>
                </a:cubicBezTo>
                <a:cubicBezTo>
                  <a:pt x="312" y="1683"/>
                  <a:pt x="316" y="1685"/>
                  <a:pt x="313" y="1686"/>
                </a:cubicBezTo>
                <a:cubicBezTo>
                  <a:pt x="294" y="1663"/>
                  <a:pt x="292" y="1654"/>
                  <a:pt x="286" y="1648"/>
                </a:cubicBezTo>
                <a:cubicBezTo>
                  <a:pt x="254" y="1611"/>
                  <a:pt x="253" y="1608"/>
                  <a:pt x="250" y="1605"/>
                </a:cubicBezTo>
                <a:cubicBezTo>
                  <a:pt x="221" y="1575"/>
                  <a:pt x="218" y="1567"/>
                  <a:pt x="210" y="1564"/>
                </a:cubicBezTo>
                <a:cubicBezTo>
                  <a:pt x="184" y="1536"/>
                  <a:pt x="174" y="1525"/>
                  <a:pt x="165" y="1512"/>
                </a:cubicBezTo>
                <a:cubicBezTo>
                  <a:pt x="129" y="1461"/>
                  <a:pt x="115" y="1454"/>
                  <a:pt x="110" y="1438"/>
                </a:cubicBezTo>
                <a:cubicBezTo>
                  <a:pt x="87" y="1406"/>
                  <a:pt x="88" y="1398"/>
                  <a:pt x="83" y="1398"/>
                </a:cubicBezTo>
                <a:cubicBezTo>
                  <a:pt x="103" y="1435"/>
                  <a:pt x="106" y="1446"/>
                  <a:pt x="113" y="1453"/>
                </a:cubicBezTo>
                <a:cubicBezTo>
                  <a:pt x="161" y="1516"/>
                  <a:pt x="160" y="1524"/>
                  <a:pt x="166" y="1526"/>
                </a:cubicBezTo>
                <a:cubicBezTo>
                  <a:pt x="208" y="1573"/>
                  <a:pt x="213" y="1575"/>
                  <a:pt x="214" y="1581"/>
                </a:cubicBezTo>
                <a:cubicBezTo>
                  <a:pt x="228" y="1594"/>
                  <a:pt x="228" y="1599"/>
                  <a:pt x="233" y="1600"/>
                </a:cubicBezTo>
                <a:cubicBezTo>
                  <a:pt x="258" y="1636"/>
                  <a:pt x="268" y="1637"/>
                  <a:pt x="271" y="1645"/>
                </a:cubicBezTo>
                <a:cubicBezTo>
                  <a:pt x="283" y="1662"/>
                  <a:pt x="286" y="1663"/>
                  <a:pt x="283" y="1664"/>
                </a:cubicBezTo>
                <a:cubicBezTo>
                  <a:pt x="266" y="1645"/>
                  <a:pt x="264" y="1642"/>
                  <a:pt x="262" y="1639"/>
                </a:cubicBezTo>
                <a:cubicBezTo>
                  <a:pt x="243" y="1618"/>
                  <a:pt x="229" y="1611"/>
                  <a:pt x="221" y="1596"/>
                </a:cubicBezTo>
                <a:cubicBezTo>
                  <a:pt x="199" y="1583"/>
                  <a:pt x="200" y="1572"/>
                  <a:pt x="191" y="1572"/>
                </a:cubicBezTo>
                <a:cubicBezTo>
                  <a:pt x="170" y="1549"/>
                  <a:pt x="170" y="1543"/>
                  <a:pt x="165" y="1543"/>
                </a:cubicBezTo>
                <a:cubicBezTo>
                  <a:pt x="111" y="1476"/>
                  <a:pt x="109" y="1469"/>
                  <a:pt x="103" y="1467"/>
                </a:cubicBezTo>
                <a:cubicBezTo>
                  <a:pt x="65" y="1409"/>
                  <a:pt x="64" y="1401"/>
                  <a:pt x="61" y="1395"/>
                </a:cubicBezTo>
                <a:cubicBezTo>
                  <a:pt x="44" y="1364"/>
                  <a:pt x="47" y="1355"/>
                  <a:pt x="43" y="1355"/>
                </a:cubicBezTo>
                <a:cubicBezTo>
                  <a:pt x="34" y="1346"/>
                  <a:pt x="41" y="1361"/>
                  <a:pt x="42" y="1375"/>
                </a:cubicBezTo>
                <a:cubicBezTo>
                  <a:pt x="70" y="1427"/>
                  <a:pt x="76" y="1441"/>
                  <a:pt x="84" y="1453"/>
                </a:cubicBezTo>
                <a:cubicBezTo>
                  <a:pt x="119" y="1498"/>
                  <a:pt x="126" y="1512"/>
                  <a:pt x="137" y="1521"/>
                </a:cubicBezTo>
                <a:cubicBezTo>
                  <a:pt x="155" y="1543"/>
                  <a:pt x="158" y="1549"/>
                  <a:pt x="164" y="1554"/>
                </a:cubicBezTo>
                <a:cubicBezTo>
                  <a:pt x="202" y="1593"/>
                  <a:pt x="206" y="1594"/>
                  <a:pt x="206" y="1599"/>
                </a:cubicBezTo>
                <a:cubicBezTo>
                  <a:pt x="242" y="1635"/>
                  <a:pt x="249" y="1638"/>
                  <a:pt x="253" y="1644"/>
                </a:cubicBezTo>
                <a:cubicBezTo>
                  <a:pt x="322" y="1730"/>
                  <a:pt x="324" y="1732"/>
                  <a:pt x="327" y="1733"/>
                </a:cubicBezTo>
                <a:cubicBezTo>
                  <a:pt x="330" y="1757"/>
                  <a:pt x="328" y="1750"/>
                  <a:pt x="324" y="1746"/>
                </a:cubicBezTo>
                <a:cubicBezTo>
                  <a:pt x="297" y="1716"/>
                  <a:pt x="292" y="1714"/>
                  <a:pt x="290" y="1707"/>
                </a:cubicBezTo>
                <a:cubicBezTo>
                  <a:pt x="252" y="1673"/>
                  <a:pt x="244" y="1674"/>
                  <a:pt x="244" y="1667"/>
                </a:cubicBezTo>
                <a:cubicBezTo>
                  <a:pt x="222" y="1653"/>
                  <a:pt x="223" y="1647"/>
                  <a:pt x="218" y="1649"/>
                </a:cubicBezTo>
                <a:cubicBezTo>
                  <a:pt x="180" y="1612"/>
                  <a:pt x="177" y="1606"/>
                  <a:pt x="172" y="1604"/>
                </a:cubicBezTo>
                <a:cubicBezTo>
                  <a:pt x="145" y="1572"/>
                  <a:pt x="138" y="1572"/>
                  <a:pt x="136" y="1565"/>
                </a:cubicBezTo>
                <a:cubicBezTo>
                  <a:pt x="94" y="1522"/>
                  <a:pt x="94" y="1514"/>
                  <a:pt x="89" y="1511"/>
                </a:cubicBezTo>
                <a:cubicBezTo>
                  <a:pt x="53" y="1462"/>
                  <a:pt x="51" y="1455"/>
                  <a:pt x="47" y="1451"/>
                </a:cubicBezTo>
                <a:cubicBezTo>
                  <a:pt x="19" y="1397"/>
                  <a:pt x="20" y="1392"/>
                  <a:pt x="17" y="1392"/>
                </a:cubicBezTo>
                <a:cubicBezTo>
                  <a:pt x="29" y="1432"/>
                  <a:pt x="32" y="1437"/>
                  <a:pt x="36" y="1441"/>
                </a:cubicBezTo>
                <a:cubicBezTo>
                  <a:pt x="55" y="1476"/>
                  <a:pt x="57" y="1482"/>
                  <a:pt x="63" y="1485"/>
                </a:cubicBezTo>
                <a:cubicBezTo>
                  <a:pt x="82" y="1520"/>
                  <a:pt x="91" y="1517"/>
                  <a:pt x="90" y="1527"/>
                </a:cubicBezTo>
                <a:cubicBezTo>
                  <a:pt x="130" y="1572"/>
                  <a:pt x="136" y="1582"/>
                  <a:pt x="144" y="1588"/>
                </a:cubicBezTo>
                <a:cubicBezTo>
                  <a:pt x="165" y="1605"/>
                  <a:pt x="163" y="1612"/>
                  <a:pt x="168" y="1611"/>
                </a:cubicBezTo>
                <a:cubicBezTo>
                  <a:pt x="192" y="1640"/>
                  <a:pt x="200" y="1639"/>
                  <a:pt x="201" y="1645"/>
                </a:cubicBezTo>
                <a:cubicBezTo>
                  <a:pt x="223" y="1662"/>
                  <a:pt x="231" y="1669"/>
                  <a:pt x="240" y="1676"/>
                </a:cubicBezTo>
                <a:cubicBezTo>
                  <a:pt x="282" y="1709"/>
                  <a:pt x="293" y="1729"/>
                  <a:pt x="308" y="1745"/>
                </a:cubicBezTo>
                <a:cubicBezTo>
                  <a:pt x="341" y="1789"/>
                  <a:pt x="348" y="1789"/>
                  <a:pt x="347" y="1799"/>
                </a:cubicBezTo>
                <a:cubicBezTo>
                  <a:pt x="249" y="1714"/>
                  <a:pt x="242" y="1702"/>
                  <a:pt x="229" y="1698"/>
                </a:cubicBezTo>
                <a:cubicBezTo>
                  <a:pt x="213" y="1681"/>
                  <a:pt x="209" y="1680"/>
                  <a:pt x="205" y="1680"/>
                </a:cubicBezTo>
                <a:cubicBezTo>
                  <a:pt x="183" y="1658"/>
                  <a:pt x="175" y="1658"/>
                  <a:pt x="175" y="1649"/>
                </a:cubicBezTo>
                <a:cubicBezTo>
                  <a:pt x="144" y="1629"/>
                  <a:pt x="144" y="1625"/>
                  <a:pt x="142" y="1623"/>
                </a:cubicBezTo>
                <a:cubicBezTo>
                  <a:pt x="119" y="1604"/>
                  <a:pt x="115" y="1600"/>
                  <a:pt x="112" y="1595"/>
                </a:cubicBezTo>
                <a:cubicBezTo>
                  <a:pt x="70" y="1551"/>
                  <a:pt x="64" y="1541"/>
                  <a:pt x="55" y="1533"/>
                </a:cubicBezTo>
                <a:cubicBezTo>
                  <a:pt x="43" y="1512"/>
                  <a:pt x="39" y="1508"/>
                  <a:pt x="36" y="1504"/>
                </a:cubicBezTo>
                <a:cubicBezTo>
                  <a:pt x="13" y="1470"/>
                  <a:pt x="12" y="1464"/>
                  <a:pt x="9" y="1460"/>
                </a:cubicBezTo>
                <a:cubicBezTo>
                  <a:pt x="0" y="1445"/>
                  <a:pt x="0" y="1449"/>
                  <a:pt x="0" y="1452"/>
                </a:cubicBezTo>
                <a:cubicBezTo>
                  <a:pt x="16" y="1485"/>
                  <a:pt x="21" y="1494"/>
                  <a:pt x="29" y="1500"/>
                </a:cubicBezTo>
                <a:cubicBezTo>
                  <a:pt x="68" y="1562"/>
                  <a:pt x="77" y="1567"/>
                  <a:pt x="80" y="1577"/>
                </a:cubicBezTo>
                <a:cubicBezTo>
                  <a:pt x="100" y="1594"/>
                  <a:pt x="101" y="1597"/>
                  <a:pt x="103" y="1598"/>
                </a:cubicBezTo>
                <a:cubicBezTo>
                  <a:pt x="135" y="1634"/>
                  <a:pt x="140" y="1632"/>
                  <a:pt x="139" y="1637"/>
                </a:cubicBezTo>
                <a:cubicBezTo>
                  <a:pt x="163" y="1650"/>
                  <a:pt x="163" y="1658"/>
                  <a:pt x="167" y="1661"/>
                </a:cubicBezTo>
                <a:cubicBezTo>
                  <a:pt x="193" y="1681"/>
                  <a:pt x="195" y="1682"/>
                  <a:pt x="197" y="1683"/>
                </a:cubicBezTo>
                <a:cubicBezTo>
                  <a:pt x="215" y="1700"/>
                  <a:pt x="218" y="1698"/>
                  <a:pt x="220" y="1699"/>
                </a:cubicBezTo>
                <a:cubicBezTo>
                  <a:pt x="230" y="1711"/>
                  <a:pt x="236" y="1712"/>
                  <a:pt x="239" y="1717"/>
                </a:cubicBezTo>
                <a:cubicBezTo>
                  <a:pt x="267" y="1736"/>
                  <a:pt x="274" y="1737"/>
                  <a:pt x="275" y="1743"/>
                </a:cubicBezTo>
                <a:cubicBezTo>
                  <a:pt x="302" y="1765"/>
                  <a:pt x="308" y="1766"/>
                  <a:pt x="310" y="1771"/>
                </a:cubicBezTo>
                <a:cubicBezTo>
                  <a:pt x="349" y="1821"/>
                  <a:pt x="357" y="1823"/>
                  <a:pt x="356" y="1836"/>
                </a:cubicBezTo>
                <a:cubicBezTo>
                  <a:pt x="331" y="1813"/>
                  <a:pt x="332" y="1805"/>
                  <a:pt x="326" y="1805"/>
                </a:cubicBezTo>
                <a:cubicBezTo>
                  <a:pt x="304" y="1782"/>
                  <a:pt x="298" y="1782"/>
                  <a:pt x="295" y="1779"/>
                </a:cubicBezTo>
                <a:cubicBezTo>
                  <a:pt x="282" y="1769"/>
                  <a:pt x="279" y="1766"/>
                  <a:pt x="277" y="1763"/>
                </a:cubicBezTo>
                <a:cubicBezTo>
                  <a:pt x="241" y="1743"/>
                  <a:pt x="238" y="1740"/>
                  <a:pt x="234" y="1739"/>
                </a:cubicBezTo>
                <a:cubicBezTo>
                  <a:pt x="227" y="1734"/>
                  <a:pt x="224" y="1735"/>
                  <a:pt x="222" y="1734"/>
                </a:cubicBezTo>
                <a:cubicBezTo>
                  <a:pt x="198" y="1718"/>
                  <a:pt x="195" y="1713"/>
                  <a:pt x="190" y="1714"/>
                </a:cubicBezTo>
                <a:cubicBezTo>
                  <a:pt x="156" y="1694"/>
                  <a:pt x="153" y="1694"/>
                  <a:pt x="154" y="1690"/>
                </a:cubicBezTo>
                <a:cubicBezTo>
                  <a:pt x="95" y="1661"/>
                  <a:pt x="89" y="1655"/>
                  <a:pt x="79" y="1654"/>
                </a:cubicBezTo>
                <a:cubicBezTo>
                  <a:pt x="34" y="1618"/>
                  <a:pt x="28" y="1612"/>
                  <a:pt x="21" y="1608"/>
                </a:cubicBezTo>
                <a:cubicBezTo>
                  <a:pt x="0" y="1597"/>
                  <a:pt x="0" y="1597"/>
                  <a:pt x="0" y="1597"/>
                </a:cubicBezTo>
                <a:cubicBezTo>
                  <a:pt x="18" y="1610"/>
                  <a:pt x="17" y="1616"/>
                  <a:pt x="22" y="1614"/>
                </a:cubicBezTo>
                <a:cubicBezTo>
                  <a:pt x="41" y="1634"/>
                  <a:pt x="43" y="1635"/>
                  <a:pt x="43" y="1639"/>
                </a:cubicBezTo>
                <a:cubicBezTo>
                  <a:pt x="69" y="1655"/>
                  <a:pt x="73" y="1658"/>
                  <a:pt x="77" y="1661"/>
                </a:cubicBezTo>
                <a:cubicBezTo>
                  <a:pt x="131" y="1690"/>
                  <a:pt x="139" y="1698"/>
                  <a:pt x="152" y="1699"/>
                </a:cubicBezTo>
                <a:cubicBezTo>
                  <a:pt x="190" y="1724"/>
                  <a:pt x="194" y="1728"/>
                  <a:pt x="200" y="1731"/>
                </a:cubicBezTo>
                <a:cubicBezTo>
                  <a:pt x="224" y="1743"/>
                  <a:pt x="229" y="1747"/>
                  <a:pt x="234" y="1750"/>
                </a:cubicBezTo>
                <a:cubicBezTo>
                  <a:pt x="259" y="1762"/>
                  <a:pt x="260" y="1770"/>
                  <a:pt x="266" y="1772"/>
                </a:cubicBezTo>
                <a:cubicBezTo>
                  <a:pt x="291" y="1792"/>
                  <a:pt x="302" y="1798"/>
                  <a:pt x="312" y="1804"/>
                </a:cubicBezTo>
                <a:cubicBezTo>
                  <a:pt x="330" y="1828"/>
                  <a:pt x="336" y="1826"/>
                  <a:pt x="338" y="1828"/>
                </a:cubicBezTo>
                <a:cubicBezTo>
                  <a:pt x="352" y="1850"/>
                  <a:pt x="358" y="1852"/>
                  <a:pt x="360" y="1859"/>
                </a:cubicBezTo>
                <a:cubicBezTo>
                  <a:pt x="343" y="1847"/>
                  <a:pt x="340" y="1848"/>
                  <a:pt x="340" y="1848"/>
                </a:cubicBezTo>
                <a:cubicBezTo>
                  <a:pt x="301" y="1820"/>
                  <a:pt x="296" y="1817"/>
                  <a:pt x="291" y="1812"/>
                </a:cubicBezTo>
                <a:cubicBezTo>
                  <a:pt x="261" y="1797"/>
                  <a:pt x="258" y="1795"/>
                  <a:pt x="255" y="1792"/>
                </a:cubicBezTo>
                <a:cubicBezTo>
                  <a:pt x="212" y="1770"/>
                  <a:pt x="205" y="1767"/>
                  <a:pt x="200" y="1761"/>
                </a:cubicBezTo>
                <a:cubicBezTo>
                  <a:pt x="134" y="1729"/>
                  <a:pt x="125" y="1733"/>
                  <a:pt x="126" y="1727"/>
                </a:cubicBezTo>
                <a:cubicBezTo>
                  <a:pt x="85" y="1708"/>
                  <a:pt x="80" y="1702"/>
                  <a:pt x="73" y="1698"/>
                </a:cubicBezTo>
                <a:cubicBezTo>
                  <a:pt x="42" y="1677"/>
                  <a:pt x="39" y="1673"/>
                  <a:pt x="34" y="1672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11" y="1654"/>
                  <a:pt x="11" y="1662"/>
                  <a:pt x="18" y="1661"/>
                </a:cubicBezTo>
                <a:cubicBezTo>
                  <a:pt x="41" y="1686"/>
                  <a:pt x="48" y="1685"/>
                  <a:pt x="49" y="1691"/>
                </a:cubicBezTo>
                <a:cubicBezTo>
                  <a:pt x="65" y="1701"/>
                  <a:pt x="69" y="1705"/>
                  <a:pt x="72" y="1709"/>
                </a:cubicBezTo>
                <a:cubicBezTo>
                  <a:pt x="121" y="1739"/>
                  <a:pt x="131" y="1736"/>
                  <a:pt x="133" y="1742"/>
                </a:cubicBezTo>
                <a:cubicBezTo>
                  <a:pt x="161" y="1752"/>
                  <a:pt x="160" y="1758"/>
                  <a:pt x="167" y="1755"/>
                </a:cubicBezTo>
                <a:cubicBezTo>
                  <a:pt x="252" y="1806"/>
                  <a:pt x="263" y="1804"/>
                  <a:pt x="265" y="1814"/>
                </a:cubicBezTo>
                <a:cubicBezTo>
                  <a:pt x="307" y="1836"/>
                  <a:pt x="311" y="1835"/>
                  <a:pt x="313" y="1837"/>
                </a:cubicBezTo>
                <a:cubicBezTo>
                  <a:pt x="351" y="1865"/>
                  <a:pt x="359" y="1870"/>
                  <a:pt x="366" y="1879"/>
                </a:cubicBezTo>
                <a:cubicBezTo>
                  <a:pt x="354" y="1877"/>
                  <a:pt x="351" y="1874"/>
                  <a:pt x="348" y="1871"/>
                </a:cubicBezTo>
                <a:cubicBezTo>
                  <a:pt x="323" y="1853"/>
                  <a:pt x="319" y="1850"/>
                  <a:pt x="316" y="1847"/>
                </a:cubicBezTo>
                <a:cubicBezTo>
                  <a:pt x="264" y="1815"/>
                  <a:pt x="254" y="1813"/>
                  <a:pt x="249" y="1806"/>
                </a:cubicBezTo>
                <a:cubicBezTo>
                  <a:pt x="193" y="1785"/>
                  <a:pt x="191" y="1782"/>
                  <a:pt x="186" y="1782"/>
                </a:cubicBezTo>
                <a:cubicBezTo>
                  <a:pt x="162" y="1768"/>
                  <a:pt x="155" y="1771"/>
                  <a:pt x="155" y="1767"/>
                </a:cubicBezTo>
                <a:cubicBezTo>
                  <a:pt x="94" y="1748"/>
                  <a:pt x="90" y="1744"/>
                  <a:pt x="85" y="1741"/>
                </a:cubicBezTo>
                <a:cubicBezTo>
                  <a:pt x="19" y="1708"/>
                  <a:pt x="17" y="1706"/>
                  <a:pt x="13" y="1707"/>
                </a:cubicBezTo>
                <a:cubicBezTo>
                  <a:pt x="0" y="1704"/>
                  <a:pt x="0" y="1704"/>
                  <a:pt x="0" y="1704"/>
                </a:cubicBezTo>
                <a:cubicBezTo>
                  <a:pt x="20" y="1720"/>
                  <a:pt x="26" y="1717"/>
                  <a:pt x="25" y="1723"/>
                </a:cubicBezTo>
                <a:cubicBezTo>
                  <a:pt x="51" y="1734"/>
                  <a:pt x="56" y="1741"/>
                  <a:pt x="66" y="1742"/>
                </a:cubicBezTo>
                <a:cubicBezTo>
                  <a:pt x="119" y="1769"/>
                  <a:pt x="131" y="1768"/>
                  <a:pt x="138" y="1775"/>
                </a:cubicBezTo>
                <a:cubicBezTo>
                  <a:pt x="210" y="1795"/>
                  <a:pt x="221" y="1808"/>
                  <a:pt x="241" y="1811"/>
                </a:cubicBezTo>
                <a:cubicBezTo>
                  <a:pt x="271" y="1833"/>
                  <a:pt x="277" y="1831"/>
                  <a:pt x="275" y="1837"/>
                </a:cubicBezTo>
                <a:cubicBezTo>
                  <a:pt x="318" y="1854"/>
                  <a:pt x="315" y="1864"/>
                  <a:pt x="321" y="1864"/>
                </a:cubicBezTo>
                <a:cubicBezTo>
                  <a:pt x="354" y="1897"/>
                  <a:pt x="363" y="1894"/>
                  <a:pt x="363" y="1901"/>
                </a:cubicBezTo>
                <a:cubicBezTo>
                  <a:pt x="385" y="1922"/>
                  <a:pt x="387" y="1924"/>
                  <a:pt x="387" y="1927"/>
                </a:cubicBezTo>
                <a:cubicBezTo>
                  <a:pt x="376" y="1919"/>
                  <a:pt x="373" y="1920"/>
                  <a:pt x="373" y="1918"/>
                </a:cubicBezTo>
                <a:cubicBezTo>
                  <a:pt x="349" y="1899"/>
                  <a:pt x="336" y="1892"/>
                  <a:pt x="327" y="1881"/>
                </a:cubicBezTo>
                <a:cubicBezTo>
                  <a:pt x="296" y="1872"/>
                  <a:pt x="295" y="1861"/>
                  <a:pt x="284" y="1863"/>
                </a:cubicBezTo>
                <a:cubicBezTo>
                  <a:pt x="256" y="1850"/>
                  <a:pt x="249" y="1846"/>
                  <a:pt x="243" y="1841"/>
                </a:cubicBezTo>
                <a:cubicBezTo>
                  <a:pt x="183" y="1819"/>
                  <a:pt x="172" y="1810"/>
                  <a:pt x="153" y="1808"/>
                </a:cubicBezTo>
                <a:cubicBezTo>
                  <a:pt x="118" y="1791"/>
                  <a:pt x="112" y="1783"/>
                  <a:pt x="101" y="1781"/>
                </a:cubicBezTo>
                <a:cubicBezTo>
                  <a:pt x="59" y="1758"/>
                  <a:pt x="55" y="1755"/>
                  <a:pt x="49" y="1755"/>
                </a:cubicBezTo>
                <a:cubicBezTo>
                  <a:pt x="18" y="1735"/>
                  <a:pt x="16" y="1733"/>
                  <a:pt x="14" y="1731"/>
                </a:cubicBezTo>
                <a:cubicBezTo>
                  <a:pt x="1" y="1723"/>
                  <a:pt x="0" y="1723"/>
                  <a:pt x="0" y="1722"/>
                </a:cubicBezTo>
                <a:cubicBezTo>
                  <a:pt x="20" y="1746"/>
                  <a:pt x="39" y="1755"/>
                  <a:pt x="56" y="1767"/>
                </a:cubicBezTo>
                <a:cubicBezTo>
                  <a:pt x="94" y="1787"/>
                  <a:pt x="104" y="1790"/>
                  <a:pt x="113" y="1796"/>
                </a:cubicBezTo>
                <a:cubicBezTo>
                  <a:pt x="181" y="1829"/>
                  <a:pt x="191" y="1832"/>
                  <a:pt x="201" y="1836"/>
                </a:cubicBezTo>
                <a:cubicBezTo>
                  <a:pt x="242" y="1852"/>
                  <a:pt x="249" y="1859"/>
                  <a:pt x="260" y="1862"/>
                </a:cubicBezTo>
                <a:cubicBezTo>
                  <a:pt x="306" y="1885"/>
                  <a:pt x="310" y="1888"/>
                  <a:pt x="316" y="1889"/>
                </a:cubicBezTo>
                <a:cubicBezTo>
                  <a:pt x="357" y="1916"/>
                  <a:pt x="358" y="1919"/>
                  <a:pt x="360" y="1921"/>
                </a:cubicBezTo>
                <a:cubicBezTo>
                  <a:pt x="377" y="1940"/>
                  <a:pt x="380" y="1940"/>
                  <a:pt x="381" y="1943"/>
                </a:cubicBezTo>
                <a:cubicBezTo>
                  <a:pt x="372" y="1941"/>
                  <a:pt x="372" y="1936"/>
                  <a:pt x="368" y="1935"/>
                </a:cubicBezTo>
                <a:cubicBezTo>
                  <a:pt x="327" y="1914"/>
                  <a:pt x="329" y="1906"/>
                  <a:pt x="322" y="1908"/>
                </a:cubicBezTo>
                <a:cubicBezTo>
                  <a:pt x="289" y="1888"/>
                  <a:pt x="279" y="1888"/>
                  <a:pt x="274" y="1883"/>
                </a:cubicBezTo>
                <a:cubicBezTo>
                  <a:pt x="223" y="1860"/>
                  <a:pt x="205" y="1861"/>
                  <a:pt x="198" y="1851"/>
                </a:cubicBezTo>
                <a:cubicBezTo>
                  <a:pt x="141" y="1840"/>
                  <a:pt x="132" y="1832"/>
                  <a:pt x="120" y="1828"/>
                </a:cubicBezTo>
                <a:cubicBezTo>
                  <a:pt x="62" y="1807"/>
                  <a:pt x="59" y="1807"/>
                  <a:pt x="55" y="1807"/>
                </a:cubicBezTo>
                <a:cubicBezTo>
                  <a:pt x="7" y="1785"/>
                  <a:pt x="5" y="1780"/>
                  <a:pt x="0" y="1778"/>
                </a:cubicBezTo>
                <a:cubicBezTo>
                  <a:pt x="11" y="1790"/>
                  <a:pt x="14" y="1795"/>
                  <a:pt x="21" y="1796"/>
                </a:cubicBezTo>
                <a:cubicBezTo>
                  <a:pt x="69" y="1822"/>
                  <a:pt x="73" y="1822"/>
                  <a:pt x="73" y="1825"/>
                </a:cubicBezTo>
                <a:cubicBezTo>
                  <a:pt x="107" y="1837"/>
                  <a:pt x="117" y="1835"/>
                  <a:pt x="121" y="1841"/>
                </a:cubicBezTo>
                <a:cubicBezTo>
                  <a:pt x="173" y="1856"/>
                  <a:pt x="180" y="1858"/>
                  <a:pt x="185" y="1863"/>
                </a:cubicBezTo>
                <a:cubicBezTo>
                  <a:pt x="244" y="1877"/>
                  <a:pt x="247" y="1885"/>
                  <a:pt x="257" y="1886"/>
                </a:cubicBezTo>
                <a:cubicBezTo>
                  <a:pt x="328" y="1923"/>
                  <a:pt x="333" y="1922"/>
                  <a:pt x="334" y="1927"/>
                </a:cubicBezTo>
                <a:cubicBezTo>
                  <a:pt x="357" y="1939"/>
                  <a:pt x="358" y="1941"/>
                  <a:pt x="359" y="1943"/>
                </a:cubicBezTo>
                <a:cubicBezTo>
                  <a:pt x="389" y="1965"/>
                  <a:pt x="397" y="1968"/>
                  <a:pt x="399" y="1977"/>
                </a:cubicBezTo>
                <a:cubicBezTo>
                  <a:pt x="374" y="1960"/>
                  <a:pt x="371" y="1957"/>
                  <a:pt x="367" y="1955"/>
                </a:cubicBezTo>
                <a:cubicBezTo>
                  <a:pt x="354" y="1942"/>
                  <a:pt x="348" y="1943"/>
                  <a:pt x="346" y="1939"/>
                </a:cubicBezTo>
                <a:cubicBezTo>
                  <a:pt x="304" y="1918"/>
                  <a:pt x="302" y="1914"/>
                  <a:pt x="296" y="1914"/>
                </a:cubicBezTo>
                <a:cubicBezTo>
                  <a:pt x="255" y="1891"/>
                  <a:pt x="250" y="1892"/>
                  <a:pt x="246" y="1889"/>
                </a:cubicBezTo>
                <a:cubicBezTo>
                  <a:pt x="214" y="1878"/>
                  <a:pt x="207" y="1878"/>
                  <a:pt x="204" y="1875"/>
                </a:cubicBezTo>
                <a:cubicBezTo>
                  <a:pt x="145" y="1856"/>
                  <a:pt x="139" y="1862"/>
                  <a:pt x="137" y="1855"/>
                </a:cubicBezTo>
                <a:cubicBezTo>
                  <a:pt x="80" y="1844"/>
                  <a:pt x="74" y="1838"/>
                  <a:pt x="63" y="1837"/>
                </a:cubicBezTo>
                <a:cubicBezTo>
                  <a:pt x="29" y="1820"/>
                  <a:pt x="21" y="1817"/>
                  <a:pt x="14" y="1812"/>
                </a:cubicBezTo>
                <a:cubicBezTo>
                  <a:pt x="3" y="1812"/>
                  <a:pt x="5" y="1813"/>
                  <a:pt x="7" y="1814"/>
                </a:cubicBezTo>
                <a:cubicBezTo>
                  <a:pt x="48" y="1839"/>
                  <a:pt x="54" y="1842"/>
                  <a:pt x="62" y="1843"/>
                </a:cubicBezTo>
                <a:cubicBezTo>
                  <a:pt x="83" y="1858"/>
                  <a:pt x="95" y="1854"/>
                  <a:pt x="100" y="1858"/>
                </a:cubicBezTo>
                <a:cubicBezTo>
                  <a:pt x="168" y="1879"/>
                  <a:pt x="177" y="1875"/>
                  <a:pt x="180" y="1879"/>
                </a:cubicBezTo>
                <a:cubicBezTo>
                  <a:pt x="238" y="1897"/>
                  <a:pt x="250" y="1901"/>
                  <a:pt x="261" y="1906"/>
                </a:cubicBezTo>
                <a:cubicBezTo>
                  <a:pt x="333" y="1945"/>
                  <a:pt x="345" y="1948"/>
                  <a:pt x="354" y="1956"/>
                </a:cubicBezTo>
                <a:cubicBezTo>
                  <a:pt x="371" y="1971"/>
                  <a:pt x="377" y="1972"/>
                  <a:pt x="381" y="1976"/>
                </a:cubicBezTo>
                <a:cubicBezTo>
                  <a:pt x="410" y="2003"/>
                  <a:pt x="416" y="2005"/>
                  <a:pt x="421" y="2008"/>
                </a:cubicBezTo>
                <a:cubicBezTo>
                  <a:pt x="419" y="2023"/>
                  <a:pt x="415" y="2019"/>
                  <a:pt x="412" y="2013"/>
                </a:cubicBezTo>
                <a:cubicBezTo>
                  <a:pt x="396" y="2002"/>
                  <a:pt x="394" y="2001"/>
                  <a:pt x="394" y="1997"/>
                </a:cubicBezTo>
                <a:cubicBezTo>
                  <a:pt x="369" y="1981"/>
                  <a:pt x="367" y="1980"/>
                  <a:pt x="366" y="1977"/>
                </a:cubicBezTo>
                <a:cubicBezTo>
                  <a:pt x="342" y="1959"/>
                  <a:pt x="331" y="1963"/>
                  <a:pt x="330" y="1956"/>
                </a:cubicBezTo>
                <a:cubicBezTo>
                  <a:pt x="293" y="1936"/>
                  <a:pt x="287" y="1934"/>
                  <a:pt x="282" y="1930"/>
                </a:cubicBezTo>
                <a:cubicBezTo>
                  <a:pt x="221" y="1911"/>
                  <a:pt x="220" y="1904"/>
                  <a:pt x="208" y="1907"/>
                </a:cubicBezTo>
                <a:cubicBezTo>
                  <a:pt x="75" y="1890"/>
                  <a:pt x="83" y="1888"/>
                  <a:pt x="87" y="1890"/>
                </a:cubicBezTo>
                <a:cubicBezTo>
                  <a:pt x="138" y="1913"/>
                  <a:pt x="148" y="1916"/>
                  <a:pt x="157" y="1922"/>
                </a:cubicBezTo>
                <a:cubicBezTo>
                  <a:pt x="263" y="1960"/>
                  <a:pt x="273" y="1964"/>
                  <a:pt x="285" y="1967"/>
                </a:cubicBezTo>
                <a:cubicBezTo>
                  <a:pt x="325" y="1987"/>
                  <a:pt x="336" y="1992"/>
                  <a:pt x="346" y="1998"/>
                </a:cubicBezTo>
                <a:cubicBezTo>
                  <a:pt x="383" y="2021"/>
                  <a:pt x="386" y="2023"/>
                  <a:pt x="387" y="2026"/>
                </a:cubicBezTo>
                <a:cubicBezTo>
                  <a:pt x="406" y="2038"/>
                  <a:pt x="410" y="2041"/>
                  <a:pt x="415" y="2044"/>
                </a:cubicBezTo>
                <a:cubicBezTo>
                  <a:pt x="427" y="2059"/>
                  <a:pt x="430" y="2059"/>
                  <a:pt x="431" y="2062"/>
                </a:cubicBezTo>
                <a:cubicBezTo>
                  <a:pt x="435" y="2076"/>
                  <a:pt x="425" y="2066"/>
                  <a:pt x="415" y="2057"/>
                </a:cubicBezTo>
                <a:cubicBezTo>
                  <a:pt x="366" y="2016"/>
                  <a:pt x="358" y="2016"/>
                  <a:pt x="355" y="2011"/>
                </a:cubicBezTo>
                <a:cubicBezTo>
                  <a:pt x="315" y="1992"/>
                  <a:pt x="305" y="1986"/>
                  <a:pt x="292" y="1984"/>
                </a:cubicBezTo>
                <a:cubicBezTo>
                  <a:pt x="225" y="1957"/>
                  <a:pt x="220" y="1954"/>
                  <a:pt x="214" y="1953"/>
                </a:cubicBezTo>
                <a:cubicBezTo>
                  <a:pt x="186" y="1938"/>
                  <a:pt x="170" y="1937"/>
                  <a:pt x="160" y="1930"/>
                </a:cubicBezTo>
                <a:cubicBezTo>
                  <a:pt x="116" y="1915"/>
                  <a:pt x="111" y="1911"/>
                  <a:pt x="104" y="1910"/>
                </a:cubicBezTo>
                <a:cubicBezTo>
                  <a:pt x="63" y="1893"/>
                  <a:pt x="62" y="1885"/>
                  <a:pt x="54" y="1885"/>
                </a:cubicBezTo>
                <a:cubicBezTo>
                  <a:pt x="34" y="1870"/>
                  <a:pt x="30" y="1866"/>
                  <a:pt x="26" y="1861"/>
                </a:cubicBezTo>
                <a:cubicBezTo>
                  <a:pt x="0" y="1847"/>
                  <a:pt x="1" y="1847"/>
                  <a:pt x="1" y="1848"/>
                </a:cubicBezTo>
                <a:cubicBezTo>
                  <a:pt x="22" y="1863"/>
                  <a:pt x="21" y="1872"/>
                  <a:pt x="29" y="1872"/>
                </a:cubicBezTo>
                <a:cubicBezTo>
                  <a:pt x="60" y="1894"/>
                  <a:pt x="65" y="1903"/>
                  <a:pt x="75" y="1906"/>
                </a:cubicBezTo>
                <a:cubicBezTo>
                  <a:pt x="112" y="1923"/>
                  <a:pt x="122" y="1926"/>
                  <a:pt x="131" y="1930"/>
                </a:cubicBezTo>
                <a:cubicBezTo>
                  <a:pt x="168" y="1943"/>
                  <a:pt x="174" y="1948"/>
                  <a:pt x="183" y="1948"/>
                </a:cubicBezTo>
                <a:cubicBezTo>
                  <a:pt x="235" y="1971"/>
                  <a:pt x="241" y="1975"/>
                  <a:pt x="252" y="1974"/>
                </a:cubicBezTo>
                <a:cubicBezTo>
                  <a:pt x="295" y="1992"/>
                  <a:pt x="297" y="1997"/>
                  <a:pt x="304" y="1995"/>
                </a:cubicBezTo>
                <a:cubicBezTo>
                  <a:pt x="355" y="2024"/>
                  <a:pt x="357" y="2025"/>
                  <a:pt x="359" y="2026"/>
                </a:cubicBezTo>
                <a:cubicBezTo>
                  <a:pt x="381" y="2040"/>
                  <a:pt x="384" y="2043"/>
                  <a:pt x="388" y="2045"/>
                </a:cubicBezTo>
                <a:cubicBezTo>
                  <a:pt x="384" y="2048"/>
                  <a:pt x="369" y="2044"/>
                  <a:pt x="359" y="2034"/>
                </a:cubicBezTo>
                <a:cubicBezTo>
                  <a:pt x="320" y="2025"/>
                  <a:pt x="323" y="2016"/>
                  <a:pt x="317" y="2018"/>
                </a:cubicBezTo>
                <a:cubicBezTo>
                  <a:pt x="276" y="2006"/>
                  <a:pt x="276" y="2002"/>
                  <a:pt x="274" y="2001"/>
                </a:cubicBezTo>
                <a:cubicBezTo>
                  <a:pt x="241" y="1995"/>
                  <a:pt x="240" y="1992"/>
                  <a:pt x="236" y="1993"/>
                </a:cubicBezTo>
                <a:cubicBezTo>
                  <a:pt x="210" y="1981"/>
                  <a:pt x="201" y="1985"/>
                  <a:pt x="200" y="1978"/>
                </a:cubicBezTo>
                <a:cubicBezTo>
                  <a:pt x="133" y="1960"/>
                  <a:pt x="123" y="1961"/>
                  <a:pt x="118" y="1957"/>
                </a:cubicBezTo>
                <a:cubicBezTo>
                  <a:pt x="100" y="1945"/>
                  <a:pt x="90" y="1952"/>
                  <a:pt x="93" y="1944"/>
                </a:cubicBezTo>
                <a:cubicBezTo>
                  <a:pt x="49" y="1931"/>
                  <a:pt x="58" y="1932"/>
                  <a:pt x="64" y="1937"/>
                </a:cubicBezTo>
                <a:cubicBezTo>
                  <a:pt x="80" y="1947"/>
                  <a:pt x="81" y="1949"/>
                  <a:pt x="82" y="1951"/>
                </a:cubicBezTo>
                <a:cubicBezTo>
                  <a:pt x="127" y="1968"/>
                  <a:pt x="132" y="1972"/>
                  <a:pt x="139" y="1973"/>
                </a:cubicBezTo>
                <a:cubicBezTo>
                  <a:pt x="182" y="1987"/>
                  <a:pt x="190" y="1982"/>
                  <a:pt x="190" y="1987"/>
                </a:cubicBezTo>
                <a:cubicBezTo>
                  <a:pt x="248" y="2008"/>
                  <a:pt x="257" y="2006"/>
                  <a:pt x="263" y="2008"/>
                </a:cubicBezTo>
                <a:cubicBezTo>
                  <a:pt x="311" y="2025"/>
                  <a:pt x="318" y="2027"/>
                  <a:pt x="322" y="2033"/>
                </a:cubicBezTo>
                <a:cubicBezTo>
                  <a:pt x="370" y="2056"/>
                  <a:pt x="375" y="2055"/>
                  <a:pt x="378" y="2057"/>
                </a:cubicBezTo>
                <a:cubicBezTo>
                  <a:pt x="437" y="2104"/>
                  <a:pt x="444" y="2102"/>
                  <a:pt x="443" y="2109"/>
                </a:cubicBezTo>
                <a:cubicBezTo>
                  <a:pt x="462" y="2130"/>
                  <a:pt x="464" y="2132"/>
                  <a:pt x="465" y="2134"/>
                </a:cubicBezTo>
                <a:cubicBezTo>
                  <a:pt x="457" y="2127"/>
                  <a:pt x="451" y="2128"/>
                  <a:pt x="451" y="2122"/>
                </a:cubicBezTo>
                <a:cubicBezTo>
                  <a:pt x="423" y="2104"/>
                  <a:pt x="417" y="2098"/>
                  <a:pt x="411" y="2092"/>
                </a:cubicBezTo>
                <a:cubicBezTo>
                  <a:pt x="362" y="2061"/>
                  <a:pt x="351" y="2061"/>
                  <a:pt x="345" y="2055"/>
                </a:cubicBezTo>
                <a:cubicBezTo>
                  <a:pt x="286" y="2031"/>
                  <a:pt x="275" y="2027"/>
                  <a:pt x="264" y="2021"/>
                </a:cubicBezTo>
                <a:cubicBezTo>
                  <a:pt x="230" y="2007"/>
                  <a:pt x="228" y="2010"/>
                  <a:pt x="226" y="2007"/>
                </a:cubicBezTo>
                <a:cubicBezTo>
                  <a:pt x="192" y="1997"/>
                  <a:pt x="187" y="1995"/>
                  <a:pt x="181" y="1992"/>
                </a:cubicBezTo>
                <a:cubicBezTo>
                  <a:pt x="108" y="1970"/>
                  <a:pt x="98" y="1960"/>
                  <a:pt x="83" y="1958"/>
                </a:cubicBezTo>
                <a:cubicBezTo>
                  <a:pt x="25" y="1928"/>
                  <a:pt x="23" y="1926"/>
                  <a:pt x="19" y="1925"/>
                </a:cubicBezTo>
                <a:cubicBezTo>
                  <a:pt x="40" y="1946"/>
                  <a:pt x="48" y="1943"/>
                  <a:pt x="49" y="1949"/>
                </a:cubicBezTo>
                <a:cubicBezTo>
                  <a:pt x="103" y="1971"/>
                  <a:pt x="111" y="1978"/>
                  <a:pt x="122" y="1981"/>
                </a:cubicBezTo>
                <a:cubicBezTo>
                  <a:pt x="192" y="2004"/>
                  <a:pt x="200" y="2010"/>
                  <a:pt x="211" y="2012"/>
                </a:cubicBezTo>
                <a:cubicBezTo>
                  <a:pt x="263" y="2031"/>
                  <a:pt x="270" y="2031"/>
                  <a:pt x="272" y="2036"/>
                </a:cubicBezTo>
                <a:cubicBezTo>
                  <a:pt x="314" y="2054"/>
                  <a:pt x="326" y="2056"/>
                  <a:pt x="335" y="2062"/>
                </a:cubicBezTo>
                <a:cubicBezTo>
                  <a:pt x="402" y="2103"/>
                  <a:pt x="410" y="2103"/>
                  <a:pt x="413" y="2109"/>
                </a:cubicBezTo>
                <a:cubicBezTo>
                  <a:pt x="439" y="2128"/>
                  <a:pt x="442" y="2130"/>
                  <a:pt x="445" y="2131"/>
                </a:cubicBezTo>
                <a:cubicBezTo>
                  <a:pt x="473" y="2160"/>
                  <a:pt x="473" y="2160"/>
                  <a:pt x="473" y="2160"/>
                </a:cubicBezTo>
                <a:cubicBezTo>
                  <a:pt x="521" y="2147"/>
                  <a:pt x="516" y="2139"/>
                  <a:pt x="524" y="2139"/>
                </a:cubicBezTo>
                <a:close/>
                <a:moveTo>
                  <a:pt x="452" y="1733"/>
                </a:moveTo>
                <a:cubicBezTo>
                  <a:pt x="454" y="1730"/>
                  <a:pt x="456" y="1727"/>
                  <a:pt x="458" y="1724"/>
                </a:cubicBezTo>
                <a:cubicBezTo>
                  <a:pt x="465" y="1726"/>
                  <a:pt x="453" y="1729"/>
                  <a:pt x="456" y="1735"/>
                </a:cubicBezTo>
                <a:cubicBezTo>
                  <a:pt x="453" y="1737"/>
                  <a:pt x="452" y="1741"/>
                  <a:pt x="450" y="1744"/>
                </a:cubicBezTo>
                <a:cubicBezTo>
                  <a:pt x="443" y="1741"/>
                  <a:pt x="454" y="1738"/>
                  <a:pt x="452" y="1733"/>
                </a:cubicBezTo>
                <a:close/>
                <a:moveTo>
                  <a:pt x="440" y="1760"/>
                </a:moveTo>
                <a:cubicBezTo>
                  <a:pt x="442" y="1755"/>
                  <a:pt x="444" y="1751"/>
                  <a:pt x="446" y="1746"/>
                </a:cubicBezTo>
                <a:cubicBezTo>
                  <a:pt x="452" y="1748"/>
                  <a:pt x="442" y="1753"/>
                  <a:pt x="445" y="1759"/>
                </a:cubicBezTo>
                <a:cubicBezTo>
                  <a:pt x="441" y="1763"/>
                  <a:pt x="438" y="1767"/>
                  <a:pt x="437" y="1773"/>
                </a:cubicBezTo>
                <a:cubicBezTo>
                  <a:pt x="432" y="1771"/>
                  <a:pt x="438" y="1762"/>
                  <a:pt x="440" y="1760"/>
                </a:cubicBezTo>
                <a:close/>
                <a:moveTo>
                  <a:pt x="424" y="1798"/>
                </a:moveTo>
                <a:cubicBezTo>
                  <a:pt x="427" y="1792"/>
                  <a:pt x="424" y="1802"/>
                  <a:pt x="424" y="1805"/>
                </a:cubicBezTo>
                <a:cubicBezTo>
                  <a:pt x="420" y="1803"/>
                  <a:pt x="423" y="1801"/>
                  <a:pt x="424" y="1798"/>
                </a:cubicBezTo>
                <a:close/>
                <a:moveTo>
                  <a:pt x="399" y="1754"/>
                </a:moveTo>
                <a:cubicBezTo>
                  <a:pt x="404" y="1754"/>
                  <a:pt x="400" y="1761"/>
                  <a:pt x="399" y="1763"/>
                </a:cubicBezTo>
                <a:cubicBezTo>
                  <a:pt x="393" y="1762"/>
                  <a:pt x="401" y="1758"/>
                  <a:pt x="399" y="1754"/>
                </a:cubicBezTo>
                <a:close/>
                <a:moveTo>
                  <a:pt x="390" y="1787"/>
                </a:moveTo>
                <a:cubicBezTo>
                  <a:pt x="394" y="1782"/>
                  <a:pt x="390" y="1791"/>
                  <a:pt x="390" y="1794"/>
                </a:cubicBezTo>
                <a:cubicBezTo>
                  <a:pt x="386" y="1793"/>
                  <a:pt x="390" y="1790"/>
                  <a:pt x="390" y="1787"/>
                </a:cubicBezTo>
                <a:close/>
                <a:moveTo>
                  <a:pt x="217" y="1469"/>
                </a:moveTo>
                <a:cubicBezTo>
                  <a:pt x="217" y="1468"/>
                  <a:pt x="217" y="1467"/>
                  <a:pt x="216" y="1465"/>
                </a:cubicBezTo>
                <a:cubicBezTo>
                  <a:pt x="221" y="1464"/>
                  <a:pt x="221" y="1468"/>
                  <a:pt x="221" y="1471"/>
                </a:cubicBezTo>
                <a:cubicBezTo>
                  <a:pt x="220" y="1471"/>
                  <a:pt x="219" y="1469"/>
                  <a:pt x="217" y="1469"/>
                </a:cubicBezTo>
                <a:close/>
                <a:moveTo>
                  <a:pt x="234" y="1492"/>
                </a:moveTo>
                <a:cubicBezTo>
                  <a:pt x="235" y="1486"/>
                  <a:pt x="239" y="1497"/>
                  <a:pt x="243" y="1496"/>
                </a:cubicBezTo>
                <a:cubicBezTo>
                  <a:pt x="243" y="1499"/>
                  <a:pt x="243" y="1502"/>
                  <a:pt x="245" y="1502"/>
                </a:cubicBezTo>
                <a:cubicBezTo>
                  <a:pt x="241" y="1509"/>
                  <a:pt x="239" y="1493"/>
                  <a:pt x="234" y="1492"/>
                </a:cubicBezTo>
                <a:close/>
                <a:moveTo>
                  <a:pt x="288" y="1609"/>
                </a:moveTo>
                <a:cubicBezTo>
                  <a:pt x="292" y="1610"/>
                  <a:pt x="294" y="1614"/>
                  <a:pt x="295" y="1619"/>
                </a:cubicBezTo>
                <a:cubicBezTo>
                  <a:pt x="291" y="1618"/>
                  <a:pt x="289" y="1614"/>
                  <a:pt x="288" y="1609"/>
                </a:cubicBezTo>
                <a:close/>
                <a:moveTo>
                  <a:pt x="307" y="1605"/>
                </a:moveTo>
                <a:cubicBezTo>
                  <a:pt x="302" y="1602"/>
                  <a:pt x="305" y="1590"/>
                  <a:pt x="301" y="1586"/>
                </a:cubicBezTo>
                <a:cubicBezTo>
                  <a:pt x="305" y="1588"/>
                  <a:pt x="307" y="1588"/>
                  <a:pt x="310" y="1585"/>
                </a:cubicBezTo>
                <a:cubicBezTo>
                  <a:pt x="308" y="1574"/>
                  <a:pt x="312" y="1569"/>
                  <a:pt x="313" y="1561"/>
                </a:cubicBezTo>
                <a:cubicBezTo>
                  <a:pt x="313" y="1553"/>
                  <a:pt x="319" y="1567"/>
                  <a:pt x="313" y="1565"/>
                </a:cubicBezTo>
                <a:cubicBezTo>
                  <a:pt x="315" y="1582"/>
                  <a:pt x="308" y="1591"/>
                  <a:pt x="307" y="1605"/>
                </a:cubicBezTo>
                <a:close/>
                <a:moveTo>
                  <a:pt x="359" y="1783"/>
                </a:moveTo>
                <a:cubicBezTo>
                  <a:pt x="351" y="1782"/>
                  <a:pt x="356" y="1772"/>
                  <a:pt x="358" y="1768"/>
                </a:cubicBezTo>
                <a:cubicBezTo>
                  <a:pt x="365" y="1770"/>
                  <a:pt x="356" y="1776"/>
                  <a:pt x="359" y="1783"/>
                </a:cubicBezTo>
                <a:close/>
                <a:moveTo>
                  <a:pt x="388" y="2010"/>
                </a:moveTo>
                <a:cubicBezTo>
                  <a:pt x="384" y="2012"/>
                  <a:pt x="382" y="2009"/>
                  <a:pt x="379" y="2009"/>
                </a:cubicBezTo>
                <a:cubicBezTo>
                  <a:pt x="376" y="2005"/>
                  <a:pt x="372" y="2001"/>
                  <a:pt x="368" y="1999"/>
                </a:cubicBezTo>
                <a:cubicBezTo>
                  <a:pt x="362" y="1998"/>
                  <a:pt x="359" y="1993"/>
                  <a:pt x="354" y="1991"/>
                </a:cubicBezTo>
                <a:cubicBezTo>
                  <a:pt x="350" y="1988"/>
                  <a:pt x="344" y="1987"/>
                  <a:pt x="340" y="1983"/>
                </a:cubicBezTo>
                <a:cubicBezTo>
                  <a:pt x="330" y="1979"/>
                  <a:pt x="323" y="1971"/>
                  <a:pt x="311" y="1970"/>
                </a:cubicBezTo>
                <a:cubicBezTo>
                  <a:pt x="304" y="1963"/>
                  <a:pt x="290" y="1963"/>
                  <a:pt x="284" y="1954"/>
                </a:cubicBezTo>
                <a:cubicBezTo>
                  <a:pt x="260" y="1951"/>
                  <a:pt x="240" y="1944"/>
                  <a:pt x="223" y="1932"/>
                </a:cubicBezTo>
                <a:cubicBezTo>
                  <a:pt x="211" y="1932"/>
                  <a:pt x="203" y="1927"/>
                  <a:pt x="192" y="1926"/>
                </a:cubicBezTo>
                <a:cubicBezTo>
                  <a:pt x="186" y="1920"/>
                  <a:pt x="173" y="1921"/>
                  <a:pt x="167" y="1915"/>
                </a:cubicBezTo>
                <a:cubicBezTo>
                  <a:pt x="156" y="1913"/>
                  <a:pt x="149" y="1908"/>
                  <a:pt x="138" y="1906"/>
                </a:cubicBezTo>
                <a:cubicBezTo>
                  <a:pt x="129" y="1903"/>
                  <a:pt x="123" y="1897"/>
                  <a:pt x="111" y="1897"/>
                </a:cubicBezTo>
                <a:cubicBezTo>
                  <a:pt x="119" y="1888"/>
                  <a:pt x="125" y="1901"/>
                  <a:pt x="135" y="1897"/>
                </a:cubicBezTo>
                <a:cubicBezTo>
                  <a:pt x="143" y="1899"/>
                  <a:pt x="151" y="1901"/>
                  <a:pt x="162" y="1900"/>
                </a:cubicBezTo>
                <a:cubicBezTo>
                  <a:pt x="165" y="1904"/>
                  <a:pt x="173" y="1902"/>
                  <a:pt x="177" y="1905"/>
                </a:cubicBezTo>
                <a:cubicBezTo>
                  <a:pt x="183" y="1906"/>
                  <a:pt x="188" y="1907"/>
                  <a:pt x="191" y="1911"/>
                </a:cubicBezTo>
                <a:cubicBezTo>
                  <a:pt x="203" y="1911"/>
                  <a:pt x="209" y="1918"/>
                  <a:pt x="222" y="1917"/>
                </a:cubicBezTo>
                <a:cubicBezTo>
                  <a:pt x="230" y="1923"/>
                  <a:pt x="243" y="1923"/>
                  <a:pt x="251" y="1928"/>
                </a:cubicBezTo>
                <a:cubicBezTo>
                  <a:pt x="260" y="1933"/>
                  <a:pt x="268" y="1937"/>
                  <a:pt x="278" y="1939"/>
                </a:cubicBezTo>
                <a:cubicBezTo>
                  <a:pt x="282" y="1943"/>
                  <a:pt x="288" y="1944"/>
                  <a:pt x="292" y="1947"/>
                </a:cubicBezTo>
                <a:cubicBezTo>
                  <a:pt x="294" y="1949"/>
                  <a:pt x="297" y="1949"/>
                  <a:pt x="301" y="1949"/>
                </a:cubicBezTo>
                <a:cubicBezTo>
                  <a:pt x="300" y="1953"/>
                  <a:pt x="303" y="1953"/>
                  <a:pt x="305" y="1953"/>
                </a:cubicBezTo>
                <a:cubicBezTo>
                  <a:pt x="313" y="1958"/>
                  <a:pt x="323" y="1961"/>
                  <a:pt x="328" y="1969"/>
                </a:cubicBezTo>
                <a:cubicBezTo>
                  <a:pt x="335" y="1968"/>
                  <a:pt x="337" y="1973"/>
                  <a:pt x="340" y="1977"/>
                </a:cubicBezTo>
                <a:cubicBezTo>
                  <a:pt x="344" y="1976"/>
                  <a:pt x="345" y="1979"/>
                  <a:pt x="349" y="1978"/>
                </a:cubicBezTo>
                <a:cubicBezTo>
                  <a:pt x="348" y="1982"/>
                  <a:pt x="351" y="1982"/>
                  <a:pt x="353" y="1982"/>
                </a:cubicBezTo>
                <a:cubicBezTo>
                  <a:pt x="354" y="1988"/>
                  <a:pt x="363" y="1986"/>
                  <a:pt x="365" y="1990"/>
                </a:cubicBezTo>
                <a:cubicBezTo>
                  <a:pt x="371" y="1991"/>
                  <a:pt x="372" y="1996"/>
                  <a:pt x="378" y="1996"/>
                </a:cubicBezTo>
                <a:cubicBezTo>
                  <a:pt x="382" y="2003"/>
                  <a:pt x="388" y="2008"/>
                  <a:pt x="395" y="2012"/>
                </a:cubicBezTo>
                <a:cubicBezTo>
                  <a:pt x="395" y="2018"/>
                  <a:pt x="388" y="2013"/>
                  <a:pt x="388" y="2010"/>
                </a:cubicBezTo>
                <a:close/>
                <a:moveTo>
                  <a:pt x="596" y="2107"/>
                </a:moveTo>
                <a:cubicBezTo>
                  <a:pt x="598" y="2103"/>
                  <a:pt x="602" y="2098"/>
                  <a:pt x="604" y="2094"/>
                </a:cubicBezTo>
                <a:cubicBezTo>
                  <a:pt x="619" y="2080"/>
                  <a:pt x="618" y="2072"/>
                  <a:pt x="622" y="2068"/>
                </a:cubicBezTo>
                <a:cubicBezTo>
                  <a:pt x="660" y="2019"/>
                  <a:pt x="661" y="2017"/>
                  <a:pt x="662" y="2015"/>
                </a:cubicBezTo>
                <a:cubicBezTo>
                  <a:pt x="680" y="1994"/>
                  <a:pt x="677" y="1985"/>
                  <a:pt x="684" y="1985"/>
                </a:cubicBezTo>
                <a:cubicBezTo>
                  <a:pt x="699" y="1956"/>
                  <a:pt x="701" y="1954"/>
                  <a:pt x="703" y="1953"/>
                </a:cubicBezTo>
                <a:cubicBezTo>
                  <a:pt x="735" y="1903"/>
                  <a:pt x="744" y="1884"/>
                  <a:pt x="752" y="1865"/>
                </a:cubicBezTo>
                <a:cubicBezTo>
                  <a:pt x="765" y="1831"/>
                  <a:pt x="766" y="1825"/>
                  <a:pt x="768" y="1820"/>
                </a:cubicBezTo>
                <a:cubicBezTo>
                  <a:pt x="769" y="1817"/>
                  <a:pt x="760" y="1822"/>
                  <a:pt x="761" y="1836"/>
                </a:cubicBezTo>
                <a:cubicBezTo>
                  <a:pt x="728" y="1898"/>
                  <a:pt x="723" y="1908"/>
                  <a:pt x="718" y="1917"/>
                </a:cubicBezTo>
                <a:cubicBezTo>
                  <a:pt x="702" y="1935"/>
                  <a:pt x="702" y="1939"/>
                  <a:pt x="700" y="1940"/>
                </a:cubicBezTo>
                <a:cubicBezTo>
                  <a:pt x="676" y="1974"/>
                  <a:pt x="673" y="1984"/>
                  <a:pt x="667" y="1991"/>
                </a:cubicBezTo>
                <a:cubicBezTo>
                  <a:pt x="648" y="2019"/>
                  <a:pt x="646" y="2019"/>
                  <a:pt x="647" y="2023"/>
                </a:cubicBezTo>
                <a:cubicBezTo>
                  <a:pt x="633" y="2043"/>
                  <a:pt x="628" y="2045"/>
                  <a:pt x="625" y="2048"/>
                </a:cubicBezTo>
                <a:cubicBezTo>
                  <a:pt x="609" y="2076"/>
                  <a:pt x="604" y="2078"/>
                  <a:pt x="601" y="2081"/>
                </a:cubicBezTo>
                <a:cubicBezTo>
                  <a:pt x="576" y="2118"/>
                  <a:pt x="578" y="2126"/>
                  <a:pt x="571" y="2127"/>
                </a:cubicBezTo>
                <a:cubicBezTo>
                  <a:pt x="556" y="2155"/>
                  <a:pt x="554" y="2157"/>
                  <a:pt x="553" y="2160"/>
                </a:cubicBezTo>
                <a:cubicBezTo>
                  <a:pt x="565" y="2157"/>
                  <a:pt x="568" y="2155"/>
                  <a:pt x="566" y="2151"/>
                </a:cubicBezTo>
                <a:cubicBezTo>
                  <a:pt x="593" y="2117"/>
                  <a:pt x="590" y="2108"/>
                  <a:pt x="596" y="2107"/>
                </a:cubicBezTo>
                <a:close/>
                <a:moveTo>
                  <a:pt x="556" y="2121"/>
                </a:moveTo>
                <a:cubicBezTo>
                  <a:pt x="555" y="2115"/>
                  <a:pt x="559" y="2113"/>
                  <a:pt x="561" y="2110"/>
                </a:cubicBezTo>
                <a:cubicBezTo>
                  <a:pt x="585" y="2064"/>
                  <a:pt x="590" y="2064"/>
                  <a:pt x="591" y="2060"/>
                </a:cubicBezTo>
                <a:cubicBezTo>
                  <a:pt x="608" y="2038"/>
                  <a:pt x="607" y="2033"/>
                  <a:pt x="610" y="2030"/>
                </a:cubicBezTo>
                <a:cubicBezTo>
                  <a:pt x="638" y="2004"/>
                  <a:pt x="636" y="1993"/>
                  <a:pt x="645" y="1992"/>
                </a:cubicBezTo>
                <a:cubicBezTo>
                  <a:pt x="664" y="1965"/>
                  <a:pt x="667" y="1963"/>
                  <a:pt x="666" y="1958"/>
                </a:cubicBezTo>
                <a:cubicBezTo>
                  <a:pt x="682" y="1941"/>
                  <a:pt x="684" y="1938"/>
                  <a:pt x="687" y="1937"/>
                </a:cubicBezTo>
                <a:cubicBezTo>
                  <a:pt x="710" y="1898"/>
                  <a:pt x="721" y="1889"/>
                  <a:pt x="726" y="1875"/>
                </a:cubicBezTo>
                <a:cubicBezTo>
                  <a:pt x="749" y="1838"/>
                  <a:pt x="750" y="1835"/>
                  <a:pt x="749" y="1830"/>
                </a:cubicBezTo>
                <a:cubicBezTo>
                  <a:pt x="766" y="1792"/>
                  <a:pt x="762" y="1780"/>
                  <a:pt x="770" y="1778"/>
                </a:cubicBezTo>
                <a:cubicBezTo>
                  <a:pt x="774" y="1706"/>
                  <a:pt x="781" y="1717"/>
                  <a:pt x="776" y="1719"/>
                </a:cubicBezTo>
                <a:cubicBezTo>
                  <a:pt x="771" y="1756"/>
                  <a:pt x="768" y="1760"/>
                  <a:pt x="767" y="1765"/>
                </a:cubicBezTo>
                <a:cubicBezTo>
                  <a:pt x="751" y="1811"/>
                  <a:pt x="751" y="1818"/>
                  <a:pt x="746" y="1819"/>
                </a:cubicBezTo>
                <a:cubicBezTo>
                  <a:pt x="726" y="1861"/>
                  <a:pt x="723" y="1864"/>
                  <a:pt x="721" y="1869"/>
                </a:cubicBezTo>
                <a:cubicBezTo>
                  <a:pt x="686" y="1918"/>
                  <a:pt x="687" y="1914"/>
                  <a:pt x="683" y="1918"/>
                </a:cubicBezTo>
                <a:cubicBezTo>
                  <a:pt x="665" y="1944"/>
                  <a:pt x="666" y="1949"/>
                  <a:pt x="661" y="1950"/>
                </a:cubicBezTo>
                <a:cubicBezTo>
                  <a:pt x="649" y="1969"/>
                  <a:pt x="647" y="1972"/>
                  <a:pt x="646" y="1975"/>
                </a:cubicBezTo>
                <a:cubicBezTo>
                  <a:pt x="622" y="2004"/>
                  <a:pt x="620" y="2011"/>
                  <a:pt x="614" y="2014"/>
                </a:cubicBezTo>
                <a:cubicBezTo>
                  <a:pt x="595" y="2042"/>
                  <a:pt x="587" y="2040"/>
                  <a:pt x="590" y="2047"/>
                </a:cubicBezTo>
                <a:cubicBezTo>
                  <a:pt x="566" y="2088"/>
                  <a:pt x="559" y="2090"/>
                  <a:pt x="556" y="2097"/>
                </a:cubicBezTo>
                <a:cubicBezTo>
                  <a:pt x="535" y="2141"/>
                  <a:pt x="528" y="2144"/>
                  <a:pt x="527" y="2151"/>
                </a:cubicBezTo>
                <a:cubicBezTo>
                  <a:pt x="533" y="2157"/>
                  <a:pt x="535" y="2153"/>
                  <a:pt x="538" y="2151"/>
                </a:cubicBezTo>
                <a:cubicBezTo>
                  <a:pt x="549" y="2125"/>
                  <a:pt x="552" y="2123"/>
                  <a:pt x="556" y="212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4BDC-A3E7-4317-A652-4C711537E6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419" y="0"/>
            <a:ext cx="753770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BAABD3-7850-4600-BF15-44633214A8E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98564" y="0"/>
            <a:ext cx="0" cy="685800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5FFF46-7665-4A66-A43B-FEE4EA3347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18324" y="4228554"/>
            <a:ext cx="13716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DFBF08-F951-4A77-87BB-C7732115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487" y="643467"/>
            <a:ext cx="6253571" cy="33798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930"/>
              </a:spcBef>
            </a:pPr>
            <a:r>
              <a:rPr lang="en-US" sz="5400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5BA57-A16F-4E68-869C-0CA9C76D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3709" y="4231730"/>
            <a:ext cx="6244349" cy="23642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ts val="93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2208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F81CF-613C-431C-B2EC-4A58A6688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09C113BB-2DAF-4608-9411-C30D27DC4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77623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059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Feathers">
            <a:extLst>
              <a:ext uri="{FF2B5EF4-FFF2-40B4-BE49-F238E27FC236}">
                <a16:creationId xmlns:a16="http://schemas.microsoft.com/office/drawing/2014/main" id="{F7FD9B28-D4CE-4960-9CA8-20C433BC287C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C755812-A347-4BC6-99B0-4F9005146C8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C01C931E-CA16-482B-862A-5CC7FD0E933B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14" name="Straight Connector 13" title="Rule Line">
            <a:extLst>
              <a:ext uri="{FF2B5EF4-FFF2-40B4-BE49-F238E27FC236}">
                <a16:creationId xmlns:a16="http://schemas.microsoft.com/office/drawing/2014/main" id="{D7B5CF36-88AE-4085-B580-4618B482816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2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0369B00-E29B-4BE1-9B97-31C4628C38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 title="Rule Line">
            <a:extLst>
              <a:ext uri="{FF2B5EF4-FFF2-40B4-BE49-F238E27FC236}">
                <a16:creationId xmlns:a16="http://schemas.microsoft.com/office/drawing/2014/main" id="{783650ED-89BE-40BA-B6D5-FB00064D42B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2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482156"/>
            <a:ext cx="5455949" cy="3573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2" y="568345"/>
            <a:ext cx="5303471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9DBA32-579C-48E3-855A-88F93A031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662773"/>
              </p:ext>
            </p:extLst>
          </p:nvPr>
        </p:nvGraphicFramePr>
        <p:xfrm>
          <a:off x="6137662" y="2357699"/>
          <a:ext cx="5582653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7447994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2448</Words>
  <Application>Microsoft Office PowerPoint</Application>
  <PresentationFormat>Geniş ekran</PresentationFormat>
  <Paragraphs>469</Paragraphs>
  <Slides>46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46</vt:i4>
      </vt:variant>
    </vt:vector>
  </HeadingPairs>
  <TitlesOfParts>
    <vt:vector size="50" baseType="lpstr">
      <vt:lpstr>Calibri</vt:lpstr>
      <vt:lpstr>Century Schoolbook</vt:lpstr>
      <vt:lpstr>Corbel</vt:lpstr>
      <vt:lpstr>Feathered</vt:lpstr>
      <vt:lpstr>Chapter 11 Bitcoin Security</vt:lpstr>
      <vt:lpstr>Content</vt:lpstr>
      <vt:lpstr>Bitcoin Security</vt:lpstr>
      <vt:lpstr>Bitcoin as a Digital Cash</vt:lpstr>
      <vt:lpstr>Bitcoin Possession</vt:lpstr>
      <vt:lpstr>Bitcoin Distinguishin Capabilities</vt:lpstr>
      <vt:lpstr>Security Principles</vt:lpstr>
      <vt:lpstr>Security Principles</vt:lpstr>
      <vt:lpstr>Traditional Payment Networks</vt:lpstr>
      <vt:lpstr>End-to-End Security</vt:lpstr>
      <vt:lpstr>Bitcoin Network</vt:lpstr>
      <vt:lpstr>Bitcoin’s Decentralized Security Model</vt:lpstr>
      <vt:lpstr>Developing Bitcoin Systems Securely</vt:lpstr>
      <vt:lpstr>Early Bitcoin Exchanges</vt:lpstr>
      <vt:lpstr>Taking Transactions “Off Blockchain”</vt:lpstr>
      <vt:lpstr>Advantages of Bitcoin’s Security Model</vt:lpstr>
      <vt:lpstr>The Root of Trust</vt:lpstr>
      <vt:lpstr>The Root of Trust</vt:lpstr>
      <vt:lpstr>The Root of Trust</vt:lpstr>
      <vt:lpstr>Security Dilemma</vt:lpstr>
      <vt:lpstr>Bitcoin Model</vt:lpstr>
      <vt:lpstr>Issues in Bitcoin Application Design</vt:lpstr>
      <vt:lpstr>Issues in Bitcoin Application Design</vt:lpstr>
      <vt:lpstr>Examination of Security Architecture</vt:lpstr>
      <vt:lpstr>Hacked Bitcoin Examples</vt:lpstr>
      <vt:lpstr>User Security Best Practices</vt:lpstr>
      <vt:lpstr>User Security Best Practices</vt:lpstr>
      <vt:lpstr>User Security Best Practices</vt:lpstr>
      <vt:lpstr>User Security Best Practices</vt:lpstr>
      <vt:lpstr>User Security Best Practices</vt:lpstr>
      <vt:lpstr>User Security Best Practices</vt:lpstr>
      <vt:lpstr>Avareness for Security</vt:lpstr>
      <vt:lpstr>Affect of Bitcoin</vt:lpstr>
      <vt:lpstr>Physical Bitcoin Storage</vt:lpstr>
      <vt:lpstr>Physical Bitcoin Storage</vt:lpstr>
      <vt:lpstr>Hardware Wallets</vt:lpstr>
      <vt:lpstr>Balancing Risk</vt:lpstr>
      <vt:lpstr>Balancing Risk</vt:lpstr>
      <vt:lpstr>Diversifying Risk</vt:lpstr>
      <vt:lpstr>Multisig and Governance</vt:lpstr>
      <vt:lpstr>Multisig and Governance</vt:lpstr>
      <vt:lpstr>Survivability</vt:lpstr>
      <vt:lpstr>Survivability</vt:lpstr>
      <vt:lpstr>Conclusion</vt:lpstr>
      <vt:lpstr>Conclusion</vt:lpstr>
      <vt:lpstr>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Bitcoin Security</dc:title>
  <dc:creator>YUSUF ALTUNEL</dc:creator>
  <cp:lastModifiedBy>YUSUF ALTUNEL</cp:lastModifiedBy>
  <cp:revision>2</cp:revision>
  <dcterms:created xsi:type="dcterms:W3CDTF">2021-05-01T16:03:10Z</dcterms:created>
  <dcterms:modified xsi:type="dcterms:W3CDTF">2021-05-01T16:03:28Z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2021-05-01T16:03:26Z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96ff372a-1f8b-46a1-ae80-d251c527ea9a</vt:lpwstr>
  </property>
  <property fmtid="{D5CDD505-2E9C-101B-9397-08002B2CF9AE}" pid="8" name="MSIP_Label_c66f6488-6f7b-4340-b880-828136ff7811_ContentBits">
    <vt:lpwstr>0</vt:lpwstr>
  </property>
</Properties>
</file>