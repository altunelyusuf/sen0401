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14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15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16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68"/>
  </p:notesMasterIdLst>
  <p:sldIdLst>
    <p:sldId id="334" r:id="rId2"/>
    <p:sldId id="257" r:id="rId3"/>
    <p:sldId id="268" r:id="rId4"/>
    <p:sldId id="274" r:id="rId5"/>
    <p:sldId id="276" r:id="rId6"/>
    <p:sldId id="277" r:id="rId7"/>
    <p:sldId id="279" r:id="rId8"/>
    <p:sldId id="278" r:id="rId9"/>
    <p:sldId id="310" r:id="rId10"/>
    <p:sldId id="269" r:id="rId11"/>
    <p:sldId id="280" r:id="rId12"/>
    <p:sldId id="304" r:id="rId13"/>
    <p:sldId id="335" r:id="rId14"/>
    <p:sldId id="311" r:id="rId15"/>
    <p:sldId id="321" r:id="rId16"/>
    <p:sldId id="281" r:id="rId17"/>
    <p:sldId id="313" r:id="rId18"/>
    <p:sldId id="336" r:id="rId19"/>
    <p:sldId id="283" r:id="rId20"/>
    <p:sldId id="320" r:id="rId21"/>
    <p:sldId id="314" r:id="rId22"/>
    <p:sldId id="284" r:id="rId23"/>
    <p:sldId id="322" r:id="rId24"/>
    <p:sldId id="285" r:id="rId25"/>
    <p:sldId id="305" r:id="rId26"/>
    <p:sldId id="286" r:id="rId27"/>
    <p:sldId id="306" r:id="rId28"/>
    <p:sldId id="287" r:id="rId29"/>
    <p:sldId id="288" r:id="rId30"/>
    <p:sldId id="270" r:id="rId31"/>
    <p:sldId id="289" r:id="rId32"/>
    <p:sldId id="307" r:id="rId33"/>
    <p:sldId id="291" r:id="rId34"/>
    <p:sldId id="308" r:id="rId35"/>
    <p:sldId id="292" r:id="rId36"/>
    <p:sldId id="293" r:id="rId37"/>
    <p:sldId id="323" r:id="rId38"/>
    <p:sldId id="324" r:id="rId39"/>
    <p:sldId id="309" r:id="rId40"/>
    <p:sldId id="325" r:id="rId41"/>
    <p:sldId id="315" r:id="rId42"/>
    <p:sldId id="271" r:id="rId43"/>
    <p:sldId id="295" r:id="rId44"/>
    <p:sldId id="296" r:id="rId45"/>
    <p:sldId id="272" r:id="rId46"/>
    <p:sldId id="326" r:id="rId47"/>
    <p:sldId id="327" r:id="rId48"/>
    <p:sldId id="297" r:id="rId49"/>
    <p:sldId id="298" r:id="rId50"/>
    <p:sldId id="299" r:id="rId51"/>
    <p:sldId id="300" r:id="rId52"/>
    <p:sldId id="328" r:id="rId53"/>
    <p:sldId id="329" r:id="rId54"/>
    <p:sldId id="301" r:id="rId55"/>
    <p:sldId id="316" r:id="rId56"/>
    <p:sldId id="317" r:id="rId57"/>
    <p:sldId id="318" r:id="rId58"/>
    <p:sldId id="319" r:id="rId59"/>
    <p:sldId id="302" r:id="rId60"/>
    <p:sldId id="273" r:id="rId61"/>
    <p:sldId id="330" r:id="rId62"/>
    <p:sldId id="303" r:id="rId63"/>
    <p:sldId id="331" r:id="rId64"/>
    <p:sldId id="312" r:id="rId65"/>
    <p:sldId id="332" r:id="rId66"/>
    <p:sldId id="333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8" autoAdjust="0"/>
    <p:restoredTop sz="87819" autoAdjust="0"/>
  </p:normalViewPr>
  <p:slideViewPr>
    <p:cSldViewPr snapToGrid="0">
      <p:cViewPr varScale="1">
        <p:scale>
          <a:sx n="71" d="100"/>
          <a:sy n="71" d="100"/>
        </p:scale>
        <p:origin x="7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hyperlink" Target="https://blockchain.info/" TargetMode="External"/><Relationship Id="rId7" Type="http://schemas.openxmlformats.org/officeDocument/2006/relationships/image" Target="../media/image16.png"/><Relationship Id="rId2" Type="http://schemas.openxmlformats.org/officeDocument/2006/relationships/hyperlink" Target="https://live.blockcypher.com/" TargetMode="External"/><Relationship Id="rId1" Type="http://schemas.openxmlformats.org/officeDocument/2006/relationships/hyperlink" Target="https://www.blockchain.com/btc/blocks" TargetMode="Externa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hyperlink" Target="https://insight.bitpay.com/" TargetMode="External"/><Relationship Id="rId9" Type="http://schemas.openxmlformats.org/officeDocument/2006/relationships/image" Target="../media/image18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4" Type="http://schemas.openxmlformats.org/officeDocument/2006/relationships/image" Target="../media/image57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6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4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4" Type="http://schemas.openxmlformats.org/officeDocument/2006/relationships/image" Target="../media/image71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Relationship Id="rId4" Type="http://schemas.openxmlformats.org/officeDocument/2006/relationships/image" Target="../media/image84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82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" Type="http://schemas.openxmlformats.org/officeDocument/2006/relationships/image" Target="../media/image91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4" Type="http://schemas.openxmlformats.org/officeDocument/2006/relationships/image" Target="../media/image101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svg"/><Relationship Id="rId1" Type="http://schemas.openxmlformats.org/officeDocument/2006/relationships/image" Target="../media/image102.png"/><Relationship Id="rId6" Type="http://schemas.openxmlformats.org/officeDocument/2006/relationships/image" Target="../media/image107.svg"/><Relationship Id="rId5" Type="http://schemas.openxmlformats.org/officeDocument/2006/relationships/image" Target="../media/image106.png"/><Relationship Id="rId4" Type="http://schemas.openxmlformats.org/officeDocument/2006/relationships/image" Target="../media/image105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svg"/><Relationship Id="rId1" Type="http://schemas.openxmlformats.org/officeDocument/2006/relationships/image" Target="../media/image108.png"/><Relationship Id="rId6" Type="http://schemas.openxmlformats.org/officeDocument/2006/relationships/image" Target="../media/image113.svg"/><Relationship Id="rId5" Type="http://schemas.openxmlformats.org/officeDocument/2006/relationships/image" Target="../media/image112.png"/><Relationship Id="rId4" Type="http://schemas.openxmlformats.org/officeDocument/2006/relationships/image" Target="../media/image111.sv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46.sv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svg"/><Relationship Id="rId1" Type="http://schemas.openxmlformats.org/officeDocument/2006/relationships/image" Target="../media/image118.png"/><Relationship Id="rId6" Type="http://schemas.openxmlformats.org/officeDocument/2006/relationships/image" Target="../media/image122.svg"/><Relationship Id="rId5" Type="http://schemas.openxmlformats.org/officeDocument/2006/relationships/image" Target="../media/image45.png"/><Relationship Id="rId4" Type="http://schemas.openxmlformats.org/officeDocument/2006/relationships/image" Target="../media/image121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127.svg"/><Relationship Id="rId5" Type="http://schemas.openxmlformats.org/officeDocument/2006/relationships/image" Target="../media/image126.png"/><Relationship Id="rId4" Type="http://schemas.openxmlformats.org/officeDocument/2006/relationships/image" Target="../media/image125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31.svg"/></Relationships>
</file>

<file path=ppt/diagrams/_rels/data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sv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svg"/><Relationship Id="rId1" Type="http://schemas.openxmlformats.org/officeDocument/2006/relationships/image" Target="../media/image134.png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svg"/><Relationship Id="rId1" Type="http://schemas.openxmlformats.org/officeDocument/2006/relationships/image" Target="../media/image142.png"/><Relationship Id="rId6" Type="http://schemas.openxmlformats.org/officeDocument/2006/relationships/image" Target="../media/image147.svg"/><Relationship Id="rId5" Type="http://schemas.openxmlformats.org/officeDocument/2006/relationships/image" Target="../media/image146.png"/><Relationship Id="rId4" Type="http://schemas.openxmlformats.org/officeDocument/2006/relationships/image" Target="../media/image145.svg"/></Relationships>
</file>

<file path=ppt/diagrams/_rels/data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svg"/><Relationship Id="rId1" Type="http://schemas.openxmlformats.org/officeDocument/2006/relationships/image" Target="../media/image148.png"/><Relationship Id="rId4" Type="http://schemas.openxmlformats.org/officeDocument/2006/relationships/image" Target="../media/image151.svg"/></Relationships>
</file>

<file path=ppt/diagrams/_rels/data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4" Type="http://schemas.openxmlformats.org/officeDocument/2006/relationships/image" Target="../media/image103.svg"/></Relationships>
</file>

<file path=ppt/diagrams/_rels/data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Relationship Id="rId6" Type="http://schemas.openxmlformats.org/officeDocument/2006/relationships/image" Target="../media/image156.svg"/><Relationship Id="rId5" Type="http://schemas.openxmlformats.org/officeDocument/2006/relationships/image" Target="../media/image155.png"/><Relationship Id="rId4" Type="http://schemas.openxmlformats.org/officeDocument/2006/relationships/image" Target="../media/image154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svg"/><Relationship Id="rId1" Type="http://schemas.openxmlformats.org/officeDocument/2006/relationships/image" Target="../media/image157.png"/><Relationship Id="rId6" Type="http://schemas.openxmlformats.org/officeDocument/2006/relationships/image" Target="../media/image162.svg"/><Relationship Id="rId5" Type="http://schemas.openxmlformats.org/officeDocument/2006/relationships/image" Target="../media/image161.png"/><Relationship Id="rId4" Type="http://schemas.openxmlformats.org/officeDocument/2006/relationships/image" Target="../media/image160.svg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Relationship Id="rId4" Type="http://schemas.openxmlformats.org/officeDocument/2006/relationships/image" Target="../media/image164.svg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svg"/><Relationship Id="rId1" Type="http://schemas.openxmlformats.org/officeDocument/2006/relationships/image" Target="../media/image165.png"/><Relationship Id="rId4" Type="http://schemas.openxmlformats.org/officeDocument/2006/relationships/image" Target="../media/image168.svg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svg"/><Relationship Id="rId1" Type="http://schemas.openxmlformats.org/officeDocument/2006/relationships/image" Target="../media/image169.png"/><Relationship Id="rId4" Type="http://schemas.openxmlformats.org/officeDocument/2006/relationships/image" Target="../media/image172.svg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74.svg"/><Relationship Id="rId1" Type="http://schemas.openxmlformats.org/officeDocument/2006/relationships/image" Target="../media/image173.png"/><Relationship Id="rId6" Type="http://schemas.openxmlformats.org/officeDocument/2006/relationships/image" Target="../media/image176.svg"/><Relationship Id="rId5" Type="http://schemas.openxmlformats.org/officeDocument/2006/relationships/image" Target="../media/image175.png"/><Relationship Id="rId4" Type="http://schemas.openxmlformats.org/officeDocument/2006/relationships/image" Target="../media/image131.svg"/></Relationships>
</file>

<file path=ppt/diagrams/_rels/data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Relationship Id="rId6" Type="http://schemas.openxmlformats.org/officeDocument/2006/relationships/image" Target="../media/image180.svg"/><Relationship Id="rId5" Type="http://schemas.openxmlformats.org/officeDocument/2006/relationships/image" Target="../media/image179.png"/><Relationship Id="rId4" Type="http://schemas.openxmlformats.org/officeDocument/2006/relationships/image" Target="../media/image178.svg"/></Relationships>
</file>

<file path=ppt/diagrams/_rels/data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4.svg"/><Relationship Id="rId1" Type="http://schemas.openxmlformats.org/officeDocument/2006/relationships/image" Target="../media/image173.png"/><Relationship Id="rId6" Type="http://schemas.openxmlformats.org/officeDocument/2006/relationships/image" Target="../media/image184.svg"/><Relationship Id="rId5" Type="http://schemas.openxmlformats.org/officeDocument/2006/relationships/image" Target="../media/image183.png"/><Relationship Id="rId4" Type="http://schemas.openxmlformats.org/officeDocument/2006/relationships/image" Target="../media/image182.svg"/></Relationships>
</file>

<file path=ppt/diagrams/_rels/data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86.svg"/><Relationship Id="rId1" Type="http://schemas.openxmlformats.org/officeDocument/2006/relationships/image" Target="../media/image185.png"/><Relationship Id="rId6" Type="http://schemas.openxmlformats.org/officeDocument/2006/relationships/image" Target="../media/image180.svg"/><Relationship Id="rId5" Type="http://schemas.openxmlformats.org/officeDocument/2006/relationships/image" Target="../media/image179.png"/><Relationship Id="rId4" Type="http://schemas.openxmlformats.org/officeDocument/2006/relationships/image" Target="../media/image46.svg"/></Relationships>
</file>

<file path=ppt/diagrams/_rels/data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sv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12" Type="http://schemas.openxmlformats.org/officeDocument/2006/relationships/image" Target="../media/image196.svg"/><Relationship Id="rId2" Type="http://schemas.openxmlformats.org/officeDocument/2006/relationships/image" Target="../media/image188.svg"/><Relationship Id="rId1" Type="http://schemas.openxmlformats.org/officeDocument/2006/relationships/image" Target="../media/image187.png"/><Relationship Id="rId6" Type="http://schemas.openxmlformats.org/officeDocument/2006/relationships/image" Target="../media/image192.svg"/><Relationship Id="rId11" Type="http://schemas.openxmlformats.org/officeDocument/2006/relationships/image" Target="../media/image195.png"/><Relationship Id="rId5" Type="http://schemas.openxmlformats.org/officeDocument/2006/relationships/image" Target="../media/image191.png"/><Relationship Id="rId10" Type="http://schemas.openxmlformats.org/officeDocument/2006/relationships/image" Target="../media/image166.svg"/><Relationship Id="rId4" Type="http://schemas.openxmlformats.org/officeDocument/2006/relationships/image" Target="../media/image190.svg"/><Relationship Id="rId9" Type="http://schemas.openxmlformats.org/officeDocument/2006/relationships/image" Target="../media/image165.png"/></Relationships>
</file>

<file path=ppt/diagrams/_rels/data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200.svg"/><Relationship Id="rId5" Type="http://schemas.openxmlformats.org/officeDocument/2006/relationships/image" Target="../media/image199.png"/><Relationship Id="rId4" Type="http://schemas.openxmlformats.org/officeDocument/2006/relationships/image" Target="../media/image198.svg"/></Relationships>
</file>

<file path=ppt/diagrams/_rels/data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svg"/><Relationship Id="rId1" Type="http://schemas.openxmlformats.org/officeDocument/2006/relationships/image" Target="../media/image202.png"/></Relationships>
</file>

<file path=ppt/diagrams/_rels/data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svg"/><Relationship Id="rId1" Type="http://schemas.openxmlformats.org/officeDocument/2006/relationships/image" Target="../media/image204.png"/><Relationship Id="rId4" Type="http://schemas.openxmlformats.org/officeDocument/2006/relationships/image" Target="../media/image207.svg"/></Relationships>
</file>

<file path=ppt/diagrams/_rels/data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212.svg"/><Relationship Id="rId5" Type="http://schemas.openxmlformats.org/officeDocument/2006/relationships/image" Target="../media/image211.png"/><Relationship Id="rId4" Type="http://schemas.openxmlformats.org/officeDocument/2006/relationships/image" Target="../media/image2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hyperlink" Target="https://live.blockcypher.com/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www.blockchain.com/btc/blocks" TargetMode="External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hyperlink" Target="https://insight.bitpay.com/" TargetMode="External"/><Relationship Id="rId4" Type="http://schemas.openxmlformats.org/officeDocument/2006/relationships/image" Target="../media/image17.svg"/><Relationship Id="rId9" Type="http://schemas.openxmlformats.org/officeDocument/2006/relationships/hyperlink" Target="https://blockchain.info/" TargetMode="External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4" Type="http://schemas.openxmlformats.org/officeDocument/2006/relationships/image" Target="../media/image57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6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4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4" Type="http://schemas.openxmlformats.org/officeDocument/2006/relationships/image" Target="../media/image71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Relationship Id="rId4" Type="http://schemas.openxmlformats.org/officeDocument/2006/relationships/image" Target="../media/image84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82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" Type="http://schemas.openxmlformats.org/officeDocument/2006/relationships/image" Target="../media/image91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4" Type="http://schemas.openxmlformats.org/officeDocument/2006/relationships/image" Target="../media/image101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svg"/><Relationship Id="rId1" Type="http://schemas.openxmlformats.org/officeDocument/2006/relationships/image" Target="../media/image102.png"/><Relationship Id="rId6" Type="http://schemas.openxmlformats.org/officeDocument/2006/relationships/image" Target="../media/image107.svg"/><Relationship Id="rId5" Type="http://schemas.openxmlformats.org/officeDocument/2006/relationships/image" Target="../media/image106.png"/><Relationship Id="rId4" Type="http://schemas.openxmlformats.org/officeDocument/2006/relationships/image" Target="../media/image105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svg"/><Relationship Id="rId1" Type="http://schemas.openxmlformats.org/officeDocument/2006/relationships/image" Target="../media/image108.png"/><Relationship Id="rId6" Type="http://schemas.openxmlformats.org/officeDocument/2006/relationships/image" Target="../media/image113.svg"/><Relationship Id="rId5" Type="http://schemas.openxmlformats.org/officeDocument/2006/relationships/image" Target="../media/image112.png"/><Relationship Id="rId4" Type="http://schemas.openxmlformats.org/officeDocument/2006/relationships/image" Target="../media/image111.svg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46.sv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svg"/><Relationship Id="rId1" Type="http://schemas.openxmlformats.org/officeDocument/2006/relationships/image" Target="../media/image118.png"/><Relationship Id="rId6" Type="http://schemas.openxmlformats.org/officeDocument/2006/relationships/image" Target="../media/image122.svg"/><Relationship Id="rId5" Type="http://schemas.openxmlformats.org/officeDocument/2006/relationships/image" Target="../media/image45.png"/><Relationship Id="rId4" Type="http://schemas.openxmlformats.org/officeDocument/2006/relationships/image" Target="../media/image121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127.svg"/><Relationship Id="rId5" Type="http://schemas.openxmlformats.org/officeDocument/2006/relationships/image" Target="../media/image126.png"/><Relationship Id="rId4" Type="http://schemas.openxmlformats.org/officeDocument/2006/relationships/image" Target="../media/image125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31.svg"/></Relationships>
</file>

<file path=ppt/diagrams/_rels/drawing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sv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svg"/><Relationship Id="rId1" Type="http://schemas.openxmlformats.org/officeDocument/2006/relationships/image" Target="../media/image134.png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svg"/><Relationship Id="rId1" Type="http://schemas.openxmlformats.org/officeDocument/2006/relationships/image" Target="../media/image142.png"/><Relationship Id="rId6" Type="http://schemas.openxmlformats.org/officeDocument/2006/relationships/image" Target="../media/image147.svg"/><Relationship Id="rId5" Type="http://schemas.openxmlformats.org/officeDocument/2006/relationships/image" Target="../media/image146.png"/><Relationship Id="rId4" Type="http://schemas.openxmlformats.org/officeDocument/2006/relationships/image" Target="../media/image145.svg"/></Relationships>
</file>

<file path=ppt/diagrams/_rels/drawing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svg"/><Relationship Id="rId1" Type="http://schemas.openxmlformats.org/officeDocument/2006/relationships/image" Target="../media/image148.png"/><Relationship Id="rId4" Type="http://schemas.openxmlformats.org/officeDocument/2006/relationships/image" Target="../media/image151.svg"/></Relationships>
</file>

<file path=ppt/diagrams/_rels/drawing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4" Type="http://schemas.openxmlformats.org/officeDocument/2006/relationships/image" Target="../media/image103.svg"/></Relationships>
</file>

<file path=ppt/diagrams/_rels/drawing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Relationship Id="rId6" Type="http://schemas.openxmlformats.org/officeDocument/2006/relationships/image" Target="../media/image156.svg"/><Relationship Id="rId5" Type="http://schemas.openxmlformats.org/officeDocument/2006/relationships/image" Target="../media/image155.png"/><Relationship Id="rId4" Type="http://schemas.openxmlformats.org/officeDocument/2006/relationships/image" Target="../media/image154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svg"/><Relationship Id="rId1" Type="http://schemas.openxmlformats.org/officeDocument/2006/relationships/image" Target="../media/image157.png"/><Relationship Id="rId6" Type="http://schemas.openxmlformats.org/officeDocument/2006/relationships/image" Target="../media/image162.svg"/><Relationship Id="rId5" Type="http://schemas.openxmlformats.org/officeDocument/2006/relationships/image" Target="../media/image161.png"/><Relationship Id="rId4" Type="http://schemas.openxmlformats.org/officeDocument/2006/relationships/image" Target="../media/image160.svg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Relationship Id="rId4" Type="http://schemas.openxmlformats.org/officeDocument/2006/relationships/image" Target="../media/image164.svg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svg"/><Relationship Id="rId1" Type="http://schemas.openxmlformats.org/officeDocument/2006/relationships/image" Target="../media/image165.png"/><Relationship Id="rId4" Type="http://schemas.openxmlformats.org/officeDocument/2006/relationships/image" Target="../media/image168.svg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svg"/><Relationship Id="rId1" Type="http://schemas.openxmlformats.org/officeDocument/2006/relationships/image" Target="../media/image169.png"/><Relationship Id="rId4" Type="http://schemas.openxmlformats.org/officeDocument/2006/relationships/image" Target="../media/image172.svg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74.svg"/><Relationship Id="rId1" Type="http://schemas.openxmlformats.org/officeDocument/2006/relationships/image" Target="../media/image173.png"/><Relationship Id="rId6" Type="http://schemas.openxmlformats.org/officeDocument/2006/relationships/image" Target="../media/image176.svg"/><Relationship Id="rId5" Type="http://schemas.openxmlformats.org/officeDocument/2006/relationships/image" Target="../media/image175.png"/><Relationship Id="rId4" Type="http://schemas.openxmlformats.org/officeDocument/2006/relationships/image" Target="../media/image131.svg"/></Relationships>
</file>

<file path=ppt/diagrams/_rels/drawing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Relationship Id="rId6" Type="http://schemas.openxmlformats.org/officeDocument/2006/relationships/image" Target="../media/image180.svg"/><Relationship Id="rId5" Type="http://schemas.openxmlformats.org/officeDocument/2006/relationships/image" Target="../media/image179.png"/><Relationship Id="rId4" Type="http://schemas.openxmlformats.org/officeDocument/2006/relationships/image" Target="../media/image178.svg"/></Relationships>
</file>

<file path=ppt/diagrams/_rels/drawing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4.svg"/><Relationship Id="rId1" Type="http://schemas.openxmlformats.org/officeDocument/2006/relationships/image" Target="../media/image173.png"/><Relationship Id="rId6" Type="http://schemas.openxmlformats.org/officeDocument/2006/relationships/image" Target="../media/image184.svg"/><Relationship Id="rId5" Type="http://schemas.openxmlformats.org/officeDocument/2006/relationships/image" Target="../media/image183.png"/><Relationship Id="rId4" Type="http://schemas.openxmlformats.org/officeDocument/2006/relationships/image" Target="../media/image182.svg"/></Relationships>
</file>

<file path=ppt/diagrams/_rels/drawing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86.svg"/><Relationship Id="rId1" Type="http://schemas.openxmlformats.org/officeDocument/2006/relationships/image" Target="../media/image185.png"/><Relationship Id="rId6" Type="http://schemas.openxmlformats.org/officeDocument/2006/relationships/image" Target="../media/image180.svg"/><Relationship Id="rId5" Type="http://schemas.openxmlformats.org/officeDocument/2006/relationships/image" Target="../media/image179.png"/><Relationship Id="rId4" Type="http://schemas.openxmlformats.org/officeDocument/2006/relationships/image" Target="../media/image46.svg"/></Relationships>
</file>

<file path=ppt/diagrams/_rels/drawing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sv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12" Type="http://schemas.openxmlformats.org/officeDocument/2006/relationships/image" Target="../media/image196.svg"/><Relationship Id="rId2" Type="http://schemas.openxmlformats.org/officeDocument/2006/relationships/image" Target="../media/image188.svg"/><Relationship Id="rId1" Type="http://schemas.openxmlformats.org/officeDocument/2006/relationships/image" Target="../media/image187.png"/><Relationship Id="rId6" Type="http://schemas.openxmlformats.org/officeDocument/2006/relationships/image" Target="../media/image192.svg"/><Relationship Id="rId11" Type="http://schemas.openxmlformats.org/officeDocument/2006/relationships/image" Target="../media/image195.png"/><Relationship Id="rId5" Type="http://schemas.openxmlformats.org/officeDocument/2006/relationships/image" Target="../media/image191.png"/><Relationship Id="rId10" Type="http://schemas.openxmlformats.org/officeDocument/2006/relationships/image" Target="../media/image166.svg"/><Relationship Id="rId4" Type="http://schemas.openxmlformats.org/officeDocument/2006/relationships/image" Target="../media/image190.svg"/><Relationship Id="rId9" Type="http://schemas.openxmlformats.org/officeDocument/2006/relationships/image" Target="../media/image165.png"/></Relationships>
</file>

<file path=ppt/diagrams/_rels/drawing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200.svg"/><Relationship Id="rId5" Type="http://schemas.openxmlformats.org/officeDocument/2006/relationships/image" Target="../media/image199.png"/><Relationship Id="rId4" Type="http://schemas.openxmlformats.org/officeDocument/2006/relationships/image" Target="../media/image198.svg"/></Relationships>
</file>

<file path=ppt/diagrams/_rels/drawing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svg"/><Relationship Id="rId1" Type="http://schemas.openxmlformats.org/officeDocument/2006/relationships/image" Target="../media/image202.png"/></Relationships>
</file>

<file path=ppt/diagrams/_rels/drawing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svg"/><Relationship Id="rId1" Type="http://schemas.openxmlformats.org/officeDocument/2006/relationships/image" Target="../media/image204.png"/><Relationship Id="rId4" Type="http://schemas.openxmlformats.org/officeDocument/2006/relationships/image" Target="../media/image207.svg"/></Relationships>
</file>

<file path=ppt/diagrams/_rels/drawing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212.svg"/><Relationship Id="rId5" Type="http://schemas.openxmlformats.org/officeDocument/2006/relationships/image" Target="../media/image211.png"/><Relationship Id="rId4" Type="http://schemas.openxmlformats.org/officeDocument/2006/relationships/image" Target="../media/image2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3FCAE-E73A-4F6E-AAE2-9B409B02E4EB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0E7B55B-2F54-4B65-A7B8-F4AF9093BE76}">
      <dgm:prSet/>
      <dgm:spPr/>
      <dgm:t>
        <a:bodyPr/>
        <a:lstStyle/>
        <a:p>
          <a:r>
            <a:rPr lang="tr-TR" dirty="0"/>
            <a:t>Transactions, Blocks, Mining, &amp; Blockchain</a:t>
          </a:r>
          <a:endParaRPr lang="en-US" dirty="0"/>
        </a:p>
      </dgm:t>
    </dgm:pt>
    <dgm:pt modelId="{3926BED1-B57E-4382-97C4-298EDA5F4173}" type="parTrans" cxnId="{876FCFA0-105C-4B0E-A093-231CBC42928A}">
      <dgm:prSet/>
      <dgm:spPr/>
      <dgm:t>
        <a:bodyPr/>
        <a:lstStyle/>
        <a:p>
          <a:endParaRPr lang="en-US"/>
        </a:p>
      </dgm:t>
    </dgm:pt>
    <dgm:pt modelId="{517D497B-61E3-43CE-BF3A-370F6596D438}" type="sibTrans" cxnId="{876FCFA0-105C-4B0E-A093-231CBC42928A}">
      <dgm:prSet/>
      <dgm:spPr/>
      <dgm:t>
        <a:bodyPr/>
        <a:lstStyle/>
        <a:p>
          <a:endParaRPr lang="en-US"/>
        </a:p>
      </dgm:t>
    </dgm:pt>
    <dgm:pt modelId="{8E7782D7-80F6-4BA3-9B8A-2EC91E772ACE}">
      <dgm:prSet/>
      <dgm:spPr/>
      <dgm:t>
        <a:bodyPr/>
        <a:lstStyle/>
        <a:p>
          <a:r>
            <a:rPr lang="tr-TR" dirty="0"/>
            <a:t>Bitcoin Transactions</a:t>
          </a:r>
          <a:endParaRPr lang="en-US" dirty="0"/>
        </a:p>
      </dgm:t>
    </dgm:pt>
    <dgm:pt modelId="{62F88E30-85D7-49F1-9928-AF43E76E1741}" type="parTrans" cxnId="{5008B347-A9D2-4032-9E8E-581E057B6423}">
      <dgm:prSet/>
      <dgm:spPr/>
      <dgm:t>
        <a:bodyPr/>
        <a:lstStyle/>
        <a:p>
          <a:endParaRPr lang="en-US"/>
        </a:p>
      </dgm:t>
    </dgm:pt>
    <dgm:pt modelId="{954B563A-FDB8-43A4-9E7B-D7FC6E4AC68E}" type="sibTrans" cxnId="{5008B347-A9D2-4032-9E8E-581E057B6423}">
      <dgm:prSet/>
      <dgm:spPr/>
      <dgm:t>
        <a:bodyPr/>
        <a:lstStyle/>
        <a:p>
          <a:endParaRPr lang="en-US"/>
        </a:p>
      </dgm:t>
    </dgm:pt>
    <dgm:pt modelId="{840593F4-E66C-47F4-8F4E-501BC2950F15}">
      <dgm:prSet/>
      <dgm:spPr/>
      <dgm:t>
        <a:bodyPr/>
        <a:lstStyle/>
        <a:p>
          <a:r>
            <a:rPr lang="tr-TR" dirty="0"/>
            <a:t>Constructing a Transaction</a:t>
          </a:r>
          <a:endParaRPr lang="en-US" dirty="0"/>
        </a:p>
      </dgm:t>
    </dgm:pt>
    <dgm:pt modelId="{C759C756-B295-41C9-82FF-4B23D4979262}" type="parTrans" cxnId="{800B1672-881A-49DA-87A0-ED8E8EB1E529}">
      <dgm:prSet/>
      <dgm:spPr/>
      <dgm:t>
        <a:bodyPr/>
        <a:lstStyle/>
        <a:p>
          <a:endParaRPr lang="en-US"/>
        </a:p>
      </dgm:t>
    </dgm:pt>
    <dgm:pt modelId="{762EBAE6-D9EA-48FD-A282-9ABF95FD5D57}" type="sibTrans" cxnId="{800B1672-881A-49DA-87A0-ED8E8EB1E529}">
      <dgm:prSet/>
      <dgm:spPr/>
      <dgm:t>
        <a:bodyPr/>
        <a:lstStyle/>
        <a:p>
          <a:endParaRPr lang="en-US"/>
        </a:p>
      </dgm:t>
    </dgm:pt>
    <dgm:pt modelId="{4F52F0DA-9724-40D0-8F43-BA84331FC105}">
      <dgm:prSet/>
      <dgm:spPr/>
      <dgm:t>
        <a:bodyPr/>
        <a:lstStyle/>
        <a:p>
          <a:r>
            <a:rPr lang="tr-TR" dirty="0"/>
            <a:t>Bitcoin Mining</a:t>
          </a:r>
          <a:endParaRPr lang="en-US" dirty="0"/>
        </a:p>
      </dgm:t>
    </dgm:pt>
    <dgm:pt modelId="{E8B98765-4A41-4422-A40E-094376D35145}" type="parTrans" cxnId="{7FCEBA57-F9DE-40D4-BBF4-3F702D2E6AE1}">
      <dgm:prSet/>
      <dgm:spPr/>
      <dgm:t>
        <a:bodyPr/>
        <a:lstStyle/>
        <a:p>
          <a:endParaRPr lang="en-US"/>
        </a:p>
      </dgm:t>
    </dgm:pt>
    <dgm:pt modelId="{52B6FCC1-3E8A-4A43-8AF4-8D892CB0A303}" type="sibTrans" cxnId="{7FCEBA57-F9DE-40D4-BBF4-3F702D2E6AE1}">
      <dgm:prSet/>
      <dgm:spPr/>
      <dgm:t>
        <a:bodyPr/>
        <a:lstStyle/>
        <a:p>
          <a:endParaRPr lang="en-US"/>
        </a:p>
      </dgm:t>
    </dgm:pt>
    <dgm:pt modelId="{E6604920-2605-493F-92F8-903847E47283}">
      <dgm:prSet/>
      <dgm:spPr/>
      <dgm:t>
        <a:bodyPr/>
        <a:lstStyle/>
        <a:p>
          <a:r>
            <a:rPr lang="tr-TR" dirty="0"/>
            <a:t>Mining Transactions in Blocks</a:t>
          </a:r>
          <a:endParaRPr lang="en-US" dirty="0"/>
        </a:p>
      </dgm:t>
    </dgm:pt>
    <dgm:pt modelId="{6E5C92C5-D621-4007-A765-0852DA89C2D8}" type="parTrans" cxnId="{D76C2A55-3346-422A-9768-F5519D62AA71}">
      <dgm:prSet/>
      <dgm:spPr/>
      <dgm:t>
        <a:bodyPr/>
        <a:lstStyle/>
        <a:p>
          <a:endParaRPr lang="en-US"/>
        </a:p>
      </dgm:t>
    </dgm:pt>
    <dgm:pt modelId="{705DEA3A-2288-4467-A498-92F421526D64}" type="sibTrans" cxnId="{D76C2A55-3346-422A-9768-F5519D62AA71}">
      <dgm:prSet/>
      <dgm:spPr/>
      <dgm:t>
        <a:bodyPr/>
        <a:lstStyle/>
        <a:p>
          <a:endParaRPr lang="en-US"/>
        </a:p>
      </dgm:t>
    </dgm:pt>
    <dgm:pt modelId="{3BC7580A-2965-4F30-B8D0-DB4474578F2A}">
      <dgm:prSet/>
      <dgm:spPr/>
      <dgm:t>
        <a:bodyPr/>
        <a:lstStyle/>
        <a:p>
          <a:r>
            <a:rPr lang="tr-TR" dirty="0"/>
            <a:t>Spending the Transaction</a:t>
          </a:r>
          <a:endParaRPr lang="en-US" dirty="0"/>
        </a:p>
      </dgm:t>
    </dgm:pt>
    <dgm:pt modelId="{9A09A280-26DE-4F7D-8871-9D1BD3EF2600}" type="parTrans" cxnId="{AFBA1541-119F-4B86-824D-6DFA7AD67E52}">
      <dgm:prSet/>
      <dgm:spPr/>
      <dgm:t>
        <a:bodyPr/>
        <a:lstStyle/>
        <a:p>
          <a:endParaRPr lang="en-US"/>
        </a:p>
      </dgm:t>
    </dgm:pt>
    <dgm:pt modelId="{4264B68D-950C-4B6A-B592-F2E413D33994}" type="sibTrans" cxnId="{AFBA1541-119F-4B86-824D-6DFA7AD67E52}">
      <dgm:prSet/>
      <dgm:spPr/>
      <dgm:t>
        <a:bodyPr/>
        <a:lstStyle/>
        <a:p>
          <a:endParaRPr lang="en-US"/>
        </a:p>
      </dgm:t>
    </dgm:pt>
    <dgm:pt modelId="{84D43E88-FEFD-4D31-9443-D397757AB5A1}" type="pres">
      <dgm:prSet presAssocID="{A133FCAE-E73A-4F6E-AAE2-9B409B02E4EB}" presName="linear" presStyleCnt="0">
        <dgm:presLayoutVars>
          <dgm:dir/>
          <dgm:animLvl val="lvl"/>
          <dgm:resizeHandles val="exact"/>
        </dgm:presLayoutVars>
      </dgm:prSet>
      <dgm:spPr/>
    </dgm:pt>
    <dgm:pt modelId="{14168FF2-2810-48D6-B245-B75757CF27F3}" type="pres">
      <dgm:prSet presAssocID="{90E7B55B-2F54-4B65-A7B8-F4AF9093BE76}" presName="parentLin" presStyleCnt="0"/>
      <dgm:spPr/>
    </dgm:pt>
    <dgm:pt modelId="{4B783B11-2931-47C7-9217-1735C6983F3B}" type="pres">
      <dgm:prSet presAssocID="{90E7B55B-2F54-4B65-A7B8-F4AF9093BE76}" presName="parentLeftMargin" presStyleLbl="node1" presStyleIdx="0" presStyleCnt="6"/>
      <dgm:spPr/>
    </dgm:pt>
    <dgm:pt modelId="{F17A6646-C4A9-4D94-A349-F3E4FA14554D}" type="pres">
      <dgm:prSet presAssocID="{90E7B55B-2F54-4B65-A7B8-F4AF9093BE7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73FD2FF-AF1D-4403-B8B2-FB11976DEB67}" type="pres">
      <dgm:prSet presAssocID="{90E7B55B-2F54-4B65-A7B8-F4AF9093BE76}" presName="negativeSpace" presStyleCnt="0"/>
      <dgm:spPr/>
    </dgm:pt>
    <dgm:pt modelId="{5F885AE2-42DE-45D2-A0CA-712C37DD83DB}" type="pres">
      <dgm:prSet presAssocID="{90E7B55B-2F54-4B65-A7B8-F4AF9093BE76}" presName="childText" presStyleLbl="conFgAcc1" presStyleIdx="0" presStyleCnt="6">
        <dgm:presLayoutVars>
          <dgm:bulletEnabled val="1"/>
        </dgm:presLayoutVars>
      </dgm:prSet>
      <dgm:spPr/>
    </dgm:pt>
    <dgm:pt modelId="{B5FB1ADC-B739-41EB-85AC-4F3DC83D5E2E}" type="pres">
      <dgm:prSet presAssocID="{517D497B-61E3-43CE-BF3A-370F6596D438}" presName="spaceBetweenRectangles" presStyleCnt="0"/>
      <dgm:spPr/>
    </dgm:pt>
    <dgm:pt modelId="{EBA60C3A-EEE5-490D-9BF4-9A572A066764}" type="pres">
      <dgm:prSet presAssocID="{8E7782D7-80F6-4BA3-9B8A-2EC91E772ACE}" presName="parentLin" presStyleCnt="0"/>
      <dgm:spPr/>
    </dgm:pt>
    <dgm:pt modelId="{380DE5AD-6233-48BF-A0BE-87255F6CA6A2}" type="pres">
      <dgm:prSet presAssocID="{8E7782D7-80F6-4BA3-9B8A-2EC91E772ACE}" presName="parentLeftMargin" presStyleLbl="node1" presStyleIdx="0" presStyleCnt="6"/>
      <dgm:spPr/>
    </dgm:pt>
    <dgm:pt modelId="{9601CC1E-25CE-40E5-AD98-AC97286794A8}" type="pres">
      <dgm:prSet presAssocID="{8E7782D7-80F6-4BA3-9B8A-2EC91E772AC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8EAE43D-5A8A-4A6E-BB0E-9453BAB9CDA6}" type="pres">
      <dgm:prSet presAssocID="{8E7782D7-80F6-4BA3-9B8A-2EC91E772ACE}" presName="negativeSpace" presStyleCnt="0"/>
      <dgm:spPr/>
    </dgm:pt>
    <dgm:pt modelId="{A1BF1204-6760-49F6-B93C-F28C96AFFDEF}" type="pres">
      <dgm:prSet presAssocID="{8E7782D7-80F6-4BA3-9B8A-2EC91E772ACE}" presName="childText" presStyleLbl="conFgAcc1" presStyleIdx="1" presStyleCnt="6">
        <dgm:presLayoutVars>
          <dgm:bulletEnabled val="1"/>
        </dgm:presLayoutVars>
      </dgm:prSet>
      <dgm:spPr/>
    </dgm:pt>
    <dgm:pt modelId="{B937526B-9827-4970-A3C8-2C84372D7735}" type="pres">
      <dgm:prSet presAssocID="{954B563A-FDB8-43A4-9E7B-D7FC6E4AC68E}" presName="spaceBetweenRectangles" presStyleCnt="0"/>
      <dgm:spPr/>
    </dgm:pt>
    <dgm:pt modelId="{772D7A90-1B79-405C-BB53-7631CD9B0F6F}" type="pres">
      <dgm:prSet presAssocID="{840593F4-E66C-47F4-8F4E-501BC2950F15}" presName="parentLin" presStyleCnt="0"/>
      <dgm:spPr/>
    </dgm:pt>
    <dgm:pt modelId="{5579BB5E-E25C-478C-B48F-FD3CC9091F1B}" type="pres">
      <dgm:prSet presAssocID="{840593F4-E66C-47F4-8F4E-501BC2950F15}" presName="parentLeftMargin" presStyleLbl="node1" presStyleIdx="1" presStyleCnt="6"/>
      <dgm:spPr/>
    </dgm:pt>
    <dgm:pt modelId="{67AE4D82-A628-4ED6-8FBF-14DA0ED74A7C}" type="pres">
      <dgm:prSet presAssocID="{840593F4-E66C-47F4-8F4E-501BC2950F1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4798C8A-982C-4539-83BE-7DE18F35C530}" type="pres">
      <dgm:prSet presAssocID="{840593F4-E66C-47F4-8F4E-501BC2950F15}" presName="negativeSpace" presStyleCnt="0"/>
      <dgm:spPr/>
    </dgm:pt>
    <dgm:pt modelId="{6BB16CBA-418F-4441-B133-BFA3E78DE3AD}" type="pres">
      <dgm:prSet presAssocID="{840593F4-E66C-47F4-8F4E-501BC2950F15}" presName="childText" presStyleLbl="conFgAcc1" presStyleIdx="2" presStyleCnt="6">
        <dgm:presLayoutVars>
          <dgm:bulletEnabled val="1"/>
        </dgm:presLayoutVars>
      </dgm:prSet>
      <dgm:spPr/>
    </dgm:pt>
    <dgm:pt modelId="{48CD5CCA-DB67-4B04-B3C5-6CBBB414E86F}" type="pres">
      <dgm:prSet presAssocID="{762EBAE6-D9EA-48FD-A282-9ABF95FD5D57}" presName="spaceBetweenRectangles" presStyleCnt="0"/>
      <dgm:spPr/>
    </dgm:pt>
    <dgm:pt modelId="{85344B2F-5329-43D2-979D-BD0EDC0AB497}" type="pres">
      <dgm:prSet presAssocID="{4F52F0DA-9724-40D0-8F43-BA84331FC105}" presName="parentLin" presStyleCnt="0"/>
      <dgm:spPr/>
    </dgm:pt>
    <dgm:pt modelId="{4DBE84ED-7A69-411B-989C-A48CE36DC512}" type="pres">
      <dgm:prSet presAssocID="{4F52F0DA-9724-40D0-8F43-BA84331FC105}" presName="parentLeftMargin" presStyleLbl="node1" presStyleIdx="2" presStyleCnt="6"/>
      <dgm:spPr/>
    </dgm:pt>
    <dgm:pt modelId="{A29C21ED-E0AF-4AC5-A310-2E43B3B55AC4}" type="pres">
      <dgm:prSet presAssocID="{4F52F0DA-9724-40D0-8F43-BA84331FC10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18FC589-B99A-41A6-A0F0-2FB25385FFED}" type="pres">
      <dgm:prSet presAssocID="{4F52F0DA-9724-40D0-8F43-BA84331FC105}" presName="negativeSpace" presStyleCnt="0"/>
      <dgm:spPr/>
    </dgm:pt>
    <dgm:pt modelId="{26DC1D8B-80AA-448D-9BBB-C5380E816876}" type="pres">
      <dgm:prSet presAssocID="{4F52F0DA-9724-40D0-8F43-BA84331FC105}" presName="childText" presStyleLbl="conFgAcc1" presStyleIdx="3" presStyleCnt="6">
        <dgm:presLayoutVars>
          <dgm:bulletEnabled val="1"/>
        </dgm:presLayoutVars>
      </dgm:prSet>
      <dgm:spPr/>
    </dgm:pt>
    <dgm:pt modelId="{C192ED31-D6A7-48DC-AD1E-AAE553DC3940}" type="pres">
      <dgm:prSet presAssocID="{52B6FCC1-3E8A-4A43-8AF4-8D892CB0A303}" presName="spaceBetweenRectangles" presStyleCnt="0"/>
      <dgm:spPr/>
    </dgm:pt>
    <dgm:pt modelId="{373D9FFE-07DB-4023-8686-5853329BEFA8}" type="pres">
      <dgm:prSet presAssocID="{E6604920-2605-493F-92F8-903847E47283}" presName="parentLin" presStyleCnt="0"/>
      <dgm:spPr/>
    </dgm:pt>
    <dgm:pt modelId="{750A2761-1EF3-471A-87E1-11438DE87D9C}" type="pres">
      <dgm:prSet presAssocID="{E6604920-2605-493F-92F8-903847E47283}" presName="parentLeftMargin" presStyleLbl="node1" presStyleIdx="3" presStyleCnt="6"/>
      <dgm:spPr/>
    </dgm:pt>
    <dgm:pt modelId="{6B195E5B-D316-486B-8860-B446EA2F9B6C}" type="pres">
      <dgm:prSet presAssocID="{E6604920-2605-493F-92F8-903847E4728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67793EB-EDC7-443B-9666-2AEF96FF7116}" type="pres">
      <dgm:prSet presAssocID="{E6604920-2605-493F-92F8-903847E47283}" presName="negativeSpace" presStyleCnt="0"/>
      <dgm:spPr/>
    </dgm:pt>
    <dgm:pt modelId="{6F32C1ED-9B48-45E3-A0E2-68D353B041F8}" type="pres">
      <dgm:prSet presAssocID="{E6604920-2605-493F-92F8-903847E47283}" presName="childText" presStyleLbl="conFgAcc1" presStyleIdx="4" presStyleCnt="6">
        <dgm:presLayoutVars>
          <dgm:bulletEnabled val="1"/>
        </dgm:presLayoutVars>
      </dgm:prSet>
      <dgm:spPr/>
    </dgm:pt>
    <dgm:pt modelId="{6CA0701B-F142-4974-8278-A04170ABD840}" type="pres">
      <dgm:prSet presAssocID="{705DEA3A-2288-4467-A498-92F421526D64}" presName="spaceBetweenRectangles" presStyleCnt="0"/>
      <dgm:spPr/>
    </dgm:pt>
    <dgm:pt modelId="{2F00DAA3-4902-41C7-AB78-1BE1B109BB22}" type="pres">
      <dgm:prSet presAssocID="{3BC7580A-2965-4F30-B8D0-DB4474578F2A}" presName="parentLin" presStyleCnt="0"/>
      <dgm:spPr/>
    </dgm:pt>
    <dgm:pt modelId="{78F0E4F2-C1C6-4E55-904D-CFE823F19F41}" type="pres">
      <dgm:prSet presAssocID="{3BC7580A-2965-4F30-B8D0-DB4474578F2A}" presName="parentLeftMargin" presStyleLbl="node1" presStyleIdx="4" presStyleCnt="6"/>
      <dgm:spPr/>
    </dgm:pt>
    <dgm:pt modelId="{ADF1332A-0DD7-4F40-963E-9B81E3361CCC}" type="pres">
      <dgm:prSet presAssocID="{3BC7580A-2965-4F30-B8D0-DB4474578F2A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99069BF9-F559-49DC-B6B2-6B3B6559E52F}" type="pres">
      <dgm:prSet presAssocID="{3BC7580A-2965-4F30-B8D0-DB4474578F2A}" presName="negativeSpace" presStyleCnt="0"/>
      <dgm:spPr/>
    </dgm:pt>
    <dgm:pt modelId="{C6C4B211-04C7-4787-9D47-1BD37EE1A7E8}" type="pres">
      <dgm:prSet presAssocID="{3BC7580A-2965-4F30-B8D0-DB4474578F2A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6754D005-A3D6-4A28-A97D-1513BDEBC6F2}" type="presOf" srcId="{3BC7580A-2965-4F30-B8D0-DB4474578F2A}" destId="{ADF1332A-0DD7-4F40-963E-9B81E3361CCC}" srcOrd="1" destOrd="0" presId="urn:microsoft.com/office/officeart/2005/8/layout/list1"/>
    <dgm:cxn modelId="{5618AD25-9CB9-4AC5-93CB-7CABF1ADF421}" type="presOf" srcId="{E6604920-2605-493F-92F8-903847E47283}" destId="{6B195E5B-D316-486B-8860-B446EA2F9B6C}" srcOrd="1" destOrd="0" presId="urn:microsoft.com/office/officeart/2005/8/layout/list1"/>
    <dgm:cxn modelId="{AB00D23A-DE5C-45CE-9435-8F4BF2F066BC}" type="presOf" srcId="{4F52F0DA-9724-40D0-8F43-BA84331FC105}" destId="{A29C21ED-E0AF-4AC5-A310-2E43B3B55AC4}" srcOrd="1" destOrd="0" presId="urn:microsoft.com/office/officeart/2005/8/layout/list1"/>
    <dgm:cxn modelId="{AFBA1541-119F-4B86-824D-6DFA7AD67E52}" srcId="{A133FCAE-E73A-4F6E-AAE2-9B409B02E4EB}" destId="{3BC7580A-2965-4F30-B8D0-DB4474578F2A}" srcOrd="5" destOrd="0" parTransId="{9A09A280-26DE-4F7D-8871-9D1BD3EF2600}" sibTransId="{4264B68D-950C-4B6A-B592-F2E413D33994}"/>
    <dgm:cxn modelId="{5008B347-A9D2-4032-9E8E-581E057B6423}" srcId="{A133FCAE-E73A-4F6E-AAE2-9B409B02E4EB}" destId="{8E7782D7-80F6-4BA3-9B8A-2EC91E772ACE}" srcOrd="1" destOrd="0" parTransId="{62F88E30-85D7-49F1-9928-AF43E76E1741}" sibTransId="{954B563A-FDB8-43A4-9E7B-D7FC6E4AC68E}"/>
    <dgm:cxn modelId="{475CED48-B216-4D1B-AE75-317B9787FE4D}" type="presOf" srcId="{8E7782D7-80F6-4BA3-9B8A-2EC91E772ACE}" destId="{380DE5AD-6233-48BF-A0BE-87255F6CA6A2}" srcOrd="0" destOrd="0" presId="urn:microsoft.com/office/officeart/2005/8/layout/list1"/>
    <dgm:cxn modelId="{800B1672-881A-49DA-87A0-ED8E8EB1E529}" srcId="{A133FCAE-E73A-4F6E-AAE2-9B409B02E4EB}" destId="{840593F4-E66C-47F4-8F4E-501BC2950F15}" srcOrd="2" destOrd="0" parTransId="{C759C756-B295-41C9-82FF-4B23D4979262}" sibTransId="{762EBAE6-D9EA-48FD-A282-9ABF95FD5D57}"/>
    <dgm:cxn modelId="{D76C2A55-3346-422A-9768-F5519D62AA71}" srcId="{A133FCAE-E73A-4F6E-AAE2-9B409B02E4EB}" destId="{E6604920-2605-493F-92F8-903847E47283}" srcOrd="4" destOrd="0" parTransId="{6E5C92C5-D621-4007-A765-0852DA89C2D8}" sibTransId="{705DEA3A-2288-4467-A498-92F421526D64}"/>
    <dgm:cxn modelId="{7FCEBA57-F9DE-40D4-BBF4-3F702D2E6AE1}" srcId="{A133FCAE-E73A-4F6E-AAE2-9B409B02E4EB}" destId="{4F52F0DA-9724-40D0-8F43-BA84331FC105}" srcOrd="3" destOrd="0" parTransId="{E8B98765-4A41-4422-A40E-094376D35145}" sibTransId="{52B6FCC1-3E8A-4A43-8AF4-8D892CB0A303}"/>
    <dgm:cxn modelId="{0163F48A-3A92-4A5D-BCBB-D5F1F25638E9}" type="presOf" srcId="{90E7B55B-2F54-4B65-A7B8-F4AF9093BE76}" destId="{4B783B11-2931-47C7-9217-1735C6983F3B}" srcOrd="0" destOrd="0" presId="urn:microsoft.com/office/officeart/2005/8/layout/list1"/>
    <dgm:cxn modelId="{EA172696-A05A-4C25-9A9F-B00F6D4B2D8C}" type="presOf" srcId="{90E7B55B-2F54-4B65-A7B8-F4AF9093BE76}" destId="{F17A6646-C4A9-4D94-A349-F3E4FA14554D}" srcOrd="1" destOrd="0" presId="urn:microsoft.com/office/officeart/2005/8/layout/list1"/>
    <dgm:cxn modelId="{B0911297-79D6-4B52-B946-C44344DE3BC4}" type="presOf" srcId="{840593F4-E66C-47F4-8F4E-501BC2950F15}" destId="{5579BB5E-E25C-478C-B48F-FD3CC9091F1B}" srcOrd="0" destOrd="0" presId="urn:microsoft.com/office/officeart/2005/8/layout/list1"/>
    <dgm:cxn modelId="{876FCFA0-105C-4B0E-A093-231CBC42928A}" srcId="{A133FCAE-E73A-4F6E-AAE2-9B409B02E4EB}" destId="{90E7B55B-2F54-4B65-A7B8-F4AF9093BE76}" srcOrd="0" destOrd="0" parTransId="{3926BED1-B57E-4382-97C4-298EDA5F4173}" sibTransId="{517D497B-61E3-43CE-BF3A-370F6596D438}"/>
    <dgm:cxn modelId="{3A3FB7B0-DAA8-463D-B66F-CFAAA6278EE2}" type="presOf" srcId="{4F52F0DA-9724-40D0-8F43-BA84331FC105}" destId="{4DBE84ED-7A69-411B-989C-A48CE36DC512}" srcOrd="0" destOrd="0" presId="urn:microsoft.com/office/officeart/2005/8/layout/list1"/>
    <dgm:cxn modelId="{96BC90CD-D81A-40BE-93C8-FD1A588AE3EE}" type="presOf" srcId="{8E7782D7-80F6-4BA3-9B8A-2EC91E772ACE}" destId="{9601CC1E-25CE-40E5-AD98-AC97286794A8}" srcOrd="1" destOrd="0" presId="urn:microsoft.com/office/officeart/2005/8/layout/list1"/>
    <dgm:cxn modelId="{C4E30DE5-8CB2-48E4-99E4-8EA8BE118DBE}" type="presOf" srcId="{A133FCAE-E73A-4F6E-AAE2-9B409B02E4EB}" destId="{84D43E88-FEFD-4D31-9443-D397757AB5A1}" srcOrd="0" destOrd="0" presId="urn:microsoft.com/office/officeart/2005/8/layout/list1"/>
    <dgm:cxn modelId="{57CDABE7-6C84-4520-89D1-B8D0EF002D20}" type="presOf" srcId="{840593F4-E66C-47F4-8F4E-501BC2950F15}" destId="{67AE4D82-A628-4ED6-8FBF-14DA0ED74A7C}" srcOrd="1" destOrd="0" presId="urn:microsoft.com/office/officeart/2005/8/layout/list1"/>
    <dgm:cxn modelId="{F56173E9-66D6-401A-8B29-E3C608A6D7CB}" type="presOf" srcId="{3BC7580A-2965-4F30-B8D0-DB4474578F2A}" destId="{78F0E4F2-C1C6-4E55-904D-CFE823F19F41}" srcOrd="0" destOrd="0" presId="urn:microsoft.com/office/officeart/2005/8/layout/list1"/>
    <dgm:cxn modelId="{1849D9F0-818F-4560-8830-B15E9BDB16EA}" type="presOf" srcId="{E6604920-2605-493F-92F8-903847E47283}" destId="{750A2761-1EF3-471A-87E1-11438DE87D9C}" srcOrd="0" destOrd="0" presId="urn:microsoft.com/office/officeart/2005/8/layout/list1"/>
    <dgm:cxn modelId="{A86D3B54-0400-4F11-87D0-58F8947389C6}" type="presParOf" srcId="{84D43E88-FEFD-4D31-9443-D397757AB5A1}" destId="{14168FF2-2810-48D6-B245-B75757CF27F3}" srcOrd="0" destOrd="0" presId="urn:microsoft.com/office/officeart/2005/8/layout/list1"/>
    <dgm:cxn modelId="{BDF658E6-2EF2-4F74-BE4F-FC55FC4BEBE9}" type="presParOf" srcId="{14168FF2-2810-48D6-B245-B75757CF27F3}" destId="{4B783B11-2931-47C7-9217-1735C6983F3B}" srcOrd="0" destOrd="0" presId="urn:microsoft.com/office/officeart/2005/8/layout/list1"/>
    <dgm:cxn modelId="{6FF9DA43-4D20-4D60-82D0-6D6DCB03A3F6}" type="presParOf" srcId="{14168FF2-2810-48D6-B245-B75757CF27F3}" destId="{F17A6646-C4A9-4D94-A349-F3E4FA14554D}" srcOrd="1" destOrd="0" presId="urn:microsoft.com/office/officeart/2005/8/layout/list1"/>
    <dgm:cxn modelId="{71A80893-0087-4020-A067-E502923172E9}" type="presParOf" srcId="{84D43E88-FEFD-4D31-9443-D397757AB5A1}" destId="{573FD2FF-AF1D-4403-B8B2-FB11976DEB67}" srcOrd="1" destOrd="0" presId="urn:microsoft.com/office/officeart/2005/8/layout/list1"/>
    <dgm:cxn modelId="{3243C691-063F-4FD0-8131-222385A94049}" type="presParOf" srcId="{84D43E88-FEFD-4D31-9443-D397757AB5A1}" destId="{5F885AE2-42DE-45D2-A0CA-712C37DD83DB}" srcOrd="2" destOrd="0" presId="urn:microsoft.com/office/officeart/2005/8/layout/list1"/>
    <dgm:cxn modelId="{69A3A2A1-4277-4572-9C8F-7F23F7A86340}" type="presParOf" srcId="{84D43E88-FEFD-4D31-9443-D397757AB5A1}" destId="{B5FB1ADC-B739-41EB-85AC-4F3DC83D5E2E}" srcOrd="3" destOrd="0" presId="urn:microsoft.com/office/officeart/2005/8/layout/list1"/>
    <dgm:cxn modelId="{C9D3FE8A-C132-4413-85E2-1DAC4F5F81D0}" type="presParOf" srcId="{84D43E88-FEFD-4D31-9443-D397757AB5A1}" destId="{EBA60C3A-EEE5-490D-9BF4-9A572A066764}" srcOrd="4" destOrd="0" presId="urn:microsoft.com/office/officeart/2005/8/layout/list1"/>
    <dgm:cxn modelId="{83F85C9A-1D15-4955-A0CA-1CCC42321237}" type="presParOf" srcId="{EBA60C3A-EEE5-490D-9BF4-9A572A066764}" destId="{380DE5AD-6233-48BF-A0BE-87255F6CA6A2}" srcOrd="0" destOrd="0" presId="urn:microsoft.com/office/officeart/2005/8/layout/list1"/>
    <dgm:cxn modelId="{94D721C3-755A-42B3-879F-95D63C9D6327}" type="presParOf" srcId="{EBA60C3A-EEE5-490D-9BF4-9A572A066764}" destId="{9601CC1E-25CE-40E5-AD98-AC97286794A8}" srcOrd="1" destOrd="0" presId="urn:microsoft.com/office/officeart/2005/8/layout/list1"/>
    <dgm:cxn modelId="{6314CE71-D377-4A04-B574-F8C3D18B660B}" type="presParOf" srcId="{84D43E88-FEFD-4D31-9443-D397757AB5A1}" destId="{78EAE43D-5A8A-4A6E-BB0E-9453BAB9CDA6}" srcOrd="5" destOrd="0" presId="urn:microsoft.com/office/officeart/2005/8/layout/list1"/>
    <dgm:cxn modelId="{DCC152AC-88F7-4CA4-8125-C5D9E86FEDA3}" type="presParOf" srcId="{84D43E88-FEFD-4D31-9443-D397757AB5A1}" destId="{A1BF1204-6760-49F6-B93C-F28C96AFFDEF}" srcOrd="6" destOrd="0" presId="urn:microsoft.com/office/officeart/2005/8/layout/list1"/>
    <dgm:cxn modelId="{510CBF78-A24E-4E0E-87FA-D145A902E644}" type="presParOf" srcId="{84D43E88-FEFD-4D31-9443-D397757AB5A1}" destId="{B937526B-9827-4970-A3C8-2C84372D7735}" srcOrd="7" destOrd="0" presId="urn:microsoft.com/office/officeart/2005/8/layout/list1"/>
    <dgm:cxn modelId="{13FC0CCC-59E8-46C3-80CA-BB03E07F5C10}" type="presParOf" srcId="{84D43E88-FEFD-4D31-9443-D397757AB5A1}" destId="{772D7A90-1B79-405C-BB53-7631CD9B0F6F}" srcOrd="8" destOrd="0" presId="urn:microsoft.com/office/officeart/2005/8/layout/list1"/>
    <dgm:cxn modelId="{7B3E399E-C796-4187-83CC-2DB2DED0479A}" type="presParOf" srcId="{772D7A90-1B79-405C-BB53-7631CD9B0F6F}" destId="{5579BB5E-E25C-478C-B48F-FD3CC9091F1B}" srcOrd="0" destOrd="0" presId="urn:microsoft.com/office/officeart/2005/8/layout/list1"/>
    <dgm:cxn modelId="{E2BAE52A-6B31-49FA-AB3F-D36160BA82A6}" type="presParOf" srcId="{772D7A90-1B79-405C-BB53-7631CD9B0F6F}" destId="{67AE4D82-A628-4ED6-8FBF-14DA0ED74A7C}" srcOrd="1" destOrd="0" presId="urn:microsoft.com/office/officeart/2005/8/layout/list1"/>
    <dgm:cxn modelId="{5C4A3B37-AA6B-4F1B-B763-2E8982D7ADEB}" type="presParOf" srcId="{84D43E88-FEFD-4D31-9443-D397757AB5A1}" destId="{24798C8A-982C-4539-83BE-7DE18F35C530}" srcOrd="9" destOrd="0" presId="urn:microsoft.com/office/officeart/2005/8/layout/list1"/>
    <dgm:cxn modelId="{ECB18503-8AB5-4224-AF5A-E25CDDA5274A}" type="presParOf" srcId="{84D43E88-FEFD-4D31-9443-D397757AB5A1}" destId="{6BB16CBA-418F-4441-B133-BFA3E78DE3AD}" srcOrd="10" destOrd="0" presId="urn:microsoft.com/office/officeart/2005/8/layout/list1"/>
    <dgm:cxn modelId="{8F19F176-BCBF-499B-8A1E-28FB02894A59}" type="presParOf" srcId="{84D43E88-FEFD-4D31-9443-D397757AB5A1}" destId="{48CD5CCA-DB67-4B04-B3C5-6CBBB414E86F}" srcOrd="11" destOrd="0" presId="urn:microsoft.com/office/officeart/2005/8/layout/list1"/>
    <dgm:cxn modelId="{B076CAEF-DDC5-4EF4-96E4-E2AD957DEC1B}" type="presParOf" srcId="{84D43E88-FEFD-4D31-9443-D397757AB5A1}" destId="{85344B2F-5329-43D2-979D-BD0EDC0AB497}" srcOrd="12" destOrd="0" presId="urn:microsoft.com/office/officeart/2005/8/layout/list1"/>
    <dgm:cxn modelId="{4502CC97-9387-4B8A-B2F3-6C829643AEA1}" type="presParOf" srcId="{85344B2F-5329-43D2-979D-BD0EDC0AB497}" destId="{4DBE84ED-7A69-411B-989C-A48CE36DC512}" srcOrd="0" destOrd="0" presId="urn:microsoft.com/office/officeart/2005/8/layout/list1"/>
    <dgm:cxn modelId="{7C6786B6-3358-46C7-8299-6FDD16CD348E}" type="presParOf" srcId="{85344B2F-5329-43D2-979D-BD0EDC0AB497}" destId="{A29C21ED-E0AF-4AC5-A310-2E43B3B55AC4}" srcOrd="1" destOrd="0" presId="urn:microsoft.com/office/officeart/2005/8/layout/list1"/>
    <dgm:cxn modelId="{974D4542-2811-40F4-AC37-47719F294128}" type="presParOf" srcId="{84D43E88-FEFD-4D31-9443-D397757AB5A1}" destId="{618FC589-B99A-41A6-A0F0-2FB25385FFED}" srcOrd="13" destOrd="0" presId="urn:microsoft.com/office/officeart/2005/8/layout/list1"/>
    <dgm:cxn modelId="{F53F1A4F-30E6-43A0-BF5C-8B8D055F66DF}" type="presParOf" srcId="{84D43E88-FEFD-4D31-9443-D397757AB5A1}" destId="{26DC1D8B-80AA-448D-9BBB-C5380E816876}" srcOrd="14" destOrd="0" presId="urn:microsoft.com/office/officeart/2005/8/layout/list1"/>
    <dgm:cxn modelId="{E9C01CF3-F1B9-4F78-A393-11463CE3CCB7}" type="presParOf" srcId="{84D43E88-FEFD-4D31-9443-D397757AB5A1}" destId="{C192ED31-D6A7-48DC-AD1E-AAE553DC3940}" srcOrd="15" destOrd="0" presId="urn:microsoft.com/office/officeart/2005/8/layout/list1"/>
    <dgm:cxn modelId="{C30A131C-E755-47EB-9EE5-EDF39AD8F6B9}" type="presParOf" srcId="{84D43E88-FEFD-4D31-9443-D397757AB5A1}" destId="{373D9FFE-07DB-4023-8686-5853329BEFA8}" srcOrd="16" destOrd="0" presId="urn:microsoft.com/office/officeart/2005/8/layout/list1"/>
    <dgm:cxn modelId="{E66C9C28-918D-4C92-A208-87B484D22F3D}" type="presParOf" srcId="{373D9FFE-07DB-4023-8686-5853329BEFA8}" destId="{750A2761-1EF3-471A-87E1-11438DE87D9C}" srcOrd="0" destOrd="0" presId="urn:microsoft.com/office/officeart/2005/8/layout/list1"/>
    <dgm:cxn modelId="{B90B8E8E-E6AB-4CA1-9EF4-32629B121BC5}" type="presParOf" srcId="{373D9FFE-07DB-4023-8686-5853329BEFA8}" destId="{6B195E5B-D316-486B-8860-B446EA2F9B6C}" srcOrd="1" destOrd="0" presId="urn:microsoft.com/office/officeart/2005/8/layout/list1"/>
    <dgm:cxn modelId="{1B9DB10E-1EB2-4AFC-8AEA-1B192604B062}" type="presParOf" srcId="{84D43E88-FEFD-4D31-9443-D397757AB5A1}" destId="{B67793EB-EDC7-443B-9666-2AEF96FF7116}" srcOrd="17" destOrd="0" presId="urn:microsoft.com/office/officeart/2005/8/layout/list1"/>
    <dgm:cxn modelId="{F387535C-4DE9-48FA-8770-4DD4551376CA}" type="presParOf" srcId="{84D43E88-FEFD-4D31-9443-D397757AB5A1}" destId="{6F32C1ED-9B48-45E3-A0E2-68D353B041F8}" srcOrd="18" destOrd="0" presId="urn:microsoft.com/office/officeart/2005/8/layout/list1"/>
    <dgm:cxn modelId="{2D97C69A-BA7D-4EB3-A67B-B732E22F6983}" type="presParOf" srcId="{84D43E88-FEFD-4D31-9443-D397757AB5A1}" destId="{6CA0701B-F142-4974-8278-A04170ABD840}" srcOrd="19" destOrd="0" presId="urn:microsoft.com/office/officeart/2005/8/layout/list1"/>
    <dgm:cxn modelId="{7E3E8336-393C-424E-95A6-07B61A9965A6}" type="presParOf" srcId="{84D43E88-FEFD-4D31-9443-D397757AB5A1}" destId="{2F00DAA3-4902-41C7-AB78-1BE1B109BB22}" srcOrd="20" destOrd="0" presId="urn:microsoft.com/office/officeart/2005/8/layout/list1"/>
    <dgm:cxn modelId="{A8643030-C7E6-43DB-B9B6-FA5DAAACC469}" type="presParOf" srcId="{2F00DAA3-4902-41C7-AB78-1BE1B109BB22}" destId="{78F0E4F2-C1C6-4E55-904D-CFE823F19F41}" srcOrd="0" destOrd="0" presId="urn:microsoft.com/office/officeart/2005/8/layout/list1"/>
    <dgm:cxn modelId="{DD3D67C5-BBBA-4738-8B34-5762ED258F2F}" type="presParOf" srcId="{2F00DAA3-4902-41C7-AB78-1BE1B109BB22}" destId="{ADF1332A-0DD7-4F40-963E-9B81E3361CCC}" srcOrd="1" destOrd="0" presId="urn:microsoft.com/office/officeart/2005/8/layout/list1"/>
    <dgm:cxn modelId="{B94CF679-3C23-4303-9C3D-9909E184FBB7}" type="presParOf" srcId="{84D43E88-FEFD-4D31-9443-D397757AB5A1}" destId="{99069BF9-F559-49DC-B6B2-6B3B6559E52F}" srcOrd="21" destOrd="0" presId="urn:microsoft.com/office/officeart/2005/8/layout/list1"/>
    <dgm:cxn modelId="{A1B79D54-9080-4F4F-89AA-E6712118F6D8}" type="presParOf" srcId="{84D43E88-FEFD-4D31-9443-D397757AB5A1}" destId="{C6C4B211-04C7-4787-9D47-1BD37EE1A7E8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D2FAF2-EC89-4C11-BC16-F79B26D1B29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F01B017-FC19-4452-AC65-0D45FBF1AAB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Decentralized Trust</a:t>
          </a:r>
          <a:endParaRPr lang="en-US"/>
        </a:p>
      </dgm:t>
    </dgm:pt>
    <dgm:pt modelId="{680DD33B-7866-4D5C-B9BC-A6DC9F3D0745}" type="parTrans" cxnId="{7D7504F2-C243-4663-B772-B476530DACEE}">
      <dgm:prSet/>
      <dgm:spPr/>
      <dgm:t>
        <a:bodyPr/>
        <a:lstStyle/>
        <a:p>
          <a:endParaRPr lang="en-US"/>
        </a:p>
      </dgm:t>
    </dgm:pt>
    <dgm:pt modelId="{497D4814-B2E4-45AF-925C-FA410DDAFC61}" type="sibTrans" cxnId="{7D7504F2-C243-4663-B772-B476530DACEE}">
      <dgm:prSet/>
      <dgm:spPr/>
      <dgm:t>
        <a:bodyPr/>
        <a:lstStyle/>
        <a:p>
          <a:endParaRPr lang="en-US"/>
        </a:p>
      </dgm:t>
    </dgm:pt>
    <dgm:pt modelId="{071CAD3A-D536-4C7F-BB1C-287AEA53EBE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 trusting authority</a:t>
          </a:r>
          <a:endParaRPr lang="en-US"/>
        </a:p>
      </dgm:t>
    </dgm:pt>
    <dgm:pt modelId="{85737EB3-AB62-442E-9B42-2BCE9031812B}" type="parTrans" cxnId="{53F40F03-7111-4863-BA69-1D92AE095491}">
      <dgm:prSet/>
      <dgm:spPr/>
      <dgm:t>
        <a:bodyPr/>
        <a:lstStyle/>
        <a:p>
          <a:endParaRPr lang="en-US"/>
        </a:p>
      </dgm:t>
    </dgm:pt>
    <dgm:pt modelId="{B8D5EA5F-4191-46EE-BAA3-E46EB4618ABD}" type="sibTrans" cxnId="{53F40F03-7111-4863-BA69-1D92AE095491}">
      <dgm:prSet/>
      <dgm:spPr/>
      <dgm:t>
        <a:bodyPr/>
        <a:lstStyle/>
        <a:p>
          <a:endParaRPr lang="en-US"/>
        </a:p>
      </dgm:t>
    </dgm:pt>
    <dgm:pt modelId="{97C01AC4-2FE8-4B67-B5A1-7574EF6C90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Distributed Consensus</a:t>
          </a:r>
          <a:endParaRPr lang="en-US"/>
        </a:p>
      </dgm:t>
    </dgm:pt>
    <dgm:pt modelId="{5668D823-1FAA-4985-8378-F163ED4D9F22}" type="parTrans" cxnId="{3C61A0BA-D622-4415-BF02-7E474F0E0272}">
      <dgm:prSet/>
      <dgm:spPr/>
      <dgm:t>
        <a:bodyPr/>
        <a:lstStyle/>
        <a:p>
          <a:endParaRPr lang="en-US"/>
        </a:p>
      </dgm:t>
    </dgm:pt>
    <dgm:pt modelId="{E732BFFE-A99E-4C8B-AB94-CCB6715CFDE9}" type="sibTrans" cxnId="{3C61A0BA-D622-4415-BF02-7E474F0E0272}">
      <dgm:prSet/>
      <dgm:spPr/>
      <dgm:t>
        <a:bodyPr/>
        <a:lstStyle/>
        <a:p>
          <a:endParaRPr lang="en-US"/>
        </a:p>
      </dgm:t>
    </dgm:pt>
    <dgm:pt modelId="{A7941EA1-8240-460F-AB76-45DE2674412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Trust achieved from interactions of different participants</a:t>
          </a:r>
          <a:endParaRPr lang="en-US"/>
        </a:p>
      </dgm:t>
    </dgm:pt>
    <dgm:pt modelId="{468F0BEA-9709-4C11-B39B-C30DD256AEF1}" type="parTrans" cxnId="{215C60AE-26EC-48D5-A904-93E8F40BEF6B}">
      <dgm:prSet/>
      <dgm:spPr/>
      <dgm:t>
        <a:bodyPr/>
        <a:lstStyle/>
        <a:p>
          <a:endParaRPr lang="en-US"/>
        </a:p>
      </dgm:t>
    </dgm:pt>
    <dgm:pt modelId="{7819B2ED-ADF9-454B-99B5-EB15C0711E6D}" type="sibTrans" cxnId="{215C60AE-26EC-48D5-A904-93E8F40BEF6B}">
      <dgm:prSet/>
      <dgm:spPr/>
      <dgm:t>
        <a:bodyPr/>
        <a:lstStyle/>
        <a:p>
          <a:endParaRPr lang="en-US"/>
        </a:p>
      </dgm:t>
    </dgm:pt>
    <dgm:pt modelId="{DAF9E11B-1C0D-4C5F-A159-01186700B9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Distributed Ledger</a:t>
          </a:r>
          <a:endParaRPr lang="en-US"/>
        </a:p>
      </dgm:t>
    </dgm:pt>
    <dgm:pt modelId="{488FA89F-A188-4EC2-81B2-98218DD0050D}" type="parTrans" cxnId="{CD9ABF65-691C-4B1D-87BF-24606EBEA910}">
      <dgm:prSet/>
      <dgm:spPr/>
      <dgm:t>
        <a:bodyPr/>
        <a:lstStyle/>
        <a:p>
          <a:endParaRPr lang="en-US"/>
        </a:p>
      </dgm:t>
    </dgm:pt>
    <dgm:pt modelId="{8F11AC0F-801C-423C-8FEC-27FB2D13F453}" type="sibTrans" cxnId="{CD9ABF65-691C-4B1D-87BF-24606EBEA910}">
      <dgm:prSet/>
      <dgm:spPr/>
      <dgm:t>
        <a:bodyPr/>
        <a:lstStyle/>
        <a:p>
          <a:endParaRPr lang="en-US"/>
        </a:p>
      </dgm:t>
    </dgm:pt>
    <dgm:pt modelId="{2A74D638-4268-41FB-8E41-5E90172586A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Transactions recorded to distributed ledger</a:t>
          </a:r>
          <a:endParaRPr lang="en-US"/>
        </a:p>
      </dgm:t>
    </dgm:pt>
    <dgm:pt modelId="{EAD7B4FF-6604-4E98-8495-115F408CC4B3}" type="parTrans" cxnId="{4F7C2193-048D-4514-AA92-F21FE64AEACE}">
      <dgm:prSet/>
      <dgm:spPr/>
      <dgm:t>
        <a:bodyPr/>
        <a:lstStyle/>
        <a:p>
          <a:endParaRPr lang="en-US"/>
        </a:p>
      </dgm:t>
    </dgm:pt>
    <dgm:pt modelId="{97B1DBB4-0133-4EDC-BC15-766838AF1C9D}" type="sibTrans" cxnId="{4F7C2193-048D-4514-AA92-F21FE64AEACE}">
      <dgm:prSet/>
      <dgm:spPr/>
      <dgm:t>
        <a:bodyPr/>
        <a:lstStyle/>
        <a:p>
          <a:endParaRPr lang="en-US"/>
        </a:p>
      </dgm:t>
    </dgm:pt>
    <dgm:pt modelId="{67F45F14-1B60-40C3-8C5B-5D17F92DC4DC}" type="pres">
      <dgm:prSet presAssocID="{87D2FAF2-EC89-4C11-BC16-F79B26D1B294}" presName="root" presStyleCnt="0">
        <dgm:presLayoutVars>
          <dgm:dir/>
          <dgm:resizeHandles val="exact"/>
        </dgm:presLayoutVars>
      </dgm:prSet>
      <dgm:spPr/>
    </dgm:pt>
    <dgm:pt modelId="{5A12107A-0767-4280-B38D-1C45144B972F}" type="pres">
      <dgm:prSet presAssocID="{FF01B017-FC19-4452-AC65-0D45FBF1AABE}" presName="compNode" presStyleCnt="0"/>
      <dgm:spPr/>
    </dgm:pt>
    <dgm:pt modelId="{F9092BD0-0A6C-4F84-B9B7-42B4FCAD7518}" type="pres">
      <dgm:prSet presAssocID="{FF01B017-FC19-4452-AC65-0D45FBF1AAB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B5A41FF-E9ED-4D9B-9EAA-C5865176F234}" type="pres">
      <dgm:prSet presAssocID="{FF01B017-FC19-4452-AC65-0D45FBF1AABE}" presName="iconSpace" presStyleCnt="0"/>
      <dgm:spPr/>
    </dgm:pt>
    <dgm:pt modelId="{6AD472D7-9A5A-46AA-809D-1627B0A94196}" type="pres">
      <dgm:prSet presAssocID="{FF01B017-FC19-4452-AC65-0D45FBF1AABE}" presName="parTx" presStyleLbl="revTx" presStyleIdx="0" presStyleCnt="6">
        <dgm:presLayoutVars>
          <dgm:chMax val="0"/>
          <dgm:chPref val="0"/>
        </dgm:presLayoutVars>
      </dgm:prSet>
      <dgm:spPr/>
    </dgm:pt>
    <dgm:pt modelId="{7C84869F-5F69-4CCD-B3B6-C80181181590}" type="pres">
      <dgm:prSet presAssocID="{FF01B017-FC19-4452-AC65-0D45FBF1AABE}" presName="txSpace" presStyleCnt="0"/>
      <dgm:spPr/>
    </dgm:pt>
    <dgm:pt modelId="{299D0D6C-51FE-44DE-86DA-63D4EFEBE8B4}" type="pres">
      <dgm:prSet presAssocID="{FF01B017-FC19-4452-AC65-0D45FBF1AABE}" presName="desTx" presStyleLbl="revTx" presStyleIdx="1" presStyleCnt="6">
        <dgm:presLayoutVars/>
      </dgm:prSet>
      <dgm:spPr/>
    </dgm:pt>
    <dgm:pt modelId="{DFDBA1CA-F6CA-4A04-A1C1-42171C6DE86E}" type="pres">
      <dgm:prSet presAssocID="{497D4814-B2E4-45AF-925C-FA410DDAFC61}" presName="sibTrans" presStyleCnt="0"/>
      <dgm:spPr/>
    </dgm:pt>
    <dgm:pt modelId="{0BB7A6F7-B619-4C9D-8C89-E5656E1ECEA5}" type="pres">
      <dgm:prSet presAssocID="{97C01AC4-2FE8-4B67-B5A1-7574EF6C9029}" presName="compNode" presStyleCnt="0"/>
      <dgm:spPr/>
    </dgm:pt>
    <dgm:pt modelId="{B82A10A3-E14A-491B-A6EA-7FCC9FA6B786}" type="pres">
      <dgm:prSet presAssocID="{97C01AC4-2FE8-4B67-B5A1-7574EF6C902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B8CF64C-A74F-46D6-8647-16D799226785}" type="pres">
      <dgm:prSet presAssocID="{97C01AC4-2FE8-4B67-B5A1-7574EF6C9029}" presName="iconSpace" presStyleCnt="0"/>
      <dgm:spPr/>
    </dgm:pt>
    <dgm:pt modelId="{909716BA-EE12-45B3-A253-E12A4385BBA6}" type="pres">
      <dgm:prSet presAssocID="{97C01AC4-2FE8-4B67-B5A1-7574EF6C9029}" presName="parTx" presStyleLbl="revTx" presStyleIdx="2" presStyleCnt="6">
        <dgm:presLayoutVars>
          <dgm:chMax val="0"/>
          <dgm:chPref val="0"/>
        </dgm:presLayoutVars>
      </dgm:prSet>
      <dgm:spPr/>
    </dgm:pt>
    <dgm:pt modelId="{1BB5164F-20E9-4415-A5B4-AA086A2B7348}" type="pres">
      <dgm:prSet presAssocID="{97C01AC4-2FE8-4B67-B5A1-7574EF6C9029}" presName="txSpace" presStyleCnt="0"/>
      <dgm:spPr/>
    </dgm:pt>
    <dgm:pt modelId="{8768E9DD-0C73-4848-AEEB-701F3F54A807}" type="pres">
      <dgm:prSet presAssocID="{97C01AC4-2FE8-4B67-B5A1-7574EF6C9029}" presName="desTx" presStyleLbl="revTx" presStyleIdx="3" presStyleCnt="6">
        <dgm:presLayoutVars/>
      </dgm:prSet>
      <dgm:spPr/>
    </dgm:pt>
    <dgm:pt modelId="{2AC8AE65-8484-4F44-A502-55A63A758CFF}" type="pres">
      <dgm:prSet presAssocID="{E732BFFE-A99E-4C8B-AB94-CCB6715CFDE9}" presName="sibTrans" presStyleCnt="0"/>
      <dgm:spPr/>
    </dgm:pt>
    <dgm:pt modelId="{B7BC8782-EF14-45F7-8005-BB07D2ED581B}" type="pres">
      <dgm:prSet presAssocID="{DAF9E11B-1C0D-4C5F-A159-01186700B96D}" presName="compNode" presStyleCnt="0"/>
      <dgm:spPr/>
    </dgm:pt>
    <dgm:pt modelId="{6CEA88DD-FF3C-4F0A-8A89-3E5B4751E221}" type="pres">
      <dgm:prSet presAssocID="{DAF9E11B-1C0D-4C5F-A159-01186700B96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6C82873-0E6C-4891-BBCC-6E2384D16400}" type="pres">
      <dgm:prSet presAssocID="{DAF9E11B-1C0D-4C5F-A159-01186700B96D}" presName="iconSpace" presStyleCnt="0"/>
      <dgm:spPr/>
    </dgm:pt>
    <dgm:pt modelId="{DF3B4D86-3C64-4AFD-A0FA-5DFEDD3C8842}" type="pres">
      <dgm:prSet presAssocID="{DAF9E11B-1C0D-4C5F-A159-01186700B96D}" presName="parTx" presStyleLbl="revTx" presStyleIdx="4" presStyleCnt="6">
        <dgm:presLayoutVars>
          <dgm:chMax val="0"/>
          <dgm:chPref val="0"/>
        </dgm:presLayoutVars>
      </dgm:prSet>
      <dgm:spPr/>
    </dgm:pt>
    <dgm:pt modelId="{BB16E3C3-94DB-40CF-A773-7E07A0E85850}" type="pres">
      <dgm:prSet presAssocID="{DAF9E11B-1C0D-4C5F-A159-01186700B96D}" presName="txSpace" presStyleCnt="0"/>
      <dgm:spPr/>
    </dgm:pt>
    <dgm:pt modelId="{D82EC88F-1AC8-4D8E-A2EE-2313A3AF5D9C}" type="pres">
      <dgm:prSet presAssocID="{DAF9E11B-1C0D-4C5F-A159-01186700B96D}" presName="desTx" presStyleLbl="revTx" presStyleIdx="5" presStyleCnt="6">
        <dgm:presLayoutVars/>
      </dgm:prSet>
      <dgm:spPr/>
    </dgm:pt>
  </dgm:ptLst>
  <dgm:cxnLst>
    <dgm:cxn modelId="{53F40F03-7111-4863-BA69-1D92AE095491}" srcId="{FF01B017-FC19-4452-AC65-0D45FBF1AABE}" destId="{071CAD3A-D536-4C7F-BB1C-287AEA53EBED}" srcOrd="0" destOrd="0" parTransId="{85737EB3-AB62-442E-9B42-2BCE9031812B}" sibTransId="{B8D5EA5F-4191-46EE-BAA3-E46EB4618ABD}"/>
    <dgm:cxn modelId="{E8873C14-2A67-4261-B24D-70265A0C861B}" type="presOf" srcId="{A7941EA1-8240-460F-AB76-45DE2674412C}" destId="{8768E9DD-0C73-4848-AEEB-701F3F54A807}" srcOrd="0" destOrd="0" presId="urn:microsoft.com/office/officeart/2018/5/layout/CenteredIconLabelDescriptionList"/>
    <dgm:cxn modelId="{F6A03027-C9C2-402C-B5E9-B3D387E76019}" type="presOf" srcId="{FF01B017-FC19-4452-AC65-0D45FBF1AABE}" destId="{6AD472D7-9A5A-46AA-809D-1627B0A94196}" srcOrd="0" destOrd="0" presId="urn:microsoft.com/office/officeart/2018/5/layout/CenteredIconLabelDescriptionList"/>
    <dgm:cxn modelId="{DF18DB34-AB42-4D53-8B70-133B77DCC2B0}" type="presOf" srcId="{071CAD3A-D536-4C7F-BB1C-287AEA53EBED}" destId="{299D0D6C-51FE-44DE-86DA-63D4EFEBE8B4}" srcOrd="0" destOrd="0" presId="urn:microsoft.com/office/officeart/2018/5/layout/CenteredIconLabelDescriptionList"/>
    <dgm:cxn modelId="{CD9ABF65-691C-4B1D-87BF-24606EBEA910}" srcId="{87D2FAF2-EC89-4C11-BC16-F79B26D1B294}" destId="{DAF9E11B-1C0D-4C5F-A159-01186700B96D}" srcOrd="2" destOrd="0" parTransId="{488FA89F-A188-4EC2-81B2-98218DD0050D}" sibTransId="{8F11AC0F-801C-423C-8FEC-27FB2D13F453}"/>
    <dgm:cxn modelId="{0C3EDA71-6E34-447B-B2BC-34EED46CA44E}" type="presOf" srcId="{DAF9E11B-1C0D-4C5F-A159-01186700B96D}" destId="{DF3B4D86-3C64-4AFD-A0FA-5DFEDD3C8842}" srcOrd="0" destOrd="0" presId="urn:microsoft.com/office/officeart/2018/5/layout/CenteredIconLabelDescriptionList"/>
    <dgm:cxn modelId="{13690758-97DC-49DF-9333-B1074F8DFC92}" type="presOf" srcId="{87D2FAF2-EC89-4C11-BC16-F79B26D1B294}" destId="{67F45F14-1B60-40C3-8C5B-5D17F92DC4DC}" srcOrd="0" destOrd="0" presId="urn:microsoft.com/office/officeart/2018/5/layout/CenteredIconLabelDescriptionList"/>
    <dgm:cxn modelId="{4F7C2193-048D-4514-AA92-F21FE64AEACE}" srcId="{DAF9E11B-1C0D-4C5F-A159-01186700B96D}" destId="{2A74D638-4268-41FB-8E41-5E90172586A0}" srcOrd="0" destOrd="0" parTransId="{EAD7B4FF-6604-4E98-8495-115F408CC4B3}" sibTransId="{97B1DBB4-0133-4EDC-BC15-766838AF1C9D}"/>
    <dgm:cxn modelId="{95D7149A-1473-4176-BFE2-60D53B587BF3}" type="presOf" srcId="{97C01AC4-2FE8-4B67-B5A1-7574EF6C9029}" destId="{909716BA-EE12-45B3-A253-E12A4385BBA6}" srcOrd="0" destOrd="0" presId="urn:microsoft.com/office/officeart/2018/5/layout/CenteredIconLabelDescriptionList"/>
    <dgm:cxn modelId="{215C60AE-26EC-48D5-A904-93E8F40BEF6B}" srcId="{97C01AC4-2FE8-4B67-B5A1-7574EF6C9029}" destId="{A7941EA1-8240-460F-AB76-45DE2674412C}" srcOrd="0" destOrd="0" parTransId="{468F0BEA-9709-4C11-B39B-C30DD256AEF1}" sibTransId="{7819B2ED-ADF9-454B-99B5-EB15C0711E6D}"/>
    <dgm:cxn modelId="{122BFAB9-5CB8-4D61-855A-B739D86FA6E9}" type="presOf" srcId="{2A74D638-4268-41FB-8E41-5E90172586A0}" destId="{D82EC88F-1AC8-4D8E-A2EE-2313A3AF5D9C}" srcOrd="0" destOrd="0" presId="urn:microsoft.com/office/officeart/2018/5/layout/CenteredIconLabelDescriptionList"/>
    <dgm:cxn modelId="{3C61A0BA-D622-4415-BF02-7E474F0E0272}" srcId="{87D2FAF2-EC89-4C11-BC16-F79B26D1B294}" destId="{97C01AC4-2FE8-4B67-B5A1-7574EF6C9029}" srcOrd="1" destOrd="0" parTransId="{5668D823-1FAA-4985-8378-F163ED4D9F22}" sibTransId="{E732BFFE-A99E-4C8B-AB94-CCB6715CFDE9}"/>
    <dgm:cxn modelId="{7D7504F2-C243-4663-B772-B476530DACEE}" srcId="{87D2FAF2-EC89-4C11-BC16-F79B26D1B294}" destId="{FF01B017-FC19-4452-AC65-0D45FBF1AABE}" srcOrd="0" destOrd="0" parTransId="{680DD33B-7866-4D5C-B9BC-A6DC9F3D0745}" sibTransId="{497D4814-B2E4-45AF-925C-FA410DDAFC61}"/>
    <dgm:cxn modelId="{88ED3271-DB8F-4A6E-94C6-F8807D9E0540}" type="presParOf" srcId="{67F45F14-1B60-40C3-8C5B-5D17F92DC4DC}" destId="{5A12107A-0767-4280-B38D-1C45144B972F}" srcOrd="0" destOrd="0" presId="urn:microsoft.com/office/officeart/2018/5/layout/CenteredIconLabelDescriptionList"/>
    <dgm:cxn modelId="{EB853D17-F5FF-470F-BAF4-1200FA2E3A88}" type="presParOf" srcId="{5A12107A-0767-4280-B38D-1C45144B972F}" destId="{F9092BD0-0A6C-4F84-B9B7-42B4FCAD7518}" srcOrd="0" destOrd="0" presId="urn:microsoft.com/office/officeart/2018/5/layout/CenteredIconLabelDescriptionList"/>
    <dgm:cxn modelId="{9160046E-F048-4911-86C4-511592645C26}" type="presParOf" srcId="{5A12107A-0767-4280-B38D-1C45144B972F}" destId="{FB5A41FF-E9ED-4D9B-9EAA-C5865176F234}" srcOrd="1" destOrd="0" presId="urn:microsoft.com/office/officeart/2018/5/layout/CenteredIconLabelDescriptionList"/>
    <dgm:cxn modelId="{EF31D8D7-F078-43CE-AD92-1E43883C1A51}" type="presParOf" srcId="{5A12107A-0767-4280-B38D-1C45144B972F}" destId="{6AD472D7-9A5A-46AA-809D-1627B0A94196}" srcOrd="2" destOrd="0" presId="urn:microsoft.com/office/officeart/2018/5/layout/CenteredIconLabelDescriptionList"/>
    <dgm:cxn modelId="{974D8049-3818-442B-BEF1-E219C951836C}" type="presParOf" srcId="{5A12107A-0767-4280-B38D-1C45144B972F}" destId="{7C84869F-5F69-4CCD-B3B6-C80181181590}" srcOrd="3" destOrd="0" presId="urn:microsoft.com/office/officeart/2018/5/layout/CenteredIconLabelDescriptionList"/>
    <dgm:cxn modelId="{756ECF6B-791B-42B2-81B3-DD04F29EBEDF}" type="presParOf" srcId="{5A12107A-0767-4280-B38D-1C45144B972F}" destId="{299D0D6C-51FE-44DE-86DA-63D4EFEBE8B4}" srcOrd="4" destOrd="0" presId="urn:microsoft.com/office/officeart/2018/5/layout/CenteredIconLabelDescriptionList"/>
    <dgm:cxn modelId="{3724DBCE-5363-4BE0-A0FD-159D6E62D75F}" type="presParOf" srcId="{67F45F14-1B60-40C3-8C5B-5D17F92DC4DC}" destId="{DFDBA1CA-F6CA-4A04-A1C1-42171C6DE86E}" srcOrd="1" destOrd="0" presId="urn:microsoft.com/office/officeart/2018/5/layout/CenteredIconLabelDescriptionList"/>
    <dgm:cxn modelId="{692C4895-5F51-4A2E-B848-60678ED7710F}" type="presParOf" srcId="{67F45F14-1B60-40C3-8C5B-5D17F92DC4DC}" destId="{0BB7A6F7-B619-4C9D-8C89-E5656E1ECEA5}" srcOrd="2" destOrd="0" presId="urn:microsoft.com/office/officeart/2018/5/layout/CenteredIconLabelDescriptionList"/>
    <dgm:cxn modelId="{16D9AC6C-D460-45AB-BBC2-3554B698C84C}" type="presParOf" srcId="{0BB7A6F7-B619-4C9D-8C89-E5656E1ECEA5}" destId="{B82A10A3-E14A-491B-A6EA-7FCC9FA6B786}" srcOrd="0" destOrd="0" presId="urn:microsoft.com/office/officeart/2018/5/layout/CenteredIconLabelDescriptionList"/>
    <dgm:cxn modelId="{7836223E-95B3-4ED1-851B-88EB1A247F70}" type="presParOf" srcId="{0BB7A6F7-B619-4C9D-8C89-E5656E1ECEA5}" destId="{EB8CF64C-A74F-46D6-8647-16D799226785}" srcOrd="1" destOrd="0" presId="urn:microsoft.com/office/officeart/2018/5/layout/CenteredIconLabelDescriptionList"/>
    <dgm:cxn modelId="{9A0714EF-E014-4B9C-BEE2-32F9AD21208B}" type="presParOf" srcId="{0BB7A6F7-B619-4C9D-8C89-E5656E1ECEA5}" destId="{909716BA-EE12-45B3-A253-E12A4385BBA6}" srcOrd="2" destOrd="0" presId="urn:microsoft.com/office/officeart/2018/5/layout/CenteredIconLabelDescriptionList"/>
    <dgm:cxn modelId="{F37B7BD7-C8A1-40E4-B170-065E0F143BC2}" type="presParOf" srcId="{0BB7A6F7-B619-4C9D-8C89-E5656E1ECEA5}" destId="{1BB5164F-20E9-4415-A5B4-AA086A2B7348}" srcOrd="3" destOrd="0" presId="urn:microsoft.com/office/officeart/2018/5/layout/CenteredIconLabelDescriptionList"/>
    <dgm:cxn modelId="{6AB0ABBE-F6FF-4D36-8D83-562E05BC1641}" type="presParOf" srcId="{0BB7A6F7-B619-4C9D-8C89-E5656E1ECEA5}" destId="{8768E9DD-0C73-4848-AEEB-701F3F54A807}" srcOrd="4" destOrd="0" presId="urn:microsoft.com/office/officeart/2018/5/layout/CenteredIconLabelDescriptionList"/>
    <dgm:cxn modelId="{0291889C-46A3-4EBA-A78A-998CBBED11A9}" type="presParOf" srcId="{67F45F14-1B60-40C3-8C5B-5D17F92DC4DC}" destId="{2AC8AE65-8484-4F44-A502-55A63A758CFF}" srcOrd="3" destOrd="0" presId="urn:microsoft.com/office/officeart/2018/5/layout/CenteredIconLabelDescriptionList"/>
    <dgm:cxn modelId="{46532C6E-86F5-4329-A271-F45FCA71B130}" type="presParOf" srcId="{67F45F14-1B60-40C3-8C5B-5D17F92DC4DC}" destId="{B7BC8782-EF14-45F7-8005-BB07D2ED581B}" srcOrd="4" destOrd="0" presId="urn:microsoft.com/office/officeart/2018/5/layout/CenteredIconLabelDescriptionList"/>
    <dgm:cxn modelId="{FCB4E5E1-30F2-494F-BB42-C93A921337C3}" type="presParOf" srcId="{B7BC8782-EF14-45F7-8005-BB07D2ED581B}" destId="{6CEA88DD-FF3C-4F0A-8A89-3E5B4751E221}" srcOrd="0" destOrd="0" presId="urn:microsoft.com/office/officeart/2018/5/layout/CenteredIconLabelDescriptionList"/>
    <dgm:cxn modelId="{7E14119F-20B8-4985-995C-F697E12B392E}" type="presParOf" srcId="{B7BC8782-EF14-45F7-8005-BB07D2ED581B}" destId="{66C82873-0E6C-4891-BBCC-6E2384D16400}" srcOrd="1" destOrd="0" presId="urn:microsoft.com/office/officeart/2018/5/layout/CenteredIconLabelDescriptionList"/>
    <dgm:cxn modelId="{BF737DDD-9FBE-4FFF-998A-DC34E3C94E20}" type="presParOf" srcId="{B7BC8782-EF14-45F7-8005-BB07D2ED581B}" destId="{DF3B4D86-3C64-4AFD-A0FA-5DFEDD3C8842}" srcOrd="2" destOrd="0" presId="urn:microsoft.com/office/officeart/2018/5/layout/CenteredIconLabelDescriptionList"/>
    <dgm:cxn modelId="{B6F3D45B-C6E1-4BBA-A654-AF3C5F3460BF}" type="presParOf" srcId="{B7BC8782-EF14-45F7-8005-BB07D2ED581B}" destId="{BB16E3C3-94DB-40CF-A773-7E07A0E85850}" srcOrd="3" destOrd="0" presId="urn:microsoft.com/office/officeart/2018/5/layout/CenteredIconLabelDescriptionList"/>
    <dgm:cxn modelId="{4E4FF78E-2533-4CCD-B2EB-9ACE6781ECC2}" type="presParOf" srcId="{B7BC8782-EF14-45F7-8005-BB07D2ED581B}" destId="{D82EC88F-1AC8-4D8E-A2EE-2313A3AF5D9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B00A4B-6E91-430E-AA2C-66B227B0996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444E5A2-01DE-4FF7-BC23-4419067BDD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Search</a:t>
          </a:r>
          <a:endParaRPr lang="tr-TR" dirty="0"/>
        </a:p>
      </dgm:t>
    </dgm:pt>
    <dgm:pt modelId="{4F923DE7-FAC5-4175-AF50-119EBC69510A}" type="parTrans" cxnId="{A77E05C5-C2F4-42BD-9EB3-3D2CC9F1C800}">
      <dgm:prSet/>
      <dgm:spPr/>
      <dgm:t>
        <a:bodyPr/>
        <a:lstStyle/>
        <a:p>
          <a:endParaRPr lang="tr-TR"/>
        </a:p>
      </dgm:t>
    </dgm:pt>
    <dgm:pt modelId="{5F3355BC-8856-4E38-86A7-9D0514D404E1}" type="sibTrans" cxnId="{A77E05C5-C2F4-42BD-9EB3-3D2CC9F1C800}">
      <dgm:prSet/>
      <dgm:spPr/>
      <dgm:t>
        <a:bodyPr/>
        <a:lstStyle/>
        <a:p>
          <a:endParaRPr lang="tr-TR"/>
        </a:p>
      </dgm:t>
    </dgm:pt>
    <dgm:pt modelId="{E292260D-B63F-449A-8E4C-310BB4943F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</a:t>
          </a:r>
          <a:r>
            <a:rPr lang="tr-TR" dirty="0"/>
            <a:t> </a:t>
          </a:r>
          <a:r>
            <a:rPr lang="en-US" dirty="0"/>
            <a:t>address</a:t>
          </a:r>
          <a:endParaRPr lang="tr-TR" dirty="0"/>
        </a:p>
      </dgm:t>
    </dgm:pt>
    <dgm:pt modelId="{9F03C728-DC17-4C3A-A4F5-F2CF8B344BFD}" type="parTrans" cxnId="{D6B4C22B-397F-41F3-93C9-FB5C748BA3FF}">
      <dgm:prSet/>
      <dgm:spPr/>
      <dgm:t>
        <a:bodyPr/>
        <a:lstStyle/>
        <a:p>
          <a:endParaRPr lang="tr-TR"/>
        </a:p>
      </dgm:t>
    </dgm:pt>
    <dgm:pt modelId="{429CE188-8E28-47D8-A7E8-5375803642BB}" type="sibTrans" cxnId="{D6B4C22B-397F-41F3-93C9-FB5C748BA3FF}">
      <dgm:prSet/>
      <dgm:spPr/>
      <dgm:t>
        <a:bodyPr/>
        <a:lstStyle/>
        <a:p>
          <a:endParaRPr lang="tr-TR"/>
        </a:p>
      </dgm:t>
    </dgm:pt>
    <dgm:pt modelId="{579334C3-67DD-48F5-9AC2-D658F440F4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retrieve</a:t>
          </a:r>
          <a:endParaRPr lang="tr-TR" dirty="0"/>
        </a:p>
      </dgm:t>
    </dgm:pt>
    <dgm:pt modelId="{D708FA4B-17C2-496F-BFA3-F54FD4C3EEBB}" type="parTrans" cxnId="{1158E694-1F68-4F65-8993-A2B1B342BDB0}">
      <dgm:prSet/>
      <dgm:spPr/>
      <dgm:t>
        <a:bodyPr/>
        <a:lstStyle/>
        <a:p>
          <a:endParaRPr lang="tr-TR"/>
        </a:p>
      </dgm:t>
    </dgm:pt>
    <dgm:pt modelId="{785EF392-C1C0-4FBB-B769-93EDF276FE76}" type="sibTrans" cxnId="{1158E694-1F68-4F65-8993-A2B1B342BDB0}">
      <dgm:prSet/>
      <dgm:spPr/>
      <dgm:t>
        <a:bodyPr/>
        <a:lstStyle/>
        <a:p>
          <a:endParaRPr lang="tr-TR"/>
        </a:p>
      </dgm:t>
    </dgm:pt>
    <dgm:pt modelId="{C5882996-D89F-4464-BBB9-85F89A09BE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Popular blockchain explorers include:</a:t>
          </a:r>
        </a:p>
      </dgm:t>
    </dgm:pt>
    <dgm:pt modelId="{14E40E4A-F710-4133-BC08-073A585455FF}" type="parTrans" cxnId="{62DCCBAE-2B88-4FB2-9196-8108C9C2C5A0}">
      <dgm:prSet/>
      <dgm:spPr/>
      <dgm:t>
        <a:bodyPr/>
        <a:lstStyle/>
        <a:p>
          <a:endParaRPr lang="tr-TR"/>
        </a:p>
      </dgm:t>
    </dgm:pt>
    <dgm:pt modelId="{F2CDE345-35C4-4B0F-8239-0792E0339FB1}" type="sibTrans" cxnId="{62DCCBAE-2B88-4FB2-9196-8108C9C2C5A0}">
      <dgm:prSet/>
      <dgm:spPr/>
      <dgm:t>
        <a:bodyPr/>
        <a:lstStyle/>
        <a:p>
          <a:endParaRPr lang="tr-TR"/>
        </a:p>
      </dgm:t>
    </dgm:pt>
    <dgm:pt modelId="{723BA06E-D722-4274-8A5B-887709AF469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>
              <a:hlinkClick xmlns:r="http://schemas.openxmlformats.org/officeDocument/2006/relationships" r:id="rId1"/>
            </a:rPr>
            <a:t>Blockchain.com</a:t>
          </a:r>
          <a:endParaRPr lang="tr-TR" dirty="0">
            <a:hlinkClick xmlns:r="http://schemas.openxmlformats.org/officeDocument/2006/relationships" r:id="rId2"/>
          </a:endParaRPr>
        </a:p>
        <a:p>
          <a:pPr>
            <a:lnSpc>
              <a:spcPct val="100000"/>
            </a:lnSpc>
          </a:pPr>
          <a:r>
            <a:rPr lang="tr-TR" dirty="0" err="1">
              <a:hlinkClick xmlns:r="http://schemas.openxmlformats.org/officeDocument/2006/relationships" r:id="rId2"/>
            </a:rPr>
            <a:t>BlockCypher</a:t>
          </a:r>
          <a:r>
            <a:rPr lang="tr-TR" dirty="0">
              <a:hlinkClick xmlns:r="http://schemas.openxmlformats.org/officeDocument/2006/relationships" r:id="rId2"/>
            </a:rPr>
            <a:t> Explorer</a:t>
          </a:r>
          <a:endParaRPr lang="tr-TR" dirty="0"/>
        </a:p>
      </dgm:t>
    </dgm:pt>
    <dgm:pt modelId="{5C6EA7D9-3309-40A5-A62C-4B05FED6FC9A}" type="parTrans" cxnId="{A977C565-18F8-47BE-9EFB-013AE89E0964}">
      <dgm:prSet/>
      <dgm:spPr/>
      <dgm:t>
        <a:bodyPr/>
        <a:lstStyle/>
        <a:p>
          <a:endParaRPr lang="tr-TR"/>
        </a:p>
      </dgm:t>
    </dgm:pt>
    <dgm:pt modelId="{83D4EF5C-A8AA-491B-B455-F46361F0C037}" type="sibTrans" cxnId="{A977C565-18F8-47BE-9EFB-013AE89E0964}">
      <dgm:prSet/>
      <dgm:spPr/>
      <dgm:t>
        <a:bodyPr/>
        <a:lstStyle/>
        <a:p>
          <a:endParaRPr lang="tr-TR"/>
        </a:p>
      </dgm:t>
    </dgm:pt>
    <dgm:pt modelId="{44D42E00-F3E8-42C6-9F27-7FA0B7F92F4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>
              <a:hlinkClick xmlns:r="http://schemas.openxmlformats.org/officeDocument/2006/relationships" r:id="rId3"/>
            </a:rPr>
            <a:t>blockchain.info</a:t>
          </a:r>
          <a:endParaRPr lang="tr-TR" dirty="0"/>
        </a:p>
      </dgm:t>
    </dgm:pt>
    <dgm:pt modelId="{C646F24C-E995-4D3C-84F5-376E2ABFB998}" type="parTrans" cxnId="{AF65EEE2-1E28-4226-A996-FCB7DBD8CC4B}">
      <dgm:prSet/>
      <dgm:spPr/>
      <dgm:t>
        <a:bodyPr/>
        <a:lstStyle/>
        <a:p>
          <a:endParaRPr lang="tr-TR"/>
        </a:p>
      </dgm:t>
    </dgm:pt>
    <dgm:pt modelId="{F727B759-FC7D-4B42-97CA-CD4A7500289F}" type="sibTrans" cxnId="{AF65EEE2-1E28-4226-A996-FCB7DBD8CC4B}">
      <dgm:prSet/>
      <dgm:spPr/>
      <dgm:t>
        <a:bodyPr/>
        <a:lstStyle/>
        <a:p>
          <a:endParaRPr lang="tr-TR"/>
        </a:p>
      </dgm:t>
    </dgm:pt>
    <dgm:pt modelId="{5FFCC3AD-9C06-43DB-ADE1-31005B7602D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>
              <a:hlinkClick xmlns:r="http://schemas.openxmlformats.org/officeDocument/2006/relationships" r:id="rId4"/>
            </a:rPr>
            <a:t>BitPay</a:t>
          </a:r>
          <a:r>
            <a:rPr lang="tr-TR" dirty="0">
              <a:hlinkClick xmlns:r="http://schemas.openxmlformats.org/officeDocument/2006/relationships" r:id="rId4"/>
            </a:rPr>
            <a:t> </a:t>
          </a:r>
          <a:r>
            <a:rPr lang="tr-TR" dirty="0" err="1">
              <a:hlinkClick xmlns:r="http://schemas.openxmlformats.org/officeDocument/2006/relationships" r:id="rId4"/>
            </a:rPr>
            <a:t>Insight</a:t>
          </a:r>
          <a:endParaRPr lang="tr-TR" dirty="0"/>
        </a:p>
      </dgm:t>
    </dgm:pt>
    <dgm:pt modelId="{E6D0E1B7-E610-44B7-8068-438ABD0123C8}" type="parTrans" cxnId="{DDEA41FA-C96F-414C-A620-D40E01D2C518}">
      <dgm:prSet/>
      <dgm:spPr/>
      <dgm:t>
        <a:bodyPr/>
        <a:lstStyle/>
        <a:p>
          <a:endParaRPr lang="tr-TR"/>
        </a:p>
      </dgm:t>
    </dgm:pt>
    <dgm:pt modelId="{02CD7FBC-E2B4-4339-BB7F-74BCD5CCE11D}" type="sibTrans" cxnId="{DDEA41FA-C96F-414C-A620-D40E01D2C518}">
      <dgm:prSet/>
      <dgm:spPr/>
      <dgm:t>
        <a:bodyPr/>
        <a:lstStyle/>
        <a:p>
          <a:endParaRPr lang="tr-TR"/>
        </a:p>
      </dgm:t>
    </dgm:pt>
    <dgm:pt modelId="{38415CBB-7DFE-4E48-9570-C72F55A2F0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 hash</a:t>
          </a:r>
          <a:endParaRPr lang="tr-TR" dirty="0"/>
        </a:p>
      </dgm:t>
    </dgm:pt>
    <dgm:pt modelId="{7D63DD25-BF05-45AC-9749-63A51CDF176A}" type="parTrans" cxnId="{BBBB7661-D408-49D4-9C62-55E6F320A82D}">
      <dgm:prSet/>
      <dgm:spPr/>
      <dgm:t>
        <a:bodyPr/>
        <a:lstStyle/>
        <a:p>
          <a:endParaRPr lang="tr-TR"/>
        </a:p>
      </dgm:t>
    </dgm:pt>
    <dgm:pt modelId="{9ED51335-40C7-4829-B175-08A17B34C90A}" type="sibTrans" cxnId="{BBBB7661-D408-49D4-9C62-55E6F320A82D}">
      <dgm:prSet/>
      <dgm:spPr/>
      <dgm:t>
        <a:bodyPr/>
        <a:lstStyle/>
        <a:p>
          <a:endParaRPr lang="tr-TR"/>
        </a:p>
      </dgm:t>
    </dgm:pt>
    <dgm:pt modelId="{6F14B1BF-2AEF-46B8-8CAF-34222E4D1F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block number</a:t>
          </a:r>
          <a:endParaRPr lang="tr-TR" dirty="0"/>
        </a:p>
      </dgm:t>
    </dgm:pt>
    <dgm:pt modelId="{CD4B1C46-B8D1-4D9A-AE81-D139D2E167E9}" type="parTrans" cxnId="{4E6B8D99-9DBA-4C9F-8A45-DE3F71085DDA}">
      <dgm:prSet/>
      <dgm:spPr/>
      <dgm:t>
        <a:bodyPr/>
        <a:lstStyle/>
        <a:p>
          <a:endParaRPr lang="tr-TR"/>
        </a:p>
      </dgm:t>
    </dgm:pt>
    <dgm:pt modelId="{FD355F82-CC82-444D-BF6E-3CDF9E8E2F84}" type="sibTrans" cxnId="{4E6B8D99-9DBA-4C9F-8A45-DE3F71085DDA}">
      <dgm:prSet/>
      <dgm:spPr/>
      <dgm:t>
        <a:bodyPr/>
        <a:lstStyle/>
        <a:p>
          <a:endParaRPr lang="tr-TR"/>
        </a:p>
      </dgm:t>
    </dgm:pt>
    <dgm:pt modelId="{FC5F7603-A92D-4199-B4D0-7E629BD92F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block hash </a:t>
          </a:r>
          <a:endParaRPr lang="tr-TR" dirty="0"/>
        </a:p>
      </dgm:t>
    </dgm:pt>
    <dgm:pt modelId="{350119D7-F5F2-4A5E-AB4F-903BCE13DC17}" type="parTrans" cxnId="{C57E6376-981F-41E3-932D-48D05CEE553C}">
      <dgm:prSet/>
      <dgm:spPr/>
      <dgm:t>
        <a:bodyPr/>
        <a:lstStyle/>
        <a:p>
          <a:endParaRPr lang="tr-TR"/>
        </a:p>
      </dgm:t>
    </dgm:pt>
    <dgm:pt modelId="{E579AEFF-F119-48B1-983E-B194CC401C89}" type="sibTrans" cxnId="{C57E6376-981F-41E3-932D-48D05CEE553C}">
      <dgm:prSet/>
      <dgm:spPr/>
      <dgm:t>
        <a:bodyPr/>
        <a:lstStyle/>
        <a:p>
          <a:endParaRPr lang="tr-TR"/>
        </a:p>
      </dgm:t>
    </dgm:pt>
    <dgm:pt modelId="{B4E98B7A-F10D-40E4-8E99-261CE1DE2E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corresponding information</a:t>
          </a:r>
          <a:endParaRPr lang="tr-TR" dirty="0"/>
        </a:p>
      </dgm:t>
    </dgm:pt>
    <dgm:pt modelId="{6604351E-B9E5-4E99-92A1-F61FD53D2B61}" type="parTrans" cxnId="{A807B253-30DA-41A6-8302-D5E2842CDC59}">
      <dgm:prSet/>
      <dgm:spPr/>
      <dgm:t>
        <a:bodyPr/>
        <a:lstStyle/>
        <a:p>
          <a:endParaRPr lang="tr-TR"/>
        </a:p>
      </dgm:t>
    </dgm:pt>
    <dgm:pt modelId="{1EAD3E0A-59B0-40A0-A1DB-D579032C4FD8}" type="sibTrans" cxnId="{A807B253-30DA-41A6-8302-D5E2842CDC59}">
      <dgm:prSet/>
      <dgm:spPr/>
      <dgm:t>
        <a:bodyPr/>
        <a:lstStyle/>
        <a:p>
          <a:endParaRPr lang="tr-TR"/>
        </a:p>
      </dgm:t>
    </dgm:pt>
    <dgm:pt modelId="{C340EB3B-FAEF-455E-A7B3-71A03E056B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the bitcoin</a:t>
          </a:r>
          <a:r>
            <a:rPr lang="tr-TR" dirty="0"/>
            <a:t> </a:t>
          </a:r>
          <a:r>
            <a:rPr lang="en-US" dirty="0"/>
            <a:t>network </a:t>
          </a:r>
          <a:endParaRPr lang="tr-TR" dirty="0"/>
        </a:p>
      </dgm:t>
    </dgm:pt>
    <dgm:pt modelId="{DF93EE4D-D0C1-400B-83CC-41CB3665252B}" type="parTrans" cxnId="{87A1AAC2-D9F2-4CD5-A476-66A78067035C}">
      <dgm:prSet/>
      <dgm:spPr/>
      <dgm:t>
        <a:bodyPr/>
        <a:lstStyle/>
        <a:p>
          <a:endParaRPr lang="tr-TR"/>
        </a:p>
      </dgm:t>
    </dgm:pt>
    <dgm:pt modelId="{63B3ACC7-901E-477D-883E-2DA2B2874DD1}" type="sibTrans" cxnId="{87A1AAC2-D9F2-4CD5-A476-66A78067035C}">
      <dgm:prSet/>
      <dgm:spPr/>
      <dgm:t>
        <a:bodyPr/>
        <a:lstStyle/>
        <a:p>
          <a:endParaRPr lang="tr-TR"/>
        </a:p>
      </dgm:t>
    </dgm:pt>
    <dgm:pt modelId="{A27EFB42-6DB3-4A15-9868-BBE9E00E3EEB}" type="pres">
      <dgm:prSet presAssocID="{F3B00A4B-6E91-430E-AA2C-66B227B09961}" presName="root" presStyleCnt="0">
        <dgm:presLayoutVars>
          <dgm:dir/>
          <dgm:resizeHandles val="exact"/>
        </dgm:presLayoutVars>
      </dgm:prSet>
      <dgm:spPr/>
    </dgm:pt>
    <dgm:pt modelId="{6E1D8850-994E-4E36-9759-4B63DA87CD37}" type="pres">
      <dgm:prSet presAssocID="{5444E5A2-01DE-4FF7-BC23-4419067BDDB2}" presName="compNode" presStyleCnt="0"/>
      <dgm:spPr/>
    </dgm:pt>
    <dgm:pt modelId="{90C2E8F5-02BA-4876-8D72-DAB8091DBB56}" type="pres">
      <dgm:prSet presAssocID="{5444E5A2-01DE-4FF7-BC23-4419067BDDB2}" presName="iconRect" presStyleLbl="node1" presStyleIdx="0" presStyleCnt="3" custLinFactNeighborX="48379" custLinFactNeighborY="-5529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yüteç"/>
        </a:ext>
      </dgm:extLst>
    </dgm:pt>
    <dgm:pt modelId="{FA411033-E9FC-4B18-B3FD-6D75D7198D35}" type="pres">
      <dgm:prSet presAssocID="{5444E5A2-01DE-4FF7-BC23-4419067BDDB2}" presName="iconSpace" presStyleCnt="0"/>
      <dgm:spPr/>
    </dgm:pt>
    <dgm:pt modelId="{16FD2379-5929-496B-BD85-E47EE1248435}" type="pres">
      <dgm:prSet presAssocID="{5444E5A2-01DE-4FF7-BC23-4419067BDDB2}" presName="parTx" presStyleLbl="revTx" presStyleIdx="0" presStyleCnt="6" custLinFactNeighborX="16933" custLinFactNeighborY="-12901">
        <dgm:presLayoutVars>
          <dgm:chMax val="0"/>
          <dgm:chPref val="0"/>
        </dgm:presLayoutVars>
      </dgm:prSet>
      <dgm:spPr/>
    </dgm:pt>
    <dgm:pt modelId="{EB5C1BDA-3F9C-4041-89F8-8D7B6F481900}" type="pres">
      <dgm:prSet presAssocID="{5444E5A2-01DE-4FF7-BC23-4419067BDDB2}" presName="txSpace" presStyleCnt="0"/>
      <dgm:spPr/>
    </dgm:pt>
    <dgm:pt modelId="{5CBB7D4A-5281-4A12-8767-6EFE21ECD095}" type="pres">
      <dgm:prSet presAssocID="{5444E5A2-01DE-4FF7-BC23-4419067BDDB2}" presName="desTx" presStyleLbl="revTx" presStyleIdx="1" presStyleCnt="6" custLinFactNeighborX="15965" custLinFactNeighborY="-16917">
        <dgm:presLayoutVars/>
      </dgm:prSet>
      <dgm:spPr/>
    </dgm:pt>
    <dgm:pt modelId="{285686DC-CE4F-432D-B813-E0D2874B8AD2}" type="pres">
      <dgm:prSet presAssocID="{5F3355BC-8856-4E38-86A7-9D0514D404E1}" presName="sibTrans" presStyleCnt="0"/>
      <dgm:spPr/>
    </dgm:pt>
    <dgm:pt modelId="{7F96A4DF-0C80-482A-800F-8C47466B9CA9}" type="pres">
      <dgm:prSet presAssocID="{579334C3-67DD-48F5-9AC2-D658F440F45E}" presName="compNode" presStyleCnt="0"/>
      <dgm:spPr/>
    </dgm:pt>
    <dgm:pt modelId="{8922264A-BFE5-4D8C-9261-28612EC704B3}" type="pres">
      <dgm:prSet presAssocID="{579334C3-67DD-48F5-9AC2-D658F440F45E}" presName="iconRect" presStyleLbl="node1" presStyleIdx="1" presStyleCnt="3"/>
      <dgm:spPr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11209FF2-C473-4F05-8BEB-0773A6A5D732}" type="pres">
      <dgm:prSet presAssocID="{579334C3-67DD-48F5-9AC2-D658F440F45E}" presName="iconSpace" presStyleCnt="0"/>
      <dgm:spPr/>
    </dgm:pt>
    <dgm:pt modelId="{F5CE8448-5D1E-412C-8B34-426D03F978C2}" type="pres">
      <dgm:prSet presAssocID="{579334C3-67DD-48F5-9AC2-D658F440F45E}" presName="parTx" presStyleLbl="revTx" presStyleIdx="2" presStyleCnt="6">
        <dgm:presLayoutVars>
          <dgm:chMax val="0"/>
          <dgm:chPref val="0"/>
        </dgm:presLayoutVars>
      </dgm:prSet>
      <dgm:spPr/>
    </dgm:pt>
    <dgm:pt modelId="{68BF6A3C-B61C-455F-B960-E3055418A030}" type="pres">
      <dgm:prSet presAssocID="{579334C3-67DD-48F5-9AC2-D658F440F45E}" presName="txSpace" presStyleCnt="0"/>
      <dgm:spPr/>
    </dgm:pt>
    <dgm:pt modelId="{4EDCF896-1FBE-4684-AD58-B8ECC80E0249}" type="pres">
      <dgm:prSet presAssocID="{579334C3-67DD-48F5-9AC2-D658F440F45E}" presName="desTx" presStyleLbl="revTx" presStyleIdx="3" presStyleCnt="6">
        <dgm:presLayoutVars/>
      </dgm:prSet>
      <dgm:spPr/>
    </dgm:pt>
    <dgm:pt modelId="{8150EDB0-990E-4451-88D3-DC770DB8B519}" type="pres">
      <dgm:prSet presAssocID="{785EF392-C1C0-4FBB-B769-93EDF276FE76}" presName="sibTrans" presStyleCnt="0"/>
      <dgm:spPr/>
    </dgm:pt>
    <dgm:pt modelId="{910E51FE-0B81-4B36-8DF3-9A5CDC7E68A6}" type="pres">
      <dgm:prSet presAssocID="{C5882996-D89F-4464-BBB9-85F89A09BE6D}" presName="compNode" presStyleCnt="0"/>
      <dgm:spPr/>
    </dgm:pt>
    <dgm:pt modelId="{F8ED01F2-B4A6-4333-B0D7-45F7660946A3}" type="pres">
      <dgm:prSet presAssocID="{C5882996-D89F-4464-BBB9-85F89A09BE6D}" presName="iconRect" presStyleLbl="node1" presStyleIdx="2" presStyleCnt="3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AB379096-29D4-496A-8014-EF785CBFAFAE}" type="pres">
      <dgm:prSet presAssocID="{C5882996-D89F-4464-BBB9-85F89A09BE6D}" presName="iconSpace" presStyleCnt="0"/>
      <dgm:spPr/>
    </dgm:pt>
    <dgm:pt modelId="{279E1085-7957-40F6-8226-E2183291EC3F}" type="pres">
      <dgm:prSet presAssocID="{C5882996-D89F-4464-BBB9-85F89A09BE6D}" presName="parTx" presStyleLbl="revTx" presStyleIdx="4" presStyleCnt="6">
        <dgm:presLayoutVars>
          <dgm:chMax val="0"/>
          <dgm:chPref val="0"/>
        </dgm:presLayoutVars>
      </dgm:prSet>
      <dgm:spPr/>
    </dgm:pt>
    <dgm:pt modelId="{74CA227B-8E77-4529-B540-1CC0E65BC5FA}" type="pres">
      <dgm:prSet presAssocID="{C5882996-D89F-4464-BBB9-85F89A09BE6D}" presName="txSpace" presStyleCnt="0"/>
      <dgm:spPr/>
    </dgm:pt>
    <dgm:pt modelId="{6FABAA5F-B867-4453-B9C8-CF235075C126}" type="pres">
      <dgm:prSet presAssocID="{C5882996-D89F-4464-BBB9-85F89A09BE6D}" presName="desTx" presStyleLbl="revTx" presStyleIdx="5" presStyleCnt="6">
        <dgm:presLayoutVars/>
      </dgm:prSet>
      <dgm:spPr/>
    </dgm:pt>
  </dgm:ptLst>
  <dgm:cxnLst>
    <dgm:cxn modelId="{C2D44618-1AF0-4AB3-8B9A-F17A276F0AF2}" type="presOf" srcId="{FC5F7603-A92D-4199-B4D0-7E629BD92F31}" destId="{5CBB7D4A-5281-4A12-8767-6EFE21ECD095}" srcOrd="0" destOrd="3" presId="urn:microsoft.com/office/officeart/2018/5/layout/CenteredIconLabelDescriptionList"/>
    <dgm:cxn modelId="{35F85B1D-3107-4BAF-90B6-90A169EE960A}" type="presOf" srcId="{579334C3-67DD-48F5-9AC2-D658F440F45E}" destId="{F5CE8448-5D1E-412C-8B34-426D03F978C2}" srcOrd="0" destOrd="0" presId="urn:microsoft.com/office/officeart/2018/5/layout/CenteredIconLabelDescriptionList"/>
    <dgm:cxn modelId="{95398123-CA06-4D0C-A7FA-4DC67237AF7B}" type="presOf" srcId="{6F14B1BF-2AEF-46B8-8CAF-34222E4D1F9F}" destId="{5CBB7D4A-5281-4A12-8767-6EFE21ECD095}" srcOrd="0" destOrd="2" presId="urn:microsoft.com/office/officeart/2018/5/layout/CenteredIconLabelDescriptionList"/>
    <dgm:cxn modelId="{F3B70B29-0D0B-4122-B2CF-FD3AA5470E33}" type="presOf" srcId="{B4E98B7A-F10D-40E4-8E99-261CE1DE2E7C}" destId="{4EDCF896-1FBE-4684-AD58-B8ECC80E0249}" srcOrd="0" destOrd="0" presId="urn:microsoft.com/office/officeart/2018/5/layout/CenteredIconLabelDescriptionList"/>
    <dgm:cxn modelId="{D6B4C22B-397F-41F3-93C9-FB5C748BA3FF}" srcId="{5444E5A2-01DE-4FF7-BC23-4419067BDDB2}" destId="{E292260D-B63F-449A-8E4C-310BB4943F4E}" srcOrd="0" destOrd="0" parTransId="{9F03C728-DC17-4C3A-A4F5-F2CF8B344BFD}" sibTransId="{429CE188-8E28-47D8-A7E8-5375803642BB}"/>
    <dgm:cxn modelId="{BBBB7661-D408-49D4-9C62-55E6F320A82D}" srcId="{5444E5A2-01DE-4FF7-BC23-4419067BDDB2}" destId="{38415CBB-7DFE-4E48-9570-C72F55A2F0A1}" srcOrd="1" destOrd="0" parTransId="{7D63DD25-BF05-45AC-9749-63A51CDF176A}" sibTransId="{9ED51335-40C7-4829-B175-08A17B34C90A}"/>
    <dgm:cxn modelId="{E1C9D861-86A7-4AF9-B061-645CA272BC59}" type="presOf" srcId="{C340EB3B-FAEF-455E-A7B3-71A03E056B41}" destId="{4EDCF896-1FBE-4684-AD58-B8ECC80E0249}" srcOrd="0" destOrd="1" presId="urn:microsoft.com/office/officeart/2018/5/layout/CenteredIconLabelDescriptionList"/>
    <dgm:cxn modelId="{A977C565-18F8-47BE-9EFB-013AE89E0964}" srcId="{C5882996-D89F-4464-BBB9-85F89A09BE6D}" destId="{723BA06E-D722-4274-8A5B-887709AF469C}" srcOrd="0" destOrd="0" parTransId="{5C6EA7D9-3309-40A5-A62C-4B05FED6FC9A}" sibTransId="{83D4EF5C-A8AA-491B-B455-F46361F0C037}"/>
    <dgm:cxn modelId="{FAB65F48-2600-444D-8968-540AFB73808B}" type="presOf" srcId="{F3B00A4B-6E91-430E-AA2C-66B227B09961}" destId="{A27EFB42-6DB3-4A15-9868-BBE9E00E3EEB}" srcOrd="0" destOrd="0" presId="urn:microsoft.com/office/officeart/2018/5/layout/CenteredIconLabelDescriptionList"/>
    <dgm:cxn modelId="{A807B253-30DA-41A6-8302-D5E2842CDC59}" srcId="{579334C3-67DD-48F5-9AC2-D658F440F45E}" destId="{B4E98B7A-F10D-40E4-8E99-261CE1DE2E7C}" srcOrd="0" destOrd="0" parTransId="{6604351E-B9E5-4E99-92A1-F61FD53D2B61}" sibTransId="{1EAD3E0A-59B0-40A0-A1DB-D579032C4FD8}"/>
    <dgm:cxn modelId="{C57E6376-981F-41E3-932D-48D05CEE553C}" srcId="{5444E5A2-01DE-4FF7-BC23-4419067BDDB2}" destId="{FC5F7603-A92D-4199-B4D0-7E629BD92F31}" srcOrd="3" destOrd="0" parTransId="{350119D7-F5F2-4A5E-AB4F-903BCE13DC17}" sibTransId="{E579AEFF-F119-48B1-983E-B194CC401C89}"/>
    <dgm:cxn modelId="{1158E694-1F68-4F65-8993-A2B1B342BDB0}" srcId="{F3B00A4B-6E91-430E-AA2C-66B227B09961}" destId="{579334C3-67DD-48F5-9AC2-D658F440F45E}" srcOrd="1" destOrd="0" parTransId="{D708FA4B-17C2-496F-BFA3-F54FD4C3EEBB}" sibTransId="{785EF392-C1C0-4FBB-B769-93EDF276FE76}"/>
    <dgm:cxn modelId="{4E6B8D99-9DBA-4C9F-8A45-DE3F71085DDA}" srcId="{5444E5A2-01DE-4FF7-BC23-4419067BDDB2}" destId="{6F14B1BF-2AEF-46B8-8CAF-34222E4D1F9F}" srcOrd="2" destOrd="0" parTransId="{CD4B1C46-B8D1-4D9A-AE81-D139D2E167E9}" sibTransId="{FD355F82-CC82-444D-BF6E-3CDF9E8E2F84}"/>
    <dgm:cxn modelId="{8EE7109C-FCFC-42E2-AEA2-A8871CC81C5E}" type="presOf" srcId="{E292260D-B63F-449A-8E4C-310BB4943F4E}" destId="{5CBB7D4A-5281-4A12-8767-6EFE21ECD095}" srcOrd="0" destOrd="0" presId="urn:microsoft.com/office/officeart/2018/5/layout/CenteredIconLabelDescriptionList"/>
    <dgm:cxn modelId="{0F8438AA-1AF2-45FD-8C11-AD3F295C20E0}" type="presOf" srcId="{5FFCC3AD-9C06-43DB-ADE1-31005B7602D8}" destId="{6FABAA5F-B867-4453-B9C8-CF235075C126}" srcOrd="0" destOrd="2" presId="urn:microsoft.com/office/officeart/2018/5/layout/CenteredIconLabelDescriptionList"/>
    <dgm:cxn modelId="{3E1B58AA-21C4-4FDB-9A39-E91B62C8D8AF}" type="presOf" srcId="{5444E5A2-01DE-4FF7-BC23-4419067BDDB2}" destId="{16FD2379-5929-496B-BD85-E47EE1248435}" srcOrd="0" destOrd="0" presId="urn:microsoft.com/office/officeart/2018/5/layout/CenteredIconLabelDescriptionList"/>
    <dgm:cxn modelId="{62DCCBAE-2B88-4FB2-9196-8108C9C2C5A0}" srcId="{F3B00A4B-6E91-430E-AA2C-66B227B09961}" destId="{C5882996-D89F-4464-BBB9-85F89A09BE6D}" srcOrd="2" destOrd="0" parTransId="{14E40E4A-F710-4133-BC08-073A585455FF}" sibTransId="{F2CDE345-35C4-4B0F-8239-0792E0339FB1}"/>
    <dgm:cxn modelId="{87A1AAC2-D9F2-4CD5-A476-66A78067035C}" srcId="{579334C3-67DD-48F5-9AC2-D658F440F45E}" destId="{C340EB3B-FAEF-455E-A7B3-71A03E056B41}" srcOrd="1" destOrd="0" parTransId="{DF93EE4D-D0C1-400B-83CC-41CB3665252B}" sibTransId="{63B3ACC7-901E-477D-883E-2DA2B2874DD1}"/>
    <dgm:cxn modelId="{5F0630C3-2A22-4730-ACB6-30A9D13022A9}" type="presOf" srcId="{38415CBB-7DFE-4E48-9570-C72F55A2F0A1}" destId="{5CBB7D4A-5281-4A12-8767-6EFE21ECD095}" srcOrd="0" destOrd="1" presId="urn:microsoft.com/office/officeart/2018/5/layout/CenteredIconLabelDescriptionList"/>
    <dgm:cxn modelId="{A77E05C5-C2F4-42BD-9EB3-3D2CC9F1C800}" srcId="{F3B00A4B-6E91-430E-AA2C-66B227B09961}" destId="{5444E5A2-01DE-4FF7-BC23-4419067BDDB2}" srcOrd="0" destOrd="0" parTransId="{4F923DE7-FAC5-4175-AF50-119EBC69510A}" sibTransId="{5F3355BC-8856-4E38-86A7-9D0514D404E1}"/>
    <dgm:cxn modelId="{DB0CD0CD-2BCB-4C0C-A076-526BEBA5064C}" type="presOf" srcId="{C5882996-D89F-4464-BBB9-85F89A09BE6D}" destId="{279E1085-7957-40F6-8226-E2183291EC3F}" srcOrd="0" destOrd="0" presId="urn:microsoft.com/office/officeart/2018/5/layout/CenteredIconLabelDescriptionList"/>
    <dgm:cxn modelId="{AF65EEE2-1E28-4226-A996-FCB7DBD8CC4B}" srcId="{C5882996-D89F-4464-BBB9-85F89A09BE6D}" destId="{44D42E00-F3E8-42C6-9F27-7FA0B7F92F4C}" srcOrd="1" destOrd="0" parTransId="{C646F24C-E995-4D3C-84F5-376E2ABFB998}" sibTransId="{F727B759-FC7D-4B42-97CA-CD4A7500289F}"/>
    <dgm:cxn modelId="{1E66F6E6-C403-4C57-94FD-ACD505887FAB}" type="presOf" srcId="{723BA06E-D722-4274-8A5B-887709AF469C}" destId="{6FABAA5F-B867-4453-B9C8-CF235075C126}" srcOrd="0" destOrd="0" presId="urn:microsoft.com/office/officeart/2018/5/layout/CenteredIconLabelDescriptionList"/>
    <dgm:cxn modelId="{B58041E7-465B-4DD0-946E-340F12B6FD60}" type="presOf" srcId="{44D42E00-F3E8-42C6-9F27-7FA0B7F92F4C}" destId="{6FABAA5F-B867-4453-B9C8-CF235075C126}" srcOrd="0" destOrd="1" presId="urn:microsoft.com/office/officeart/2018/5/layout/CenteredIconLabelDescriptionList"/>
    <dgm:cxn modelId="{DDEA41FA-C96F-414C-A620-D40E01D2C518}" srcId="{C5882996-D89F-4464-BBB9-85F89A09BE6D}" destId="{5FFCC3AD-9C06-43DB-ADE1-31005B7602D8}" srcOrd="2" destOrd="0" parTransId="{E6D0E1B7-E610-44B7-8068-438ABD0123C8}" sibTransId="{02CD7FBC-E2B4-4339-BB7F-74BCD5CCE11D}"/>
    <dgm:cxn modelId="{523605D2-E6DF-429E-BE6F-7C4F54CDD1DB}" type="presParOf" srcId="{A27EFB42-6DB3-4A15-9868-BBE9E00E3EEB}" destId="{6E1D8850-994E-4E36-9759-4B63DA87CD37}" srcOrd="0" destOrd="0" presId="urn:microsoft.com/office/officeart/2018/5/layout/CenteredIconLabelDescriptionList"/>
    <dgm:cxn modelId="{0F20B8F3-4397-42AE-A499-B74BDA925DD9}" type="presParOf" srcId="{6E1D8850-994E-4E36-9759-4B63DA87CD37}" destId="{90C2E8F5-02BA-4876-8D72-DAB8091DBB56}" srcOrd="0" destOrd="0" presId="urn:microsoft.com/office/officeart/2018/5/layout/CenteredIconLabelDescriptionList"/>
    <dgm:cxn modelId="{B852AA37-4374-4032-8D08-6C1219EE4393}" type="presParOf" srcId="{6E1D8850-994E-4E36-9759-4B63DA87CD37}" destId="{FA411033-E9FC-4B18-B3FD-6D75D7198D35}" srcOrd="1" destOrd="0" presId="urn:microsoft.com/office/officeart/2018/5/layout/CenteredIconLabelDescriptionList"/>
    <dgm:cxn modelId="{C9F8CFAC-CB9E-4FB4-942E-409804F65986}" type="presParOf" srcId="{6E1D8850-994E-4E36-9759-4B63DA87CD37}" destId="{16FD2379-5929-496B-BD85-E47EE1248435}" srcOrd="2" destOrd="0" presId="urn:microsoft.com/office/officeart/2018/5/layout/CenteredIconLabelDescriptionList"/>
    <dgm:cxn modelId="{C7A18189-2464-4CD8-9C01-F27950B7399C}" type="presParOf" srcId="{6E1D8850-994E-4E36-9759-4B63DA87CD37}" destId="{EB5C1BDA-3F9C-4041-89F8-8D7B6F481900}" srcOrd="3" destOrd="0" presId="urn:microsoft.com/office/officeart/2018/5/layout/CenteredIconLabelDescriptionList"/>
    <dgm:cxn modelId="{82A4C957-57A8-44E9-A1D6-3CA3E2D09CF0}" type="presParOf" srcId="{6E1D8850-994E-4E36-9759-4B63DA87CD37}" destId="{5CBB7D4A-5281-4A12-8767-6EFE21ECD095}" srcOrd="4" destOrd="0" presId="urn:microsoft.com/office/officeart/2018/5/layout/CenteredIconLabelDescriptionList"/>
    <dgm:cxn modelId="{409AB06D-B272-4194-B2E8-D278F9BBE42B}" type="presParOf" srcId="{A27EFB42-6DB3-4A15-9868-BBE9E00E3EEB}" destId="{285686DC-CE4F-432D-B813-E0D2874B8AD2}" srcOrd="1" destOrd="0" presId="urn:microsoft.com/office/officeart/2018/5/layout/CenteredIconLabelDescriptionList"/>
    <dgm:cxn modelId="{E4D5D59B-DB7A-4077-9BAD-E732466D78C0}" type="presParOf" srcId="{A27EFB42-6DB3-4A15-9868-BBE9E00E3EEB}" destId="{7F96A4DF-0C80-482A-800F-8C47466B9CA9}" srcOrd="2" destOrd="0" presId="urn:microsoft.com/office/officeart/2018/5/layout/CenteredIconLabelDescriptionList"/>
    <dgm:cxn modelId="{AFE082A8-770A-45F3-8F7D-6AF8C244D053}" type="presParOf" srcId="{7F96A4DF-0C80-482A-800F-8C47466B9CA9}" destId="{8922264A-BFE5-4D8C-9261-28612EC704B3}" srcOrd="0" destOrd="0" presId="urn:microsoft.com/office/officeart/2018/5/layout/CenteredIconLabelDescriptionList"/>
    <dgm:cxn modelId="{B970EABD-8708-46CF-992B-6A1B3C79497A}" type="presParOf" srcId="{7F96A4DF-0C80-482A-800F-8C47466B9CA9}" destId="{11209FF2-C473-4F05-8BEB-0773A6A5D732}" srcOrd="1" destOrd="0" presId="urn:microsoft.com/office/officeart/2018/5/layout/CenteredIconLabelDescriptionList"/>
    <dgm:cxn modelId="{2E8EE83E-873E-4B3B-AD52-472857C917BD}" type="presParOf" srcId="{7F96A4DF-0C80-482A-800F-8C47466B9CA9}" destId="{F5CE8448-5D1E-412C-8B34-426D03F978C2}" srcOrd="2" destOrd="0" presId="urn:microsoft.com/office/officeart/2018/5/layout/CenteredIconLabelDescriptionList"/>
    <dgm:cxn modelId="{0A12A177-03C6-4C5B-86EF-9ADDE837A961}" type="presParOf" srcId="{7F96A4DF-0C80-482A-800F-8C47466B9CA9}" destId="{68BF6A3C-B61C-455F-B960-E3055418A030}" srcOrd="3" destOrd="0" presId="urn:microsoft.com/office/officeart/2018/5/layout/CenteredIconLabelDescriptionList"/>
    <dgm:cxn modelId="{497F9B64-62B3-4894-8593-BDAB97F42382}" type="presParOf" srcId="{7F96A4DF-0C80-482A-800F-8C47466B9CA9}" destId="{4EDCF896-1FBE-4684-AD58-B8ECC80E0249}" srcOrd="4" destOrd="0" presId="urn:microsoft.com/office/officeart/2018/5/layout/CenteredIconLabelDescriptionList"/>
    <dgm:cxn modelId="{EAB837B7-BC04-4133-81BE-EF259FE3AC2B}" type="presParOf" srcId="{A27EFB42-6DB3-4A15-9868-BBE9E00E3EEB}" destId="{8150EDB0-990E-4451-88D3-DC770DB8B519}" srcOrd="3" destOrd="0" presId="urn:microsoft.com/office/officeart/2018/5/layout/CenteredIconLabelDescriptionList"/>
    <dgm:cxn modelId="{3DF5485B-94AD-4B0F-971C-7A3215486B81}" type="presParOf" srcId="{A27EFB42-6DB3-4A15-9868-BBE9E00E3EEB}" destId="{910E51FE-0B81-4B36-8DF3-9A5CDC7E68A6}" srcOrd="4" destOrd="0" presId="urn:microsoft.com/office/officeart/2018/5/layout/CenteredIconLabelDescriptionList"/>
    <dgm:cxn modelId="{3E4BF3B1-C914-40CE-BE86-933A0834F6F2}" type="presParOf" srcId="{910E51FE-0B81-4B36-8DF3-9A5CDC7E68A6}" destId="{F8ED01F2-B4A6-4333-B0D7-45F7660946A3}" srcOrd="0" destOrd="0" presId="urn:microsoft.com/office/officeart/2018/5/layout/CenteredIconLabelDescriptionList"/>
    <dgm:cxn modelId="{E2279EB3-CAE5-47C3-8C60-76A2060C3229}" type="presParOf" srcId="{910E51FE-0B81-4B36-8DF3-9A5CDC7E68A6}" destId="{AB379096-29D4-496A-8014-EF785CBFAFAE}" srcOrd="1" destOrd="0" presId="urn:microsoft.com/office/officeart/2018/5/layout/CenteredIconLabelDescriptionList"/>
    <dgm:cxn modelId="{8FB88462-66F6-4C32-A877-8FAECF746D3D}" type="presParOf" srcId="{910E51FE-0B81-4B36-8DF3-9A5CDC7E68A6}" destId="{279E1085-7957-40F6-8226-E2183291EC3F}" srcOrd="2" destOrd="0" presId="urn:microsoft.com/office/officeart/2018/5/layout/CenteredIconLabelDescriptionList"/>
    <dgm:cxn modelId="{62BB11D5-B045-4A7D-A2B1-71726F5A6FE4}" type="presParOf" srcId="{910E51FE-0B81-4B36-8DF3-9A5CDC7E68A6}" destId="{74CA227B-8E77-4529-B540-1CC0E65BC5FA}" srcOrd="3" destOrd="0" presId="urn:microsoft.com/office/officeart/2018/5/layout/CenteredIconLabelDescriptionList"/>
    <dgm:cxn modelId="{3056306A-BC57-4C3C-A633-0C0DDD9C0E04}" type="presParOf" srcId="{910E51FE-0B81-4B36-8DF3-9A5CDC7E68A6}" destId="{6FABAA5F-B867-4453-B9C8-CF235075C12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EF3EFA-57B1-4A69-91C2-EB06DF7C11AA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tr-TR"/>
        </a:p>
      </dgm:t>
    </dgm:pt>
    <dgm:pt modelId="{BD66E9DC-1FBC-4807-AD9A-7C36B767C2E5}">
      <dgm:prSet/>
      <dgm:spPr/>
      <dgm:t>
        <a:bodyPr/>
        <a:lstStyle/>
        <a:p>
          <a:r>
            <a:rPr lang="tr-TR"/>
            <a:t>Payment request</a:t>
          </a:r>
        </a:p>
      </dgm:t>
    </dgm:pt>
    <dgm:pt modelId="{654B4ABD-B3EB-4A1E-8469-CA60689C5A71}" type="parTrans" cxnId="{EA222063-3590-4D30-98F7-BC197AF94ED3}">
      <dgm:prSet/>
      <dgm:spPr/>
      <dgm:t>
        <a:bodyPr/>
        <a:lstStyle/>
        <a:p>
          <a:endParaRPr lang="tr-TR"/>
        </a:p>
      </dgm:t>
    </dgm:pt>
    <dgm:pt modelId="{31C68A13-7997-4E9E-AB51-6C512093B6DB}" type="sibTrans" cxnId="{EA222063-3590-4D30-98F7-BC197AF94ED3}">
      <dgm:prSet/>
      <dgm:spPr/>
      <dgm:t>
        <a:bodyPr/>
        <a:lstStyle/>
        <a:p>
          <a:endParaRPr lang="tr-TR"/>
        </a:p>
      </dgm:t>
    </dgm:pt>
    <dgm:pt modelId="{804B0B47-235D-4F79-8DE8-BD8A86BE78CC}">
      <dgm:prSet/>
      <dgm:spPr/>
      <dgm:t>
        <a:bodyPr/>
        <a:lstStyle/>
        <a:p>
          <a:r>
            <a:rPr lang="tr-TR" dirty="0" err="1"/>
            <a:t>Created</a:t>
          </a:r>
          <a:r>
            <a:rPr lang="tr-TR" dirty="0"/>
            <a:t> </a:t>
          </a:r>
          <a:r>
            <a:rPr lang="tr-TR" dirty="0" err="1"/>
            <a:t>automatically</a:t>
          </a:r>
          <a:endParaRPr lang="tr-TR" dirty="0"/>
        </a:p>
      </dgm:t>
    </dgm:pt>
    <dgm:pt modelId="{1CA09393-F416-4892-AF60-6D3CF2E124DB}" type="parTrans" cxnId="{E63D6490-0FFA-4D58-8FF4-ADC965C6B21B}">
      <dgm:prSet/>
      <dgm:spPr/>
      <dgm:t>
        <a:bodyPr/>
        <a:lstStyle/>
        <a:p>
          <a:endParaRPr lang="tr-TR"/>
        </a:p>
      </dgm:t>
    </dgm:pt>
    <dgm:pt modelId="{3D8B2614-65FB-4F0D-8312-A9A7B2C53E0B}" type="sibTrans" cxnId="{E63D6490-0FFA-4D58-8FF4-ADC965C6B21B}">
      <dgm:prSet/>
      <dgm:spPr/>
      <dgm:t>
        <a:bodyPr/>
        <a:lstStyle/>
        <a:p>
          <a:endParaRPr lang="tr-TR"/>
        </a:p>
      </dgm:t>
    </dgm:pt>
    <dgm:pt modelId="{0AED3D01-63B9-4F2A-892A-852A92907B7E}">
      <dgm:prSet/>
      <dgm:spPr/>
      <dgm:t>
        <a:bodyPr/>
        <a:lstStyle/>
        <a:p>
          <a:r>
            <a:rPr lang="tr-TR"/>
            <a:t>With a special QR code</a:t>
          </a:r>
        </a:p>
      </dgm:t>
    </dgm:pt>
    <dgm:pt modelId="{05DA7EF8-DCCA-4ED8-A2F2-20135FAA5D29}" type="parTrans" cxnId="{36564225-F9A4-4FED-9724-83F5A5F01826}">
      <dgm:prSet/>
      <dgm:spPr/>
      <dgm:t>
        <a:bodyPr/>
        <a:lstStyle/>
        <a:p>
          <a:endParaRPr lang="tr-TR"/>
        </a:p>
      </dgm:t>
    </dgm:pt>
    <dgm:pt modelId="{058EFE4B-3625-4FC1-BF54-555CCD2E858B}" type="sibTrans" cxnId="{36564225-F9A4-4FED-9724-83F5A5F01826}">
      <dgm:prSet/>
      <dgm:spPr/>
      <dgm:t>
        <a:bodyPr/>
        <a:lstStyle/>
        <a:p>
          <a:endParaRPr lang="tr-TR"/>
        </a:p>
      </dgm:t>
    </dgm:pt>
    <dgm:pt modelId="{0BC28016-59E6-40A6-BFE1-787D06FF3DF1}">
      <dgm:prSet/>
      <dgm:spPr/>
      <dgm:t>
        <a:bodyPr/>
        <a:lstStyle/>
        <a:p>
          <a:r>
            <a:rPr lang="tr-TR"/>
            <a:t>Includes</a:t>
          </a:r>
        </a:p>
      </dgm:t>
    </dgm:pt>
    <dgm:pt modelId="{40BE0846-AF11-4F12-8BFA-20E5BD464BBA}" type="parTrans" cxnId="{08CE841C-D40F-4620-A263-1997C097B559}">
      <dgm:prSet/>
      <dgm:spPr/>
      <dgm:t>
        <a:bodyPr/>
        <a:lstStyle/>
        <a:p>
          <a:endParaRPr lang="tr-TR"/>
        </a:p>
      </dgm:t>
    </dgm:pt>
    <dgm:pt modelId="{B8832C53-D03B-4669-AA50-52256D897B77}" type="sibTrans" cxnId="{08CE841C-D40F-4620-A263-1997C097B559}">
      <dgm:prSet/>
      <dgm:spPr/>
      <dgm:t>
        <a:bodyPr/>
        <a:lstStyle/>
        <a:p>
          <a:endParaRPr lang="tr-TR"/>
        </a:p>
      </dgm:t>
    </dgm:pt>
    <dgm:pt modelId="{DD8C9C7C-B292-4011-A9FD-63ACC4834203}">
      <dgm:prSet/>
      <dgm:spPr/>
      <dgm:t>
        <a:bodyPr/>
        <a:lstStyle/>
        <a:p>
          <a:r>
            <a:rPr lang="en-US" dirty="0"/>
            <a:t>a destination bitcoin address</a:t>
          </a:r>
          <a:endParaRPr lang="tr-TR" dirty="0"/>
        </a:p>
      </dgm:t>
    </dgm:pt>
    <dgm:pt modelId="{13DC17F5-BCEB-48C1-94D9-AF3B938F4A1C}" type="parTrans" cxnId="{09A7DBA7-67FE-4790-8C77-77057E7D0F83}">
      <dgm:prSet/>
      <dgm:spPr/>
      <dgm:t>
        <a:bodyPr/>
        <a:lstStyle/>
        <a:p>
          <a:endParaRPr lang="tr-TR"/>
        </a:p>
      </dgm:t>
    </dgm:pt>
    <dgm:pt modelId="{18B4B3E9-1495-40D8-B659-83E739389C5B}" type="sibTrans" cxnId="{09A7DBA7-67FE-4790-8C77-77057E7D0F83}">
      <dgm:prSet/>
      <dgm:spPr/>
      <dgm:t>
        <a:bodyPr/>
        <a:lstStyle/>
        <a:p>
          <a:endParaRPr lang="tr-TR"/>
        </a:p>
      </dgm:t>
    </dgm:pt>
    <dgm:pt modelId="{9D9873FB-40B0-406C-9941-78DAF9967E30}">
      <dgm:prSet/>
      <dgm:spPr/>
      <dgm:t>
        <a:bodyPr/>
        <a:lstStyle/>
        <a:p>
          <a:r>
            <a:rPr lang="en-US" dirty="0"/>
            <a:t>a payment amount</a:t>
          </a:r>
          <a:endParaRPr lang="tr-TR" dirty="0"/>
        </a:p>
      </dgm:t>
    </dgm:pt>
    <dgm:pt modelId="{0D49125B-9EF0-4B92-A510-A9CC632323F6}" type="parTrans" cxnId="{8D3C853E-60E1-4B45-8A13-21F319D29011}">
      <dgm:prSet/>
      <dgm:spPr/>
      <dgm:t>
        <a:bodyPr/>
        <a:lstStyle/>
        <a:p>
          <a:endParaRPr lang="tr-TR"/>
        </a:p>
      </dgm:t>
    </dgm:pt>
    <dgm:pt modelId="{7AEB2EAB-BF60-430E-BF2F-85E70867B714}" type="sibTrans" cxnId="{8D3C853E-60E1-4B45-8A13-21F319D29011}">
      <dgm:prSet/>
      <dgm:spPr/>
      <dgm:t>
        <a:bodyPr/>
        <a:lstStyle/>
        <a:p>
          <a:endParaRPr lang="tr-TR"/>
        </a:p>
      </dgm:t>
    </dgm:pt>
    <dgm:pt modelId="{CA63D045-CD55-4170-BBAC-17EC6330C7B2}">
      <dgm:prSet/>
      <dgm:spPr/>
      <dgm:t>
        <a:bodyPr/>
        <a:lstStyle/>
        <a:p>
          <a:r>
            <a:rPr lang="en-US"/>
            <a:t>a generic description such as “Bob’s Cafe.”</a:t>
          </a:r>
          <a:endParaRPr lang="tr-TR"/>
        </a:p>
      </dgm:t>
    </dgm:pt>
    <dgm:pt modelId="{5092B003-88A5-4984-AF42-3F040A8DCCF5}" type="parTrans" cxnId="{94DD83D4-CA47-41E3-A7F5-62EA276DF804}">
      <dgm:prSet/>
      <dgm:spPr/>
      <dgm:t>
        <a:bodyPr/>
        <a:lstStyle/>
        <a:p>
          <a:endParaRPr lang="tr-TR"/>
        </a:p>
      </dgm:t>
    </dgm:pt>
    <dgm:pt modelId="{231C14BA-2FF6-4E92-BFEF-4BAF4B6E61EF}" type="sibTrans" cxnId="{94DD83D4-CA47-41E3-A7F5-62EA276DF804}">
      <dgm:prSet/>
      <dgm:spPr/>
      <dgm:t>
        <a:bodyPr/>
        <a:lstStyle/>
        <a:p>
          <a:endParaRPr lang="tr-TR"/>
        </a:p>
      </dgm:t>
    </dgm:pt>
    <dgm:pt modelId="{B009AB1A-F900-4870-B76C-07062CC0EACA}">
      <dgm:prSet/>
      <dgm:spPr/>
      <dgm:t>
        <a:bodyPr/>
        <a:lstStyle/>
        <a:p>
          <a:r>
            <a:rPr lang="tr-TR"/>
            <a:t>Payment</a:t>
          </a:r>
        </a:p>
      </dgm:t>
    </dgm:pt>
    <dgm:pt modelId="{C61B42A8-AFCD-4597-A0C8-A41AF02DE001}" type="parTrans" cxnId="{DDABA3DD-4E9A-4C43-BD68-0071B4A51B07}">
      <dgm:prSet/>
      <dgm:spPr/>
      <dgm:t>
        <a:bodyPr/>
        <a:lstStyle/>
        <a:p>
          <a:endParaRPr lang="tr-TR"/>
        </a:p>
      </dgm:t>
    </dgm:pt>
    <dgm:pt modelId="{6DC80223-F9CC-42F3-A567-434773A125FA}" type="sibTrans" cxnId="{DDABA3DD-4E9A-4C43-BD68-0071B4A51B07}">
      <dgm:prSet/>
      <dgm:spPr/>
      <dgm:t>
        <a:bodyPr/>
        <a:lstStyle/>
        <a:p>
          <a:endParaRPr lang="tr-TR"/>
        </a:p>
      </dgm:t>
    </dgm:pt>
    <dgm:pt modelId="{53A72A15-1BC9-49C4-89A7-A081D7F8BE5D}">
      <dgm:prSet/>
      <dgm:spPr/>
      <dgm:t>
        <a:bodyPr/>
        <a:lstStyle/>
        <a:p>
          <a:r>
            <a:rPr lang="tr-TR" dirty="0" err="1"/>
            <a:t>Scan</a:t>
          </a:r>
          <a:r>
            <a:rPr lang="tr-TR" dirty="0"/>
            <a:t> QR </a:t>
          </a:r>
          <a:r>
            <a:rPr lang="tr-TR" dirty="0" err="1"/>
            <a:t>Code</a:t>
          </a:r>
          <a:r>
            <a:rPr lang="tr-TR" dirty="0"/>
            <a:t> </a:t>
          </a:r>
          <a:r>
            <a:rPr lang="tr-TR" dirty="0" err="1"/>
            <a:t>With</a:t>
          </a:r>
          <a:r>
            <a:rPr lang="tr-TR" dirty="0"/>
            <a:t> </a:t>
          </a:r>
          <a:r>
            <a:rPr lang="tr-TR" dirty="0" err="1"/>
            <a:t>wallet</a:t>
          </a:r>
          <a:r>
            <a:rPr lang="tr-TR" dirty="0"/>
            <a:t> </a:t>
          </a:r>
          <a:r>
            <a:rPr lang="tr-TR" dirty="0" err="1"/>
            <a:t>application</a:t>
          </a:r>
          <a:endParaRPr lang="tr-TR" dirty="0"/>
        </a:p>
      </dgm:t>
    </dgm:pt>
    <dgm:pt modelId="{CAA9E959-26C9-482F-9583-96383AC4B085}" type="parTrans" cxnId="{1DD79380-C8AC-4FAE-98F7-D4E655D6ECE2}">
      <dgm:prSet/>
      <dgm:spPr/>
      <dgm:t>
        <a:bodyPr/>
        <a:lstStyle/>
        <a:p>
          <a:endParaRPr lang="tr-TR"/>
        </a:p>
      </dgm:t>
    </dgm:pt>
    <dgm:pt modelId="{284D697A-AA2F-4F2C-84B6-A6B40D08DA51}" type="sibTrans" cxnId="{1DD79380-C8AC-4FAE-98F7-D4E655D6ECE2}">
      <dgm:prSet/>
      <dgm:spPr/>
      <dgm:t>
        <a:bodyPr/>
        <a:lstStyle/>
        <a:p>
          <a:endParaRPr lang="tr-TR"/>
        </a:p>
      </dgm:t>
    </dgm:pt>
    <dgm:pt modelId="{415EB0B5-58F3-462C-BEDD-4034DC14026C}">
      <dgm:prSet/>
      <dgm:spPr/>
      <dgm:t>
        <a:bodyPr/>
        <a:lstStyle/>
        <a:p>
          <a:r>
            <a:rPr lang="tr-TR"/>
            <a:t>Select </a:t>
          </a:r>
          <a:r>
            <a:rPr lang="en-US"/>
            <a:t>Send to authorize the payment</a:t>
          </a:r>
          <a:endParaRPr lang="tr-TR"/>
        </a:p>
      </dgm:t>
    </dgm:pt>
    <dgm:pt modelId="{B722E1DD-7A5C-42A6-8049-BA859640D379}" type="parTrans" cxnId="{F4F8E92D-5BE2-4CB9-AAAA-E9E177E5D6CE}">
      <dgm:prSet/>
      <dgm:spPr/>
      <dgm:t>
        <a:bodyPr/>
        <a:lstStyle/>
        <a:p>
          <a:endParaRPr lang="tr-TR"/>
        </a:p>
      </dgm:t>
    </dgm:pt>
    <dgm:pt modelId="{2FBECA0C-314E-4609-99A0-CB3723CBE5B9}" type="sibTrans" cxnId="{F4F8E92D-5BE2-4CB9-AAAA-E9E177E5D6CE}">
      <dgm:prSet/>
      <dgm:spPr/>
      <dgm:t>
        <a:bodyPr/>
        <a:lstStyle/>
        <a:p>
          <a:endParaRPr lang="tr-TR"/>
        </a:p>
      </dgm:t>
    </dgm:pt>
    <dgm:pt modelId="{B72FCD4A-8151-4EAE-92FC-6C60508ED701}">
      <dgm:prSet/>
      <dgm:spPr/>
      <dgm:t>
        <a:bodyPr/>
        <a:lstStyle/>
        <a:p>
          <a:r>
            <a:rPr lang="tr-TR"/>
            <a:t>by Point of Sell accepting Bitcoin</a:t>
          </a:r>
          <a:endParaRPr lang="tr-TR" dirty="0"/>
        </a:p>
      </dgm:t>
    </dgm:pt>
    <dgm:pt modelId="{5A3B0BC1-2D66-4A5E-8997-271C50FA42A9}" type="parTrans" cxnId="{9FCC9835-F345-496F-ACA6-BE5EBB815C8B}">
      <dgm:prSet/>
      <dgm:spPr/>
      <dgm:t>
        <a:bodyPr/>
        <a:lstStyle/>
        <a:p>
          <a:endParaRPr lang="tr-TR"/>
        </a:p>
      </dgm:t>
    </dgm:pt>
    <dgm:pt modelId="{8FC31CE9-56BF-4816-B425-E1D9C0EAE4FD}" type="sibTrans" cxnId="{9FCC9835-F345-496F-ACA6-BE5EBB815C8B}">
      <dgm:prSet/>
      <dgm:spPr/>
      <dgm:t>
        <a:bodyPr/>
        <a:lstStyle/>
        <a:p>
          <a:endParaRPr lang="tr-TR"/>
        </a:p>
      </dgm:t>
    </dgm:pt>
    <dgm:pt modelId="{BC671C56-1D80-4BE4-8EBD-422AA25AF296}" type="pres">
      <dgm:prSet presAssocID="{45EF3EFA-57B1-4A69-91C2-EB06DF7C11AA}" presName="Name0" presStyleCnt="0">
        <dgm:presLayoutVars>
          <dgm:dir/>
          <dgm:animLvl val="lvl"/>
          <dgm:resizeHandles val="exact"/>
        </dgm:presLayoutVars>
      </dgm:prSet>
      <dgm:spPr/>
    </dgm:pt>
    <dgm:pt modelId="{31E15B05-CDA8-48B8-8B6F-71FFA7C7EDE0}" type="pres">
      <dgm:prSet presAssocID="{B009AB1A-F900-4870-B76C-07062CC0EACA}" presName="boxAndChildren" presStyleCnt="0"/>
      <dgm:spPr/>
    </dgm:pt>
    <dgm:pt modelId="{145C3221-4E31-4754-B572-49DA9281CF7F}" type="pres">
      <dgm:prSet presAssocID="{B009AB1A-F900-4870-B76C-07062CC0EACA}" presName="parentTextBox" presStyleLbl="alignNode1" presStyleIdx="0" presStyleCnt="3"/>
      <dgm:spPr/>
    </dgm:pt>
    <dgm:pt modelId="{F6C3500A-7E43-4C87-A9C1-A9A4C5D291AF}" type="pres">
      <dgm:prSet presAssocID="{B009AB1A-F900-4870-B76C-07062CC0EACA}" presName="descendantBox" presStyleLbl="bgAccFollowNode1" presStyleIdx="0" presStyleCnt="3"/>
      <dgm:spPr/>
    </dgm:pt>
    <dgm:pt modelId="{EE19B682-BB1D-4DD0-A1CD-0BA675AA54D5}" type="pres">
      <dgm:prSet presAssocID="{B8832C53-D03B-4669-AA50-52256D897B77}" presName="sp" presStyleCnt="0"/>
      <dgm:spPr/>
    </dgm:pt>
    <dgm:pt modelId="{CE73E906-9DE7-454E-8604-15717523985B}" type="pres">
      <dgm:prSet presAssocID="{0BC28016-59E6-40A6-BFE1-787D06FF3DF1}" presName="arrowAndChildren" presStyleCnt="0"/>
      <dgm:spPr/>
    </dgm:pt>
    <dgm:pt modelId="{C7DA6274-C01D-4878-8E01-4A4A8953EAB2}" type="pres">
      <dgm:prSet presAssocID="{0BC28016-59E6-40A6-BFE1-787D06FF3DF1}" presName="parentTextArrow" presStyleLbl="node1" presStyleIdx="0" presStyleCnt="0"/>
      <dgm:spPr/>
    </dgm:pt>
    <dgm:pt modelId="{71284980-46A5-45F2-A99D-D0D34124D732}" type="pres">
      <dgm:prSet presAssocID="{0BC28016-59E6-40A6-BFE1-787D06FF3DF1}" presName="arrow" presStyleLbl="alignNode1" presStyleIdx="1" presStyleCnt="3"/>
      <dgm:spPr/>
    </dgm:pt>
    <dgm:pt modelId="{8165E2AE-CEC3-4E3D-948A-219453CF07C0}" type="pres">
      <dgm:prSet presAssocID="{0BC28016-59E6-40A6-BFE1-787D06FF3DF1}" presName="descendantArrow" presStyleLbl="bgAccFollowNode1" presStyleIdx="1" presStyleCnt="3"/>
      <dgm:spPr/>
    </dgm:pt>
    <dgm:pt modelId="{EEF013F8-A99D-4EE6-8F2F-EAE82D000559}" type="pres">
      <dgm:prSet presAssocID="{31C68A13-7997-4E9E-AB51-6C512093B6DB}" presName="sp" presStyleCnt="0"/>
      <dgm:spPr/>
    </dgm:pt>
    <dgm:pt modelId="{0C58BB11-4337-478E-B7B0-16D428D637D8}" type="pres">
      <dgm:prSet presAssocID="{BD66E9DC-1FBC-4807-AD9A-7C36B767C2E5}" presName="arrowAndChildren" presStyleCnt="0"/>
      <dgm:spPr/>
    </dgm:pt>
    <dgm:pt modelId="{CE4F79B0-38CB-457B-BC97-2B115C99884B}" type="pres">
      <dgm:prSet presAssocID="{BD66E9DC-1FBC-4807-AD9A-7C36B767C2E5}" presName="parentTextArrow" presStyleLbl="node1" presStyleIdx="0" presStyleCnt="0"/>
      <dgm:spPr/>
    </dgm:pt>
    <dgm:pt modelId="{EA53108D-ECFB-496D-99ED-87884DD39876}" type="pres">
      <dgm:prSet presAssocID="{BD66E9DC-1FBC-4807-AD9A-7C36B767C2E5}" presName="arrow" presStyleLbl="alignNode1" presStyleIdx="2" presStyleCnt="3"/>
      <dgm:spPr/>
    </dgm:pt>
    <dgm:pt modelId="{A72DC258-2D64-4BCF-88B6-1FDF689D6556}" type="pres">
      <dgm:prSet presAssocID="{BD66E9DC-1FBC-4807-AD9A-7C36B767C2E5}" presName="descendantArrow" presStyleLbl="bgAccFollowNode1" presStyleIdx="2" presStyleCnt="3"/>
      <dgm:spPr/>
    </dgm:pt>
  </dgm:ptLst>
  <dgm:cxnLst>
    <dgm:cxn modelId="{9005A41A-E60D-470E-B006-84CA68B13A1E}" type="presOf" srcId="{B72FCD4A-8151-4EAE-92FC-6C60508ED701}" destId="{A72DC258-2D64-4BCF-88B6-1FDF689D6556}" srcOrd="0" destOrd="1" presId="urn:microsoft.com/office/officeart/2016/7/layout/VerticalDownArrowProcess"/>
    <dgm:cxn modelId="{08CE841C-D40F-4620-A263-1997C097B559}" srcId="{45EF3EFA-57B1-4A69-91C2-EB06DF7C11AA}" destId="{0BC28016-59E6-40A6-BFE1-787D06FF3DF1}" srcOrd="1" destOrd="0" parTransId="{40BE0846-AF11-4F12-8BFA-20E5BD464BBA}" sibTransId="{B8832C53-D03B-4669-AA50-52256D897B77}"/>
    <dgm:cxn modelId="{36564225-F9A4-4FED-9724-83F5A5F01826}" srcId="{BD66E9DC-1FBC-4807-AD9A-7C36B767C2E5}" destId="{0AED3D01-63B9-4F2A-892A-852A92907B7E}" srcOrd="2" destOrd="0" parTransId="{05DA7EF8-DCCA-4ED8-A2F2-20135FAA5D29}" sibTransId="{058EFE4B-3625-4FC1-BF54-555CCD2E858B}"/>
    <dgm:cxn modelId="{F4F8E92D-5BE2-4CB9-AAAA-E9E177E5D6CE}" srcId="{B009AB1A-F900-4870-B76C-07062CC0EACA}" destId="{415EB0B5-58F3-462C-BEDD-4034DC14026C}" srcOrd="1" destOrd="0" parTransId="{B722E1DD-7A5C-42A6-8049-BA859640D379}" sibTransId="{2FBECA0C-314E-4609-99A0-CB3723CBE5B9}"/>
    <dgm:cxn modelId="{0F3FE32E-B668-4FF7-A55C-2769ECA9BA1F}" type="presOf" srcId="{45EF3EFA-57B1-4A69-91C2-EB06DF7C11AA}" destId="{BC671C56-1D80-4BE4-8EBD-422AA25AF296}" srcOrd="0" destOrd="0" presId="urn:microsoft.com/office/officeart/2016/7/layout/VerticalDownArrowProcess"/>
    <dgm:cxn modelId="{9FCC9835-F345-496F-ACA6-BE5EBB815C8B}" srcId="{BD66E9DC-1FBC-4807-AD9A-7C36B767C2E5}" destId="{B72FCD4A-8151-4EAE-92FC-6C60508ED701}" srcOrd="1" destOrd="0" parTransId="{5A3B0BC1-2D66-4A5E-8997-271C50FA42A9}" sibTransId="{8FC31CE9-56BF-4816-B425-E1D9C0EAE4FD}"/>
    <dgm:cxn modelId="{8D3C853E-60E1-4B45-8A13-21F319D29011}" srcId="{0BC28016-59E6-40A6-BFE1-787D06FF3DF1}" destId="{9D9873FB-40B0-406C-9941-78DAF9967E30}" srcOrd="1" destOrd="0" parTransId="{0D49125B-9EF0-4B92-A510-A9CC632323F6}" sibTransId="{7AEB2EAB-BF60-430E-BF2F-85E70867B714}"/>
    <dgm:cxn modelId="{EA222063-3590-4D30-98F7-BC197AF94ED3}" srcId="{45EF3EFA-57B1-4A69-91C2-EB06DF7C11AA}" destId="{BD66E9DC-1FBC-4807-AD9A-7C36B767C2E5}" srcOrd="0" destOrd="0" parTransId="{654B4ABD-B3EB-4A1E-8469-CA60689C5A71}" sibTransId="{31C68A13-7997-4E9E-AB51-6C512093B6DB}"/>
    <dgm:cxn modelId="{00997E64-F660-40BD-80D3-F16EF43FC6F6}" type="presOf" srcId="{BD66E9DC-1FBC-4807-AD9A-7C36B767C2E5}" destId="{CE4F79B0-38CB-457B-BC97-2B115C99884B}" srcOrd="0" destOrd="0" presId="urn:microsoft.com/office/officeart/2016/7/layout/VerticalDownArrowProcess"/>
    <dgm:cxn modelId="{9655CD6C-38C7-4D3F-9196-9BEA6CA4DBFE}" type="presOf" srcId="{0AED3D01-63B9-4F2A-892A-852A92907B7E}" destId="{A72DC258-2D64-4BCF-88B6-1FDF689D6556}" srcOrd="0" destOrd="2" presId="urn:microsoft.com/office/officeart/2016/7/layout/VerticalDownArrowProcess"/>
    <dgm:cxn modelId="{4B8D5E4E-3BFF-4D4C-9031-022785DB5DE1}" type="presOf" srcId="{DD8C9C7C-B292-4011-A9FD-63ACC4834203}" destId="{8165E2AE-CEC3-4E3D-948A-219453CF07C0}" srcOrd="0" destOrd="0" presId="urn:microsoft.com/office/officeart/2016/7/layout/VerticalDownArrowProcess"/>
    <dgm:cxn modelId="{6B50CD74-33BE-42D3-87C5-5F3D0F719DD0}" type="presOf" srcId="{415EB0B5-58F3-462C-BEDD-4034DC14026C}" destId="{F6C3500A-7E43-4C87-A9C1-A9A4C5D291AF}" srcOrd="0" destOrd="1" presId="urn:microsoft.com/office/officeart/2016/7/layout/VerticalDownArrowProcess"/>
    <dgm:cxn modelId="{59B9747F-4672-4BF9-BF12-A485642C0163}" type="presOf" srcId="{CA63D045-CD55-4170-BBAC-17EC6330C7B2}" destId="{8165E2AE-CEC3-4E3D-948A-219453CF07C0}" srcOrd="0" destOrd="2" presId="urn:microsoft.com/office/officeart/2016/7/layout/VerticalDownArrowProcess"/>
    <dgm:cxn modelId="{1DD79380-C8AC-4FAE-98F7-D4E655D6ECE2}" srcId="{B009AB1A-F900-4870-B76C-07062CC0EACA}" destId="{53A72A15-1BC9-49C4-89A7-A081D7F8BE5D}" srcOrd="0" destOrd="0" parTransId="{CAA9E959-26C9-482F-9583-96383AC4B085}" sibTransId="{284D697A-AA2F-4F2C-84B6-A6B40D08DA51}"/>
    <dgm:cxn modelId="{E63D6490-0FFA-4D58-8FF4-ADC965C6B21B}" srcId="{BD66E9DC-1FBC-4807-AD9A-7C36B767C2E5}" destId="{804B0B47-235D-4F79-8DE8-BD8A86BE78CC}" srcOrd="0" destOrd="0" parTransId="{1CA09393-F416-4892-AF60-6D3CF2E124DB}" sibTransId="{3D8B2614-65FB-4F0D-8312-A9A7B2C53E0B}"/>
    <dgm:cxn modelId="{6AE61A96-8CDA-4553-BF7A-2E6A4FF4FBF3}" type="presOf" srcId="{BD66E9DC-1FBC-4807-AD9A-7C36B767C2E5}" destId="{EA53108D-ECFB-496D-99ED-87884DD39876}" srcOrd="1" destOrd="0" presId="urn:microsoft.com/office/officeart/2016/7/layout/VerticalDownArrowProcess"/>
    <dgm:cxn modelId="{E5C00AA5-BF20-4E8D-A7D8-CCD5885722DB}" type="presOf" srcId="{0BC28016-59E6-40A6-BFE1-787D06FF3DF1}" destId="{71284980-46A5-45F2-A99D-D0D34124D732}" srcOrd="1" destOrd="0" presId="urn:microsoft.com/office/officeart/2016/7/layout/VerticalDownArrowProcess"/>
    <dgm:cxn modelId="{864000A7-15E7-4A24-9F3F-56F6D999FB24}" type="presOf" srcId="{53A72A15-1BC9-49C4-89A7-A081D7F8BE5D}" destId="{F6C3500A-7E43-4C87-A9C1-A9A4C5D291AF}" srcOrd="0" destOrd="0" presId="urn:microsoft.com/office/officeart/2016/7/layout/VerticalDownArrowProcess"/>
    <dgm:cxn modelId="{09A7DBA7-67FE-4790-8C77-77057E7D0F83}" srcId="{0BC28016-59E6-40A6-BFE1-787D06FF3DF1}" destId="{DD8C9C7C-B292-4011-A9FD-63ACC4834203}" srcOrd="0" destOrd="0" parTransId="{13DC17F5-BCEB-48C1-94D9-AF3B938F4A1C}" sibTransId="{18B4B3E9-1495-40D8-B659-83E739389C5B}"/>
    <dgm:cxn modelId="{F746FEB0-6570-46B6-9591-641557000CE6}" type="presOf" srcId="{804B0B47-235D-4F79-8DE8-BD8A86BE78CC}" destId="{A72DC258-2D64-4BCF-88B6-1FDF689D6556}" srcOrd="0" destOrd="0" presId="urn:microsoft.com/office/officeart/2016/7/layout/VerticalDownArrowProcess"/>
    <dgm:cxn modelId="{22833DB5-6B8D-496F-9169-08AA63E5BDE2}" type="presOf" srcId="{9D9873FB-40B0-406C-9941-78DAF9967E30}" destId="{8165E2AE-CEC3-4E3D-948A-219453CF07C0}" srcOrd="0" destOrd="1" presId="urn:microsoft.com/office/officeart/2016/7/layout/VerticalDownArrowProcess"/>
    <dgm:cxn modelId="{16BA8FCF-3A44-4FEA-8D90-39C221CCF054}" type="presOf" srcId="{B009AB1A-F900-4870-B76C-07062CC0EACA}" destId="{145C3221-4E31-4754-B572-49DA9281CF7F}" srcOrd="0" destOrd="0" presId="urn:microsoft.com/office/officeart/2016/7/layout/VerticalDownArrowProcess"/>
    <dgm:cxn modelId="{94DD83D4-CA47-41E3-A7F5-62EA276DF804}" srcId="{0BC28016-59E6-40A6-BFE1-787D06FF3DF1}" destId="{CA63D045-CD55-4170-BBAC-17EC6330C7B2}" srcOrd="2" destOrd="0" parTransId="{5092B003-88A5-4984-AF42-3F040A8DCCF5}" sibTransId="{231C14BA-2FF6-4E92-BFEF-4BAF4B6E61EF}"/>
    <dgm:cxn modelId="{DDABA3DD-4E9A-4C43-BD68-0071B4A51B07}" srcId="{45EF3EFA-57B1-4A69-91C2-EB06DF7C11AA}" destId="{B009AB1A-F900-4870-B76C-07062CC0EACA}" srcOrd="2" destOrd="0" parTransId="{C61B42A8-AFCD-4597-A0C8-A41AF02DE001}" sibTransId="{6DC80223-F9CC-42F3-A567-434773A125FA}"/>
    <dgm:cxn modelId="{AF06A2DE-2EA4-43CE-8B65-CBD7EFE8987E}" type="presOf" srcId="{0BC28016-59E6-40A6-BFE1-787D06FF3DF1}" destId="{C7DA6274-C01D-4878-8E01-4A4A8953EAB2}" srcOrd="0" destOrd="0" presId="urn:microsoft.com/office/officeart/2016/7/layout/VerticalDownArrowProcess"/>
    <dgm:cxn modelId="{71A97B5B-EFB0-4435-A21D-5F6C719B2A71}" type="presParOf" srcId="{BC671C56-1D80-4BE4-8EBD-422AA25AF296}" destId="{31E15B05-CDA8-48B8-8B6F-71FFA7C7EDE0}" srcOrd="0" destOrd="0" presId="urn:microsoft.com/office/officeart/2016/7/layout/VerticalDownArrowProcess"/>
    <dgm:cxn modelId="{BC8A8BDD-5FB2-4385-BBDE-21D1F58CC257}" type="presParOf" srcId="{31E15B05-CDA8-48B8-8B6F-71FFA7C7EDE0}" destId="{145C3221-4E31-4754-B572-49DA9281CF7F}" srcOrd="0" destOrd="0" presId="urn:microsoft.com/office/officeart/2016/7/layout/VerticalDownArrowProcess"/>
    <dgm:cxn modelId="{37A9DB9B-3EC0-41A8-9340-E1ABF3E5A09A}" type="presParOf" srcId="{31E15B05-CDA8-48B8-8B6F-71FFA7C7EDE0}" destId="{F6C3500A-7E43-4C87-A9C1-A9A4C5D291AF}" srcOrd="1" destOrd="0" presId="urn:microsoft.com/office/officeart/2016/7/layout/VerticalDownArrowProcess"/>
    <dgm:cxn modelId="{6BD89E10-100B-4672-B790-CE381B91838B}" type="presParOf" srcId="{BC671C56-1D80-4BE4-8EBD-422AA25AF296}" destId="{EE19B682-BB1D-4DD0-A1CD-0BA675AA54D5}" srcOrd="1" destOrd="0" presId="urn:microsoft.com/office/officeart/2016/7/layout/VerticalDownArrowProcess"/>
    <dgm:cxn modelId="{E74E9F81-390E-4C0E-A7D9-E9C7A799181C}" type="presParOf" srcId="{BC671C56-1D80-4BE4-8EBD-422AA25AF296}" destId="{CE73E906-9DE7-454E-8604-15717523985B}" srcOrd="2" destOrd="0" presId="urn:microsoft.com/office/officeart/2016/7/layout/VerticalDownArrowProcess"/>
    <dgm:cxn modelId="{2D2F3937-8843-4319-8A4C-B381885F3C89}" type="presParOf" srcId="{CE73E906-9DE7-454E-8604-15717523985B}" destId="{C7DA6274-C01D-4878-8E01-4A4A8953EAB2}" srcOrd="0" destOrd="0" presId="urn:microsoft.com/office/officeart/2016/7/layout/VerticalDownArrowProcess"/>
    <dgm:cxn modelId="{5856DEE0-5288-4EED-8991-12D38D97C85E}" type="presParOf" srcId="{CE73E906-9DE7-454E-8604-15717523985B}" destId="{71284980-46A5-45F2-A99D-D0D34124D732}" srcOrd="1" destOrd="0" presId="urn:microsoft.com/office/officeart/2016/7/layout/VerticalDownArrowProcess"/>
    <dgm:cxn modelId="{7B2362E1-27D9-4E32-88CC-A049E26146A2}" type="presParOf" srcId="{CE73E906-9DE7-454E-8604-15717523985B}" destId="{8165E2AE-CEC3-4E3D-948A-219453CF07C0}" srcOrd="2" destOrd="0" presId="urn:microsoft.com/office/officeart/2016/7/layout/VerticalDownArrowProcess"/>
    <dgm:cxn modelId="{CAA6AEFD-2779-4C76-97F9-100B04B0D9AE}" type="presParOf" srcId="{BC671C56-1D80-4BE4-8EBD-422AA25AF296}" destId="{EEF013F8-A99D-4EE6-8F2F-EAE82D000559}" srcOrd="3" destOrd="0" presId="urn:microsoft.com/office/officeart/2016/7/layout/VerticalDownArrowProcess"/>
    <dgm:cxn modelId="{289CB787-AD0D-40B1-9B76-6790EB5599D7}" type="presParOf" srcId="{BC671C56-1D80-4BE4-8EBD-422AA25AF296}" destId="{0C58BB11-4337-478E-B7B0-16D428D637D8}" srcOrd="4" destOrd="0" presId="urn:microsoft.com/office/officeart/2016/7/layout/VerticalDownArrowProcess"/>
    <dgm:cxn modelId="{F7C85148-CA39-4DF6-8382-66E86A4C224A}" type="presParOf" srcId="{0C58BB11-4337-478E-B7B0-16D428D637D8}" destId="{CE4F79B0-38CB-457B-BC97-2B115C99884B}" srcOrd="0" destOrd="0" presId="urn:microsoft.com/office/officeart/2016/7/layout/VerticalDownArrowProcess"/>
    <dgm:cxn modelId="{00B9140B-84CF-4731-8900-5610F3FD52B4}" type="presParOf" srcId="{0C58BB11-4337-478E-B7B0-16D428D637D8}" destId="{EA53108D-ECFB-496D-99ED-87884DD39876}" srcOrd="1" destOrd="0" presId="urn:microsoft.com/office/officeart/2016/7/layout/VerticalDownArrowProcess"/>
    <dgm:cxn modelId="{6BC9E003-5866-430C-A5D6-36C35EA69CBF}" type="presParOf" srcId="{0C58BB11-4337-478E-B7B0-16D428D637D8}" destId="{A72DC258-2D64-4BCF-88B6-1FDF689D6556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9BC27F-FDFA-46EF-9430-B28EBC785764}" type="doc">
      <dgm:prSet loTypeId="urn:microsoft.com/office/officeart/2016/7/layout/ChevronBlockProcess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tr-TR"/>
        </a:p>
      </dgm:t>
    </dgm:pt>
    <dgm:pt modelId="{F9E2FD65-483E-4D0E-ABA9-BEBD0AE50A34}">
      <dgm:prSet/>
      <dgm:spPr/>
      <dgm:t>
        <a:bodyPr/>
        <a:lstStyle/>
        <a:p>
          <a:r>
            <a:rPr lang="tr-TR" dirty="0"/>
            <a:t>Bitcoin</a:t>
          </a:r>
        </a:p>
      </dgm:t>
    </dgm:pt>
    <dgm:pt modelId="{451EBE7B-5486-47FE-A374-721B6F34580A}" type="parTrans" cxnId="{840B7BB4-1C9F-45C8-B17F-DFB49AE999BD}">
      <dgm:prSet/>
      <dgm:spPr/>
      <dgm:t>
        <a:bodyPr/>
        <a:lstStyle/>
        <a:p>
          <a:endParaRPr lang="tr-TR"/>
        </a:p>
      </dgm:t>
    </dgm:pt>
    <dgm:pt modelId="{21E97196-3345-47D8-865A-35A3905005FE}" type="sibTrans" cxnId="{840B7BB4-1C9F-45C8-B17F-DFB49AE999BD}">
      <dgm:prSet/>
      <dgm:spPr/>
      <dgm:t>
        <a:bodyPr/>
        <a:lstStyle/>
        <a:p>
          <a:endParaRPr lang="tr-TR"/>
        </a:p>
      </dgm:t>
    </dgm:pt>
    <dgm:pt modelId="{A145188E-76B4-4D89-875A-85797B712A6B}">
      <dgm:prSet/>
      <dgm:spPr/>
      <dgm:t>
        <a:bodyPr/>
        <a:lstStyle/>
        <a:p>
          <a:r>
            <a:rPr lang="en-US" dirty="0"/>
            <a:t>Milli</a:t>
          </a:r>
          <a:r>
            <a:rPr lang="tr-TR" dirty="0"/>
            <a:t>B</a:t>
          </a:r>
          <a:r>
            <a:rPr lang="en-US" dirty="0" err="1"/>
            <a:t>itcoin</a:t>
          </a:r>
          <a:r>
            <a:rPr lang="tr-TR" dirty="0"/>
            <a:t> (Bitcoin Dollar)</a:t>
          </a:r>
        </a:p>
      </dgm:t>
    </dgm:pt>
    <dgm:pt modelId="{94727C53-E228-40CA-B109-49A14BFC5B5C}" type="parTrans" cxnId="{30ECA35F-F353-4CDD-BB12-7A1AE828F9D1}">
      <dgm:prSet/>
      <dgm:spPr/>
      <dgm:t>
        <a:bodyPr/>
        <a:lstStyle/>
        <a:p>
          <a:endParaRPr lang="tr-TR"/>
        </a:p>
      </dgm:t>
    </dgm:pt>
    <dgm:pt modelId="{42421C87-7097-4830-AA61-C1A0CABB6266}" type="sibTrans" cxnId="{30ECA35F-F353-4CDD-BB12-7A1AE828F9D1}">
      <dgm:prSet/>
      <dgm:spPr/>
      <dgm:t>
        <a:bodyPr/>
        <a:lstStyle/>
        <a:p>
          <a:endParaRPr lang="tr-TR"/>
        </a:p>
      </dgm:t>
    </dgm:pt>
    <dgm:pt modelId="{EBE93BE0-E611-47E3-99DC-E7D996910243}">
      <dgm:prSet/>
      <dgm:spPr/>
      <dgm:t>
        <a:bodyPr/>
        <a:lstStyle/>
        <a:p>
          <a:r>
            <a:rPr lang="tr-TR" dirty="0"/>
            <a:t>1000 Satoshi</a:t>
          </a:r>
        </a:p>
      </dgm:t>
    </dgm:pt>
    <dgm:pt modelId="{82248609-3DDE-4283-8B6F-BD1AD412DBA7}" type="parTrans" cxnId="{3F8BED21-5B1A-47C7-9C74-9AA5C87C3D0E}">
      <dgm:prSet/>
      <dgm:spPr/>
      <dgm:t>
        <a:bodyPr/>
        <a:lstStyle/>
        <a:p>
          <a:endParaRPr lang="tr-TR"/>
        </a:p>
      </dgm:t>
    </dgm:pt>
    <dgm:pt modelId="{8EB035B1-A6EC-4D3C-8367-0F006FB3078B}" type="sibTrans" cxnId="{3F8BED21-5B1A-47C7-9C74-9AA5C87C3D0E}">
      <dgm:prSet/>
      <dgm:spPr/>
      <dgm:t>
        <a:bodyPr/>
        <a:lstStyle/>
        <a:p>
          <a:endParaRPr lang="tr-TR"/>
        </a:p>
      </dgm:t>
    </dgm:pt>
    <dgm:pt modelId="{CBAC3DA4-1300-4CEA-B132-8A84896968CD}">
      <dgm:prSet/>
      <dgm:spPr/>
      <dgm:t>
        <a:bodyPr/>
        <a:lstStyle/>
        <a:p>
          <a:r>
            <a:rPr lang="tr-TR" dirty="0"/>
            <a:t>1 000 Bitcoin Dollar</a:t>
          </a:r>
        </a:p>
      </dgm:t>
    </dgm:pt>
    <dgm:pt modelId="{FD429C1F-73E8-42A3-9C80-FB215EC22DAA}" type="parTrans" cxnId="{497EBC7A-9F85-44D3-91D1-0CCD675E5D80}">
      <dgm:prSet/>
      <dgm:spPr/>
      <dgm:t>
        <a:bodyPr/>
        <a:lstStyle/>
        <a:p>
          <a:endParaRPr lang="tr-TR"/>
        </a:p>
      </dgm:t>
    </dgm:pt>
    <dgm:pt modelId="{5606F477-8B53-4C62-8E1A-B9F8F6F4ECA3}" type="sibTrans" cxnId="{497EBC7A-9F85-44D3-91D1-0CCD675E5D80}">
      <dgm:prSet/>
      <dgm:spPr/>
      <dgm:t>
        <a:bodyPr/>
        <a:lstStyle/>
        <a:p>
          <a:endParaRPr lang="tr-TR"/>
        </a:p>
      </dgm:t>
    </dgm:pt>
    <dgm:pt modelId="{1AD3FFE4-ECCA-4857-BBB1-94C5A29E88F1}">
      <dgm:prSet/>
      <dgm:spPr/>
      <dgm:t>
        <a:bodyPr/>
        <a:lstStyle/>
        <a:p>
          <a:r>
            <a:rPr lang="tr-TR" dirty="0"/>
            <a:t>100 000 Bitcoin Cent</a:t>
          </a:r>
        </a:p>
      </dgm:t>
    </dgm:pt>
    <dgm:pt modelId="{F3AFF1B9-847F-431D-B286-0AB36782F351}" type="parTrans" cxnId="{4DAC1175-D171-4FF4-B832-383BFA7ED1F1}">
      <dgm:prSet/>
      <dgm:spPr/>
      <dgm:t>
        <a:bodyPr/>
        <a:lstStyle/>
        <a:p>
          <a:endParaRPr lang="tr-TR"/>
        </a:p>
      </dgm:t>
    </dgm:pt>
    <dgm:pt modelId="{907F1903-FDE6-4780-A163-9D54C8B56B32}" type="sibTrans" cxnId="{4DAC1175-D171-4FF4-B832-383BFA7ED1F1}">
      <dgm:prSet/>
      <dgm:spPr/>
      <dgm:t>
        <a:bodyPr/>
        <a:lstStyle/>
        <a:p>
          <a:endParaRPr lang="tr-TR"/>
        </a:p>
      </dgm:t>
    </dgm:pt>
    <dgm:pt modelId="{41B020E0-CE13-469E-A626-4A6AC49CB9FD}">
      <dgm:prSet/>
      <dgm:spPr/>
      <dgm:t>
        <a:bodyPr/>
        <a:lstStyle/>
        <a:p>
          <a:r>
            <a:rPr lang="tr-TR" dirty="0"/>
            <a:t>100 000 000 Satoshi</a:t>
          </a:r>
        </a:p>
      </dgm:t>
    </dgm:pt>
    <dgm:pt modelId="{3B93445B-087C-4050-AF98-BDFE1EA9063F}" type="parTrans" cxnId="{AA4756EC-A7E8-413A-83FC-7C8EE6AA2DF2}">
      <dgm:prSet/>
      <dgm:spPr/>
      <dgm:t>
        <a:bodyPr/>
        <a:lstStyle/>
        <a:p>
          <a:endParaRPr lang="tr-TR"/>
        </a:p>
      </dgm:t>
    </dgm:pt>
    <dgm:pt modelId="{3542C68F-D4C4-4761-989D-E7731A65443E}" type="sibTrans" cxnId="{AA4756EC-A7E8-413A-83FC-7C8EE6AA2DF2}">
      <dgm:prSet/>
      <dgm:spPr/>
      <dgm:t>
        <a:bodyPr/>
        <a:lstStyle/>
        <a:p>
          <a:endParaRPr lang="tr-TR"/>
        </a:p>
      </dgm:t>
    </dgm:pt>
    <dgm:pt modelId="{BC663A8C-31C6-48B7-8CDF-2DB423BCEAEF}">
      <dgm:prSet/>
      <dgm:spPr/>
      <dgm:t>
        <a:bodyPr/>
        <a:lstStyle/>
        <a:p>
          <a:r>
            <a:rPr lang="tr-TR"/>
            <a:t>Satoshi</a:t>
          </a:r>
          <a:endParaRPr lang="tr-TR" dirty="0"/>
        </a:p>
      </dgm:t>
    </dgm:pt>
    <dgm:pt modelId="{E818E1B0-EE2A-43DE-B5A4-6356261A9E7F}" type="parTrans" cxnId="{2CFD639D-1FD7-410E-B360-BF58642042BB}">
      <dgm:prSet/>
      <dgm:spPr/>
      <dgm:t>
        <a:bodyPr/>
        <a:lstStyle/>
        <a:p>
          <a:endParaRPr lang="tr-TR"/>
        </a:p>
      </dgm:t>
    </dgm:pt>
    <dgm:pt modelId="{56856EF0-2FCF-424C-B807-5013374BEA0D}" type="sibTrans" cxnId="{2CFD639D-1FD7-410E-B360-BF58642042BB}">
      <dgm:prSet/>
      <dgm:spPr/>
      <dgm:t>
        <a:bodyPr/>
        <a:lstStyle/>
        <a:p>
          <a:endParaRPr lang="tr-TR"/>
        </a:p>
      </dgm:t>
    </dgm:pt>
    <dgm:pt modelId="{59DFE0CD-0D25-49AF-908B-01988B090773}">
      <dgm:prSet/>
      <dgm:spPr/>
      <dgm:t>
        <a:bodyPr/>
        <a:lstStyle/>
        <a:p>
          <a:r>
            <a:rPr lang="en-US" dirty="0"/>
            <a:t>1/100,000,000</a:t>
          </a:r>
          <a:r>
            <a:rPr lang="tr-TR" dirty="0"/>
            <a:t> Bitcoin</a:t>
          </a:r>
        </a:p>
      </dgm:t>
    </dgm:pt>
    <dgm:pt modelId="{EA1CD581-542B-4A3A-95EB-2CD8E4A991E5}" type="parTrans" cxnId="{B7D0EFB2-F17F-4A5C-878D-D6C22DB1E4F4}">
      <dgm:prSet/>
      <dgm:spPr/>
      <dgm:t>
        <a:bodyPr/>
        <a:lstStyle/>
        <a:p>
          <a:endParaRPr lang="tr-TR"/>
        </a:p>
      </dgm:t>
    </dgm:pt>
    <dgm:pt modelId="{BD4D9FBA-3C35-49DB-A005-70EEDC7896B5}" type="sibTrans" cxnId="{B7D0EFB2-F17F-4A5C-878D-D6C22DB1E4F4}">
      <dgm:prSet/>
      <dgm:spPr/>
      <dgm:t>
        <a:bodyPr/>
        <a:lstStyle/>
        <a:p>
          <a:endParaRPr lang="tr-TR"/>
        </a:p>
      </dgm:t>
    </dgm:pt>
    <dgm:pt modelId="{4DF5F2A8-8850-4ECC-8D3D-BBBB9FE3A365}">
      <dgm:prSet/>
      <dgm:spPr/>
      <dgm:t>
        <a:bodyPr/>
        <a:lstStyle/>
        <a:p>
          <a:r>
            <a:rPr lang="tr-TR" dirty="0"/>
            <a:t>1/1000th of a Bitcoin Cent</a:t>
          </a:r>
        </a:p>
      </dgm:t>
    </dgm:pt>
    <dgm:pt modelId="{C275F523-873C-4FE0-BE11-E366D5C41E31}" type="parTrans" cxnId="{1C9C5B7E-BCD6-4193-8EE6-0A2D00A11C04}">
      <dgm:prSet/>
      <dgm:spPr/>
      <dgm:t>
        <a:bodyPr/>
        <a:lstStyle/>
        <a:p>
          <a:endParaRPr lang="tr-TR"/>
        </a:p>
      </dgm:t>
    </dgm:pt>
    <dgm:pt modelId="{CD62C37F-CE05-4BF5-A614-7BE5AC8E79E6}" type="sibTrans" cxnId="{1C9C5B7E-BCD6-4193-8EE6-0A2D00A11C04}">
      <dgm:prSet/>
      <dgm:spPr/>
      <dgm:t>
        <a:bodyPr/>
        <a:lstStyle/>
        <a:p>
          <a:endParaRPr lang="tr-TR"/>
        </a:p>
      </dgm:t>
    </dgm:pt>
    <dgm:pt modelId="{83382413-344A-45BE-8CCE-00EF3F9B29D8}">
      <dgm:prSet/>
      <dgm:spPr/>
      <dgm:t>
        <a:bodyPr/>
        <a:lstStyle/>
        <a:p>
          <a:r>
            <a:rPr lang="en-US" dirty="0"/>
            <a:t>1/1000th of a </a:t>
          </a:r>
          <a:r>
            <a:rPr lang="tr-TR" dirty="0"/>
            <a:t>B</a:t>
          </a:r>
          <a:r>
            <a:rPr lang="en-US" dirty="0" err="1"/>
            <a:t>itcoin</a:t>
          </a:r>
          <a:endParaRPr lang="tr-TR" dirty="0"/>
        </a:p>
      </dgm:t>
    </dgm:pt>
    <dgm:pt modelId="{E690F4F5-A18B-4C2F-8235-689773026701}" type="parTrans" cxnId="{2C199030-3D25-4806-847B-D5382F09DB35}">
      <dgm:prSet/>
      <dgm:spPr/>
      <dgm:t>
        <a:bodyPr/>
        <a:lstStyle/>
        <a:p>
          <a:endParaRPr lang="tr-TR"/>
        </a:p>
      </dgm:t>
    </dgm:pt>
    <dgm:pt modelId="{F7802206-3D1C-4F49-8A22-C2863F7669F6}" type="sibTrans" cxnId="{2C199030-3D25-4806-847B-D5382F09DB35}">
      <dgm:prSet/>
      <dgm:spPr/>
      <dgm:t>
        <a:bodyPr/>
        <a:lstStyle/>
        <a:p>
          <a:endParaRPr lang="tr-TR"/>
        </a:p>
      </dgm:t>
    </dgm:pt>
    <dgm:pt modelId="{03C460BB-6FF8-40FC-8354-C2CD2BD018FC}">
      <dgm:prSet/>
      <dgm:spPr/>
      <dgm:t>
        <a:bodyPr/>
        <a:lstStyle/>
        <a:p>
          <a:r>
            <a:rPr lang="tr-TR" dirty="0"/>
            <a:t>100 000 Satoshi</a:t>
          </a:r>
        </a:p>
      </dgm:t>
    </dgm:pt>
    <dgm:pt modelId="{822CBFFD-8D5E-4878-A7C2-44EAD0513186}" type="parTrans" cxnId="{E9A3F2FB-AE9E-468A-9DAC-A47D2F1092B3}">
      <dgm:prSet/>
      <dgm:spPr/>
      <dgm:t>
        <a:bodyPr/>
        <a:lstStyle/>
        <a:p>
          <a:endParaRPr lang="tr-TR"/>
        </a:p>
      </dgm:t>
    </dgm:pt>
    <dgm:pt modelId="{7B03339A-52D2-4F2A-B69F-C0C0694DD0E3}" type="sibTrans" cxnId="{E9A3F2FB-AE9E-468A-9DAC-A47D2F1092B3}">
      <dgm:prSet/>
      <dgm:spPr/>
      <dgm:t>
        <a:bodyPr/>
        <a:lstStyle/>
        <a:p>
          <a:endParaRPr lang="tr-TR"/>
        </a:p>
      </dgm:t>
    </dgm:pt>
    <dgm:pt modelId="{69014494-B58F-4F78-AC90-6F63E06F9CA5}">
      <dgm:prSet/>
      <dgm:spPr/>
      <dgm:t>
        <a:bodyPr/>
        <a:lstStyle/>
        <a:p>
          <a:r>
            <a:rPr lang="tr-TR" dirty="0"/>
            <a:t>Bitcoin Cent</a:t>
          </a:r>
        </a:p>
      </dgm:t>
    </dgm:pt>
    <dgm:pt modelId="{DC382A7A-F8BF-4530-B99E-7BD4B08D66DE}" type="parTrans" cxnId="{65B74173-F9E8-41CB-AE06-D60CD13C2918}">
      <dgm:prSet/>
      <dgm:spPr/>
      <dgm:t>
        <a:bodyPr/>
        <a:lstStyle/>
        <a:p>
          <a:endParaRPr lang="tr-TR"/>
        </a:p>
      </dgm:t>
    </dgm:pt>
    <dgm:pt modelId="{7FEA2D4F-3689-4424-B531-C2D0E7CA7877}" type="sibTrans" cxnId="{65B74173-F9E8-41CB-AE06-D60CD13C2918}">
      <dgm:prSet/>
      <dgm:spPr/>
      <dgm:t>
        <a:bodyPr/>
        <a:lstStyle/>
        <a:p>
          <a:endParaRPr lang="tr-TR"/>
        </a:p>
      </dgm:t>
    </dgm:pt>
    <dgm:pt modelId="{6A89EE70-A75B-4508-BA6B-8323D8B46193}">
      <dgm:prSet/>
      <dgm:spPr/>
      <dgm:t>
        <a:bodyPr/>
        <a:lstStyle/>
        <a:p>
          <a:r>
            <a:rPr lang="tr-TR"/>
            <a:t>100 </a:t>
          </a:r>
          <a:r>
            <a:rPr lang="tr-TR" dirty="0"/>
            <a:t>Bitcoin Cent</a:t>
          </a:r>
        </a:p>
      </dgm:t>
    </dgm:pt>
    <dgm:pt modelId="{10A2D3C0-177E-4563-9702-99873DFD96F6}" type="parTrans" cxnId="{2CBEF730-A348-4C5B-8944-C7A9AF585836}">
      <dgm:prSet/>
      <dgm:spPr/>
      <dgm:t>
        <a:bodyPr/>
        <a:lstStyle/>
        <a:p>
          <a:endParaRPr lang="tr-TR"/>
        </a:p>
      </dgm:t>
    </dgm:pt>
    <dgm:pt modelId="{133E5ABF-0C51-4BD0-BFAE-7A1DC2B116FA}" type="sibTrans" cxnId="{2CBEF730-A348-4C5B-8944-C7A9AF585836}">
      <dgm:prSet/>
      <dgm:spPr/>
      <dgm:t>
        <a:bodyPr/>
        <a:lstStyle/>
        <a:p>
          <a:endParaRPr lang="tr-TR"/>
        </a:p>
      </dgm:t>
    </dgm:pt>
    <dgm:pt modelId="{8939499A-FB82-4C35-9FF6-2FBAA3EB21FA}">
      <dgm:prSet/>
      <dgm:spPr/>
      <dgm:t>
        <a:bodyPr/>
        <a:lstStyle/>
        <a:p>
          <a:r>
            <a:rPr lang="tr-TR" dirty="0"/>
            <a:t>1/100 000th Bitcoin</a:t>
          </a:r>
        </a:p>
      </dgm:t>
    </dgm:pt>
    <dgm:pt modelId="{279EF243-4473-4897-89C1-9AB8D4295982}" type="parTrans" cxnId="{133FDFF0-939F-4F04-B985-B0B801D39F0B}">
      <dgm:prSet/>
      <dgm:spPr/>
      <dgm:t>
        <a:bodyPr/>
        <a:lstStyle/>
        <a:p>
          <a:endParaRPr lang="tr-TR"/>
        </a:p>
      </dgm:t>
    </dgm:pt>
    <dgm:pt modelId="{CCA2A47D-AA7B-4FE1-AB64-16149CD5DFFA}" type="sibTrans" cxnId="{133FDFF0-939F-4F04-B985-B0B801D39F0B}">
      <dgm:prSet/>
      <dgm:spPr/>
      <dgm:t>
        <a:bodyPr/>
        <a:lstStyle/>
        <a:p>
          <a:endParaRPr lang="tr-TR"/>
        </a:p>
      </dgm:t>
    </dgm:pt>
    <dgm:pt modelId="{B9A9080C-5A00-44F1-81EA-F0E70CC5E624}">
      <dgm:prSet/>
      <dgm:spPr/>
      <dgm:t>
        <a:bodyPr/>
        <a:lstStyle/>
        <a:p>
          <a:r>
            <a:rPr lang="tr-TR"/>
            <a:t>1/100 000th of a Bitcoin Dollar</a:t>
          </a:r>
          <a:endParaRPr lang="tr-TR" dirty="0"/>
        </a:p>
      </dgm:t>
    </dgm:pt>
    <dgm:pt modelId="{8476AD7B-FBDD-4576-BCCA-853A0D03E14F}" type="parTrans" cxnId="{93694B98-636B-4B17-AC68-37AC66A11FB2}">
      <dgm:prSet/>
      <dgm:spPr/>
      <dgm:t>
        <a:bodyPr/>
        <a:lstStyle/>
        <a:p>
          <a:endParaRPr lang="tr-TR"/>
        </a:p>
      </dgm:t>
    </dgm:pt>
    <dgm:pt modelId="{4711B3A5-E8EC-4B6B-9A7C-24FD42E093E1}" type="sibTrans" cxnId="{93694B98-636B-4B17-AC68-37AC66A11FB2}">
      <dgm:prSet/>
      <dgm:spPr/>
      <dgm:t>
        <a:bodyPr/>
        <a:lstStyle/>
        <a:p>
          <a:endParaRPr lang="tr-TR"/>
        </a:p>
      </dgm:t>
    </dgm:pt>
    <dgm:pt modelId="{BC7BA00D-6A49-4E88-87EB-01A44CE00343}">
      <dgm:prSet/>
      <dgm:spPr/>
      <dgm:t>
        <a:bodyPr/>
        <a:lstStyle/>
        <a:p>
          <a:r>
            <a:rPr lang="en-US"/>
            <a:t>1/100th </a:t>
          </a:r>
          <a:r>
            <a:rPr lang="en-US" dirty="0"/>
            <a:t>of a </a:t>
          </a:r>
          <a:r>
            <a:rPr lang="tr-TR" dirty="0"/>
            <a:t>B</a:t>
          </a:r>
          <a:r>
            <a:rPr lang="en-US" dirty="0" err="1"/>
            <a:t>itcoin</a:t>
          </a:r>
          <a:r>
            <a:rPr lang="tr-TR" dirty="0"/>
            <a:t> Dollar</a:t>
          </a:r>
        </a:p>
      </dgm:t>
    </dgm:pt>
    <dgm:pt modelId="{E07ABCFC-7990-4847-B58D-B4E87B15DA97}" type="parTrans" cxnId="{D8647C40-9A9D-4AED-9AA4-034A4BF2AA04}">
      <dgm:prSet/>
      <dgm:spPr/>
      <dgm:t>
        <a:bodyPr/>
        <a:lstStyle/>
        <a:p>
          <a:endParaRPr lang="tr-TR"/>
        </a:p>
      </dgm:t>
    </dgm:pt>
    <dgm:pt modelId="{CDA45639-ACA7-4F7B-B449-C54304B8A3E6}" type="sibTrans" cxnId="{D8647C40-9A9D-4AED-9AA4-034A4BF2AA04}">
      <dgm:prSet/>
      <dgm:spPr/>
      <dgm:t>
        <a:bodyPr/>
        <a:lstStyle/>
        <a:p>
          <a:endParaRPr lang="tr-TR"/>
        </a:p>
      </dgm:t>
    </dgm:pt>
    <dgm:pt modelId="{24FBA33F-ED64-4875-8B9A-F2C43CC9B99E}" type="pres">
      <dgm:prSet presAssocID="{3D9BC27F-FDFA-46EF-9430-B28EBC785764}" presName="Name0" presStyleCnt="0">
        <dgm:presLayoutVars>
          <dgm:dir/>
          <dgm:animLvl val="lvl"/>
          <dgm:resizeHandles val="exact"/>
        </dgm:presLayoutVars>
      </dgm:prSet>
      <dgm:spPr/>
    </dgm:pt>
    <dgm:pt modelId="{F20A9999-1D68-49F9-B337-9DC4FC19E60A}" type="pres">
      <dgm:prSet presAssocID="{F9E2FD65-483E-4D0E-ABA9-BEBD0AE50A34}" presName="composite" presStyleCnt="0"/>
      <dgm:spPr/>
    </dgm:pt>
    <dgm:pt modelId="{268B7E19-9C2E-497E-B307-50E7C38BA598}" type="pres">
      <dgm:prSet presAssocID="{F9E2FD65-483E-4D0E-ABA9-BEBD0AE50A34}" presName="parTx" presStyleLbl="alignNode1" presStyleIdx="0" presStyleCnt="4">
        <dgm:presLayoutVars>
          <dgm:chMax val="0"/>
          <dgm:chPref val="0"/>
        </dgm:presLayoutVars>
      </dgm:prSet>
      <dgm:spPr/>
    </dgm:pt>
    <dgm:pt modelId="{7CEA6F91-AB54-4877-8A9B-4E59E5C9690B}" type="pres">
      <dgm:prSet presAssocID="{F9E2FD65-483E-4D0E-ABA9-BEBD0AE50A34}" presName="desTx" presStyleLbl="alignAccFollowNode1" presStyleIdx="0" presStyleCnt="4">
        <dgm:presLayoutVars/>
      </dgm:prSet>
      <dgm:spPr/>
    </dgm:pt>
    <dgm:pt modelId="{CFF37047-6A22-48EC-805C-5475192C423F}" type="pres">
      <dgm:prSet presAssocID="{21E97196-3345-47D8-865A-35A3905005FE}" presName="space" presStyleCnt="0"/>
      <dgm:spPr/>
    </dgm:pt>
    <dgm:pt modelId="{17AE3A11-AFD8-4CDA-A098-4370DA431D01}" type="pres">
      <dgm:prSet presAssocID="{A145188E-76B4-4D89-875A-85797B712A6B}" presName="composite" presStyleCnt="0"/>
      <dgm:spPr/>
    </dgm:pt>
    <dgm:pt modelId="{FD908ECD-D305-4373-B111-B95048417AC0}" type="pres">
      <dgm:prSet presAssocID="{A145188E-76B4-4D89-875A-85797B712A6B}" presName="parTx" presStyleLbl="alignNode1" presStyleIdx="1" presStyleCnt="4">
        <dgm:presLayoutVars>
          <dgm:chMax val="0"/>
          <dgm:chPref val="0"/>
        </dgm:presLayoutVars>
      </dgm:prSet>
      <dgm:spPr/>
    </dgm:pt>
    <dgm:pt modelId="{C5DA0251-303F-406D-A6CC-1ADD616560DB}" type="pres">
      <dgm:prSet presAssocID="{A145188E-76B4-4D89-875A-85797B712A6B}" presName="desTx" presStyleLbl="alignAccFollowNode1" presStyleIdx="1" presStyleCnt="4">
        <dgm:presLayoutVars/>
      </dgm:prSet>
      <dgm:spPr/>
    </dgm:pt>
    <dgm:pt modelId="{16F68370-41DF-45D0-8E56-D22996EA371B}" type="pres">
      <dgm:prSet presAssocID="{42421C87-7097-4830-AA61-C1A0CABB6266}" presName="space" presStyleCnt="0"/>
      <dgm:spPr/>
    </dgm:pt>
    <dgm:pt modelId="{EC29F3E7-96CB-4156-9380-F0035D089076}" type="pres">
      <dgm:prSet presAssocID="{69014494-B58F-4F78-AC90-6F63E06F9CA5}" presName="composite" presStyleCnt="0"/>
      <dgm:spPr/>
    </dgm:pt>
    <dgm:pt modelId="{24EBDE90-F980-4378-B8EB-DE838D18CAE5}" type="pres">
      <dgm:prSet presAssocID="{69014494-B58F-4F78-AC90-6F63E06F9CA5}" presName="parTx" presStyleLbl="alignNode1" presStyleIdx="2" presStyleCnt="4">
        <dgm:presLayoutVars>
          <dgm:chMax val="0"/>
          <dgm:chPref val="0"/>
        </dgm:presLayoutVars>
      </dgm:prSet>
      <dgm:spPr/>
    </dgm:pt>
    <dgm:pt modelId="{1AA5F8B1-3707-4685-AF16-F9CE6FC10EC7}" type="pres">
      <dgm:prSet presAssocID="{69014494-B58F-4F78-AC90-6F63E06F9CA5}" presName="desTx" presStyleLbl="alignAccFollowNode1" presStyleIdx="2" presStyleCnt="4">
        <dgm:presLayoutVars/>
      </dgm:prSet>
      <dgm:spPr/>
    </dgm:pt>
    <dgm:pt modelId="{A04D5479-C85B-4764-9571-659C9848D259}" type="pres">
      <dgm:prSet presAssocID="{7FEA2D4F-3689-4424-B531-C2D0E7CA7877}" presName="space" presStyleCnt="0"/>
      <dgm:spPr/>
    </dgm:pt>
    <dgm:pt modelId="{A1D626BB-9F0B-4AB5-A90B-AC56FFDCFF78}" type="pres">
      <dgm:prSet presAssocID="{BC663A8C-31C6-48B7-8CDF-2DB423BCEAEF}" presName="composite" presStyleCnt="0"/>
      <dgm:spPr/>
    </dgm:pt>
    <dgm:pt modelId="{179B5B1A-0DB1-4B7A-925E-0884CDEA5C7B}" type="pres">
      <dgm:prSet presAssocID="{BC663A8C-31C6-48B7-8CDF-2DB423BCEAEF}" presName="parTx" presStyleLbl="alignNode1" presStyleIdx="3" presStyleCnt="4">
        <dgm:presLayoutVars>
          <dgm:chMax val="0"/>
          <dgm:chPref val="0"/>
        </dgm:presLayoutVars>
      </dgm:prSet>
      <dgm:spPr/>
    </dgm:pt>
    <dgm:pt modelId="{81991305-5AF9-4E54-84BF-1081A2184365}" type="pres">
      <dgm:prSet presAssocID="{BC663A8C-31C6-48B7-8CDF-2DB423BCEAEF}" presName="desTx" presStyleLbl="alignAccFollowNode1" presStyleIdx="3" presStyleCnt="4">
        <dgm:presLayoutVars/>
      </dgm:prSet>
      <dgm:spPr/>
    </dgm:pt>
  </dgm:ptLst>
  <dgm:cxnLst>
    <dgm:cxn modelId="{B9373119-23BA-41DC-A88F-EBE3B9DA132A}" type="presOf" srcId="{F9E2FD65-483E-4D0E-ABA9-BEBD0AE50A34}" destId="{268B7E19-9C2E-497E-B307-50E7C38BA598}" srcOrd="0" destOrd="0" presId="urn:microsoft.com/office/officeart/2016/7/layout/ChevronBlockProcess"/>
    <dgm:cxn modelId="{3F8BED21-5B1A-47C7-9C74-9AA5C87C3D0E}" srcId="{69014494-B58F-4F78-AC90-6F63E06F9CA5}" destId="{EBE93BE0-E611-47E3-99DC-E7D996910243}" srcOrd="2" destOrd="0" parTransId="{82248609-3DDE-4283-8B6F-BD1AD412DBA7}" sibTransId="{8EB035B1-A6EC-4D3C-8367-0F006FB3078B}"/>
    <dgm:cxn modelId="{9A1DBA2B-6360-40C2-B9B3-76815EDCBBF9}" type="presOf" srcId="{A145188E-76B4-4D89-875A-85797B712A6B}" destId="{FD908ECD-D305-4373-B111-B95048417AC0}" srcOrd="0" destOrd="0" presId="urn:microsoft.com/office/officeart/2016/7/layout/ChevronBlockProcess"/>
    <dgm:cxn modelId="{67AE222E-D4EA-47C4-B8F0-8E9B3EAA2477}" type="presOf" srcId="{3D9BC27F-FDFA-46EF-9430-B28EBC785764}" destId="{24FBA33F-ED64-4875-8B9A-F2C43CC9B99E}" srcOrd="0" destOrd="0" presId="urn:microsoft.com/office/officeart/2016/7/layout/ChevronBlockProcess"/>
    <dgm:cxn modelId="{2C199030-3D25-4806-847B-D5382F09DB35}" srcId="{A145188E-76B4-4D89-875A-85797B712A6B}" destId="{83382413-344A-45BE-8CCE-00EF3F9B29D8}" srcOrd="0" destOrd="0" parTransId="{E690F4F5-A18B-4C2F-8235-689773026701}" sibTransId="{F7802206-3D1C-4F49-8A22-C2863F7669F6}"/>
    <dgm:cxn modelId="{2CBEF730-A348-4C5B-8944-C7A9AF585836}" srcId="{A145188E-76B4-4D89-875A-85797B712A6B}" destId="{6A89EE70-A75B-4508-BA6B-8323D8B46193}" srcOrd="1" destOrd="0" parTransId="{10A2D3C0-177E-4563-9702-99873DFD96F6}" sibTransId="{133E5ABF-0C51-4BD0-BFAE-7A1DC2B116FA}"/>
    <dgm:cxn modelId="{D8647C40-9A9D-4AED-9AA4-034A4BF2AA04}" srcId="{69014494-B58F-4F78-AC90-6F63E06F9CA5}" destId="{BC7BA00D-6A49-4E88-87EB-01A44CE00343}" srcOrd="1" destOrd="0" parTransId="{E07ABCFC-7990-4847-B58D-B4E87B15DA97}" sibTransId="{CDA45639-ACA7-4F7B-B449-C54304B8A3E6}"/>
    <dgm:cxn modelId="{5FFD375D-DA5C-4977-BC7A-CBC8F601706A}" type="presOf" srcId="{41B020E0-CE13-469E-A626-4A6AC49CB9FD}" destId="{7CEA6F91-AB54-4877-8A9B-4E59E5C9690B}" srcOrd="0" destOrd="2" presId="urn:microsoft.com/office/officeart/2016/7/layout/ChevronBlockProcess"/>
    <dgm:cxn modelId="{30ECA35F-F353-4CDD-BB12-7A1AE828F9D1}" srcId="{3D9BC27F-FDFA-46EF-9430-B28EBC785764}" destId="{A145188E-76B4-4D89-875A-85797B712A6B}" srcOrd="1" destOrd="0" parTransId="{94727C53-E228-40CA-B109-49A14BFC5B5C}" sibTransId="{42421C87-7097-4830-AA61-C1A0CABB6266}"/>
    <dgm:cxn modelId="{E4D7FA66-7207-4960-A111-3EA209577868}" type="presOf" srcId="{6A89EE70-A75B-4508-BA6B-8323D8B46193}" destId="{C5DA0251-303F-406D-A6CC-1ADD616560DB}" srcOrd="0" destOrd="1" presId="urn:microsoft.com/office/officeart/2016/7/layout/ChevronBlockProcess"/>
    <dgm:cxn modelId="{6DF98C4C-E574-459E-9CA4-D1F5BF9EF21F}" type="presOf" srcId="{03C460BB-6FF8-40FC-8354-C2CD2BD018FC}" destId="{C5DA0251-303F-406D-A6CC-1ADD616560DB}" srcOrd="0" destOrd="2" presId="urn:microsoft.com/office/officeart/2016/7/layout/ChevronBlockProcess"/>
    <dgm:cxn modelId="{65B74173-F9E8-41CB-AE06-D60CD13C2918}" srcId="{3D9BC27F-FDFA-46EF-9430-B28EBC785764}" destId="{69014494-B58F-4F78-AC90-6F63E06F9CA5}" srcOrd="2" destOrd="0" parTransId="{DC382A7A-F8BF-4530-B99E-7BD4B08D66DE}" sibTransId="{7FEA2D4F-3689-4424-B531-C2D0E7CA7877}"/>
    <dgm:cxn modelId="{4DAC1175-D171-4FF4-B832-383BFA7ED1F1}" srcId="{F9E2FD65-483E-4D0E-ABA9-BEBD0AE50A34}" destId="{1AD3FFE4-ECCA-4857-BBB1-94C5A29E88F1}" srcOrd="1" destOrd="0" parTransId="{F3AFF1B9-847F-431D-B286-0AB36782F351}" sibTransId="{907F1903-FDE6-4780-A163-9D54C8B56B32}"/>
    <dgm:cxn modelId="{EF445A76-C93D-46F2-8ACC-E2B94D279A6C}" type="presOf" srcId="{69014494-B58F-4F78-AC90-6F63E06F9CA5}" destId="{24EBDE90-F980-4378-B8EB-DE838D18CAE5}" srcOrd="0" destOrd="0" presId="urn:microsoft.com/office/officeart/2016/7/layout/ChevronBlockProcess"/>
    <dgm:cxn modelId="{497EBC7A-9F85-44D3-91D1-0CCD675E5D80}" srcId="{F9E2FD65-483E-4D0E-ABA9-BEBD0AE50A34}" destId="{CBAC3DA4-1300-4CEA-B132-8A84896968CD}" srcOrd="0" destOrd="0" parTransId="{FD429C1F-73E8-42A3-9C80-FB215EC22DAA}" sibTransId="{5606F477-8B53-4C62-8E1A-B9F8F6F4ECA3}"/>
    <dgm:cxn modelId="{A43CFA7C-56FF-436A-AF13-C06E179FB128}" type="presOf" srcId="{BC7BA00D-6A49-4E88-87EB-01A44CE00343}" destId="{1AA5F8B1-3707-4685-AF16-F9CE6FC10EC7}" srcOrd="0" destOrd="1" presId="urn:microsoft.com/office/officeart/2016/7/layout/ChevronBlockProcess"/>
    <dgm:cxn modelId="{1C9C5B7E-BCD6-4193-8EE6-0A2D00A11C04}" srcId="{BC663A8C-31C6-48B7-8CDF-2DB423BCEAEF}" destId="{4DF5F2A8-8850-4ECC-8D3D-BBBB9FE3A365}" srcOrd="2" destOrd="0" parTransId="{C275F523-873C-4FE0-BE11-E366D5C41E31}" sibTransId="{CD62C37F-CE05-4BF5-A614-7BE5AC8E79E6}"/>
    <dgm:cxn modelId="{EDD61F92-C145-4CB0-AC9B-F885D22A1654}" type="presOf" srcId="{8939499A-FB82-4C35-9FF6-2FBAA3EB21FA}" destId="{1AA5F8B1-3707-4685-AF16-F9CE6FC10EC7}" srcOrd="0" destOrd="0" presId="urn:microsoft.com/office/officeart/2016/7/layout/ChevronBlockProcess"/>
    <dgm:cxn modelId="{93694B98-636B-4B17-AC68-37AC66A11FB2}" srcId="{BC663A8C-31C6-48B7-8CDF-2DB423BCEAEF}" destId="{B9A9080C-5A00-44F1-81EA-F0E70CC5E624}" srcOrd="1" destOrd="0" parTransId="{8476AD7B-FBDD-4576-BCCA-853A0D03E14F}" sibTransId="{4711B3A5-E8EC-4B6B-9A7C-24FD42E093E1}"/>
    <dgm:cxn modelId="{2CFD639D-1FD7-410E-B360-BF58642042BB}" srcId="{3D9BC27F-FDFA-46EF-9430-B28EBC785764}" destId="{BC663A8C-31C6-48B7-8CDF-2DB423BCEAEF}" srcOrd="3" destOrd="0" parTransId="{E818E1B0-EE2A-43DE-B5A4-6356261A9E7F}" sibTransId="{56856EF0-2FCF-424C-B807-5013374BEA0D}"/>
    <dgm:cxn modelId="{B13F64A0-96AD-4CD6-993C-93D5ACCAFE79}" type="presOf" srcId="{4DF5F2A8-8850-4ECC-8D3D-BBBB9FE3A365}" destId="{81991305-5AF9-4E54-84BF-1081A2184365}" srcOrd="0" destOrd="2" presId="urn:microsoft.com/office/officeart/2016/7/layout/ChevronBlockProcess"/>
    <dgm:cxn modelId="{9E1491A0-4F84-4B9F-AF68-90AD08B2ECDB}" type="presOf" srcId="{BC663A8C-31C6-48B7-8CDF-2DB423BCEAEF}" destId="{179B5B1A-0DB1-4B7A-925E-0884CDEA5C7B}" srcOrd="0" destOrd="0" presId="urn:microsoft.com/office/officeart/2016/7/layout/ChevronBlockProcess"/>
    <dgm:cxn modelId="{B7D0EFB2-F17F-4A5C-878D-D6C22DB1E4F4}" srcId="{BC663A8C-31C6-48B7-8CDF-2DB423BCEAEF}" destId="{59DFE0CD-0D25-49AF-908B-01988B090773}" srcOrd="0" destOrd="0" parTransId="{EA1CD581-542B-4A3A-95EB-2CD8E4A991E5}" sibTransId="{BD4D9FBA-3C35-49DB-A005-70EEDC7896B5}"/>
    <dgm:cxn modelId="{840B7BB4-1C9F-45C8-B17F-DFB49AE999BD}" srcId="{3D9BC27F-FDFA-46EF-9430-B28EBC785764}" destId="{F9E2FD65-483E-4D0E-ABA9-BEBD0AE50A34}" srcOrd="0" destOrd="0" parTransId="{451EBE7B-5486-47FE-A374-721B6F34580A}" sibTransId="{21E97196-3345-47D8-865A-35A3905005FE}"/>
    <dgm:cxn modelId="{07390FB7-2BDC-4471-B79E-2A7211FE326F}" type="presOf" srcId="{83382413-344A-45BE-8CCE-00EF3F9B29D8}" destId="{C5DA0251-303F-406D-A6CC-1ADD616560DB}" srcOrd="0" destOrd="0" presId="urn:microsoft.com/office/officeart/2016/7/layout/ChevronBlockProcess"/>
    <dgm:cxn modelId="{6573BBB7-D820-4E35-BAA7-432B02E9E154}" type="presOf" srcId="{CBAC3DA4-1300-4CEA-B132-8A84896968CD}" destId="{7CEA6F91-AB54-4877-8A9B-4E59E5C9690B}" srcOrd="0" destOrd="0" presId="urn:microsoft.com/office/officeart/2016/7/layout/ChevronBlockProcess"/>
    <dgm:cxn modelId="{F000ADC5-1618-43A2-8791-151CED88FC41}" type="presOf" srcId="{B9A9080C-5A00-44F1-81EA-F0E70CC5E624}" destId="{81991305-5AF9-4E54-84BF-1081A2184365}" srcOrd="0" destOrd="1" presId="urn:microsoft.com/office/officeart/2016/7/layout/ChevronBlockProcess"/>
    <dgm:cxn modelId="{9D4518D6-C560-494E-B214-AD132A960D0B}" type="presOf" srcId="{1AD3FFE4-ECCA-4857-BBB1-94C5A29E88F1}" destId="{7CEA6F91-AB54-4877-8A9B-4E59E5C9690B}" srcOrd="0" destOrd="1" presId="urn:microsoft.com/office/officeart/2016/7/layout/ChevronBlockProcess"/>
    <dgm:cxn modelId="{94455BE2-593F-4227-9AB4-5B0DFD1E7D6D}" type="presOf" srcId="{59DFE0CD-0D25-49AF-908B-01988B090773}" destId="{81991305-5AF9-4E54-84BF-1081A2184365}" srcOrd="0" destOrd="0" presId="urn:microsoft.com/office/officeart/2016/7/layout/ChevronBlockProcess"/>
    <dgm:cxn modelId="{106BB1EB-7B80-4FB5-9BF3-C1EA0A2A2734}" type="presOf" srcId="{EBE93BE0-E611-47E3-99DC-E7D996910243}" destId="{1AA5F8B1-3707-4685-AF16-F9CE6FC10EC7}" srcOrd="0" destOrd="2" presId="urn:microsoft.com/office/officeart/2016/7/layout/ChevronBlockProcess"/>
    <dgm:cxn modelId="{AA4756EC-A7E8-413A-83FC-7C8EE6AA2DF2}" srcId="{F9E2FD65-483E-4D0E-ABA9-BEBD0AE50A34}" destId="{41B020E0-CE13-469E-A626-4A6AC49CB9FD}" srcOrd="2" destOrd="0" parTransId="{3B93445B-087C-4050-AF98-BDFE1EA9063F}" sibTransId="{3542C68F-D4C4-4761-989D-E7731A65443E}"/>
    <dgm:cxn modelId="{133FDFF0-939F-4F04-B985-B0B801D39F0B}" srcId="{69014494-B58F-4F78-AC90-6F63E06F9CA5}" destId="{8939499A-FB82-4C35-9FF6-2FBAA3EB21FA}" srcOrd="0" destOrd="0" parTransId="{279EF243-4473-4897-89C1-9AB8D4295982}" sibTransId="{CCA2A47D-AA7B-4FE1-AB64-16149CD5DFFA}"/>
    <dgm:cxn modelId="{E9A3F2FB-AE9E-468A-9DAC-A47D2F1092B3}" srcId="{A145188E-76B4-4D89-875A-85797B712A6B}" destId="{03C460BB-6FF8-40FC-8354-C2CD2BD018FC}" srcOrd="2" destOrd="0" parTransId="{822CBFFD-8D5E-4878-A7C2-44EAD0513186}" sibTransId="{7B03339A-52D2-4F2A-B69F-C0C0694DD0E3}"/>
    <dgm:cxn modelId="{A8B34B5A-916E-4E76-9455-6533770944C2}" type="presParOf" srcId="{24FBA33F-ED64-4875-8B9A-F2C43CC9B99E}" destId="{F20A9999-1D68-49F9-B337-9DC4FC19E60A}" srcOrd="0" destOrd="0" presId="urn:microsoft.com/office/officeart/2016/7/layout/ChevronBlockProcess"/>
    <dgm:cxn modelId="{AB0B04E6-1C73-4141-B800-302E3623D984}" type="presParOf" srcId="{F20A9999-1D68-49F9-B337-9DC4FC19E60A}" destId="{268B7E19-9C2E-497E-B307-50E7C38BA598}" srcOrd="0" destOrd="0" presId="urn:microsoft.com/office/officeart/2016/7/layout/ChevronBlockProcess"/>
    <dgm:cxn modelId="{97532251-B8C0-4214-AA90-5B9F52630763}" type="presParOf" srcId="{F20A9999-1D68-49F9-B337-9DC4FC19E60A}" destId="{7CEA6F91-AB54-4877-8A9B-4E59E5C9690B}" srcOrd="1" destOrd="0" presId="urn:microsoft.com/office/officeart/2016/7/layout/ChevronBlockProcess"/>
    <dgm:cxn modelId="{3B9F0C56-3373-4BFD-A364-4ABDA5C42D4A}" type="presParOf" srcId="{24FBA33F-ED64-4875-8B9A-F2C43CC9B99E}" destId="{CFF37047-6A22-48EC-805C-5475192C423F}" srcOrd="1" destOrd="0" presId="urn:microsoft.com/office/officeart/2016/7/layout/ChevronBlockProcess"/>
    <dgm:cxn modelId="{A83D8B88-30DE-4E01-A97B-5B7C0D9A4696}" type="presParOf" srcId="{24FBA33F-ED64-4875-8B9A-F2C43CC9B99E}" destId="{17AE3A11-AFD8-4CDA-A098-4370DA431D01}" srcOrd="2" destOrd="0" presId="urn:microsoft.com/office/officeart/2016/7/layout/ChevronBlockProcess"/>
    <dgm:cxn modelId="{4FC0C7E9-D22A-4810-BBEF-7B2D5DD98941}" type="presParOf" srcId="{17AE3A11-AFD8-4CDA-A098-4370DA431D01}" destId="{FD908ECD-D305-4373-B111-B95048417AC0}" srcOrd="0" destOrd="0" presId="urn:microsoft.com/office/officeart/2016/7/layout/ChevronBlockProcess"/>
    <dgm:cxn modelId="{847B0D6A-99BB-43C8-8320-A6365E3953C9}" type="presParOf" srcId="{17AE3A11-AFD8-4CDA-A098-4370DA431D01}" destId="{C5DA0251-303F-406D-A6CC-1ADD616560DB}" srcOrd="1" destOrd="0" presId="urn:microsoft.com/office/officeart/2016/7/layout/ChevronBlockProcess"/>
    <dgm:cxn modelId="{8DFD8305-C2E4-4E59-B00A-26469F721EE5}" type="presParOf" srcId="{24FBA33F-ED64-4875-8B9A-F2C43CC9B99E}" destId="{16F68370-41DF-45D0-8E56-D22996EA371B}" srcOrd="3" destOrd="0" presId="urn:microsoft.com/office/officeart/2016/7/layout/ChevronBlockProcess"/>
    <dgm:cxn modelId="{4F8DE8A9-BDEE-41D9-84F0-4566021C093B}" type="presParOf" srcId="{24FBA33F-ED64-4875-8B9A-F2C43CC9B99E}" destId="{EC29F3E7-96CB-4156-9380-F0035D089076}" srcOrd="4" destOrd="0" presId="urn:microsoft.com/office/officeart/2016/7/layout/ChevronBlockProcess"/>
    <dgm:cxn modelId="{B8FB008C-287E-4D14-A100-6FB05624A83D}" type="presParOf" srcId="{EC29F3E7-96CB-4156-9380-F0035D089076}" destId="{24EBDE90-F980-4378-B8EB-DE838D18CAE5}" srcOrd="0" destOrd="0" presId="urn:microsoft.com/office/officeart/2016/7/layout/ChevronBlockProcess"/>
    <dgm:cxn modelId="{558D639E-BCA3-4E72-8F2E-14AF973B95C6}" type="presParOf" srcId="{EC29F3E7-96CB-4156-9380-F0035D089076}" destId="{1AA5F8B1-3707-4685-AF16-F9CE6FC10EC7}" srcOrd="1" destOrd="0" presId="urn:microsoft.com/office/officeart/2016/7/layout/ChevronBlockProcess"/>
    <dgm:cxn modelId="{DE9197E7-405D-4229-9AC4-E597AB9A596F}" type="presParOf" srcId="{24FBA33F-ED64-4875-8B9A-F2C43CC9B99E}" destId="{A04D5479-C85B-4764-9571-659C9848D259}" srcOrd="5" destOrd="0" presId="urn:microsoft.com/office/officeart/2016/7/layout/ChevronBlockProcess"/>
    <dgm:cxn modelId="{72B38332-E710-4533-AEB6-D272E150DDAD}" type="presParOf" srcId="{24FBA33F-ED64-4875-8B9A-F2C43CC9B99E}" destId="{A1D626BB-9F0B-4AB5-A90B-AC56FFDCFF78}" srcOrd="6" destOrd="0" presId="urn:microsoft.com/office/officeart/2016/7/layout/ChevronBlockProcess"/>
    <dgm:cxn modelId="{2D952EC6-6BAD-490D-A935-7D935D070A6D}" type="presParOf" srcId="{A1D626BB-9F0B-4AB5-A90B-AC56FFDCFF78}" destId="{179B5B1A-0DB1-4B7A-925E-0884CDEA5C7B}" srcOrd="0" destOrd="0" presId="urn:microsoft.com/office/officeart/2016/7/layout/ChevronBlockProcess"/>
    <dgm:cxn modelId="{9A3B79FA-7CA1-4240-85C3-8A459CE02488}" type="presParOf" srcId="{A1D626BB-9F0B-4AB5-A90B-AC56FFDCFF78}" destId="{81991305-5AF9-4E54-84BF-1081A2184365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C704AA-6DA5-494C-92DC-B187A29531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D103BF-B38A-486A-869C-57B8454ACF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</a:t>
          </a:r>
          <a:r>
            <a:rPr lang="tr-TR"/>
            <a:t>w</a:t>
          </a:r>
          <a:r>
            <a:rPr lang="en-US"/>
            <a:t>allet construct</a:t>
          </a:r>
          <a:r>
            <a:rPr lang="tr-TR"/>
            <a:t>s the transaction?</a:t>
          </a:r>
          <a:endParaRPr lang="en-US"/>
        </a:p>
      </dgm:t>
    </dgm:pt>
    <dgm:pt modelId="{01B39D9D-9819-4D43-8195-A49A9F087B41}" type="parTrans" cxnId="{64419B3A-70B1-4CE7-B8C9-18C8B4AF86B5}">
      <dgm:prSet/>
      <dgm:spPr/>
      <dgm:t>
        <a:bodyPr/>
        <a:lstStyle/>
        <a:p>
          <a:endParaRPr lang="en-US"/>
        </a:p>
      </dgm:t>
    </dgm:pt>
    <dgm:pt modelId="{2D73F876-C1DB-479D-B474-B1F18D299441}" type="sibTrans" cxnId="{64419B3A-70B1-4CE7-B8C9-18C8B4AF86B5}">
      <dgm:prSet/>
      <dgm:spPr/>
      <dgm:t>
        <a:bodyPr/>
        <a:lstStyle/>
        <a:p>
          <a:endParaRPr lang="en-US"/>
        </a:p>
      </dgm:t>
    </dgm:pt>
    <dgm:pt modelId="{FC5CE571-4F42-4B03-AA19-BAD62B541ED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How is </a:t>
          </a:r>
          <a:r>
            <a:rPr lang="tr-TR" dirty="0" err="1"/>
            <a:t>transaction</a:t>
          </a:r>
          <a:r>
            <a:rPr lang="tr-TR" dirty="0"/>
            <a:t> </a:t>
          </a:r>
          <a:r>
            <a:rPr lang="tr-TR" dirty="0" err="1"/>
            <a:t>propagated</a:t>
          </a:r>
          <a:r>
            <a:rPr lang="tr-TR" dirty="0"/>
            <a:t> </a:t>
          </a:r>
          <a:r>
            <a:rPr lang="tr-TR" dirty="0" err="1"/>
            <a:t>across</a:t>
          </a:r>
          <a:r>
            <a:rPr lang="tr-TR" dirty="0"/>
            <a:t> </a:t>
          </a:r>
          <a:r>
            <a:rPr lang="tr-TR" dirty="0" err="1"/>
            <a:t>the</a:t>
          </a:r>
          <a:r>
            <a:rPr lang="tr-TR" dirty="0"/>
            <a:t> network?</a:t>
          </a:r>
          <a:endParaRPr lang="en-US" dirty="0"/>
        </a:p>
      </dgm:t>
    </dgm:pt>
    <dgm:pt modelId="{D1942E0A-4E93-4205-A8FB-1597EAEE4D81}" type="parTrans" cxnId="{CCD6C51F-EF02-4235-9C4B-D60C1F24FC56}">
      <dgm:prSet/>
      <dgm:spPr/>
      <dgm:t>
        <a:bodyPr/>
        <a:lstStyle/>
        <a:p>
          <a:endParaRPr lang="en-US"/>
        </a:p>
      </dgm:t>
    </dgm:pt>
    <dgm:pt modelId="{EBEA7BDD-D21D-403B-BAD3-0DCE97AE9A71}" type="sibTrans" cxnId="{CCD6C51F-EF02-4235-9C4B-D60C1F24FC56}">
      <dgm:prSet/>
      <dgm:spPr/>
      <dgm:t>
        <a:bodyPr/>
        <a:lstStyle/>
        <a:p>
          <a:endParaRPr lang="en-US"/>
        </a:p>
      </dgm:t>
    </dgm:pt>
    <dgm:pt modelId="{AEACDE6D-AB9C-4C1B-937B-3335C290B4F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How is it </a:t>
          </a:r>
          <a:r>
            <a:rPr lang="tr-TR" dirty="0" err="1"/>
            <a:t>verified</a:t>
          </a:r>
          <a:r>
            <a:rPr lang="tr-TR" dirty="0"/>
            <a:t>?</a:t>
          </a:r>
          <a:endParaRPr lang="en-US" dirty="0"/>
        </a:p>
      </dgm:t>
    </dgm:pt>
    <dgm:pt modelId="{0BEDBD3C-BB00-4003-9974-A38A747AF5A9}" type="parTrans" cxnId="{82832756-D2EF-4573-81B4-7FA4E6AB1821}">
      <dgm:prSet/>
      <dgm:spPr/>
      <dgm:t>
        <a:bodyPr/>
        <a:lstStyle/>
        <a:p>
          <a:endParaRPr lang="en-US"/>
        </a:p>
      </dgm:t>
    </dgm:pt>
    <dgm:pt modelId="{3789947C-125F-48CF-A305-725734B4CB15}" type="sibTrans" cxnId="{82832756-D2EF-4573-81B4-7FA4E6AB1821}">
      <dgm:prSet/>
      <dgm:spPr/>
      <dgm:t>
        <a:bodyPr/>
        <a:lstStyle/>
        <a:p>
          <a:endParaRPr lang="en-US"/>
        </a:p>
      </dgm:t>
    </dgm:pt>
    <dgm:pt modelId="{595EA93A-38C2-432C-B818-5A083F5E0F2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How to use the amount received?</a:t>
          </a:r>
          <a:endParaRPr lang="en-US"/>
        </a:p>
      </dgm:t>
    </dgm:pt>
    <dgm:pt modelId="{5C02E710-0798-4092-B91B-5DCB8D7ED09E}" type="parTrans" cxnId="{2583A0DC-F2AE-4C35-8141-706D9A82CBBF}">
      <dgm:prSet/>
      <dgm:spPr/>
      <dgm:t>
        <a:bodyPr/>
        <a:lstStyle/>
        <a:p>
          <a:endParaRPr lang="en-US"/>
        </a:p>
      </dgm:t>
    </dgm:pt>
    <dgm:pt modelId="{7A8E47D1-B773-4EF2-83A3-E77A6AE1C376}" type="sibTrans" cxnId="{2583A0DC-F2AE-4C35-8141-706D9A82CBBF}">
      <dgm:prSet/>
      <dgm:spPr/>
      <dgm:t>
        <a:bodyPr/>
        <a:lstStyle/>
        <a:p>
          <a:endParaRPr lang="en-US"/>
        </a:p>
      </dgm:t>
    </dgm:pt>
    <dgm:pt modelId="{0D356476-BDCC-4D3F-9CF2-8E969DC91952}" type="pres">
      <dgm:prSet presAssocID="{CFC704AA-6DA5-494C-92DC-B187A29531BF}" presName="root" presStyleCnt="0">
        <dgm:presLayoutVars>
          <dgm:dir/>
          <dgm:resizeHandles val="exact"/>
        </dgm:presLayoutVars>
      </dgm:prSet>
      <dgm:spPr/>
    </dgm:pt>
    <dgm:pt modelId="{7A4A4A12-90F6-4986-8F93-022C951B96A6}" type="pres">
      <dgm:prSet presAssocID="{0FD103BF-B38A-486A-869C-57B8454ACFD3}" presName="compNode" presStyleCnt="0"/>
      <dgm:spPr/>
    </dgm:pt>
    <dgm:pt modelId="{09770D20-2BF1-4D26-A129-E276C326F925}" type="pres">
      <dgm:prSet presAssocID="{0FD103BF-B38A-486A-869C-57B8454ACFD3}" presName="bgRect" presStyleLbl="bgShp" presStyleIdx="0" presStyleCnt="4"/>
      <dgm:spPr/>
    </dgm:pt>
    <dgm:pt modelId="{BA485168-5BB2-41B4-B9F5-EAFAB7A65ED3}" type="pres">
      <dgm:prSet presAssocID="{0FD103BF-B38A-486A-869C-57B8454ACF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A8FCC569-AE24-4D84-82A3-7E2347D1E000}" type="pres">
      <dgm:prSet presAssocID="{0FD103BF-B38A-486A-869C-57B8454ACFD3}" presName="spaceRect" presStyleCnt="0"/>
      <dgm:spPr/>
    </dgm:pt>
    <dgm:pt modelId="{363C3370-DE9D-41A6-AACC-6DA99212176E}" type="pres">
      <dgm:prSet presAssocID="{0FD103BF-B38A-486A-869C-57B8454ACFD3}" presName="parTx" presStyleLbl="revTx" presStyleIdx="0" presStyleCnt="4">
        <dgm:presLayoutVars>
          <dgm:chMax val="0"/>
          <dgm:chPref val="0"/>
        </dgm:presLayoutVars>
      </dgm:prSet>
      <dgm:spPr/>
    </dgm:pt>
    <dgm:pt modelId="{E5CE7878-7E95-4E04-A661-DE67E3772EEC}" type="pres">
      <dgm:prSet presAssocID="{2D73F876-C1DB-479D-B474-B1F18D299441}" presName="sibTrans" presStyleCnt="0"/>
      <dgm:spPr/>
    </dgm:pt>
    <dgm:pt modelId="{C5E8A581-99C2-4C8A-879E-314CF311870C}" type="pres">
      <dgm:prSet presAssocID="{FC5CE571-4F42-4B03-AA19-BAD62B541ED7}" presName="compNode" presStyleCnt="0"/>
      <dgm:spPr/>
    </dgm:pt>
    <dgm:pt modelId="{E5112DE5-66F0-46AC-AE4C-A1F46DBE835B}" type="pres">
      <dgm:prSet presAssocID="{FC5CE571-4F42-4B03-AA19-BAD62B541ED7}" presName="bgRect" presStyleLbl="bgShp" presStyleIdx="1" presStyleCnt="4"/>
      <dgm:spPr/>
    </dgm:pt>
    <dgm:pt modelId="{8FE0B2D9-FDFB-407E-8276-046982ED4948}" type="pres">
      <dgm:prSet presAssocID="{FC5CE571-4F42-4B03-AA19-BAD62B541E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5F4AEC10-3B05-4F16-99C9-4DEC22049E6A}" type="pres">
      <dgm:prSet presAssocID="{FC5CE571-4F42-4B03-AA19-BAD62B541ED7}" presName="spaceRect" presStyleCnt="0"/>
      <dgm:spPr/>
    </dgm:pt>
    <dgm:pt modelId="{594C88CF-F7A0-4EF3-8A4D-EB6543686CD6}" type="pres">
      <dgm:prSet presAssocID="{FC5CE571-4F42-4B03-AA19-BAD62B541ED7}" presName="parTx" presStyleLbl="revTx" presStyleIdx="1" presStyleCnt="4">
        <dgm:presLayoutVars>
          <dgm:chMax val="0"/>
          <dgm:chPref val="0"/>
        </dgm:presLayoutVars>
      </dgm:prSet>
      <dgm:spPr/>
    </dgm:pt>
    <dgm:pt modelId="{F82A2A53-AF32-4DDA-804E-5772480BEB97}" type="pres">
      <dgm:prSet presAssocID="{EBEA7BDD-D21D-403B-BAD3-0DCE97AE9A71}" presName="sibTrans" presStyleCnt="0"/>
      <dgm:spPr/>
    </dgm:pt>
    <dgm:pt modelId="{7178E6B0-7257-48E9-B215-D7C8ED0983E9}" type="pres">
      <dgm:prSet presAssocID="{AEACDE6D-AB9C-4C1B-937B-3335C290B4F1}" presName="compNode" presStyleCnt="0"/>
      <dgm:spPr/>
    </dgm:pt>
    <dgm:pt modelId="{0DBA739D-4DC6-45D3-8F7A-B04F05ACAF3B}" type="pres">
      <dgm:prSet presAssocID="{AEACDE6D-AB9C-4C1B-937B-3335C290B4F1}" presName="bgRect" presStyleLbl="bgShp" presStyleIdx="2" presStyleCnt="4"/>
      <dgm:spPr/>
    </dgm:pt>
    <dgm:pt modelId="{62A1E5A1-35C1-4532-B264-8C45C78ACE48}" type="pres">
      <dgm:prSet presAssocID="{AEACDE6D-AB9C-4C1B-937B-3335C290B4F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0C142FB2-EAF9-4BCA-A1DC-83DE2044C43B}" type="pres">
      <dgm:prSet presAssocID="{AEACDE6D-AB9C-4C1B-937B-3335C290B4F1}" presName="spaceRect" presStyleCnt="0"/>
      <dgm:spPr/>
    </dgm:pt>
    <dgm:pt modelId="{6DB238C8-C1B4-4BC8-9623-21D95BA984F1}" type="pres">
      <dgm:prSet presAssocID="{AEACDE6D-AB9C-4C1B-937B-3335C290B4F1}" presName="parTx" presStyleLbl="revTx" presStyleIdx="2" presStyleCnt="4">
        <dgm:presLayoutVars>
          <dgm:chMax val="0"/>
          <dgm:chPref val="0"/>
        </dgm:presLayoutVars>
      </dgm:prSet>
      <dgm:spPr/>
    </dgm:pt>
    <dgm:pt modelId="{F89B2B13-0FEF-4F9A-ACA7-6D723C897088}" type="pres">
      <dgm:prSet presAssocID="{3789947C-125F-48CF-A305-725734B4CB15}" presName="sibTrans" presStyleCnt="0"/>
      <dgm:spPr/>
    </dgm:pt>
    <dgm:pt modelId="{2512CC71-B23D-42A4-9CE1-E86937AF7166}" type="pres">
      <dgm:prSet presAssocID="{595EA93A-38C2-432C-B818-5A083F5E0F28}" presName="compNode" presStyleCnt="0"/>
      <dgm:spPr/>
    </dgm:pt>
    <dgm:pt modelId="{90CEB3E0-C9EA-48F4-A8CE-C55221C9BEB1}" type="pres">
      <dgm:prSet presAssocID="{595EA93A-38C2-432C-B818-5A083F5E0F28}" presName="bgRect" presStyleLbl="bgShp" presStyleIdx="3" presStyleCnt="4"/>
      <dgm:spPr/>
    </dgm:pt>
    <dgm:pt modelId="{D81D18AA-4A3C-4CE7-AEA4-1270D82991E7}" type="pres">
      <dgm:prSet presAssocID="{595EA93A-38C2-432C-B818-5A083F5E0F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B6D8317C-7553-46B2-A6D2-83E56BC6A63F}" type="pres">
      <dgm:prSet presAssocID="{595EA93A-38C2-432C-B818-5A083F5E0F28}" presName="spaceRect" presStyleCnt="0"/>
      <dgm:spPr/>
    </dgm:pt>
    <dgm:pt modelId="{68B62074-39C4-42E8-9F8A-C8FC09E93A35}" type="pres">
      <dgm:prSet presAssocID="{595EA93A-38C2-432C-B818-5A083F5E0F2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CD6C51F-EF02-4235-9C4B-D60C1F24FC56}" srcId="{CFC704AA-6DA5-494C-92DC-B187A29531BF}" destId="{FC5CE571-4F42-4B03-AA19-BAD62B541ED7}" srcOrd="1" destOrd="0" parTransId="{D1942E0A-4E93-4205-A8FB-1597EAEE4D81}" sibTransId="{EBEA7BDD-D21D-403B-BAD3-0DCE97AE9A71}"/>
    <dgm:cxn modelId="{64419B3A-70B1-4CE7-B8C9-18C8B4AF86B5}" srcId="{CFC704AA-6DA5-494C-92DC-B187A29531BF}" destId="{0FD103BF-B38A-486A-869C-57B8454ACFD3}" srcOrd="0" destOrd="0" parTransId="{01B39D9D-9819-4D43-8195-A49A9F087B41}" sibTransId="{2D73F876-C1DB-479D-B474-B1F18D299441}"/>
    <dgm:cxn modelId="{1EF63861-27C4-4C68-A2EE-54E31A7AEB24}" type="presOf" srcId="{CFC704AA-6DA5-494C-92DC-B187A29531BF}" destId="{0D356476-BDCC-4D3F-9CF2-8E969DC91952}" srcOrd="0" destOrd="0" presId="urn:microsoft.com/office/officeart/2018/2/layout/IconVerticalSolidList"/>
    <dgm:cxn modelId="{B293E445-C9A0-40B1-BFFF-0733BD23EBAC}" type="presOf" srcId="{AEACDE6D-AB9C-4C1B-937B-3335C290B4F1}" destId="{6DB238C8-C1B4-4BC8-9623-21D95BA984F1}" srcOrd="0" destOrd="0" presId="urn:microsoft.com/office/officeart/2018/2/layout/IconVerticalSolidList"/>
    <dgm:cxn modelId="{82832756-D2EF-4573-81B4-7FA4E6AB1821}" srcId="{CFC704AA-6DA5-494C-92DC-B187A29531BF}" destId="{AEACDE6D-AB9C-4C1B-937B-3335C290B4F1}" srcOrd="2" destOrd="0" parTransId="{0BEDBD3C-BB00-4003-9974-A38A747AF5A9}" sibTransId="{3789947C-125F-48CF-A305-725734B4CB15}"/>
    <dgm:cxn modelId="{C88760A1-70F2-40C6-A415-DFB4A12D9460}" type="presOf" srcId="{595EA93A-38C2-432C-B818-5A083F5E0F28}" destId="{68B62074-39C4-42E8-9F8A-C8FC09E93A35}" srcOrd="0" destOrd="0" presId="urn:microsoft.com/office/officeart/2018/2/layout/IconVerticalSolidList"/>
    <dgm:cxn modelId="{FC9DA0A5-9A83-484E-96DF-09A51247E6FC}" type="presOf" srcId="{0FD103BF-B38A-486A-869C-57B8454ACFD3}" destId="{363C3370-DE9D-41A6-AACC-6DA99212176E}" srcOrd="0" destOrd="0" presId="urn:microsoft.com/office/officeart/2018/2/layout/IconVerticalSolidList"/>
    <dgm:cxn modelId="{2583A0DC-F2AE-4C35-8141-706D9A82CBBF}" srcId="{CFC704AA-6DA5-494C-92DC-B187A29531BF}" destId="{595EA93A-38C2-432C-B818-5A083F5E0F28}" srcOrd="3" destOrd="0" parTransId="{5C02E710-0798-4092-B91B-5DCB8D7ED09E}" sibTransId="{7A8E47D1-B773-4EF2-83A3-E77A6AE1C376}"/>
    <dgm:cxn modelId="{9D0BDCEE-35D2-4157-85BF-8B1A19356B43}" type="presOf" srcId="{FC5CE571-4F42-4B03-AA19-BAD62B541ED7}" destId="{594C88CF-F7A0-4EF3-8A4D-EB6543686CD6}" srcOrd="0" destOrd="0" presId="urn:microsoft.com/office/officeart/2018/2/layout/IconVerticalSolidList"/>
    <dgm:cxn modelId="{BEFAD795-ED4A-41EA-91F7-A4835DDBB2F3}" type="presParOf" srcId="{0D356476-BDCC-4D3F-9CF2-8E969DC91952}" destId="{7A4A4A12-90F6-4986-8F93-022C951B96A6}" srcOrd="0" destOrd="0" presId="urn:microsoft.com/office/officeart/2018/2/layout/IconVerticalSolidList"/>
    <dgm:cxn modelId="{3EA907A7-043C-478A-86CF-C4B1F064A6D4}" type="presParOf" srcId="{7A4A4A12-90F6-4986-8F93-022C951B96A6}" destId="{09770D20-2BF1-4D26-A129-E276C326F925}" srcOrd="0" destOrd="0" presId="urn:microsoft.com/office/officeart/2018/2/layout/IconVerticalSolidList"/>
    <dgm:cxn modelId="{88CC2B2F-D8D7-4D41-9F7F-F2A3B3C71ACC}" type="presParOf" srcId="{7A4A4A12-90F6-4986-8F93-022C951B96A6}" destId="{BA485168-5BB2-41B4-B9F5-EAFAB7A65ED3}" srcOrd="1" destOrd="0" presId="urn:microsoft.com/office/officeart/2018/2/layout/IconVerticalSolidList"/>
    <dgm:cxn modelId="{DD9CD3E9-7508-4D57-9737-59F1966435CC}" type="presParOf" srcId="{7A4A4A12-90F6-4986-8F93-022C951B96A6}" destId="{A8FCC569-AE24-4D84-82A3-7E2347D1E000}" srcOrd="2" destOrd="0" presId="urn:microsoft.com/office/officeart/2018/2/layout/IconVerticalSolidList"/>
    <dgm:cxn modelId="{32B3CBA7-3A5F-474C-A9F4-B8DF78AFD761}" type="presParOf" srcId="{7A4A4A12-90F6-4986-8F93-022C951B96A6}" destId="{363C3370-DE9D-41A6-AACC-6DA99212176E}" srcOrd="3" destOrd="0" presId="urn:microsoft.com/office/officeart/2018/2/layout/IconVerticalSolidList"/>
    <dgm:cxn modelId="{8A371830-8901-413E-B47C-EB1D1C2756B5}" type="presParOf" srcId="{0D356476-BDCC-4D3F-9CF2-8E969DC91952}" destId="{E5CE7878-7E95-4E04-A661-DE67E3772EEC}" srcOrd="1" destOrd="0" presId="urn:microsoft.com/office/officeart/2018/2/layout/IconVerticalSolidList"/>
    <dgm:cxn modelId="{5ECE4AFA-1686-4A74-BFA7-7F2FA315B389}" type="presParOf" srcId="{0D356476-BDCC-4D3F-9CF2-8E969DC91952}" destId="{C5E8A581-99C2-4C8A-879E-314CF311870C}" srcOrd="2" destOrd="0" presId="urn:microsoft.com/office/officeart/2018/2/layout/IconVerticalSolidList"/>
    <dgm:cxn modelId="{18E5AF9E-1B74-45D3-B51B-A3DE7A92D043}" type="presParOf" srcId="{C5E8A581-99C2-4C8A-879E-314CF311870C}" destId="{E5112DE5-66F0-46AC-AE4C-A1F46DBE835B}" srcOrd="0" destOrd="0" presId="urn:microsoft.com/office/officeart/2018/2/layout/IconVerticalSolidList"/>
    <dgm:cxn modelId="{8F2D6E4C-CA06-440B-B254-EFE53C283F99}" type="presParOf" srcId="{C5E8A581-99C2-4C8A-879E-314CF311870C}" destId="{8FE0B2D9-FDFB-407E-8276-046982ED4948}" srcOrd="1" destOrd="0" presId="urn:microsoft.com/office/officeart/2018/2/layout/IconVerticalSolidList"/>
    <dgm:cxn modelId="{BB805D73-E58A-4DA1-8AB2-3785B27A4C34}" type="presParOf" srcId="{C5E8A581-99C2-4C8A-879E-314CF311870C}" destId="{5F4AEC10-3B05-4F16-99C9-4DEC22049E6A}" srcOrd="2" destOrd="0" presId="urn:microsoft.com/office/officeart/2018/2/layout/IconVerticalSolidList"/>
    <dgm:cxn modelId="{8090863B-8316-48A0-9E7E-4D6E9A7EB6E7}" type="presParOf" srcId="{C5E8A581-99C2-4C8A-879E-314CF311870C}" destId="{594C88CF-F7A0-4EF3-8A4D-EB6543686CD6}" srcOrd="3" destOrd="0" presId="urn:microsoft.com/office/officeart/2018/2/layout/IconVerticalSolidList"/>
    <dgm:cxn modelId="{726FC8BD-64DA-4144-A85E-6BE0098176B7}" type="presParOf" srcId="{0D356476-BDCC-4D3F-9CF2-8E969DC91952}" destId="{F82A2A53-AF32-4DDA-804E-5772480BEB97}" srcOrd="3" destOrd="0" presId="urn:microsoft.com/office/officeart/2018/2/layout/IconVerticalSolidList"/>
    <dgm:cxn modelId="{970EFDAB-9A1D-4F41-9C64-28FC6F329D13}" type="presParOf" srcId="{0D356476-BDCC-4D3F-9CF2-8E969DC91952}" destId="{7178E6B0-7257-48E9-B215-D7C8ED0983E9}" srcOrd="4" destOrd="0" presId="urn:microsoft.com/office/officeart/2018/2/layout/IconVerticalSolidList"/>
    <dgm:cxn modelId="{C7182F5B-AADB-4ECE-89B5-B368FBA1A4E0}" type="presParOf" srcId="{7178E6B0-7257-48E9-B215-D7C8ED0983E9}" destId="{0DBA739D-4DC6-45D3-8F7A-B04F05ACAF3B}" srcOrd="0" destOrd="0" presId="urn:microsoft.com/office/officeart/2018/2/layout/IconVerticalSolidList"/>
    <dgm:cxn modelId="{78E88660-5DA8-459E-9BAB-0F614B471411}" type="presParOf" srcId="{7178E6B0-7257-48E9-B215-D7C8ED0983E9}" destId="{62A1E5A1-35C1-4532-B264-8C45C78ACE48}" srcOrd="1" destOrd="0" presId="urn:microsoft.com/office/officeart/2018/2/layout/IconVerticalSolidList"/>
    <dgm:cxn modelId="{76FE0034-5B9A-4D31-8036-53C1233AF8D6}" type="presParOf" srcId="{7178E6B0-7257-48E9-B215-D7C8ED0983E9}" destId="{0C142FB2-EAF9-4BCA-A1DC-83DE2044C43B}" srcOrd="2" destOrd="0" presId="urn:microsoft.com/office/officeart/2018/2/layout/IconVerticalSolidList"/>
    <dgm:cxn modelId="{CBEA4161-DDCC-4BA8-B384-A999C5EBE8BB}" type="presParOf" srcId="{7178E6B0-7257-48E9-B215-D7C8ED0983E9}" destId="{6DB238C8-C1B4-4BC8-9623-21D95BA984F1}" srcOrd="3" destOrd="0" presId="urn:microsoft.com/office/officeart/2018/2/layout/IconVerticalSolidList"/>
    <dgm:cxn modelId="{CF87E486-352E-4760-B745-98EB28A78EA6}" type="presParOf" srcId="{0D356476-BDCC-4D3F-9CF2-8E969DC91952}" destId="{F89B2B13-0FEF-4F9A-ACA7-6D723C897088}" srcOrd="5" destOrd="0" presId="urn:microsoft.com/office/officeart/2018/2/layout/IconVerticalSolidList"/>
    <dgm:cxn modelId="{66943E2A-E4BF-4324-A4EE-27D303C29516}" type="presParOf" srcId="{0D356476-BDCC-4D3F-9CF2-8E969DC91952}" destId="{2512CC71-B23D-42A4-9CE1-E86937AF7166}" srcOrd="6" destOrd="0" presId="urn:microsoft.com/office/officeart/2018/2/layout/IconVerticalSolidList"/>
    <dgm:cxn modelId="{C0DA0CF8-FB9B-49E6-9F1B-7CA3DCBA1E06}" type="presParOf" srcId="{2512CC71-B23D-42A4-9CE1-E86937AF7166}" destId="{90CEB3E0-C9EA-48F4-A8CE-C55221C9BEB1}" srcOrd="0" destOrd="0" presId="urn:microsoft.com/office/officeart/2018/2/layout/IconVerticalSolidList"/>
    <dgm:cxn modelId="{ED3FD2A2-F1D5-49B3-B16E-64F20FEAC600}" type="presParOf" srcId="{2512CC71-B23D-42A4-9CE1-E86937AF7166}" destId="{D81D18AA-4A3C-4CE7-AEA4-1270D82991E7}" srcOrd="1" destOrd="0" presId="urn:microsoft.com/office/officeart/2018/2/layout/IconVerticalSolidList"/>
    <dgm:cxn modelId="{D1FF2D7D-9472-4860-8A95-9E33E4039C01}" type="presParOf" srcId="{2512CC71-B23D-42A4-9CE1-E86937AF7166}" destId="{B6D8317C-7553-46B2-A6D2-83E56BC6A63F}" srcOrd="2" destOrd="0" presId="urn:microsoft.com/office/officeart/2018/2/layout/IconVerticalSolidList"/>
    <dgm:cxn modelId="{89A399AE-D4D8-441F-88A9-436675987198}" type="presParOf" srcId="{2512CC71-B23D-42A4-9CE1-E86937AF7166}" destId="{68B62074-39C4-42E8-9F8A-C8FC09E93A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179276-CA18-4624-991D-6BB65F032C9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E164FF07-233E-4662-9AFB-2429808233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Authorization</a:t>
          </a:r>
          <a:endParaRPr lang="en-US"/>
        </a:p>
      </dgm:t>
    </dgm:pt>
    <dgm:pt modelId="{508A6984-0269-47F0-A72F-58C76574D74B}" type="parTrans" cxnId="{712AD577-1FDE-44F7-BB38-94FDA1FE6F5D}">
      <dgm:prSet/>
      <dgm:spPr/>
      <dgm:t>
        <a:bodyPr/>
        <a:lstStyle/>
        <a:p>
          <a:endParaRPr lang="en-US"/>
        </a:p>
      </dgm:t>
    </dgm:pt>
    <dgm:pt modelId="{66BD1652-82D3-467F-9305-FED51BECBE77}" type="sibTrans" cxnId="{712AD577-1FDE-44F7-BB38-94FDA1FE6F5D}">
      <dgm:prSet/>
      <dgm:spPr/>
      <dgm:t>
        <a:bodyPr/>
        <a:lstStyle/>
        <a:p>
          <a:endParaRPr lang="en-US"/>
        </a:p>
      </dgm:t>
    </dgm:pt>
    <dgm:pt modelId="{E6C8B968-BF94-4397-A53C-DC18E07F24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 tells the network</a:t>
          </a:r>
          <a:r>
            <a:rPr lang="tr-TR" dirty="0"/>
            <a:t>:</a:t>
          </a:r>
          <a:endParaRPr lang="en-US" dirty="0"/>
        </a:p>
      </dgm:t>
    </dgm:pt>
    <dgm:pt modelId="{6AD58EC2-E52F-488D-9BBB-2ACD50C0016D}" type="parTrans" cxnId="{6A15B2A3-3243-4D25-9ABA-BE583B1850B0}">
      <dgm:prSet/>
      <dgm:spPr/>
      <dgm:t>
        <a:bodyPr/>
        <a:lstStyle/>
        <a:p>
          <a:endParaRPr lang="en-US"/>
        </a:p>
      </dgm:t>
    </dgm:pt>
    <dgm:pt modelId="{E4D3D544-DA0A-4DD4-91D3-3A7D84012BE9}" type="sibTrans" cxnId="{6A15B2A3-3243-4D25-9ABA-BE583B1850B0}">
      <dgm:prSet/>
      <dgm:spPr/>
      <dgm:t>
        <a:bodyPr/>
        <a:lstStyle/>
        <a:p>
          <a:endParaRPr lang="en-US"/>
        </a:p>
      </dgm:t>
    </dgm:pt>
    <dgm:pt modelId="{6512FA47-F1F5-4FDB-908B-842ABEDB97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</a:t>
          </a:r>
          <a:endParaRPr lang="en-US"/>
        </a:p>
      </dgm:t>
    </dgm:pt>
    <dgm:pt modelId="{1320A0A9-D29E-4645-B5A7-23DC82D2F8F0}" type="parTrans" cxnId="{A31DA3F3-4DE7-4460-80B2-AEBB27732B6B}">
      <dgm:prSet/>
      <dgm:spPr/>
      <dgm:t>
        <a:bodyPr/>
        <a:lstStyle/>
        <a:p>
          <a:endParaRPr lang="en-US"/>
        </a:p>
      </dgm:t>
    </dgm:pt>
    <dgm:pt modelId="{591A75BE-5D29-412A-80C4-1A0BE6382197}" type="sibTrans" cxnId="{A31DA3F3-4DE7-4460-80B2-AEBB27732B6B}">
      <dgm:prSet/>
      <dgm:spPr/>
      <dgm:t>
        <a:bodyPr/>
        <a:lstStyle/>
        <a:p>
          <a:endParaRPr lang="en-US"/>
        </a:p>
      </dgm:t>
    </dgm:pt>
    <dgm:pt modelId="{1CB0623D-279E-45D2-920D-6879A29CB7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new owner can now</a:t>
          </a:r>
          <a:r>
            <a:rPr lang="tr-TR"/>
            <a:t> </a:t>
          </a:r>
          <a:r>
            <a:rPr lang="en-US"/>
            <a:t>spend the bitcoin </a:t>
          </a:r>
        </a:p>
      </dgm:t>
    </dgm:pt>
    <dgm:pt modelId="{DF84831A-DF2E-41B7-AA1B-7509F526DA61}" type="parTrans" cxnId="{9B95B52C-47AE-44EC-899A-EAD4DBA6EAED}">
      <dgm:prSet/>
      <dgm:spPr/>
      <dgm:t>
        <a:bodyPr/>
        <a:lstStyle/>
        <a:p>
          <a:endParaRPr lang="en-US"/>
        </a:p>
      </dgm:t>
    </dgm:pt>
    <dgm:pt modelId="{2F24EDE4-73DA-445A-BD8E-B2635A9E156B}" type="sibTrans" cxnId="{9B95B52C-47AE-44EC-899A-EAD4DBA6EAED}">
      <dgm:prSet/>
      <dgm:spPr/>
      <dgm:t>
        <a:bodyPr/>
        <a:lstStyle/>
        <a:p>
          <a:endParaRPr lang="en-US"/>
        </a:p>
      </dgm:t>
    </dgm:pt>
    <dgm:pt modelId="{14FE0873-8588-4F3F-9367-078B0B874783}">
      <dgm:prSet/>
      <dgm:spPr/>
      <dgm:t>
        <a:bodyPr/>
        <a:lstStyle/>
        <a:p>
          <a:r>
            <a:rPr lang="en-US" dirty="0"/>
            <a:t>by creating another transaction</a:t>
          </a:r>
        </a:p>
      </dgm:t>
    </dgm:pt>
    <dgm:pt modelId="{E718474D-A256-42D5-AC9D-466BD7F0DD24}" type="parTrans" cxnId="{6C528CD0-6657-467C-81D7-363259B885F5}">
      <dgm:prSet/>
      <dgm:spPr/>
      <dgm:t>
        <a:bodyPr/>
        <a:lstStyle/>
        <a:p>
          <a:endParaRPr lang="en-US"/>
        </a:p>
      </dgm:t>
    </dgm:pt>
    <dgm:pt modelId="{6BEC6BDA-A0C3-427A-B3CF-A24E1926E743}" type="sibTrans" cxnId="{6C528CD0-6657-467C-81D7-363259B885F5}">
      <dgm:prSet/>
      <dgm:spPr/>
      <dgm:t>
        <a:bodyPr/>
        <a:lstStyle/>
        <a:p>
          <a:endParaRPr lang="en-US"/>
        </a:p>
      </dgm:t>
    </dgm:pt>
    <dgm:pt modelId="{069B8F98-A43E-473E-AD50-1AED4E580EE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Chain of Ownership</a:t>
          </a:r>
          <a:endParaRPr lang="en-US"/>
        </a:p>
      </dgm:t>
    </dgm:pt>
    <dgm:pt modelId="{236DC64B-992C-48C8-B8AE-34989170FE1D}" type="parTrans" cxnId="{A401D83D-6F32-4C24-B2FD-DE113B6C7359}">
      <dgm:prSet/>
      <dgm:spPr/>
      <dgm:t>
        <a:bodyPr/>
        <a:lstStyle/>
        <a:p>
          <a:endParaRPr lang="en-US"/>
        </a:p>
      </dgm:t>
    </dgm:pt>
    <dgm:pt modelId="{2ECD3F54-886C-4AFE-B00A-DBCB9C394E15}" type="sibTrans" cxnId="{A401D83D-6F32-4C24-B2FD-DE113B6C7359}">
      <dgm:prSet/>
      <dgm:spPr/>
      <dgm:t>
        <a:bodyPr/>
        <a:lstStyle/>
        <a:p>
          <a:endParaRPr lang="en-US"/>
        </a:p>
      </dgm:t>
    </dgm:pt>
    <dgm:pt modelId="{D204E8E3-03F8-4216-A0D9-AD426EFF23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chain of ownership</a:t>
          </a:r>
          <a:r>
            <a:rPr lang="tr-TR" dirty="0"/>
            <a:t> is created</a:t>
          </a:r>
        </a:p>
        <a:p>
          <a:pPr>
            <a:lnSpc>
              <a:spcPct val="100000"/>
            </a:lnSpc>
          </a:pPr>
          <a:r>
            <a:rPr lang="tr-TR" dirty="0"/>
            <a:t>Tracebale to the minting block</a:t>
          </a:r>
          <a:endParaRPr lang="en-US" dirty="0"/>
        </a:p>
      </dgm:t>
    </dgm:pt>
    <dgm:pt modelId="{A684A18D-B1E9-48B2-B783-ECA903A23B1F}" type="parTrans" cxnId="{2E46B664-29AA-45B3-A6AD-29AAFF3F1F07}">
      <dgm:prSet/>
      <dgm:spPr/>
      <dgm:t>
        <a:bodyPr/>
        <a:lstStyle/>
        <a:p>
          <a:endParaRPr lang="en-US"/>
        </a:p>
      </dgm:t>
    </dgm:pt>
    <dgm:pt modelId="{9C563EFB-9EE1-4A63-B5E2-45958EBD9DDE}" type="sibTrans" cxnId="{2E46B664-29AA-45B3-A6AD-29AAFF3F1F07}">
      <dgm:prSet/>
      <dgm:spPr/>
      <dgm:t>
        <a:bodyPr/>
        <a:lstStyle/>
        <a:p>
          <a:endParaRPr lang="en-US"/>
        </a:p>
      </dgm:t>
    </dgm:pt>
    <dgm:pt modelId="{10EFA98E-85C6-42E5-8722-DCAED9F5FBDF}">
      <dgm:prSet/>
      <dgm:spPr/>
      <dgm:t>
        <a:bodyPr/>
        <a:lstStyle/>
        <a:p>
          <a:r>
            <a:rPr lang="en-US" dirty="0"/>
            <a:t>the transfer of that value to another owner. </a:t>
          </a:r>
        </a:p>
      </dgm:t>
    </dgm:pt>
    <dgm:pt modelId="{608FC2E0-10EF-419E-8F15-8CE17524004B}" type="parTrans" cxnId="{032548EE-065C-40D6-AB8C-B99D40965FE4}">
      <dgm:prSet/>
      <dgm:spPr/>
      <dgm:t>
        <a:bodyPr/>
        <a:lstStyle/>
        <a:p>
          <a:endParaRPr lang="tr-TR"/>
        </a:p>
      </dgm:t>
    </dgm:pt>
    <dgm:pt modelId="{9B07C510-7926-4C20-A944-E1F82A243D8D}" type="sibTrans" cxnId="{032548EE-065C-40D6-AB8C-B99D40965FE4}">
      <dgm:prSet/>
      <dgm:spPr/>
      <dgm:t>
        <a:bodyPr/>
        <a:lstStyle/>
        <a:p>
          <a:endParaRPr lang="tr-TR"/>
        </a:p>
      </dgm:t>
    </dgm:pt>
    <dgm:pt modelId="{73982ADF-9D08-44CE-9636-5D68460CA320}">
      <dgm:prSet/>
      <dgm:spPr/>
      <dgm:t>
        <a:bodyPr/>
        <a:lstStyle/>
        <a:p>
          <a:r>
            <a:rPr lang="en-US" dirty="0"/>
            <a:t>the owner of some bitcoin value</a:t>
          </a:r>
          <a:r>
            <a:rPr lang="tr-TR" dirty="0"/>
            <a:t> </a:t>
          </a:r>
          <a:r>
            <a:rPr lang="en-US" dirty="0"/>
            <a:t>has authorized</a:t>
          </a:r>
        </a:p>
      </dgm:t>
    </dgm:pt>
    <dgm:pt modelId="{98B59A47-8A91-47A1-A84D-F89D6023D205}" type="parTrans" cxnId="{F23946AA-B06A-4165-A4AF-E1ECB00763D1}">
      <dgm:prSet/>
      <dgm:spPr/>
      <dgm:t>
        <a:bodyPr/>
        <a:lstStyle/>
        <a:p>
          <a:endParaRPr lang="tr-TR"/>
        </a:p>
      </dgm:t>
    </dgm:pt>
    <dgm:pt modelId="{37785BAA-ABF7-4442-8DF9-AFA03DCB38B3}" type="sibTrans" cxnId="{F23946AA-B06A-4165-A4AF-E1ECB00763D1}">
      <dgm:prSet/>
      <dgm:spPr/>
      <dgm:t>
        <a:bodyPr/>
        <a:lstStyle/>
        <a:p>
          <a:endParaRPr lang="tr-TR"/>
        </a:p>
      </dgm:t>
    </dgm:pt>
    <dgm:pt modelId="{70E9D72D-0587-434E-84BF-FF56D819793F}">
      <dgm:prSet/>
      <dgm:spPr/>
      <dgm:t>
        <a:bodyPr/>
        <a:lstStyle/>
        <a:p>
          <a:r>
            <a:rPr lang="en-US" dirty="0"/>
            <a:t>authorizes transfer to another</a:t>
          </a:r>
          <a:r>
            <a:rPr lang="tr-TR" dirty="0"/>
            <a:t> </a:t>
          </a:r>
          <a:r>
            <a:rPr lang="en-US" dirty="0"/>
            <a:t>owner </a:t>
          </a:r>
        </a:p>
      </dgm:t>
    </dgm:pt>
    <dgm:pt modelId="{64A041AE-5E2C-49D2-A346-01B162444C4C}" type="parTrans" cxnId="{CA9B51CA-E636-4724-8333-7B90268A2F29}">
      <dgm:prSet/>
      <dgm:spPr/>
      <dgm:t>
        <a:bodyPr/>
        <a:lstStyle/>
        <a:p>
          <a:endParaRPr lang="tr-TR"/>
        </a:p>
      </dgm:t>
    </dgm:pt>
    <dgm:pt modelId="{F0B7C729-25CD-4D87-980E-F47C74C88765}" type="sibTrans" cxnId="{CA9B51CA-E636-4724-8333-7B90268A2F29}">
      <dgm:prSet/>
      <dgm:spPr/>
      <dgm:t>
        <a:bodyPr/>
        <a:lstStyle/>
        <a:p>
          <a:endParaRPr lang="tr-TR"/>
        </a:p>
      </dgm:t>
    </dgm:pt>
    <dgm:pt modelId="{1C923D74-360E-400A-8960-3253D3931ABF}" type="pres">
      <dgm:prSet presAssocID="{D4179276-CA18-4624-991D-6BB65F032C9A}" presName="root" presStyleCnt="0">
        <dgm:presLayoutVars>
          <dgm:dir/>
          <dgm:resizeHandles val="exact"/>
        </dgm:presLayoutVars>
      </dgm:prSet>
      <dgm:spPr/>
    </dgm:pt>
    <dgm:pt modelId="{568E1B44-132C-44E4-A006-A488A7F8628D}" type="pres">
      <dgm:prSet presAssocID="{E164FF07-233E-4662-9AFB-242980823372}" presName="compNode" presStyleCnt="0"/>
      <dgm:spPr/>
    </dgm:pt>
    <dgm:pt modelId="{BA5B4485-513A-421C-A4B4-D0F93DAFECCF}" type="pres">
      <dgm:prSet presAssocID="{E164FF07-233E-4662-9AFB-2429808233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9785A91-CBE9-44B5-B111-595E3DB3CA76}" type="pres">
      <dgm:prSet presAssocID="{E164FF07-233E-4662-9AFB-242980823372}" presName="iconSpace" presStyleCnt="0"/>
      <dgm:spPr/>
    </dgm:pt>
    <dgm:pt modelId="{153B5C74-B54B-490F-ACB3-78222AC2FE5E}" type="pres">
      <dgm:prSet presAssocID="{E164FF07-233E-4662-9AFB-242980823372}" presName="parTx" presStyleLbl="revTx" presStyleIdx="0" presStyleCnt="6">
        <dgm:presLayoutVars>
          <dgm:chMax val="0"/>
          <dgm:chPref val="0"/>
        </dgm:presLayoutVars>
      </dgm:prSet>
      <dgm:spPr/>
    </dgm:pt>
    <dgm:pt modelId="{636F08E2-FF84-4508-98CE-A50A604B3808}" type="pres">
      <dgm:prSet presAssocID="{E164FF07-233E-4662-9AFB-242980823372}" presName="txSpace" presStyleCnt="0"/>
      <dgm:spPr/>
    </dgm:pt>
    <dgm:pt modelId="{354990A5-7DCE-4376-9924-9C0DDDBE3EFA}" type="pres">
      <dgm:prSet presAssocID="{E164FF07-233E-4662-9AFB-242980823372}" presName="desTx" presStyleLbl="revTx" presStyleIdx="1" presStyleCnt="6">
        <dgm:presLayoutVars/>
      </dgm:prSet>
      <dgm:spPr/>
    </dgm:pt>
    <dgm:pt modelId="{8556AF79-528C-46D3-A575-EBCFCAD6FD55}" type="pres">
      <dgm:prSet presAssocID="{66BD1652-82D3-467F-9305-FED51BECBE77}" presName="sibTrans" presStyleCnt="0"/>
      <dgm:spPr/>
    </dgm:pt>
    <dgm:pt modelId="{300ABBD3-E1D2-4891-BE7C-DC26EC997A15}" type="pres">
      <dgm:prSet presAssocID="{6512FA47-F1F5-4FDB-908B-842ABEDB97E4}" presName="compNode" presStyleCnt="0"/>
      <dgm:spPr/>
    </dgm:pt>
    <dgm:pt modelId="{6A2D2D3D-C6E5-4564-8D68-7C530981FB00}" type="pres">
      <dgm:prSet presAssocID="{6512FA47-F1F5-4FDB-908B-842ABEDB97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2C9DBD4-654D-4BB6-AA13-56D50F849A5F}" type="pres">
      <dgm:prSet presAssocID="{6512FA47-F1F5-4FDB-908B-842ABEDB97E4}" presName="iconSpace" presStyleCnt="0"/>
      <dgm:spPr/>
    </dgm:pt>
    <dgm:pt modelId="{34B1D0DF-F91F-4256-98BB-EE1C779B4B2E}" type="pres">
      <dgm:prSet presAssocID="{6512FA47-F1F5-4FDB-908B-842ABEDB97E4}" presName="parTx" presStyleLbl="revTx" presStyleIdx="2" presStyleCnt="6">
        <dgm:presLayoutVars>
          <dgm:chMax val="0"/>
          <dgm:chPref val="0"/>
        </dgm:presLayoutVars>
      </dgm:prSet>
      <dgm:spPr/>
    </dgm:pt>
    <dgm:pt modelId="{1E496B50-7170-4AA0-8016-D3FDAA87E76A}" type="pres">
      <dgm:prSet presAssocID="{6512FA47-F1F5-4FDB-908B-842ABEDB97E4}" presName="txSpace" presStyleCnt="0"/>
      <dgm:spPr/>
    </dgm:pt>
    <dgm:pt modelId="{39DFE566-A8BA-465F-BB8E-35EDF212A45E}" type="pres">
      <dgm:prSet presAssocID="{6512FA47-F1F5-4FDB-908B-842ABEDB97E4}" presName="desTx" presStyleLbl="revTx" presStyleIdx="3" presStyleCnt="6">
        <dgm:presLayoutVars/>
      </dgm:prSet>
      <dgm:spPr/>
    </dgm:pt>
    <dgm:pt modelId="{5FF0E305-E057-413C-A877-DC61E12DF204}" type="pres">
      <dgm:prSet presAssocID="{591A75BE-5D29-412A-80C4-1A0BE6382197}" presName="sibTrans" presStyleCnt="0"/>
      <dgm:spPr/>
    </dgm:pt>
    <dgm:pt modelId="{C368EC19-F038-4DAD-A457-59B39AD4720E}" type="pres">
      <dgm:prSet presAssocID="{069B8F98-A43E-473E-AD50-1AED4E580EEE}" presName="compNode" presStyleCnt="0"/>
      <dgm:spPr/>
    </dgm:pt>
    <dgm:pt modelId="{5343EC33-D181-4684-8884-4DCC6F383F14}" type="pres">
      <dgm:prSet presAssocID="{069B8F98-A43E-473E-AD50-1AED4E580E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746A08D1-4B23-41DB-B9A7-59EEE6A93D86}" type="pres">
      <dgm:prSet presAssocID="{069B8F98-A43E-473E-AD50-1AED4E580EEE}" presName="iconSpace" presStyleCnt="0"/>
      <dgm:spPr/>
    </dgm:pt>
    <dgm:pt modelId="{6CABC680-6E93-47FE-84CB-80B5869F5E7D}" type="pres">
      <dgm:prSet presAssocID="{069B8F98-A43E-473E-AD50-1AED4E580EEE}" presName="parTx" presStyleLbl="revTx" presStyleIdx="4" presStyleCnt="6">
        <dgm:presLayoutVars>
          <dgm:chMax val="0"/>
          <dgm:chPref val="0"/>
        </dgm:presLayoutVars>
      </dgm:prSet>
      <dgm:spPr/>
    </dgm:pt>
    <dgm:pt modelId="{21075D61-AE97-4557-867F-BD3C5721079F}" type="pres">
      <dgm:prSet presAssocID="{069B8F98-A43E-473E-AD50-1AED4E580EEE}" presName="txSpace" presStyleCnt="0"/>
      <dgm:spPr/>
    </dgm:pt>
    <dgm:pt modelId="{E6FFFA8F-75E3-4A0A-A8ED-70BCE153BFFB}" type="pres">
      <dgm:prSet presAssocID="{069B8F98-A43E-473E-AD50-1AED4E580EEE}" presName="desTx" presStyleLbl="revTx" presStyleIdx="5" presStyleCnt="6">
        <dgm:presLayoutVars/>
      </dgm:prSet>
      <dgm:spPr/>
    </dgm:pt>
  </dgm:ptLst>
  <dgm:cxnLst>
    <dgm:cxn modelId="{DC2E0905-B9BE-4462-8FFD-18A66E8A0C23}" type="presOf" srcId="{E6C8B968-BF94-4397-A53C-DC18E07F2406}" destId="{354990A5-7DCE-4376-9924-9C0DDDBE3EFA}" srcOrd="0" destOrd="0" presId="urn:microsoft.com/office/officeart/2018/2/layout/IconLabelDescriptionList"/>
    <dgm:cxn modelId="{7C13D207-D583-4D8D-A46D-B4F51A66DA72}" type="presOf" srcId="{6512FA47-F1F5-4FDB-908B-842ABEDB97E4}" destId="{34B1D0DF-F91F-4256-98BB-EE1C779B4B2E}" srcOrd="0" destOrd="0" presId="urn:microsoft.com/office/officeart/2018/2/layout/IconLabelDescriptionList"/>
    <dgm:cxn modelId="{9B95B52C-47AE-44EC-899A-EAD4DBA6EAED}" srcId="{6512FA47-F1F5-4FDB-908B-842ABEDB97E4}" destId="{1CB0623D-279E-45D2-920D-6879A29CB7FA}" srcOrd="0" destOrd="0" parTransId="{DF84831A-DF2E-41B7-AA1B-7509F526DA61}" sibTransId="{2F24EDE4-73DA-445A-BD8E-B2635A9E156B}"/>
    <dgm:cxn modelId="{07711E38-0AFD-4B2B-ADEA-4C3231874FB5}" type="presOf" srcId="{069B8F98-A43E-473E-AD50-1AED4E580EEE}" destId="{6CABC680-6E93-47FE-84CB-80B5869F5E7D}" srcOrd="0" destOrd="0" presId="urn:microsoft.com/office/officeart/2018/2/layout/IconLabelDescriptionList"/>
    <dgm:cxn modelId="{A401D83D-6F32-4C24-B2FD-DE113B6C7359}" srcId="{D4179276-CA18-4624-991D-6BB65F032C9A}" destId="{069B8F98-A43E-473E-AD50-1AED4E580EEE}" srcOrd="2" destOrd="0" parTransId="{236DC64B-992C-48C8-B8AE-34989170FE1D}" sibTransId="{2ECD3F54-886C-4AFE-B00A-DBCB9C394E15}"/>
    <dgm:cxn modelId="{BE3E825D-237E-404D-A900-FE280FF7427A}" type="presOf" srcId="{14FE0873-8588-4F3F-9367-078B0B874783}" destId="{39DFE566-A8BA-465F-BB8E-35EDF212A45E}" srcOrd="0" destOrd="1" presId="urn:microsoft.com/office/officeart/2018/2/layout/IconLabelDescriptionList"/>
    <dgm:cxn modelId="{40DF3143-5DFE-415D-B899-FDB766E10F73}" type="presOf" srcId="{D204E8E3-03F8-4216-A0D9-AD426EFF2343}" destId="{E6FFFA8F-75E3-4A0A-A8ED-70BCE153BFFB}" srcOrd="0" destOrd="0" presId="urn:microsoft.com/office/officeart/2018/2/layout/IconLabelDescriptionList"/>
    <dgm:cxn modelId="{2E46B664-29AA-45B3-A6AD-29AAFF3F1F07}" srcId="{069B8F98-A43E-473E-AD50-1AED4E580EEE}" destId="{D204E8E3-03F8-4216-A0D9-AD426EFF2343}" srcOrd="0" destOrd="0" parTransId="{A684A18D-B1E9-48B2-B783-ECA903A23B1F}" sibTransId="{9C563EFB-9EE1-4A63-B5E2-45958EBD9DDE}"/>
    <dgm:cxn modelId="{E42B8968-4733-46A0-85A3-8F1B36A125FD}" type="presOf" srcId="{73982ADF-9D08-44CE-9636-5D68460CA320}" destId="{354990A5-7DCE-4376-9924-9C0DDDBE3EFA}" srcOrd="0" destOrd="1" presId="urn:microsoft.com/office/officeart/2018/2/layout/IconLabelDescriptionList"/>
    <dgm:cxn modelId="{FA93334F-DEBC-4D67-8351-D9543EC33778}" type="presOf" srcId="{70E9D72D-0587-434E-84BF-FF56D819793F}" destId="{39DFE566-A8BA-465F-BB8E-35EDF212A45E}" srcOrd="0" destOrd="2" presId="urn:microsoft.com/office/officeart/2018/2/layout/IconLabelDescriptionList"/>
    <dgm:cxn modelId="{712AD577-1FDE-44F7-BB38-94FDA1FE6F5D}" srcId="{D4179276-CA18-4624-991D-6BB65F032C9A}" destId="{E164FF07-233E-4662-9AFB-242980823372}" srcOrd="0" destOrd="0" parTransId="{508A6984-0269-47F0-A72F-58C76574D74B}" sibTransId="{66BD1652-82D3-467F-9305-FED51BECBE77}"/>
    <dgm:cxn modelId="{1762D07E-C922-4660-8BDB-8B0B5E12863D}" type="presOf" srcId="{1CB0623D-279E-45D2-920D-6879A29CB7FA}" destId="{39DFE566-A8BA-465F-BB8E-35EDF212A45E}" srcOrd="0" destOrd="0" presId="urn:microsoft.com/office/officeart/2018/2/layout/IconLabelDescriptionList"/>
    <dgm:cxn modelId="{0CD9DE83-0976-4FBB-89CA-25C53B98DA3F}" type="presOf" srcId="{D4179276-CA18-4624-991D-6BB65F032C9A}" destId="{1C923D74-360E-400A-8960-3253D3931ABF}" srcOrd="0" destOrd="0" presId="urn:microsoft.com/office/officeart/2018/2/layout/IconLabelDescriptionList"/>
    <dgm:cxn modelId="{6A15B2A3-3243-4D25-9ABA-BE583B1850B0}" srcId="{E164FF07-233E-4662-9AFB-242980823372}" destId="{E6C8B968-BF94-4397-A53C-DC18E07F2406}" srcOrd="0" destOrd="0" parTransId="{6AD58EC2-E52F-488D-9BBB-2ACD50C0016D}" sibTransId="{E4D3D544-DA0A-4DD4-91D3-3A7D84012BE9}"/>
    <dgm:cxn modelId="{F23946AA-B06A-4165-A4AF-E1ECB00763D1}" srcId="{E6C8B968-BF94-4397-A53C-DC18E07F2406}" destId="{73982ADF-9D08-44CE-9636-5D68460CA320}" srcOrd="0" destOrd="0" parTransId="{98B59A47-8A91-47A1-A84D-F89D6023D205}" sibTransId="{37785BAA-ABF7-4442-8DF9-AFA03DCB38B3}"/>
    <dgm:cxn modelId="{195EC0BF-4705-43F0-8058-3D165F57C516}" type="presOf" srcId="{E164FF07-233E-4662-9AFB-242980823372}" destId="{153B5C74-B54B-490F-ACB3-78222AC2FE5E}" srcOrd="0" destOrd="0" presId="urn:microsoft.com/office/officeart/2018/2/layout/IconLabelDescriptionList"/>
    <dgm:cxn modelId="{CA9B51CA-E636-4724-8333-7B90268A2F29}" srcId="{1CB0623D-279E-45D2-920D-6879A29CB7FA}" destId="{70E9D72D-0587-434E-84BF-FF56D819793F}" srcOrd="1" destOrd="0" parTransId="{64A041AE-5E2C-49D2-A346-01B162444C4C}" sibTransId="{F0B7C729-25CD-4D87-980E-F47C74C88765}"/>
    <dgm:cxn modelId="{6C528CD0-6657-467C-81D7-363259B885F5}" srcId="{1CB0623D-279E-45D2-920D-6879A29CB7FA}" destId="{14FE0873-8588-4F3F-9367-078B0B874783}" srcOrd="0" destOrd="0" parTransId="{E718474D-A256-42D5-AC9D-466BD7F0DD24}" sibTransId="{6BEC6BDA-A0C3-427A-B3CF-A24E1926E743}"/>
    <dgm:cxn modelId="{1FBCFCED-B730-4500-990F-B816E925844C}" type="presOf" srcId="{10EFA98E-85C6-42E5-8722-DCAED9F5FBDF}" destId="{354990A5-7DCE-4376-9924-9C0DDDBE3EFA}" srcOrd="0" destOrd="2" presId="urn:microsoft.com/office/officeart/2018/2/layout/IconLabelDescriptionList"/>
    <dgm:cxn modelId="{032548EE-065C-40D6-AB8C-B99D40965FE4}" srcId="{E6C8B968-BF94-4397-A53C-DC18E07F2406}" destId="{10EFA98E-85C6-42E5-8722-DCAED9F5FBDF}" srcOrd="1" destOrd="0" parTransId="{608FC2E0-10EF-419E-8F15-8CE17524004B}" sibTransId="{9B07C510-7926-4C20-A944-E1F82A243D8D}"/>
    <dgm:cxn modelId="{A31DA3F3-4DE7-4460-80B2-AEBB27732B6B}" srcId="{D4179276-CA18-4624-991D-6BB65F032C9A}" destId="{6512FA47-F1F5-4FDB-908B-842ABEDB97E4}" srcOrd="1" destOrd="0" parTransId="{1320A0A9-D29E-4645-B5A7-23DC82D2F8F0}" sibTransId="{591A75BE-5D29-412A-80C4-1A0BE6382197}"/>
    <dgm:cxn modelId="{203A6771-9D2E-4F2B-B987-CD0B366BCBBA}" type="presParOf" srcId="{1C923D74-360E-400A-8960-3253D3931ABF}" destId="{568E1B44-132C-44E4-A006-A488A7F8628D}" srcOrd="0" destOrd="0" presId="urn:microsoft.com/office/officeart/2018/2/layout/IconLabelDescriptionList"/>
    <dgm:cxn modelId="{7E82A5E3-9F6A-4912-AA92-24CBBC6DC8DD}" type="presParOf" srcId="{568E1B44-132C-44E4-A006-A488A7F8628D}" destId="{BA5B4485-513A-421C-A4B4-D0F93DAFECCF}" srcOrd="0" destOrd="0" presId="urn:microsoft.com/office/officeart/2018/2/layout/IconLabelDescriptionList"/>
    <dgm:cxn modelId="{61A0BE70-E862-4AB6-80C9-B95C4A0A104C}" type="presParOf" srcId="{568E1B44-132C-44E4-A006-A488A7F8628D}" destId="{E9785A91-CBE9-44B5-B111-595E3DB3CA76}" srcOrd="1" destOrd="0" presId="urn:microsoft.com/office/officeart/2018/2/layout/IconLabelDescriptionList"/>
    <dgm:cxn modelId="{A16B2591-F5DA-459A-B57D-BA8F43E100C6}" type="presParOf" srcId="{568E1B44-132C-44E4-A006-A488A7F8628D}" destId="{153B5C74-B54B-490F-ACB3-78222AC2FE5E}" srcOrd="2" destOrd="0" presId="urn:microsoft.com/office/officeart/2018/2/layout/IconLabelDescriptionList"/>
    <dgm:cxn modelId="{E9FAD5BB-9189-4C15-86A7-7D733C027967}" type="presParOf" srcId="{568E1B44-132C-44E4-A006-A488A7F8628D}" destId="{636F08E2-FF84-4508-98CE-A50A604B3808}" srcOrd="3" destOrd="0" presId="urn:microsoft.com/office/officeart/2018/2/layout/IconLabelDescriptionList"/>
    <dgm:cxn modelId="{176834E3-DAFA-4718-8773-6067A14F8DA9}" type="presParOf" srcId="{568E1B44-132C-44E4-A006-A488A7F8628D}" destId="{354990A5-7DCE-4376-9924-9C0DDDBE3EFA}" srcOrd="4" destOrd="0" presId="urn:microsoft.com/office/officeart/2018/2/layout/IconLabelDescriptionList"/>
    <dgm:cxn modelId="{FFB115DC-C95F-4383-A88A-2725623F69F7}" type="presParOf" srcId="{1C923D74-360E-400A-8960-3253D3931ABF}" destId="{8556AF79-528C-46D3-A575-EBCFCAD6FD55}" srcOrd="1" destOrd="0" presId="urn:microsoft.com/office/officeart/2018/2/layout/IconLabelDescriptionList"/>
    <dgm:cxn modelId="{A669F4F7-2B93-4D3F-97CA-FF0793DE780B}" type="presParOf" srcId="{1C923D74-360E-400A-8960-3253D3931ABF}" destId="{300ABBD3-E1D2-4891-BE7C-DC26EC997A15}" srcOrd="2" destOrd="0" presId="urn:microsoft.com/office/officeart/2018/2/layout/IconLabelDescriptionList"/>
    <dgm:cxn modelId="{B194D157-B87C-4F4F-A9AF-6CC44F4AA402}" type="presParOf" srcId="{300ABBD3-E1D2-4891-BE7C-DC26EC997A15}" destId="{6A2D2D3D-C6E5-4564-8D68-7C530981FB00}" srcOrd="0" destOrd="0" presId="urn:microsoft.com/office/officeart/2018/2/layout/IconLabelDescriptionList"/>
    <dgm:cxn modelId="{25A1A00D-6EE3-413A-87C0-C248363BD977}" type="presParOf" srcId="{300ABBD3-E1D2-4891-BE7C-DC26EC997A15}" destId="{32C9DBD4-654D-4BB6-AA13-56D50F849A5F}" srcOrd="1" destOrd="0" presId="urn:microsoft.com/office/officeart/2018/2/layout/IconLabelDescriptionList"/>
    <dgm:cxn modelId="{474F500A-DD9E-4A71-BCB7-C2D74CD81675}" type="presParOf" srcId="{300ABBD3-E1D2-4891-BE7C-DC26EC997A15}" destId="{34B1D0DF-F91F-4256-98BB-EE1C779B4B2E}" srcOrd="2" destOrd="0" presId="urn:microsoft.com/office/officeart/2018/2/layout/IconLabelDescriptionList"/>
    <dgm:cxn modelId="{8627441C-1DCF-4349-BEBA-25302CAA827C}" type="presParOf" srcId="{300ABBD3-E1D2-4891-BE7C-DC26EC997A15}" destId="{1E496B50-7170-4AA0-8016-D3FDAA87E76A}" srcOrd="3" destOrd="0" presId="urn:microsoft.com/office/officeart/2018/2/layout/IconLabelDescriptionList"/>
    <dgm:cxn modelId="{D2824128-F586-44B7-B06C-58A9F488D38D}" type="presParOf" srcId="{300ABBD3-E1D2-4891-BE7C-DC26EC997A15}" destId="{39DFE566-A8BA-465F-BB8E-35EDF212A45E}" srcOrd="4" destOrd="0" presId="urn:microsoft.com/office/officeart/2018/2/layout/IconLabelDescriptionList"/>
    <dgm:cxn modelId="{0554151B-189C-46FE-A78B-259DFF74BD66}" type="presParOf" srcId="{1C923D74-360E-400A-8960-3253D3931ABF}" destId="{5FF0E305-E057-413C-A877-DC61E12DF204}" srcOrd="3" destOrd="0" presId="urn:microsoft.com/office/officeart/2018/2/layout/IconLabelDescriptionList"/>
    <dgm:cxn modelId="{8EBA5497-82ED-4A59-BD8E-1C364D02A192}" type="presParOf" srcId="{1C923D74-360E-400A-8960-3253D3931ABF}" destId="{C368EC19-F038-4DAD-A457-59B39AD4720E}" srcOrd="4" destOrd="0" presId="urn:microsoft.com/office/officeart/2018/2/layout/IconLabelDescriptionList"/>
    <dgm:cxn modelId="{FD4EFDDB-8C33-4D54-8CA4-5C29BC2D59F1}" type="presParOf" srcId="{C368EC19-F038-4DAD-A457-59B39AD4720E}" destId="{5343EC33-D181-4684-8884-4DCC6F383F14}" srcOrd="0" destOrd="0" presId="urn:microsoft.com/office/officeart/2018/2/layout/IconLabelDescriptionList"/>
    <dgm:cxn modelId="{06AE422B-CD0D-4C69-A830-71044297E8E1}" type="presParOf" srcId="{C368EC19-F038-4DAD-A457-59B39AD4720E}" destId="{746A08D1-4B23-41DB-B9A7-59EEE6A93D86}" srcOrd="1" destOrd="0" presId="urn:microsoft.com/office/officeart/2018/2/layout/IconLabelDescriptionList"/>
    <dgm:cxn modelId="{DFFB31D4-1199-4CD1-A419-638373AE012B}" type="presParOf" srcId="{C368EC19-F038-4DAD-A457-59B39AD4720E}" destId="{6CABC680-6E93-47FE-84CB-80B5869F5E7D}" srcOrd="2" destOrd="0" presId="urn:microsoft.com/office/officeart/2018/2/layout/IconLabelDescriptionList"/>
    <dgm:cxn modelId="{B157C76A-737A-4877-8BAD-DB0916EA9470}" type="presParOf" srcId="{C368EC19-F038-4DAD-A457-59B39AD4720E}" destId="{21075D61-AE97-4557-867F-BD3C5721079F}" srcOrd="3" destOrd="0" presId="urn:microsoft.com/office/officeart/2018/2/layout/IconLabelDescriptionList"/>
    <dgm:cxn modelId="{DE00918A-92F1-4F28-9009-F04D738C644E}" type="presParOf" srcId="{C368EC19-F038-4DAD-A457-59B39AD4720E}" destId="{E6FFFA8F-75E3-4A0A-A8ED-70BCE153BFF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E0FC416-CD2B-4220-8FA5-99D44C82E20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421C0C-782A-4B42-9EBB-844AF3BF35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Transactions </a:t>
          </a:r>
        </a:p>
      </dgm:t>
    </dgm:pt>
    <dgm:pt modelId="{B5B167D9-04ED-45F6-8546-E775A2348C26}" type="parTrans" cxnId="{075E556E-3BF0-4BB6-BD48-4730207E73E0}">
      <dgm:prSet/>
      <dgm:spPr/>
      <dgm:t>
        <a:bodyPr/>
        <a:lstStyle/>
        <a:p>
          <a:endParaRPr lang="en-US" sz="3600"/>
        </a:p>
      </dgm:t>
    </dgm:pt>
    <dgm:pt modelId="{6A899B3D-07EB-41AB-8CE9-D78314003573}" type="sibTrans" cxnId="{075E556E-3BF0-4BB6-BD48-4730207E73E0}">
      <dgm:prSet phldrT="1"/>
      <dgm:spPr/>
      <dgm:t>
        <a:bodyPr/>
        <a:lstStyle/>
        <a:p>
          <a:endParaRPr lang="en-US" sz="6000"/>
        </a:p>
      </dgm:t>
    </dgm:pt>
    <dgm:pt modelId="{D9D79DDE-CA57-4BE8-BA28-8B646A3A22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like </a:t>
          </a:r>
          <a:r>
            <a:rPr lang="en-US" b="1" dirty="0"/>
            <a:t>lines</a:t>
          </a:r>
          <a:endParaRPr lang="tr-TR" b="1" dirty="0"/>
        </a:p>
      </dgm:t>
    </dgm:pt>
    <dgm:pt modelId="{A503D232-4DF9-41B3-A7BC-AA4FCCADF7FB}" type="parTrans" cxnId="{806FC46F-5CDC-4579-B709-CCAECBABC630}">
      <dgm:prSet/>
      <dgm:spPr/>
      <dgm:t>
        <a:bodyPr/>
        <a:lstStyle/>
        <a:p>
          <a:endParaRPr lang="en-US" sz="3600"/>
        </a:p>
      </dgm:t>
    </dgm:pt>
    <dgm:pt modelId="{D0985510-2D84-4667-8EA2-21F78600BAE0}" type="sibTrans" cxnId="{806FC46F-5CDC-4579-B709-CCAECBABC630}">
      <dgm:prSet/>
      <dgm:spPr/>
      <dgm:t>
        <a:bodyPr/>
        <a:lstStyle/>
        <a:p>
          <a:endParaRPr lang="en-US"/>
        </a:p>
      </dgm:t>
    </dgm:pt>
    <dgm:pt modelId="{B0FDD2B6-DAD6-4102-9F69-BDBFC0AA63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Inputs</a:t>
          </a:r>
          <a:endParaRPr lang="en-US"/>
        </a:p>
      </dgm:t>
    </dgm:pt>
    <dgm:pt modelId="{B780AD74-18B9-47AE-AA55-7E63451CD758}" type="parTrans" cxnId="{EA85CC9A-A160-45BC-A07D-E8E0BA31C288}">
      <dgm:prSet/>
      <dgm:spPr/>
      <dgm:t>
        <a:bodyPr/>
        <a:lstStyle/>
        <a:p>
          <a:endParaRPr lang="en-US" sz="3600"/>
        </a:p>
      </dgm:t>
    </dgm:pt>
    <dgm:pt modelId="{5E0E270E-3A6D-488B-8A84-07800C708CB1}" type="sibTrans" cxnId="{EA85CC9A-A160-45BC-A07D-E8E0BA31C288}">
      <dgm:prSet phldrT="2"/>
      <dgm:spPr/>
      <dgm:t>
        <a:bodyPr/>
        <a:lstStyle/>
        <a:p>
          <a:endParaRPr lang="en-US" sz="6000"/>
        </a:p>
      </dgm:t>
    </dgm:pt>
    <dgm:pt modelId="{E8D4A1B2-5B91-4C5C-B3A1-11D745321E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transaction</a:t>
          </a:r>
          <a:r>
            <a:rPr lang="tr-TR" dirty="0"/>
            <a:t> </a:t>
          </a:r>
          <a:r>
            <a:rPr lang="en-US" dirty="0"/>
            <a:t>contains</a:t>
          </a:r>
        </a:p>
      </dgm:t>
    </dgm:pt>
    <dgm:pt modelId="{697622D1-4277-4A02-959A-8C4FF4819E91}" type="parTrans" cxnId="{3181862F-AC66-4C93-8BD1-727BE06CB2E8}">
      <dgm:prSet/>
      <dgm:spPr/>
      <dgm:t>
        <a:bodyPr/>
        <a:lstStyle/>
        <a:p>
          <a:endParaRPr lang="en-US" sz="3600"/>
        </a:p>
      </dgm:t>
    </dgm:pt>
    <dgm:pt modelId="{0CFA9911-8550-4B09-8134-0BEAFDCBF282}" type="sibTrans" cxnId="{3181862F-AC66-4C93-8BD1-727BE06CB2E8}">
      <dgm:prSet/>
      <dgm:spPr/>
      <dgm:t>
        <a:bodyPr/>
        <a:lstStyle/>
        <a:p>
          <a:endParaRPr lang="en-US"/>
        </a:p>
      </dgm:t>
    </dgm:pt>
    <dgm:pt modelId="{1C33BB23-5312-4A95-B94B-0DFE3F92BD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like </a:t>
          </a:r>
          <a:r>
            <a:rPr lang="en-US" b="1"/>
            <a:t>debits</a:t>
          </a:r>
          <a:r>
            <a:rPr lang="en-US"/>
            <a:t> against a</a:t>
          </a:r>
          <a:r>
            <a:rPr lang="tr-TR"/>
            <a:t>n</a:t>
          </a:r>
          <a:r>
            <a:rPr lang="en-US"/>
            <a:t> account</a:t>
          </a:r>
        </a:p>
      </dgm:t>
    </dgm:pt>
    <dgm:pt modelId="{B563B4A4-7654-43DC-A845-DE7AE7143099}" type="parTrans" cxnId="{0192C8A6-7FBC-45AC-BE58-3F22147DCB9E}">
      <dgm:prSet/>
      <dgm:spPr/>
      <dgm:t>
        <a:bodyPr/>
        <a:lstStyle/>
        <a:p>
          <a:endParaRPr lang="en-US" sz="3600"/>
        </a:p>
      </dgm:t>
    </dgm:pt>
    <dgm:pt modelId="{20A40983-F928-4F1E-AB1F-4DA57B92A5BB}" type="sibTrans" cxnId="{0192C8A6-7FBC-45AC-BE58-3F22147DCB9E}">
      <dgm:prSet/>
      <dgm:spPr/>
      <dgm:t>
        <a:bodyPr/>
        <a:lstStyle/>
        <a:p>
          <a:endParaRPr lang="en-US"/>
        </a:p>
      </dgm:t>
    </dgm:pt>
    <dgm:pt modelId="{3DAA132B-A423-49DD-BACC-B5BE1AAEC5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Outputs</a:t>
          </a:r>
          <a:endParaRPr lang="en-US"/>
        </a:p>
      </dgm:t>
    </dgm:pt>
    <dgm:pt modelId="{CB29039C-3329-49E4-876C-FDDA40C27822}" type="parTrans" cxnId="{68449BB8-C6F2-474B-8A4C-1A16A78E1568}">
      <dgm:prSet/>
      <dgm:spPr/>
      <dgm:t>
        <a:bodyPr/>
        <a:lstStyle/>
        <a:p>
          <a:endParaRPr lang="en-US" sz="3600"/>
        </a:p>
      </dgm:t>
    </dgm:pt>
    <dgm:pt modelId="{E14B4D75-7145-41B9-9803-0E832CCDA21C}" type="sibTrans" cxnId="{68449BB8-C6F2-474B-8A4C-1A16A78E1568}">
      <dgm:prSet phldrT="3"/>
      <dgm:spPr/>
      <dgm:t>
        <a:bodyPr/>
        <a:lstStyle/>
        <a:p>
          <a:endParaRPr lang="en-US" sz="6000"/>
        </a:p>
      </dgm:t>
    </dgm:pt>
    <dgm:pt modelId="{028D9495-D922-4CFC-8AA7-98729CEA14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like </a:t>
          </a:r>
          <a:r>
            <a:rPr lang="en-US" b="1"/>
            <a:t>credits</a:t>
          </a:r>
          <a:r>
            <a:rPr lang="tr-TR"/>
            <a:t> </a:t>
          </a:r>
          <a:r>
            <a:rPr lang="en-US"/>
            <a:t>added</a:t>
          </a:r>
          <a:endParaRPr lang="en-US" dirty="0"/>
        </a:p>
      </dgm:t>
    </dgm:pt>
    <dgm:pt modelId="{42634106-20EE-4E38-8AA5-4DD549B727B4}" type="parTrans" cxnId="{6E67D9B7-8F7D-4FAD-AF88-F69AD493A991}">
      <dgm:prSet/>
      <dgm:spPr/>
      <dgm:t>
        <a:bodyPr/>
        <a:lstStyle/>
        <a:p>
          <a:endParaRPr lang="en-US" sz="3600"/>
        </a:p>
      </dgm:t>
    </dgm:pt>
    <dgm:pt modelId="{7D75FFE5-8ACF-4FF4-AF7E-4D5C382B1681}" type="sibTrans" cxnId="{6E67D9B7-8F7D-4FAD-AF88-F69AD493A991}">
      <dgm:prSet/>
      <dgm:spPr/>
      <dgm:t>
        <a:bodyPr/>
        <a:lstStyle/>
        <a:p>
          <a:endParaRPr lang="en-US"/>
        </a:p>
      </dgm:t>
    </dgm:pt>
    <dgm:pt modelId="{C4CFD8C9-1AE8-4BAF-9EC8-F8C777223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are</a:t>
          </a:r>
        </a:p>
      </dgm:t>
    </dgm:pt>
    <dgm:pt modelId="{DCE7CE3D-D91F-491F-86F7-B136E6564963}" type="parTrans" cxnId="{AA33DADF-7013-4211-BED3-F1B8A77A3531}">
      <dgm:prSet/>
      <dgm:spPr/>
      <dgm:t>
        <a:bodyPr/>
        <a:lstStyle/>
        <a:p>
          <a:endParaRPr lang="tr-TR" sz="3200"/>
        </a:p>
      </dgm:t>
    </dgm:pt>
    <dgm:pt modelId="{41BEFB09-602C-48AC-992D-95F9D23C9DB8}" type="sibTrans" cxnId="{AA33DADF-7013-4211-BED3-F1B8A77A3531}">
      <dgm:prSet/>
      <dgm:spPr/>
      <dgm:t>
        <a:bodyPr/>
        <a:lstStyle/>
        <a:p>
          <a:endParaRPr lang="tr-TR"/>
        </a:p>
      </dgm:t>
    </dgm:pt>
    <dgm:pt modelId="{09FD52BB-B671-45F8-9ED9-E8BCB3F5C9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a double-entry</a:t>
          </a:r>
        </a:p>
      </dgm:t>
    </dgm:pt>
    <dgm:pt modelId="{1E1CD587-D6D9-4CFC-A958-AE0D2D91685B}" type="parTrans" cxnId="{9FAF1906-C6FF-4C81-A189-8DD0F1DF1825}">
      <dgm:prSet/>
      <dgm:spPr/>
      <dgm:t>
        <a:bodyPr/>
        <a:lstStyle/>
        <a:p>
          <a:endParaRPr lang="tr-TR"/>
        </a:p>
      </dgm:t>
    </dgm:pt>
    <dgm:pt modelId="{348B6BB2-DECB-4ACB-9277-C90DC4719A09}" type="sibTrans" cxnId="{9FAF1906-C6FF-4C81-A189-8DD0F1DF1825}">
      <dgm:prSet/>
      <dgm:spPr/>
      <dgm:t>
        <a:bodyPr/>
        <a:lstStyle/>
        <a:p>
          <a:endParaRPr lang="tr-TR"/>
        </a:p>
      </dgm:t>
    </dgm:pt>
    <dgm:pt modelId="{479C10CF-75E7-4615-946C-7790AFDD5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bookkeeping </a:t>
          </a:r>
          <a:r>
            <a:rPr lang="en-US" dirty="0"/>
            <a:t>ledger</a:t>
          </a:r>
        </a:p>
      </dgm:t>
    </dgm:pt>
    <dgm:pt modelId="{3D3FD96C-7C3C-4B6F-BB25-75E88FD41533}" type="parTrans" cxnId="{B5C789E5-FD7A-46D9-967D-03B600EE5CBA}">
      <dgm:prSet/>
      <dgm:spPr/>
      <dgm:t>
        <a:bodyPr/>
        <a:lstStyle/>
        <a:p>
          <a:endParaRPr lang="tr-TR"/>
        </a:p>
      </dgm:t>
    </dgm:pt>
    <dgm:pt modelId="{87DFC316-66F3-4282-A7CE-24EFF19B04CF}" type="sibTrans" cxnId="{B5C789E5-FD7A-46D9-967D-03B600EE5CBA}">
      <dgm:prSet/>
      <dgm:spPr/>
      <dgm:t>
        <a:bodyPr/>
        <a:lstStyle/>
        <a:p>
          <a:endParaRPr lang="tr-TR"/>
        </a:p>
      </dgm:t>
    </dgm:pt>
    <dgm:pt modelId="{6438522D-1AB2-4A95-B27C-0020813694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</a:t>
          </a:r>
          <a:r>
            <a:rPr lang="en-US" dirty="0"/>
            <a:t>or more “inputs” </a:t>
          </a:r>
        </a:p>
      </dgm:t>
    </dgm:pt>
    <dgm:pt modelId="{564F6C6B-1AE0-4D77-BCB9-E1EA3806FD39}" type="parTrans" cxnId="{A223EEE9-E028-4760-87AC-B0771A0F8B4B}">
      <dgm:prSet/>
      <dgm:spPr/>
      <dgm:t>
        <a:bodyPr/>
        <a:lstStyle/>
        <a:p>
          <a:endParaRPr lang="tr-TR"/>
        </a:p>
      </dgm:t>
    </dgm:pt>
    <dgm:pt modelId="{280C8DAF-F374-4E3D-A072-5179C37E4818}" type="sibTrans" cxnId="{A223EEE9-E028-4760-87AC-B0771A0F8B4B}">
      <dgm:prSet/>
      <dgm:spPr/>
      <dgm:t>
        <a:bodyPr/>
        <a:lstStyle/>
        <a:p>
          <a:endParaRPr lang="tr-TR"/>
        </a:p>
      </dgm:t>
    </dgm:pt>
    <dgm:pt modelId="{838080B8-53B9-4D11-94C8-761734686F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</a:t>
          </a:r>
          <a:r>
            <a:rPr lang="en-US" dirty="0"/>
            <a:t>or more “outputs</a:t>
          </a:r>
        </a:p>
      </dgm:t>
    </dgm:pt>
    <dgm:pt modelId="{3F5FFFB7-14EF-405D-9136-194EA8F0E42A}" type="parTrans" cxnId="{25C79B69-2593-4DBE-AADF-AA466B4F4295}">
      <dgm:prSet/>
      <dgm:spPr/>
      <dgm:t>
        <a:bodyPr/>
        <a:lstStyle/>
        <a:p>
          <a:endParaRPr lang="tr-TR"/>
        </a:p>
      </dgm:t>
    </dgm:pt>
    <dgm:pt modelId="{69162358-C71E-400E-85BB-F76F7F9E5777}" type="sibTrans" cxnId="{25C79B69-2593-4DBE-AADF-AA466B4F4295}">
      <dgm:prSet/>
      <dgm:spPr/>
      <dgm:t>
        <a:bodyPr/>
        <a:lstStyle/>
        <a:p>
          <a:endParaRPr lang="tr-TR"/>
        </a:p>
      </dgm:t>
    </dgm:pt>
    <dgm:pt modelId="{BBA487BD-2EF7-4833-9EDB-4F313BDC11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a bitcoin account</a:t>
          </a:r>
        </a:p>
      </dgm:t>
    </dgm:pt>
    <dgm:pt modelId="{5A5A06F8-1CEF-4A3D-88B5-B479474E9B47}" type="parTrans" cxnId="{F63004C8-B873-4DFC-8725-F8A9190368C2}">
      <dgm:prSet/>
      <dgm:spPr/>
    </dgm:pt>
    <dgm:pt modelId="{7DC7C94A-FFE2-4C98-85C9-4131E2BBF2A6}" type="sibTrans" cxnId="{F63004C8-B873-4DFC-8725-F8A9190368C2}">
      <dgm:prSet/>
      <dgm:spPr/>
    </dgm:pt>
    <dgm:pt modelId="{02514CED-7CC1-4712-AB7E-44F2EF62792F}" type="pres">
      <dgm:prSet presAssocID="{3E0FC416-CD2B-4220-8FA5-99D44C82E208}" presName="root" presStyleCnt="0">
        <dgm:presLayoutVars>
          <dgm:dir/>
          <dgm:resizeHandles val="exact"/>
        </dgm:presLayoutVars>
      </dgm:prSet>
      <dgm:spPr/>
    </dgm:pt>
    <dgm:pt modelId="{367FC53A-95CC-4749-BAFB-065615B5DACD}" type="pres">
      <dgm:prSet presAssocID="{F0421C0C-782A-4B42-9EBB-844AF3BF35AF}" presName="compNode" presStyleCnt="0"/>
      <dgm:spPr/>
    </dgm:pt>
    <dgm:pt modelId="{2AE501DF-133B-48E6-A610-8C7E647F6B25}" type="pres">
      <dgm:prSet presAssocID="{F0421C0C-782A-4B42-9EBB-844AF3BF35A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1C3DD7D-E52F-4856-95C7-472F7528DEA3}" type="pres">
      <dgm:prSet presAssocID="{F0421C0C-782A-4B42-9EBB-844AF3BF35AF}" presName="iconSpace" presStyleCnt="0"/>
      <dgm:spPr/>
    </dgm:pt>
    <dgm:pt modelId="{8F0420E7-7FAA-40ED-952B-F81A7B1275FA}" type="pres">
      <dgm:prSet presAssocID="{F0421C0C-782A-4B42-9EBB-844AF3BF35AF}" presName="parTx" presStyleLbl="revTx" presStyleIdx="0" presStyleCnt="6">
        <dgm:presLayoutVars>
          <dgm:chMax val="0"/>
          <dgm:chPref val="0"/>
        </dgm:presLayoutVars>
      </dgm:prSet>
      <dgm:spPr/>
    </dgm:pt>
    <dgm:pt modelId="{CC6A5AB3-FFA9-49FF-9987-6669ADFB60AA}" type="pres">
      <dgm:prSet presAssocID="{F0421C0C-782A-4B42-9EBB-844AF3BF35AF}" presName="txSpace" presStyleCnt="0"/>
      <dgm:spPr/>
    </dgm:pt>
    <dgm:pt modelId="{B76A47BF-E5E5-4744-A614-83D5A9311B96}" type="pres">
      <dgm:prSet presAssocID="{F0421C0C-782A-4B42-9EBB-844AF3BF35AF}" presName="desTx" presStyleLbl="revTx" presStyleIdx="1" presStyleCnt="6">
        <dgm:presLayoutVars/>
      </dgm:prSet>
      <dgm:spPr/>
    </dgm:pt>
    <dgm:pt modelId="{09464518-13E9-4D26-AB6E-729E33ABB3F6}" type="pres">
      <dgm:prSet presAssocID="{6A899B3D-07EB-41AB-8CE9-D78314003573}" presName="sibTrans" presStyleCnt="0"/>
      <dgm:spPr/>
    </dgm:pt>
    <dgm:pt modelId="{E7C51C71-923D-4537-8417-058D619E2E15}" type="pres">
      <dgm:prSet presAssocID="{B0FDD2B6-DAD6-4102-9F69-BDBFC0AA636A}" presName="compNode" presStyleCnt="0"/>
      <dgm:spPr/>
    </dgm:pt>
    <dgm:pt modelId="{C20D6C7D-E9A1-4E67-BA3D-EC2450DF8EB2}" type="pres">
      <dgm:prSet presAssocID="{B0FDD2B6-DAD6-4102-9F69-BDBFC0AA63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C6106A2-839E-4810-853D-8DB572DB77DC}" type="pres">
      <dgm:prSet presAssocID="{B0FDD2B6-DAD6-4102-9F69-BDBFC0AA636A}" presName="iconSpace" presStyleCnt="0"/>
      <dgm:spPr/>
    </dgm:pt>
    <dgm:pt modelId="{0FD25A5C-6EB7-4A6B-B2EF-611D00E2CBFC}" type="pres">
      <dgm:prSet presAssocID="{B0FDD2B6-DAD6-4102-9F69-BDBFC0AA636A}" presName="parTx" presStyleLbl="revTx" presStyleIdx="2" presStyleCnt="6">
        <dgm:presLayoutVars>
          <dgm:chMax val="0"/>
          <dgm:chPref val="0"/>
        </dgm:presLayoutVars>
      </dgm:prSet>
      <dgm:spPr/>
    </dgm:pt>
    <dgm:pt modelId="{DC9D306F-BCC7-43DA-B9B5-B1F6D505695F}" type="pres">
      <dgm:prSet presAssocID="{B0FDD2B6-DAD6-4102-9F69-BDBFC0AA636A}" presName="txSpace" presStyleCnt="0"/>
      <dgm:spPr/>
    </dgm:pt>
    <dgm:pt modelId="{71E33DEE-BE9E-4397-B027-363E3BE23401}" type="pres">
      <dgm:prSet presAssocID="{B0FDD2B6-DAD6-4102-9F69-BDBFC0AA636A}" presName="desTx" presStyleLbl="revTx" presStyleIdx="3" presStyleCnt="6">
        <dgm:presLayoutVars/>
      </dgm:prSet>
      <dgm:spPr/>
    </dgm:pt>
    <dgm:pt modelId="{DEE9F658-2B62-4E67-8537-C6FF46125565}" type="pres">
      <dgm:prSet presAssocID="{5E0E270E-3A6D-488B-8A84-07800C708CB1}" presName="sibTrans" presStyleCnt="0"/>
      <dgm:spPr/>
    </dgm:pt>
    <dgm:pt modelId="{E7AE08CF-C94F-4A3A-A04A-C9B80F91EB0F}" type="pres">
      <dgm:prSet presAssocID="{3DAA132B-A423-49DD-BACC-B5BE1AAEC5DE}" presName="compNode" presStyleCnt="0"/>
      <dgm:spPr/>
    </dgm:pt>
    <dgm:pt modelId="{0A1331D7-80DD-4797-8640-0A14F567C30F}" type="pres">
      <dgm:prSet presAssocID="{3DAA132B-A423-49DD-BACC-B5BE1AAEC5D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8B4C714F-9DF7-4AC2-9EA2-B0CED673209B}" type="pres">
      <dgm:prSet presAssocID="{3DAA132B-A423-49DD-BACC-B5BE1AAEC5DE}" presName="iconSpace" presStyleCnt="0"/>
      <dgm:spPr/>
    </dgm:pt>
    <dgm:pt modelId="{DCE78593-8255-4ADB-BBBE-90C58F5F55DA}" type="pres">
      <dgm:prSet presAssocID="{3DAA132B-A423-49DD-BACC-B5BE1AAEC5DE}" presName="parTx" presStyleLbl="revTx" presStyleIdx="4" presStyleCnt="6">
        <dgm:presLayoutVars>
          <dgm:chMax val="0"/>
          <dgm:chPref val="0"/>
        </dgm:presLayoutVars>
      </dgm:prSet>
      <dgm:spPr/>
    </dgm:pt>
    <dgm:pt modelId="{B8417AAD-F6C5-48C9-91DF-805950D4C9AA}" type="pres">
      <dgm:prSet presAssocID="{3DAA132B-A423-49DD-BACC-B5BE1AAEC5DE}" presName="txSpace" presStyleCnt="0"/>
      <dgm:spPr/>
    </dgm:pt>
    <dgm:pt modelId="{40871C13-43AF-4E32-9A25-E22BBA689EBA}" type="pres">
      <dgm:prSet presAssocID="{3DAA132B-A423-49DD-BACC-B5BE1AAEC5DE}" presName="desTx" presStyleLbl="revTx" presStyleIdx="5" presStyleCnt="6">
        <dgm:presLayoutVars/>
      </dgm:prSet>
      <dgm:spPr/>
    </dgm:pt>
  </dgm:ptLst>
  <dgm:cxnLst>
    <dgm:cxn modelId="{9FAF1906-C6FF-4C81-A189-8DD0F1DF1825}" srcId="{F0421C0C-782A-4B42-9EBB-844AF3BF35AF}" destId="{09FD52BB-B671-45F8-9ED9-E8BCB3F5C915}" srcOrd="1" destOrd="0" parTransId="{1E1CD587-D6D9-4CFC-A958-AE0D2D91685B}" sibTransId="{348B6BB2-DECB-4ACB-9277-C90DC4719A09}"/>
    <dgm:cxn modelId="{3181862F-AC66-4C93-8BD1-727BE06CB2E8}" srcId="{B0FDD2B6-DAD6-4102-9F69-BDBFC0AA636A}" destId="{E8D4A1B2-5B91-4C5C-B3A1-11D745321E39}" srcOrd="0" destOrd="0" parTransId="{697622D1-4277-4A02-959A-8C4FF4819E91}" sibTransId="{0CFA9911-8550-4B09-8134-0BEAFDCBF282}"/>
    <dgm:cxn modelId="{C0612F33-A49C-4BCC-9EF6-3248804DE6CD}" type="presOf" srcId="{1C33BB23-5312-4A95-B94B-0DFE3F92BD4D}" destId="{71E33DEE-BE9E-4397-B027-363E3BE23401}" srcOrd="0" destOrd="2" presId="urn:microsoft.com/office/officeart/2018/5/layout/CenteredIconLabelDescriptionList"/>
    <dgm:cxn modelId="{90282343-9422-4D9A-B1AF-7AC90080B96A}" type="presOf" srcId="{D9D79DDE-CA57-4BE8-BA28-8B646A3A2233}" destId="{B76A47BF-E5E5-4744-A614-83D5A9311B96}" srcOrd="0" destOrd="0" presId="urn:microsoft.com/office/officeart/2018/5/layout/CenteredIconLabelDescriptionList"/>
    <dgm:cxn modelId="{69187E66-209B-4D39-881E-723AE37975A7}" type="presOf" srcId="{B0FDD2B6-DAD6-4102-9F69-BDBFC0AA636A}" destId="{0FD25A5C-6EB7-4A6B-B2EF-611D00E2CBFC}" srcOrd="0" destOrd="0" presId="urn:microsoft.com/office/officeart/2018/5/layout/CenteredIconLabelDescriptionList"/>
    <dgm:cxn modelId="{25C79B69-2593-4DBE-AADF-AA466B4F4295}" srcId="{3DAA132B-A423-49DD-BACC-B5BE1AAEC5DE}" destId="{838080B8-53B9-4D11-94C8-761734686FE3}" srcOrd="1" destOrd="0" parTransId="{3F5FFFB7-14EF-405D-9136-194EA8F0E42A}" sibTransId="{69162358-C71E-400E-85BB-F76F7F9E5777}"/>
    <dgm:cxn modelId="{075E556E-3BF0-4BB6-BD48-4730207E73E0}" srcId="{3E0FC416-CD2B-4220-8FA5-99D44C82E208}" destId="{F0421C0C-782A-4B42-9EBB-844AF3BF35AF}" srcOrd="0" destOrd="0" parTransId="{B5B167D9-04ED-45F6-8546-E775A2348C26}" sibTransId="{6A899B3D-07EB-41AB-8CE9-D78314003573}"/>
    <dgm:cxn modelId="{806FC46F-5CDC-4579-B709-CCAECBABC630}" srcId="{F0421C0C-782A-4B42-9EBB-844AF3BF35AF}" destId="{D9D79DDE-CA57-4BE8-BA28-8B646A3A2233}" srcOrd="0" destOrd="0" parTransId="{A503D232-4DF9-41B3-A7BC-AA4FCCADF7FB}" sibTransId="{D0985510-2D84-4667-8EA2-21F78600BAE0}"/>
    <dgm:cxn modelId="{36E75D52-6BE1-4536-817F-F240644BDCE4}" type="presOf" srcId="{BBA487BD-2EF7-4833-9EDB-4F313BDC11E8}" destId="{40871C13-43AF-4E32-9A25-E22BBA689EBA}" srcOrd="0" destOrd="3" presId="urn:microsoft.com/office/officeart/2018/5/layout/CenteredIconLabelDescriptionList"/>
    <dgm:cxn modelId="{27E5787F-A8B8-4DAB-A395-B9178FDABE11}" type="presOf" srcId="{E8D4A1B2-5B91-4C5C-B3A1-11D745321E39}" destId="{71E33DEE-BE9E-4397-B027-363E3BE23401}" srcOrd="0" destOrd="0" presId="urn:microsoft.com/office/officeart/2018/5/layout/CenteredIconLabelDescriptionList"/>
    <dgm:cxn modelId="{A712DF89-5963-4A9B-9142-7ECC56964F81}" type="presOf" srcId="{479C10CF-75E7-4615-946C-7790AFDD570C}" destId="{B76A47BF-E5E5-4744-A614-83D5A9311B96}" srcOrd="0" destOrd="2" presId="urn:microsoft.com/office/officeart/2018/5/layout/CenteredIconLabelDescriptionList"/>
    <dgm:cxn modelId="{4834438F-ECF4-43D2-BD22-0EADFD2B8C16}" type="presOf" srcId="{6438522D-1AB2-4A95-B27C-002081369426}" destId="{71E33DEE-BE9E-4397-B027-363E3BE23401}" srcOrd="0" destOrd="1" presId="urn:microsoft.com/office/officeart/2018/5/layout/CenteredIconLabelDescriptionList"/>
    <dgm:cxn modelId="{E8FB8691-9100-4A51-9D00-D17885F24549}" type="presOf" srcId="{838080B8-53B9-4D11-94C8-761734686FE3}" destId="{40871C13-43AF-4E32-9A25-E22BBA689EBA}" srcOrd="0" destOrd="1" presId="urn:microsoft.com/office/officeart/2018/5/layout/CenteredIconLabelDescriptionList"/>
    <dgm:cxn modelId="{EA85CC9A-A160-45BC-A07D-E8E0BA31C288}" srcId="{3E0FC416-CD2B-4220-8FA5-99D44C82E208}" destId="{B0FDD2B6-DAD6-4102-9F69-BDBFC0AA636A}" srcOrd="1" destOrd="0" parTransId="{B780AD74-18B9-47AE-AA55-7E63451CD758}" sibTransId="{5E0E270E-3A6D-488B-8A84-07800C708CB1}"/>
    <dgm:cxn modelId="{F0B730A1-6898-4F93-B144-53125EE772B9}" type="presOf" srcId="{028D9495-D922-4CFC-8AA7-98729CEA1417}" destId="{40871C13-43AF-4E32-9A25-E22BBA689EBA}" srcOrd="0" destOrd="2" presId="urn:microsoft.com/office/officeart/2018/5/layout/CenteredIconLabelDescriptionList"/>
    <dgm:cxn modelId="{0192C8A6-7FBC-45AC-BE58-3F22147DCB9E}" srcId="{B0FDD2B6-DAD6-4102-9F69-BDBFC0AA636A}" destId="{1C33BB23-5312-4A95-B94B-0DFE3F92BD4D}" srcOrd="2" destOrd="0" parTransId="{B563B4A4-7654-43DC-A845-DE7AE7143099}" sibTransId="{20A40983-F928-4F1E-AB1F-4DA57B92A5BB}"/>
    <dgm:cxn modelId="{6E67D9B7-8F7D-4FAD-AF88-F69AD493A991}" srcId="{3DAA132B-A423-49DD-BACC-B5BE1AAEC5DE}" destId="{028D9495-D922-4CFC-8AA7-98729CEA1417}" srcOrd="2" destOrd="0" parTransId="{42634106-20EE-4E38-8AA5-4DD549B727B4}" sibTransId="{7D75FFE5-8ACF-4FF4-AF7E-4D5C382B1681}"/>
    <dgm:cxn modelId="{68449BB8-C6F2-474B-8A4C-1A16A78E1568}" srcId="{3E0FC416-CD2B-4220-8FA5-99D44C82E208}" destId="{3DAA132B-A423-49DD-BACC-B5BE1AAEC5DE}" srcOrd="2" destOrd="0" parTransId="{CB29039C-3329-49E4-876C-FDDA40C27822}" sibTransId="{E14B4D75-7145-41B9-9803-0E832CCDA21C}"/>
    <dgm:cxn modelId="{F63004C8-B873-4DFC-8725-F8A9190368C2}" srcId="{3DAA132B-A423-49DD-BACC-B5BE1AAEC5DE}" destId="{BBA487BD-2EF7-4833-9EDB-4F313BDC11E8}" srcOrd="3" destOrd="0" parTransId="{5A5A06F8-1CEF-4A3D-88B5-B479474E9B47}" sibTransId="{7DC7C94A-FFE2-4C98-85C9-4131E2BBF2A6}"/>
    <dgm:cxn modelId="{B61DF1CE-EF6A-4717-9A52-4E9F747DD234}" type="presOf" srcId="{3E0FC416-CD2B-4220-8FA5-99D44C82E208}" destId="{02514CED-7CC1-4712-AB7E-44F2EF62792F}" srcOrd="0" destOrd="0" presId="urn:microsoft.com/office/officeart/2018/5/layout/CenteredIconLabelDescriptionList"/>
    <dgm:cxn modelId="{A2C6D9DB-B4AD-4584-BED1-CB73A938DC44}" type="presOf" srcId="{F0421C0C-782A-4B42-9EBB-844AF3BF35AF}" destId="{8F0420E7-7FAA-40ED-952B-F81A7B1275FA}" srcOrd="0" destOrd="0" presId="urn:microsoft.com/office/officeart/2018/5/layout/CenteredIconLabelDescriptionList"/>
    <dgm:cxn modelId="{AA33DADF-7013-4211-BED3-F1B8A77A3531}" srcId="{3DAA132B-A423-49DD-BACC-B5BE1AAEC5DE}" destId="{C4CFD8C9-1AE8-4BAF-9EC8-F8C7772235C3}" srcOrd="0" destOrd="0" parTransId="{DCE7CE3D-D91F-491F-86F7-B136E6564963}" sibTransId="{41BEFB09-602C-48AC-992D-95F9D23C9DB8}"/>
    <dgm:cxn modelId="{B5C789E5-FD7A-46D9-967D-03B600EE5CBA}" srcId="{F0421C0C-782A-4B42-9EBB-844AF3BF35AF}" destId="{479C10CF-75E7-4615-946C-7790AFDD570C}" srcOrd="2" destOrd="0" parTransId="{3D3FD96C-7C3C-4B6F-BB25-75E88FD41533}" sibTransId="{87DFC316-66F3-4282-A7CE-24EFF19B04CF}"/>
    <dgm:cxn modelId="{A223EEE9-E028-4760-87AC-B0771A0F8B4B}" srcId="{B0FDD2B6-DAD6-4102-9F69-BDBFC0AA636A}" destId="{6438522D-1AB2-4A95-B27C-002081369426}" srcOrd="1" destOrd="0" parTransId="{564F6C6B-1AE0-4D77-BCB9-E1EA3806FD39}" sibTransId="{280C8DAF-F374-4E3D-A072-5179C37E4818}"/>
    <dgm:cxn modelId="{A151CBEB-20B2-471E-AB5C-94B502B87262}" type="presOf" srcId="{3DAA132B-A423-49DD-BACC-B5BE1AAEC5DE}" destId="{DCE78593-8255-4ADB-BBBE-90C58F5F55DA}" srcOrd="0" destOrd="0" presId="urn:microsoft.com/office/officeart/2018/5/layout/CenteredIconLabelDescriptionList"/>
    <dgm:cxn modelId="{33F800ED-BBB6-4C55-BA1F-E6A9E6EA22C0}" type="presOf" srcId="{C4CFD8C9-1AE8-4BAF-9EC8-F8C7772235C3}" destId="{40871C13-43AF-4E32-9A25-E22BBA689EBA}" srcOrd="0" destOrd="0" presId="urn:microsoft.com/office/officeart/2018/5/layout/CenteredIconLabelDescriptionList"/>
    <dgm:cxn modelId="{2940F5EF-CEEA-4A70-B394-BA2F7508C364}" type="presOf" srcId="{09FD52BB-B671-45F8-9ED9-E8BCB3F5C915}" destId="{B76A47BF-E5E5-4744-A614-83D5A9311B96}" srcOrd="0" destOrd="1" presId="urn:microsoft.com/office/officeart/2018/5/layout/CenteredIconLabelDescriptionList"/>
    <dgm:cxn modelId="{6B8495EE-F519-4063-A0E0-06E1F9378F15}" type="presParOf" srcId="{02514CED-7CC1-4712-AB7E-44F2EF62792F}" destId="{367FC53A-95CC-4749-BAFB-065615B5DACD}" srcOrd="0" destOrd="0" presId="urn:microsoft.com/office/officeart/2018/5/layout/CenteredIconLabelDescriptionList"/>
    <dgm:cxn modelId="{FFEF86B7-5115-478E-A414-50017BCBBD99}" type="presParOf" srcId="{367FC53A-95CC-4749-BAFB-065615B5DACD}" destId="{2AE501DF-133B-48E6-A610-8C7E647F6B25}" srcOrd="0" destOrd="0" presId="urn:microsoft.com/office/officeart/2018/5/layout/CenteredIconLabelDescriptionList"/>
    <dgm:cxn modelId="{4CCF0515-9FD4-4B11-9277-96740565E680}" type="presParOf" srcId="{367FC53A-95CC-4749-BAFB-065615B5DACD}" destId="{01C3DD7D-E52F-4856-95C7-472F7528DEA3}" srcOrd="1" destOrd="0" presId="urn:microsoft.com/office/officeart/2018/5/layout/CenteredIconLabelDescriptionList"/>
    <dgm:cxn modelId="{D4A1B8D9-9F9E-4EC1-B720-E2C4313DB8C8}" type="presParOf" srcId="{367FC53A-95CC-4749-BAFB-065615B5DACD}" destId="{8F0420E7-7FAA-40ED-952B-F81A7B1275FA}" srcOrd="2" destOrd="0" presId="urn:microsoft.com/office/officeart/2018/5/layout/CenteredIconLabelDescriptionList"/>
    <dgm:cxn modelId="{2F4D1B5A-6B65-497C-BCD3-AEF3F407F623}" type="presParOf" srcId="{367FC53A-95CC-4749-BAFB-065615B5DACD}" destId="{CC6A5AB3-FFA9-49FF-9987-6669ADFB60AA}" srcOrd="3" destOrd="0" presId="urn:microsoft.com/office/officeart/2018/5/layout/CenteredIconLabelDescriptionList"/>
    <dgm:cxn modelId="{DB7FE84B-21D1-4A78-9F4C-BB9947EEC858}" type="presParOf" srcId="{367FC53A-95CC-4749-BAFB-065615B5DACD}" destId="{B76A47BF-E5E5-4744-A614-83D5A9311B96}" srcOrd="4" destOrd="0" presId="urn:microsoft.com/office/officeart/2018/5/layout/CenteredIconLabelDescriptionList"/>
    <dgm:cxn modelId="{0BA4F906-7F9D-4670-A4DF-BA81FD561D58}" type="presParOf" srcId="{02514CED-7CC1-4712-AB7E-44F2EF62792F}" destId="{09464518-13E9-4D26-AB6E-729E33ABB3F6}" srcOrd="1" destOrd="0" presId="urn:microsoft.com/office/officeart/2018/5/layout/CenteredIconLabelDescriptionList"/>
    <dgm:cxn modelId="{10D1A545-C35C-4122-A343-7EE745C158A7}" type="presParOf" srcId="{02514CED-7CC1-4712-AB7E-44F2EF62792F}" destId="{E7C51C71-923D-4537-8417-058D619E2E15}" srcOrd="2" destOrd="0" presId="urn:microsoft.com/office/officeart/2018/5/layout/CenteredIconLabelDescriptionList"/>
    <dgm:cxn modelId="{275CD73B-D938-4F8B-B329-AC0799404F05}" type="presParOf" srcId="{E7C51C71-923D-4537-8417-058D619E2E15}" destId="{C20D6C7D-E9A1-4E67-BA3D-EC2450DF8EB2}" srcOrd="0" destOrd="0" presId="urn:microsoft.com/office/officeart/2018/5/layout/CenteredIconLabelDescriptionList"/>
    <dgm:cxn modelId="{7BB98E7F-A652-4D3D-9B9B-D99BC67B321D}" type="presParOf" srcId="{E7C51C71-923D-4537-8417-058D619E2E15}" destId="{3C6106A2-839E-4810-853D-8DB572DB77DC}" srcOrd="1" destOrd="0" presId="urn:microsoft.com/office/officeart/2018/5/layout/CenteredIconLabelDescriptionList"/>
    <dgm:cxn modelId="{6E814F22-EB6E-4C44-B2FF-98B20A8EFE0F}" type="presParOf" srcId="{E7C51C71-923D-4537-8417-058D619E2E15}" destId="{0FD25A5C-6EB7-4A6B-B2EF-611D00E2CBFC}" srcOrd="2" destOrd="0" presId="urn:microsoft.com/office/officeart/2018/5/layout/CenteredIconLabelDescriptionList"/>
    <dgm:cxn modelId="{50B3B2F8-CC02-409D-B693-54BEBD840E87}" type="presParOf" srcId="{E7C51C71-923D-4537-8417-058D619E2E15}" destId="{DC9D306F-BCC7-43DA-B9B5-B1F6D505695F}" srcOrd="3" destOrd="0" presId="urn:microsoft.com/office/officeart/2018/5/layout/CenteredIconLabelDescriptionList"/>
    <dgm:cxn modelId="{FA908F4E-5AFF-471F-9D8F-8BB9CA28856E}" type="presParOf" srcId="{E7C51C71-923D-4537-8417-058D619E2E15}" destId="{71E33DEE-BE9E-4397-B027-363E3BE23401}" srcOrd="4" destOrd="0" presId="urn:microsoft.com/office/officeart/2018/5/layout/CenteredIconLabelDescriptionList"/>
    <dgm:cxn modelId="{F0528FA7-A654-43CF-93F8-C037D96A140A}" type="presParOf" srcId="{02514CED-7CC1-4712-AB7E-44F2EF62792F}" destId="{DEE9F658-2B62-4E67-8537-C6FF46125565}" srcOrd="3" destOrd="0" presId="urn:microsoft.com/office/officeart/2018/5/layout/CenteredIconLabelDescriptionList"/>
    <dgm:cxn modelId="{4E4D1F2D-D052-435A-987B-C650D74D8595}" type="presParOf" srcId="{02514CED-7CC1-4712-AB7E-44F2EF62792F}" destId="{E7AE08CF-C94F-4A3A-A04A-C9B80F91EB0F}" srcOrd="4" destOrd="0" presId="urn:microsoft.com/office/officeart/2018/5/layout/CenteredIconLabelDescriptionList"/>
    <dgm:cxn modelId="{82653AD7-24C0-46ED-A812-455C9243E3BA}" type="presParOf" srcId="{E7AE08CF-C94F-4A3A-A04A-C9B80F91EB0F}" destId="{0A1331D7-80DD-4797-8640-0A14F567C30F}" srcOrd="0" destOrd="0" presId="urn:microsoft.com/office/officeart/2018/5/layout/CenteredIconLabelDescriptionList"/>
    <dgm:cxn modelId="{CC9EFAFC-614F-4FA3-BBD9-F126D3CC43A8}" type="presParOf" srcId="{E7AE08CF-C94F-4A3A-A04A-C9B80F91EB0F}" destId="{8B4C714F-9DF7-4AC2-9EA2-B0CED673209B}" srcOrd="1" destOrd="0" presId="urn:microsoft.com/office/officeart/2018/5/layout/CenteredIconLabelDescriptionList"/>
    <dgm:cxn modelId="{3B515900-93E2-46F5-B0CA-6797570174FA}" type="presParOf" srcId="{E7AE08CF-C94F-4A3A-A04A-C9B80F91EB0F}" destId="{DCE78593-8255-4ADB-BBBE-90C58F5F55DA}" srcOrd="2" destOrd="0" presId="urn:microsoft.com/office/officeart/2018/5/layout/CenteredIconLabelDescriptionList"/>
    <dgm:cxn modelId="{32DAF325-9771-4377-8C6C-64C7C6196B4A}" type="presParOf" srcId="{E7AE08CF-C94F-4A3A-A04A-C9B80F91EB0F}" destId="{B8417AAD-F6C5-48C9-91DF-805950D4C9AA}" srcOrd="3" destOrd="0" presId="urn:microsoft.com/office/officeart/2018/5/layout/CenteredIconLabelDescriptionList"/>
    <dgm:cxn modelId="{5ABEEE37-CE7C-4EEF-98CE-717EBD15A051}" type="presParOf" srcId="{E7AE08CF-C94F-4A3A-A04A-C9B80F91EB0F}" destId="{40871C13-43AF-4E32-9A25-E22BBA689EB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1F16FBC-6061-43C5-807D-94ECC831973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87D8498-B29B-4CD4-BE76-C9C104F9EC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 fee</a:t>
          </a:r>
          <a:endParaRPr lang="en-US"/>
        </a:p>
      </dgm:t>
    </dgm:pt>
    <dgm:pt modelId="{1F62B4B2-7895-4601-B049-4E10889269FD}" type="parTrans" cxnId="{77184002-5D18-4EB9-91FF-6900C0404CB3}">
      <dgm:prSet/>
      <dgm:spPr/>
      <dgm:t>
        <a:bodyPr/>
        <a:lstStyle/>
        <a:p>
          <a:endParaRPr lang="en-US"/>
        </a:p>
      </dgm:t>
    </dgm:pt>
    <dgm:pt modelId="{F677F54E-3A3C-410F-AA9F-D39FAFA1B5B8}" type="sibTrans" cxnId="{77184002-5D18-4EB9-91FF-6900C0404CB3}">
      <dgm:prSet/>
      <dgm:spPr/>
      <dgm:t>
        <a:bodyPr/>
        <a:lstStyle/>
        <a:p>
          <a:endParaRPr lang="en-US"/>
        </a:p>
      </dgm:t>
    </dgm:pt>
    <dgm:pt modelId="{FC1E0D2E-9DDC-42F2-81B8-A5AECBC6A7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difference represents an implied transaction fee</a:t>
          </a:r>
        </a:p>
      </dgm:t>
    </dgm:pt>
    <dgm:pt modelId="{79F75A5E-1F1E-43CB-9BCB-237ED7B13793}" type="parTrans" cxnId="{BA178909-014F-4770-907B-3EBA7C4DE809}">
      <dgm:prSet/>
      <dgm:spPr/>
      <dgm:t>
        <a:bodyPr/>
        <a:lstStyle/>
        <a:p>
          <a:endParaRPr lang="en-US"/>
        </a:p>
      </dgm:t>
    </dgm:pt>
    <dgm:pt modelId="{1E12BA1E-F3DA-417B-8E53-1744C73B8589}" type="sibTrans" cxnId="{BA178909-014F-4770-907B-3EBA7C4DE809}">
      <dgm:prSet/>
      <dgm:spPr/>
      <dgm:t>
        <a:bodyPr/>
        <a:lstStyle/>
        <a:p>
          <a:endParaRPr lang="en-US"/>
        </a:p>
      </dgm:t>
    </dgm:pt>
    <dgm:pt modelId="{6D4C26FB-3981-4F4D-897B-86096917B9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small payment collected</a:t>
          </a:r>
          <a:r>
            <a:rPr lang="tr-TR" dirty="0"/>
            <a:t> </a:t>
          </a:r>
          <a:r>
            <a:rPr lang="en-US" dirty="0"/>
            <a:t>by the miner </a:t>
          </a:r>
        </a:p>
      </dgm:t>
    </dgm:pt>
    <dgm:pt modelId="{612CE1F3-9BEF-4674-A77C-50CF11FC88F7}" type="parTrans" cxnId="{43EC40B0-F5CF-4BF5-957B-7C2DE5603F3A}">
      <dgm:prSet/>
      <dgm:spPr/>
      <dgm:t>
        <a:bodyPr/>
        <a:lstStyle/>
        <a:p>
          <a:endParaRPr lang="en-US"/>
        </a:p>
      </dgm:t>
    </dgm:pt>
    <dgm:pt modelId="{44BAE761-35D2-4902-8F73-7BED9EB98806}" type="sibTrans" cxnId="{43EC40B0-F5CF-4BF5-957B-7C2DE5603F3A}">
      <dgm:prSet/>
      <dgm:spPr/>
      <dgm:t>
        <a:bodyPr/>
        <a:lstStyle/>
        <a:p>
          <a:endParaRPr lang="en-US"/>
        </a:p>
      </dgm:t>
    </dgm:pt>
    <dgm:pt modelId="{7AF93AE2-64C4-4CA1-80BD-91B406B8C5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Comes from</a:t>
          </a:r>
          <a:endParaRPr lang="en-US"/>
        </a:p>
      </dgm:t>
    </dgm:pt>
    <dgm:pt modelId="{C3FF82EE-627F-4E0F-8AB0-CC9EEFA2C1BA}" type="parTrans" cxnId="{54325F77-FCBD-4119-9214-3B2189A679FC}">
      <dgm:prSet/>
      <dgm:spPr/>
      <dgm:t>
        <a:bodyPr/>
        <a:lstStyle/>
        <a:p>
          <a:endParaRPr lang="tr-TR"/>
        </a:p>
      </dgm:t>
    </dgm:pt>
    <dgm:pt modelId="{8409E55F-DC6E-4F01-9070-8BBF518C497D}" type="sibTrans" cxnId="{54325F77-FCBD-4119-9214-3B2189A679FC}">
      <dgm:prSet/>
      <dgm:spPr/>
      <dgm:t>
        <a:bodyPr/>
        <a:lstStyle/>
        <a:p>
          <a:endParaRPr lang="tr-TR"/>
        </a:p>
      </dgm:t>
    </dgm:pt>
    <dgm:pt modelId="{E86CE05C-0876-4685-A4F6-678004C2FE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inputs and outputs (debits and credits)</a:t>
          </a:r>
        </a:p>
      </dgm:t>
    </dgm:pt>
    <dgm:pt modelId="{FD88920F-7764-4DB0-BBBA-F49D568357DE}" type="parTrans" cxnId="{B517BFF6-E1A5-4372-91F5-550DF25E63CB}">
      <dgm:prSet/>
      <dgm:spPr/>
      <dgm:t>
        <a:bodyPr/>
        <a:lstStyle/>
        <a:p>
          <a:endParaRPr lang="tr-TR"/>
        </a:p>
      </dgm:t>
    </dgm:pt>
    <dgm:pt modelId="{88F7802D-C19B-47E3-9160-81E487988382}" type="sibTrans" cxnId="{B517BFF6-E1A5-4372-91F5-550DF25E63CB}">
      <dgm:prSet/>
      <dgm:spPr/>
      <dgm:t>
        <a:bodyPr/>
        <a:lstStyle/>
        <a:p>
          <a:endParaRPr lang="tr-TR"/>
        </a:p>
      </dgm:t>
    </dgm:pt>
    <dgm:pt modelId="{80B04871-5CC2-45F0-8B6D-70FC284AC8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 not necessarily</a:t>
          </a:r>
          <a:r>
            <a:rPr lang="tr-TR" dirty="0"/>
            <a:t> </a:t>
          </a:r>
          <a:r>
            <a:rPr lang="en-US" dirty="0"/>
            <a:t>add up to the same amount. </a:t>
          </a:r>
        </a:p>
      </dgm:t>
    </dgm:pt>
    <dgm:pt modelId="{D0A3B82F-04D3-4474-B824-3DFCB5747995}" type="parTrans" cxnId="{A33BD876-577B-4FCE-84F3-3F424E173A38}">
      <dgm:prSet/>
      <dgm:spPr/>
      <dgm:t>
        <a:bodyPr/>
        <a:lstStyle/>
        <a:p>
          <a:endParaRPr lang="tr-TR"/>
        </a:p>
      </dgm:t>
    </dgm:pt>
    <dgm:pt modelId="{9D44517B-84E9-4617-BFC8-36720B24987C}" type="sibTrans" cxnId="{A33BD876-577B-4FCE-84F3-3F424E173A38}">
      <dgm:prSet/>
      <dgm:spPr/>
      <dgm:t>
        <a:bodyPr/>
        <a:lstStyle/>
        <a:p>
          <a:endParaRPr lang="tr-TR"/>
        </a:p>
      </dgm:t>
    </dgm:pt>
    <dgm:pt modelId="{438FDD4B-8B21-41D5-8FE7-0E445D0A64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Instead, outputs add up to slightly less than inputs</a:t>
          </a:r>
          <a:r>
            <a:rPr lang="tr-TR" dirty="0"/>
            <a:t> </a:t>
          </a:r>
          <a:endParaRPr lang="en-US" dirty="0"/>
        </a:p>
      </dgm:t>
    </dgm:pt>
    <dgm:pt modelId="{6A24EC6E-B0BC-4A6F-9D84-DF955BD689BA}" type="parTrans" cxnId="{B3DFA32D-32E0-4D99-B9A2-C2F5942DF535}">
      <dgm:prSet/>
      <dgm:spPr/>
      <dgm:t>
        <a:bodyPr/>
        <a:lstStyle/>
        <a:p>
          <a:endParaRPr lang="tr-TR"/>
        </a:p>
      </dgm:t>
    </dgm:pt>
    <dgm:pt modelId="{A3A5EB96-DEC0-4E38-9D43-064891AB7697}" type="sibTrans" cxnId="{B3DFA32D-32E0-4D99-B9A2-C2F5942DF535}">
      <dgm:prSet/>
      <dgm:spPr/>
      <dgm:t>
        <a:bodyPr/>
        <a:lstStyle/>
        <a:p>
          <a:endParaRPr lang="tr-TR"/>
        </a:p>
      </dgm:t>
    </dgm:pt>
    <dgm:pt modelId="{8B8EBA9A-8E23-49D1-B122-C6047550021B}" type="pres">
      <dgm:prSet presAssocID="{61F16FBC-6061-43C5-807D-94ECC8319732}" presName="root" presStyleCnt="0">
        <dgm:presLayoutVars>
          <dgm:dir/>
          <dgm:resizeHandles val="exact"/>
        </dgm:presLayoutVars>
      </dgm:prSet>
      <dgm:spPr/>
    </dgm:pt>
    <dgm:pt modelId="{9376CC0E-3431-4FAA-B1CE-7DCC95F269D7}" type="pres">
      <dgm:prSet presAssocID="{C87D8498-B29B-4CD4-BE76-C9C104F9ECE7}" presName="compNode" presStyleCnt="0"/>
      <dgm:spPr/>
    </dgm:pt>
    <dgm:pt modelId="{44DE8D99-CD2F-438D-A7A8-5E1CD46AA46B}" type="pres">
      <dgm:prSet presAssocID="{C87D8498-B29B-4CD4-BE76-C9C104F9ECE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33FDE42-742F-4708-BA79-F1AC819C1E83}" type="pres">
      <dgm:prSet presAssocID="{C87D8498-B29B-4CD4-BE76-C9C104F9ECE7}" presName="iconSpace" presStyleCnt="0"/>
      <dgm:spPr/>
    </dgm:pt>
    <dgm:pt modelId="{FE6E1A0A-C297-4C22-9977-35FC372FA9DB}" type="pres">
      <dgm:prSet presAssocID="{C87D8498-B29B-4CD4-BE76-C9C104F9ECE7}" presName="parTx" presStyleLbl="revTx" presStyleIdx="0" presStyleCnt="4">
        <dgm:presLayoutVars>
          <dgm:chMax val="0"/>
          <dgm:chPref val="0"/>
        </dgm:presLayoutVars>
      </dgm:prSet>
      <dgm:spPr/>
    </dgm:pt>
    <dgm:pt modelId="{5563B7C3-9AE0-43C0-87DE-6B253889C79A}" type="pres">
      <dgm:prSet presAssocID="{C87D8498-B29B-4CD4-BE76-C9C104F9ECE7}" presName="txSpace" presStyleCnt="0"/>
      <dgm:spPr/>
    </dgm:pt>
    <dgm:pt modelId="{C2C7140C-7F0C-4EEC-BCEC-1B2B4A27ED31}" type="pres">
      <dgm:prSet presAssocID="{C87D8498-B29B-4CD4-BE76-C9C104F9ECE7}" presName="desTx" presStyleLbl="revTx" presStyleIdx="1" presStyleCnt="4">
        <dgm:presLayoutVars/>
      </dgm:prSet>
      <dgm:spPr/>
    </dgm:pt>
    <dgm:pt modelId="{BC8884E1-3F8C-4E5D-BCD3-3500F309527F}" type="pres">
      <dgm:prSet presAssocID="{F677F54E-3A3C-410F-AA9F-D39FAFA1B5B8}" presName="sibTrans" presStyleCnt="0"/>
      <dgm:spPr/>
    </dgm:pt>
    <dgm:pt modelId="{A7AEFFB8-7873-4203-B2CC-20F702703D93}" type="pres">
      <dgm:prSet presAssocID="{7AF93AE2-64C4-4CA1-80BD-91B406B8C585}" presName="compNode" presStyleCnt="0"/>
      <dgm:spPr/>
    </dgm:pt>
    <dgm:pt modelId="{251E39D9-7F69-4EBA-BB36-DB963D2B5275}" type="pres">
      <dgm:prSet presAssocID="{7AF93AE2-64C4-4CA1-80BD-91B406B8C58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1C59086-EB52-42EE-9102-1FEEC30D950D}" type="pres">
      <dgm:prSet presAssocID="{7AF93AE2-64C4-4CA1-80BD-91B406B8C585}" presName="iconSpace" presStyleCnt="0"/>
      <dgm:spPr/>
    </dgm:pt>
    <dgm:pt modelId="{D1BB5188-D297-40E9-8DD3-2327DD7B15DE}" type="pres">
      <dgm:prSet presAssocID="{7AF93AE2-64C4-4CA1-80BD-91B406B8C585}" presName="parTx" presStyleLbl="revTx" presStyleIdx="2" presStyleCnt="4">
        <dgm:presLayoutVars>
          <dgm:chMax val="0"/>
          <dgm:chPref val="0"/>
        </dgm:presLayoutVars>
      </dgm:prSet>
      <dgm:spPr/>
    </dgm:pt>
    <dgm:pt modelId="{F0D0FFD1-60F2-4DC9-A7D5-55EA10892C8A}" type="pres">
      <dgm:prSet presAssocID="{7AF93AE2-64C4-4CA1-80BD-91B406B8C585}" presName="txSpace" presStyleCnt="0"/>
      <dgm:spPr/>
    </dgm:pt>
    <dgm:pt modelId="{C36319A9-D83C-4BEA-A8DE-B7D7A10DF2BE}" type="pres">
      <dgm:prSet presAssocID="{7AF93AE2-64C4-4CA1-80BD-91B406B8C585}" presName="desTx" presStyleLbl="revTx" presStyleIdx="3" presStyleCnt="4">
        <dgm:presLayoutVars/>
      </dgm:prSet>
      <dgm:spPr/>
    </dgm:pt>
  </dgm:ptLst>
  <dgm:cxnLst>
    <dgm:cxn modelId="{77184002-5D18-4EB9-91FF-6900C0404CB3}" srcId="{61F16FBC-6061-43C5-807D-94ECC8319732}" destId="{C87D8498-B29B-4CD4-BE76-C9C104F9ECE7}" srcOrd="0" destOrd="0" parTransId="{1F62B4B2-7895-4601-B049-4E10889269FD}" sibTransId="{F677F54E-3A3C-410F-AA9F-D39FAFA1B5B8}"/>
    <dgm:cxn modelId="{BA178909-014F-4770-907B-3EBA7C4DE809}" srcId="{C87D8498-B29B-4CD4-BE76-C9C104F9ECE7}" destId="{FC1E0D2E-9DDC-42F2-81B8-A5AECBC6A759}" srcOrd="0" destOrd="0" parTransId="{79F75A5E-1F1E-43CB-9BCB-237ED7B13793}" sibTransId="{1E12BA1E-F3DA-417B-8E53-1744C73B8589}"/>
    <dgm:cxn modelId="{B3DFA32D-32E0-4D99-B9A2-C2F5942DF535}" srcId="{7AF93AE2-64C4-4CA1-80BD-91B406B8C585}" destId="{438FDD4B-8B21-41D5-8FE7-0E445D0A6428}" srcOrd="2" destOrd="0" parTransId="{6A24EC6E-B0BC-4A6F-9D84-DF955BD689BA}" sibTransId="{A3A5EB96-DEC0-4E38-9D43-064891AB7697}"/>
    <dgm:cxn modelId="{DB5E9D47-077E-4665-A4AC-F6246755577A}" type="presOf" srcId="{80B04871-5CC2-45F0-8B6D-70FC284AC8A1}" destId="{C36319A9-D83C-4BEA-A8DE-B7D7A10DF2BE}" srcOrd="0" destOrd="1" presId="urn:microsoft.com/office/officeart/2018/2/layout/IconLabelDescriptionList"/>
    <dgm:cxn modelId="{48FE636D-4E62-488C-8B87-1794201203A8}" type="presOf" srcId="{438FDD4B-8B21-41D5-8FE7-0E445D0A6428}" destId="{C36319A9-D83C-4BEA-A8DE-B7D7A10DF2BE}" srcOrd="0" destOrd="2" presId="urn:microsoft.com/office/officeart/2018/2/layout/IconLabelDescriptionList"/>
    <dgm:cxn modelId="{1E8A5E6E-8B03-470E-9A69-49F128EE6BDD}" type="presOf" srcId="{7AF93AE2-64C4-4CA1-80BD-91B406B8C585}" destId="{D1BB5188-D297-40E9-8DD3-2327DD7B15DE}" srcOrd="0" destOrd="0" presId="urn:microsoft.com/office/officeart/2018/2/layout/IconLabelDescriptionList"/>
    <dgm:cxn modelId="{59F3AA6E-A485-4517-A5C0-8682D9F562A3}" type="presOf" srcId="{C87D8498-B29B-4CD4-BE76-C9C104F9ECE7}" destId="{FE6E1A0A-C297-4C22-9977-35FC372FA9DB}" srcOrd="0" destOrd="0" presId="urn:microsoft.com/office/officeart/2018/2/layout/IconLabelDescriptionList"/>
    <dgm:cxn modelId="{A33BD876-577B-4FCE-84F3-3F424E173A38}" srcId="{7AF93AE2-64C4-4CA1-80BD-91B406B8C585}" destId="{80B04871-5CC2-45F0-8B6D-70FC284AC8A1}" srcOrd="1" destOrd="0" parTransId="{D0A3B82F-04D3-4474-B824-3DFCB5747995}" sibTransId="{9D44517B-84E9-4617-BFC8-36720B24987C}"/>
    <dgm:cxn modelId="{54325F77-FCBD-4119-9214-3B2189A679FC}" srcId="{61F16FBC-6061-43C5-807D-94ECC8319732}" destId="{7AF93AE2-64C4-4CA1-80BD-91B406B8C585}" srcOrd="1" destOrd="0" parTransId="{C3FF82EE-627F-4E0F-8AB0-CC9EEFA2C1BA}" sibTransId="{8409E55F-DC6E-4F01-9070-8BBF518C497D}"/>
    <dgm:cxn modelId="{13839186-8628-4BF7-8F18-8356CF418DFA}" type="presOf" srcId="{FC1E0D2E-9DDC-42F2-81B8-A5AECBC6A759}" destId="{C2C7140C-7F0C-4EEC-BCEC-1B2B4A27ED31}" srcOrd="0" destOrd="0" presId="urn:microsoft.com/office/officeart/2018/2/layout/IconLabelDescriptionList"/>
    <dgm:cxn modelId="{48318E8F-A723-492B-ACD3-FB757EE809C4}" type="presOf" srcId="{6D4C26FB-3981-4F4D-897B-86096917B92C}" destId="{C2C7140C-7F0C-4EEC-BCEC-1B2B4A27ED31}" srcOrd="0" destOrd="1" presId="urn:microsoft.com/office/officeart/2018/2/layout/IconLabelDescriptionList"/>
    <dgm:cxn modelId="{43EC40B0-F5CF-4BF5-957B-7C2DE5603F3A}" srcId="{C87D8498-B29B-4CD4-BE76-C9C104F9ECE7}" destId="{6D4C26FB-3981-4F4D-897B-86096917B92C}" srcOrd="1" destOrd="0" parTransId="{612CE1F3-9BEF-4674-A77C-50CF11FC88F7}" sibTransId="{44BAE761-35D2-4902-8F73-7BED9EB98806}"/>
    <dgm:cxn modelId="{22C1E4B5-62F3-49CC-B7C3-F17BAE9B0944}" type="presOf" srcId="{E86CE05C-0876-4685-A4F6-678004C2FEEA}" destId="{C36319A9-D83C-4BEA-A8DE-B7D7A10DF2BE}" srcOrd="0" destOrd="0" presId="urn:microsoft.com/office/officeart/2018/2/layout/IconLabelDescriptionList"/>
    <dgm:cxn modelId="{B517BFF6-E1A5-4372-91F5-550DF25E63CB}" srcId="{7AF93AE2-64C4-4CA1-80BD-91B406B8C585}" destId="{E86CE05C-0876-4685-A4F6-678004C2FEEA}" srcOrd="0" destOrd="0" parTransId="{FD88920F-7764-4DB0-BBBA-F49D568357DE}" sibTransId="{88F7802D-C19B-47E3-9160-81E487988382}"/>
    <dgm:cxn modelId="{002179F7-1898-4A97-B13A-E026F2153E64}" type="presOf" srcId="{61F16FBC-6061-43C5-807D-94ECC8319732}" destId="{8B8EBA9A-8E23-49D1-B122-C6047550021B}" srcOrd="0" destOrd="0" presId="urn:microsoft.com/office/officeart/2018/2/layout/IconLabelDescriptionList"/>
    <dgm:cxn modelId="{4F58174D-AEC0-44F8-919E-F2EA8009A82B}" type="presParOf" srcId="{8B8EBA9A-8E23-49D1-B122-C6047550021B}" destId="{9376CC0E-3431-4FAA-B1CE-7DCC95F269D7}" srcOrd="0" destOrd="0" presId="urn:microsoft.com/office/officeart/2018/2/layout/IconLabelDescriptionList"/>
    <dgm:cxn modelId="{24B1DA13-DFDE-411A-AD04-9A8C8C441C85}" type="presParOf" srcId="{9376CC0E-3431-4FAA-B1CE-7DCC95F269D7}" destId="{44DE8D99-CD2F-438D-A7A8-5E1CD46AA46B}" srcOrd="0" destOrd="0" presId="urn:microsoft.com/office/officeart/2018/2/layout/IconLabelDescriptionList"/>
    <dgm:cxn modelId="{FC9BE042-5E36-485E-83CE-EB0D143A6A6A}" type="presParOf" srcId="{9376CC0E-3431-4FAA-B1CE-7DCC95F269D7}" destId="{433FDE42-742F-4708-BA79-F1AC819C1E83}" srcOrd="1" destOrd="0" presId="urn:microsoft.com/office/officeart/2018/2/layout/IconLabelDescriptionList"/>
    <dgm:cxn modelId="{1E4E4390-53EE-47DA-902A-7ED60371B213}" type="presParOf" srcId="{9376CC0E-3431-4FAA-B1CE-7DCC95F269D7}" destId="{FE6E1A0A-C297-4C22-9977-35FC372FA9DB}" srcOrd="2" destOrd="0" presId="urn:microsoft.com/office/officeart/2018/2/layout/IconLabelDescriptionList"/>
    <dgm:cxn modelId="{D3E44B91-B495-4F76-AB1C-5152724393E1}" type="presParOf" srcId="{9376CC0E-3431-4FAA-B1CE-7DCC95F269D7}" destId="{5563B7C3-9AE0-43C0-87DE-6B253889C79A}" srcOrd="3" destOrd="0" presId="urn:microsoft.com/office/officeart/2018/2/layout/IconLabelDescriptionList"/>
    <dgm:cxn modelId="{29FDEC54-ACDC-4ADD-999A-229387732CE1}" type="presParOf" srcId="{9376CC0E-3431-4FAA-B1CE-7DCC95F269D7}" destId="{C2C7140C-7F0C-4EEC-BCEC-1B2B4A27ED31}" srcOrd="4" destOrd="0" presId="urn:microsoft.com/office/officeart/2018/2/layout/IconLabelDescriptionList"/>
    <dgm:cxn modelId="{9563B7F8-D824-4513-B418-600617426480}" type="presParOf" srcId="{8B8EBA9A-8E23-49D1-B122-C6047550021B}" destId="{BC8884E1-3F8C-4E5D-BCD3-3500F309527F}" srcOrd="1" destOrd="0" presId="urn:microsoft.com/office/officeart/2018/2/layout/IconLabelDescriptionList"/>
    <dgm:cxn modelId="{CE17CB6C-625F-4298-97F4-34FB1A0F4DC3}" type="presParOf" srcId="{8B8EBA9A-8E23-49D1-B122-C6047550021B}" destId="{A7AEFFB8-7873-4203-B2CC-20F702703D93}" srcOrd="2" destOrd="0" presId="urn:microsoft.com/office/officeart/2018/2/layout/IconLabelDescriptionList"/>
    <dgm:cxn modelId="{2FAAD872-CA67-43A0-81D0-DB1771E9EFA1}" type="presParOf" srcId="{A7AEFFB8-7873-4203-B2CC-20F702703D93}" destId="{251E39D9-7F69-4EBA-BB36-DB963D2B5275}" srcOrd="0" destOrd="0" presId="urn:microsoft.com/office/officeart/2018/2/layout/IconLabelDescriptionList"/>
    <dgm:cxn modelId="{1E0F1195-D94D-40FD-8E50-46D2B98E3834}" type="presParOf" srcId="{A7AEFFB8-7873-4203-B2CC-20F702703D93}" destId="{11C59086-EB52-42EE-9102-1FEEC30D950D}" srcOrd="1" destOrd="0" presId="urn:microsoft.com/office/officeart/2018/2/layout/IconLabelDescriptionList"/>
    <dgm:cxn modelId="{7700DA18-21B0-4399-ACBF-909DBCDEAC57}" type="presParOf" srcId="{A7AEFFB8-7873-4203-B2CC-20F702703D93}" destId="{D1BB5188-D297-40E9-8DD3-2327DD7B15DE}" srcOrd="2" destOrd="0" presId="urn:microsoft.com/office/officeart/2018/2/layout/IconLabelDescriptionList"/>
    <dgm:cxn modelId="{1A8D9494-4F74-418B-B3B9-050FBA277B02}" type="presParOf" srcId="{A7AEFFB8-7873-4203-B2CC-20F702703D93}" destId="{F0D0FFD1-60F2-4DC9-A7D5-55EA10892C8A}" srcOrd="3" destOrd="0" presId="urn:microsoft.com/office/officeart/2018/2/layout/IconLabelDescriptionList"/>
    <dgm:cxn modelId="{8029D608-E787-41C3-AEB6-AC9FCD51D4E2}" type="presParOf" srcId="{A7AEFFB8-7873-4203-B2CC-20F702703D93}" destId="{C36319A9-D83C-4BEA-A8DE-B7D7A10DF2B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A589A7-7F40-470A-9BCC-B922EBE5C72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CCBE5BD-766E-4DDD-8445-C3649FD089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Ownership of amount</a:t>
          </a:r>
          <a:endParaRPr lang="en-US"/>
        </a:p>
      </dgm:t>
    </dgm:pt>
    <dgm:pt modelId="{1C9E3587-571E-4C68-BE6A-7E235FB10FF3}" type="parTrans" cxnId="{818CBAED-6C74-4C26-AC85-45C13B7B43D8}">
      <dgm:prSet/>
      <dgm:spPr/>
      <dgm:t>
        <a:bodyPr/>
        <a:lstStyle/>
        <a:p>
          <a:endParaRPr lang="en-US"/>
        </a:p>
      </dgm:t>
    </dgm:pt>
    <dgm:pt modelId="{0E7117AF-4CE8-4700-9105-A7398022F5CA}" type="sibTrans" cxnId="{818CBAED-6C74-4C26-AC85-45C13B7B43D8}">
      <dgm:prSet phldrT="01"/>
      <dgm:spPr/>
      <dgm:t>
        <a:bodyPr/>
        <a:lstStyle/>
        <a:p>
          <a:endParaRPr lang="en-US"/>
        </a:p>
      </dgm:t>
    </dgm:pt>
    <dgm:pt modelId="{90086E91-35EC-440A-8ECA-1C84F04CA6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digital signature </a:t>
          </a:r>
          <a:r>
            <a:rPr lang="tr-TR" dirty="0"/>
            <a:t>as a</a:t>
          </a:r>
          <a:r>
            <a:rPr lang="en-US" dirty="0"/>
            <a:t> proof of ownership</a:t>
          </a:r>
          <a:r>
            <a:rPr lang="tr-TR" dirty="0"/>
            <a:t> </a:t>
          </a:r>
          <a:r>
            <a:rPr lang="en-US" dirty="0"/>
            <a:t>from the owner</a:t>
          </a:r>
        </a:p>
      </dgm:t>
    </dgm:pt>
    <dgm:pt modelId="{807F442C-2453-46FC-9094-9654EDD9F518}" type="parTrans" cxnId="{70E08A40-D171-4E37-87B5-25BB643CD8BE}">
      <dgm:prSet/>
      <dgm:spPr/>
      <dgm:t>
        <a:bodyPr/>
        <a:lstStyle/>
        <a:p>
          <a:endParaRPr lang="en-US"/>
        </a:p>
      </dgm:t>
    </dgm:pt>
    <dgm:pt modelId="{C9FCAC0C-B196-45A2-B64D-16C46E2A7449}" type="sibTrans" cxnId="{70E08A40-D171-4E37-87B5-25BB643CD8BE}">
      <dgm:prSet/>
      <dgm:spPr/>
      <dgm:t>
        <a:bodyPr/>
        <a:lstStyle/>
        <a:p>
          <a:endParaRPr lang="en-US"/>
        </a:p>
      </dgm:t>
    </dgm:pt>
    <dgm:pt modelId="{713AE457-E717-4871-BD8D-E889F4100F6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</a:t>
          </a:r>
          <a:endParaRPr lang="en-US"/>
        </a:p>
      </dgm:t>
    </dgm:pt>
    <dgm:pt modelId="{7DD91CD6-06F5-419C-91F7-C95EA72AD273}" type="parTrans" cxnId="{AB4023A0-1585-47A1-9E91-30EDB092C078}">
      <dgm:prSet/>
      <dgm:spPr/>
      <dgm:t>
        <a:bodyPr/>
        <a:lstStyle/>
        <a:p>
          <a:endParaRPr lang="en-US"/>
        </a:p>
      </dgm:t>
    </dgm:pt>
    <dgm:pt modelId="{3ED47896-CF38-4BD9-A6C8-767245446252}" type="sibTrans" cxnId="{AB4023A0-1585-47A1-9E91-30EDB092C078}">
      <dgm:prSet phldrT="02"/>
      <dgm:spPr/>
      <dgm:t>
        <a:bodyPr/>
        <a:lstStyle/>
        <a:p>
          <a:endParaRPr lang="en-US"/>
        </a:p>
      </dgm:t>
    </dgm:pt>
    <dgm:pt modelId="{3050C5CE-AF26-40E5-BCCF-613215CC2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a previous transaction over</a:t>
          </a:r>
        </a:p>
      </dgm:t>
    </dgm:pt>
    <dgm:pt modelId="{BFA323F2-7960-4594-95D0-43838DE6D410}" type="parTrans" cxnId="{76C78790-5057-4625-AB18-0354DE4AED5B}">
      <dgm:prSet/>
      <dgm:spPr/>
      <dgm:t>
        <a:bodyPr/>
        <a:lstStyle/>
        <a:p>
          <a:endParaRPr lang="en-US"/>
        </a:p>
      </dgm:t>
    </dgm:pt>
    <dgm:pt modelId="{37DE8144-8178-4850-9AC3-B1C91A5FB1EB}" type="sibTrans" cxnId="{76C78790-5057-4625-AB18-0354DE4AED5B}">
      <dgm:prSet/>
      <dgm:spPr/>
      <dgm:t>
        <a:bodyPr/>
        <a:lstStyle/>
        <a:p>
          <a:endParaRPr lang="en-US"/>
        </a:p>
      </dgm:t>
    </dgm:pt>
    <dgm:pt modelId="{09477241-BFB2-4CF7-8F0F-E105FB4F7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</a:t>
          </a:r>
          <a:r>
            <a:rPr lang="en-US" dirty="0"/>
            <a:t>to a new owner</a:t>
          </a:r>
        </a:p>
      </dgm:t>
    </dgm:pt>
    <dgm:pt modelId="{1929C50C-CF82-4F34-A803-B97B1A56B424}" type="parTrans" cxnId="{2083A08E-31BD-434C-8D62-ED48C5DCA2B4}">
      <dgm:prSet/>
      <dgm:spPr/>
      <dgm:t>
        <a:bodyPr/>
        <a:lstStyle/>
        <a:p>
          <a:endParaRPr lang="tr-TR"/>
        </a:p>
      </dgm:t>
    </dgm:pt>
    <dgm:pt modelId="{57DDD83A-5C11-4C63-AAEA-0B143EE19E5F}" type="sibTrans" cxnId="{2083A08E-31BD-434C-8D62-ED48C5DCA2B4}">
      <dgm:prSet/>
      <dgm:spPr/>
      <dgm:t>
        <a:bodyPr/>
        <a:lstStyle/>
        <a:p>
          <a:endParaRPr lang="tr-TR"/>
        </a:p>
      </dgm:t>
    </dgm:pt>
    <dgm:pt modelId="{31A76C35-37C6-4CA1-856A-D6E558084F9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 a transaction </a:t>
          </a:r>
          <a:r>
            <a:rPr lang="en-US" dirty="0"/>
            <a:t>for each bitcoin</a:t>
          </a:r>
        </a:p>
      </dgm:t>
    </dgm:pt>
    <dgm:pt modelId="{BF717FF9-B304-4565-BDE2-F97BEA6FABD3}" type="parTrans" cxnId="{4EC9CF5F-1366-4072-B303-BEF5184B3248}">
      <dgm:prSet/>
      <dgm:spPr/>
      <dgm:t>
        <a:bodyPr/>
        <a:lstStyle/>
        <a:p>
          <a:endParaRPr lang="tr-TR"/>
        </a:p>
      </dgm:t>
    </dgm:pt>
    <dgm:pt modelId="{8ED534F6-143B-4E01-BBAC-B986223CAEE7}" type="sibTrans" cxnId="{4EC9CF5F-1366-4072-B303-BEF5184B3248}">
      <dgm:prSet/>
      <dgm:spPr/>
      <dgm:t>
        <a:bodyPr/>
        <a:lstStyle/>
        <a:p>
          <a:endParaRPr lang="en-US"/>
        </a:p>
      </dgm:t>
    </dgm:pt>
    <dgm:pt modelId="{E1E2707E-DEE6-44F6-A56D-6F586CE7761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signing </a:t>
          </a:r>
          <a:r>
            <a:rPr lang="tr-TR" dirty="0"/>
            <a:t>a </a:t>
          </a:r>
          <a:r>
            <a:rPr lang="en-US" dirty="0"/>
            <a:t>transaction </a:t>
          </a:r>
          <a:r>
            <a:rPr lang="tr-TR" dirty="0"/>
            <a:t>to </a:t>
          </a:r>
          <a:r>
            <a:rPr lang="en-US" dirty="0"/>
            <a:t>transfer value</a:t>
          </a:r>
        </a:p>
      </dgm:t>
    </dgm:pt>
    <dgm:pt modelId="{11C71EDE-6E7E-40EA-B8FB-1D520C249713}" type="parTrans" cxnId="{96705B7F-4E0E-415B-9FD0-60059D10B9E1}">
      <dgm:prSet/>
      <dgm:spPr/>
      <dgm:t>
        <a:bodyPr/>
        <a:lstStyle/>
        <a:p>
          <a:endParaRPr lang="tr-TR"/>
        </a:p>
      </dgm:t>
    </dgm:pt>
    <dgm:pt modelId="{84247CC5-523E-4F0D-A2DD-245B667DD645}" type="sibTrans" cxnId="{96705B7F-4E0E-415B-9FD0-60059D10B9E1}">
      <dgm:prSet/>
      <dgm:spPr/>
      <dgm:t>
        <a:bodyPr/>
        <a:lstStyle/>
        <a:p>
          <a:endParaRPr lang="en-US"/>
        </a:p>
      </dgm:t>
    </dgm:pt>
    <dgm:pt modelId="{973040A1-C8D3-4832-BC15-7C3EE26C478D}" type="pres">
      <dgm:prSet presAssocID="{F5A589A7-7F40-470A-9BCC-B922EBE5C72D}" presName="root" presStyleCnt="0">
        <dgm:presLayoutVars>
          <dgm:dir/>
          <dgm:resizeHandles val="exact"/>
        </dgm:presLayoutVars>
      </dgm:prSet>
      <dgm:spPr/>
    </dgm:pt>
    <dgm:pt modelId="{BDF8411C-C4B9-4A09-98CD-2097D4340C1D}" type="pres">
      <dgm:prSet presAssocID="{2CCBE5BD-766E-4DDD-8445-C3649FD08971}" presName="compNode" presStyleCnt="0"/>
      <dgm:spPr/>
    </dgm:pt>
    <dgm:pt modelId="{AA97B238-485E-4492-8079-44B5B5D2127B}" type="pres">
      <dgm:prSet presAssocID="{2CCBE5BD-766E-4DDD-8445-C3649FD0897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BFBEBFF6-2295-4A72-877B-CCFD3D03EDE2}" type="pres">
      <dgm:prSet presAssocID="{2CCBE5BD-766E-4DDD-8445-C3649FD08971}" presName="iconSpace" presStyleCnt="0"/>
      <dgm:spPr/>
    </dgm:pt>
    <dgm:pt modelId="{0720B084-2126-4E2F-B3E7-572A2C13857E}" type="pres">
      <dgm:prSet presAssocID="{2CCBE5BD-766E-4DDD-8445-C3649FD08971}" presName="parTx" presStyleLbl="revTx" presStyleIdx="0" presStyleCnt="4">
        <dgm:presLayoutVars>
          <dgm:chMax val="0"/>
          <dgm:chPref val="0"/>
        </dgm:presLayoutVars>
      </dgm:prSet>
      <dgm:spPr/>
    </dgm:pt>
    <dgm:pt modelId="{E77CF367-BF1D-499B-A7B7-FBCFF356EA96}" type="pres">
      <dgm:prSet presAssocID="{2CCBE5BD-766E-4DDD-8445-C3649FD08971}" presName="txSpace" presStyleCnt="0"/>
      <dgm:spPr/>
    </dgm:pt>
    <dgm:pt modelId="{3D4E5AC5-B7CA-4510-B253-0DA70A9A6905}" type="pres">
      <dgm:prSet presAssocID="{2CCBE5BD-766E-4DDD-8445-C3649FD08971}" presName="desTx" presStyleLbl="revTx" presStyleIdx="1" presStyleCnt="4">
        <dgm:presLayoutVars/>
      </dgm:prSet>
      <dgm:spPr/>
    </dgm:pt>
    <dgm:pt modelId="{8F7237E4-1C09-4FA4-A2A0-B0CDB8857E45}" type="pres">
      <dgm:prSet presAssocID="{0E7117AF-4CE8-4700-9105-A7398022F5CA}" presName="sibTrans" presStyleCnt="0"/>
      <dgm:spPr/>
    </dgm:pt>
    <dgm:pt modelId="{B94C7B26-2053-4BE3-A93B-E00CD7B93B9B}" type="pres">
      <dgm:prSet presAssocID="{713AE457-E717-4871-BD8D-E889F4100F63}" presName="compNode" presStyleCnt="0"/>
      <dgm:spPr/>
    </dgm:pt>
    <dgm:pt modelId="{F514A032-47DB-4BA1-997A-A3663A63020B}" type="pres">
      <dgm:prSet presAssocID="{713AE457-E717-4871-BD8D-E889F4100F6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AB077403-F092-412A-ACEE-33EE89EF1FAA}" type="pres">
      <dgm:prSet presAssocID="{713AE457-E717-4871-BD8D-E889F4100F63}" presName="iconSpace" presStyleCnt="0"/>
      <dgm:spPr/>
    </dgm:pt>
    <dgm:pt modelId="{CFD7CF26-7CD8-481F-BED1-85C8FCF93BFD}" type="pres">
      <dgm:prSet presAssocID="{713AE457-E717-4871-BD8D-E889F4100F63}" presName="parTx" presStyleLbl="revTx" presStyleIdx="2" presStyleCnt="4">
        <dgm:presLayoutVars>
          <dgm:chMax val="0"/>
          <dgm:chPref val="0"/>
        </dgm:presLayoutVars>
      </dgm:prSet>
      <dgm:spPr/>
    </dgm:pt>
    <dgm:pt modelId="{7D38E9DC-D73E-4999-9ADC-B228CAE01DE4}" type="pres">
      <dgm:prSet presAssocID="{713AE457-E717-4871-BD8D-E889F4100F63}" presName="txSpace" presStyleCnt="0"/>
      <dgm:spPr/>
    </dgm:pt>
    <dgm:pt modelId="{D6F695E2-1509-4A18-92C9-40432FB1C96C}" type="pres">
      <dgm:prSet presAssocID="{713AE457-E717-4871-BD8D-E889F4100F63}" presName="desTx" presStyleLbl="revTx" presStyleIdx="3" presStyleCnt="4">
        <dgm:presLayoutVars/>
      </dgm:prSet>
      <dgm:spPr/>
    </dgm:pt>
  </dgm:ptLst>
  <dgm:cxnLst>
    <dgm:cxn modelId="{7983742B-B420-48E4-A92B-5C8BC3DD6558}" type="presOf" srcId="{09477241-BFB2-4CF7-8F0F-E105FB4F7473}" destId="{D6F695E2-1509-4A18-92C9-40432FB1C96C}" srcOrd="0" destOrd="2" presId="urn:microsoft.com/office/officeart/2018/5/layout/CenteredIconLabelDescriptionList"/>
    <dgm:cxn modelId="{70E08A40-D171-4E37-87B5-25BB643CD8BE}" srcId="{2CCBE5BD-766E-4DDD-8445-C3649FD08971}" destId="{90086E91-35EC-440A-8ECA-1C84F04CA66E}" srcOrd="0" destOrd="0" parTransId="{807F442C-2453-46FC-9094-9654EDD9F518}" sibTransId="{C9FCAC0C-B196-45A2-B64D-16C46E2A7449}"/>
    <dgm:cxn modelId="{4EC9CF5F-1366-4072-B303-BEF5184B3248}" srcId="{2CCBE5BD-766E-4DDD-8445-C3649FD08971}" destId="{31A76C35-37C6-4CA1-856A-D6E558084F9A}" srcOrd="1" destOrd="0" parTransId="{BF717FF9-B304-4565-BDE2-F97BEA6FABD3}" sibTransId="{8ED534F6-143B-4E01-BBAC-B986223CAEE7}"/>
    <dgm:cxn modelId="{11FA3B6D-02DF-4D3C-847D-2C012C307D8C}" type="presOf" srcId="{31A76C35-37C6-4CA1-856A-D6E558084F9A}" destId="{3D4E5AC5-B7CA-4510-B253-0DA70A9A6905}" srcOrd="0" destOrd="1" presId="urn:microsoft.com/office/officeart/2018/5/layout/CenteredIconLabelDescriptionList"/>
    <dgm:cxn modelId="{96705B7F-4E0E-415B-9FD0-60059D10B9E1}" srcId="{713AE457-E717-4871-BD8D-E889F4100F63}" destId="{E1E2707E-DEE6-44F6-A56D-6F586CE7761F}" srcOrd="0" destOrd="0" parTransId="{11C71EDE-6E7E-40EA-B8FB-1D520C249713}" sibTransId="{84247CC5-523E-4F0D-A2DD-245B667DD645}"/>
    <dgm:cxn modelId="{08475D85-70CC-42CC-A5AF-FCE773C3A9B9}" type="presOf" srcId="{3050C5CE-AF26-40E5-BCCF-613215CC2BFC}" destId="{D6F695E2-1509-4A18-92C9-40432FB1C96C}" srcOrd="0" destOrd="1" presId="urn:microsoft.com/office/officeart/2018/5/layout/CenteredIconLabelDescriptionList"/>
    <dgm:cxn modelId="{2083A08E-31BD-434C-8D62-ED48C5DCA2B4}" srcId="{713AE457-E717-4871-BD8D-E889F4100F63}" destId="{09477241-BFB2-4CF7-8F0F-E105FB4F7473}" srcOrd="2" destOrd="0" parTransId="{1929C50C-CF82-4F34-A803-B97B1A56B424}" sibTransId="{57DDD83A-5C11-4C63-AAEA-0B143EE19E5F}"/>
    <dgm:cxn modelId="{76C78790-5057-4625-AB18-0354DE4AED5B}" srcId="{713AE457-E717-4871-BD8D-E889F4100F63}" destId="{3050C5CE-AF26-40E5-BCCF-613215CC2BFC}" srcOrd="1" destOrd="0" parTransId="{BFA323F2-7960-4594-95D0-43838DE6D410}" sibTransId="{37DE8144-8178-4850-9AC3-B1C91A5FB1EB}"/>
    <dgm:cxn modelId="{24206F92-7827-457D-BFCD-F90241F26F6B}" type="presOf" srcId="{E1E2707E-DEE6-44F6-A56D-6F586CE7761F}" destId="{D6F695E2-1509-4A18-92C9-40432FB1C96C}" srcOrd="0" destOrd="0" presId="urn:microsoft.com/office/officeart/2018/5/layout/CenteredIconLabelDescriptionList"/>
    <dgm:cxn modelId="{AB4023A0-1585-47A1-9E91-30EDB092C078}" srcId="{F5A589A7-7F40-470A-9BCC-B922EBE5C72D}" destId="{713AE457-E717-4871-BD8D-E889F4100F63}" srcOrd="1" destOrd="0" parTransId="{7DD91CD6-06F5-419C-91F7-C95EA72AD273}" sibTransId="{3ED47896-CF38-4BD9-A6C8-767245446252}"/>
    <dgm:cxn modelId="{A92DA3B8-09DF-4F6E-A3F7-F6198097743F}" type="presOf" srcId="{2CCBE5BD-766E-4DDD-8445-C3649FD08971}" destId="{0720B084-2126-4E2F-B3E7-572A2C13857E}" srcOrd="0" destOrd="0" presId="urn:microsoft.com/office/officeart/2018/5/layout/CenteredIconLabelDescriptionList"/>
    <dgm:cxn modelId="{987A57DE-2088-4105-96FE-A3C1015A8D5A}" type="presOf" srcId="{713AE457-E717-4871-BD8D-E889F4100F63}" destId="{CFD7CF26-7CD8-481F-BED1-85C8FCF93BFD}" srcOrd="0" destOrd="0" presId="urn:microsoft.com/office/officeart/2018/5/layout/CenteredIconLabelDescriptionList"/>
    <dgm:cxn modelId="{30763DE3-2B1E-4B7B-B95D-0E39039CE5AA}" type="presOf" srcId="{90086E91-35EC-440A-8ECA-1C84F04CA66E}" destId="{3D4E5AC5-B7CA-4510-B253-0DA70A9A6905}" srcOrd="0" destOrd="0" presId="urn:microsoft.com/office/officeart/2018/5/layout/CenteredIconLabelDescriptionList"/>
    <dgm:cxn modelId="{818CBAED-6C74-4C26-AC85-45C13B7B43D8}" srcId="{F5A589A7-7F40-470A-9BCC-B922EBE5C72D}" destId="{2CCBE5BD-766E-4DDD-8445-C3649FD08971}" srcOrd="0" destOrd="0" parTransId="{1C9E3587-571E-4C68-BE6A-7E235FB10FF3}" sibTransId="{0E7117AF-4CE8-4700-9105-A7398022F5CA}"/>
    <dgm:cxn modelId="{BAC134F3-CBE2-44F6-87B2-09002F7DDAC8}" type="presOf" srcId="{F5A589A7-7F40-470A-9BCC-B922EBE5C72D}" destId="{973040A1-C8D3-4832-BC15-7C3EE26C478D}" srcOrd="0" destOrd="0" presId="urn:microsoft.com/office/officeart/2018/5/layout/CenteredIconLabelDescriptionList"/>
    <dgm:cxn modelId="{4976A3D5-7892-4956-8826-F699AC0019D3}" type="presParOf" srcId="{973040A1-C8D3-4832-BC15-7C3EE26C478D}" destId="{BDF8411C-C4B9-4A09-98CD-2097D4340C1D}" srcOrd="0" destOrd="0" presId="urn:microsoft.com/office/officeart/2018/5/layout/CenteredIconLabelDescriptionList"/>
    <dgm:cxn modelId="{263B9672-6A62-4332-ACB9-8BC9A073A82D}" type="presParOf" srcId="{BDF8411C-C4B9-4A09-98CD-2097D4340C1D}" destId="{AA97B238-485E-4492-8079-44B5B5D2127B}" srcOrd="0" destOrd="0" presId="urn:microsoft.com/office/officeart/2018/5/layout/CenteredIconLabelDescriptionList"/>
    <dgm:cxn modelId="{886A9663-AB7D-4FDA-A8B2-27AA0E57580B}" type="presParOf" srcId="{BDF8411C-C4B9-4A09-98CD-2097D4340C1D}" destId="{BFBEBFF6-2295-4A72-877B-CCFD3D03EDE2}" srcOrd="1" destOrd="0" presId="urn:microsoft.com/office/officeart/2018/5/layout/CenteredIconLabelDescriptionList"/>
    <dgm:cxn modelId="{5F0A33D8-5C6E-46E1-BAB3-357FDA77CDF5}" type="presParOf" srcId="{BDF8411C-C4B9-4A09-98CD-2097D4340C1D}" destId="{0720B084-2126-4E2F-B3E7-572A2C13857E}" srcOrd="2" destOrd="0" presId="urn:microsoft.com/office/officeart/2018/5/layout/CenteredIconLabelDescriptionList"/>
    <dgm:cxn modelId="{5F941E33-0704-4E16-BEB8-FF0E0E75F547}" type="presParOf" srcId="{BDF8411C-C4B9-4A09-98CD-2097D4340C1D}" destId="{E77CF367-BF1D-499B-A7B7-FBCFF356EA96}" srcOrd="3" destOrd="0" presId="urn:microsoft.com/office/officeart/2018/5/layout/CenteredIconLabelDescriptionList"/>
    <dgm:cxn modelId="{900FD969-3DC0-4471-A84C-084A44199BCE}" type="presParOf" srcId="{BDF8411C-C4B9-4A09-98CD-2097D4340C1D}" destId="{3D4E5AC5-B7CA-4510-B253-0DA70A9A6905}" srcOrd="4" destOrd="0" presId="urn:microsoft.com/office/officeart/2018/5/layout/CenteredIconLabelDescriptionList"/>
    <dgm:cxn modelId="{E4F680D1-D5CC-4AC1-B5E4-EE9D07411CEF}" type="presParOf" srcId="{973040A1-C8D3-4832-BC15-7C3EE26C478D}" destId="{8F7237E4-1C09-4FA4-A2A0-B0CDB8857E45}" srcOrd="1" destOrd="0" presId="urn:microsoft.com/office/officeart/2018/5/layout/CenteredIconLabelDescriptionList"/>
    <dgm:cxn modelId="{BB2ACEEE-96AE-40B2-8634-9C53FC10AE0D}" type="presParOf" srcId="{973040A1-C8D3-4832-BC15-7C3EE26C478D}" destId="{B94C7B26-2053-4BE3-A93B-E00CD7B93B9B}" srcOrd="2" destOrd="0" presId="urn:microsoft.com/office/officeart/2018/5/layout/CenteredIconLabelDescriptionList"/>
    <dgm:cxn modelId="{8986B3F7-6F8C-4985-BA55-1902BCC615A6}" type="presParOf" srcId="{B94C7B26-2053-4BE3-A93B-E00CD7B93B9B}" destId="{F514A032-47DB-4BA1-997A-A3663A63020B}" srcOrd="0" destOrd="0" presId="urn:microsoft.com/office/officeart/2018/5/layout/CenteredIconLabelDescriptionList"/>
    <dgm:cxn modelId="{E76B5708-DE49-44C7-80B1-9DC98A02D01F}" type="presParOf" srcId="{B94C7B26-2053-4BE3-A93B-E00CD7B93B9B}" destId="{AB077403-F092-412A-ACEE-33EE89EF1FAA}" srcOrd="1" destOrd="0" presId="urn:microsoft.com/office/officeart/2018/5/layout/CenteredIconLabelDescriptionList"/>
    <dgm:cxn modelId="{C0A666AE-FFE2-4A36-9141-9AB99B3C445E}" type="presParOf" srcId="{B94C7B26-2053-4BE3-A93B-E00CD7B93B9B}" destId="{CFD7CF26-7CD8-481F-BED1-85C8FCF93BFD}" srcOrd="2" destOrd="0" presId="urn:microsoft.com/office/officeart/2018/5/layout/CenteredIconLabelDescriptionList"/>
    <dgm:cxn modelId="{F72A710D-F4C1-46C2-8FD2-0E7DECBE41C2}" type="presParOf" srcId="{B94C7B26-2053-4BE3-A93B-E00CD7B93B9B}" destId="{7D38E9DC-D73E-4999-9ADC-B228CAE01DE4}" srcOrd="3" destOrd="0" presId="urn:microsoft.com/office/officeart/2018/5/layout/CenteredIconLabelDescriptionList"/>
    <dgm:cxn modelId="{41CF8C6B-9C31-4158-80F3-95A4BCD29BDD}" type="presParOf" srcId="{B94C7B26-2053-4BE3-A93B-E00CD7B93B9B}" destId="{D6F695E2-1509-4A18-92C9-40432FB1C96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EBD4C3E-4669-47DF-986F-47DFA2B0296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721A40-1AE0-47A8-88BD-A130B931A31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 chains</a:t>
          </a:r>
          <a:endParaRPr lang="en-US"/>
        </a:p>
      </dgm:t>
    </dgm:pt>
    <dgm:pt modelId="{F809BD54-75A5-4DB0-A7A2-06F30FC2329E}" type="parTrans" cxnId="{E0C04C80-C857-43CA-9E16-43DC75756EFD}">
      <dgm:prSet/>
      <dgm:spPr/>
      <dgm:t>
        <a:bodyPr/>
        <a:lstStyle/>
        <a:p>
          <a:endParaRPr lang="en-US"/>
        </a:p>
      </dgm:t>
    </dgm:pt>
    <dgm:pt modelId="{D2AC626C-62FF-4552-89FF-8E649016785C}" type="sibTrans" cxnId="{E0C04C80-C857-43CA-9E16-43DC75756EFD}">
      <dgm:prSet/>
      <dgm:spPr/>
      <dgm:t>
        <a:bodyPr/>
        <a:lstStyle/>
        <a:p>
          <a:endParaRPr lang="en-US"/>
        </a:p>
      </dgm:t>
    </dgm:pt>
    <dgm:pt modelId="{74CB4C7C-2372-483F-9E21-A31091D51C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transactions form a chain</a:t>
          </a:r>
        </a:p>
      </dgm:t>
    </dgm:pt>
    <dgm:pt modelId="{D2EB772E-A558-441A-B820-FDC69BE9C8FD}" type="parTrans" cxnId="{2D62A1AD-990A-4D4D-B189-465B92F5FEAB}">
      <dgm:prSet/>
      <dgm:spPr/>
      <dgm:t>
        <a:bodyPr/>
        <a:lstStyle/>
        <a:p>
          <a:endParaRPr lang="en-US"/>
        </a:p>
      </dgm:t>
    </dgm:pt>
    <dgm:pt modelId="{70974316-F91E-4E9F-A220-154C52E4D901}" type="sibTrans" cxnId="{2D62A1AD-990A-4D4D-B189-465B92F5FEAB}">
      <dgm:prSet/>
      <dgm:spPr/>
      <dgm:t>
        <a:bodyPr/>
        <a:lstStyle/>
        <a:p>
          <a:endParaRPr lang="en-US"/>
        </a:p>
      </dgm:t>
    </dgm:pt>
    <dgm:pt modelId="{0E093126-6764-46F8-95E0-6077A885370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The </a:t>
          </a:r>
          <a:r>
            <a:rPr lang="en-US"/>
            <a:t>inputs from the latest transaction correspond</a:t>
          </a:r>
        </a:p>
      </dgm:t>
    </dgm:pt>
    <dgm:pt modelId="{2743629E-E970-4DA0-9B61-21F40B83F3BF}" type="parTrans" cxnId="{375CEA5A-E3D6-4EA2-98BA-E6912DA61040}">
      <dgm:prSet/>
      <dgm:spPr/>
      <dgm:t>
        <a:bodyPr/>
        <a:lstStyle/>
        <a:p>
          <a:endParaRPr lang="en-US"/>
        </a:p>
      </dgm:t>
    </dgm:pt>
    <dgm:pt modelId="{FB5BBF41-B225-4874-A031-D811238DBF36}" type="sibTrans" cxnId="{375CEA5A-E3D6-4EA2-98BA-E6912DA61040}">
      <dgm:prSet/>
      <dgm:spPr/>
      <dgm:t>
        <a:bodyPr/>
        <a:lstStyle/>
        <a:p>
          <a:endParaRPr lang="en-US"/>
        </a:p>
      </dgm:t>
    </dgm:pt>
    <dgm:pt modelId="{4D01A3D7-3DD8-4B21-BBA3-CC81114879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outputs from previous transactions</a:t>
          </a:r>
        </a:p>
      </dgm:t>
    </dgm:pt>
    <dgm:pt modelId="{05F3F979-EFC6-46C4-BAF2-9F655174E762}" type="parTrans" cxnId="{0293D2E1-ECFA-4CA4-8F1B-69F63B9E4541}">
      <dgm:prSet/>
      <dgm:spPr/>
      <dgm:t>
        <a:bodyPr/>
        <a:lstStyle/>
        <a:p>
          <a:endParaRPr lang="en-US"/>
        </a:p>
      </dgm:t>
    </dgm:pt>
    <dgm:pt modelId="{012F9B78-E3D3-424C-AB01-E18AE68C62DE}" type="sibTrans" cxnId="{0293D2E1-ECFA-4CA4-8F1B-69F63B9E4541}">
      <dgm:prSet/>
      <dgm:spPr/>
      <dgm:t>
        <a:bodyPr/>
        <a:lstStyle/>
        <a:p>
          <a:endParaRPr lang="en-US"/>
        </a:p>
      </dgm:t>
    </dgm:pt>
    <dgm:pt modelId="{8FC808DE-4280-4D0A-B0DE-32C4DA2A83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</a:t>
          </a:r>
          <a:endParaRPr lang="en-US"/>
        </a:p>
      </dgm:t>
    </dgm:pt>
    <dgm:pt modelId="{A12F793F-74AD-4F81-BFA3-25C42A887F1E}" type="parTrans" cxnId="{6615F3E5-4D08-41D6-85E0-BA35C6E6C980}">
      <dgm:prSet/>
      <dgm:spPr/>
      <dgm:t>
        <a:bodyPr/>
        <a:lstStyle/>
        <a:p>
          <a:endParaRPr lang="en-US"/>
        </a:p>
      </dgm:t>
    </dgm:pt>
    <dgm:pt modelId="{C1253B52-14DB-4574-AA3F-C7FC220E7AF3}" type="sibTrans" cxnId="{6615F3E5-4D08-41D6-85E0-BA35C6E6C980}">
      <dgm:prSet/>
      <dgm:spPr/>
      <dgm:t>
        <a:bodyPr/>
        <a:lstStyle/>
        <a:p>
          <a:endParaRPr lang="en-US"/>
        </a:p>
      </dgm:t>
    </dgm:pt>
    <dgm:pt modelId="{95DF67D4-1835-4FC5-9E77-8DBDF3DD985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The value in wallet is locked by personal Keys</a:t>
          </a:r>
          <a:endParaRPr lang="en-US"/>
        </a:p>
      </dgm:t>
    </dgm:pt>
    <dgm:pt modelId="{A67C7C37-5D97-44F9-AA03-D5439F2D40E9}" type="parTrans" cxnId="{ECB41C27-6384-46BA-8983-C7978BADBD40}">
      <dgm:prSet/>
      <dgm:spPr/>
      <dgm:t>
        <a:bodyPr/>
        <a:lstStyle/>
        <a:p>
          <a:endParaRPr lang="en-US"/>
        </a:p>
      </dgm:t>
    </dgm:pt>
    <dgm:pt modelId="{342C7254-EC8C-438A-9B4B-B8E5D1673995}" type="sibTrans" cxnId="{ECB41C27-6384-46BA-8983-C7978BADBD40}">
      <dgm:prSet/>
      <dgm:spPr/>
      <dgm:t>
        <a:bodyPr/>
        <a:lstStyle/>
        <a:p>
          <a:endParaRPr lang="en-US"/>
        </a:p>
      </dgm:t>
    </dgm:pt>
    <dgm:pt modelId="{236E7FC1-5622-4BF1-B4C5-6EA8921CD93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Key provides a signature to unlock previous transaction outputs</a:t>
          </a:r>
          <a:endParaRPr lang="en-US"/>
        </a:p>
      </dgm:t>
    </dgm:pt>
    <dgm:pt modelId="{159AFE35-2828-43F1-8F65-D07BDE8D0CC3}" type="parTrans" cxnId="{1F92A222-E797-49C2-A77C-5D493B43E519}">
      <dgm:prSet/>
      <dgm:spPr/>
      <dgm:t>
        <a:bodyPr/>
        <a:lstStyle/>
        <a:p>
          <a:endParaRPr lang="en-US"/>
        </a:p>
      </dgm:t>
    </dgm:pt>
    <dgm:pt modelId="{D0EB3244-95B7-47F9-8E2F-E5235BACB3DB}" type="sibTrans" cxnId="{1F92A222-E797-49C2-A77C-5D493B43E519}">
      <dgm:prSet/>
      <dgm:spPr/>
      <dgm:t>
        <a:bodyPr/>
        <a:lstStyle/>
        <a:p>
          <a:endParaRPr lang="en-US"/>
        </a:p>
      </dgm:t>
    </dgm:pt>
    <dgm:pt modelId="{A4589B36-C06C-4EBB-9CD4-AF13024DE7F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Prove the network the fund is owned by the person</a:t>
          </a:r>
          <a:endParaRPr lang="en-US"/>
        </a:p>
      </dgm:t>
    </dgm:pt>
    <dgm:pt modelId="{C67D462C-1677-4B98-8685-6F4829DCE0E4}" type="parTrans" cxnId="{85112EF2-292A-41C1-B105-2DE777336CA4}">
      <dgm:prSet/>
      <dgm:spPr/>
      <dgm:t>
        <a:bodyPr/>
        <a:lstStyle/>
        <a:p>
          <a:endParaRPr lang="en-US"/>
        </a:p>
      </dgm:t>
    </dgm:pt>
    <dgm:pt modelId="{26F2EA90-2B6F-489A-A550-6FA4EEC22F99}" type="sibTrans" cxnId="{85112EF2-292A-41C1-B105-2DE777336CA4}">
      <dgm:prSet/>
      <dgm:spPr/>
      <dgm:t>
        <a:bodyPr/>
        <a:lstStyle/>
        <a:p>
          <a:endParaRPr lang="en-US"/>
        </a:p>
      </dgm:t>
    </dgm:pt>
    <dgm:pt modelId="{716D7A26-D9B0-4C16-9C77-D20FCE6761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Payment</a:t>
          </a:r>
          <a:endParaRPr lang="en-US"/>
        </a:p>
      </dgm:t>
    </dgm:pt>
    <dgm:pt modelId="{973445C1-5499-45C4-86A3-5ED64E1CE770}" type="parTrans" cxnId="{CA484B09-E86D-4B03-9110-1DA7B483BE36}">
      <dgm:prSet/>
      <dgm:spPr/>
      <dgm:t>
        <a:bodyPr/>
        <a:lstStyle/>
        <a:p>
          <a:endParaRPr lang="en-US"/>
        </a:p>
      </dgm:t>
    </dgm:pt>
    <dgm:pt modelId="{99A6026A-2957-4C94-9338-12BAA8F6C4F0}" type="sibTrans" cxnId="{CA484B09-E86D-4B03-9110-1DA7B483BE36}">
      <dgm:prSet/>
      <dgm:spPr/>
      <dgm:t>
        <a:bodyPr/>
        <a:lstStyle/>
        <a:p>
          <a:endParaRPr lang="en-US"/>
        </a:p>
      </dgm:t>
    </dgm:pt>
    <dgm:pt modelId="{8A4F53BC-A06C-4397-B1B6-9DA729A917F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Contains the information of the receiver</a:t>
          </a:r>
          <a:endParaRPr lang="en-US"/>
        </a:p>
      </dgm:t>
    </dgm:pt>
    <dgm:pt modelId="{B4A9D3D5-45EF-42B1-B753-D8B50E6AB6A0}" type="parTrans" cxnId="{5278C485-13AB-4327-8385-DBB2708CBD26}">
      <dgm:prSet/>
      <dgm:spPr/>
      <dgm:t>
        <a:bodyPr/>
        <a:lstStyle/>
        <a:p>
          <a:endParaRPr lang="en-US"/>
        </a:p>
      </dgm:t>
    </dgm:pt>
    <dgm:pt modelId="{4059542C-FDE0-4F64-8A25-22F4B2AFF6AC}" type="sibTrans" cxnId="{5278C485-13AB-4327-8385-DBB2708CBD26}">
      <dgm:prSet/>
      <dgm:spPr/>
      <dgm:t>
        <a:bodyPr/>
        <a:lstStyle/>
        <a:p>
          <a:endParaRPr lang="en-US"/>
        </a:p>
      </dgm:t>
    </dgm:pt>
    <dgm:pt modelId="{507DDC51-1CA5-4781-A030-6761A22A32C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Reciever can spend the amount attaching own signature</a:t>
          </a:r>
          <a:endParaRPr lang="en-US"/>
        </a:p>
      </dgm:t>
    </dgm:pt>
    <dgm:pt modelId="{D76920D8-5BF4-4CAB-8CD3-CDF1F9CA3AC3}" type="parTrans" cxnId="{22B63486-ADA2-4187-98FB-1D3499105820}">
      <dgm:prSet/>
      <dgm:spPr/>
      <dgm:t>
        <a:bodyPr/>
        <a:lstStyle/>
        <a:p>
          <a:endParaRPr lang="en-US"/>
        </a:p>
      </dgm:t>
    </dgm:pt>
    <dgm:pt modelId="{AF370F67-9B76-4FEE-8198-58F70C235495}" type="sibTrans" cxnId="{22B63486-ADA2-4187-98FB-1D3499105820}">
      <dgm:prSet/>
      <dgm:spPr/>
      <dgm:t>
        <a:bodyPr/>
        <a:lstStyle/>
        <a:p>
          <a:endParaRPr lang="en-US"/>
        </a:p>
      </dgm:t>
    </dgm:pt>
    <dgm:pt modelId="{C7633C0A-A0A8-4AF0-90C9-A6351FC61E15}" type="pres">
      <dgm:prSet presAssocID="{4EBD4C3E-4669-47DF-986F-47DFA2B02969}" presName="root" presStyleCnt="0">
        <dgm:presLayoutVars>
          <dgm:dir/>
          <dgm:resizeHandles val="exact"/>
        </dgm:presLayoutVars>
      </dgm:prSet>
      <dgm:spPr/>
    </dgm:pt>
    <dgm:pt modelId="{64E0BEEF-6544-44D7-8508-A1E1C359F0D1}" type="pres">
      <dgm:prSet presAssocID="{9B721A40-1AE0-47A8-88BD-A130B931A31E}" presName="compNode" presStyleCnt="0"/>
      <dgm:spPr/>
    </dgm:pt>
    <dgm:pt modelId="{A763E2A1-BE07-474A-AAB3-000996B0BDDC}" type="pres">
      <dgm:prSet presAssocID="{9B721A40-1AE0-47A8-88BD-A130B931A3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46220756-AF5E-4D39-ADF6-4C454F624B1E}" type="pres">
      <dgm:prSet presAssocID="{9B721A40-1AE0-47A8-88BD-A130B931A31E}" presName="iconSpace" presStyleCnt="0"/>
      <dgm:spPr/>
    </dgm:pt>
    <dgm:pt modelId="{4E295292-0EAE-4919-918E-4C881A609931}" type="pres">
      <dgm:prSet presAssocID="{9B721A40-1AE0-47A8-88BD-A130B931A31E}" presName="parTx" presStyleLbl="revTx" presStyleIdx="0" presStyleCnt="6">
        <dgm:presLayoutVars>
          <dgm:chMax val="0"/>
          <dgm:chPref val="0"/>
        </dgm:presLayoutVars>
      </dgm:prSet>
      <dgm:spPr/>
    </dgm:pt>
    <dgm:pt modelId="{FBFE5BB9-4D98-470A-A1EE-35AC70FFDD02}" type="pres">
      <dgm:prSet presAssocID="{9B721A40-1AE0-47A8-88BD-A130B931A31E}" presName="txSpace" presStyleCnt="0"/>
      <dgm:spPr/>
    </dgm:pt>
    <dgm:pt modelId="{1E6027D3-E5EE-47A1-8287-0B095BB8E92D}" type="pres">
      <dgm:prSet presAssocID="{9B721A40-1AE0-47A8-88BD-A130B931A31E}" presName="desTx" presStyleLbl="revTx" presStyleIdx="1" presStyleCnt="6">
        <dgm:presLayoutVars/>
      </dgm:prSet>
      <dgm:spPr/>
    </dgm:pt>
    <dgm:pt modelId="{B3FF29D7-2D15-4D7C-AAB6-A1968D398941}" type="pres">
      <dgm:prSet presAssocID="{D2AC626C-62FF-4552-89FF-8E649016785C}" presName="sibTrans" presStyleCnt="0"/>
      <dgm:spPr/>
    </dgm:pt>
    <dgm:pt modelId="{C06ECC34-9E12-46D8-909C-8636F4CF6914}" type="pres">
      <dgm:prSet presAssocID="{8FC808DE-4280-4D0A-B0DE-32C4DA2A8334}" presName="compNode" presStyleCnt="0"/>
      <dgm:spPr/>
    </dgm:pt>
    <dgm:pt modelId="{B25066D2-9ED0-4B08-93A2-E05B0F89A0A7}" type="pres">
      <dgm:prSet presAssocID="{8FC808DE-4280-4D0A-B0DE-32C4DA2A833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59F1C3D-96D2-47D1-833D-1EA781CA209D}" type="pres">
      <dgm:prSet presAssocID="{8FC808DE-4280-4D0A-B0DE-32C4DA2A8334}" presName="iconSpace" presStyleCnt="0"/>
      <dgm:spPr/>
    </dgm:pt>
    <dgm:pt modelId="{2A2ACCCE-927F-47C9-A092-A48BF4010E12}" type="pres">
      <dgm:prSet presAssocID="{8FC808DE-4280-4D0A-B0DE-32C4DA2A8334}" presName="parTx" presStyleLbl="revTx" presStyleIdx="2" presStyleCnt="6">
        <dgm:presLayoutVars>
          <dgm:chMax val="0"/>
          <dgm:chPref val="0"/>
        </dgm:presLayoutVars>
      </dgm:prSet>
      <dgm:spPr/>
    </dgm:pt>
    <dgm:pt modelId="{F92F6F05-D869-4F05-976F-DFF09321671F}" type="pres">
      <dgm:prSet presAssocID="{8FC808DE-4280-4D0A-B0DE-32C4DA2A8334}" presName="txSpace" presStyleCnt="0"/>
      <dgm:spPr/>
    </dgm:pt>
    <dgm:pt modelId="{641B81B4-FA14-4C2A-B488-7425301E1FEE}" type="pres">
      <dgm:prSet presAssocID="{8FC808DE-4280-4D0A-B0DE-32C4DA2A8334}" presName="desTx" presStyleLbl="revTx" presStyleIdx="3" presStyleCnt="6">
        <dgm:presLayoutVars/>
      </dgm:prSet>
      <dgm:spPr/>
    </dgm:pt>
    <dgm:pt modelId="{FEBC5017-4F61-400C-AAFD-A9D371EBD840}" type="pres">
      <dgm:prSet presAssocID="{C1253B52-14DB-4574-AA3F-C7FC220E7AF3}" presName="sibTrans" presStyleCnt="0"/>
      <dgm:spPr/>
    </dgm:pt>
    <dgm:pt modelId="{D329AE69-E5CC-4011-852D-DD4B63C7DA96}" type="pres">
      <dgm:prSet presAssocID="{716D7A26-D9B0-4C16-9C77-D20FCE6761BA}" presName="compNode" presStyleCnt="0"/>
      <dgm:spPr/>
    </dgm:pt>
    <dgm:pt modelId="{B3050DE0-BA72-404F-AD10-AA19ACFE6E4F}" type="pres">
      <dgm:prSet presAssocID="{716D7A26-D9B0-4C16-9C77-D20FCE6761B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E570330-B316-438D-9EC9-58FC10933B69}" type="pres">
      <dgm:prSet presAssocID="{716D7A26-D9B0-4C16-9C77-D20FCE6761BA}" presName="iconSpace" presStyleCnt="0"/>
      <dgm:spPr/>
    </dgm:pt>
    <dgm:pt modelId="{8EB6606B-3E09-41F8-9E70-2F3CDC1D7063}" type="pres">
      <dgm:prSet presAssocID="{716D7A26-D9B0-4C16-9C77-D20FCE6761BA}" presName="parTx" presStyleLbl="revTx" presStyleIdx="4" presStyleCnt="6">
        <dgm:presLayoutVars>
          <dgm:chMax val="0"/>
          <dgm:chPref val="0"/>
        </dgm:presLayoutVars>
      </dgm:prSet>
      <dgm:spPr/>
    </dgm:pt>
    <dgm:pt modelId="{4D29F017-3605-429C-9D96-3B60700F7D54}" type="pres">
      <dgm:prSet presAssocID="{716D7A26-D9B0-4C16-9C77-D20FCE6761BA}" presName="txSpace" presStyleCnt="0"/>
      <dgm:spPr/>
    </dgm:pt>
    <dgm:pt modelId="{CB71E9C6-2AC6-4A3B-BB97-B1C40E24A003}" type="pres">
      <dgm:prSet presAssocID="{716D7A26-D9B0-4C16-9C77-D20FCE6761BA}" presName="desTx" presStyleLbl="revTx" presStyleIdx="5" presStyleCnt="6">
        <dgm:presLayoutVars/>
      </dgm:prSet>
      <dgm:spPr/>
    </dgm:pt>
  </dgm:ptLst>
  <dgm:cxnLst>
    <dgm:cxn modelId="{9139FF00-16AC-4133-A561-E0DC8D2D395C}" type="presOf" srcId="{8A4F53BC-A06C-4397-B1B6-9DA729A917F9}" destId="{CB71E9C6-2AC6-4A3B-BB97-B1C40E24A003}" srcOrd="0" destOrd="0" presId="urn:microsoft.com/office/officeart/2018/5/layout/CenteredIconLabelDescriptionList"/>
    <dgm:cxn modelId="{601F1703-A4BD-46B5-A0A5-BCB5EA0C7444}" type="presOf" srcId="{8FC808DE-4280-4D0A-B0DE-32C4DA2A8334}" destId="{2A2ACCCE-927F-47C9-A092-A48BF4010E12}" srcOrd="0" destOrd="0" presId="urn:microsoft.com/office/officeart/2018/5/layout/CenteredIconLabelDescriptionList"/>
    <dgm:cxn modelId="{CA484B09-E86D-4B03-9110-1DA7B483BE36}" srcId="{4EBD4C3E-4669-47DF-986F-47DFA2B02969}" destId="{716D7A26-D9B0-4C16-9C77-D20FCE6761BA}" srcOrd="2" destOrd="0" parTransId="{973445C1-5499-45C4-86A3-5ED64E1CE770}" sibTransId="{99A6026A-2957-4C94-9338-12BAA8F6C4F0}"/>
    <dgm:cxn modelId="{F65B6011-587D-4A8E-B24E-4C436E39A2FD}" type="presOf" srcId="{236E7FC1-5622-4BF1-B4C5-6EA8921CD933}" destId="{641B81B4-FA14-4C2A-B488-7425301E1FEE}" srcOrd="0" destOrd="1" presId="urn:microsoft.com/office/officeart/2018/5/layout/CenteredIconLabelDescriptionList"/>
    <dgm:cxn modelId="{7484A01B-BC48-4C0D-BA3C-E250DDA0227B}" type="presOf" srcId="{74CB4C7C-2372-483F-9E21-A31091D51C3A}" destId="{1E6027D3-E5EE-47A1-8287-0B095BB8E92D}" srcOrd="0" destOrd="0" presId="urn:microsoft.com/office/officeart/2018/5/layout/CenteredIconLabelDescriptionList"/>
    <dgm:cxn modelId="{1F92A222-E797-49C2-A77C-5D493B43E519}" srcId="{8FC808DE-4280-4D0A-B0DE-32C4DA2A8334}" destId="{236E7FC1-5622-4BF1-B4C5-6EA8921CD933}" srcOrd="1" destOrd="0" parTransId="{159AFE35-2828-43F1-8F65-D07BDE8D0CC3}" sibTransId="{D0EB3244-95B7-47F9-8E2F-E5235BACB3DB}"/>
    <dgm:cxn modelId="{ECB41C27-6384-46BA-8983-C7978BADBD40}" srcId="{8FC808DE-4280-4D0A-B0DE-32C4DA2A8334}" destId="{95DF67D4-1835-4FC5-9E77-8DBDF3DD985B}" srcOrd="0" destOrd="0" parTransId="{A67C7C37-5D97-44F9-AA03-D5439F2D40E9}" sibTransId="{342C7254-EC8C-438A-9B4B-B8E5D1673995}"/>
    <dgm:cxn modelId="{9DD35027-9236-43BE-9D62-20ECC8308697}" type="presOf" srcId="{716D7A26-D9B0-4C16-9C77-D20FCE6761BA}" destId="{8EB6606B-3E09-41F8-9E70-2F3CDC1D7063}" srcOrd="0" destOrd="0" presId="urn:microsoft.com/office/officeart/2018/5/layout/CenteredIconLabelDescriptionList"/>
    <dgm:cxn modelId="{CC8BF232-745B-4E78-AC66-8C3B901B796B}" type="presOf" srcId="{9B721A40-1AE0-47A8-88BD-A130B931A31E}" destId="{4E295292-0EAE-4919-918E-4C881A609931}" srcOrd="0" destOrd="0" presId="urn:microsoft.com/office/officeart/2018/5/layout/CenteredIconLabelDescriptionList"/>
    <dgm:cxn modelId="{7D3B3362-16B9-490C-9E13-977EEB4A2DC8}" type="presOf" srcId="{4D01A3D7-3DD8-4B21-BBA3-CC8111487960}" destId="{1E6027D3-E5EE-47A1-8287-0B095BB8E92D}" srcOrd="0" destOrd="2" presId="urn:microsoft.com/office/officeart/2018/5/layout/CenteredIconLabelDescriptionList"/>
    <dgm:cxn modelId="{48B7E965-35C4-4503-9264-04BB4831F726}" type="presOf" srcId="{507DDC51-1CA5-4781-A030-6761A22A32C7}" destId="{CB71E9C6-2AC6-4A3B-BB97-B1C40E24A003}" srcOrd="0" destOrd="1" presId="urn:microsoft.com/office/officeart/2018/5/layout/CenteredIconLabelDescriptionList"/>
    <dgm:cxn modelId="{4A3BA979-D7FE-4125-894F-CBF7992800A4}" type="presOf" srcId="{4EBD4C3E-4669-47DF-986F-47DFA2B02969}" destId="{C7633C0A-A0A8-4AF0-90C9-A6351FC61E15}" srcOrd="0" destOrd="0" presId="urn:microsoft.com/office/officeart/2018/5/layout/CenteredIconLabelDescriptionList"/>
    <dgm:cxn modelId="{375CEA5A-E3D6-4EA2-98BA-E6912DA61040}" srcId="{9B721A40-1AE0-47A8-88BD-A130B931A31E}" destId="{0E093126-6764-46F8-95E0-6077A8853704}" srcOrd="1" destOrd="0" parTransId="{2743629E-E970-4DA0-9B61-21F40B83F3BF}" sibTransId="{FB5BBF41-B225-4874-A031-D811238DBF36}"/>
    <dgm:cxn modelId="{F50A7C7B-272E-44C1-849E-83FC62F70107}" type="presOf" srcId="{95DF67D4-1835-4FC5-9E77-8DBDF3DD985B}" destId="{641B81B4-FA14-4C2A-B488-7425301E1FEE}" srcOrd="0" destOrd="0" presId="urn:microsoft.com/office/officeart/2018/5/layout/CenteredIconLabelDescriptionList"/>
    <dgm:cxn modelId="{E0C04C80-C857-43CA-9E16-43DC75756EFD}" srcId="{4EBD4C3E-4669-47DF-986F-47DFA2B02969}" destId="{9B721A40-1AE0-47A8-88BD-A130B931A31E}" srcOrd="0" destOrd="0" parTransId="{F809BD54-75A5-4DB0-A7A2-06F30FC2329E}" sibTransId="{D2AC626C-62FF-4552-89FF-8E649016785C}"/>
    <dgm:cxn modelId="{5278C485-13AB-4327-8385-DBB2708CBD26}" srcId="{716D7A26-D9B0-4C16-9C77-D20FCE6761BA}" destId="{8A4F53BC-A06C-4397-B1B6-9DA729A917F9}" srcOrd="0" destOrd="0" parTransId="{B4A9D3D5-45EF-42B1-B753-D8B50E6AB6A0}" sibTransId="{4059542C-FDE0-4F64-8A25-22F4B2AFF6AC}"/>
    <dgm:cxn modelId="{22B63486-ADA2-4187-98FB-1D3499105820}" srcId="{716D7A26-D9B0-4C16-9C77-D20FCE6761BA}" destId="{507DDC51-1CA5-4781-A030-6761A22A32C7}" srcOrd="1" destOrd="0" parTransId="{D76920D8-5BF4-4CAB-8CD3-CDF1F9CA3AC3}" sibTransId="{AF370F67-9B76-4FEE-8198-58F70C235495}"/>
    <dgm:cxn modelId="{2D62A1AD-990A-4D4D-B189-465B92F5FEAB}" srcId="{9B721A40-1AE0-47A8-88BD-A130B931A31E}" destId="{74CB4C7C-2372-483F-9E21-A31091D51C3A}" srcOrd="0" destOrd="0" parTransId="{D2EB772E-A558-441A-B820-FDC69BE9C8FD}" sibTransId="{70974316-F91E-4E9F-A220-154C52E4D901}"/>
    <dgm:cxn modelId="{0293D2E1-ECFA-4CA4-8F1B-69F63B9E4541}" srcId="{9B721A40-1AE0-47A8-88BD-A130B931A31E}" destId="{4D01A3D7-3DD8-4B21-BBA3-CC8111487960}" srcOrd="2" destOrd="0" parTransId="{05F3F979-EFC6-46C4-BAF2-9F655174E762}" sibTransId="{012F9B78-E3D3-424C-AB01-E18AE68C62DE}"/>
    <dgm:cxn modelId="{6615F3E5-4D08-41D6-85E0-BA35C6E6C980}" srcId="{4EBD4C3E-4669-47DF-986F-47DFA2B02969}" destId="{8FC808DE-4280-4D0A-B0DE-32C4DA2A8334}" srcOrd="1" destOrd="0" parTransId="{A12F793F-74AD-4F81-BFA3-25C42A887F1E}" sibTransId="{C1253B52-14DB-4574-AA3F-C7FC220E7AF3}"/>
    <dgm:cxn modelId="{85112EF2-292A-41C1-B105-2DE777336CA4}" srcId="{8FC808DE-4280-4D0A-B0DE-32C4DA2A8334}" destId="{A4589B36-C06C-4EBB-9CD4-AF13024DE7FE}" srcOrd="2" destOrd="0" parTransId="{C67D462C-1677-4B98-8685-6F4829DCE0E4}" sibTransId="{26F2EA90-2B6F-489A-A550-6FA4EEC22F99}"/>
    <dgm:cxn modelId="{F3B256F3-D9B5-436D-83AE-F25CFF349C36}" type="presOf" srcId="{0E093126-6764-46F8-95E0-6077A8853704}" destId="{1E6027D3-E5EE-47A1-8287-0B095BB8E92D}" srcOrd="0" destOrd="1" presId="urn:microsoft.com/office/officeart/2018/5/layout/CenteredIconLabelDescriptionList"/>
    <dgm:cxn modelId="{444358F7-6A0D-423F-AFD9-27BCDCC7C46E}" type="presOf" srcId="{A4589B36-C06C-4EBB-9CD4-AF13024DE7FE}" destId="{641B81B4-FA14-4C2A-B488-7425301E1FEE}" srcOrd="0" destOrd="2" presId="urn:microsoft.com/office/officeart/2018/5/layout/CenteredIconLabelDescriptionList"/>
    <dgm:cxn modelId="{1C533571-FD1A-40E6-88C6-2CEFB6CB10FF}" type="presParOf" srcId="{C7633C0A-A0A8-4AF0-90C9-A6351FC61E15}" destId="{64E0BEEF-6544-44D7-8508-A1E1C359F0D1}" srcOrd="0" destOrd="0" presId="urn:microsoft.com/office/officeart/2018/5/layout/CenteredIconLabelDescriptionList"/>
    <dgm:cxn modelId="{5C2F3E0B-A83C-462C-95B1-F896F65B6D76}" type="presParOf" srcId="{64E0BEEF-6544-44D7-8508-A1E1C359F0D1}" destId="{A763E2A1-BE07-474A-AAB3-000996B0BDDC}" srcOrd="0" destOrd="0" presId="urn:microsoft.com/office/officeart/2018/5/layout/CenteredIconLabelDescriptionList"/>
    <dgm:cxn modelId="{2C8C0C9D-B9E5-495B-B4F2-381AE13F902A}" type="presParOf" srcId="{64E0BEEF-6544-44D7-8508-A1E1C359F0D1}" destId="{46220756-AF5E-4D39-ADF6-4C454F624B1E}" srcOrd="1" destOrd="0" presId="urn:microsoft.com/office/officeart/2018/5/layout/CenteredIconLabelDescriptionList"/>
    <dgm:cxn modelId="{4F78DF4E-9D7E-485E-B813-903F24E7E6AD}" type="presParOf" srcId="{64E0BEEF-6544-44D7-8508-A1E1C359F0D1}" destId="{4E295292-0EAE-4919-918E-4C881A609931}" srcOrd="2" destOrd="0" presId="urn:microsoft.com/office/officeart/2018/5/layout/CenteredIconLabelDescriptionList"/>
    <dgm:cxn modelId="{EDE33812-020E-496B-B53B-50E3342A5343}" type="presParOf" srcId="{64E0BEEF-6544-44D7-8508-A1E1C359F0D1}" destId="{FBFE5BB9-4D98-470A-A1EE-35AC70FFDD02}" srcOrd="3" destOrd="0" presId="urn:microsoft.com/office/officeart/2018/5/layout/CenteredIconLabelDescriptionList"/>
    <dgm:cxn modelId="{5376C1F6-9681-4E2B-B81E-82DD8330BFCC}" type="presParOf" srcId="{64E0BEEF-6544-44D7-8508-A1E1C359F0D1}" destId="{1E6027D3-E5EE-47A1-8287-0B095BB8E92D}" srcOrd="4" destOrd="0" presId="urn:microsoft.com/office/officeart/2018/5/layout/CenteredIconLabelDescriptionList"/>
    <dgm:cxn modelId="{6F49F5E2-AD0E-428E-957C-2FD3512BFAEA}" type="presParOf" srcId="{C7633C0A-A0A8-4AF0-90C9-A6351FC61E15}" destId="{B3FF29D7-2D15-4D7C-AAB6-A1968D398941}" srcOrd="1" destOrd="0" presId="urn:microsoft.com/office/officeart/2018/5/layout/CenteredIconLabelDescriptionList"/>
    <dgm:cxn modelId="{51DB6AEE-E0D0-425E-99F7-7E47C820EDBA}" type="presParOf" srcId="{C7633C0A-A0A8-4AF0-90C9-A6351FC61E15}" destId="{C06ECC34-9E12-46D8-909C-8636F4CF6914}" srcOrd="2" destOrd="0" presId="urn:microsoft.com/office/officeart/2018/5/layout/CenteredIconLabelDescriptionList"/>
    <dgm:cxn modelId="{02D69783-5BC5-46ED-84AC-0A83DBE412FF}" type="presParOf" srcId="{C06ECC34-9E12-46D8-909C-8636F4CF6914}" destId="{B25066D2-9ED0-4B08-93A2-E05B0F89A0A7}" srcOrd="0" destOrd="0" presId="urn:microsoft.com/office/officeart/2018/5/layout/CenteredIconLabelDescriptionList"/>
    <dgm:cxn modelId="{D6EEE341-848E-4E24-A28F-C45ED5DDD800}" type="presParOf" srcId="{C06ECC34-9E12-46D8-909C-8636F4CF6914}" destId="{C59F1C3D-96D2-47D1-833D-1EA781CA209D}" srcOrd="1" destOrd="0" presId="urn:microsoft.com/office/officeart/2018/5/layout/CenteredIconLabelDescriptionList"/>
    <dgm:cxn modelId="{A185FEB7-AF4D-4ACA-9ED7-24201E12C1E9}" type="presParOf" srcId="{C06ECC34-9E12-46D8-909C-8636F4CF6914}" destId="{2A2ACCCE-927F-47C9-A092-A48BF4010E12}" srcOrd="2" destOrd="0" presId="urn:microsoft.com/office/officeart/2018/5/layout/CenteredIconLabelDescriptionList"/>
    <dgm:cxn modelId="{1443AC2A-1CAE-4140-87C7-1D1D26CFA4D0}" type="presParOf" srcId="{C06ECC34-9E12-46D8-909C-8636F4CF6914}" destId="{F92F6F05-D869-4F05-976F-DFF09321671F}" srcOrd="3" destOrd="0" presId="urn:microsoft.com/office/officeart/2018/5/layout/CenteredIconLabelDescriptionList"/>
    <dgm:cxn modelId="{ADAA3D5C-F3D5-4719-B51A-C8246C974791}" type="presParOf" srcId="{C06ECC34-9E12-46D8-909C-8636F4CF6914}" destId="{641B81B4-FA14-4C2A-B488-7425301E1FEE}" srcOrd="4" destOrd="0" presId="urn:microsoft.com/office/officeart/2018/5/layout/CenteredIconLabelDescriptionList"/>
    <dgm:cxn modelId="{3846FEE4-BF01-4803-9C4A-75C87376C1C3}" type="presParOf" srcId="{C7633C0A-A0A8-4AF0-90C9-A6351FC61E15}" destId="{FEBC5017-4F61-400C-AAFD-A9D371EBD840}" srcOrd="3" destOrd="0" presId="urn:microsoft.com/office/officeart/2018/5/layout/CenteredIconLabelDescriptionList"/>
    <dgm:cxn modelId="{E6398F30-5721-44F9-AAC4-14CD149F3AC0}" type="presParOf" srcId="{C7633C0A-A0A8-4AF0-90C9-A6351FC61E15}" destId="{D329AE69-E5CC-4011-852D-DD4B63C7DA96}" srcOrd="4" destOrd="0" presId="urn:microsoft.com/office/officeart/2018/5/layout/CenteredIconLabelDescriptionList"/>
    <dgm:cxn modelId="{18C8639F-6FBA-4E7A-A2FC-E47E1957F0CB}" type="presParOf" srcId="{D329AE69-E5CC-4011-852D-DD4B63C7DA96}" destId="{B3050DE0-BA72-404F-AD10-AA19ACFE6E4F}" srcOrd="0" destOrd="0" presId="urn:microsoft.com/office/officeart/2018/5/layout/CenteredIconLabelDescriptionList"/>
    <dgm:cxn modelId="{84E9B506-1CE3-4496-96C3-D0259BB53DC4}" type="presParOf" srcId="{D329AE69-E5CC-4011-852D-DD4B63C7DA96}" destId="{9E570330-B316-438D-9EC9-58FC10933B69}" srcOrd="1" destOrd="0" presId="urn:microsoft.com/office/officeart/2018/5/layout/CenteredIconLabelDescriptionList"/>
    <dgm:cxn modelId="{38F81A14-57A7-49A4-BACB-29D0DD23A6AF}" type="presParOf" srcId="{D329AE69-E5CC-4011-852D-DD4B63C7DA96}" destId="{8EB6606B-3E09-41F8-9E70-2F3CDC1D7063}" srcOrd="2" destOrd="0" presId="urn:microsoft.com/office/officeart/2018/5/layout/CenteredIconLabelDescriptionList"/>
    <dgm:cxn modelId="{0B443975-1FB6-4112-9D57-B7A85A142A40}" type="presParOf" srcId="{D329AE69-E5CC-4011-852D-DD4B63C7DA96}" destId="{4D29F017-3605-429C-9D96-3B60700F7D54}" srcOrd="3" destOrd="0" presId="urn:microsoft.com/office/officeart/2018/5/layout/CenteredIconLabelDescriptionList"/>
    <dgm:cxn modelId="{E05F2E31-D813-4224-95B6-4DFEC3958C2C}" type="presParOf" srcId="{D329AE69-E5CC-4011-852D-DD4B63C7DA96}" destId="{CB71E9C6-2AC6-4A3B-BB97-B1C40E24A00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0201F66-A039-426C-98DD-52676FF5BD2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F6C6AC3-EB96-4B5C-8A23-4831673E9E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Change Address</a:t>
          </a:r>
          <a:endParaRPr lang="en-US"/>
        </a:p>
      </dgm:t>
    </dgm:pt>
    <dgm:pt modelId="{1DFA6138-6C09-42F0-8AB8-A71A9E5FF643}" type="parTrans" cxnId="{45BCB2E8-E816-463C-B8BA-EE0ADE1F8CD0}">
      <dgm:prSet/>
      <dgm:spPr/>
      <dgm:t>
        <a:bodyPr/>
        <a:lstStyle/>
        <a:p>
          <a:endParaRPr lang="en-US"/>
        </a:p>
      </dgm:t>
    </dgm:pt>
    <dgm:pt modelId="{4B37618D-50B2-48E9-A30B-AD7A8A7251FF}" type="sibTrans" cxnId="{45BCB2E8-E816-463C-B8BA-EE0ADE1F8CD0}">
      <dgm:prSet/>
      <dgm:spPr/>
      <dgm:t>
        <a:bodyPr/>
        <a:lstStyle/>
        <a:p>
          <a:endParaRPr lang="en-US"/>
        </a:p>
      </dgm:t>
    </dgm:pt>
    <dgm:pt modelId="{54C82530-D108-4DEC-9DCE-D7821C9B2D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 transactions include outputs </a:t>
          </a:r>
        </a:p>
      </dgm:t>
    </dgm:pt>
    <dgm:pt modelId="{FCB0D841-4B05-4878-886C-018BD56535AD}" type="parTrans" cxnId="{15CD7BC7-5031-4F2F-B156-A26437AAFF5C}">
      <dgm:prSet/>
      <dgm:spPr/>
      <dgm:t>
        <a:bodyPr/>
        <a:lstStyle/>
        <a:p>
          <a:endParaRPr lang="en-US"/>
        </a:p>
      </dgm:t>
    </dgm:pt>
    <dgm:pt modelId="{1DEEEA32-5D36-4EA9-9D88-7C11F2A61FAF}" type="sibTrans" cxnId="{15CD7BC7-5031-4F2F-B156-A26437AAFF5C}">
      <dgm:prSet/>
      <dgm:spPr/>
      <dgm:t>
        <a:bodyPr/>
        <a:lstStyle/>
        <a:p>
          <a:endParaRPr lang="en-US"/>
        </a:p>
      </dgm:t>
    </dgm:pt>
    <dgm:pt modelId="{2211B1A9-E73A-4AFC-A812-B0FCB47422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reference both an address of the</a:t>
          </a:r>
          <a:r>
            <a:rPr lang="tr-TR"/>
            <a:t> </a:t>
          </a:r>
          <a:r>
            <a:rPr lang="en-US"/>
            <a:t>new owner </a:t>
          </a:r>
        </a:p>
      </dgm:t>
    </dgm:pt>
    <dgm:pt modelId="{2AF2393D-6B0B-4D3E-B172-47C451F9C667}" type="parTrans" cxnId="{E11F0FFD-5551-44A1-9A81-93CD73ECE5E0}">
      <dgm:prSet/>
      <dgm:spPr/>
      <dgm:t>
        <a:bodyPr/>
        <a:lstStyle/>
        <a:p>
          <a:endParaRPr lang="en-US"/>
        </a:p>
      </dgm:t>
    </dgm:pt>
    <dgm:pt modelId="{F0AC1EB0-87D5-4E77-B9E0-908C4B29067D}" type="sibTrans" cxnId="{E11F0FFD-5551-44A1-9A81-93CD73ECE5E0}">
      <dgm:prSet/>
      <dgm:spPr/>
      <dgm:t>
        <a:bodyPr/>
        <a:lstStyle/>
        <a:p>
          <a:endParaRPr lang="en-US"/>
        </a:p>
      </dgm:t>
    </dgm:pt>
    <dgm:pt modelId="{D5533365-F900-4719-8CA4-283B5C489D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an address of the current owner, called the </a:t>
          </a:r>
          <a:r>
            <a:rPr lang="en-US" i="1"/>
            <a:t>change </a:t>
          </a:r>
          <a:r>
            <a:rPr lang="en-US"/>
            <a:t>address.</a:t>
          </a:r>
        </a:p>
      </dgm:t>
    </dgm:pt>
    <dgm:pt modelId="{2AEF6262-FF06-407B-B383-317AAD5CF0AE}" type="parTrans" cxnId="{2C7817CA-4F86-4263-B498-20E502A4EF1B}">
      <dgm:prSet/>
      <dgm:spPr/>
      <dgm:t>
        <a:bodyPr/>
        <a:lstStyle/>
        <a:p>
          <a:endParaRPr lang="en-US"/>
        </a:p>
      </dgm:t>
    </dgm:pt>
    <dgm:pt modelId="{BA265BEA-EFE3-4D70-A684-D732BA16CCD2}" type="sibTrans" cxnId="{2C7817CA-4F86-4263-B498-20E502A4EF1B}">
      <dgm:prSet/>
      <dgm:spPr/>
      <dgm:t>
        <a:bodyPr/>
        <a:lstStyle/>
        <a:p>
          <a:endParaRPr lang="en-US"/>
        </a:p>
      </dgm:t>
    </dgm:pt>
    <dgm:pt modelId="{61321DB2-0001-40E6-BB59-D6B55CF0BD8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 Division of inputs</a:t>
          </a:r>
          <a:endParaRPr lang="en-US"/>
        </a:p>
      </dgm:t>
    </dgm:pt>
    <dgm:pt modelId="{EF91490D-3727-4759-8F71-2702C8A6D7BF}" type="parTrans" cxnId="{65DF20D6-37C5-463A-BAEB-0F9E87B64C86}">
      <dgm:prSet/>
      <dgm:spPr/>
      <dgm:t>
        <a:bodyPr/>
        <a:lstStyle/>
        <a:p>
          <a:endParaRPr lang="en-US"/>
        </a:p>
      </dgm:t>
    </dgm:pt>
    <dgm:pt modelId="{687E1615-6EA1-438F-AB34-780EBF871969}" type="sibTrans" cxnId="{65DF20D6-37C5-463A-BAEB-0F9E87B64C86}">
      <dgm:prSet/>
      <dgm:spPr/>
      <dgm:t>
        <a:bodyPr/>
        <a:lstStyle/>
        <a:p>
          <a:endParaRPr lang="en-US"/>
        </a:p>
      </dgm:t>
    </dgm:pt>
    <dgm:pt modelId="{2DFB6902-A293-4E93-8D2B-5B2F602EC2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 inputs, like currency notes</a:t>
          </a:r>
        </a:p>
      </dgm:t>
    </dgm:pt>
    <dgm:pt modelId="{EBC18371-B44C-4B60-A39D-9001CACC9907}" type="parTrans" cxnId="{DD3D230C-B13A-480F-9B5E-65F1BCA02E49}">
      <dgm:prSet/>
      <dgm:spPr/>
      <dgm:t>
        <a:bodyPr/>
        <a:lstStyle/>
        <a:p>
          <a:endParaRPr lang="tr-TR"/>
        </a:p>
      </dgm:t>
    </dgm:pt>
    <dgm:pt modelId="{4BC4D841-8997-4A35-A341-95A3558A0046}" type="sibTrans" cxnId="{DD3D230C-B13A-480F-9B5E-65F1BCA02E49}">
      <dgm:prSet/>
      <dgm:spPr/>
      <dgm:t>
        <a:bodyPr/>
        <a:lstStyle/>
        <a:p>
          <a:endParaRPr lang="tr-TR"/>
        </a:p>
      </dgm:t>
    </dgm:pt>
    <dgm:pt modelId="{8F50C89A-53FE-4115-9CDD-AB56D4B53E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cannot </a:t>
          </a:r>
          <a:r>
            <a:rPr lang="en-US" dirty="0"/>
            <a:t>be divided. </a:t>
          </a:r>
        </a:p>
      </dgm:t>
    </dgm:pt>
    <dgm:pt modelId="{B1C5BB91-712D-47BF-BD42-83FC2B1D16BD}" type="parTrans" cxnId="{603CBDBE-BF13-4E34-8578-DFFB8CD6ED8E}">
      <dgm:prSet/>
      <dgm:spPr/>
      <dgm:t>
        <a:bodyPr/>
        <a:lstStyle/>
        <a:p>
          <a:endParaRPr lang="tr-TR"/>
        </a:p>
      </dgm:t>
    </dgm:pt>
    <dgm:pt modelId="{3FE105A7-44FA-4110-8864-A25549DAA628}" type="sibTrans" cxnId="{603CBDBE-BF13-4E34-8578-DFFB8CD6ED8E}">
      <dgm:prSet/>
      <dgm:spPr/>
      <dgm:t>
        <a:bodyPr/>
        <a:lstStyle/>
        <a:p>
          <a:endParaRPr lang="tr-TR"/>
        </a:p>
      </dgm:t>
    </dgm:pt>
    <dgm:pt modelId="{C1AC522D-D159-420A-B509-D711CE1326CC}" type="pres">
      <dgm:prSet presAssocID="{E0201F66-A039-426C-98DD-52676FF5BD22}" presName="root" presStyleCnt="0">
        <dgm:presLayoutVars>
          <dgm:dir/>
          <dgm:resizeHandles val="exact"/>
        </dgm:presLayoutVars>
      </dgm:prSet>
      <dgm:spPr/>
    </dgm:pt>
    <dgm:pt modelId="{97B325F2-A714-4CDF-AFF6-6987EC60AC7A}" type="pres">
      <dgm:prSet presAssocID="{CF6C6AC3-EB96-4B5C-8A23-4831673E9EAF}" presName="compNode" presStyleCnt="0"/>
      <dgm:spPr/>
    </dgm:pt>
    <dgm:pt modelId="{23F5A868-A9D6-4873-AD1F-043B14E6D661}" type="pres">
      <dgm:prSet presAssocID="{CF6C6AC3-EB96-4B5C-8A23-4831673E9E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9319223-CCAC-469E-B21A-4930DD2E19EF}" type="pres">
      <dgm:prSet presAssocID="{CF6C6AC3-EB96-4B5C-8A23-4831673E9EAF}" presName="iconSpace" presStyleCnt="0"/>
      <dgm:spPr/>
    </dgm:pt>
    <dgm:pt modelId="{6AECD3E1-838F-4695-A50A-E5831746A7F7}" type="pres">
      <dgm:prSet presAssocID="{CF6C6AC3-EB96-4B5C-8A23-4831673E9EAF}" presName="parTx" presStyleLbl="revTx" presStyleIdx="0" presStyleCnt="4">
        <dgm:presLayoutVars>
          <dgm:chMax val="0"/>
          <dgm:chPref val="0"/>
        </dgm:presLayoutVars>
      </dgm:prSet>
      <dgm:spPr/>
    </dgm:pt>
    <dgm:pt modelId="{C570DAD4-70CF-4B62-8445-85546C9DFA80}" type="pres">
      <dgm:prSet presAssocID="{CF6C6AC3-EB96-4B5C-8A23-4831673E9EAF}" presName="txSpace" presStyleCnt="0"/>
      <dgm:spPr/>
    </dgm:pt>
    <dgm:pt modelId="{CED31C6A-4372-48CA-9E12-DF5BD2C463B7}" type="pres">
      <dgm:prSet presAssocID="{CF6C6AC3-EB96-4B5C-8A23-4831673E9EAF}" presName="desTx" presStyleLbl="revTx" presStyleIdx="1" presStyleCnt="4">
        <dgm:presLayoutVars/>
      </dgm:prSet>
      <dgm:spPr/>
    </dgm:pt>
    <dgm:pt modelId="{BF662351-7CD8-4E70-BB9A-052893FAF427}" type="pres">
      <dgm:prSet presAssocID="{4B37618D-50B2-48E9-A30B-AD7A8A7251FF}" presName="sibTrans" presStyleCnt="0"/>
      <dgm:spPr/>
    </dgm:pt>
    <dgm:pt modelId="{A4E009AD-5F42-4692-8340-C9DCF67B6D18}" type="pres">
      <dgm:prSet presAssocID="{61321DB2-0001-40E6-BB59-D6B55CF0BD86}" presName="compNode" presStyleCnt="0"/>
      <dgm:spPr/>
    </dgm:pt>
    <dgm:pt modelId="{302847E5-4F44-4274-95B4-7563DC555E6B}" type="pres">
      <dgm:prSet presAssocID="{61321DB2-0001-40E6-BB59-D6B55CF0BD8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F015932-6E62-4968-9980-3F1A97CD684E}" type="pres">
      <dgm:prSet presAssocID="{61321DB2-0001-40E6-BB59-D6B55CF0BD86}" presName="iconSpace" presStyleCnt="0"/>
      <dgm:spPr/>
    </dgm:pt>
    <dgm:pt modelId="{70C6798B-09E3-446C-A549-D04403A682A4}" type="pres">
      <dgm:prSet presAssocID="{61321DB2-0001-40E6-BB59-D6B55CF0BD86}" presName="parTx" presStyleLbl="revTx" presStyleIdx="2" presStyleCnt="4">
        <dgm:presLayoutVars>
          <dgm:chMax val="0"/>
          <dgm:chPref val="0"/>
        </dgm:presLayoutVars>
      </dgm:prSet>
      <dgm:spPr/>
    </dgm:pt>
    <dgm:pt modelId="{2EB9DC66-8ED4-49E5-AD58-80B57F4C3E9B}" type="pres">
      <dgm:prSet presAssocID="{61321DB2-0001-40E6-BB59-D6B55CF0BD86}" presName="txSpace" presStyleCnt="0"/>
      <dgm:spPr/>
    </dgm:pt>
    <dgm:pt modelId="{8EA42BA7-E849-4CF3-9F9E-C2328E781E90}" type="pres">
      <dgm:prSet presAssocID="{61321DB2-0001-40E6-BB59-D6B55CF0BD86}" presName="desTx" presStyleLbl="revTx" presStyleIdx="3" presStyleCnt="4">
        <dgm:presLayoutVars/>
      </dgm:prSet>
      <dgm:spPr/>
    </dgm:pt>
  </dgm:ptLst>
  <dgm:cxnLst>
    <dgm:cxn modelId="{6B9ECA0A-0897-4646-AF15-4C23F3459A17}" type="presOf" srcId="{E0201F66-A039-426C-98DD-52676FF5BD22}" destId="{C1AC522D-D159-420A-B509-D711CE1326CC}" srcOrd="0" destOrd="0" presId="urn:microsoft.com/office/officeart/2018/2/layout/IconLabelDescriptionList"/>
    <dgm:cxn modelId="{DD3D230C-B13A-480F-9B5E-65F1BCA02E49}" srcId="{61321DB2-0001-40E6-BB59-D6B55CF0BD86}" destId="{2DFB6902-A293-4E93-8D2B-5B2F602EC275}" srcOrd="0" destOrd="0" parTransId="{EBC18371-B44C-4B60-A39D-9001CACC9907}" sibTransId="{4BC4D841-8997-4A35-A341-95A3558A0046}"/>
    <dgm:cxn modelId="{896EFE36-3169-459E-AA39-A961FDD8B2B4}" type="presOf" srcId="{2DFB6902-A293-4E93-8D2B-5B2F602EC275}" destId="{8EA42BA7-E849-4CF3-9F9E-C2328E781E90}" srcOrd="0" destOrd="0" presId="urn:microsoft.com/office/officeart/2018/2/layout/IconLabelDescriptionList"/>
    <dgm:cxn modelId="{83BAEB42-D1C2-4F10-93CA-BDDCBBD3C31E}" type="presOf" srcId="{61321DB2-0001-40E6-BB59-D6B55CF0BD86}" destId="{70C6798B-09E3-446C-A549-D04403A682A4}" srcOrd="0" destOrd="0" presId="urn:microsoft.com/office/officeart/2018/2/layout/IconLabelDescriptionList"/>
    <dgm:cxn modelId="{01356D6B-D10D-4C9B-9C3A-B31F2E9F260B}" type="presOf" srcId="{2211B1A9-E73A-4AFC-A812-B0FCB474224C}" destId="{CED31C6A-4372-48CA-9E12-DF5BD2C463B7}" srcOrd="0" destOrd="1" presId="urn:microsoft.com/office/officeart/2018/2/layout/IconLabelDescriptionList"/>
    <dgm:cxn modelId="{E1EFAE71-12F1-494F-98E3-7014FED8465B}" type="presOf" srcId="{8F50C89A-53FE-4115-9CDD-AB56D4B53E30}" destId="{8EA42BA7-E849-4CF3-9F9E-C2328E781E90}" srcOrd="0" destOrd="1" presId="urn:microsoft.com/office/officeart/2018/2/layout/IconLabelDescriptionList"/>
    <dgm:cxn modelId="{A3B75090-D82A-4F92-92D4-92D454B919BE}" type="presOf" srcId="{D5533365-F900-4719-8CA4-283B5C489DDE}" destId="{CED31C6A-4372-48CA-9E12-DF5BD2C463B7}" srcOrd="0" destOrd="2" presId="urn:microsoft.com/office/officeart/2018/2/layout/IconLabelDescriptionList"/>
    <dgm:cxn modelId="{603CBDBE-BF13-4E34-8578-DFFB8CD6ED8E}" srcId="{61321DB2-0001-40E6-BB59-D6B55CF0BD86}" destId="{8F50C89A-53FE-4115-9CDD-AB56D4B53E30}" srcOrd="1" destOrd="0" parTransId="{B1C5BB91-712D-47BF-BD42-83FC2B1D16BD}" sibTransId="{3FE105A7-44FA-4110-8864-A25549DAA628}"/>
    <dgm:cxn modelId="{15CD7BC7-5031-4F2F-B156-A26437AAFF5C}" srcId="{CF6C6AC3-EB96-4B5C-8A23-4831673E9EAF}" destId="{54C82530-D108-4DEC-9DCE-D7821C9B2D63}" srcOrd="0" destOrd="0" parTransId="{FCB0D841-4B05-4878-886C-018BD56535AD}" sibTransId="{1DEEEA32-5D36-4EA9-9D88-7C11F2A61FAF}"/>
    <dgm:cxn modelId="{2C7817CA-4F86-4263-B498-20E502A4EF1B}" srcId="{CF6C6AC3-EB96-4B5C-8A23-4831673E9EAF}" destId="{D5533365-F900-4719-8CA4-283B5C489DDE}" srcOrd="2" destOrd="0" parTransId="{2AEF6262-FF06-407B-B383-317AAD5CF0AE}" sibTransId="{BA265BEA-EFE3-4D70-A684-D732BA16CCD2}"/>
    <dgm:cxn modelId="{65DF20D6-37C5-463A-BAEB-0F9E87B64C86}" srcId="{E0201F66-A039-426C-98DD-52676FF5BD22}" destId="{61321DB2-0001-40E6-BB59-D6B55CF0BD86}" srcOrd="1" destOrd="0" parTransId="{EF91490D-3727-4759-8F71-2702C8A6D7BF}" sibTransId="{687E1615-6EA1-438F-AB34-780EBF871969}"/>
    <dgm:cxn modelId="{064F5CDE-4C26-41EC-B4A9-389156150F58}" type="presOf" srcId="{54C82530-D108-4DEC-9DCE-D7821C9B2D63}" destId="{CED31C6A-4372-48CA-9E12-DF5BD2C463B7}" srcOrd="0" destOrd="0" presId="urn:microsoft.com/office/officeart/2018/2/layout/IconLabelDescriptionList"/>
    <dgm:cxn modelId="{41ED67E4-0E50-4858-A3C0-C95C261493B3}" type="presOf" srcId="{CF6C6AC3-EB96-4B5C-8A23-4831673E9EAF}" destId="{6AECD3E1-838F-4695-A50A-E5831746A7F7}" srcOrd="0" destOrd="0" presId="urn:microsoft.com/office/officeart/2018/2/layout/IconLabelDescriptionList"/>
    <dgm:cxn modelId="{45BCB2E8-E816-463C-B8BA-EE0ADE1F8CD0}" srcId="{E0201F66-A039-426C-98DD-52676FF5BD22}" destId="{CF6C6AC3-EB96-4B5C-8A23-4831673E9EAF}" srcOrd="0" destOrd="0" parTransId="{1DFA6138-6C09-42F0-8AB8-A71A9E5FF643}" sibTransId="{4B37618D-50B2-48E9-A30B-AD7A8A7251FF}"/>
    <dgm:cxn modelId="{E11F0FFD-5551-44A1-9A81-93CD73ECE5E0}" srcId="{CF6C6AC3-EB96-4B5C-8A23-4831673E9EAF}" destId="{2211B1A9-E73A-4AFC-A812-B0FCB474224C}" srcOrd="1" destOrd="0" parTransId="{2AF2393D-6B0B-4D3E-B172-47C451F9C667}" sibTransId="{F0AC1EB0-87D5-4E77-B9E0-908C4B29067D}"/>
    <dgm:cxn modelId="{7C7B3FE4-2534-4876-8DD1-9DAB453C5187}" type="presParOf" srcId="{C1AC522D-D159-420A-B509-D711CE1326CC}" destId="{97B325F2-A714-4CDF-AFF6-6987EC60AC7A}" srcOrd="0" destOrd="0" presId="urn:microsoft.com/office/officeart/2018/2/layout/IconLabelDescriptionList"/>
    <dgm:cxn modelId="{F83725EC-2471-48B3-AC36-57F88C45034B}" type="presParOf" srcId="{97B325F2-A714-4CDF-AFF6-6987EC60AC7A}" destId="{23F5A868-A9D6-4873-AD1F-043B14E6D661}" srcOrd="0" destOrd="0" presId="urn:microsoft.com/office/officeart/2018/2/layout/IconLabelDescriptionList"/>
    <dgm:cxn modelId="{17CA7ABF-73C3-4E79-8EDE-8184ED177E28}" type="presParOf" srcId="{97B325F2-A714-4CDF-AFF6-6987EC60AC7A}" destId="{69319223-CCAC-469E-B21A-4930DD2E19EF}" srcOrd="1" destOrd="0" presId="urn:microsoft.com/office/officeart/2018/2/layout/IconLabelDescriptionList"/>
    <dgm:cxn modelId="{83BB2074-7746-408F-8ED5-C15294A1AA41}" type="presParOf" srcId="{97B325F2-A714-4CDF-AFF6-6987EC60AC7A}" destId="{6AECD3E1-838F-4695-A50A-E5831746A7F7}" srcOrd="2" destOrd="0" presId="urn:microsoft.com/office/officeart/2018/2/layout/IconLabelDescriptionList"/>
    <dgm:cxn modelId="{2DD16C27-CAC9-4710-872A-158B5BF6EEE4}" type="presParOf" srcId="{97B325F2-A714-4CDF-AFF6-6987EC60AC7A}" destId="{C570DAD4-70CF-4B62-8445-85546C9DFA80}" srcOrd="3" destOrd="0" presId="urn:microsoft.com/office/officeart/2018/2/layout/IconLabelDescriptionList"/>
    <dgm:cxn modelId="{D9EC633A-17B4-43C7-85AA-3A2FC01F2A82}" type="presParOf" srcId="{97B325F2-A714-4CDF-AFF6-6987EC60AC7A}" destId="{CED31C6A-4372-48CA-9E12-DF5BD2C463B7}" srcOrd="4" destOrd="0" presId="urn:microsoft.com/office/officeart/2018/2/layout/IconLabelDescriptionList"/>
    <dgm:cxn modelId="{05B6428F-8E7E-4141-94FC-2BCA9BC01A3C}" type="presParOf" srcId="{C1AC522D-D159-420A-B509-D711CE1326CC}" destId="{BF662351-7CD8-4E70-BB9A-052893FAF427}" srcOrd="1" destOrd="0" presId="urn:microsoft.com/office/officeart/2018/2/layout/IconLabelDescriptionList"/>
    <dgm:cxn modelId="{2FB63208-75C1-471C-81EA-4F5F191B4AEE}" type="presParOf" srcId="{C1AC522D-D159-420A-B509-D711CE1326CC}" destId="{A4E009AD-5F42-4692-8340-C9DCF67B6D18}" srcOrd="2" destOrd="0" presId="urn:microsoft.com/office/officeart/2018/2/layout/IconLabelDescriptionList"/>
    <dgm:cxn modelId="{10354283-750F-4F04-94C5-EF5FEBBC88FA}" type="presParOf" srcId="{A4E009AD-5F42-4692-8340-C9DCF67B6D18}" destId="{302847E5-4F44-4274-95B4-7563DC555E6B}" srcOrd="0" destOrd="0" presId="urn:microsoft.com/office/officeart/2018/2/layout/IconLabelDescriptionList"/>
    <dgm:cxn modelId="{ACC12BDA-4BFF-444C-9C99-5BD1B1B43685}" type="presParOf" srcId="{A4E009AD-5F42-4692-8340-C9DCF67B6D18}" destId="{1F015932-6E62-4968-9980-3F1A97CD684E}" srcOrd="1" destOrd="0" presId="urn:microsoft.com/office/officeart/2018/2/layout/IconLabelDescriptionList"/>
    <dgm:cxn modelId="{818577E4-1B68-4946-A748-613B382736DE}" type="presParOf" srcId="{A4E009AD-5F42-4692-8340-C9DCF67B6D18}" destId="{70C6798B-09E3-446C-A549-D04403A682A4}" srcOrd="2" destOrd="0" presId="urn:microsoft.com/office/officeart/2018/2/layout/IconLabelDescriptionList"/>
    <dgm:cxn modelId="{137F8CB3-24E6-4383-A098-99C49033EAC6}" type="presParOf" srcId="{A4E009AD-5F42-4692-8340-C9DCF67B6D18}" destId="{2EB9DC66-8ED4-49E5-AD58-80B57F4C3E9B}" srcOrd="3" destOrd="0" presId="urn:microsoft.com/office/officeart/2018/2/layout/IconLabelDescriptionList"/>
    <dgm:cxn modelId="{EE295F8A-210A-4374-958E-8D06EA7BEBB1}" type="presParOf" srcId="{A4E009AD-5F42-4692-8340-C9DCF67B6D18}" destId="{8EA42BA7-E849-4CF3-9F9E-C2328E781E9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0201F66-A039-426C-98DD-52676FF5BD2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BE0958-C160-495A-B00E-D06474EBAA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 </a:t>
          </a:r>
          <a:r>
            <a:rPr lang="en-US" b="1"/>
            <a:t>$5</a:t>
          </a:r>
          <a:r>
            <a:rPr lang="tr-TR"/>
            <a:t> out of </a:t>
          </a:r>
          <a:r>
            <a:rPr lang="en-US" b="1"/>
            <a:t>$</a:t>
          </a:r>
          <a:r>
            <a:rPr lang="tr-TR" b="1"/>
            <a:t>20</a:t>
          </a:r>
          <a:endParaRPr lang="en-US" b="1"/>
        </a:p>
      </dgm:t>
    </dgm:pt>
    <dgm:pt modelId="{D0A86B9A-3EFA-4C90-92B3-B64D9DBC496B}" type="parTrans" cxnId="{8F7A5483-B360-4234-9DB6-F71C73C87FC8}">
      <dgm:prSet/>
      <dgm:spPr/>
      <dgm:t>
        <a:bodyPr/>
        <a:lstStyle/>
        <a:p>
          <a:endParaRPr lang="en-US"/>
        </a:p>
      </dgm:t>
    </dgm:pt>
    <dgm:pt modelId="{23484DEF-7055-4CB3-A028-D786A740C721}" type="sibTrans" cxnId="{8F7A5483-B360-4234-9DB6-F71C73C87FC8}">
      <dgm:prSet/>
      <dgm:spPr/>
      <dgm:t>
        <a:bodyPr/>
        <a:lstStyle/>
        <a:p>
          <a:endParaRPr lang="en-US"/>
        </a:p>
      </dgm:t>
    </dgm:pt>
    <dgm:pt modelId="{DD0F5908-DA8D-41BC-88E3-7529BA480D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but use a </a:t>
          </a:r>
          <a:r>
            <a:rPr lang="en-US" b="1" dirty="0"/>
            <a:t>$20 </a:t>
          </a:r>
          <a:r>
            <a:rPr lang="en-US" dirty="0"/>
            <a:t>US dollar bill to pay for the item, </a:t>
          </a:r>
        </a:p>
      </dgm:t>
    </dgm:pt>
    <dgm:pt modelId="{585C1A79-502F-4921-B4A4-ED3F589E79D3}" type="parTrans" cxnId="{3700903B-4B4D-42F8-A3AF-08D4DA216850}">
      <dgm:prSet/>
      <dgm:spPr/>
      <dgm:t>
        <a:bodyPr/>
        <a:lstStyle/>
        <a:p>
          <a:endParaRPr lang="en-US"/>
        </a:p>
      </dgm:t>
    </dgm:pt>
    <dgm:pt modelId="{39A14EA8-ECE7-49CD-9E07-44F146494E63}" type="sibTrans" cxnId="{3700903B-4B4D-42F8-A3AF-08D4DA216850}">
      <dgm:prSet/>
      <dgm:spPr/>
      <dgm:t>
        <a:bodyPr/>
        <a:lstStyle/>
        <a:p>
          <a:endParaRPr lang="en-US"/>
        </a:p>
      </dgm:t>
    </dgm:pt>
    <dgm:pt modelId="{5ABC6F15-1C48-4804-8D0F-DCDF36A0F5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expect</a:t>
          </a:r>
          <a:r>
            <a:rPr lang="tr-TR" dirty="0"/>
            <a:t> </a:t>
          </a:r>
          <a:r>
            <a:rPr lang="en-US" dirty="0"/>
            <a:t>to receive </a:t>
          </a:r>
          <a:r>
            <a:rPr lang="en-US" b="1" dirty="0"/>
            <a:t>$15 </a:t>
          </a:r>
          <a:r>
            <a:rPr lang="en-US" dirty="0"/>
            <a:t>US dollars in change.</a:t>
          </a:r>
        </a:p>
      </dgm:t>
    </dgm:pt>
    <dgm:pt modelId="{B6658F91-8FDA-4129-BEBC-15C74148C6D4}" type="parTrans" cxnId="{5A5A3BAB-BEB6-420A-80AC-823372A93816}">
      <dgm:prSet/>
      <dgm:spPr/>
      <dgm:t>
        <a:bodyPr/>
        <a:lstStyle/>
        <a:p>
          <a:endParaRPr lang="en-US"/>
        </a:p>
      </dgm:t>
    </dgm:pt>
    <dgm:pt modelId="{8A85C78D-AF07-4BBF-9682-05FDC9F886F2}" type="sibTrans" cxnId="{5A5A3BAB-BEB6-420A-80AC-823372A93816}">
      <dgm:prSet/>
      <dgm:spPr/>
      <dgm:t>
        <a:bodyPr/>
        <a:lstStyle/>
        <a:p>
          <a:endParaRPr lang="en-US"/>
        </a:p>
      </dgm:t>
    </dgm:pt>
    <dgm:pt modelId="{0CF57710-5C69-4DBD-B20B-41396B12CD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If you purchased an item that costs </a:t>
          </a:r>
          <a:r>
            <a:rPr lang="en-US" b="1" dirty="0"/>
            <a:t>5</a:t>
          </a:r>
          <a:r>
            <a:rPr lang="en-US" dirty="0"/>
            <a:t> bitcoin</a:t>
          </a:r>
          <a:r>
            <a:rPr lang="tr-TR" dirty="0"/>
            <a:t> from </a:t>
          </a:r>
          <a:r>
            <a:rPr lang="en-US" dirty="0"/>
            <a:t> a </a:t>
          </a:r>
          <a:r>
            <a:rPr lang="en-US" b="1" dirty="0"/>
            <a:t>20</a:t>
          </a:r>
          <a:r>
            <a:rPr lang="en-US" dirty="0"/>
            <a:t> bitcoin</a:t>
          </a:r>
          <a:r>
            <a:rPr lang="tr-TR" dirty="0"/>
            <a:t> </a:t>
          </a:r>
          <a:r>
            <a:rPr lang="en-US" dirty="0"/>
            <a:t>input</a:t>
          </a:r>
        </a:p>
      </dgm:t>
    </dgm:pt>
    <dgm:pt modelId="{926C30A3-FE34-4879-99D2-A7A956680BC1}" type="parTrans" cxnId="{9E01214D-83D5-42C3-983A-4A35EC87E6D7}">
      <dgm:prSet/>
      <dgm:spPr/>
      <dgm:t>
        <a:bodyPr/>
        <a:lstStyle/>
        <a:p>
          <a:endParaRPr lang="en-US"/>
        </a:p>
      </dgm:t>
    </dgm:pt>
    <dgm:pt modelId="{03B917B5-E011-4DE1-8C45-66F41EA4DCA2}" type="sibTrans" cxnId="{9E01214D-83D5-42C3-983A-4A35EC87E6D7}">
      <dgm:prSet/>
      <dgm:spPr/>
      <dgm:t>
        <a:bodyPr/>
        <a:lstStyle/>
        <a:p>
          <a:endParaRPr lang="en-US"/>
        </a:p>
      </dgm:t>
    </dgm:pt>
    <dgm:pt modelId="{F44FFBAA-5B0E-4149-9B1A-2E590C80F3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would send one output of </a:t>
          </a:r>
          <a:r>
            <a:rPr lang="en-US" b="1" dirty="0"/>
            <a:t>5</a:t>
          </a:r>
          <a:r>
            <a:rPr lang="en-US" dirty="0"/>
            <a:t> bitcoin </a:t>
          </a:r>
          <a:r>
            <a:rPr lang="en-US" b="1" dirty="0"/>
            <a:t>to the store owner</a:t>
          </a:r>
          <a:r>
            <a:rPr lang="en-US" dirty="0"/>
            <a:t> </a:t>
          </a:r>
        </a:p>
      </dgm:t>
    </dgm:pt>
    <dgm:pt modelId="{E4253B9C-BDDD-4397-A0DD-D10DC19C169A}" type="parTrans" cxnId="{0C6AFD56-6593-4F12-910B-2285E5DA7A25}">
      <dgm:prSet/>
      <dgm:spPr/>
      <dgm:t>
        <a:bodyPr/>
        <a:lstStyle/>
        <a:p>
          <a:endParaRPr lang="en-US"/>
        </a:p>
      </dgm:t>
    </dgm:pt>
    <dgm:pt modelId="{0EFB4775-6C6B-4E06-8725-0BA33AFBA81C}" type="sibTrans" cxnId="{0C6AFD56-6593-4F12-910B-2285E5DA7A25}">
      <dgm:prSet/>
      <dgm:spPr/>
      <dgm:t>
        <a:bodyPr/>
        <a:lstStyle/>
        <a:p>
          <a:endParaRPr lang="en-US"/>
        </a:p>
      </dgm:t>
    </dgm:pt>
    <dgm:pt modelId="{A3ED4BDC-1C15-4757-B7A0-067CF271E4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one output</a:t>
          </a:r>
          <a:r>
            <a:rPr lang="tr-TR" dirty="0"/>
            <a:t> </a:t>
          </a:r>
          <a:r>
            <a:rPr lang="en-US" dirty="0"/>
            <a:t>of </a:t>
          </a:r>
          <a:r>
            <a:rPr lang="en-US" b="1" dirty="0"/>
            <a:t>15</a:t>
          </a:r>
          <a:r>
            <a:rPr lang="en-US" dirty="0"/>
            <a:t> bitcoin </a:t>
          </a:r>
          <a:r>
            <a:rPr lang="en-US" b="1" dirty="0"/>
            <a:t>back to yourself </a:t>
          </a:r>
          <a:r>
            <a:rPr lang="en-US" dirty="0"/>
            <a:t>as change</a:t>
          </a:r>
        </a:p>
      </dgm:t>
    </dgm:pt>
    <dgm:pt modelId="{C40C43A8-9228-4E5D-9B5A-A337C0E8DFD0}" type="parTrans" cxnId="{081C2C28-AD71-4EE3-A873-1C4966F8152E}">
      <dgm:prSet/>
      <dgm:spPr/>
      <dgm:t>
        <a:bodyPr/>
        <a:lstStyle/>
        <a:p>
          <a:endParaRPr lang="en-US"/>
        </a:p>
      </dgm:t>
    </dgm:pt>
    <dgm:pt modelId="{816382D2-EE5B-407B-8775-50FDDAC70EDC}" type="sibTrans" cxnId="{081C2C28-AD71-4EE3-A873-1C4966F8152E}">
      <dgm:prSet/>
      <dgm:spPr/>
      <dgm:t>
        <a:bodyPr/>
        <a:lstStyle/>
        <a:p>
          <a:endParaRPr lang="en-US"/>
        </a:p>
      </dgm:t>
    </dgm:pt>
    <dgm:pt modelId="{AE8033F6-7660-4E4D-A424-1174D4C2F5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If you purchase a</a:t>
          </a:r>
          <a:r>
            <a:rPr lang="tr-TR" dirty="0"/>
            <a:t> </a:t>
          </a:r>
          <a:r>
            <a:rPr lang="en-US" b="1" dirty="0"/>
            <a:t>$5</a:t>
          </a:r>
          <a:r>
            <a:rPr lang="en-US" dirty="0"/>
            <a:t> item in a store </a:t>
          </a:r>
        </a:p>
      </dgm:t>
    </dgm:pt>
    <dgm:pt modelId="{E030F2BD-1CE3-4DE5-8F45-4E821F4BD88B}" type="parTrans" cxnId="{53D925D3-141A-42C0-A630-DB52A43B8314}">
      <dgm:prSet/>
      <dgm:spPr/>
      <dgm:t>
        <a:bodyPr/>
        <a:lstStyle/>
        <a:p>
          <a:endParaRPr lang="tr-TR"/>
        </a:p>
      </dgm:t>
    </dgm:pt>
    <dgm:pt modelId="{9AB1B1BA-708B-454C-85DC-C44753E184A0}" type="sibTrans" cxnId="{53D925D3-141A-42C0-A630-DB52A43B8314}">
      <dgm:prSet/>
      <dgm:spPr/>
      <dgm:t>
        <a:bodyPr/>
        <a:lstStyle/>
        <a:p>
          <a:endParaRPr lang="tr-TR"/>
        </a:p>
      </dgm:t>
    </dgm:pt>
    <dgm:pt modelId="{3C9E4396-E4BC-4C7B-9F30-603E2688E7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Keep the change</a:t>
          </a:r>
          <a:endParaRPr lang="en-US"/>
        </a:p>
      </dgm:t>
    </dgm:pt>
    <dgm:pt modelId="{86FF3F9C-1AA9-4F6C-980B-7D2B447D842B}" type="parTrans" cxnId="{88B8BD07-6177-49DF-9959-222E92149B2E}">
      <dgm:prSet/>
      <dgm:spPr/>
      <dgm:t>
        <a:bodyPr/>
        <a:lstStyle/>
        <a:p>
          <a:endParaRPr lang="tr-TR"/>
        </a:p>
      </dgm:t>
    </dgm:pt>
    <dgm:pt modelId="{F51D6FBE-8C70-4194-A8DF-FAD5B984BC0C}" type="sibTrans" cxnId="{88B8BD07-6177-49DF-9959-222E92149B2E}">
      <dgm:prSet/>
      <dgm:spPr/>
      <dgm:t>
        <a:bodyPr/>
        <a:lstStyle/>
        <a:p>
          <a:endParaRPr lang="tr-TR"/>
        </a:p>
      </dgm:t>
    </dgm:pt>
    <dgm:pt modelId="{B2A58671-B28A-4749-AA1E-F80447A1664B}" type="pres">
      <dgm:prSet presAssocID="{E0201F66-A039-426C-98DD-52676FF5BD22}" presName="root" presStyleCnt="0">
        <dgm:presLayoutVars>
          <dgm:dir/>
          <dgm:resizeHandles val="exact"/>
        </dgm:presLayoutVars>
      </dgm:prSet>
      <dgm:spPr/>
    </dgm:pt>
    <dgm:pt modelId="{CF32D0DB-2919-43AF-B2F9-4196D0B9E217}" type="pres">
      <dgm:prSet presAssocID="{EDBE0958-C160-495A-B00E-D06474EBAA8B}" presName="compNode" presStyleCnt="0"/>
      <dgm:spPr/>
    </dgm:pt>
    <dgm:pt modelId="{C3C21318-C2A0-45CF-B729-01D972274EC0}" type="pres">
      <dgm:prSet presAssocID="{EDBE0958-C160-495A-B00E-D06474EBAA8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8AE9B38B-8B25-497F-9767-94C911FC4833}" type="pres">
      <dgm:prSet presAssocID="{EDBE0958-C160-495A-B00E-D06474EBAA8B}" presName="iconSpace" presStyleCnt="0"/>
      <dgm:spPr/>
    </dgm:pt>
    <dgm:pt modelId="{08D40A98-1B36-4D0C-A9E0-4229233D0DC3}" type="pres">
      <dgm:prSet presAssocID="{EDBE0958-C160-495A-B00E-D06474EBAA8B}" presName="parTx" presStyleLbl="revTx" presStyleIdx="0" presStyleCnt="4">
        <dgm:presLayoutVars>
          <dgm:chMax val="0"/>
          <dgm:chPref val="0"/>
        </dgm:presLayoutVars>
      </dgm:prSet>
      <dgm:spPr/>
    </dgm:pt>
    <dgm:pt modelId="{A1D8F440-3B48-4AEB-A470-681A95A3C093}" type="pres">
      <dgm:prSet presAssocID="{EDBE0958-C160-495A-B00E-D06474EBAA8B}" presName="txSpace" presStyleCnt="0"/>
      <dgm:spPr/>
    </dgm:pt>
    <dgm:pt modelId="{6BAB2349-4375-4F4D-94EC-A0AEC8DEB668}" type="pres">
      <dgm:prSet presAssocID="{EDBE0958-C160-495A-B00E-D06474EBAA8B}" presName="desTx" presStyleLbl="revTx" presStyleIdx="1" presStyleCnt="4">
        <dgm:presLayoutVars/>
      </dgm:prSet>
      <dgm:spPr/>
    </dgm:pt>
    <dgm:pt modelId="{D93C12FA-56E0-4D91-A194-DF8C77A544D8}" type="pres">
      <dgm:prSet presAssocID="{23484DEF-7055-4CB3-A028-D786A740C721}" presName="sibTrans" presStyleCnt="0"/>
      <dgm:spPr/>
    </dgm:pt>
    <dgm:pt modelId="{74D98123-6156-4985-BBF9-238147A7416B}" type="pres">
      <dgm:prSet presAssocID="{3C9E4396-E4BC-4C7B-9F30-603E2688E748}" presName="compNode" presStyleCnt="0"/>
      <dgm:spPr/>
    </dgm:pt>
    <dgm:pt modelId="{37352189-FB40-40E2-89B7-BDF80BE9ABD2}" type="pres">
      <dgm:prSet presAssocID="{3C9E4396-E4BC-4C7B-9F30-603E2688E74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1F14FC4B-5DD7-4207-80BC-CE524BC95C88}" type="pres">
      <dgm:prSet presAssocID="{3C9E4396-E4BC-4C7B-9F30-603E2688E748}" presName="iconSpace" presStyleCnt="0"/>
      <dgm:spPr/>
    </dgm:pt>
    <dgm:pt modelId="{6102E306-EE4F-4B8D-BC7B-6D7A2D407697}" type="pres">
      <dgm:prSet presAssocID="{3C9E4396-E4BC-4C7B-9F30-603E2688E748}" presName="parTx" presStyleLbl="revTx" presStyleIdx="2" presStyleCnt="4">
        <dgm:presLayoutVars>
          <dgm:chMax val="0"/>
          <dgm:chPref val="0"/>
        </dgm:presLayoutVars>
      </dgm:prSet>
      <dgm:spPr/>
    </dgm:pt>
    <dgm:pt modelId="{F287ADF9-DA51-41F5-91EC-8AE714DD46C1}" type="pres">
      <dgm:prSet presAssocID="{3C9E4396-E4BC-4C7B-9F30-603E2688E748}" presName="txSpace" presStyleCnt="0"/>
      <dgm:spPr/>
    </dgm:pt>
    <dgm:pt modelId="{18550179-7A43-434C-9A2E-F45A4D1B24A9}" type="pres">
      <dgm:prSet presAssocID="{3C9E4396-E4BC-4C7B-9F30-603E2688E748}" presName="desTx" presStyleLbl="revTx" presStyleIdx="3" presStyleCnt="4">
        <dgm:presLayoutVars/>
      </dgm:prSet>
      <dgm:spPr/>
    </dgm:pt>
  </dgm:ptLst>
  <dgm:cxnLst>
    <dgm:cxn modelId="{88B8BD07-6177-49DF-9959-222E92149B2E}" srcId="{E0201F66-A039-426C-98DD-52676FF5BD22}" destId="{3C9E4396-E4BC-4C7B-9F30-603E2688E748}" srcOrd="1" destOrd="0" parTransId="{86FF3F9C-1AA9-4F6C-980B-7D2B447D842B}" sibTransId="{F51D6FBE-8C70-4194-A8DF-FAD5B984BC0C}"/>
    <dgm:cxn modelId="{081C2C28-AD71-4EE3-A873-1C4966F8152E}" srcId="{3C9E4396-E4BC-4C7B-9F30-603E2688E748}" destId="{A3ED4BDC-1C15-4757-B7A0-067CF271E421}" srcOrd="2" destOrd="0" parTransId="{C40C43A8-9228-4E5D-9B5A-A337C0E8DFD0}" sibTransId="{816382D2-EE5B-407B-8775-50FDDAC70EDC}"/>
    <dgm:cxn modelId="{3700903B-4B4D-42F8-A3AF-08D4DA216850}" srcId="{EDBE0958-C160-495A-B00E-D06474EBAA8B}" destId="{DD0F5908-DA8D-41BC-88E3-7529BA480D09}" srcOrd="1" destOrd="0" parTransId="{585C1A79-502F-4921-B4A4-ED3F589E79D3}" sibTransId="{39A14EA8-ECE7-49CD-9E07-44F146494E63}"/>
    <dgm:cxn modelId="{9E01214D-83D5-42C3-983A-4A35EC87E6D7}" srcId="{3C9E4396-E4BC-4C7B-9F30-603E2688E748}" destId="{0CF57710-5C69-4DBD-B20B-41396B12CDE5}" srcOrd="0" destOrd="0" parTransId="{926C30A3-FE34-4879-99D2-A7A956680BC1}" sibTransId="{03B917B5-E011-4DE1-8C45-66F41EA4DCA2}"/>
    <dgm:cxn modelId="{683F9F76-C7C4-4B86-BCB5-966DC9522600}" type="presOf" srcId="{F44FFBAA-5B0E-4149-9B1A-2E590C80F325}" destId="{18550179-7A43-434C-9A2E-F45A4D1B24A9}" srcOrd="0" destOrd="1" presId="urn:microsoft.com/office/officeart/2018/5/layout/CenteredIconLabelDescriptionList"/>
    <dgm:cxn modelId="{BB53F356-A44C-4E83-8C7A-67AC82A3D039}" type="presOf" srcId="{5ABC6F15-1C48-4804-8D0F-DCDF36A0F5B8}" destId="{6BAB2349-4375-4F4D-94EC-A0AEC8DEB668}" srcOrd="0" destOrd="2" presId="urn:microsoft.com/office/officeart/2018/5/layout/CenteredIconLabelDescriptionList"/>
    <dgm:cxn modelId="{0C6AFD56-6593-4F12-910B-2285E5DA7A25}" srcId="{3C9E4396-E4BC-4C7B-9F30-603E2688E748}" destId="{F44FFBAA-5B0E-4149-9B1A-2E590C80F325}" srcOrd="1" destOrd="0" parTransId="{E4253B9C-BDDD-4397-A0DD-D10DC19C169A}" sibTransId="{0EFB4775-6C6B-4E06-8725-0BA33AFBA81C}"/>
    <dgm:cxn modelId="{8F7A5483-B360-4234-9DB6-F71C73C87FC8}" srcId="{E0201F66-A039-426C-98DD-52676FF5BD22}" destId="{EDBE0958-C160-495A-B00E-D06474EBAA8B}" srcOrd="0" destOrd="0" parTransId="{D0A86B9A-3EFA-4C90-92B3-B64D9DBC496B}" sibTransId="{23484DEF-7055-4CB3-A028-D786A740C721}"/>
    <dgm:cxn modelId="{B5FC758B-F276-4C66-96B7-F9A1AB43BAE6}" type="presOf" srcId="{0CF57710-5C69-4DBD-B20B-41396B12CDE5}" destId="{18550179-7A43-434C-9A2E-F45A4D1B24A9}" srcOrd="0" destOrd="0" presId="urn:microsoft.com/office/officeart/2018/5/layout/CenteredIconLabelDescriptionList"/>
    <dgm:cxn modelId="{1BFCE090-D2E8-4686-AB97-F1F4E27435B0}" type="presOf" srcId="{EDBE0958-C160-495A-B00E-D06474EBAA8B}" destId="{08D40A98-1B36-4D0C-A9E0-4229233D0DC3}" srcOrd="0" destOrd="0" presId="urn:microsoft.com/office/officeart/2018/5/layout/CenteredIconLabelDescriptionList"/>
    <dgm:cxn modelId="{105F7A95-5D54-4CC2-A20D-10A705122791}" type="presOf" srcId="{3C9E4396-E4BC-4C7B-9F30-603E2688E748}" destId="{6102E306-EE4F-4B8D-BC7B-6D7A2D407697}" srcOrd="0" destOrd="0" presId="urn:microsoft.com/office/officeart/2018/5/layout/CenteredIconLabelDescriptionList"/>
    <dgm:cxn modelId="{903CD498-84E7-47E1-BC86-174012142CB6}" type="presOf" srcId="{E0201F66-A039-426C-98DD-52676FF5BD22}" destId="{B2A58671-B28A-4749-AA1E-F80447A1664B}" srcOrd="0" destOrd="0" presId="urn:microsoft.com/office/officeart/2018/5/layout/CenteredIconLabelDescriptionList"/>
    <dgm:cxn modelId="{5A5A3BAB-BEB6-420A-80AC-823372A93816}" srcId="{EDBE0958-C160-495A-B00E-D06474EBAA8B}" destId="{5ABC6F15-1C48-4804-8D0F-DCDF36A0F5B8}" srcOrd="2" destOrd="0" parTransId="{B6658F91-8FDA-4129-BEBC-15C74148C6D4}" sibTransId="{8A85C78D-AF07-4BBF-9682-05FDC9F886F2}"/>
    <dgm:cxn modelId="{E1BD5EC6-2845-43B7-B158-10C61A084E3B}" type="presOf" srcId="{AE8033F6-7660-4E4D-A424-1174D4C2F55A}" destId="{6BAB2349-4375-4F4D-94EC-A0AEC8DEB668}" srcOrd="0" destOrd="0" presId="urn:microsoft.com/office/officeart/2018/5/layout/CenteredIconLabelDescriptionList"/>
    <dgm:cxn modelId="{53D925D3-141A-42C0-A630-DB52A43B8314}" srcId="{EDBE0958-C160-495A-B00E-D06474EBAA8B}" destId="{AE8033F6-7660-4E4D-A424-1174D4C2F55A}" srcOrd="0" destOrd="0" parTransId="{E030F2BD-1CE3-4DE5-8F45-4E821F4BD88B}" sibTransId="{9AB1B1BA-708B-454C-85DC-C44753E184A0}"/>
    <dgm:cxn modelId="{2BD233E1-FAA3-4876-A07B-32B454808386}" type="presOf" srcId="{A3ED4BDC-1C15-4757-B7A0-067CF271E421}" destId="{18550179-7A43-434C-9A2E-F45A4D1B24A9}" srcOrd="0" destOrd="2" presId="urn:microsoft.com/office/officeart/2018/5/layout/CenteredIconLabelDescriptionList"/>
    <dgm:cxn modelId="{AAB9CAE7-81A1-42F3-9ECB-B0D86C49F50C}" type="presOf" srcId="{DD0F5908-DA8D-41BC-88E3-7529BA480D09}" destId="{6BAB2349-4375-4F4D-94EC-A0AEC8DEB668}" srcOrd="0" destOrd="1" presId="urn:microsoft.com/office/officeart/2018/5/layout/CenteredIconLabelDescriptionList"/>
    <dgm:cxn modelId="{3437113A-5227-439E-8857-F2A7AFC828D0}" type="presParOf" srcId="{B2A58671-B28A-4749-AA1E-F80447A1664B}" destId="{CF32D0DB-2919-43AF-B2F9-4196D0B9E217}" srcOrd="0" destOrd="0" presId="urn:microsoft.com/office/officeart/2018/5/layout/CenteredIconLabelDescriptionList"/>
    <dgm:cxn modelId="{0FD7E3FA-357B-4294-B978-0BFC38E204F9}" type="presParOf" srcId="{CF32D0DB-2919-43AF-B2F9-4196D0B9E217}" destId="{C3C21318-C2A0-45CF-B729-01D972274EC0}" srcOrd="0" destOrd="0" presId="urn:microsoft.com/office/officeart/2018/5/layout/CenteredIconLabelDescriptionList"/>
    <dgm:cxn modelId="{6F5F23E8-D131-4190-AF4C-0D10B2962889}" type="presParOf" srcId="{CF32D0DB-2919-43AF-B2F9-4196D0B9E217}" destId="{8AE9B38B-8B25-497F-9767-94C911FC4833}" srcOrd="1" destOrd="0" presId="urn:microsoft.com/office/officeart/2018/5/layout/CenteredIconLabelDescriptionList"/>
    <dgm:cxn modelId="{FC3CC714-214C-4810-B255-4962115568C0}" type="presParOf" srcId="{CF32D0DB-2919-43AF-B2F9-4196D0B9E217}" destId="{08D40A98-1B36-4D0C-A9E0-4229233D0DC3}" srcOrd="2" destOrd="0" presId="urn:microsoft.com/office/officeart/2018/5/layout/CenteredIconLabelDescriptionList"/>
    <dgm:cxn modelId="{A2DFF418-D82E-45A9-BD0D-7DBD3B217CAA}" type="presParOf" srcId="{CF32D0DB-2919-43AF-B2F9-4196D0B9E217}" destId="{A1D8F440-3B48-4AEB-A470-681A95A3C093}" srcOrd="3" destOrd="0" presId="urn:microsoft.com/office/officeart/2018/5/layout/CenteredIconLabelDescriptionList"/>
    <dgm:cxn modelId="{E1D539C8-6D29-42AC-8341-E9C4FE8BE0B2}" type="presParOf" srcId="{CF32D0DB-2919-43AF-B2F9-4196D0B9E217}" destId="{6BAB2349-4375-4F4D-94EC-A0AEC8DEB668}" srcOrd="4" destOrd="0" presId="urn:microsoft.com/office/officeart/2018/5/layout/CenteredIconLabelDescriptionList"/>
    <dgm:cxn modelId="{78169F83-DF5D-40E9-B3DC-4C9F46428A59}" type="presParOf" srcId="{B2A58671-B28A-4749-AA1E-F80447A1664B}" destId="{D93C12FA-56E0-4D91-A194-DF8C77A544D8}" srcOrd="1" destOrd="0" presId="urn:microsoft.com/office/officeart/2018/5/layout/CenteredIconLabelDescriptionList"/>
    <dgm:cxn modelId="{80776AB5-9DC9-483D-B86E-1F1DF36D564A}" type="presParOf" srcId="{B2A58671-B28A-4749-AA1E-F80447A1664B}" destId="{74D98123-6156-4985-BBF9-238147A7416B}" srcOrd="2" destOrd="0" presId="urn:microsoft.com/office/officeart/2018/5/layout/CenteredIconLabelDescriptionList"/>
    <dgm:cxn modelId="{6804C7AC-BCCF-4A73-A0A4-DFAADDF1533C}" type="presParOf" srcId="{74D98123-6156-4985-BBF9-238147A7416B}" destId="{37352189-FB40-40E2-89B7-BDF80BE9ABD2}" srcOrd="0" destOrd="0" presId="urn:microsoft.com/office/officeart/2018/5/layout/CenteredIconLabelDescriptionList"/>
    <dgm:cxn modelId="{D9DE3644-032F-4DF6-8E70-2BFF989263AD}" type="presParOf" srcId="{74D98123-6156-4985-BBF9-238147A7416B}" destId="{1F14FC4B-5DD7-4207-80BC-CE524BC95C88}" srcOrd="1" destOrd="0" presId="urn:microsoft.com/office/officeart/2018/5/layout/CenteredIconLabelDescriptionList"/>
    <dgm:cxn modelId="{1299471C-6F9B-434F-849E-9E42150B71B3}" type="presParOf" srcId="{74D98123-6156-4985-BBF9-238147A7416B}" destId="{6102E306-EE4F-4B8D-BC7B-6D7A2D407697}" srcOrd="2" destOrd="0" presId="urn:microsoft.com/office/officeart/2018/5/layout/CenteredIconLabelDescriptionList"/>
    <dgm:cxn modelId="{C7414BFD-FDDA-465E-A94B-BBC7B47CF8FD}" type="presParOf" srcId="{74D98123-6156-4985-BBF9-238147A7416B}" destId="{F287ADF9-DA51-41F5-91EC-8AE714DD46C1}" srcOrd="3" destOrd="0" presId="urn:microsoft.com/office/officeart/2018/5/layout/CenteredIconLabelDescriptionList"/>
    <dgm:cxn modelId="{5D6DBAA8-1AFB-42FF-BDD1-B73DF35CFE9C}" type="presParOf" srcId="{74D98123-6156-4985-BBF9-238147A7416B}" destId="{18550179-7A43-434C-9A2E-F45A4D1B24A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C16F369-B390-45D7-BDB3-4B0F2F243A9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A6E24ED6-36C7-4B5E-9C65-4017E4884E1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Simple payment</a:t>
          </a:r>
        </a:p>
      </dgm:t>
    </dgm:pt>
    <dgm:pt modelId="{9EDAEBE5-93C5-4FFE-BA2C-65AF830BD190}" type="parTrans" cxnId="{A7615EF5-0B69-4DA5-8805-8039167429AD}">
      <dgm:prSet/>
      <dgm:spPr/>
      <dgm:t>
        <a:bodyPr/>
        <a:lstStyle/>
        <a:p>
          <a:endParaRPr lang="tr-TR"/>
        </a:p>
      </dgm:t>
    </dgm:pt>
    <dgm:pt modelId="{7C9FA58E-F560-4A87-A437-EF113C610D0A}" type="sibTrans" cxnId="{A7615EF5-0B69-4DA5-8805-8039167429AD}">
      <dgm:prSet/>
      <dgm:spPr/>
      <dgm:t>
        <a:bodyPr/>
        <a:lstStyle/>
        <a:p>
          <a:endParaRPr lang="tr-TR"/>
        </a:p>
      </dgm:t>
    </dgm:pt>
    <dgm:pt modelId="{037B8305-943E-4BED-BB20-CDAA07D72A2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Aggregating Funds</a:t>
          </a:r>
        </a:p>
      </dgm:t>
    </dgm:pt>
    <dgm:pt modelId="{A1B86FB0-BAD0-484E-B95C-9798DA555748}" type="parTrans" cxnId="{DADA3A12-2721-4654-9A72-11E64A903707}">
      <dgm:prSet/>
      <dgm:spPr/>
      <dgm:t>
        <a:bodyPr/>
        <a:lstStyle/>
        <a:p>
          <a:endParaRPr lang="tr-TR"/>
        </a:p>
      </dgm:t>
    </dgm:pt>
    <dgm:pt modelId="{2FDDB5FA-3FD7-4551-9C66-2C1D23947A17}" type="sibTrans" cxnId="{DADA3A12-2721-4654-9A72-11E64A903707}">
      <dgm:prSet/>
      <dgm:spPr/>
      <dgm:t>
        <a:bodyPr/>
        <a:lstStyle/>
        <a:p>
          <a:endParaRPr lang="tr-TR"/>
        </a:p>
      </dgm:t>
    </dgm:pt>
    <dgm:pt modelId="{53365ABD-6231-4CF4-844D-A66D9A0A8A1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Distributing Funds</a:t>
          </a:r>
          <a:endParaRPr lang="tr-TR" dirty="0"/>
        </a:p>
      </dgm:t>
    </dgm:pt>
    <dgm:pt modelId="{937E2B10-3FD9-4DFC-B2D2-018274006995}" type="parTrans" cxnId="{B08EA8C9-7176-4509-9550-1F9CE6105FF5}">
      <dgm:prSet/>
      <dgm:spPr/>
      <dgm:t>
        <a:bodyPr/>
        <a:lstStyle/>
        <a:p>
          <a:endParaRPr lang="tr-TR"/>
        </a:p>
      </dgm:t>
    </dgm:pt>
    <dgm:pt modelId="{3886BA4F-BC6D-41DA-8CD7-A99D7D718797}" type="sibTrans" cxnId="{B08EA8C9-7176-4509-9550-1F9CE6105FF5}">
      <dgm:prSet/>
      <dgm:spPr/>
      <dgm:t>
        <a:bodyPr/>
        <a:lstStyle/>
        <a:p>
          <a:endParaRPr lang="tr-TR"/>
        </a:p>
      </dgm:t>
    </dgm:pt>
    <dgm:pt modelId="{200E4729-504A-496C-8885-5F484C42CE1B}" type="pres">
      <dgm:prSet presAssocID="{2C16F369-B390-45D7-BDB3-4B0F2F243A9E}" presName="root" presStyleCnt="0">
        <dgm:presLayoutVars>
          <dgm:dir/>
          <dgm:resizeHandles val="exact"/>
        </dgm:presLayoutVars>
      </dgm:prSet>
      <dgm:spPr/>
    </dgm:pt>
    <dgm:pt modelId="{8E577740-B497-495F-A5E5-E67DB785467C}" type="pres">
      <dgm:prSet presAssocID="{A6E24ED6-36C7-4B5E-9C65-4017E4884E17}" presName="compNode" presStyleCnt="0"/>
      <dgm:spPr/>
    </dgm:pt>
    <dgm:pt modelId="{C1136B90-6120-4FB7-B56F-88C2AB31B78C}" type="pres">
      <dgm:prSet presAssocID="{A6E24ED6-36C7-4B5E-9C65-4017E4884E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74975E8-E301-47A4-9C96-EABCE8277E86}" type="pres">
      <dgm:prSet presAssocID="{A6E24ED6-36C7-4B5E-9C65-4017E4884E17}" presName="spaceRect" presStyleCnt="0"/>
      <dgm:spPr/>
    </dgm:pt>
    <dgm:pt modelId="{79F48490-AB40-4CC0-9BED-803BE3FA9BEB}" type="pres">
      <dgm:prSet presAssocID="{A6E24ED6-36C7-4B5E-9C65-4017E4884E17}" presName="textRect" presStyleLbl="revTx" presStyleIdx="0" presStyleCnt="3">
        <dgm:presLayoutVars>
          <dgm:chMax val="1"/>
          <dgm:chPref val="1"/>
        </dgm:presLayoutVars>
      </dgm:prSet>
      <dgm:spPr/>
    </dgm:pt>
    <dgm:pt modelId="{C54257B2-0B54-418E-AABA-9ADE30FC5A3F}" type="pres">
      <dgm:prSet presAssocID="{7C9FA58E-F560-4A87-A437-EF113C610D0A}" presName="sibTrans" presStyleCnt="0"/>
      <dgm:spPr/>
    </dgm:pt>
    <dgm:pt modelId="{828C32C4-B99A-47AE-8B0C-3D87FA9DC006}" type="pres">
      <dgm:prSet presAssocID="{037B8305-943E-4BED-BB20-CDAA07D72A2D}" presName="compNode" presStyleCnt="0"/>
      <dgm:spPr/>
    </dgm:pt>
    <dgm:pt modelId="{BDEA4448-DE0A-4E29-ACBA-AEB038377DB7}" type="pres">
      <dgm:prSet presAssocID="{037B8305-943E-4BED-BB20-CDAA07D72A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1758761-F090-473A-A150-4039C423F9D5}" type="pres">
      <dgm:prSet presAssocID="{037B8305-943E-4BED-BB20-CDAA07D72A2D}" presName="spaceRect" presStyleCnt="0"/>
      <dgm:spPr/>
    </dgm:pt>
    <dgm:pt modelId="{8658F386-2ACF-46F6-B7FF-C3227462943E}" type="pres">
      <dgm:prSet presAssocID="{037B8305-943E-4BED-BB20-CDAA07D72A2D}" presName="textRect" presStyleLbl="revTx" presStyleIdx="1" presStyleCnt="3">
        <dgm:presLayoutVars>
          <dgm:chMax val="1"/>
          <dgm:chPref val="1"/>
        </dgm:presLayoutVars>
      </dgm:prSet>
      <dgm:spPr/>
    </dgm:pt>
    <dgm:pt modelId="{FC2D8348-E2A0-4D95-A64B-0C8DC291BEE9}" type="pres">
      <dgm:prSet presAssocID="{2FDDB5FA-3FD7-4551-9C66-2C1D23947A17}" presName="sibTrans" presStyleCnt="0"/>
      <dgm:spPr/>
    </dgm:pt>
    <dgm:pt modelId="{642A7FBA-65EA-4BA1-948D-E222B56BA34A}" type="pres">
      <dgm:prSet presAssocID="{53365ABD-6231-4CF4-844D-A66D9A0A8A10}" presName="compNode" presStyleCnt="0"/>
      <dgm:spPr/>
    </dgm:pt>
    <dgm:pt modelId="{99669851-3245-46E4-AF3E-3F64923669DF}" type="pres">
      <dgm:prSet presAssocID="{53365ABD-6231-4CF4-844D-A66D9A0A8A1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A05A65DD-8B90-4023-86A0-5560E4925DF7}" type="pres">
      <dgm:prSet presAssocID="{53365ABD-6231-4CF4-844D-A66D9A0A8A10}" presName="spaceRect" presStyleCnt="0"/>
      <dgm:spPr/>
    </dgm:pt>
    <dgm:pt modelId="{809CEC80-6E34-46A5-9D85-E571453E430A}" type="pres">
      <dgm:prSet presAssocID="{53365ABD-6231-4CF4-844D-A66D9A0A8A1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ADA3A12-2721-4654-9A72-11E64A903707}" srcId="{2C16F369-B390-45D7-BDB3-4B0F2F243A9E}" destId="{037B8305-943E-4BED-BB20-CDAA07D72A2D}" srcOrd="1" destOrd="0" parTransId="{A1B86FB0-BAD0-484E-B95C-9798DA555748}" sibTransId="{2FDDB5FA-3FD7-4551-9C66-2C1D23947A17}"/>
    <dgm:cxn modelId="{D6874543-3D74-49AC-B583-91A35C13757F}" type="presOf" srcId="{037B8305-943E-4BED-BB20-CDAA07D72A2D}" destId="{8658F386-2ACF-46F6-B7FF-C3227462943E}" srcOrd="0" destOrd="0" presId="urn:microsoft.com/office/officeart/2018/2/layout/IconLabelList"/>
    <dgm:cxn modelId="{F28311BA-C9D7-46C6-A211-51EC57AC69A9}" type="presOf" srcId="{A6E24ED6-36C7-4B5E-9C65-4017E4884E17}" destId="{79F48490-AB40-4CC0-9BED-803BE3FA9BEB}" srcOrd="0" destOrd="0" presId="urn:microsoft.com/office/officeart/2018/2/layout/IconLabelList"/>
    <dgm:cxn modelId="{B08EA8C9-7176-4509-9550-1F9CE6105FF5}" srcId="{2C16F369-B390-45D7-BDB3-4B0F2F243A9E}" destId="{53365ABD-6231-4CF4-844D-A66D9A0A8A10}" srcOrd="2" destOrd="0" parTransId="{937E2B10-3FD9-4DFC-B2D2-018274006995}" sibTransId="{3886BA4F-BC6D-41DA-8CD7-A99D7D718797}"/>
    <dgm:cxn modelId="{3FDFE9D6-BD00-4859-9BAF-4E6FFAFAA14C}" type="presOf" srcId="{2C16F369-B390-45D7-BDB3-4B0F2F243A9E}" destId="{200E4729-504A-496C-8885-5F484C42CE1B}" srcOrd="0" destOrd="0" presId="urn:microsoft.com/office/officeart/2018/2/layout/IconLabelList"/>
    <dgm:cxn modelId="{3A392DE6-426D-433D-8611-33726DE4CA35}" type="presOf" srcId="{53365ABD-6231-4CF4-844D-A66D9A0A8A10}" destId="{809CEC80-6E34-46A5-9D85-E571453E430A}" srcOrd="0" destOrd="0" presId="urn:microsoft.com/office/officeart/2018/2/layout/IconLabelList"/>
    <dgm:cxn modelId="{A7615EF5-0B69-4DA5-8805-8039167429AD}" srcId="{2C16F369-B390-45D7-BDB3-4B0F2F243A9E}" destId="{A6E24ED6-36C7-4B5E-9C65-4017E4884E17}" srcOrd="0" destOrd="0" parTransId="{9EDAEBE5-93C5-4FFE-BA2C-65AF830BD190}" sibTransId="{7C9FA58E-F560-4A87-A437-EF113C610D0A}"/>
    <dgm:cxn modelId="{5FCF08D0-EDDC-4E3D-9968-CB78DCA42BFB}" type="presParOf" srcId="{200E4729-504A-496C-8885-5F484C42CE1B}" destId="{8E577740-B497-495F-A5E5-E67DB785467C}" srcOrd="0" destOrd="0" presId="urn:microsoft.com/office/officeart/2018/2/layout/IconLabelList"/>
    <dgm:cxn modelId="{7DEDBA68-ADDD-42FF-AC39-6A7B17AC1E3F}" type="presParOf" srcId="{8E577740-B497-495F-A5E5-E67DB785467C}" destId="{C1136B90-6120-4FB7-B56F-88C2AB31B78C}" srcOrd="0" destOrd="0" presId="urn:microsoft.com/office/officeart/2018/2/layout/IconLabelList"/>
    <dgm:cxn modelId="{074978F6-81D8-4F06-A617-469FAA614C75}" type="presParOf" srcId="{8E577740-B497-495F-A5E5-E67DB785467C}" destId="{A74975E8-E301-47A4-9C96-EABCE8277E86}" srcOrd="1" destOrd="0" presId="urn:microsoft.com/office/officeart/2018/2/layout/IconLabelList"/>
    <dgm:cxn modelId="{6B667A95-B09B-4B58-BDBB-9206119C01B9}" type="presParOf" srcId="{8E577740-B497-495F-A5E5-E67DB785467C}" destId="{79F48490-AB40-4CC0-9BED-803BE3FA9BEB}" srcOrd="2" destOrd="0" presId="urn:microsoft.com/office/officeart/2018/2/layout/IconLabelList"/>
    <dgm:cxn modelId="{F066391F-F5BF-4E72-A040-A222B1BDD38B}" type="presParOf" srcId="{200E4729-504A-496C-8885-5F484C42CE1B}" destId="{C54257B2-0B54-418E-AABA-9ADE30FC5A3F}" srcOrd="1" destOrd="0" presId="urn:microsoft.com/office/officeart/2018/2/layout/IconLabelList"/>
    <dgm:cxn modelId="{00AE1DF7-6745-4075-A979-8B521DA0A6E2}" type="presParOf" srcId="{200E4729-504A-496C-8885-5F484C42CE1B}" destId="{828C32C4-B99A-47AE-8B0C-3D87FA9DC006}" srcOrd="2" destOrd="0" presId="urn:microsoft.com/office/officeart/2018/2/layout/IconLabelList"/>
    <dgm:cxn modelId="{013148B5-6C86-45C3-A1FE-23A46DDD73CF}" type="presParOf" srcId="{828C32C4-B99A-47AE-8B0C-3D87FA9DC006}" destId="{BDEA4448-DE0A-4E29-ACBA-AEB038377DB7}" srcOrd="0" destOrd="0" presId="urn:microsoft.com/office/officeart/2018/2/layout/IconLabelList"/>
    <dgm:cxn modelId="{D6CDCDA2-CF81-422B-8553-023444EDC773}" type="presParOf" srcId="{828C32C4-B99A-47AE-8B0C-3D87FA9DC006}" destId="{51758761-F090-473A-A150-4039C423F9D5}" srcOrd="1" destOrd="0" presId="urn:microsoft.com/office/officeart/2018/2/layout/IconLabelList"/>
    <dgm:cxn modelId="{F4DCD01C-0CD5-4B58-A190-C72625CEABCA}" type="presParOf" srcId="{828C32C4-B99A-47AE-8B0C-3D87FA9DC006}" destId="{8658F386-2ACF-46F6-B7FF-C3227462943E}" srcOrd="2" destOrd="0" presId="urn:microsoft.com/office/officeart/2018/2/layout/IconLabelList"/>
    <dgm:cxn modelId="{98DA4AC2-961D-4604-9450-06B3CCD7C236}" type="presParOf" srcId="{200E4729-504A-496C-8885-5F484C42CE1B}" destId="{FC2D8348-E2A0-4D95-A64B-0C8DC291BEE9}" srcOrd="3" destOrd="0" presId="urn:microsoft.com/office/officeart/2018/2/layout/IconLabelList"/>
    <dgm:cxn modelId="{A8AD1D45-2C2F-4A03-9A8D-8F46DED67821}" type="presParOf" srcId="{200E4729-504A-496C-8885-5F484C42CE1B}" destId="{642A7FBA-65EA-4BA1-948D-E222B56BA34A}" srcOrd="4" destOrd="0" presId="urn:microsoft.com/office/officeart/2018/2/layout/IconLabelList"/>
    <dgm:cxn modelId="{E703F947-2092-4093-A6CF-3E7233B8F419}" type="presParOf" srcId="{642A7FBA-65EA-4BA1-948D-E222B56BA34A}" destId="{99669851-3245-46E4-AF3E-3F64923669DF}" srcOrd="0" destOrd="0" presId="urn:microsoft.com/office/officeart/2018/2/layout/IconLabelList"/>
    <dgm:cxn modelId="{B2D39A71-6AAF-4277-B278-EDC1707F11EB}" type="presParOf" srcId="{642A7FBA-65EA-4BA1-948D-E222B56BA34A}" destId="{A05A65DD-8B90-4023-86A0-5560E4925DF7}" srcOrd="1" destOrd="0" presId="urn:microsoft.com/office/officeart/2018/2/layout/IconLabelList"/>
    <dgm:cxn modelId="{F527FA17-0F32-475C-937C-2D38CCBD604B}" type="presParOf" srcId="{642A7FBA-65EA-4BA1-948D-E222B56BA34A}" destId="{809CEC80-6E34-46A5-9D85-E571453E43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C16F369-B390-45D7-BDB3-4B0F2F243A9E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tr-TR"/>
        </a:p>
      </dgm:t>
    </dgm:pt>
    <dgm:pt modelId="{A6E24ED6-36C7-4B5E-9C65-4017E4884E17}">
      <dgm:prSet/>
      <dgm:spPr/>
      <dgm:t>
        <a:bodyPr/>
        <a:lstStyle/>
        <a:p>
          <a:r>
            <a:rPr lang="tr-TR" dirty="0"/>
            <a:t>Simple payment</a:t>
          </a:r>
        </a:p>
      </dgm:t>
    </dgm:pt>
    <dgm:pt modelId="{9EDAEBE5-93C5-4FFE-BA2C-65AF830BD190}" type="parTrans" cxnId="{A7615EF5-0B69-4DA5-8805-8039167429AD}">
      <dgm:prSet/>
      <dgm:spPr/>
      <dgm:t>
        <a:bodyPr/>
        <a:lstStyle/>
        <a:p>
          <a:endParaRPr lang="tr-TR"/>
        </a:p>
      </dgm:t>
    </dgm:pt>
    <dgm:pt modelId="{7C9FA58E-F560-4A87-A437-EF113C610D0A}" type="sibTrans" cxnId="{A7615EF5-0B69-4DA5-8805-8039167429AD}">
      <dgm:prSet/>
      <dgm:spPr/>
      <dgm:t>
        <a:bodyPr/>
        <a:lstStyle/>
        <a:p>
          <a:endParaRPr lang="tr-TR"/>
        </a:p>
      </dgm:t>
    </dgm:pt>
    <dgm:pt modelId="{037B8305-943E-4BED-BB20-CDAA07D72A2D}">
      <dgm:prSet/>
      <dgm:spPr/>
      <dgm:t>
        <a:bodyPr/>
        <a:lstStyle/>
        <a:p>
          <a:r>
            <a:rPr lang="en-US" dirty="0"/>
            <a:t>payment from one address</a:t>
          </a:r>
          <a:endParaRPr lang="tr-TR" dirty="0"/>
        </a:p>
      </dgm:t>
    </dgm:pt>
    <dgm:pt modelId="{A1B86FB0-BAD0-484E-B95C-9798DA555748}" type="parTrans" cxnId="{DADA3A12-2721-4654-9A72-11E64A903707}">
      <dgm:prSet/>
      <dgm:spPr/>
      <dgm:t>
        <a:bodyPr/>
        <a:lstStyle/>
        <a:p>
          <a:endParaRPr lang="tr-TR"/>
        </a:p>
      </dgm:t>
    </dgm:pt>
    <dgm:pt modelId="{2FDDB5FA-3FD7-4551-9C66-2C1D23947A17}" type="sibTrans" cxnId="{DADA3A12-2721-4654-9A72-11E64A903707}">
      <dgm:prSet/>
      <dgm:spPr/>
      <dgm:t>
        <a:bodyPr/>
        <a:lstStyle/>
        <a:p>
          <a:endParaRPr lang="tr-TR"/>
        </a:p>
      </dgm:t>
    </dgm:pt>
    <dgm:pt modelId="{844B85E8-364D-45ED-ADD6-F1E0E97F3B3A}">
      <dgm:prSet/>
      <dgm:spPr/>
      <dgm:t>
        <a:bodyPr/>
        <a:lstStyle/>
        <a:p>
          <a:r>
            <a:rPr lang="en-US" dirty="0"/>
            <a:t>often includes</a:t>
          </a:r>
          <a:endParaRPr lang="tr-TR" dirty="0"/>
        </a:p>
      </dgm:t>
    </dgm:pt>
    <dgm:pt modelId="{8F951C8A-8C5D-466D-82D0-C35DBC3BA05C}" type="parTrans" cxnId="{A62A7F74-DE4B-4B33-9E9B-5D9B6C50B0E2}">
      <dgm:prSet/>
      <dgm:spPr/>
      <dgm:t>
        <a:bodyPr/>
        <a:lstStyle/>
        <a:p>
          <a:endParaRPr lang="tr-TR"/>
        </a:p>
      </dgm:t>
    </dgm:pt>
    <dgm:pt modelId="{7FBF75F3-C12D-48EA-BD11-AA1500A719CC}" type="sibTrans" cxnId="{A62A7F74-DE4B-4B33-9E9B-5D9B6C50B0E2}">
      <dgm:prSet/>
      <dgm:spPr/>
      <dgm:t>
        <a:bodyPr/>
        <a:lstStyle/>
        <a:p>
          <a:endParaRPr lang="tr-TR"/>
        </a:p>
      </dgm:t>
    </dgm:pt>
    <dgm:pt modelId="{76A34AA6-EE8E-4FDA-9F0D-2CAA3C8D6894}">
      <dgm:prSet/>
      <dgm:spPr/>
      <dgm:t>
        <a:bodyPr/>
        <a:lstStyle/>
        <a:p>
          <a:r>
            <a:rPr lang="en-US" dirty="0"/>
            <a:t>to</a:t>
          </a:r>
          <a:r>
            <a:rPr lang="tr-TR" dirty="0"/>
            <a:t> </a:t>
          </a:r>
          <a:r>
            <a:rPr lang="en-US" dirty="0"/>
            <a:t>another, </a:t>
          </a:r>
          <a:endParaRPr lang="tr-TR" dirty="0"/>
        </a:p>
      </dgm:t>
    </dgm:pt>
    <dgm:pt modelId="{9FE0A721-E652-4CCA-9473-3E9683A6B875}" type="parTrans" cxnId="{12CABDA4-F594-4E8B-AF72-AB609C16FA93}">
      <dgm:prSet/>
      <dgm:spPr/>
      <dgm:t>
        <a:bodyPr/>
        <a:lstStyle/>
        <a:p>
          <a:endParaRPr lang="tr-TR"/>
        </a:p>
      </dgm:t>
    </dgm:pt>
    <dgm:pt modelId="{174F423E-2124-42A7-9D5C-18A7AD4E9000}" type="sibTrans" cxnId="{12CABDA4-F594-4E8B-AF72-AB609C16FA93}">
      <dgm:prSet/>
      <dgm:spPr/>
      <dgm:t>
        <a:bodyPr/>
        <a:lstStyle/>
        <a:p>
          <a:endParaRPr lang="tr-TR"/>
        </a:p>
      </dgm:t>
    </dgm:pt>
    <dgm:pt modelId="{2A742A51-40EE-48EA-B128-1A449B5955FA}">
      <dgm:prSet/>
      <dgm:spPr/>
      <dgm:t>
        <a:bodyPr/>
        <a:lstStyle/>
        <a:p>
          <a:r>
            <a:rPr lang="en-US" dirty="0"/>
            <a:t>some “change”</a:t>
          </a:r>
          <a:endParaRPr lang="tr-TR" dirty="0"/>
        </a:p>
      </dgm:t>
    </dgm:pt>
    <dgm:pt modelId="{6C29AD3D-3669-4D8A-A824-9506CEC44CFA}" type="parTrans" cxnId="{CAA6C9CD-7771-461B-BDF0-D027845AB37A}">
      <dgm:prSet/>
      <dgm:spPr/>
      <dgm:t>
        <a:bodyPr/>
        <a:lstStyle/>
        <a:p>
          <a:endParaRPr lang="tr-TR"/>
        </a:p>
      </dgm:t>
    </dgm:pt>
    <dgm:pt modelId="{1A1B1778-F9E9-4D06-A35F-11F98F8A1CCC}" type="sibTrans" cxnId="{CAA6C9CD-7771-461B-BDF0-D027845AB37A}">
      <dgm:prSet/>
      <dgm:spPr/>
      <dgm:t>
        <a:bodyPr/>
        <a:lstStyle/>
        <a:p>
          <a:endParaRPr lang="tr-TR"/>
        </a:p>
      </dgm:t>
    </dgm:pt>
    <dgm:pt modelId="{C9D154A1-C3DF-4832-BDB6-5539ED1B94C9}">
      <dgm:prSet/>
      <dgm:spPr/>
      <dgm:t>
        <a:bodyPr/>
        <a:lstStyle/>
        <a:p>
          <a:r>
            <a:rPr lang="en-US"/>
            <a:t>returned </a:t>
          </a:r>
          <a:r>
            <a:rPr lang="en-US" dirty="0"/>
            <a:t>to the original owner.</a:t>
          </a:r>
          <a:endParaRPr lang="tr-TR" dirty="0"/>
        </a:p>
      </dgm:t>
    </dgm:pt>
    <dgm:pt modelId="{F125A807-E96C-4D94-8F4C-84F278BA8ABA}" type="parTrans" cxnId="{C0F56DF2-ABCB-42EC-B6C3-731F8734AECD}">
      <dgm:prSet/>
      <dgm:spPr/>
      <dgm:t>
        <a:bodyPr/>
        <a:lstStyle/>
        <a:p>
          <a:endParaRPr lang="tr-TR"/>
        </a:p>
      </dgm:t>
    </dgm:pt>
    <dgm:pt modelId="{CABE9005-4578-46CE-8828-2C8F19DCF01D}" type="sibTrans" cxnId="{C0F56DF2-ABCB-42EC-B6C3-731F8734AECD}">
      <dgm:prSet/>
      <dgm:spPr/>
      <dgm:t>
        <a:bodyPr/>
        <a:lstStyle/>
        <a:p>
          <a:endParaRPr lang="tr-TR"/>
        </a:p>
      </dgm:t>
    </dgm:pt>
    <dgm:pt modelId="{D5EF81A2-E84F-4E1C-A5C7-7B54D5EFE08D}" type="pres">
      <dgm:prSet presAssocID="{2C16F369-B390-45D7-BDB3-4B0F2F243A9E}" presName="linear" presStyleCnt="0">
        <dgm:presLayoutVars>
          <dgm:dir/>
          <dgm:animLvl val="lvl"/>
          <dgm:resizeHandles val="exact"/>
        </dgm:presLayoutVars>
      </dgm:prSet>
      <dgm:spPr/>
    </dgm:pt>
    <dgm:pt modelId="{89C75F7C-1661-4924-B0F8-D6669144E790}" type="pres">
      <dgm:prSet presAssocID="{A6E24ED6-36C7-4B5E-9C65-4017E4884E17}" presName="parentLin" presStyleCnt="0"/>
      <dgm:spPr/>
    </dgm:pt>
    <dgm:pt modelId="{12CD0BD0-5CE4-4905-B218-EEDF06513B15}" type="pres">
      <dgm:prSet presAssocID="{A6E24ED6-36C7-4B5E-9C65-4017E4884E17}" presName="parentLeftMargin" presStyleLbl="node1" presStyleIdx="0" presStyleCnt="2"/>
      <dgm:spPr/>
    </dgm:pt>
    <dgm:pt modelId="{F2DE5D50-8B29-4A2A-85F8-8B7E4462C259}" type="pres">
      <dgm:prSet presAssocID="{A6E24ED6-36C7-4B5E-9C65-4017E4884E1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B5EC667-7AF3-4925-ACBF-6C106A9752B6}" type="pres">
      <dgm:prSet presAssocID="{A6E24ED6-36C7-4B5E-9C65-4017E4884E17}" presName="negativeSpace" presStyleCnt="0"/>
      <dgm:spPr/>
    </dgm:pt>
    <dgm:pt modelId="{85AF3A1F-3B1C-46AE-BB83-84DD482992D4}" type="pres">
      <dgm:prSet presAssocID="{A6E24ED6-36C7-4B5E-9C65-4017E4884E17}" presName="childText" presStyleLbl="conFgAcc1" presStyleIdx="0" presStyleCnt="2">
        <dgm:presLayoutVars>
          <dgm:bulletEnabled val="1"/>
        </dgm:presLayoutVars>
      </dgm:prSet>
      <dgm:spPr/>
    </dgm:pt>
    <dgm:pt modelId="{230E50C0-9610-41D0-8584-B53E84FC4767}" type="pres">
      <dgm:prSet presAssocID="{7C9FA58E-F560-4A87-A437-EF113C610D0A}" presName="spaceBetweenRectangles" presStyleCnt="0"/>
      <dgm:spPr/>
    </dgm:pt>
    <dgm:pt modelId="{73CBC66B-5D94-4682-87FC-AA1E32FE024A}" type="pres">
      <dgm:prSet presAssocID="{844B85E8-364D-45ED-ADD6-F1E0E97F3B3A}" presName="parentLin" presStyleCnt="0"/>
      <dgm:spPr/>
    </dgm:pt>
    <dgm:pt modelId="{E6599A7B-229D-4F38-8EE8-66B8338C2B6C}" type="pres">
      <dgm:prSet presAssocID="{844B85E8-364D-45ED-ADD6-F1E0E97F3B3A}" presName="parentLeftMargin" presStyleLbl="node1" presStyleIdx="0" presStyleCnt="2"/>
      <dgm:spPr/>
    </dgm:pt>
    <dgm:pt modelId="{B5AC70DD-833C-4BE3-BEC1-86F17C9E2A8C}" type="pres">
      <dgm:prSet presAssocID="{844B85E8-364D-45ED-ADD6-F1E0E97F3B3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8D8D71C-6F58-4D2A-947E-1B670C557DB3}" type="pres">
      <dgm:prSet presAssocID="{844B85E8-364D-45ED-ADD6-F1E0E97F3B3A}" presName="negativeSpace" presStyleCnt="0"/>
      <dgm:spPr/>
    </dgm:pt>
    <dgm:pt modelId="{C818589E-371A-4A2C-8895-68C56E4B4DDE}" type="pres">
      <dgm:prSet presAssocID="{844B85E8-364D-45ED-ADD6-F1E0E97F3B3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ADA3A12-2721-4654-9A72-11E64A903707}" srcId="{A6E24ED6-36C7-4B5E-9C65-4017E4884E17}" destId="{037B8305-943E-4BED-BB20-CDAA07D72A2D}" srcOrd="0" destOrd="0" parTransId="{A1B86FB0-BAD0-484E-B95C-9798DA555748}" sibTransId="{2FDDB5FA-3FD7-4551-9C66-2C1D23947A17}"/>
    <dgm:cxn modelId="{90B0CF1F-AEC8-4D52-9755-7A0D0C3C5EC7}" type="presOf" srcId="{844B85E8-364D-45ED-ADD6-F1E0E97F3B3A}" destId="{E6599A7B-229D-4F38-8EE8-66B8338C2B6C}" srcOrd="0" destOrd="0" presId="urn:microsoft.com/office/officeart/2005/8/layout/list1"/>
    <dgm:cxn modelId="{8A6C3041-EA19-4EF5-939A-65D9F4900941}" type="presOf" srcId="{2C16F369-B390-45D7-BDB3-4B0F2F243A9E}" destId="{D5EF81A2-E84F-4E1C-A5C7-7B54D5EFE08D}" srcOrd="0" destOrd="0" presId="urn:microsoft.com/office/officeart/2005/8/layout/list1"/>
    <dgm:cxn modelId="{A62A7F74-DE4B-4B33-9E9B-5D9B6C50B0E2}" srcId="{2C16F369-B390-45D7-BDB3-4B0F2F243A9E}" destId="{844B85E8-364D-45ED-ADD6-F1E0E97F3B3A}" srcOrd="1" destOrd="0" parTransId="{8F951C8A-8C5D-466D-82D0-C35DBC3BA05C}" sibTransId="{7FBF75F3-C12D-48EA-BD11-AA1500A719CC}"/>
    <dgm:cxn modelId="{4400F979-B46D-43AA-BC89-A0FCC51696D1}" type="presOf" srcId="{844B85E8-364D-45ED-ADD6-F1E0E97F3B3A}" destId="{B5AC70DD-833C-4BE3-BEC1-86F17C9E2A8C}" srcOrd="1" destOrd="0" presId="urn:microsoft.com/office/officeart/2005/8/layout/list1"/>
    <dgm:cxn modelId="{2F7B4E85-AAEE-4E7F-BBFD-77175AA88B80}" type="presOf" srcId="{C9D154A1-C3DF-4832-BDB6-5539ED1B94C9}" destId="{C818589E-371A-4A2C-8895-68C56E4B4DDE}" srcOrd="0" destOrd="1" presId="urn:microsoft.com/office/officeart/2005/8/layout/list1"/>
    <dgm:cxn modelId="{FF724E92-30CC-4C7F-A2E5-DBE635ED6C4A}" type="presOf" srcId="{037B8305-943E-4BED-BB20-CDAA07D72A2D}" destId="{85AF3A1F-3B1C-46AE-BB83-84DD482992D4}" srcOrd="0" destOrd="0" presId="urn:microsoft.com/office/officeart/2005/8/layout/list1"/>
    <dgm:cxn modelId="{12CABDA4-F594-4E8B-AF72-AB609C16FA93}" srcId="{A6E24ED6-36C7-4B5E-9C65-4017E4884E17}" destId="{76A34AA6-EE8E-4FDA-9F0D-2CAA3C8D6894}" srcOrd="1" destOrd="0" parTransId="{9FE0A721-E652-4CCA-9473-3E9683A6B875}" sibTransId="{174F423E-2124-42A7-9D5C-18A7AD4E9000}"/>
    <dgm:cxn modelId="{F0B6D8A6-1A11-41A0-9071-DC3A93589C22}" type="presOf" srcId="{A6E24ED6-36C7-4B5E-9C65-4017E4884E17}" destId="{F2DE5D50-8B29-4A2A-85F8-8B7E4462C259}" srcOrd="1" destOrd="0" presId="urn:microsoft.com/office/officeart/2005/8/layout/list1"/>
    <dgm:cxn modelId="{E85D9BC1-5C18-4FD9-83B5-6854812E3104}" type="presOf" srcId="{76A34AA6-EE8E-4FDA-9F0D-2CAA3C8D6894}" destId="{85AF3A1F-3B1C-46AE-BB83-84DD482992D4}" srcOrd="0" destOrd="1" presId="urn:microsoft.com/office/officeart/2005/8/layout/list1"/>
    <dgm:cxn modelId="{CAA6C9CD-7771-461B-BDF0-D027845AB37A}" srcId="{844B85E8-364D-45ED-ADD6-F1E0E97F3B3A}" destId="{2A742A51-40EE-48EA-B128-1A449B5955FA}" srcOrd="0" destOrd="0" parTransId="{6C29AD3D-3669-4D8A-A824-9506CEC44CFA}" sibTransId="{1A1B1778-F9E9-4D06-A35F-11F98F8A1CCC}"/>
    <dgm:cxn modelId="{FCA550E0-4E96-45DB-A57D-A90264727F4B}" type="presOf" srcId="{2A742A51-40EE-48EA-B128-1A449B5955FA}" destId="{C818589E-371A-4A2C-8895-68C56E4B4DDE}" srcOrd="0" destOrd="0" presId="urn:microsoft.com/office/officeart/2005/8/layout/list1"/>
    <dgm:cxn modelId="{C0F56DF2-ABCB-42EC-B6C3-731F8734AECD}" srcId="{844B85E8-364D-45ED-ADD6-F1E0E97F3B3A}" destId="{C9D154A1-C3DF-4832-BDB6-5539ED1B94C9}" srcOrd="1" destOrd="0" parTransId="{F125A807-E96C-4D94-8F4C-84F278BA8ABA}" sibTransId="{CABE9005-4578-46CE-8828-2C8F19DCF01D}"/>
    <dgm:cxn modelId="{A7615EF5-0B69-4DA5-8805-8039167429AD}" srcId="{2C16F369-B390-45D7-BDB3-4B0F2F243A9E}" destId="{A6E24ED6-36C7-4B5E-9C65-4017E4884E17}" srcOrd="0" destOrd="0" parTransId="{9EDAEBE5-93C5-4FFE-BA2C-65AF830BD190}" sibTransId="{7C9FA58E-F560-4A87-A437-EF113C610D0A}"/>
    <dgm:cxn modelId="{1EF130F8-2DD3-47CE-9C93-4B97FD0E6619}" type="presOf" srcId="{A6E24ED6-36C7-4B5E-9C65-4017E4884E17}" destId="{12CD0BD0-5CE4-4905-B218-EEDF06513B15}" srcOrd="0" destOrd="0" presId="urn:microsoft.com/office/officeart/2005/8/layout/list1"/>
    <dgm:cxn modelId="{A240C527-1B31-4624-B1A6-C3C2F43D48DA}" type="presParOf" srcId="{D5EF81A2-E84F-4E1C-A5C7-7B54D5EFE08D}" destId="{89C75F7C-1661-4924-B0F8-D6669144E790}" srcOrd="0" destOrd="0" presId="urn:microsoft.com/office/officeart/2005/8/layout/list1"/>
    <dgm:cxn modelId="{7E1C9940-0F01-475A-B5B1-FB6B7F186023}" type="presParOf" srcId="{89C75F7C-1661-4924-B0F8-D6669144E790}" destId="{12CD0BD0-5CE4-4905-B218-EEDF06513B15}" srcOrd="0" destOrd="0" presId="urn:microsoft.com/office/officeart/2005/8/layout/list1"/>
    <dgm:cxn modelId="{F264FE2C-2C41-4105-A3E5-365F22FA9131}" type="presParOf" srcId="{89C75F7C-1661-4924-B0F8-D6669144E790}" destId="{F2DE5D50-8B29-4A2A-85F8-8B7E4462C259}" srcOrd="1" destOrd="0" presId="urn:microsoft.com/office/officeart/2005/8/layout/list1"/>
    <dgm:cxn modelId="{3AE0ADAC-C48B-43E0-9CAB-BA6FAF34D290}" type="presParOf" srcId="{D5EF81A2-E84F-4E1C-A5C7-7B54D5EFE08D}" destId="{BB5EC667-7AF3-4925-ACBF-6C106A9752B6}" srcOrd="1" destOrd="0" presId="urn:microsoft.com/office/officeart/2005/8/layout/list1"/>
    <dgm:cxn modelId="{A3612D4D-AA8F-4C0F-9917-8CE7A0DC75AF}" type="presParOf" srcId="{D5EF81A2-E84F-4E1C-A5C7-7B54D5EFE08D}" destId="{85AF3A1F-3B1C-46AE-BB83-84DD482992D4}" srcOrd="2" destOrd="0" presId="urn:microsoft.com/office/officeart/2005/8/layout/list1"/>
    <dgm:cxn modelId="{6AA02B74-DCAF-4B87-BAA1-A6654131D440}" type="presParOf" srcId="{D5EF81A2-E84F-4E1C-A5C7-7B54D5EFE08D}" destId="{230E50C0-9610-41D0-8584-B53E84FC4767}" srcOrd="3" destOrd="0" presId="urn:microsoft.com/office/officeart/2005/8/layout/list1"/>
    <dgm:cxn modelId="{752A2A06-A3C5-4F9E-89A4-8F923E02FE76}" type="presParOf" srcId="{D5EF81A2-E84F-4E1C-A5C7-7B54D5EFE08D}" destId="{73CBC66B-5D94-4682-87FC-AA1E32FE024A}" srcOrd="4" destOrd="0" presId="urn:microsoft.com/office/officeart/2005/8/layout/list1"/>
    <dgm:cxn modelId="{90BD4127-A1C4-48CF-ADB0-CC2FEDAAADFE}" type="presParOf" srcId="{73CBC66B-5D94-4682-87FC-AA1E32FE024A}" destId="{E6599A7B-229D-4F38-8EE8-66B8338C2B6C}" srcOrd="0" destOrd="0" presId="urn:microsoft.com/office/officeart/2005/8/layout/list1"/>
    <dgm:cxn modelId="{E8F8E255-341B-4DA7-97C7-281318559308}" type="presParOf" srcId="{73CBC66B-5D94-4682-87FC-AA1E32FE024A}" destId="{B5AC70DD-833C-4BE3-BEC1-86F17C9E2A8C}" srcOrd="1" destOrd="0" presId="urn:microsoft.com/office/officeart/2005/8/layout/list1"/>
    <dgm:cxn modelId="{100F9D69-A33E-4D86-B8F3-27946594566C}" type="presParOf" srcId="{D5EF81A2-E84F-4E1C-A5C7-7B54D5EFE08D}" destId="{D8D8D71C-6F58-4D2A-947E-1B670C557DB3}" srcOrd="5" destOrd="0" presId="urn:microsoft.com/office/officeart/2005/8/layout/list1"/>
    <dgm:cxn modelId="{1687E1CC-4D09-4487-869A-8656A975B495}" type="presParOf" srcId="{D5EF81A2-E84F-4E1C-A5C7-7B54D5EFE08D}" destId="{C818589E-371A-4A2C-8895-68C56E4B4DD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8F6870B-2C49-4468-9431-8D0FD2325D0B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tr-TR"/>
        </a:p>
      </dgm:t>
    </dgm:pt>
    <dgm:pt modelId="{1585B28A-9093-4BA9-ACEB-A50E935DD6DB}">
      <dgm:prSet/>
      <dgm:spPr/>
      <dgm:t>
        <a:bodyPr/>
        <a:lstStyle/>
        <a:p>
          <a:r>
            <a:rPr lang="tr-TR"/>
            <a:t>Aggregating Funds</a:t>
          </a:r>
        </a:p>
      </dgm:t>
    </dgm:pt>
    <dgm:pt modelId="{CC37C706-F855-4A7B-8138-C5F42C66ACCB}" type="parTrans" cxnId="{F45F2E10-B3CB-446F-8500-D31B7041E56F}">
      <dgm:prSet/>
      <dgm:spPr/>
      <dgm:t>
        <a:bodyPr/>
        <a:lstStyle/>
        <a:p>
          <a:endParaRPr lang="tr-TR"/>
        </a:p>
      </dgm:t>
    </dgm:pt>
    <dgm:pt modelId="{1BF0BAC3-A7C7-4F26-9281-8D1ED5F231AA}" type="sibTrans" cxnId="{F45F2E10-B3CB-446F-8500-D31B7041E56F}">
      <dgm:prSet/>
      <dgm:spPr/>
      <dgm:t>
        <a:bodyPr/>
        <a:lstStyle/>
        <a:p>
          <a:endParaRPr lang="tr-TR"/>
        </a:p>
      </dgm:t>
    </dgm:pt>
    <dgm:pt modelId="{C8A3762C-5261-454D-8C69-21F07C921978}">
      <dgm:prSet/>
      <dgm:spPr/>
      <dgm:t>
        <a:bodyPr/>
        <a:lstStyle/>
        <a:p>
          <a:r>
            <a:rPr lang="en-US" dirty="0"/>
            <a:t>payment from </a:t>
          </a:r>
          <a:r>
            <a:rPr lang="tr-TR" dirty="0"/>
            <a:t>many</a:t>
          </a:r>
          <a:r>
            <a:rPr lang="en-US" dirty="0"/>
            <a:t> address</a:t>
          </a:r>
          <a:r>
            <a:rPr lang="tr-TR" dirty="0"/>
            <a:t>es</a:t>
          </a:r>
          <a:r>
            <a:rPr lang="en-US" dirty="0"/>
            <a:t> </a:t>
          </a:r>
          <a:r>
            <a:rPr lang="tr-TR" dirty="0"/>
            <a:t>into single output</a:t>
          </a:r>
          <a:r>
            <a:rPr lang="en-US" dirty="0"/>
            <a:t>.</a:t>
          </a:r>
          <a:endParaRPr lang="tr-TR" dirty="0"/>
        </a:p>
      </dgm:t>
    </dgm:pt>
    <dgm:pt modelId="{72EC0045-B0B5-4CAC-A8F3-B193420B75CD}" type="parTrans" cxnId="{99969EEE-51B7-4C3F-9A78-286C0DE65BBB}">
      <dgm:prSet/>
      <dgm:spPr/>
      <dgm:t>
        <a:bodyPr/>
        <a:lstStyle/>
        <a:p>
          <a:endParaRPr lang="tr-TR"/>
        </a:p>
      </dgm:t>
    </dgm:pt>
    <dgm:pt modelId="{50F3C359-7019-4B8B-BA0E-8D0134406A7E}" type="sibTrans" cxnId="{99969EEE-51B7-4C3F-9A78-286C0DE65BBB}">
      <dgm:prSet/>
      <dgm:spPr/>
      <dgm:t>
        <a:bodyPr/>
        <a:lstStyle/>
        <a:p>
          <a:endParaRPr lang="tr-TR"/>
        </a:p>
      </dgm:t>
    </dgm:pt>
    <dgm:pt modelId="{685A279B-4A2D-4127-A331-C5BA094DD3FC}">
      <dgm:prSet/>
      <dgm:spPr/>
      <dgm:t>
        <a:bodyPr/>
        <a:lstStyle/>
        <a:p>
          <a:r>
            <a:rPr lang="tr-TR"/>
            <a:t>Usage</a:t>
          </a:r>
        </a:p>
      </dgm:t>
    </dgm:pt>
    <dgm:pt modelId="{07E3F4B4-ACDA-4823-BDAE-EF1430DCD566}" type="parTrans" cxnId="{6633CB8C-D9B5-4C40-A610-E97DC5505E08}">
      <dgm:prSet/>
      <dgm:spPr/>
      <dgm:t>
        <a:bodyPr/>
        <a:lstStyle/>
        <a:p>
          <a:endParaRPr lang="tr-TR"/>
        </a:p>
      </dgm:t>
    </dgm:pt>
    <dgm:pt modelId="{07864DD9-1E26-4216-86BD-4FC4B3EF045D}" type="sibTrans" cxnId="{6633CB8C-D9B5-4C40-A610-E97DC5505E08}">
      <dgm:prSet/>
      <dgm:spPr/>
      <dgm:t>
        <a:bodyPr/>
        <a:lstStyle/>
        <a:p>
          <a:endParaRPr lang="tr-TR"/>
        </a:p>
      </dgm:t>
    </dgm:pt>
    <dgm:pt modelId="{7D3272B3-5CEE-4DC9-8C3C-FB77B8541373}">
      <dgm:prSet/>
      <dgm:spPr/>
      <dgm:t>
        <a:bodyPr/>
        <a:lstStyle/>
        <a:p>
          <a:r>
            <a:rPr lang="tr-TR"/>
            <a:t>Transactions are </a:t>
          </a:r>
          <a:r>
            <a:rPr lang="en-US"/>
            <a:t>generated by wallet applications </a:t>
          </a:r>
          <a:endParaRPr lang="tr-TR"/>
        </a:p>
      </dgm:t>
    </dgm:pt>
    <dgm:pt modelId="{6EC1EF95-C724-4A2B-833A-3C43F2F518A2}" type="parTrans" cxnId="{539FCD84-85D4-4F30-82F6-9ED674D6EDCA}">
      <dgm:prSet/>
      <dgm:spPr/>
      <dgm:t>
        <a:bodyPr/>
        <a:lstStyle/>
        <a:p>
          <a:endParaRPr lang="tr-TR"/>
        </a:p>
      </dgm:t>
    </dgm:pt>
    <dgm:pt modelId="{99E4F95D-7692-4C54-A489-7112495FF95D}" type="sibTrans" cxnId="{539FCD84-85D4-4F30-82F6-9ED674D6EDCA}">
      <dgm:prSet/>
      <dgm:spPr/>
      <dgm:t>
        <a:bodyPr/>
        <a:lstStyle/>
        <a:p>
          <a:endParaRPr lang="tr-TR"/>
        </a:p>
      </dgm:t>
    </dgm:pt>
    <dgm:pt modelId="{D7EB2B7C-F201-47F0-B200-32085AA872AC}">
      <dgm:prSet/>
      <dgm:spPr/>
      <dgm:t>
        <a:bodyPr/>
        <a:lstStyle/>
        <a:p>
          <a:r>
            <a:rPr lang="en-US"/>
            <a:t>to clean up lots of smaller amounts that</a:t>
          </a:r>
          <a:r>
            <a:rPr lang="tr-TR"/>
            <a:t> </a:t>
          </a:r>
          <a:r>
            <a:rPr lang="en-US"/>
            <a:t>were received as change for payments.</a:t>
          </a:r>
          <a:endParaRPr lang="tr-TR"/>
        </a:p>
      </dgm:t>
    </dgm:pt>
    <dgm:pt modelId="{BA0C4FDB-ED14-4C70-BD0B-03281388904B}" type="parTrans" cxnId="{FD30239E-E52E-401A-88B4-DC7D2C9ED75E}">
      <dgm:prSet/>
      <dgm:spPr/>
      <dgm:t>
        <a:bodyPr/>
        <a:lstStyle/>
        <a:p>
          <a:endParaRPr lang="tr-TR"/>
        </a:p>
      </dgm:t>
    </dgm:pt>
    <dgm:pt modelId="{9693546F-1BAC-4575-90C8-1D495E406A28}" type="sibTrans" cxnId="{FD30239E-E52E-401A-88B4-DC7D2C9ED75E}">
      <dgm:prSet/>
      <dgm:spPr/>
      <dgm:t>
        <a:bodyPr/>
        <a:lstStyle/>
        <a:p>
          <a:endParaRPr lang="tr-TR"/>
        </a:p>
      </dgm:t>
    </dgm:pt>
    <dgm:pt modelId="{FBE78E92-1D92-4309-AB32-2CB10656A302}" type="pres">
      <dgm:prSet presAssocID="{88F6870B-2C49-4468-9431-8D0FD2325D0B}" presName="linear" presStyleCnt="0">
        <dgm:presLayoutVars>
          <dgm:dir/>
          <dgm:animLvl val="lvl"/>
          <dgm:resizeHandles val="exact"/>
        </dgm:presLayoutVars>
      </dgm:prSet>
      <dgm:spPr/>
    </dgm:pt>
    <dgm:pt modelId="{F23B78F8-BE29-4FC1-85F1-797BC6683AF7}" type="pres">
      <dgm:prSet presAssocID="{1585B28A-9093-4BA9-ACEB-A50E935DD6DB}" presName="parentLin" presStyleCnt="0"/>
      <dgm:spPr/>
    </dgm:pt>
    <dgm:pt modelId="{9FC512C0-3C6B-4497-AB4E-49C7497FE7BE}" type="pres">
      <dgm:prSet presAssocID="{1585B28A-9093-4BA9-ACEB-A50E935DD6DB}" presName="parentLeftMargin" presStyleLbl="node1" presStyleIdx="0" presStyleCnt="2"/>
      <dgm:spPr/>
    </dgm:pt>
    <dgm:pt modelId="{8974D5FC-4060-4FEB-A792-11D921DB1A0A}" type="pres">
      <dgm:prSet presAssocID="{1585B28A-9093-4BA9-ACEB-A50E935DD6D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24974FA-EA6A-41AA-ACBB-035C8BB9E596}" type="pres">
      <dgm:prSet presAssocID="{1585B28A-9093-4BA9-ACEB-A50E935DD6DB}" presName="negativeSpace" presStyleCnt="0"/>
      <dgm:spPr/>
    </dgm:pt>
    <dgm:pt modelId="{381274ED-DFE5-43E0-BB64-524D85248ABF}" type="pres">
      <dgm:prSet presAssocID="{1585B28A-9093-4BA9-ACEB-A50E935DD6DB}" presName="childText" presStyleLbl="conFgAcc1" presStyleIdx="0" presStyleCnt="2">
        <dgm:presLayoutVars>
          <dgm:bulletEnabled val="1"/>
        </dgm:presLayoutVars>
      </dgm:prSet>
      <dgm:spPr/>
    </dgm:pt>
    <dgm:pt modelId="{EAE8013E-4B36-4002-97C7-E88BC1833E63}" type="pres">
      <dgm:prSet presAssocID="{1BF0BAC3-A7C7-4F26-9281-8D1ED5F231AA}" presName="spaceBetweenRectangles" presStyleCnt="0"/>
      <dgm:spPr/>
    </dgm:pt>
    <dgm:pt modelId="{913B61FC-CF80-41A5-9F0A-FB3B97A71B1E}" type="pres">
      <dgm:prSet presAssocID="{685A279B-4A2D-4127-A331-C5BA094DD3FC}" presName="parentLin" presStyleCnt="0"/>
      <dgm:spPr/>
    </dgm:pt>
    <dgm:pt modelId="{A29ED1F2-7C35-4634-BE53-34FDE36A5105}" type="pres">
      <dgm:prSet presAssocID="{685A279B-4A2D-4127-A331-C5BA094DD3FC}" presName="parentLeftMargin" presStyleLbl="node1" presStyleIdx="0" presStyleCnt="2"/>
      <dgm:spPr/>
    </dgm:pt>
    <dgm:pt modelId="{66EBB8A0-5679-43A9-AB63-4BAA6550B237}" type="pres">
      <dgm:prSet presAssocID="{685A279B-4A2D-4127-A331-C5BA094DD3F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9F6AD68-2D15-4E08-AE71-58A95D3D86F9}" type="pres">
      <dgm:prSet presAssocID="{685A279B-4A2D-4127-A331-C5BA094DD3FC}" presName="negativeSpace" presStyleCnt="0"/>
      <dgm:spPr/>
    </dgm:pt>
    <dgm:pt modelId="{D171BB74-5F47-44D3-AE50-A7617E6EC4A2}" type="pres">
      <dgm:prSet presAssocID="{685A279B-4A2D-4127-A331-C5BA094DD3F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CAEFA04-8730-4F19-B44B-20FC715DE806}" type="presOf" srcId="{1585B28A-9093-4BA9-ACEB-A50E935DD6DB}" destId="{8974D5FC-4060-4FEB-A792-11D921DB1A0A}" srcOrd="1" destOrd="0" presId="urn:microsoft.com/office/officeart/2005/8/layout/list1"/>
    <dgm:cxn modelId="{C01C460C-2E6C-4144-A177-A046CE053ABE}" type="presOf" srcId="{1585B28A-9093-4BA9-ACEB-A50E935DD6DB}" destId="{9FC512C0-3C6B-4497-AB4E-49C7497FE7BE}" srcOrd="0" destOrd="0" presId="urn:microsoft.com/office/officeart/2005/8/layout/list1"/>
    <dgm:cxn modelId="{F45F2E10-B3CB-446F-8500-D31B7041E56F}" srcId="{88F6870B-2C49-4468-9431-8D0FD2325D0B}" destId="{1585B28A-9093-4BA9-ACEB-A50E935DD6DB}" srcOrd="0" destOrd="0" parTransId="{CC37C706-F855-4A7B-8138-C5F42C66ACCB}" sibTransId="{1BF0BAC3-A7C7-4F26-9281-8D1ED5F231AA}"/>
    <dgm:cxn modelId="{F335B727-158D-4121-AB3C-83A8D347DEE7}" type="presOf" srcId="{88F6870B-2C49-4468-9431-8D0FD2325D0B}" destId="{FBE78E92-1D92-4309-AB32-2CB10656A302}" srcOrd="0" destOrd="0" presId="urn:microsoft.com/office/officeart/2005/8/layout/list1"/>
    <dgm:cxn modelId="{2FB8533F-BD04-444F-A7C8-2EACAD5E54D9}" type="presOf" srcId="{7D3272B3-5CEE-4DC9-8C3C-FB77B8541373}" destId="{D171BB74-5F47-44D3-AE50-A7617E6EC4A2}" srcOrd="0" destOrd="0" presId="urn:microsoft.com/office/officeart/2005/8/layout/list1"/>
    <dgm:cxn modelId="{E6E53C55-660D-43AC-8429-5AD628410284}" type="presOf" srcId="{685A279B-4A2D-4127-A331-C5BA094DD3FC}" destId="{A29ED1F2-7C35-4634-BE53-34FDE36A5105}" srcOrd="0" destOrd="0" presId="urn:microsoft.com/office/officeart/2005/8/layout/list1"/>
    <dgm:cxn modelId="{7F54B983-B1E4-4AB2-85DE-662268A6F4B5}" type="presOf" srcId="{C8A3762C-5261-454D-8C69-21F07C921978}" destId="{381274ED-DFE5-43E0-BB64-524D85248ABF}" srcOrd="0" destOrd="0" presId="urn:microsoft.com/office/officeart/2005/8/layout/list1"/>
    <dgm:cxn modelId="{539FCD84-85D4-4F30-82F6-9ED674D6EDCA}" srcId="{685A279B-4A2D-4127-A331-C5BA094DD3FC}" destId="{7D3272B3-5CEE-4DC9-8C3C-FB77B8541373}" srcOrd="0" destOrd="0" parTransId="{6EC1EF95-C724-4A2B-833A-3C43F2F518A2}" sibTransId="{99E4F95D-7692-4C54-A489-7112495FF95D}"/>
    <dgm:cxn modelId="{494E978A-6B27-40F6-8ACC-61F31BAEFD5C}" type="presOf" srcId="{685A279B-4A2D-4127-A331-C5BA094DD3FC}" destId="{66EBB8A0-5679-43A9-AB63-4BAA6550B237}" srcOrd="1" destOrd="0" presId="urn:microsoft.com/office/officeart/2005/8/layout/list1"/>
    <dgm:cxn modelId="{6633CB8C-D9B5-4C40-A610-E97DC5505E08}" srcId="{88F6870B-2C49-4468-9431-8D0FD2325D0B}" destId="{685A279B-4A2D-4127-A331-C5BA094DD3FC}" srcOrd="1" destOrd="0" parTransId="{07E3F4B4-ACDA-4823-BDAE-EF1430DCD566}" sibTransId="{07864DD9-1E26-4216-86BD-4FC4B3EF045D}"/>
    <dgm:cxn modelId="{FD30239E-E52E-401A-88B4-DC7D2C9ED75E}" srcId="{685A279B-4A2D-4127-A331-C5BA094DD3FC}" destId="{D7EB2B7C-F201-47F0-B200-32085AA872AC}" srcOrd="1" destOrd="0" parTransId="{BA0C4FDB-ED14-4C70-BD0B-03281388904B}" sibTransId="{9693546F-1BAC-4575-90C8-1D495E406A28}"/>
    <dgm:cxn modelId="{D2C5A1A0-33A7-47FE-88A8-B1FB0323BB9F}" type="presOf" srcId="{D7EB2B7C-F201-47F0-B200-32085AA872AC}" destId="{D171BB74-5F47-44D3-AE50-A7617E6EC4A2}" srcOrd="0" destOrd="1" presId="urn:microsoft.com/office/officeart/2005/8/layout/list1"/>
    <dgm:cxn modelId="{99969EEE-51B7-4C3F-9A78-286C0DE65BBB}" srcId="{1585B28A-9093-4BA9-ACEB-A50E935DD6DB}" destId="{C8A3762C-5261-454D-8C69-21F07C921978}" srcOrd="0" destOrd="0" parTransId="{72EC0045-B0B5-4CAC-A8F3-B193420B75CD}" sibTransId="{50F3C359-7019-4B8B-BA0E-8D0134406A7E}"/>
    <dgm:cxn modelId="{4A2CFA6B-7E0A-43E0-8922-7D01071F4313}" type="presParOf" srcId="{FBE78E92-1D92-4309-AB32-2CB10656A302}" destId="{F23B78F8-BE29-4FC1-85F1-797BC6683AF7}" srcOrd="0" destOrd="0" presId="urn:microsoft.com/office/officeart/2005/8/layout/list1"/>
    <dgm:cxn modelId="{6D91EEFD-F155-4C22-BF1E-6634368FE2FB}" type="presParOf" srcId="{F23B78F8-BE29-4FC1-85F1-797BC6683AF7}" destId="{9FC512C0-3C6B-4497-AB4E-49C7497FE7BE}" srcOrd="0" destOrd="0" presId="urn:microsoft.com/office/officeart/2005/8/layout/list1"/>
    <dgm:cxn modelId="{2B3B5D1F-D1BF-4FCF-82CB-F1F9307FAFD2}" type="presParOf" srcId="{F23B78F8-BE29-4FC1-85F1-797BC6683AF7}" destId="{8974D5FC-4060-4FEB-A792-11D921DB1A0A}" srcOrd="1" destOrd="0" presId="urn:microsoft.com/office/officeart/2005/8/layout/list1"/>
    <dgm:cxn modelId="{5834FDCE-0BD7-4AC7-B885-41C055586815}" type="presParOf" srcId="{FBE78E92-1D92-4309-AB32-2CB10656A302}" destId="{724974FA-EA6A-41AA-ACBB-035C8BB9E596}" srcOrd="1" destOrd="0" presId="urn:microsoft.com/office/officeart/2005/8/layout/list1"/>
    <dgm:cxn modelId="{084D5EEE-8238-47B3-B694-64E827320BE0}" type="presParOf" srcId="{FBE78E92-1D92-4309-AB32-2CB10656A302}" destId="{381274ED-DFE5-43E0-BB64-524D85248ABF}" srcOrd="2" destOrd="0" presId="urn:microsoft.com/office/officeart/2005/8/layout/list1"/>
    <dgm:cxn modelId="{EE834CEF-1527-48EA-BD35-C00C84B23880}" type="presParOf" srcId="{FBE78E92-1D92-4309-AB32-2CB10656A302}" destId="{EAE8013E-4B36-4002-97C7-E88BC1833E63}" srcOrd="3" destOrd="0" presId="urn:microsoft.com/office/officeart/2005/8/layout/list1"/>
    <dgm:cxn modelId="{77D4FAEE-1573-4808-B9B9-344D8197F524}" type="presParOf" srcId="{FBE78E92-1D92-4309-AB32-2CB10656A302}" destId="{913B61FC-CF80-41A5-9F0A-FB3B97A71B1E}" srcOrd="4" destOrd="0" presId="urn:microsoft.com/office/officeart/2005/8/layout/list1"/>
    <dgm:cxn modelId="{31D2BC60-1EF3-4EC0-BD0C-ED5FDF324539}" type="presParOf" srcId="{913B61FC-CF80-41A5-9F0A-FB3B97A71B1E}" destId="{A29ED1F2-7C35-4634-BE53-34FDE36A5105}" srcOrd="0" destOrd="0" presId="urn:microsoft.com/office/officeart/2005/8/layout/list1"/>
    <dgm:cxn modelId="{D6AE1CEF-0E8D-46FC-A884-08E4C3171848}" type="presParOf" srcId="{913B61FC-CF80-41A5-9F0A-FB3B97A71B1E}" destId="{66EBB8A0-5679-43A9-AB63-4BAA6550B237}" srcOrd="1" destOrd="0" presId="urn:microsoft.com/office/officeart/2005/8/layout/list1"/>
    <dgm:cxn modelId="{69587CB1-5C10-4B19-8F67-9AF232144B35}" type="presParOf" srcId="{FBE78E92-1D92-4309-AB32-2CB10656A302}" destId="{09F6AD68-2D15-4E08-AE71-58A95D3D86F9}" srcOrd="5" destOrd="0" presId="urn:microsoft.com/office/officeart/2005/8/layout/list1"/>
    <dgm:cxn modelId="{F9E34537-7CD1-4416-BB59-C08B9F4F2D1A}" type="presParOf" srcId="{FBE78E92-1D92-4309-AB32-2CB10656A302}" destId="{D171BB74-5F47-44D3-AE50-A7617E6EC4A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3EFEE50-D448-4F0D-98A6-FCB08E6F9CE9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tr-TR"/>
        </a:p>
      </dgm:t>
    </dgm:pt>
    <dgm:pt modelId="{7C43F797-3A57-4FF3-BA4F-E649D4853839}">
      <dgm:prSet/>
      <dgm:spPr/>
      <dgm:t>
        <a:bodyPr/>
        <a:lstStyle/>
        <a:p>
          <a:pPr>
            <a:defRPr b="1"/>
          </a:pPr>
          <a:r>
            <a:rPr lang="tr-TR"/>
            <a:t>Distributing Funds</a:t>
          </a:r>
        </a:p>
      </dgm:t>
    </dgm:pt>
    <dgm:pt modelId="{38697908-4FF4-46FE-A0FE-0EBA8DA9CF74}" type="parTrans" cxnId="{CFE7A05F-E587-4C72-B89E-C337C51CB121}">
      <dgm:prSet/>
      <dgm:spPr/>
      <dgm:t>
        <a:bodyPr/>
        <a:lstStyle/>
        <a:p>
          <a:endParaRPr lang="tr-TR"/>
        </a:p>
      </dgm:t>
    </dgm:pt>
    <dgm:pt modelId="{331AD499-B20C-4FF3-AB7B-DED649D353FB}" type="sibTrans" cxnId="{CFE7A05F-E587-4C72-B89E-C337C51CB121}">
      <dgm:prSet/>
      <dgm:spPr/>
      <dgm:t>
        <a:bodyPr/>
        <a:lstStyle/>
        <a:p>
          <a:endParaRPr lang="tr-TR"/>
        </a:p>
      </dgm:t>
    </dgm:pt>
    <dgm:pt modelId="{F5207BE4-4480-4A12-A773-3BEF9A3245BF}">
      <dgm:prSet/>
      <dgm:spPr/>
      <dgm:t>
        <a:bodyPr/>
        <a:lstStyle/>
        <a:p>
          <a:r>
            <a:rPr lang="en-US"/>
            <a:t>distributes one input to multiple outputs </a:t>
          </a:r>
          <a:endParaRPr lang="tr-TR"/>
        </a:p>
      </dgm:t>
    </dgm:pt>
    <dgm:pt modelId="{436FF7CF-2FC9-4A24-9EF9-45302D6A2045}" type="parTrans" cxnId="{638FCAEC-F434-477E-A842-37BE0068C551}">
      <dgm:prSet/>
      <dgm:spPr/>
      <dgm:t>
        <a:bodyPr/>
        <a:lstStyle/>
        <a:p>
          <a:endParaRPr lang="tr-TR"/>
        </a:p>
      </dgm:t>
    </dgm:pt>
    <dgm:pt modelId="{7E989034-80FA-43E0-8031-CBA6A59B7982}" type="sibTrans" cxnId="{638FCAEC-F434-477E-A842-37BE0068C551}">
      <dgm:prSet/>
      <dgm:spPr/>
      <dgm:t>
        <a:bodyPr/>
        <a:lstStyle/>
        <a:p>
          <a:endParaRPr lang="tr-TR"/>
        </a:p>
      </dgm:t>
    </dgm:pt>
    <dgm:pt modelId="{65F6492C-C7DC-4222-9812-97485F31954B}">
      <dgm:prSet/>
      <dgm:spPr/>
      <dgm:t>
        <a:bodyPr/>
        <a:lstStyle/>
        <a:p>
          <a:r>
            <a:rPr lang="en-US"/>
            <a:t>representing multiple recipients</a:t>
          </a:r>
          <a:endParaRPr lang="tr-TR"/>
        </a:p>
      </dgm:t>
    </dgm:pt>
    <dgm:pt modelId="{957736B5-3950-4AEF-8379-3C7532C26A2F}" type="parTrans" cxnId="{92E37539-DF03-4F46-B027-5813FA3D1BF3}">
      <dgm:prSet/>
      <dgm:spPr/>
      <dgm:t>
        <a:bodyPr/>
        <a:lstStyle/>
        <a:p>
          <a:endParaRPr lang="tr-TR"/>
        </a:p>
      </dgm:t>
    </dgm:pt>
    <dgm:pt modelId="{0067B221-595B-496E-9DEC-D196D3A3B9B0}" type="sibTrans" cxnId="{92E37539-DF03-4F46-B027-5813FA3D1BF3}">
      <dgm:prSet/>
      <dgm:spPr/>
      <dgm:t>
        <a:bodyPr/>
        <a:lstStyle/>
        <a:p>
          <a:endParaRPr lang="tr-TR"/>
        </a:p>
      </dgm:t>
    </dgm:pt>
    <dgm:pt modelId="{055D6079-EA47-4989-9225-9E1F3FE11C02}">
      <dgm:prSet/>
      <dgm:spPr/>
      <dgm:t>
        <a:bodyPr/>
        <a:lstStyle/>
        <a:p>
          <a:pPr>
            <a:defRPr b="1"/>
          </a:pPr>
          <a:r>
            <a:rPr lang="tr-TR" dirty="0"/>
            <a:t>Usage</a:t>
          </a:r>
        </a:p>
      </dgm:t>
    </dgm:pt>
    <dgm:pt modelId="{AE8A9092-7F46-4626-9FC2-A2CC47745AB6}" type="parTrans" cxnId="{77BFD904-182A-4A7E-A0FD-E71DCE549F96}">
      <dgm:prSet/>
      <dgm:spPr/>
      <dgm:t>
        <a:bodyPr/>
        <a:lstStyle/>
        <a:p>
          <a:endParaRPr lang="tr-TR"/>
        </a:p>
      </dgm:t>
    </dgm:pt>
    <dgm:pt modelId="{4C6BD0F3-6BD5-4CA1-9E3C-2F267B3ED35D}" type="sibTrans" cxnId="{77BFD904-182A-4A7E-A0FD-E71DCE549F96}">
      <dgm:prSet/>
      <dgm:spPr/>
      <dgm:t>
        <a:bodyPr/>
        <a:lstStyle/>
        <a:p>
          <a:endParaRPr lang="tr-TR"/>
        </a:p>
      </dgm:t>
    </dgm:pt>
    <dgm:pt modelId="{C4981836-609D-42C8-872A-E5E9487725FF}">
      <dgm:prSet/>
      <dgm:spPr/>
      <dgm:t>
        <a:bodyPr/>
        <a:lstStyle/>
        <a:p>
          <a:r>
            <a:rPr lang="en-US"/>
            <a:t>used by commercial entities to</a:t>
          </a:r>
          <a:r>
            <a:rPr lang="tr-TR"/>
            <a:t>c</a:t>
          </a:r>
          <a:r>
            <a:rPr lang="en-US"/>
            <a:t>distribute funds, </a:t>
          </a:r>
          <a:endParaRPr lang="tr-TR"/>
        </a:p>
      </dgm:t>
    </dgm:pt>
    <dgm:pt modelId="{3578E585-7712-47DD-AFE9-B1CD4A3166EB}" type="parTrans" cxnId="{0F4202AE-A52F-4964-B0E4-5677B22780E7}">
      <dgm:prSet/>
      <dgm:spPr/>
      <dgm:t>
        <a:bodyPr/>
        <a:lstStyle/>
        <a:p>
          <a:endParaRPr lang="tr-TR"/>
        </a:p>
      </dgm:t>
    </dgm:pt>
    <dgm:pt modelId="{6E02D9F3-805A-4DA9-B139-A37652DBF5D9}" type="sibTrans" cxnId="{0F4202AE-A52F-4964-B0E4-5677B22780E7}">
      <dgm:prSet/>
      <dgm:spPr/>
      <dgm:t>
        <a:bodyPr/>
        <a:lstStyle/>
        <a:p>
          <a:endParaRPr lang="tr-TR"/>
        </a:p>
      </dgm:t>
    </dgm:pt>
    <dgm:pt modelId="{2AD70778-443A-4375-9A2E-91CC1D8C441B}">
      <dgm:prSet/>
      <dgm:spPr/>
      <dgm:t>
        <a:bodyPr/>
        <a:lstStyle/>
        <a:p>
          <a:r>
            <a:rPr lang="en-US"/>
            <a:t>such as when processing payroll payments to multiple employees</a:t>
          </a:r>
          <a:endParaRPr lang="tr-TR"/>
        </a:p>
      </dgm:t>
    </dgm:pt>
    <dgm:pt modelId="{E196DDC1-EA78-4E45-970F-4F43A213950D}" type="parTrans" cxnId="{D2E3EEE2-A940-4BD9-9FB1-387F6FB6F7AA}">
      <dgm:prSet/>
      <dgm:spPr/>
      <dgm:t>
        <a:bodyPr/>
        <a:lstStyle/>
        <a:p>
          <a:endParaRPr lang="tr-TR"/>
        </a:p>
      </dgm:t>
    </dgm:pt>
    <dgm:pt modelId="{8B68A913-607C-473F-991E-160888B58107}" type="sibTrans" cxnId="{D2E3EEE2-A940-4BD9-9FB1-387F6FB6F7AA}">
      <dgm:prSet/>
      <dgm:spPr/>
      <dgm:t>
        <a:bodyPr/>
        <a:lstStyle/>
        <a:p>
          <a:endParaRPr lang="tr-TR"/>
        </a:p>
      </dgm:t>
    </dgm:pt>
    <dgm:pt modelId="{C293C5A8-B2D6-4BE4-A707-F7E041DB3C07}" type="pres">
      <dgm:prSet presAssocID="{33EFEE50-D448-4F0D-98A6-FCB08E6F9CE9}" presName="linear" presStyleCnt="0">
        <dgm:presLayoutVars>
          <dgm:dir/>
          <dgm:animLvl val="lvl"/>
          <dgm:resizeHandles val="exact"/>
        </dgm:presLayoutVars>
      </dgm:prSet>
      <dgm:spPr/>
    </dgm:pt>
    <dgm:pt modelId="{D6CE5488-5911-4AA2-8CCA-A3B54CE4B062}" type="pres">
      <dgm:prSet presAssocID="{7C43F797-3A57-4FF3-BA4F-E649D4853839}" presName="parentLin" presStyleCnt="0"/>
      <dgm:spPr/>
    </dgm:pt>
    <dgm:pt modelId="{5D4E0498-26E3-4549-910D-DE6BD3A12D90}" type="pres">
      <dgm:prSet presAssocID="{7C43F797-3A57-4FF3-BA4F-E649D4853839}" presName="parentLeftMargin" presStyleLbl="node1" presStyleIdx="0" presStyleCnt="2"/>
      <dgm:spPr/>
    </dgm:pt>
    <dgm:pt modelId="{45AA01BD-817F-4765-9F6C-3A5DC94852B9}" type="pres">
      <dgm:prSet presAssocID="{7C43F797-3A57-4FF3-BA4F-E649D48538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B558AE8-FF05-458A-A23C-05E89F530447}" type="pres">
      <dgm:prSet presAssocID="{7C43F797-3A57-4FF3-BA4F-E649D4853839}" presName="negativeSpace" presStyleCnt="0"/>
      <dgm:spPr/>
    </dgm:pt>
    <dgm:pt modelId="{DB41E9F5-16E9-49CA-B987-5B64B9F8FD62}" type="pres">
      <dgm:prSet presAssocID="{7C43F797-3A57-4FF3-BA4F-E649D4853839}" presName="childText" presStyleLbl="conFgAcc1" presStyleIdx="0" presStyleCnt="2">
        <dgm:presLayoutVars>
          <dgm:bulletEnabled val="1"/>
        </dgm:presLayoutVars>
      </dgm:prSet>
      <dgm:spPr/>
    </dgm:pt>
    <dgm:pt modelId="{8F17688B-B100-44C8-9C42-4A25FC25BF19}" type="pres">
      <dgm:prSet presAssocID="{331AD499-B20C-4FF3-AB7B-DED649D353FB}" presName="spaceBetweenRectangles" presStyleCnt="0"/>
      <dgm:spPr/>
    </dgm:pt>
    <dgm:pt modelId="{42F9F5F4-26F3-45E6-804A-E285019260E4}" type="pres">
      <dgm:prSet presAssocID="{055D6079-EA47-4989-9225-9E1F3FE11C02}" presName="parentLin" presStyleCnt="0"/>
      <dgm:spPr/>
    </dgm:pt>
    <dgm:pt modelId="{90AD4A0F-CBA7-4D01-BC77-624AD2515A11}" type="pres">
      <dgm:prSet presAssocID="{055D6079-EA47-4989-9225-9E1F3FE11C02}" presName="parentLeftMargin" presStyleLbl="node1" presStyleIdx="0" presStyleCnt="2"/>
      <dgm:spPr/>
    </dgm:pt>
    <dgm:pt modelId="{7A2C9A3D-3435-44FB-9891-DFC0A4AA2BEA}" type="pres">
      <dgm:prSet presAssocID="{055D6079-EA47-4989-9225-9E1F3FE11C0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0B6FABC-93E1-47D1-B678-F065774D4E51}" type="pres">
      <dgm:prSet presAssocID="{055D6079-EA47-4989-9225-9E1F3FE11C02}" presName="negativeSpace" presStyleCnt="0"/>
      <dgm:spPr/>
    </dgm:pt>
    <dgm:pt modelId="{2059F872-E0BF-4E32-8BCA-DCE317208301}" type="pres">
      <dgm:prSet presAssocID="{055D6079-EA47-4989-9225-9E1F3FE11C0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7BFD904-182A-4A7E-A0FD-E71DCE549F96}" srcId="{33EFEE50-D448-4F0D-98A6-FCB08E6F9CE9}" destId="{055D6079-EA47-4989-9225-9E1F3FE11C02}" srcOrd="1" destOrd="0" parTransId="{AE8A9092-7F46-4626-9FC2-A2CC47745AB6}" sibTransId="{4C6BD0F3-6BD5-4CA1-9E3C-2F267B3ED35D}"/>
    <dgm:cxn modelId="{92E37539-DF03-4F46-B027-5813FA3D1BF3}" srcId="{7C43F797-3A57-4FF3-BA4F-E649D4853839}" destId="{65F6492C-C7DC-4222-9812-97485F31954B}" srcOrd="1" destOrd="0" parTransId="{957736B5-3950-4AEF-8379-3C7532C26A2F}" sibTransId="{0067B221-595B-496E-9DEC-D196D3A3B9B0}"/>
    <dgm:cxn modelId="{6C9B505B-A1DE-4B4C-B2B4-9B6A9844787D}" type="presOf" srcId="{C4981836-609D-42C8-872A-E5E9487725FF}" destId="{2059F872-E0BF-4E32-8BCA-DCE317208301}" srcOrd="0" destOrd="0" presId="urn:microsoft.com/office/officeart/2005/8/layout/list1"/>
    <dgm:cxn modelId="{CFE7A05F-E587-4C72-B89E-C337C51CB121}" srcId="{33EFEE50-D448-4F0D-98A6-FCB08E6F9CE9}" destId="{7C43F797-3A57-4FF3-BA4F-E649D4853839}" srcOrd="0" destOrd="0" parTransId="{38697908-4FF4-46FE-A0FE-0EBA8DA9CF74}" sibTransId="{331AD499-B20C-4FF3-AB7B-DED649D353FB}"/>
    <dgm:cxn modelId="{0CBA364C-FA9F-45E7-85A7-735C27FADFAE}" type="presOf" srcId="{2AD70778-443A-4375-9A2E-91CC1D8C441B}" destId="{2059F872-E0BF-4E32-8BCA-DCE317208301}" srcOrd="0" destOrd="1" presId="urn:microsoft.com/office/officeart/2005/8/layout/list1"/>
    <dgm:cxn modelId="{95BCEE70-38A9-4E93-85B9-C83F800C29F1}" type="presOf" srcId="{055D6079-EA47-4989-9225-9E1F3FE11C02}" destId="{7A2C9A3D-3435-44FB-9891-DFC0A4AA2BEA}" srcOrd="1" destOrd="0" presId="urn:microsoft.com/office/officeart/2005/8/layout/list1"/>
    <dgm:cxn modelId="{61607184-CC12-49F9-A18D-965702CF1B1E}" type="presOf" srcId="{055D6079-EA47-4989-9225-9E1F3FE11C02}" destId="{90AD4A0F-CBA7-4D01-BC77-624AD2515A11}" srcOrd="0" destOrd="0" presId="urn:microsoft.com/office/officeart/2005/8/layout/list1"/>
    <dgm:cxn modelId="{93BD8887-0FA4-4A22-857D-EFEBA0841717}" type="presOf" srcId="{33EFEE50-D448-4F0D-98A6-FCB08E6F9CE9}" destId="{C293C5A8-B2D6-4BE4-A707-F7E041DB3C07}" srcOrd="0" destOrd="0" presId="urn:microsoft.com/office/officeart/2005/8/layout/list1"/>
    <dgm:cxn modelId="{955EE987-C11F-4C14-A6F7-2339C6BD21F0}" type="presOf" srcId="{7C43F797-3A57-4FF3-BA4F-E649D4853839}" destId="{45AA01BD-817F-4765-9F6C-3A5DC94852B9}" srcOrd="1" destOrd="0" presId="urn:microsoft.com/office/officeart/2005/8/layout/list1"/>
    <dgm:cxn modelId="{4458EAAD-6009-48FF-8A2B-EECF1020B157}" type="presOf" srcId="{F5207BE4-4480-4A12-A773-3BEF9A3245BF}" destId="{DB41E9F5-16E9-49CA-B987-5B64B9F8FD62}" srcOrd="0" destOrd="0" presId="urn:microsoft.com/office/officeart/2005/8/layout/list1"/>
    <dgm:cxn modelId="{0F4202AE-A52F-4964-B0E4-5677B22780E7}" srcId="{055D6079-EA47-4989-9225-9E1F3FE11C02}" destId="{C4981836-609D-42C8-872A-E5E9487725FF}" srcOrd="0" destOrd="0" parTransId="{3578E585-7712-47DD-AFE9-B1CD4A3166EB}" sibTransId="{6E02D9F3-805A-4DA9-B139-A37652DBF5D9}"/>
    <dgm:cxn modelId="{92B2F8CA-64DE-457E-BE1A-4E63E06EFB0F}" type="presOf" srcId="{7C43F797-3A57-4FF3-BA4F-E649D4853839}" destId="{5D4E0498-26E3-4549-910D-DE6BD3A12D90}" srcOrd="0" destOrd="0" presId="urn:microsoft.com/office/officeart/2005/8/layout/list1"/>
    <dgm:cxn modelId="{D2E3EEE2-A940-4BD9-9FB1-387F6FB6F7AA}" srcId="{055D6079-EA47-4989-9225-9E1F3FE11C02}" destId="{2AD70778-443A-4375-9A2E-91CC1D8C441B}" srcOrd="1" destOrd="0" parTransId="{E196DDC1-EA78-4E45-970F-4F43A213950D}" sibTransId="{8B68A913-607C-473F-991E-160888B58107}"/>
    <dgm:cxn modelId="{638FCAEC-F434-477E-A842-37BE0068C551}" srcId="{7C43F797-3A57-4FF3-BA4F-E649D4853839}" destId="{F5207BE4-4480-4A12-A773-3BEF9A3245BF}" srcOrd="0" destOrd="0" parTransId="{436FF7CF-2FC9-4A24-9EF9-45302D6A2045}" sibTransId="{7E989034-80FA-43E0-8031-CBA6A59B7982}"/>
    <dgm:cxn modelId="{6D08EDF5-7DFC-4407-9AAA-BCC6F645609A}" type="presOf" srcId="{65F6492C-C7DC-4222-9812-97485F31954B}" destId="{DB41E9F5-16E9-49CA-B987-5B64B9F8FD62}" srcOrd="0" destOrd="1" presId="urn:microsoft.com/office/officeart/2005/8/layout/list1"/>
    <dgm:cxn modelId="{E3831694-85BB-42A5-AB11-B52EA982995F}" type="presParOf" srcId="{C293C5A8-B2D6-4BE4-A707-F7E041DB3C07}" destId="{D6CE5488-5911-4AA2-8CCA-A3B54CE4B062}" srcOrd="0" destOrd="0" presId="urn:microsoft.com/office/officeart/2005/8/layout/list1"/>
    <dgm:cxn modelId="{2F24594F-B046-4D1D-9D5E-F1A5D342CA7E}" type="presParOf" srcId="{D6CE5488-5911-4AA2-8CCA-A3B54CE4B062}" destId="{5D4E0498-26E3-4549-910D-DE6BD3A12D90}" srcOrd="0" destOrd="0" presId="urn:microsoft.com/office/officeart/2005/8/layout/list1"/>
    <dgm:cxn modelId="{00DEB54C-EAC3-4E43-A113-B530D84C68F9}" type="presParOf" srcId="{D6CE5488-5911-4AA2-8CCA-A3B54CE4B062}" destId="{45AA01BD-817F-4765-9F6C-3A5DC94852B9}" srcOrd="1" destOrd="0" presId="urn:microsoft.com/office/officeart/2005/8/layout/list1"/>
    <dgm:cxn modelId="{B87AA154-4500-4581-9DC0-DF4BD7C9A44F}" type="presParOf" srcId="{C293C5A8-B2D6-4BE4-A707-F7E041DB3C07}" destId="{BB558AE8-FF05-458A-A23C-05E89F530447}" srcOrd="1" destOrd="0" presId="urn:microsoft.com/office/officeart/2005/8/layout/list1"/>
    <dgm:cxn modelId="{45CAFA07-D505-416E-8211-1DE3D8A4BA75}" type="presParOf" srcId="{C293C5A8-B2D6-4BE4-A707-F7E041DB3C07}" destId="{DB41E9F5-16E9-49CA-B987-5B64B9F8FD62}" srcOrd="2" destOrd="0" presId="urn:microsoft.com/office/officeart/2005/8/layout/list1"/>
    <dgm:cxn modelId="{D0C0F12C-7DEC-4E49-89A0-1D9C1BAD0FF1}" type="presParOf" srcId="{C293C5A8-B2D6-4BE4-A707-F7E041DB3C07}" destId="{8F17688B-B100-44C8-9C42-4A25FC25BF19}" srcOrd="3" destOrd="0" presId="urn:microsoft.com/office/officeart/2005/8/layout/list1"/>
    <dgm:cxn modelId="{A0552E1F-FF8E-45EA-9064-E957AF039670}" type="presParOf" srcId="{C293C5A8-B2D6-4BE4-A707-F7E041DB3C07}" destId="{42F9F5F4-26F3-45E6-804A-E285019260E4}" srcOrd="4" destOrd="0" presId="urn:microsoft.com/office/officeart/2005/8/layout/list1"/>
    <dgm:cxn modelId="{4D61054F-A129-425B-A469-0638E55B4475}" type="presParOf" srcId="{42F9F5F4-26F3-45E6-804A-E285019260E4}" destId="{90AD4A0F-CBA7-4D01-BC77-624AD2515A11}" srcOrd="0" destOrd="0" presId="urn:microsoft.com/office/officeart/2005/8/layout/list1"/>
    <dgm:cxn modelId="{DB622C3A-CA12-403A-AAB4-2FBD228FB2C2}" type="presParOf" srcId="{42F9F5F4-26F3-45E6-804A-E285019260E4}" destId="{7A2C9A3D-3435-44FB-9891-DFC0A4AA2BEA}" srcOrd="1" destOrd="0" presId="urn:microsoft.com/office/officeart/2005/8/layout/list1"/>
    <dgm:cxn modelId="{53015824-DEB4-4B16-9682-BC5E716C16BB}" type="presParOf" srcId="{C293C5A8-B2D6-4BE4-A707-F7E041DB3C07}" destId="{40B6FABC-93E1-47D1-B678-F065774D4E51}" srcOrd="5" destOrd="0" presId="urn:microsoft.com/office/officeart/2005/8/layout/list1"/>
    <dgm:cxn modelId="{7F3290C4-2C1E-4B7D-A570-1EC0D5BF5F58}" type="presParOf" srcId="{C293C5A8-B2D6-4BE4-A707-F7E041DB3C07}" destId="{2059F872-E0BF-4E32-8BCA-DCE31720830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A05DD79-520A-4564-9C28-7981EEA21DA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640051E3-0835-40D7-B66E-C251E681A3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Transactions are created by Wallet</a:t>
          </a:r>
          <a:endParaRPr lang="en-US"/>
        </a:p>
      </dgm:t>
    </dgm:pt>
    <dgm:pt modelId="{070DDF23-0AA8-4007-A2CB-C1AE8FEECDEA}" type="parTrans" cxnId="{3279B0D7-742B-40FC-9FB8-EA0B365D5726}">
      <dgm:prSet/>
      <dgm:spPr/>
      <dgm:t>
        <a:bodyPr/>
        <a:lstStyle/>
        <a:p>
          <a:endParaRPr lang="en-US"/>
        </a:p>
      </dgm:t>
    </dgm:pt>
    <dgm:pt modelId="{BF42C02F-2EF8-4D7D-B229-B359473F1996}" type="sibTrans" cxnId="{3279B0D7-742B-40FC-9FB8-EA0B365D5726}">
      <dgm:prSet/>
      <dgm:spPr/>
      <dgm:t>
        <a:bodyPr/>
        <a:lstStyle/>
        <a:p>
          <a:endParaRPr lang="en-US"/>
        </a:p>
      </dgm:t>
    </dgm:pt>
    <dgm:pt modelId="{8B0CD673-FB40-4464-BC4F-F57189AF9B4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build a transaction specified by the owner</a:t>
          </a:r>
          <a:endParaRPr lang="en-US" dirty="0"/>
        </a:p>
      </dgm:t>
    </dgm:pt>
    <dgm:pt modelId="{C95D8F7E-D4C7-4BD2-8A4F-195E15A5DD5A}" type="parTrans" cxnId="{4E54ABDF-25DA-4D24-996D-90EF776342F9}">
      <dgm:prSet/>
      <dgm:spPr/>
      <dgm:t>
        <a:bodyPr/>
        <a:lstStyle/>
        <a:p>
          <a:endParaRPr lang="en-US"/>
        </a:p>
      </dgm:t>
    </dgm:pt>
    <dgm:pt modelId="{B4F3825D-8DC5-4D93-AC22-A36231E5C5FE}" type="sibTrans" cxnId="{4E54ABDF-25DA-4D24-996D-90EF776342F9}">
      <dgm:prSet/>
      <dgm:spPr/>
      <dgm:t>
        <a:bodyPr/>
        <a:lstStyle/>
        <a:p>
          <a:endParaRPr lang="en-US"/>
        </a:p>
      </dgm:t>
    </dgm:pt>
    <dgm:pt modelId="{166421E5-D281-4B01-B8A0-B12DE1D388E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Offline/online</a:t>
          </a:r>
          <a:endParaRPr lang="en-US"/>
        </a:p>
      </dgm:t>
    </dgm:pt>
    <dgm:pt modelId="{7C67C54F-D709-4CEE-BC56-8C07FCD105FE}" type="parTrans" cxnId="{5993BA65-70F4-4A0C-AD33-360E4573BFEA}">
      <dgm:prSet/>
      <dgm:spPr/>
      <dgm:t>
        <a:bodyPr/>
        <a:lstStyle/>
        <a:p>
          <a:endParaRPr lang="en-US"/>
        </a:p>
      </dgm:t>
    </dgm:pt>
    <dgm:pt modelId="{ACAE8D34-6673-4E53-AEA1-C4D39B24AB21}" type="sibTrans" cxnId="{5993BA65-70F4-4A0C-AD33-360E4573BFEA}">
      <dgm:prSet/>
      <dgm:spPr/>
      <dgm:t>
        <a:bodyPr/>
        <a:lstStyle/>
        <a:p>
          <a:endParaRPr lang="en-US"/>
        </a:p>
      </dgm:t>
    </dgm:pt>
    <dgm:pt modelId="{75E27C5E-6CE2-432C-89DC-5039413D77B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Wallets can construct transactions </a:t>
          </a:r>
          <a:endParaRPr lang="en-US" dirty="0"/>
        </a:p>
      </dgm:t>
    </dgm:pt>
    <dgm:pt modelId="{07025B6A-23CC-4BC5-9125-A49985ADCEA6}" type="parTrans" cxnId="{071E7776-447A-4BC4-AA1D-E1BDB21439D2}">
      <dgm:prSet/>
      <dgm:spPr/>
      <dgm:t>
        <a:bodyPr/>
        <a:lstStyle/>
        <a:p>
          <a:endParaRPr lang="en-US"/>
        </a:p>
      </dgm:t>
    </dgm:pt>
    <dgm:pt modelId="{E45E1847-CE05-491C-A2D0-DC5EBB6CFF6E}" type="sibTrans" cxnId="{071E7776-447A-4BC4-AA1D-E1BDB21439D2}">
      <dgm:prSet/>
      <dgm:spPr/>
      <dgm:t>
        <a:bodyPr/>
        <a:lstStyle/>
        <a:p>
          <a:endParaRPr lang="en-US"/>
        </a:p>
      </dgm:t>
    </dgm:pt>
    <dgm:pt modelId="{05859472-8957-4666-A1B8-E435FB06017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even if it is completely offline</a:t>
          </a:r>
          <a:endParaRPr lang="en-US"/>
        </a:p>
      </dgm:t>
    </dgm:pt>
    <dgm:pt modelId="{61D5C9F8-F9FC-44BA-8899-49913046877E}" type="parTrans" cxnId="{B06A1225-0CF2-42AF-984E-4F69358E739A}">
      <dgm:prSet/>
      <dgm:spPr/>
      <dgm:t>
        <a:bodyPr/>
        <a:lstStyle/>
        <a:p>
          <a:endParaRPr lang="en-US"/>
        </a:p>
      </dgm:t>
    </dgm:pt>
    <dgm:pt modelId="{7B11FFBF-2B26-4D89-AB6E-CEC669CFB2D6}" type="sibTrans" cxnId="{B06A1225-0CF2-42AF-984E-4F69358E739A}">
      <dgm:prSet/>
      <dgm:spPr/>
      <dgm:t>
        <a:bodyPr/>
        <a:lstStyle/>
        <a:p>
          <a:endParaRPr lang="en-US"/>
        </a:p>
      </dgm:t>
    </dgm:pt>
    <dgm:pt modelId="{C98B6147-B3BC-4E6E-A220-E39A40A4C46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Selecting appropriate inputs and outputs</a:t>
          </a:r>
          <a:endParaRPr lang="en-US" dirty="0"/>
        </a:p>
      </dgm:t>
    </dgm:pt>
    <dgm:pt modelId="{46E08343-B163-4A5D-AA6E-1785B996B251}" type="parTrans" cxnId="{3E3AB1E7-9900-4A9D-BBA4-A2BAABB02E3F}">
      <dgm:prSet/>
      <dgm:spPr/>
      <dgm:t>
        <a:bodyPr/>
        <a:lstStyle/>
        <a:p>
          <a:endParaRPr lang="tr-TR"/>
        </a:p>
      </dgm:t>
    </dgm:pt>
    <dgm:pt modelId="{359E35FD-DC65-4500-BD3B-5F5756F39129}" type="sibTrans" cxnId="{3E3AB1E7-9900-4A9D-BBA4-A2BAABB02E3F}">
      <dgm:prSet/>
      <dgm:spPr/>
      <dgm:t>
        <a:bodyPr/>
        <a:lstStyle/>
        <a:p>
          <a:endParaRPr lang="tr-TR"/>
        </a:p>
      </dgm:t>
    </dgm:pt>
    <dgm:pt modelId="{A3921330-6EFF-4A26-AA83-34393BE43B94}" type="pres">
      <dgm:prSet presAssocID="{CA05DD79-520A-4564-9C28-7981EEA21DA3}" presName="root" presStyleCnt="0">
        <dgm:presLayoutVars>
          <dgm:dir/>
          <dgm:resizeHandles val="exact"/>
        </dgm:presLayoutVars>
      </dgm:prSet>
      <dgm:spPr/>
    </dgm:pt>
    <dgm:pt modelId="{8C247228-CD7B-46C8-9ECB-F9E4808833A7}" type="pres">
      <dgm:prSet presAssocID="{640051E3-0835-40D7-B66E-C251E681A3C5}" presName="compNode" presStyleCnt="0"/>
      <dgm:spPr/>
    </dgm:pt>
    <dgm:pt modelId="{A02045C6-D73E-42A0-B4A2-6606D88E02A7}" type="pres">
      <dgm:prSet presAssocID="{640051E3-0835-40D7-B66E-C251E681A3C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91DAC05-E896-4F08-8ECE-57205D9EFC9B}" type="pres">
      <dgm:prSet presAssocID="{640051E3-0835-40D7-B66E-C251E681A3C5}" presName="iconSpace" presStyleCnt="0"/>
      <dgm:spPr/>
    </dgm:pt>
    <dgm:pt modelId="{86E80E9A-C1F1-4E81-A655-4A5A7CC184D4}" type="pres">
      <dgm:prSet presAssocID="{640051E3-0835-40D7-B66E-C251E681A3C5}" presName="parTx" presStyleLbl="revTx" presStyleIdx="0" presStyleCnt="4">
        <dgm:presLayoutVars>
          <dgm:chMax val="0"/>
          <dgm:chPref val="0"/>
        </dgm:presLayoutVars>
      </dgm:prSet>
      <dgm:spPr/>
    </dgm:pt>
    <dgm:pt modelId="{C556E5A4-77BC-45B5-9D58-0B2FB3E5EB48}" type="pres">
      <dgm:prSet presAssocID="{640051E3-0835-40D7-B66E-C251E681A3C5}" presName="txSpace" presStyleCnt="0"/>
      <dgm:spPr/>
    </dgm:pt>
    <dgm:pt modelId="{9F4D66A6-AE39-4539-AAFC-E551B8EB03EE}" type="pres">
      <dgm:prSet presAssocID="{640051E3-0835-40D7-B66E-C251E681A3C5}" presName="desTx" presStyleLbl="revTx" presStyleIdx="1" presStyleCnt="4">
        <dgm:presLayoutVars/>
      </dgm:prSet>
      <dgm:spPr/>
    </dgm:pt>
    <dgm:pt modelId="{E48C2643-CC8F-4F92-AB50-70DD13DE6DDA}" type="pres">
      <dgm:prSet presAssocID="{BF42C02F-2EF8-4D7D-B229-B359473F1996}" presName="sibTrans" presStyleCnt="0"/>
      <dgm:spPr/>
    </dgm:pt>
    <dgm:pt modelId="{3D89D31C-248E-44B5-886F-94FFCCECEBD7}" type="pres">
      <dgm:prSet presAssocID="{166421E5-D281-4B01-B8A0-B12DE1D388E1}" presName="compNode" presStyleCnt="0"/>
      <dgm:spPr/>
    </dgm:pt>
    <dgm:pt modelId="{FAE211B9-8E10-408D-AF6A-4520A2DD60CA}" type="pres">
      <dgm:prSet presAssocID="{166421E5-D281-4B01-B8A0-B12DE1D388E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E9EB799B-838D-4510-8AA7-FB3629385BC8}" type="pres">
      <dgm:prSet presAssocID="{166421E5-D281-4B01-B8A0-B12DE1D388E1}" presName="iconSpace" presStyleCnt="0"/>
      <dgm:spPr/>
    </dgm:pt>
    <dgm:pt modelId="{931DBA96-D0F4-426E-A77B-75C5B74C24F0}" type="pres">
      <dgm:prSet presAssocID="{166421E5-D281-4B01-B8A0-B12DE1D388E1}" presName="parTx" presStyleLbl="revTx" presStyleIdx="2" presStyleCnt="4">
        <dgm:presLayoutVars>
          <dgm:chMax val="0"/>
          <dgm:chPref val="0"/>
        </dgm:presLayoutVars>
      </dgm:prSet>
      <dgm:spPr/>
    </dgm:pt>
    <dgm:pt modelId="{28398BB8-0E41-49FA-82BD-0E0CBC08E407}" type="pres">
      <dgm:prSet presAssocID="{166421E5-D281-4B01-B8A0-B12DE1D388E1}" presName="txSpace" presStyleCnt="0"/>
      <dgm:spPr/>
    </dgm:pt>
    <dgm:pt modelId="{8D12BAAD-C3B5-4D8A-8A14-2B1C879EC927}" type="pres">
      <dgm:prSet presAssocID="{166421E5-D281-4B01-B8A0-B12DE1D388E1}" presName="desTx" presStyleLbl="revTx" presStyleIdx="3" presStyleCnt="4">
        <dgm:presLayoutVars/>
      </dgm:prSet>
      <dgm:spPr/>
    </dgm:pt>
  </dgm:ptLst>
  <dgm:cxnLst>
    <dgm:cxn modelId="{569D4702-143D-44A7-9558-F8D9C70AD363}" type="presOf" srcId="{166421E5-D281-4B01-B8A0-B12DE1D388E1}" destId="{931DBA96-D0F4-426E-A77B-75C5B74C24F0}" srcOrd="0" destOrd="0" presId="urn:microsoft.com/office/officeart/2018/5/layout/CenteredIconLabelDescriptionList"/>
    <dgm:cxn modelId="{F171E61E-82DC-4DF0-B4D0-67CBF0B3A0FF}" type="presOf" srcId="{CA05DD79-520A-4564-9C28-7981EEA21DA3}" destId="{A3921330-6EFF-4A26-AA83-34393BE43B94}" srcOrd="0" destOrd="0" presId="urn:microsoft.com/office/officeart/2018/5/layout/CenteredIconLabelDescriptionList"/>
    <dgm:cxn modelId="{B06A1225-0CF2-42AF-984E-4F69358E739A}" srcId="{166421E5-D281-4B01-B8A0-B12DE1D388E1}" destId="{05859472-8957-4666-A1B8-E435FB060176}" srcOrd="1" destOrd="0" parTransId="{61D5C9F8-F9FC-44BA-8899-49913046877E}" sibTransId="{7B11FFBF-2B26-4D89-AB6E-CEC669CFB2D6}"/>
    <dgm:cxn modelId="{B6740760-68B2-44FC-917E-B6353EF7B602}" type="presOf" srcId="{05859472-8957-4666-A1B8-E435FB060176}" destId="{8D12BAAD-C3B5-4D8A-8A14-2B1C879EC927}" srcOrd="0" destOrd="1" presId="urn:microsoft.com/office/officeart/2018/5/layout/CenteredIconLabelDescriptionList"/>
    <dgm:cxn modelId="{5993BA65-70F4-4A0C-AD33-360E4573BFEA}" srcId="{CA05DD79-520A-4564-9C28-7981EEA21DA3}" destId="{166421E5-D281-4B01-B8A0-B12DE1D388E1}" srcOrd="1" destOrd="0" parTransId="{7C67C54F-D709-4CEE-BC56-8C07FCD105FE}" sibTransId="{ACAE8D34-6673-4E53-AEA1-C4D39B24AB21}"/>
    <dgm:cxn modelId="{071E7776-447A-4BC4-AA1D-E1BDB21439D2}" srcId="{166421E5-D281-4B01-B8A0-B12DE1D388E1}" destId="{75E27C5E-6CE2-432C-89DC-5039413D77BE}" srcOrd="0" destOrd="0" parTransId="{07025B6A-23CC-4BC5-9125-A49985ADCEA6}" sibTransId="{E45E1847-CE05-491C-A2D0-DC5EBB6CFF6E}"/>
    <dgm:cxn modelId="{C86121A1-A7BD-4D83-8272-9A45F482D50F}" type="presOf" srcId="{8B0CD673-FB40-4464-BC4F-F57189AF9B4A}" destId="{9F4D66A6-AE39-4539-AAFC-E551B8EB03EE}" srcOrd="0" destOrd="1" presId="urn:microsoft.com/office/officeart/2018/5/layout/CenteredIconLabelDescriptionList"/>
    <dgm:cxn modelId="{F06AA1AC-0D4C-41A6-A324-78BDE5CA7987}" type="presOf" srcId="{640051E3-0835-40D7-B66E-C251E681A3C5}" destId="{86E80E9A-C1F1-4E81-A655-4A5A7CC184D4}" srcOrd="0" destOrd="0" presId="urn:microsoft.com/office/officeart/2018/5/layout/CenteredIconLabelDescriptionList"/>
    <dgm:cxn modelId="{EEE880D1-E743-44E4-89B7-6B58665A33AC}" type="presOf" srcId="{75E27C5E-6CE2-432C-89DC-5039413D77BE}" destId="{8D12BAAD-C3B5-4D8A-8A14-2B1C879EC927}" srcOrd="0" destOrd="0" presId="urn:microsoft.com/office/officeart/2018/5/layout/CenteredIconLabelDescriptionList"/>
    <dgm:cxn modelId="{3279B0D7-742B-40FC-9FB8-EA0B365D5726}" srcId="{CA05DD79-520A-4564-9C28-7981EEA21DA3}" destId="{640051E3-0835-40D7-B66E-C251E681A3C5}" srcOrd="0" destOrd="0" parTransId="{070DDF23-0AA8-4007-A2CB-C1AE8FEECDEA}" sibTransId="{BF42C02F-2EF8-4D7D-B229-B359473F1996}"/>
    <dgm:cxn modelId="{4E54ABDF-25DA-4D24-996D-90EF776342F9}" srcId="{640051E3-0835-40D7-B66E-C251E681A3C5}" destId="{8B0CD673-FB40-4464-BC4F-F57189AF9B4A}" srcOrd="1" destOrd="0" parTransId="{C95D8F7E-D4C7-4BD2-8A4F-195E15A5DD5A}" sibTransId="{B4F3825D-8DC5-4D93-AC22-A36231E5C5FE}"/>
    <dgm:cxn modelId="{3E3AB1E7-9900-4A9D-BBA4-A2BAABB02E3F}" srcId="{640051E3-0835-40D7-B66E-C251E681A3C5}" destId="{C98B6147-B3BC-4E6E-A220-E39A40A4C46B}" srcOrd="0" destOrd="0" parTransId="{46E08343-B163-4A5D-AA6E-1785B996B251}" sibTransId="{359E35FD-DC65-4500-BD3B-5F5756F39129}"/>
    <dgm:cxn modelId="{EFBBD0FC-C709-422C-9CF8-4D5B8BAC2608}" type="presOf" srcId="{C98B6147-B3BC-4E6E-A220-E39A40A4C46B}" destId="{9F4D66A6-AE39-4539-AAFC-E551B8EB03EE}" srcOrd="0" destOrd="0" presId="urn:microsoft.com/office/officeart/2018/5/layout/CenteredIconLabelDescriptionList"/>
    <dgm:cxn modelId="{E8B77B51-80C0-499D-ACF6-2C50BB62A016}" type="presParOf" srcId="{A3921330-6EFF-4A26-AA83-34393BE43B94}" destId="{8C247228-CD7B-46C8-9ECB-F9E4808833A7}" srcOrd="0" destOrd="0" presId="urn:microsoft.com/office/officeart/2018/5/layout/CenteredIconLabelDescriptionList"/>
    <dgm:cxn modelId="{83F8A6B8-7C6B-4A04-8679-A12865C5182A}" type="presParOf" srcId="{8C247228-CD7B-46C8-9ECB-F9E4808833A7}" destId="{A02045C6-D73E-42A0-B4A2-6606D88E02A7}" srcOrd="0" destOrd="0" presId="urn:microsoft.com/office/officeart/2018/5/layout/CenteredIconLabelDescriptionList"/>
    <dgm:cxn modelId="{8C161A4A-14D3-42E3-A016-C322EDB766B6}" type="presParOf" srcId="{8C247228-CD7B-46C8-9ECB-F9E4808833A7}" destId="{E91DAC05-E896-4F08-8ECE-57205D9EFC9B}" srcOrd="1" destOrd="0" presId="urn:microsoft.com/office/officeart/2018/5/layout/CenteredIconLabelDescriptionList"/>
    <dgm:cxn modelId="{D6E1CD93-457B-47CB-AAF6-8EB5398FB717}" type="presParOf" srcId="{8C247228-CD7B-46C8-9ECB-F9E4808833A7}" destId="{86E80E9A-C1F1-4E81-A655-4A5A7CC184D4}" srcOrd="2" destOrd="0" presId="urn:microsoft.com/office/officeart/2018/5/layout/CenteredIconLabelDescriptionList"/>
    <dgm:cxn modelId="{F145A244-90CA-4C67-8978-100760C679D8}" type="presParOf" srcId="{8C247228-CD7B-46C8-9ECB-F9E4808833A7}" destId="{C556E5A4-77BC-45B5-9D58-0B2FB3E5EB48}" srcOrd="3" destOrd="0" presId="urn:microsoft.com/office/officeart/2018/5/layout/CenteredIconLabelDescriptionList"/>
    <dgm:cxn modelId="{3970C656-AAAF-4D56-A66E-797B528A9011}" type="presParOf" srcId="{8C247228-CD7B-46C8-9ECB-F9E4808833A7}" destId="{9F4D66A6-AE39-4539-AAFC-E551B8EB03EE}" srcOrd="4" destOrd="0" presId="urn:microsoft.com/office/officeart/2018/5/layout/CenteredIconLabelDescriptionList"/>
    <dgm:cxn modelId="{134B2AEF-6C3C-460E-B25C-5D13ACAE6E81}" type="presParOf" srcId="{A3921330-6EFF-4A26-AA83-34393BE43B94}" destId="{E48C2643-CC8F-4F92-AB50-70DD13DE6DDA}" srcOrd="1" destOrd="0" presId="urn:microsoft.com/office/officeart/2018/5/layout/CenteredIconLabelDescriptionList"/>
    <dgm:cxn modelId="{D80BB51A-6731-44E2-9CD7-EDDAF410ACF9}" type="presParOf" srcId="{A3921330-6EFF-4A26-AA83-34393BE43B94}" destId="{3D89D31C-248E-44B5-886F-94FFCCECEBD7}" srcOrd="2" destOrd="0" presId="urn:microsoft.com/office/officeart/2018/5/layout/CenteredIconLabelDescriptionList"/>
    <dgm:cxn modelId="{9197249F-AFA2-4F63-A2DC-A7CB680E8F93}" type="presParOf" srcId="{3D89D31C-248E-44B5-886F-94FFCCECEBD7}" destId="{FAE211B9-8E10-408D-AF6A-4520A2DD60CA}" srcOrd="0" destOrd="0" presId="urn:microsoft.com/office/officeart/2018/5/layout/CenteredIconLabelDescriptionList"/>
    <dgm:cxn modelId="{41A7E02B-7DBF-4F2A-9EE8-9565F785E221}" type="presParOf" srcId="{3D89D31C-248E-44B5-886F-94FFCCECEBD7}" destId="{E9EB799B-838D-4510-8AA7-FB3629385BC8}" srcOrd="1" destOrd="0" presId="urn:microsoft.com/office/officeart/2018/5/layout/CenteredIconLabelDescriptionList"/>
    <dgm:cxn modelId="{2FE7A7B8-A9C0-4943-BA74-384E1546BCEE}" type="presParOf" srcId="{3D89D31C-248E-44B5-886F-94FFCCECEBD7}" destId="{931DBA96-D0F4-426E-A77B-75C5B74C24F0}" srcOrd="2" destOrd="0" presId="urn:microsoft.com/office/officeart/2018/5/layout/CenteredIconLabelDescriptionList"/>
    <dgm:cxn modelId="{0DEF39C5-EF1C-4EFF-92F4-77550DA0D1DE}" type="presParOf" srcId="{3D89D31C-248E-44B5-886F-94FFCCECEBD7}" destId="{28398BB8-0E41-49FA-82BD-0E0CBC08E407}" srcOrd="3" destOrd="0" presId="urn:microsoft.com/office/officeart/2018/5/layout/CenteredIconLabelDescriptionList"/>
    <dgm:cxn modelId="{B3E23ECD-8487-4C58-A1E1-D54F9A70E494}" type="presParOf" srcId="{3D89D31C-248E-44B5-886F-94FFCCECEBD7}" destId="{8D12BAAD-C3B5-4D8A-8A14-2B1C879EC92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5722E40-A8B4-49B2-8523-AE58FBC6A5F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BE0DCDFA-1EF3-4D16-9E1A-6D4E07BB07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Finding input</a:t>
          </a:r>
          <a:endParaRPr lang="en-US"/>
        </a:p>
      </dgm:t>
    </dgm:pt>
    <dgm:pt modelId="{EABBE30D-4812-492F-8C78-3C2026EA3671}" type="parTrans" cxnId="{735FE536-EA35-42B1-9932-B606EFA5B339}">
      <dgm:prSet/>
      <dgm:spPr/>
      <dgm:t>
        <a:bodyPr/>
        <a:lstStyle/>
        <a:p>
          <a:endParaRPr lang="en-US"/>
        </a:p>
      </dgm:t>
    </dgm:pt>
    <dgm:pt modelId="{629109D7-F1D1-414F-BED2-C257B34D0AAB}" type="sibTrans" cxnId="{735FE536-EA35-42B1-9932-B606EFA5B339}">
      <dgm:prSet/>
      <dgm:spPr/>
      <dgm:t>
        <a:bodyPr/>
        <a:lstStyle/>
        <a:p>
          <a:endParaRPr lang="en-US"/>
        </a:p>
      </dgm:t>
    </dgm:pt>
    <dgm:pt modelId="{F1351CF6-D8F9-43EA-8FBE-B6E75C2B97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finds input to</a:t>
          </a:r>
          <a:r>
            <a:rPr lang="en-US" dirty="0"/>
            <a:t> pay</a:t>
          </a:r>
        </a:p>
      </dgm:t>
    </dgm:pt>
    <dgm:pt modelId="{E2F0FA97-6FC8-4DA9-AF2C-04D348826C8C}" type="parTrans" cxnId="{5DB947D9-9602-4DF2-9099-5FF8565FA3FE}">
      <dgm:prSet/>
      <dgm:spPr/>
      <dgm:t>
        <a:bodyPr/>
        <a:lstStyle/>
        <a:p>
          <a:endParaRPr lang="en-US"/>
        </a:p>
      </dgm:t>
    </dgm:pt>
    <dgm:pt modelId="{0510A247-6080-47F9-86B2-898BBCC153E7}" type="sibTrans" cxnId="{5DB947D9-9602-4DF2-9099-5FF8565FA3FE}">
      <dgm:prSet/>
      <dgm:spPr/>
      <dgm:t>
        <a:bodyPr/>
        <a:lstStyle/>
        <a:p>
          <a:endParaRPr lang="en-US"/>
        </a:p>
      </dgm:t>
    </dgm:pt>
    <dgm:pt modelId="{8338EEDB-C49E-456A-B74F-C2B0F558E1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Keeping transaction outputs</a:t>
          </a:r>
          <a:endParaRPr lang="en-US"/>
        </a:p>
      </dgm:t>
    </dgm:pt>
    <dgm:pt modelId="{1878A808-DBF0-48B3-9E81-069BD7AC0490}" type="parTrans" cxnId="{F1481EF1-A65A-4392-B09C-85EADFD528F7}">
      <dgm:prSet/>
      <dgm:spPr/>
      <dgm:t>
        <a:bodyPr/>
        <a:lstStyle/>
        <a:p>
          <a:endParaRPr lang="en-US"/>
        </a:p>
      </dgm:t>
    </dgm:pt>
    <dgm:pt modelId="{B1B1508C-8A44-47F9-8938-93F82786245B}" type="sibTrans" cxnId="{F1481EF1-A65A-4392-B09C-85EADFD528F7}">
      <dgm:prSet/>
      <dgm:spPr/>
      <dgm:t>
        <a:bodyPr/>
        <a:lstStyle/>
        <a:p>
          <a:endParaRPr lang="en-US"/>
        </a:p>
      </dgm:t>
    </dgm:pt>
    <dgm:pt modelId="{3DC8B5FA-3790-4AE8-8E80-968C80F8B5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Most wallets keep track of all the available outputs </a:t>
          </a:r>
        </a:p>
      </dgm:t>
    </dgm:pt>
    <dgm:pt modelId="{9CB07E95-26DA-4CF2-A9C9-DCC59AE32227}" type="parTrans" cxnId="{A2F3465E-8A82-4BA3-91C6-9D8AD32CA144}">
      <dgm:prSet/>
      <dgm:spPr/>
      <dgm:t>
        <a:bodyPr/>
        <a:lstStyle/>
        <a:p>
          <a:endParaRPr lang="en-US"/>
        </a:p>
      </dgm:t>
    </dgm:pt>
    <dgm:pt modelId="{39B7E945-2B1D-4522-B8F9-A344DCA0D1BB}" type="sibTrans" cxnId="{A2F3465E-8A82-4BA3-91C6-9D8AD32CA144}">
      <dgm:prSet/>
      <dgm:spPr/>
      <dgm:t>
        <a:bodyPr/>
        <a:lstStyle/>
        <a:p>
          <a:endParaRPr lang="en-US"/>
        </a:p>
      </dgm:t>
    </dgm:pt>
    <dgm:pt modelId="{EF887A2E-C8CA-473E-8EA1-43852A48CC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belonging to</a:t>
          </a:r>
          <a:r>
            <a:rPr lang="tr-TR"/>
            <a:t> addresses in the wallet</a:t>
          </a:r>
          <a:endParaRPr lang="en-US"/>
        </a:p>
      </dgm:t>
    </dgm:pt>
    <dgm:pt modelId="{DFA33A2F-9D29-45C0-8F65-0A7A003A53A5}" type="parTrans" cxnId="{FFCEE71C-51A5-4FFF-A707-9656338884A8}">
      <dgm:prSet/>
      <dgm:spPr/>
      <dgm:t>
        <a:bodyPr/>
        <a:lstStyle/>
        <a:p>
          <a:endParaRPr lang="en-US"/>
        </a:p>
      </dgm:t>
    </dgm:pt>
    <dgm:pt modelId="{181E301A-8476-4D38-8462-FBE98A3100F9}" type="sibTrans" cxnId="{FFCEE71C-51A5-4FFF-A707-9656338884A8}">
      <dgm:prSet/>
      <dgm:spPr/>
      <dgm:t>
        <a:bodyPr/>
        <a:lstStyle/>
        <a:p>
          <a:endParaRPr lang="en-US"/>
        </a:p>
      </dgm:t>
    </dgm:pt>
    <dgm:pt modelId="{5A7AC954-314B-491C-8C5A-D6C9516D78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amount </a:t>
          </a:r>
          <a:r>
            <a:rPr lang="tr-TR" dirty="0"/>
            <a:t>the owner </a:t>
          </a:r>
          <a:r>
            <a:rPr lang="en-US" dirty="0"/>
            <a:t>wants to send</a:t>
          </a:r>
        </a:p>
      </dgm:t>
    </dgm:pt>
    <dgm:pt modelId="{16A36A4D-BD9F-4682-95CA-5669AFD36623}" type="parTrans" cxnId="{D96B31B4-4716-4FC1-9D7E-0C28958A3DF8}">
      <dgm:prSet/>
      <dgm:spPr/>
      <dgm:t>
        <a:bodyPr/>
        <a:lstStyle/>
        <a:p>
          <a:endParaRPr lang="tr-TR"/>
        </a:p>
      </dgm:t>
    </dgm:pt>
    <dgm:pt modelId="{5B302C73-8531-4DD2-B7AA-6F639BAECDB6}" type="sibTrans" cxnId="{D96B31B4-4716-4FC1-9D7E-0C28958A3DF8}">
      <dgm:prSet/>
      <dgm:spPr/>
      <dgm:t>
        <a:bodyPr/>
        <a:lstStyle/>
        <a:p>
          <a:endParaRPr lang="tr-TR"/>
        </a:p>
      </dgm:t>
    </dgm:pt>
    <dgm:pt modelId="{5B3B6AC9-8245-4B62-B3A1-AF580B62CDD4}" type="pres">
      <dgm:prSet presAssocID="{25722E40-A8B4-49B2-8523-AE58FBC6A5FC}" presName="root" presStyleCnt="0">
        <dgm:presLayoutVars>
          <dgm:dir/>
          <dgm:resizeHandles val="exact"/>
        </dgm:presLayoutVars>
      </dgm:prSet>
      <dgm:spPr/>
    </dgm:pt>
    <dgm:pt modelId="{845173DA-9C22-47CC-9923-5A88BBC789A6}" type="pres">
      <dgm:prSet presAssocID="{BE0DCDFA-1EF3-4D16-9E1A-6D4E07BB0722}" presName="compNode" presStyleCnt="0"/>
      <dgm:spPr/>
    </dgm:pt>
    <dgm:pt modelId="{AD9A0E22-20A0-45E1-BDDB-F8957FA8E536}" type="pres">
      <dgm:prSet presAssocID="{BE0DCDFA-1EF3-4D16-9E1A-6D4E07BB072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FF8CE588-3E70-49A5-8403-0A76E5202598}" type="pres">
      <dgm:prSet presAssocID="{BE0DCDFA-1EF3-4D16-9E1A-6D4E07BB0722}" presName="iconSpace" presStyleCnt="0"/>
      <dgm:spPr/>
    </dgm:pt>
    <dgm:pt modelId="{9E7BF0D9-9BF9-4E4F-B0D8-327316097F7B}" type="pres">
      <dgm:prSet presAssocID="{BE0DCDFA-1EF3-4D16-9E1A-6D4E07BB0722}" presName="parTx" presStyleLbl="revTx" presStyleIdx="0" presStyleCnt="4">
        <dgm:presLayoutVars>
          <dgm:chMax val="0"/>
          <dgm:chPref val="0"/>
        </dgm:presLayoutVars>
      </dgm:prSet>
      <dgm:spPr/>
    </dgm:pt>
    <dgm:pt modelId="{D4C2AFDD-BDFF-4DDD-89B3-A5BF7E897DFA}" type="pres">
      <dgm:prSet presAssocID="{BE0DCDFA-1EF3-4D16-9E1A-6D4E07BB0722}" presName="txSpace" presStyleCnt="0"/>
      <dgm:spPr/>
    </dgm:pt>
    <dgm:pt modelId="{0556A0A8-E26A-4817-AC28-DD1B167896A8}" type="pres">
      <dgm:prSet presAssocID="{BE0DCDFA-1EF3-4D16-9E1A-6D4E07BB0722}" presName="desTx" presStyleLbl="revTx" presStyleIdx="1" presStyleCnt="4">
        <dgm:presLayoutVars/>
      </dgm:prSet>
      <dgm:spPr/>
    </dgm:pt>
    <dgm:pt modelId="{DFC7452D-608C-42FB-8DE5-66F5C430D409}" type="pres">
      <dgm:prSet presAssocID="{629109D7-F1D1-414F-BED2-C257B34D0AAB}" presName="sibTrans" presStyleCnt="0"/>
      <dgm:spPr/>
    </dgm:pt>
    <dgm:pt modelId="{0E775961-112D-4825-A66C-4B476DF40DFF}" type="pres">
      <dgm:prSet presAssocID="{8338EEDB-C49E-456A-B74F-C2B0F558E123}" presName="compNode" presStyleCnt="0"/>
      <dgm:spPr/>
    </dgm:pt>
    <dgm:pt modelId="{248B33AB-1B47-4A5E-939D-A4D6C1476A8C}" type="pres">
      <dgm:prSet presAssocID="{8338EEDB-C49E-456A-B74F-C2B0F558E12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2AC062D-BD3E-4DF1-BE1A-0DBCCD5B3BE5}" type="pres">
      <dgm:prSet presAssocID="{8338EEDB-C49E-456A-B74F-C2B0F558E123}" presName="iconSpace" presStyleCnt="0"/>
      <dgm:spPr/>
    </dgm:pt>
    <dgm:pt modelId="{D0933B8B-4F73-4D59-B980-553FD81564DF}" type="pres">
      <dgm:prSet presAssocID="{8338EEDB-C49E-456A-B74F-C2B0F558E123}" presName="parTx" presStyleLbl="revTx" presStyleIdx="2" presStyleCnt="4">
        <dgm:presLayoutVars>
          <dgm:chMax val="0"/>
          <dgm:chPref val="0"/>
        </dgm:presLayoutVars>
      </dgm:prSet>
      <dgm:spPr/>
    </dgm:pt>
    <dgm:pt modelId="{672A2765-F101-48BC-B824-8675B8D8635A}" type="pres">
      <dgm:prSet presAssocID="{8338EEDB-C49E-456A-B74F-C2B0F558E123}" presName="txSpace" presStyleCnt="0"/>
      <dgm:spPr/>
    </dgm:pt>
    <dgm:pt modelId="{8AEA8F17-3CE4-4976-987E-F8DC6EE05D14}" type="pres">
      <dgm:prSet presAssocID="{8338EEDB-C49E-456A-B74F-C2B0F558E123}" presName="desTx" presStyleLbl="revTx" presStyleIdx="3" presStyleCnt="4">
        <dgm:presLayoutVars/>
      </dgm:prSet>
      <dgm:spPr/>
    </dgm:pt>
  </dgm:ptLst>
  <dgm:cxnLst>
    <dgm:cxn modelId="{22354A0F-6FE2-43C4-B4B6-A45997281918}" type="presOf" srcId="{BE0DCDFA-1EF3-4D16-9E1A-6D4E07BB0722}" destId="{9E7BF0D9-9BF9-4E4F-B0D8-327316097F7B}" srcOrd="0" destOrd="0" presId="urn:microsoft.com/office/officeart/2018/5/layout/CenteredIconLabelDescriptionList"/>
    <dgm:cxn modelId="{FFCEE71C-51A5-4FFF-A707-9656338884A8}" srcId="{8338EEDB-C49E-456A-B74F-C2B0F558E123}" destId="{EF887A2E-C8CA-473E-8EA1-43852A48CC7E}" srcOrd="1" destOrd="0" parTransId="{DFA33A2F-9D29-45C0-8F65-0A7A003A53A5}" sibTransId="{181E301A-8476-4D38-8462-FBE98A3100F9}"/>
    <dgm:cxn modelId="{735FE536-EA35-42B1-9932-B606EFA5B339}" srcId="{25722E40-A8B4-49B2-8523-AE58FBC6A5FC}" destId="{BE0DCDFA-1EF3-4D16-9E1A-6D4E07BB0722}" srcOrd="0" destOrd="0" parTransId="{EABBE30D-4812-492F-8C78-3C2026EA3671}" sibTransId="{629109D7-F1D1-414F-BED2-C257B34D0AAB}"/>
    <dgm:cxn modelId="{A2F3465E-8A82-4BA3-91C6-9D8AD32CA144}" srcId="{8338EEDB-C49E-456A-B74F-C2B0F558E123}" destId="{3DC8B5FA-3790-4AE8-8E80-968C80F8B5F8}" srcOrd="0" destOrd="0" parTransId="{9CB07E95-26DA-4CF2-A9C9-DCC59AE32227}" sibTransId="{39B7E945-2B1D-4522-B8F9-A344DCA0D1BB}"/>
    <dgm:cxn modelId="{326D4F65-E22D-475F-9F1C-8E48579B9DE1}" type="presOf" srcId="{F1351CF6-D8F9-43EA-8FBE-B6E75C2B970E}" destId="{0556A0A8-E26A-4817-AC28-DD1B167896A8}" srcOrd="0" destOrd="0" presId="urn:microsoft.com/office/officeart/2018/5/layout/CenteredIconLabelDescriptionList"/>
    <dgm:cxn modelId="{C8925E50-DDA3-4637-B17D-1DED99EF44B5}" type="presOf" srcId="{8338EEDB-C49E-456A-B74F-C2B0F558E123}" destId="{D0933B8B-4F73-4D59-B980-553FD81564DF}" srcOrd="0" destOrd="0" presId="urn:microsoft.com/office/officeart/2018/5/layout/CenteredIconLabelDescriptionList"/>
    <dgm:cxn modelId="{9D4CB28A-7927-4B48-AD45-6AB79AC4B151}" type="presOf" srcId="{5A7AC954-314B-491C-8C5A-D6C9516D78CA}" destId="{0556A0A8-E26A-4817-AC28-DD1B167896A8}" srcOrd="0" destOrd="1" presId="urn:microsoft.com/office/officeart/2018/5/layout/CenteredIconLabelDescriptionList"/>
    <dgm:cxn modelId="{4DE22394-B382-4039-B766-9255733F4A54}" type="presOf" srcId="{25722E40-A8B4-49B2-8523-AE58FBC6A5FC}" destId="{5B3B6AC9-8245-4B62-B3A1-AF580B62CDD4}" srcOrd="0" destOrd="0" presId="urn:microsoft.com/office/officeart/2018/5/layout/CenteredIconLabelDescriptionList"/>
    <dgm:cxn modelId="{D90E94A2-7CC7-4F6B-A1EE-093FBE0A9466}" type="presOf" srcId="{3DC8B5FA-3790-4AE8-8E80-968C80F8B5F8}" destId="{8AEA8F17-3CE4-4976-987E-F8DC6EE05D14}" srcOrd="0" destOrd="0" presId="urn:microsoft.com/office/officeart/2018/5/layout/CenteredIconLabelDescriptionList"/>
    <dgm:cxn modelId="{D96B31B4-4716-4FC1-9D7E-0C28958A3DF8}" srcId="{BE0DCDFA-1EF3-4D16-9E1A-6D4E07BB0722}" destId="{5A7AC954-314B-491C-8C5A-D6C9516D78CA}" srcOrd="1" destOrd="0" parTransId="{16A36A4D-BD9F-4682-95CA-5669AFD36623}" sibTransId="{5B302C73-8531-4DD2-B7AA-6F639BAECDB6}"/>
    <dgm:cxn modelId="{32265AC8-B749-43CD-B277-DE0BA3D08171}" type="presOf" srcId="{EF887A2E-C8CA-473E-8EA1-43852A48CC7E}" destId="{8AEA8F17-3CE4-4976-987E-F8DC6EE05D14}" srcOrd="0" destOrd="1" presId="urn:microsoft.com/office/officeart/2018/5/layout/CenteredIconLabelDescriptionList"/>
    <dgm:cxn modelId="{5DB947D9-9602-4DF2-9099-5FF8565FA3FE}" srcId="{BE0DCDFA-1EF3-4D16-9E1A-6D4E07BB0722}" destId="{F1351CF6-D8F9-43EA-8FBE-B6E75C2B970E}" srcOrd="0" destOrd="0" parTransId="{E2F0FA97-6FC8-4DA9-AF2C-04D348826C8C}" sibTransId="{0510A247-6080-47F9-86B2-898BBCC153E7}"/>
    <dgm:cxn modelId="{F1481EF1-A65A-4392-B09C-85EADFD528F7}" srcId="{25722E40-A8B4-49B2-8523-AE58FBC6A5FC}" destId="{8338EEDB-C49E-456A-B74F-C2B0F558E123}" srcOrd="1" destOrd="0" parTransId="{1878A808-DBF0-48B3-9E81-069BD7AC0490}" sibTransId="{B1B1508C-8A44-47F9-8938-93F82786245B}"/>
    <dgm:cxn modelId="{01EE7AF2-B358-4557-A975-6CC62DB62A4C}" type="presParOf" srcId="{5B3B6AC9-8245-4B62-B3A1-AF580B62CDD4}" destId="{845173DA-9C22-47CC-9923-5A88BBC789A6}" srcOrd="0" destOrd="0" presId="urn:microsoft.com/office/officeart/2018/5/layout/CenteredIconLabelDescriptionList"/>
    <dgm:cxn modelId="{A16F44CC-129F-4CE1-9645-99FD2D8E18F1}" type="presParOf" srcId="{845173DA-9C22-47CC-9923-5A88BBC789A6}" destId="{AD9A0E22-20A0-45E1-BDDB-F8957FA8E536}" srcOrd="0" destOrd="0" presId="urn:microsoft.com/office/officeart/2018/5/layout/CenteredIconLabelDescriptionList"/>
    <dgm:cxn modelId="{F18984D7-48DD-49B5-9BE7-27E41ACF978E}" type="presParOf" srcId="{845173DA-9C22-47CC-9923-5A88BBC789A6}" destId="{FF8CE588-3E70-49A5-8403-0A76E5202598}" srcOrd="1" destOrd="0" presId="urn:microsoft.com/office/officeart/2018/5/layout/CenteredIconLabelDescriptionList"/>
    <dgm:cxn modelId="{3A698C96-BC15-48D3-BABE-2E433ED3E13A}" type="presParOf" srcId="{845173DA-9C22-47CC-9923-5A88BBC789A6}" destId="{9E7BF0D9-9BF9-4E4F-B0D8-327316097F7B}" srcOrd="2" destOrd="0" presId="urn:microsoft.com/office/officeart/2018/5/layout/CenteredIconLabelDescriptionList"/>
    <dgm:cxn modelId="{76F26E8C-F394-4D8A-8431-6E474C4B3E71}" type="presParOf" srcId="{845173DA-9C22-47CC-9923-5A88BBC789A6}" destId="{D4C2AFDD-BDFF-4DDD-89B3-A5BF7E897DFA}" srcOrd="3" destOrd="0" presId="urn:microsoft.com/office/officeart/2018/5/layout/CenteredIconLabelDescriptionList"/>
    <dgm:cxn modelId="{F283FDE6-9632-452D-AEC2-92A8F59BED53}" type="presParOf" srcId="{845173DA-9C22-47CC-9923-5A88BBC789A6}" destId="{0556A0A8-E26A-4817-AC28-DD1B167896A8}" srcOrd="4" destOrd="0" presId="urn:microsoft.com/office/officeart/2018/5/layout/CenteredIconLabelDescriptionList"/>
    <dgm:cxn modelId="{3ECF60F5-9269-4335-96F8-97B0F9C31F12}" type="presParOf" srcId="{5B3B6AC9-8245-4B62-B3A1-AF580B62CDD4}" destId="{DFC7452D-608C-42FB-8DE5-66F5C430D409}" srcOrd="1" destOrd="0" presId="urn:microsoft.com/office/officeart/2018/5/layout/CenteredIconLabelDescriptionList"/>
    <dgm:cxn modelId="{B7EB2B06-5087-4107-8217-8361995E4144}" type="presParOf" srcId="{5B3B6AC9-8245-4B62-B3A1-AF580B62CDD4}" destId="{0E775961-112D-4825-A66C-4B476DF40DFF}" srcOrd="2" destOrd="0" presId="urn:microsoft.com/office/officeart/2018/5/layout/CenteredIconLabelDescriptionList"/>
    <dgm:cxn modelId="{3A90662B-DDC1-4767-BE52-FC246D777E0C}" type="presParOf" srcId="{0E775961-112D-4825-A66C-4B476DF40DFF}" destId="{248B33AB-1B47-4A5E-939D-A4D6C1476A8C}" srcOrd="0" destOrd="0" presId="urn:microsoft.com/office/officeart/2018/5/layout/CenteredIconLabelDescriptionList"/>
    <dgm:cxn modelId="{74DCDF91-297E-4AC4-99CB-2E1ED0FF7777}" type="presParOf" srcId="{0E775961-112D-4825-A66C-4B476DF40DFF}" destId="{92AC062D-BD3E-4DF1-BE1A-0DBCCD5B3BE5}" srcOrd="1" destOrd="0" presId="urn:microsoft.com/office/officeart/2018/5/layout/CenteredIconLabelDescriptionList"/>
    <dgm:cxn modelId="{DBB74628-2DB0-4A99-BA4F-2EFF1E699FE4}" type="presParOf" srcId="{0E775961-112D-4825-A66C-4B476DF40DFF}" destId="{D0933B8B-4F73-4D59-B980-553FD81564DF}" srcOrd="2" destOrd="0" presId="urn:microsoft.com/office/officeart/2018/5/layout/CenteredIconLabelDescriptionList"/>
    <dgm:cxn modelId="{1031E148-0DA9-4BB4-96DF-80B3C5ABA784}" type="presParOf" srcId="{0E775961-112D-4825-A66C-4B476DF40DFF}" destId="{672A2765-F101-48BC-B824-8675B8D8635A}" srcOrd="3" destOrd="0" presId="urn:microsoft.com/office/officeart/2018/5/layout/CenteredIconLabelDescriptionList"/>
    <dgm:cxn modelId="{34106C21-E49A-4318-98B3-28F905D97BE6}" type="presParOf" srcId="{0E775961-112D-4825-A66C-4B476DF40DFF}" destId="{8AEA8F17-3CE4-4976-987E-F8DC6EE05D1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5722E40-A8B4-49B2-8523-AE58FBC6A5F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D919316-701A-4D9B-AA2C-83FCCD3D19D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Full node client wallet</a:t>
          </a:r>
          <a:endParaRPr lang="en-US"/>
        </a:p>
      </dgm:t>
    </dgm:pt>
    <dgm:pt modelId="{28D751DB-E626-4B51-B6CA-27877044EC0F}" type="parTrans" cxnId="{B6092215-3C17-4181-810A-F02FCF20C5E2}">
      <dgm:prSet/>
      <dgm:spPr/>
      <dgm:t>
        <a:bodyPr/>
        <a:lstStyle/>
        <a:p>
          <a:endParaRPr lang="en-US"/>
        </a:p>
      </dgm:t>
    </dgm:pt>
    <dgm:pt modelId="{5AE8F3E7-DDA6-498A-8A1B-C433B5A08766}" type="sibTrans" cxnId="{B6092215-3C17-4181-810A-F02FCF20C5E2}">
      <dgm:prSet/>
      <dgm:spPr/>
      <dgm:t>
        <a:bodyPr/>
        <a:lstStyle/>
        <a:p>
          <a:endParaRPr lang="en-US"/>
        </a:p>
      </dgm:t>
    </dgm:pt>
    <dgm:pt modelId="{EDD6B7F2-D921-4640-9C6A-40A50CE503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contains a copy of every unspent output </a:t>
          </a:r>
        </a:p>
      </dgm:t>
    </dgm:pt>
    <dgm:pt modelId="{BF1AA61F-A485-4EBA-BC97-48AB961E55D0}" type="parTrans" cxnId="{19D10AAD-20C5-4689-87E0-3BCAF76DB146}">
      <dgm:prSet/>
      <dgm:spPr/>
      <dgm:t>
        <a:bodyPr/>
        <a:lstStyle/>
        <a:p>
          <a:endParaRPr lang="en-US"/>
        </a:p>
      </dgm:t>
    </dgm:pt>
    <dgm:pt modelId="{D3BEF385-D4B1-4CEB-B1E0-DF8283E81933}" type="sibTrans" cxnId="{19D10AAD-20C5-4689-87E0-3BCAF76DB146}">
      <dgm:prSet/>
      <dgm:spPr/>
      <dgm:t>
        <a:bodyPr/>
        <a:lstStyle/>
        <a:p>
          <a:endParaRPr lang="en-US"/>
        </a:p>
      </dgm:t>
    </dgm:pt>
    <dgm:pt modelId="{F2B55BA9-8A15-4E48-9F74-88F165B50F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every transaction</a:t>
          </a:r>
          <a:r>
            <a:rPr lang="tr-TR"/>
            <a:t> in the blockchain.</a:t>
          </a:r>
          <a:endParaRPr lang="en-US"/>
        </a:p>
      </dgm:t>
    </dgm:pt>
    <dgm:pt modelId="{88E74B35-CAB8-4AE5-8CE6-E5597F179855}" type="parTrans" cxnId="{C6E4CC55-8519-41CD-B8BC-B9C3EE10DA93}">
      <dgm:prSet/>
      <dgm:spPr/>
      <dgm:t>
        <a:bodyPr/>
        <a:lstStyle/>
        <a:p>
          <a:endParaRPr lang="en-US"/>
        </a:p>
      </dgm:t>
    </dgm:pt>
    <dgm:pt modelId="{293A9E6B-DF07-4907-9BE5-CB73B6D0FF88}" type="sibTrans" cxnId="{C6E4CC55-8519-41CD-B8BC-B9C3EE10DA93}">
      <dgm:prSet/>
      <dgm:spPr/>
      <dgm:t>
        <a:bodyPr/>
        <a:lstStyle/>
        <a:p>
          <a:endParaRPr lang="en-US"/>
        </a:p>
      </dgm:t>
    </dgm:pt>
    <dgm:pt modelId="{356EA024-5B68-4016-9F46-FE272821729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Lightweight clients</a:t>
          </a:r>
          <a:endParaRPr lang="en-US"/>
        </a:p>
      </dgm:t>
    </dgm:pt>
    <dgm:pt modelId="{FB5F047A-30C2-49CB-BE9B-EB20F43183E7}" type="parTrans" cxnId="{8C5A0927-AA83-4BAF-8717-F52ABE92A816}">
      <dgm:prSet/>
      <dgm:spPr/>
      <dgm:t>
        <a:bodyPr/>
        <a:lstStyle/>
        <a:p>
          <a:endParaRPr lang="en-US"/>
        </a:p>
      </dgm:t>
    </dgm:pt>
    <dgm:pt modelId="{28D120F5-7229-4092-B7F8-700C3054C12A}" type="sibTrans" cxnId="{8C5A0927-AA83-4BAF-8717-F52ABE92A816}">
      <dgm:prSet/>
      <dgm:spPr/>
      <dgm:t>
        <a:bodyPr/>
        <a:lstStyle/>
        <a:p>
          <a:endParaRPr lang="en-US"/>
        </a:p>
      </dgm:t>
    </dgm:pt>
    <dgm:pt modelId="{5321543E-277A-4A8C-A892-0AAB68F8C3D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Track only owner’s unspent outputs</a:t>
          </a:r>
          <a:endParaRPr lang="en-US" dirty="0"/>
        </a:p>
      </dgm:t>
    </dgm:pt>
    <dgm:pt modelId="{5EE9557E-FEDB-4540-98B8-137E32B7FE08}" type="parTrans" cxnId="{D66E9CC5-4787-4ED6-8EBA-7714916F9BED}">
      <dgm:prSet/>
      <dgm:spPr/>
      <dgm:t>
        <a:bodyPr/>
        <a:lstStyle/>
        <a:p>
          <a:endParaRPr lang="en-US"/>
        </a:p>
      </dgm:t>
    </dgm:pt>
    <dgm:pt modelId="{72B237CF-5DB0-4046-BE9E-73FD9518F1DB}" type="sibTrans" cxnId="{D66E9CC5-4787-4ED6-8EBA-7714916F9BED}">
      <dgm:prSet/>
      <dgm:spPr/>
      <dgm:t>
        <a:bodyPr/>
        <a:lstStyle/>
        <a:p>
          <a:endParaRPr lang="en-US"/>
        </a:p>
      </dgm:t>
    </dgm:pt>
    <dgm:pt modelId="{3AAA16AB-4A9B-4206-B3F9-371F7D5DEF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Provider API</a:t>
          </a:r>
          <a:endParaRPr lang="en-US"/>
        </a:p>
      </dgm:t>
    </dgm:pt>
    <dgm:pt modelId="{A9F06DFB-8B1A-4EB4-A540-AD8AF08BD01B}" type="parTrans" cxnId="{C06FD85E-8AD6-424B-9F75-723416CFA2AC}">
      <dgm:prSet/>
      <dgm:spPr/>
      <dgm:t>
        <a:bodyPr/>
        <a:lstStyle/>
        <a:p>
          <a:endParaRPr lang="en-US"/>
        </a:p>
      </dgm:t>
    </dgm:pt>
    <dgm:pt modelId="{A2D86FB5-65CA-4E9E-AB07-5AD5401D5CA0}" type="sibTrans" cxnId="{C06FD85E-8AD6-424B-9F75-723416CFA2AC}">
      <dgm:prSet/>
      <dgm:spPr/>
      <dgm:t>
        <a:bodyPr/>
        <a:lstStyle/>
        <a:p>
          <a:endParaRPr lang="en-US"/>
        </a:p>
      </dgm:t>
    </dgm:pt>
    <dgm:pt modelId="{6907D073-6268-4BA3-A2C3-79D77263356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can query </a:t>
          </a:r>
          <a:r>
            <a:rPr lang="en-US" dirty="0"/>
            <a:t>using a variety of </a:t>
          </a:r>
          <a:r>
            <a:rPr lang="tr-TR" dirty="0"/>
            <a:t>provider </a:t>
          </a:r>
          <a:r>
            <a:rPr lang="en-US" dirty="0"/>
            <a:t>APIs</a:t>
          </a:r>
        </a:p>
      </dgm:t>
    </dgm:pt>
    <dgm:pt modelId="{D554A076-CFED-44C5-AFCF-3C00C0C6DE81}" type="parTrans" cxnId="{D189EC6B-B32C-42E7-875E-293FA904AD59}">
      <dgm:prSet/>
      <dgm:spPr/>
      <dgm:t>
        <a:bodyPr/>
        <a:lstStyle/>
        <a:p>
          <a:endParaRPr lang="en-US"/>
        </a:p>
      </dgm:t>
    </dgm:pt>
    <dgm:pt modelId="{4F33C629-8D92-4262-AF2D-ADA102AA4029}" type="sibTrans" cxnId="{D189EC6B-B32C-42E7-875E-293FA904AD59}">
      <dgm:prSet/>
      <dgm:spPr/>
      <dgm:t>
        <a:bodyPr/>
        <a:lstStyle/>
        <a:p>
          <a:endParaRPr lang="en-US"/>
        </a:p>
      </dgm:t>
    </dgm:pt>
    <dgm:pt modelId="{937F0BB9-2AE8-4FDB-B029-68FE23A76C5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retrieve owners unspent outputs</a:t>
          </a:r>
          <a:endParaRPr lang="en-US"/>
        </a:p>
      </dgm:t>
    </dgm:pt>
    <dgm:pt modelId="{6627A3C5-B909-442D-85C6-D80C6EC2D988}" type="parTrans" cxnId="{54795BB8-B404-4480-8D9D-3FB081E358A8}">
      <dgm:prSet/>
      <dgm:spPr/>
      <dgm:t>
        <a:bodyPr/>
        <a:lstStyle/>
        <a:p>
          <a:endParaRPr lang="en-US"/>
        </a:p>
      </dgm:t>
    </dgm:pt>
    <dgm:pt modelId="{9A2186D2-2ABD-4A9F-B131-90CFE3A4BAAD}" type="sibTrans" cxnId="{54795BB8-B404-4480-8D9D-3FB081E358A8}">
      <dgm:prSet/>
      <dgm:spPr/>
      <dgm:t>
        <a:bodyPr/>
        <a:lstStyle/>
        <a:p>
          <a:endParaRPr lang="en-US"/>
        </a:p>
      </dgm:t>
    </dgm:pt>
    <dgm:pt modelId="{5CE102ED-399F-45CD-B325-08BFC64E38CD}" type="pres">
      <dgm:prSet presAssocID="{25722E40-A8B4-49B2-8523-AE58FBC6A5FC}" presName="root" presStyleCnt="0">
        <dgm:presLayoutVars>
          <dgm:dir/>
          <dgm:resizeHandles val="exact"/>
        </dgm:presLayoutVars>
      </dgm:prSet>
      <dgm:spPr/>
    </dgm:pt>
    <dgm:pt modelId="{8768E281-5509-4EE7-9D98-D03AC3ED7C15}" type="pres">
      <dgm:prSet presAssocID="{AD919316-701A-4D9B-AA2C-83FCCD3D19D7}" presName="compNode" presStyleCnt="0"/>
      <dgm:spPr/>
    </dgm:pt>
    <dgm:pt modelId="{1EE71DE8-FEDE-4006-9987-2E59106AA69B}" type="pres">
      <dgm:prSet presAssocID="{AD919316-701A-4D9B-AA2C-83FCCD3D19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875E0C7-8813-4D16-9363-B0C4949E5460}" type="pres">
      <dgm:prSet presAssocID="{AD919316-701A-4D9B-AA2C-83FCCD3D19D7}" presName="iconSpace" presStyleCnt="0"/>
      <dgm:spPr/>
    </dgm:pt>
    <dgm:pt modelId="{EBDDEFF1-70C5-4AFD-BF93-5B74D2E11916}" type="pres">
      <dgm:prSet presAssocID="{AD919316-701A-4D9B-AA2C-83FCCD3D19D7}" presName="parTx" presStyleLbl="revTx" presStyleIdx="0" presStyleCnt="6">
        <dgm:presLayoutVars>
          <dgm:chMax val="0"/>
          <dgm:chPref val="0"/>
        </dgm:presLayoutVars>
      </dgm:prSet>
      <dgm:spPr/>
    </dgm:pt>
    <dgm:pt modelId="{53773FE5-7756-4F83-BA88-F8D845EAF78D}" type="pres">
      <dgm:prSet presAssocID="{AD919316-701A-4D9B-AA2C-83FCCD3D19D7}" presName="txSpace" presStyleCnt="0"/>
      <dgm:spPr/>
    </dgm:pt>
    <dgm:pt modelId="{5F930D3E-6365-4CEC-90CD-CFE0D0B178EA}" type="pres">
      <dgm:prSet presAssocID="{AD919316-701A-4D9B-AA2C-83FCCD3D19D7}" presName="desTx" presStyleLbl="revTx" presStyleIdx="1" presStyleCnt="6">
        <dgm:presLayoutVars/>
      </dgm:prSet>
      <dgm:spPr/>
    </dgm:pt>
    <dgm:pt modelId="{B740DA6D-CF88-4857-A022-7A851427FFC9}" type="pres">
      <dgm:prSet presAssocID="{5AE8F3E7-DDA6-498A-8A1B-C433B5A08766}" presName="sibTrans" presStyleCnt="0"/>
      <dgm:spPr/>
    </dgm:pt>
    <dgm:pt modelId="{98911F0B-49A0-46DB-83B0-988AE6D7366D}" type="pres">
      <dgm:prSet presAssocID="{356EA024-5B68-4016-9F46-FE2728217290}" presName="compNode" presStyleCnt="0"/>
      <dgm:spPr/>
    </dgm:pt>
    <dgm:pt modelId="{3B3D74E2-BDA1-48D7-94A4-342415AC491F}" type="pres">
      <dgm:prSet presAssocID="{356EA024-5B68-4016-9F46-FE27282172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7AF85E72-8EDC-4DE3-9916-9A3019FEB734}" type="pres">
      <dgm:prSet presAssocID="{356EA024-5B68-4016-9F46-FE2728217290}" presName="iconSpace" presStyleCnt="0"/>
      <dgm:spPr/>
    </dgm:pt>
    <dgm:pt modelId="{CA48AFD8-A19A-458F-B1E2-4337ADF97C6A}" type="pres">
      <dgm:prSet presAssocID="{356EA024-5B68-4016-9F46-FE2728217290}" presName="parTx" presStyleLbl="revTx" presStyleIdx="2" presStyleCnt="6">
        <dgm:presLayoutVars>
          <dgm:chMax val="0"/>
          <dgm:chPref val="0"/>
        </dgm:presLayoutVars>
      </dgm:prSet>
      <dgm:spPr/>
    </dgm:pt>
    <dgm:pt modelId="{5BD661F0-33E0-4440-96B7-2DE327F1E56D}" type="pres">
      <dgm:prSet presAssocID="{356EA024-5B68-4016-9F46-FE2728217290}" presName="txSpace" presStyleCnt="0"/>
      <dgm:spPr/>
    </dgm:pt>
    <dgm:pt modelId="{85A75BA9-19AB-465E-BE41-53FDEC999FB0}" type="pres">
      <dgm:prSet presAssocID="{356EA024-5B68-4016-9F46-FE2728217290}" presName="desTx" presStyleLbl="revTx" presStyleIdx="3" presStyleCnt="6">
        <dgm:presLayoutVars/>
      </dgm:prSet>
      <dgm:spPr/>
    </dgm:pt>
    <dgm:pt modelId="{D97EDD1E-2775-4604-AE77-FB6118A4C626}" type="pres">
      <dgm:prSet presAssocID="{28D120F5-7229-4092-B7F8-700C3054C12A}" presName="sibTrans" presStyleCnt="0"/>
      <dgm:spPr/>
    </dgm:pt>
    <dgm:pt modelId="{44C4299B-E57D-42B4-9E12-58733119136B}" type="pres">
      <dgm:prSet presAssocID="{3AAA16AB-4A9B-4206-B3F9-371F7D5DEFAB}" presName="compNode" presStyleCnt="0"/>
      <dgm:spPr/>
    </dgm:pt>
    <dgm:pt modelId="{1518A962-6F0F-4A1A-A89F-AF7C28061B80}" type="pres">
      <dgm:prSet presAssocID="{3AAA16AB-4A9B-4206-B3F9-371F7D5DEFA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88653FB-6F77-43DA-8E49-C714A4A6FAD5}" type="pres">
      <dgm:prSet presAssocID="{3AAA16AB-4A9B-4206-B3F9-371F7D5DEFAB}" presName="iconSpace" presStyleCnt="0"/>
      <dgm:spPr/>
    </dgm:pt>
    <dgm:pt modelId="{9DB93BEC-9412-4939-9628-CDB7B13360B6}" type="pres">
      <dgm:prSet presAssocID="{3AAA16AB-4A9B-4206-B3F9-371F7D5DEFAB}" presName="parTx" presStyleLbl="revTx" presStyleIdx="4" presStyleCnt="6">
        <dgm:presLayoutVars>
          <dgm:chMax val="0"/>
          <dgm:chPref val="0"/>
        </dgm:presLayoutVars>
      </dgm:prSet>
      <dgm:spPr/>
    </dgm:pt>
    <dgm:pt modelId="{5722E9BA-A393-44E1-958C-D01E01383C88}" type="pres">
      <dgm:prSet presAssocID="{3AAA16AB-4A9B-4206-B3F9-371F7D5DEFAB}" presName="txSpace" presStyleCnt="0"/>
      <dgm:spPr/>
    </dgm:pt>
    <dgm:pt modelId="{69B4BABF-9C45-488D-B420-1E14A8FD4788}" type="pres">
      <dgm:prSet presAssocID="{3AAA16AB-4A9B-4206-B3F9-371F7D5DEFAB}" presName="desTx" presStyleLbl="revTx" presStyleIdx="5" presStyleCnt="6">
        <dgm:presLayoutVars/>
      </dgm:prSet>
      <dgm:spPr/>
    </dgm:pt>
  </dgm:ptLst>
  <dgm:cxnLst>
    <dgm:cxn modelId="{B6092215-3C17-4181-810A-F02FCF20C5E2}" srcId="{25722E40-A8B4-49B2-8523-AE58FBC6A5FC}" destId="{AD919316-701A-4D9B-AA2C-83FCCD3D19D7}" srcOrd="0" destOrd="0" parTransId="{28D751DB-E626-4B51-B6CA-27877044EC0F}" sibTransId="{5AE8F3E7-DDA6-498A-8A1B-C433B5A08766}"/>
    <dgm:cxn modelId="{E4FBC423-B3A2-43BE-B9FC-61955D28BB06}" type="presOf" srcId="{F2B55BA9-8A15-4E48-9F74-88F165B50FD0}" destId="{5F930D3E-6365-4CEC-90CD-CFE0D0B178EA}" srcOrd="0" destOrd="1" presId="urn:microsoft.com/office/officeart/2018/5/layout/CenteredIconLabelDescriptionList"/>
    <dgm:cxn modelId="{8C5A0927-AA83-4BAF-8717-F52ABE92A816}" srcId="{25722E40-A8B4-49B2-8523-AE58FBC6A5FC}" destId="{356EA024-5B68-4016-9F46-FE2728217290}" srcOrd="1" destOrd="0" parTransId="{FB5F047A-30C2-49CB-BE9B-EB20F43183E7}" sibTransId="{28D120F5-7229-4092-B7F8-700C3054C12A}"/>
    <dgm:cxn modelId="{64A5A93C-54A1-49FA-A776-61768391B565}" type="presOf" srcId="{EDD6B7F2-D921-4640-9C6A-40A50CE503A5}" destId="{5F930D3E-6365-4CEC-90CD-CFE0D0B178EA}" srcOrd="0" destOrd="0" presId="urn:microsoft.com/office/officeart/2018/5/layout/CenteredIconLabelDescriptionList"/>
    <dgm:cxn modelId="{C06FD85E-8AD6-424B-9F75-723416CFA2AC}" srcId="{25722E40-A8B4-49B2-8523-AE58FBC6A5FC}" destId="{3AAA16AB-4A9B-4206-B3F9-371F7D5DEFAB}" srcOrd="2" destOrd="0" parTransId="{A9F06DFB-8B1A-4EB4-A540-AD8AF08BD01B}" sibTransId="{A2D86FB5-65CA-4E9E-AB07-5AD5401D5CA0}"/>
    <dgm:cxn modelId="{D189EC6B-B32C-42E7-875E-293FA904AD59}" srcId="{3AAA16AB-4A9B-4206-B3F9-371F7D5DEFAB}" destId="{6907D073-6268-4BA3-A2C3-79D772633561}" srcOrd="0" destOrd="0" parTransId="{D554A076-CFED-44C5-AFCF-3C00C0C6DE81}" sibTransId="{4F33C629-8D92-4262-AF2D-ADA102AA4029}"/>
    <dgm:cxn modelId="{C6E4CC55-8519-41CD-B8BC-B9C3EE10DA93}" srcId="{AD919316-701A-4D9B-AA2C-83FCCD3D19D7}" destId="{F2B55BA9-8A15-4E48-9F74-88F165B50FD0}" srcOrd="1" destOrd="0" parTransId="{88E74B35-CAB8-4AE5-8CE6-E5597F179855}" sibTransId="{293A9E6B-DF07-4907-9BE5-CB73B6D0FF88}"/>
    <dgm:cxn modelId="{C5D09376-19C5-40B8-AC51-579C5411711C}" type="presOf" srcId="{5321543E-277A-4A8C-A892-0AAB68F8C3D9}" destId="{85A75BA9-19AB-465E-BE41-53FDEC999FB0}" srcOrd="0" destOrd="0" presId="urn:microsoft.com/office/officeart/2018/5/layout/CenteredIconLabelDescriptionList"/>
    <dgm:cxn modelId="{B5064777-785E-4F91-B1B6-C117231F76EA}" type="presOf" srcId="{25722E40-A8B4-49B2-8523-AE58FBC6A5FC}" destId="{5CE102ED-399F-45CD-B325-08BFC64E38CD}" srcOrd="0" destOrd="0" presId="urn:microsoft.com/office/officeart/2018/5/layout/CenteredIconLabelDescriptionList"/>
    <dgm:cxn modelId="{EB027D79-29E2-4728-AEAF-C791608D16D4}" type="presOf" srcId="{937F0BB9-2AE8-4FDB-B029-68FE23A76C55}" destId="{69B4BABF-9C45-488D-B420-1E14A8FD4788}" srcOrd="0" destOrd="1" presId="urn:microsoft.com/office/officeart/2018/5/layout/CenteredIconLabelDescriptionList"/>
    <dgm:cxn modelId="{127190A6-0965-48A1-9EC0-62E37C5C2A97}" type="presOf" srcId="{356EA024-5B68-4016-9F46-FE2728217290}" destId="{CA48AFD8-A19A-458F-B1E2-4337ADF97C6A}" srcOrd="0" destOrd="0" presId="urn:microsoft.com/office/officeart/2018/5/layout/CenteredIconLabelDescriptionList"/>
    <dgm:cxn modelId="{19D10AAD-20C5-4689-87E0-3BCAF76DB146}" srcId="{AD919316-701A-4D9B-AA2C-83FCCD3D19D7}" destId="{EDD6B7F2-D921-4640-9C6A-40A50CE503A5}" srcOrd="0" destOrd="0" parTransId="{BF1AA61F-A485-4EBA-BC97-48AB961E55D0}" sibTransId="{D3BEF385-D4B1-4CEB-B1E0-DF8283E81933}"/>
    <dgm:cxn modelId="{54795BB8-B404-4480-8D9D-3FB081E358A8}" srcId="{3AAA16AB-4A9B-4206-B3F9-371F7D5DEFAB}" destId="{937F0BB9-2AE8-4FDB-B029-68FE23A76C55}" srcOrd="1" destOrd="0" parTransId="{6627A3C5-B909-442D-85C6-D80C6EC2D988}" sibTransId="{9A2186D2-2ABD-4A9F-B131-90CFE3A4BAAD}"/>
    <dgm:cxn modelId="{3636F5C1-E5EC-4DED-96ED-0BA500F13C06}" type="presOf" srcId="{6907D073-6268-4BA3-A2C3-79D772633561}" destId="{69B4BABF-9C45-488D-B420-1E14A8FD4788}" srcOrd="0" destOrd="0" presId="urn:microsoft.com/office/officeart/2018/5/layout/CenteredIconLabelDescriptionList"/>
    <dgm:cxn modelId="{D66E9CC5-4787-4ED6-8EBA-7714916F9BED}" srcId="{356EA024-5B68-4016-9F46-FE2728217290}" destId="{5321543E-277A-4A8C-A892-0AAB68F8C3D9}" srcOrd="0" destOrd="0" parTransId="{5EE9557E-FEDB-4540-98B8-137E32B7FE08}" sibTransId="{72B237CF-5DB0-4046-BE9E-73FD9518F1DB}"/>
    <dgm:cxn modelId="{393C25D8-DDE0-4080-99E9-A9A3288262D7}" type="presOf" srcId="{AD919316-701A-4D9B-AA2C-83FCCD3D19D7}" destId="{EBDDEFF1-70C5-4AFD-BF93-5B74D2E11916}" srcOrd="0" destOrd="0" presId="urn:microsoft.com/office/officeart/2018/5/layout/CenteredIconLabelDescriptionList"/>
    <dgm:cxn modelId="{E99754D8-7D9E-4C45-80EB-2E65542187DC}" type="presOf" srcId="{3AAA16AB-4A9B-4206-B3F9-371F7D5DEFAB}" destId="{9DB93BEC-9412-4939-9628-CDB7B13360B6}" srcOrd="0" destOrd="0" presId="urn:microsoft.com/office/officeart/2018/5/layout/CenteredIconLabelDescriptionList"/>
    <dgm:cxn modelId="{B0848C7A-216A-401A-851E-9DD2175BBF7F}" type="presParOf" srcId="{5CE102ED-399F-45CD-B325-08BFC64E38CD}" destId="{8768E281-5509-4EE7-9D98-D03AC3ED7C15}" srcOrd="0" destOrd="0" presId="urn:microsoft.com/office/officeart/2018/5/layout/CenteredIconLabelDescriptionList"/>
    <dgm:cxn modelId="{5BF321B8-61BE-462C-A6A1-372A6558777C}" type="presParOf" srcId="{8768E281-5509-4EE7-9D98-D03AC3ED7C15}" destId="{1EE71DE8-FEDE-4006-9987-2E59106AA69B}" srcOrd="0" destOrd="0" presId="urn:microsoft.com/office/officeart/2018/5/layout/CenteredIconLabelDescriptionList"/>
    <dgm:cxn modelId="{EF85A2B0-D77F-4DA0-AF72-540E5A8F4E28}" type="presParOf" srcId="{8768E281-5509-4EE7-9D98-D03AC3ED7C15}" destId="{D875E0C7-8813-4D16-9363-B0C4949E5460}" srcOrd="1" destOrd="0" presId="urn:microsoft.com/office/officeart/2018/5/layout/CenteredIconLabelDescriptionList"/>
    <dgm:cxn modelId="{15A26293-58E9-47A3-AD28-EAEDCBAA120E}" type="presParOf" srcId="{8768E281-5509-4EE7-9D98-D03AC3ED7C15}" destId="{EBDDEFF1-70C5-4AFD-BF93-5B74D2E11916}" srcOrd="2" destOrd="0" presId="urn:microsoft.com/office/officeart/2018/5/layout/CenteredIconLabelDescriptionList"/>
    <dgm:cxn modelId="{3D61F9BD-D3E4-4756-94C6-69151AF2D643}" type="presParOf" srcId="{8768E281-5509-4EE7-9D98-D03AC3ED7C15}" destId="{53773FE5-7756-4F83-BA88-F8D845EAF78D}" srcOrd="3" destOrd="0" presId="urn:microsoft.com/office/officeart/2018/5/layout/CenteredIconLabelDescriptionList"/>
    <dgm:cxn modelId="{3E13566F-26EB-4053-A167-153142E465E6}" type="presParOf" srcId="{8768E281-5509-4EE7-9D98-D03AC3ED7C15}" destId="{5F930D3E-6365-4CEC-90CD-CFE0D0B178EA}" srcOrd="4" destOrd="0" presId="urn:microsoft.com/office/officeart/2018/5/layout/CenteredIconLabelDescriptionList"/>
    <dgm:cxn modelId="{8D5741D3-AC7E-422A-8A48-45C1C77698B3}" type="presParOf" srcId="{5CE102ED-399F-45CD-B325-08BFC64E38CD}" destId="{B740DA6D-CF88-4857-A022-7A851427FFC9}" srcOrd="1" destOrd="0" presId="urn:microsoft.com/office/officeart/2018/5/layout/CenteredIconLabelDescriptionList"/>
    <dgm:cxn modelId="{36DACBFB-4BDC-40AC-8AB3-3E3E438CE86C}" type="presParOf" srcId="{5CE102ED-399F-45CD-B325-08BFC64E38CD}" destId="{98911F0B-49A0-46DB-83B0-988AE6D7366D}" srcOrd="2" destOrd="0" presId="urn:microsoft.com/office/officeart/2018/5/layout/CenteredIconLabelDescriptionList"/>
    <dgm:cxn modelId="{DE9B8B96-5597-4B1C-9129-BF99ADC7C4F9}" type="presParOf" srcId="{98911F0B-49A0-46DB-83B0-988AE6D7366D}" destId="{3B3D74E2-BDA1-48D7-94A4-342415AC491F}" srcOrd="0" destOrd="0" presId="urn:microsoft.com/office/officeart/2018/5/layout/CenteredIconLabelDescriptionList"/>
    <dgm:cxn modelId="{F0090682-91CF-49B5-9EC0-DA298806382D}" type="presParOf" srcId="{98911F0B-49A0-46DB-83B0-988AE6D7366D}" destId="{7AF85E72-8EDC-4DE3-9916-9A3019FEB734}" srcOrd="1" destOrd="0" presId="urn:microsoft.com/office/officeart/2018/5/layout/CenteredIconLabelDescriptionList"/>
    <dgm:cxn modelId="{4FCF523E-95F4-48EA-9A7E-EF4C7B451BD6}" type="presParOf" srcId="{98911F0B-49A0-46DB-83B0-988AE6D7366D}" destId="{CA48AFD8-A19A-458F-B1E2-4337ADF97C6A}" srcOrd="2" destOrd="0" presId="urn:microsoft.com/office/officeart/2018/5/layout/CenteredIconLabelDescriptionList"/>
    <dgm:cxn modelId="{0822AC6D-97F3-48BA-89A2-1B4AFAFCDB14}" type="presParOf" srcId="{98911F0B-49A0-46DB-83B0-988AE6D7366D}" destId="{5BD661F0-33E0-4440-96B7-2DE327F1E56D}" srcOrd="3" destOrd="0" presId="urn:microsoft.com/office/officeart/2018/5/layout/CenteredIconLabelDescriptionList"/>
    <dgm:cxn modelId="{37442C5F-9E00-4F6D-8043-703BDE0A4D63}" type="presParOf" srcId="{98911F0B-49A0-46DB-83B0-988AE6D7366D}" destId="{85A75BA9-19AB-465E-BE41-53FDEC999FB0}" srcOrd="4" destOrd="0" presId="urn:microsoft.com/office/officeart/2018/5/layout/CenteredIconLabelDescriptionList"/>
    <dgm:cxn modelId="{DE79C80E-76E1-44F6-96CB-96CD160FCA22}" type="presParOf" srcId="{5CE102ED-399F-45CD-B325-08BFC64E38CD}" destId="{D97EDD1E-2775-4604-AE77-FB6118A4C626}" srcOrd="3" destOrd="0" presId="urn:microsoft.com/office/officeart/2018/5/layout/CenteredIconLabelDescriptionList"/>
    <dgm:cxn modelId="{0AA96AE0-5518-4310-8A93-FAD201F989FB}" type="presParOf" srcId="{5CE102ED-399F-45CD-B325-08BFC64E38CD}" destId="{44C4299B-E57D-42B4-9E12-58733119136B}" srcOrd="4" destOrd="0" presId="urn:microsoft.com/office/officeart/2018/5/layout/CenteredIconLabelDescriptionList"/>
    <dgm:cxn modelId="{56D3988C-A154-4305-9332-BAC880D7BAC2}" type="presParOf" srcId="{44C4299B-E57D-42B4-9E12-58733119136B}" destId="{1518A962-6F0F-4A1A-A89F-AF7C28061B80}" srcOrd="0" destOrd="0" presId="urn:microsoft.com/office/officeart/2018/5/layout/CenteredIconLabelDescriptionList"/>
    <dgm:cxn modelId="{E8DED0C3-0F3C-495F-BDE9-D6BEB0E1421A}" type="presParOf" srcId="{44C4299B-E57D-42B4-9E12-58733119136B}" destId="{088653FB-6F77-43DA-8E49-C714A4A6FAD5}" srcOrd="1" destOrd="0" presId="urn:microsoft.com/office/officeart/2018/5/layout/CenteredIconLabelDescriptionList"/>
    <dgm:cxn modelId="{27A99EE3-F162-4947-870A-B1B0BA019AB7}" type="presParOf" srcId="{44C4299B-E57D-42B4-9E12-58733119136B}" destId="{9DB93BEC-9412-4939-9628-CDB7B13360B6}" srcOrd="2" destOrd="0" presId="urn:microsoft.com/office/officeart/2018/5/layout/CenteredIconLabelDescriptionList"/>
    <dgm:cxn modelId="{1FF01413-AD7E-45C7-B282-6B69B836CD9A}" type="presParOf" srcId="{44C4299B-E57D-42B4-9E12-58733119136B}" destId="{5722E9BA-A393-44E1-958C-D01E01383C88}" srcOrd="3" destOrd="0" presId="urn:microsoft.com/office/officeart/2018/5/layout/CenteredIconLabelDescriptionList"/>
    <dgm:cxn modelId="{B507EF4E-B5B8-453F-BA71-D83C667E06FA}" type="presParOf" srcId="{44C4299B-E57D-42B4-9E12-58733119136B}" destId="{69B4BABF-9C45-488D-B420-1E14A8FD478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C9C3CCF-F3B1-4AF8-87A9-196F2DF41CD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7FE119-2E9D-4518-8AFD-AB6282E1A86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Lock the value</a:t>
          </a:r>
          <a:endParaRPr lang="en-US"/>
        </a:p>
      </dgm:t>
    </dgm:pt>
    <dgm:pt modelId="{40C0CDD7-D1F3-446D-8A8D-5826DCF2A297}" type="parTrans" cxnId="{AB777476-05B0-49A7-A702-24A2027086C5}">
      <dgm:prSet/>
      <dgm:spPr/>
      <dgm:t>
        <a:bodyPr/>
        <a:lstStyle/>
        <a:p>
          <a:endParaRPr lang="en-US"/>
        </a:p>
      </dgm:t>
    </dgm:pt>
    <dgm:pt modelId="{6C7E3004-E3D9-4407-9A19-5B4BF1718F55}" type="sibTrans" cxnId="{AB777476-05B0-49A7-A702-24A2027086C5}">
      <dgm:prSet/>
      <dgm:spPr/>
      <dgm:t>
        <a:bodyPr/>
        <a:lstStyle/>
        <a:p>
          <a:endParaRPr lang="en-US"/>
        </a:p>
      </dgm:t>
    </dgm:pt>
    <dgm:pt modelId="{7D7661E2-1A48-4B16-B32E-7C01877B96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can only be spent by the owner having the signature</a:t>
          </a:r>
          <a:endParaRPr lang="en-US" dirty="0"/>
        </a:p>
      </dgm:t>
    </dgm:pt>
    <dgm:pt modelId="{BA3536CA-0B2C-44DB-B4F7-56ADCEC70B69}" type="parTrans" cxnId="{5DAFA532-1EEE-4B76-9704-A452B84D97F6}">
      <dgm:prSet/>
      <dgm:spPr/>
      <dgm:t>
        <a:bodyPr/>
        <a:lstStyle/>
        <a:p>
          <a:endParaRPr lang="en-US"/>
        </a:p>
      </dgm:t>
    </dgm:pt>
    <dgm:pt modelId="{D9890F84-F8E9-4B5B-B7EF-176ACCE8D9FE}" type="sibTrans" cxnId="{5DAFA532-1EEE-4B76-9704-A452B84D97F6}">
      <dgm:prSet/>
      <dgm:spPr/>
      <dgm:t>
        <a:bodyPr/>
        <a:lstStyle/>
        <a:p>
          <a:endParaRPr lang="en-US"/>
        </a:p>
      </dgm:t>
    </dgm:pt>
    <dgm:pt modelId="{D6E722A5-35E2-4441-9EC8-CE870A11C3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</a:t>
          </a:r>
          <a:endParaRPr lang="en-US"/>
        </a:p>
      </dgm:t>
    </dgm:pt>
    <dgm:pt modelId="{7FE75CC0-F58E-4923-82F5-B8418DF74FEC}" type="parTrans" cxnId="{1E10CFF1-63DB-4982-BBFE-8CC563E6518B}">
      <dgm:prSet/>
      <dgm:spPr/>
      <dgm:t>
        <a:bodyPr/>
        <a:lstStyle/>
        <a:p>
          <a:endParaRPr lang="en-US"/>
        </a:p>
      </dgm:t>
    </dgm:pt>
    <dgm:pt modelId="{2134B529-443D-44FF-A686-C318979D1E67}" type="sibTrans" cxnId="{1E10CFF1-63DB-4982-BBFE-8CC563E6518B}">
      <dgm:prSet/>
      <dgm:spPr/>
      <dgm:t>
        <a:bodyPr/>
        <a:lstStyle/>
        <a:p>
          <a:endParaRPr lang="en-US"/>
        </a:p>
      </dgm:t>
    </dgm:pt>
    <dgm:pt modelId="{7FBAE969-3BBA-408D-9131-D9E3C972CE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Keys</a:t>
          </a:r>
          <a:endParaRPr lang="en-US"/>
        </a:p>
      </dgm:t>
    </dgm:pt>
    <dgm:pt modelId="{4625FB13-DDB7-4C07-A23E-2776AD04D3FF}" type="parTrans" cxnId="{124D594D-5DA0-4EB5-91F5-1130423E5FB5}">
      <dgm:prSet/>
      <dgm:spPr/>
      <dgm:t>
        <a:bodyPr/>
        <a:lstStyle/>
        <a:p>
          <a:endParaRPr lang="en-US"/>
        </a:p>
      </dgm:t>
    </dgm:pt>
    <dgm:pt modelId="{8DEBA986-7743-4F48-A274-260BD3D1AF22}" type="sibTrans" cxnId="{124D594D-5DA0-4EB5-91F5-1130423E5FB5}">
      <dgm:prSet/>
      <dgm:spPr/>
      <dgm:t>
        <a:bodyPr/>
        <a:lstStyle/>
        <a:p>
          <a:endParaRPr lang="en-US"/>
        </a:p>
      </dgm:t>
    </dgm:pt>
    <dgm:pt modelId="{3E774BCE-29E8-4F47-8486-78DA8BF1311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Receiver’s wallet has the keys to produce such signatures</a:t>
          </a:r>
          <a:endParaRPr lang="en-US" dirty="0"/>
        </a:p>
      </dgm:t>
    </dgm:pt>
    <dgm:pt modelId="{14017CE8-A21C-4A2D-9423-66D7F3155981}" type="parTrans" cxnId="{04876A08-AF70-4875-BC14-830D4947018D}">
      <dgm:prSet/>
      <dgm:spPr/>
      <dgm:t>
        <a:bodyPr/>
        <a:lstStyle/>
        <a:p>
          <a:endParaRPr lang="en-US"/>
        </a:p>
      </dgm:t>
    </dgm:pt>
    <dgm:pt modelId="{2FB0B849-7F9E-43FC-9B48-DF6EF30C08BC}" type="sibTrans" cxnId="{04876A08-AF70-4875-BC14-830D4947018D}">
      <dgm:prSet/>
      <dgm:spPr/>
      <dgm:t>
        <a:bodyPr/>
        <a:lstStyle/>
        <a:p>
          <a:endParaRPr lang="en-US"/>
        </a:p>
      </dgm:t>
    </dgm:pt>
    <dgm:pt modelId="{1E379382-3642-44C7-A86F-A33234970D2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Owner’s transaction locks the value</a:t>
          </a:r>
          <a:endParaRPr lang="en-US" dirty="0"/>
        </a:p>
      </dgm:t>
    </dgm:pt>
    <dgm:pt modelId="{85C488BA-CF1B-474D-A2D0-3E6271647724}" type="parTrans" cxnId="{61F46305-7040-4A29-8035-CE5D845910C1}">
      <dgm:prSet/>
      <dgm:spPr/>
      <dgm:t>
        <a:bodyPr/>
        <a:lstStyle/>
        <a:p>
          <a:endParaRPr lang="tr-TR"/>
        </a:p>
      </dgm:t>
    </dgm:pt>
    <dgm:pt modelId="{319E0804-33F6-42B9-8253-81E95F5226EB}" type="sibTrans" cxnId="{61F46305-7040-4A29-8035-CE5D845910C1}">
      <dgm:prSet/>
      <dgm:spPr/>
      <dgm:t>
        <a:bodyPr/>
        <a:lstStyle/>
        <a:p>
          <a:endParaRPr lang="tr-TR"/>
        </a:p>
      </dgm:t>
    </dgm:pt>
    <dgm:pt modelId="{D0016BF2-3295-42E0-B44F-1444346D2D8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Produced using receiver’s public address</a:t>
          </a:r>
          <a:endParaRPr lang="en-US" dirty="0"/>
        </a:p>
      </dgm:t>
    </dgm:pt>
    <dgm:pt modelId="{F0F743CB-67CD-4138-BF08-1C60B730FF1B}" type="parTrans" cxnId="{83A006D1-AF94-42F1-B2A0-62171C68D0E8}">
      <dgm:prSet/>
      <dgm:spPr/>
      <dgm:t>
        <a:bodyPr/>
        <a:lstStyle/>
        <a:p>
          <a:endParaRPr lang="tr-TR"/>
        </a:p>
      </dgm:t>
    </dgm:pt>
    <dgm:pt modelId="{06B9E81E-43CE-4BEE-9F93-B302770C6BFA}" type="sibTrans" cxnId="{83A006D1-AF94-42F1-B2A0-62171C68D0E8}">
      <dgm:prSet/>
      <dgm:spPr/>
      <dgm:t>
        <a:bodyPr/>
        <a:lstStyle/>
        <a:p>
          <a:endParaRPr lang="tr-TR"/>
        </a:p>
      </dgm:t>
    </dgm:pt>
    <dgm:pt modelId="{5960656B-1D77-428F-BD95-2F29B933CE49}" type="pres">
      <dgm:prSet presAssocID="{7C9C3CCF-F3B1-4AF8-87A9-196F2DF41CDF}" presName="root" presStyleCnt="0">
        <dgm:presLayoutVars>
          <dgm:dir/>
          <dgm:resizeHandles val="exact"/>
        </dgm:presLayoutVars>
      </dgm:prSet>
      <dgm:spPr/>
    </dgm:pt>
    <dgm:pt modelId="{36468D69-A4F8-4520-9298-25886E31BD75}" type="pres">
      <dgm:prSet presAssocID="{B27FE119-2E9D-4518-8AFD-AB6282E1A862}" presName="compNode" presStyleCnt="0"/>
      <dgm:spPr/>
    </dgm:pt>
    <dgm:pt modelId="{31E5A376-2B26-435C-A887-23CD67DC610C}" type="pres">
      <dgm:prSet presAssocID="{B27FE119-2E9D-4518-8AFD-AB6282E1A8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84827579-6CEA-412D-8FFB-A05F03FEA11A}" type="pres">
      <dgm:prSet presAssocID="{B27FE119-2E9D-4518-8AFD-AB6282E1A862}" presName="iconSpace" presStyleCnt="0"/>
      <dgm:spPr/>
    </dgm:pt>
    <dgm:pt modelId="{2E70557F-D91B-4597-9597-E4AB469C71CE}" type="pres">
      <dgm:prSet presAssocID="{B27FE119-2E9D-4518-8AFD-AB6282E1A862}" presName="parTx" presStyleLbl="revTx" presStyleIdx="0" presStyleCnt="6">
        <dgm:presLayoutVars>
          <dgm:chMax val="0"/>
          <dgm:chPref val="0"/>
        </dgm:presLayoutVars>
      </dgm:prSet>
      <dgm:spPr/>
    </dgm:pt>
    <dgm:pt modelId="{A126558C-FAF6-4B96-8396-D7C4AAE69342}" type="pres">
      <dgm:prSet presAssocID="{B27FE119-2E9D-4518-8AFD-AB6282E1A862}" presName="txSpace" presStyleCnt="0"/>
      <dgm:spPr/>
    </dgm:pt>
    <dgm:pt modelId="{86F48D3A-96C8-4AAD-99D3-8A769B7EF64B}" type="pres">
      <dgm:prSet presAssocID="{B27FE119-2E9D-4518-8AFD-AB6282E1A862}" presName="desTx" presStyleLbl="revTx" presStyleIdx="1" presStyleCnt="6">
        <dgm:presLayoutVars/>
      </dgm:prSet>
      <dgm:spPr/>
    </dgm:pt>
    <dgm:pt modelId="{BF82BF52-4A67-432B-A8BD-11C65E7DCD4C}" type="pres">
      <dgm:prSet presAssocID="{6C7E3004-E3D9-4407-9A19-5B4BF1718F55}" presName="sibTrans" presStyleCnt="0"/>
      <dgm:spPr/>
    </dgm:pt>
    <dgm:pt modelId="{E12A61BA-02D0-4D85-9BF1-AB4627A5D1A3}" type="pres">
      <dgm:prSet presAssocID="{D6E722A5-35E2-4441-9EC8-CE870A11C337}" presName="compNode" presStyleCnt="0"/>
      <dgm:spPr/>
    </dgm:pt>
    <dgm:pt modelId="{1FF24311-A777-4306-A42D-1F3D66781789}" type="pres">
      <dgm:prSet presAssocID="{D6E722A5-35E2-4441-9EC8-CE870A11C3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t"/>
        </a:ext>
      </dgm:extLst>
    </dgm:pt>
    <dgm:pt modelId="{B17E3B03-D3A7-4E52-9BB8-88DFCA641FF2}" type="pres">
      <dgm:prSet presAssocID="{D6E722A5-35E2-4441-9EC8-CE870A11C337}" presName="iconSpace" presStyleCnt="0"/>
      <dgm:spPr/>
    </dgm:pt>
    <dgm:pt modelId="{58DFE7AF-0EF9-474E-8827-F47BE52ACEF6}" type="pres">
      <dgm:prSet presAssocID="{D6E722A5-35E2-4441-9EC8-CE870A11C337}" presName="parTx" presStyleLbl="revTx" presStyleIdx="2" presStyleCnt="6">
        <dgm:presLayoutVars>
          <dgm:chMax val="0"/>
          <dgm:chPref val="0"/>
        </dgm:presLayoutVars>
      </dgm:prSet>
      <dgm:spPr/>
    </dgm:pt>
    <dgm:pt modelId="{343C1E2D-BE40-4D85-9C09-24289973EFF2}" type="pres">
      <dgm:prSet presAssocID="{D6E722A5-35E2-4441-9EC8-CE870A11C337}" presName="txSpace" presStyleCnt="0"/>
      <dgm:spPr/>
    </dgm:pt>
    <dgm:pt modelId="{9A99552C-2EEF-4CD5-8340-88525BA684CE}" type="pres">
      <dgm:prSet presAssocID="{D6E722A5-35E2-4441-9EC8-CE870A11C337}" presName="desTx" presStyleLbl="revTx" presStyleIdx="3" presStyleCnt="6">
        <dgm:presLayoutVars/>
      </dgm:prSet>
      <dgm:spPr/>
    </dgm:pt>
    <dgm:pt modelId="{4C177661-3E28-4298-8FE7-EFE915B5ACB0}" type="pres">
      <dgm:prSet presAssocID="{2134B529-443D-44FF-A686-C318979D1E67}" presName="sibTrans" presStyleCnt="0"/>
      <dgm:spPr/>
    </dgm:pt>
    <dgm:pt modelId="{9656BB2C-BA41-47CB-8F67-863C13B80829}" type="pres">
      <dgm:prSet presAssocID="{7FBAE969-3BBA-408D-9131-D9E3C972CE97}" presName="compNode" presStyleCnt="0"/>
      <dgm:spPr/>
    </dgm:pt>
    <dgm:pt modelId="{3E75649B-B326-43ED-B19D-57D7FE1AC903}" type="pres">
      <dgm:prSet presAssocID="{7FBAE969-3BBA-408D-9131-D9E3C972CE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F3FC972-A66B-452D-B77F-EA1CCBBCB573}" type="pres">
      <dgm:prSet presAssocID="{7FBAE969-3BBA-408D-9131-D9E3C972CE97}" presName="iconSpace" presStyleCnt="0"/>
      <dgm:spPr/>
    </dgm:pt>
    <dgm:pt modelId="{8A381D8D-249B-4BE0-ACC5-BB6F18F66CC4}" type="pres">
      <dgm:prSet presAssocID="{7FBAE969-3BBA-408D-9131-D9E3C972CE97}" presName="parTx" presStyleLbl="revTx" presStyleIdx="4" presStyleCnt="6">
        <dgm:presLayoutVars>
          <dgm:chMax val="0"/>
          <dgm:chPref val="0"/>
        </dgm:presLayoutVars>
      </dgm:prSet>
      <dgm:spPr/>
    </dgm:pt>
    <dgm:pt modelId="{A65B4E26-D803-47AB-82D8-03943A777B48}" type="pres">
      <dgm:prSet presAssocID="{7FBAE969-3BBA-408D-9131-D9E3C972CE97}" presName="txSpace" presStyleCnt="0"/>
      <dgm:spPr/>
    </dgm:pt>
    <dgm:pt modelId="{E7ED7CE4-BDD8-4194-9565-DD504E4738DE}" type="pres">
      <dgm:prSet presAssocID="{7FBAE969-3BBA-408D-9131-D9E3C972CE97}" presName="desTx" presStyleLbl="revTx" presStyleIdx="5" presStyleCnt="6">
        <dgm:presLayoutVars/>
      </dgm:prSet>
      <dgm:spPr/>
    </dgm:pt>
  </dgm:ptLst>
  <dgm:cxnLst>
    <dgm:cxn modelId="{61F46305-7040-4A29-8035-CE5D845910C1}" srcId="{B27FE119-2E9D-4518-8AFD-AB6282E1A862}" destId="{1E379382-3642-44C7-A86F-A33234970D28}" srcOrd="0" destOrd="0" parTransId="{85C488BA-CF1B-474D-A2D0-3E6271647724}" sibTransId="{319E0804-33F6-42B9-8253-81E95F5226EB}"/>
    <dgm:cxn modelId="{04876A08-AF70-4875-BC14-830D4947018D}" srcId="{7FBAE969-3BBA-408D-9131-D9E3C972CE97}" destId="{3E774BCE-29E8-4F47-8486-78DA8BF1311D}" srcOrd="0" destOrd="0" parTransId="{14017CE8-A21C-4A2D-9423-66D7F3155981}" sibTransId="{2FB0B849-7F9E-43FC-9B48-DF6EF30C08BC}"/>
    <dgm:cxn modelId="{9D8EA108-6FA0-4FBC-B48A-449C63EE39C5}" type="presOf" srcId="{3E774BCE-29E8-4F47-8486-78DA8BF1311D}" destId="{E7ED7CE4-BDD8-4194-9565-DD504E4738DE}" srcOrd="0" destOrd="0" presId="urn:microsoft.com/office/officeart/2018/5/layout/CenteredIconLabelDescriptionList"/>
    <dgm:cxn modelId="{42CD5B0F-DD8B-4BA8-B28B-49C8F9DF8D0E}" type="presOf" srcId="{7C9C3CCF-F3B1-4AF8-87A9-196F2DF41CDF}" destId="{5960656B-1D77-428F-BD95-2F29B933CE49}" srcOrd="0" destOrd="0" presId="urn:microsoft.com/office/officeart/2018/5/layout/CenteredIconLabelDescriptionList"/>
    <dgm:cxn modelId="{2F718C27-C420-477C-893D-02D6E4B28D12}" type="presOf" srcId="{7D7661E2-1A48-4B16-B32E-7C01877B9666}" destId="{86F48D3A-96C8-4AAD-99D3-8A769B7EF64B}" srcOrd="0" destOrd="1" presId="urn:microsoft.com/office/officeart/2018/5/layout/CenteredIconLabelDescriptionList"/>
    <dgm:cxn modelId="{5DAFA532-1EEE-4B76-9704-A452B84D97F6}" srcId="{B27FE119-2E9D-4518-8AFD-AB6282E1A862}" destId="{7D7661E2-1A48-4B16-B32E-7C01877B9666}" srcOrd="1" destOrd="0" parTransId="{BA3536CA-0B2C-44DB-B4F7-56ADCEC70B69}" sibTransId="{D9890F84-F8E9-4B5B-B7EF-176ACCE8D9FE}"/>
    <dgm:cxn modelId="{38A96F62-BFCA-4A87-A651-BD29877C4076}" type="presOf" srcId="{D0016BF2-3295-42E0-B44F-1444346D2D8D}" destId="{9A99552C-2EEF-4CD5-8340-88525BA684CE}" srcOrd="0" destOrd="0" presId="urn:microsoft.com/office/officeart/2018/5/layout/CenteredIconLabelDescriptionList"/>
    <dgm:cxn modelId="{5AE60449-7C8D-4385-A4D6-B867F1F6FC5D}" type="presOf" srcId="{7FBAE969-3BBA-408D-9131-D9E3C972CE97}" destId="{8A381D8D-249B-4BE0-ACC5-BB6F18F66CC4}" srcOrd="0" destOrd="0" presId="urn:microsoft.com/office/officeart/2018/5/layout/CenteredIconLabelDescriptionList"/>
    <dgm:cxn modelId="{1B52BD4A-EC12-4BFD-BEB4-6BBA4EFD68C3}" type="presOf" srcId="{1E379382-3642-44C7-A86F-A33234970D28}" destId="{86F48D3A-96C8-4AAD-99D3-8A769B7EF64B}" srcOrd="0" destOrd="0" presId="urn:microsoft.com/office/officeart/2018/5/layout/CenteredIconLabelDescriptionList"/>
    <dgm:cxn modelId="{124D594D-5DA0-4EB5-91F5-1130423E5FB5}" srcId="{7C9C3CCF-F3B1-4AF8-87A9-196F2DF41CDF}" destId="{7FBAE969-3BBA-408D-9131-D9E3C972CE97}" srcOrd="2" destOrd="0" parTransId="{4625FB13-DDB7-4C07-A23E-2776AD04D3FF}" sibTransId="{8DEBA986-7743-4F48-A274-260BD3D1AF22}"/>
    <dgm:cxn modelId="{47D42C4F-35FD-4655-872C-7B234824F492}" type="presOf" srcId="{D6E722A5-35E2-4441-9EC8-CE870A11C337}" destId="{58DFE7AF-0EF9-474E-8827-F47BE52ACEF6}" srcOrd="0" destOrd="0" presId="urn:microsoft.com/office/officeart/2018/5/layout/CenteredIconLabelDescriptionList"/>
    <dgm:cxn modelId="{AB777476-05B0-49A7-A702-24A2027086C5}" srcId="{7C9C3CCF-F3B1-4AF8-87A9-196F2DF41CDF}" destId="{B27FE119-2E9D-4518-8AFD-AB6282E1A862}" srcOrd="0" destOrd="0" parTransId="{40C0CDD7-D1F3-446D-8A8D-5826DCF2A297}" sibTransId="{6C7E3004-E3D9-4407-9A19-5B4BF1718F55}"/>
    <dgm:cxn modelId="{83A006D1-AF94-42F1-B2A0-62171C68D0E8}" srcId="{D6E722A5-35E2-4441-9EC8-CE870A11C337}" destId="{D0016BF2-3295-42E0-B44F-1444346D2D8D}" srcOrd="0" destOrd="0" parTransId="{F0F743CB-67CD-4138-BF08-1C60B730FF1B}" sibTransId="{06B9E81E-43CE-4BEE-9F93-B302770C6BFA}"/>
    <dgm:cxn modelId="{0B9F72D2-1D74-4BEC-B593-5285CFCF9202}" type="presOf" srcId="{B27FE119-2E9D-4518-8AFD-AB6282E1A862}" destId="{2E70557F-D91B-4597-9597-E4AB469C71CE}" srcOrd="0" destOrd="0" presId="urn:microsoft.com/office/officeart/2018/5/layout/CenteredIconLabelDescriptionList"/>
    <dgm:cxn modelId="{1E10CFF1-63DB-4982-BBFE-8CC563E6518B}" srcId="{7C9C3CCF-F3B1-4AF8-87A9-196F2DF41CDF}" destId="{D6E722A5-35E2-4441-9EC8-CE870A11C337}" srcOrd="1" destOrd="0" parTransId="{7FE75CC0-F58E-4923-82F5-B8418DF74FEC}" sibTransId="{2134B529-443D-44FF-A686-C318979D1E67}"/>
    <dgm:cxn modelId="{5554D2F6-EA8D-4FCA-B26A-70E3B09A071D}" type="presParOf" srcId="{5960656B-1D77-428F-BD95-2F29B933CE49}" destId="{36468D69-A4F8-4520-9298-25886E31BD75}" srcOrd="0" destOrd="0" presId="urn:microsoft.com/office/officeart/2018/5/layout/CenteredIconLabelDescriptionList"/>
    <dgm:cxn modelId="{02A17F47-30ED-4CB9-B725-69C6A69CF741}" type="presParOf" srcId="{36468D69-A4F8-4520-9298-25886E31BD75}" destId="{31E5A376-2B26-435C-A887-23CD67DC610C}" srcOrd="0" destOrd="0" presId="urn:microsoft.com/office/officeart/2018/5/layout/CenteredIconLabelDescriptionList"/>
    <dgm:cxn modelId="{FA1EBC61-98F5-44C4-A387-66F415F0FDDD}" type="presParOf" srcId="{36468D69-A4F8-4520-9298-25886E31BD75}" destId="{84827579-6CEA-412D-8FFB-A05F03FEA11A}" srcOrd="1" destOrd="0" presId="urn:microsoft.com/office/officeart/2018/5/layout/CenteredIconLabelDescriptionList"/>
    <dgm:cxn modelId="{7C073733-8EB5-41CD-9935-0F2254B52A34}" type="presParOf" srcId="{36468D69-A4F8-4520-9298-25886E31BD75}" destId="{2E70557F-D91B-4597-9597-E4AB469C71CE}" srcOrd="2" destOrd="0" presId="urn:microsoft.com/office/officeart/2018/5/layout/CenteredIconLabelDescriptionList"/>
    <dgm:cxn modelId="{DFD6CF00-2DE9-44A0-A0D1-E49292A43EE4}" type="presParOf" srcId="{36468D69-A4F8-4520-9298-25886E31BD75}" destId="{A126558C-FAF6-4B96-8396-D7C4AAE69342}" srcOrd="3" destOrd="0" presId="urn:microsoft.com/office/officeart/2018/5/layout/CenteredIconLabelDescriptionList"/>
    <dgm:cxn modelId="{34376B38-02BB-4B7B-8C2E-BE4C840E367A}" type="presParOf" srcId="{36468D69-A4F8-4520-9298-25886E31BD75}" destId="{86F48D3A-96C8-4AAD-99D3-8A769B7EF64B}" srcOrd="4" destOrd="0" presId="urn:microsoft.com/office/officeart/2018/5/layout/CenteredIconLabelDescriptionList"/>
    <dgm:cxn modelId="{BF694429-1C6B-43F6-8360-AC32BC8EC388}" type="presParOf" srcId="{5960656B-1D77-428F-BD95-2F29B933CE49}" destId="{BF82BF52-4A67-432B-A8BD-11C65E7DCD4C}" srcOrd="1" destOrd="0" presId="urn:microsoft.com/office/officeart/2018/5/layout/CenteredIconLabelDescriptionList"/>
    <dgm:cxn modelId="{C9DD56AA-4375-4640-A9E3-6BD1F861EE51}" type="presParOf" srcId="{5960656B-1D77-428F-BD95-2F29B933CE49}" destId="{E12A61BA-02D0-4D85-9BF1-AB4627A5D1A3}" srcOrd="2" destOrd="0" presId="urn:microsoft.com/office/officeart/2018/5/layout/CenteredIconLabelDescriptionList"/>
    <dgm:cxn modelId="{72DC4597-F25B-44C9-80AE-108386542625}" type="presParOf" srcId="{E12A61BA-02D0-4D85-9BF1-AB4627A5D1A3}" destId="{1FF24311-A777-4306-A42D-1F3D66781789}" srcOrd="0" destOrd="0" presId="urn:microsoft.com/office/officeart/2018/5/layout/CenteredIconLabelDescriptionList"/>
    <dgm:cxn modelId="{D6997F28-CD50-4667-A4A5-D5DA92E63192}" type="presParOf" srcId="{E12A61BA-02D0-4D85-9BF1-AB4627A5D1A3}" destId="{B17E3B03-D3A7-4E52-9BB8-88DFCA641FF2}" srcOrd="1" destOrd="0" presId="urn:microsoft.com/office/officeart/2018/5/layout/CenteredIconLabelDescriptionList"/>
    <dgm:cxn modelId="{074FA844-7B19-4A41-A430-A8E0FB5E7682}" type="presParOf" srcId="{E12A61BA-02D0-4D85-9BF1-AB4627A5D1A3}" destId="{58DFE7AF-0EF9-474E-8827-F47BE52ACEF6}" srcOrd="2" destOrd="0" presId="urn:microsoft.com/office/officeart/2018/5/layout/CenteredIconLabelDescriptionList"/>
    <dgm:cxn modelId="{375A14E1-7494-4837-96B4-2F2F2D7159CE}" type="presParOf" srcId="{E12A61BA-02D0-4D85-9BF1-AB4627A5D1A3}" destId="{343C1E2D-BE40-4D85-9C09-24289973EFF2}" srcOrd="3" destOrd="0" presId="urn:microsoft.com/office/officeart/2018/5/layout/CenteredIconLabelDescriptionList"/>
    <dgm:cxn modelId="{8D2738FD-BD78-4A13-8B68-C759EEB463DB}" type="presParOf" srcId="{E12A61BA-02D0-4D85-9BF1-AB4627A5D1A3}" destId="{9A99552C-2EEF-4CD5-8340-88525BA684CE}" srcOrd="4" destOrd="0" presId="urn:microsoft.com/office/officeart/2018/5/layout/CenteredIconLabelDescriptionList"/>
    <dgm:cxn modelId="{2FBB0A82-DCFF-48CC-A720-38BD458A0953}" type="presParOf" srcId="{5960656B-1D77-428F-BD95-2F29B933CE49}" destId="{4C177661-3E28-4298-8FE7-EFE915B5ACB0}" srcOrd="3" destOrd="0" presId="urn:microsoft.com/office/officeart/2018/5/layout/CenteredIconLabelDescriptionList"/>
    <dgm:cxn modelId="{BE1EEF31-5916-4B11-84C8-54BF0DB66993}" type="presParOf" srcId="{5960656B-1D77-428F-BD95-2F29B933CE49}" destId="{9656BB2C-BA41-47CB-8F67-863C13B80829}" srcOrd="4" destOrd="0" presId="urn:microsoft.com/office/officeart/2018/5/layout/CenteredIconLabelDescriptionList"/>
    <dgm:cxn modelId="{60488844-AC15-4F81-BBCB-130006F373CC}" type="presParOf" srcId="{9656BB2C-BA41-47CB-8F67-863C13B80829}" destId="{3E75649B-B326-43ED-B19D-57D7FE1AC903}" srcOrd="0" destOrd="0" presId="urn:microsoft.com/office/officeart/2018/5/layout/CenteredIconLabelDescriptionList"/>
    <dgm:cxn modelId="{314AE8FD-9AAF-4B3C-BF55-DD74E9333BEA}" type="presParOf" srcId="{9656BB2C-BA41-47CB-8F67-863C13B80829}" destId="{3F3FC972-A66B-452D-B77F-EA1CCBBCB573}" srcOrd="1" destOrd="0" presId="urn:microsoft.com/office/officeart/2018/5/layout/CenteredIconLabelDescriptionList"/>
    <dgm:cxn modelId="{FFDBB2F8-8931-4373-A83B-9099859C989A}" type="presParOf" srcId="{9656BB2C-BA41-47CB-8F67-863C13B80829}" destId="{8A381D8D-249B-4BE0-ACC5-BB6F18F66CC4}" srcOrd="2" destOrd="0" presId="urn:microsoft.com/office/officeart/2018/5/layout/CenteredIconLabelDescriptionList"/>
    <dgm:cxn modelId="{506AEBC3-4E7C-4D1E-A3F1-66168A65FFB9}" type="presParOf" srcId="{9656BB2C-BA41-47CB-8F67-863C13B80829}" destId="{A65B4E26-D803-47AB-82D8-03943A777B48}" srcOrd="3" destOrd="0" presId="urn:microsoft.com/office/officeart/2018/5/layout/CenteredIconLabelDescriptionList"/>
    <dgm:cxn modelId="{FB973880-269F-4156-BF4D-85F2C347F137}" type="presParOf" srcId="{9656BB2C-BA41-47CB-8F67-863C13B80829}" destId="{E7ED7CE4-BDD8-4194-9565-DD504E4738D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C9C3CCF-F3B1-4AF8-87A9-196F2DF41CDF}" type="doc">
      <dgm:prSet loTypeId="urn:microsoft.com/office/officeart/2016/7/layout/VerticalSolidActionList" loCatId="List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5FABEC7-8D46-4DB6-8C09-C1B29D165174}">
      <dgm:prSet/>
      <dgm:spPr/>
      <dgm:t>
        <a:bodyPr/>
        <a:lstStyle/>
        <a:p>
          <a:r>
            <a:rPr lang="tr-TR"/>
            <a:t>Change</a:t>
          </a:r>
          <a:endParaRPr lang="en-US"/>
        </a:p>
      </dgm:t>
    </dgm:pt>
    <dgm:pt modelId="{0BA35416-81F6-42C4-B22B-4DF921BFD0F3}" type="parTrans" cxnId="{745E62CD-2E80-4176-AA8F-2AC31D63C5F6}">
      <dgm:prSet/>
      <dgm:spPr/>
      <dgm:t>
        <a:bodyPr/>
        <a:lstStyle/>
        <a:p>
          <a:endParaRPr lang="en-US"/>
        </a:p>
      </dgm:t>
    </dgm:pt>
    <dgm:pt modelId="{3543DBEA-E2E9-4253-98D1-07DC8B829DC8}" type="sibTrans" cxnId="{745E62CD-2E80-4176-AA8F-2AC31D63C5F6}">
      <dgm:prSet/>
      <dgm:spPr/>
      <dgm:t>
        <a:bodyPr/>
        <a:lstStyle/>
        <a:p>
          <a:endParaRPr lang="en-US"/>
        </a:p>
      </dgm:t>
    </dgm:pt>
    <dgm:pt modelId="{EB6ECF7D-A8F7-4F95-B874-7B78D0547E52}">
      <dgm:prSet/>
      <dgm:spPr/>
      <dgm:t>
        <a:bodyPr/>
        <a:lstStyle/>
        <a:p>
          <a:pPr>
            <a:buNone/>
          </a:pPr>
          <a:r>
            <a:rPr lang="tr-TR" dirty="0"/>
            <a:t>Owner’s wallet breaks the fund into two payments:</a:t>
          </a:r>
          <a:endParaRPr lang="en-US" dirty="0"/>
        </a:p>
      </dgm:t>
    </dgm:pt>
    <dgm:pt modelId="{B34FE88C-D190-4492-8505-BD4CAFE4A24F}" type="parTrans" cxnId="{1622AF80-D8E6-49A2-9462-F099A057798E}">
      <dgm:prSet/>
      <dgm:spPr/>
      <dgm:t>
        <a:bodyPr/>
        <a:lstStyle/>
        <a:p>
          <a:endParaRPr lang="en-US"/>
        </a:p>
      </dgm:t>
    </dgm:pt>
    <dgm:pt modelId="{E18AE909-6F98-4851-987A-C9ED3427C7B8}" type="sibTrans" cxnId="{1622AF80-D8E6-49A2-9462-F099A057798E}">
      <dgm:prSet/>
      <dgm:spPr/>
      <dgm:t>
        <a:bodyPr/>
        <a:lstStyle/>
        <a:p>
          <a:endParaRPr lang="en-US"/>
        </a:p>
      </dgm:t>
    </dgm:pt>
    <dgm:pt modelId="{964ABA79-3CF6-4F85-93B8-04FE04AC3A7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r-TR" dirty="0"/>
            <a:t>Receiver for the spent amount</a:t>
          </a:r>
          <a:endParaRPr lang="en-US" dirty="0"/>
        </a:p>
      </dgm:t>
    </dgm:pt>
    <dgm:pt modelId="{30147308-AE5D-4B95-9B42-5DF9D6E156E8}" type="parTrans" cxnId="{BF06D714-739C-4F1D-886F-53643CAB46AE}">
      <dgm:prSet/>
      <dgm:spPr/>
      <dgm:t>
        <a:bodyPr/>
        <a:lstStyle/>
        <a:p>
          <a:endParaRPr lang="en-US"/>
        </a:p>
      </dgm:t>
    </dgm:pt>
    <dgm:pt modelId="{485E8606-F01A-426C-A91B-1850A7D5E223}" type="sibTrans" cxnId="{BF06D714-739C-4F1D-886F-53643CAB46AE}">
      <dgm:prSet/>
      <dgm:spPr/>
      <dgm:t>
        <a:bodyPr/>
        <a:lstStyle/>
        <a:p>
          <a:endParaRPr lang="en-US"/>
        </a:p>
      </dgm:t>
    </dgm:pt>
    <dgm:pt modelId="{7DBC79C4-ACFE-4DA9-8C0D-FC923409955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r-TR" dirty="0"/>
            <a:t>Back to the owner if there is a change</a:t>
          </a:r>
          <a:endParaRPr lang="en-US" dirty="0"/>
        </a:p>
      </dgm:t>
    </dgm:pt>
    <dgm:pt modelId="{91DB92D5-14FA-4DAD-93E8-EBB25FE5079D}" type="parTrans" cxnId="{B7A769AB-272A-44E3-8F57-8821FC63B3C9}">
      <dgm:prSet/>
      <dgm:spPr/>
      <dgm:t>
        <a:bodyPr/>
        <a:lstStyle/>
        <a:p>
          <a:endParaRPr lang="en-US"/>
        </a:p>
      </dgm:t>
    </dgm:pt>
    <dgm:pt modelId="{59B61423-1595-48C4-8859-85F7CD106C93}" type="sibTrans" cxnId="{B7A769AB-272A-44E3-8F57-8821FC63B3C9}">
      <dgm:prSet/>
      <dgm:spPr/>
      <dgm:t>
        <a:bodyPr/>
        <a:lstStyle/>
        <a:p>
          <a:endParaRPr lang="en-US"/>
        </a:p>
      </dgm:t>
    </dgm:pt>
    <dgm:pt modelId="{DB3ECD62-75AB-4C03-A35D-E7671021A3F0}">
      <dgm:prSet/>
      <dgm:spPr/>
      <dgm:t>
        <a:bodyPr/>
        <a:lstStyle/>
        <a:p>
          <a:r>
            <a:rPr lang="tr-TR"/>
            <a:t>Transaction fee</a:t>
          </a:r>
          <a:endParaRPr lang="en-US"/>
        </a:p>
      </dgm:t>
    </dgm:pt>
    <dgm:pt modelId="{C22F8BAD-DB49-4262-ACDD-564EA4C13FBA}" type="parTrans" cxnId="{F2126112-2324-41BB-BBF7-AF327D827E43}">
      <dgm:prSet/>
      <dgm:spPr/>
      <dgm:t>
        <a:bodyPr/>
        <a:lstStyle/>
        <a:p>
          <a:endParaRPr lang="en-US"/>
        </a:p>
      </dgm:t>
    </dgm:pt>
    <dgm:pt modelId="{2037B5A1-2598-4F25-B472-73DB70B07D7A}" type="sibTrans" cxnId="{F2126112-2324-41BB-BBF7-AF327D827E43}">
      <dgm:prSet/>
      <dgm:spPr/>
      <dgm:t>
        <a:bodyPr/>
        <a:lstStyle/>
        <a:p>
          <a:endParaRPr lang="en-US"/>
        </a:p>
      </dgm:t>
    </dgm:pt>
    <dgm:pt modelId="{074CBA72-3EFE-4602-B1DB-EB349A94C9C6}">
      <dgm:prSet/>
      <dgm:spPr/>
      <dgm:t>
        <a:bodyPr/>
        <a:lstStyle/>
        <a:p>
          <a:r>
            <a:rPr lang="tr-TR" dirty="0"/>
            <a:t>Implied by the difference between inputs and outputs</a:t>
          </a:r>
          <a:endParaRPr lang="en-US" dirty="0"/>
        </a:p>
      </dgm:t>
    </dgm:pt>
    <dgm:pt modelId="{105700A3-34D1-4C8F-8895-F398468ABED7}" type="parTrans" cxnId="{4E26AE6C-A5D6-43E4-8E82-7E31203A1D69}">
      <dgm:prSet/>
      <dgm:spPr/>
      <dgm:t>
        <a:bodyPr/>
        <a:lstStyle/>
        <a:p>
          <a:endParaRPr lang="en-US"/>
        </a:p>
      </dgm:t>
    </dgm:pt>
    <dgm:pt modelId="{9C94AEE6-6216-4792-8CAC-325E140DF113}" type="sibTrans" cxnId="{4E26AE6C-A5D6-43E4-8E82-7E31203A1D69}">
      <dgm:prSet/>
      <dgm:spPr/>
      <dgm:t>
        <a:bodyPr/>
        <a:lstStyle/>
        <a:p>
          <a:endParaRPr lang="en-US"/>
        </a:p>
      </dgm:t>
    </dgm:pt>
    <dgm:pt modelId="{C950A5CC-27D8-47AC-93B4-A3E4B0454042}">
      <dgm:prSet/>
      <dgm:spPr/>
      <dgm:t>
        <a:bodyPr/>
        <a:lstStyle/>
        <a:p>
          <a:r>
            <a:rPr lang="tr-TR" dirty="0"/>
            <a:t>Collected by the miners as a fee</a:t>
          </a:r>
          <a:endParaRPr lang="en-US" dirty="0"/>
        </a:p>
      </dgm:t>
    </dgm:pt>
    <dgm:pt modelId="{4269C9EC-D47B-4AAD-B988-AB2839337F0D}" type="parTrans" cxnId="{9C4053BB-0628-4695-9645-478AC0731BD4}">
      <dgm:prSet/>
      <dgm:spPr/>
      <dgm:t>
        <a:bodyPr/>
        <a:lstStyle/>
        <a:p>
          <a:endParaRPr lang="en-US"/>
        </a:p>
      </dgm:t>
    </dgm:pt>
    <dgm:pt modelId="{1C9DB285-1864-4AF7-AE4B-F521F607255B}" type="sibTrans" cxnId="{9C4053BB-0628-4695-9645-478AC0731BD4}">
      <dgm:prSet/>
      <dgm:spPr/>
      <dgm:t>
        <a:bodyPr/>
        <a:lstStyle/>
        <a:p>
          <a:endParaRPr lang="en-US"/>
        </a:p>
      </dgm:t>
    </dgm:pt>
    <dgm:pt modelId="{E4257BF0-1730-47FD-8848-62604F10C8CB}">
      <dgm:prSet/>
      <dgm:spPr/>
      <dgm:t>
        <a:bodyPr/>
        <a:lstStyle/>
        <a:p>
          <a:r>
            <a:rPr lang="tr-TR" dirty="0"/>
            <a:t>Validation by Miner</a:t>
          </a:r>
          <a:endParaRPr lang="en-US" dirty="0"/>
        </a:p>
      </dgm:t>
    </dgm:pt>
    <dgm:pt modelId="{DF6EF3DB-2CF3-4352-B986-B370B20C1FDB}" type="parTrans" cxnId="{BF9363FF-D174-49F0-97D0-F538C1298930}">
      <dgm:prSet/>
      <dgm:spPr/>
      <dgm:t>
        <a:bodyPr/>
        <a:lstStyle/>
        <a:p>
          <a:endParaRPr lang="tr-TR"/>
        </a:p>
      </dgm:t>
    </dgm:pt>
    <dgm:pt modelId="{095A315A-928D-4513-82FF-28BEE986B147}" type="sibTrans" cxnId="{BF9363FF-D174-49F0-97D0-F538C1298930}">
      <dgm:prSet/>
      <dgm:spPr/>
      <dgm:t>
        <a:bodyPr/>
        <a:lstStyle/>
        <a:p>
          <a:endParaRPr lang="tr-TR"/>
        </a:p>
      </dgm:t>
    </dgm:pt>
    <dgm:pt modelId="{67ADFEFD-6B4F-4C7B-848D-E5776BAC1517}">
      <dgm:prSet/>
      <dgm:spPr/>
      <dgm:t>
        <a:bodyPr/>
        <a:lstStyle/>
        <a:p>
          <a:r>
            <a:rPr lang="tr-TR"/>
            <a:t>for </a:t>
          </a:r>
          <a:r>
            <a:rPr lang="tr-TR" dirty="0"/>
            <a:t>validation and recording in blockchain</a:t>
          </a:r>
          <a:endParaRPr lang="en-US" dirty="0"/>
        </a:p>
      </dgm:t>
    </dgm:pt>
    <dgm:pt modelId="{83012F49-3BAE-4A40-8B19-F14442162C91}" type="parTrans" cxnId="{5812544E-091E-4565-B5D5-A1F7AB7D99D6}">
      <dgm:prSet/>
      <dgm:spPr/>
      <dgm:t>
        <a:bodyPr/>
        <a:lstStyle/>
        <a:p>
          <a:endParaRPr lang="tr-TR"/>
        </a:p>
      </dgm:t>
    </dgm:pt>
    <dgm:pt modelId="{1D50CD21-4463-4F45-B169-01D2502FA2D3}" type="sibTrans" cxnId="{5812544E-091E-4565-B5D5-A1F7AB7D99D6}">
      <dgm:prSet/>
      <dgm:spPr/>
      <dgm:t>
        <a:bodyPr/>
        <a:lstStyle/>
        <a:p>
          <a:endParaRPr lang="tr-TR"/>
        </a:p>
      </dgm:t>
    </dgm:pt>
    <dgm:pt modelId="{1A601885-40DE-44A8-9DED-58C3CD4A7CF9}" type="pres">
      <dgm:prSet presAssocID="{7C9C3CCF-F3B1-4AF8-87A9-196F2DF41CDF}" presName="Name0" presStyleCnt="0">
        <dgm:presLayoutVars>
          <dgm:dir/>
          <dgm:animLvl val="lvl"/>
          <dgm:resizeHandles val="exact"/>
        </dgm:presLayoutVars>
      </dgm:prSet>
      <dgm:spPr/>
    </dgm:pt>
    <dgm:pt modelId="{0C689122-DB66-4CC4-B971-712E952FF1AC}" type="pres">
      <dgm:prSet presAssocID="{15FABEC7-8D46-4DB6-8C09-C1B29D165174}" presName="linNode" presStyleCnt="0"/>
      <dgm:spPr/>
    </dgm:pt>
    <dgm:pt modelId="{38203A5D-8451-424E-B7F7-4DC9363C3FEE}" type="pres">
      <dgm:prSet presAssocID="{15FABEC7-8D46-4DB6-8C09-C1B29D165174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AA2C1D65-F37A-4970-B766-45F04C7F5E58}" type="pres">
      <dgm:prSet presAssocID="{15FABEC7-8D46-4DB6-8C09-C1B29D165174}" presName="descendantText" presStyleLbl="alignAccFollowNode1" presStyleIdx="0" presStyleCnt="3">
        <dgm:presLayoutVars>
          <dgm:bulletEnabled/>
        </dgm:presLayoutVars>
      </dgm:prSet>
      <dgm:spPr/>
    </dgm:pt>
    <dgm:pt modelId="{1431D541-2077-4D58-87F6-4CFB1D1A96CF}" type="pres">
      <dgm:prSet presAssocID="{3543DBEA-E2E9-4253-98D1-07DC8B829DC8}" presName="sp" presStyleCnt="0"/>
      <dgm:spPr/>
    </dgm:pt>
    <dgm:pt modelId="{18A60138-FFC9-4040-B3A8-F39753CA04CB}" type="pres">
      <dgm:prSet presAssocID="{DB3ECD62-75AB-4C03-A35D-E7671021A3F0}" presName="linNode" presStyleCnt="0"/>
      <dgm:spPr/>
    </dgm:pt>
    <dgm:pt modelId="{4A033C5E-B788-4F51-837E-53B66C1C63C1}" type="pres">
      <dgm:prSet presAssocID="{DB3ECD62-75AB-4C03-A35D-E7671021A3F0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4A56F19B-A435-42E8-A14C-2EB548EBC8EA}" type="pres">
      <dgm:prSet presAssocID="{DB3ECD62-75AB-4C03-A35D-E7671021A3F0}" presName="descendantText" presStyleLbl="alignAccFollowNode1" presStyleIdx="1" presStyleCnt="3">
        <dgm:presLayoutVars>
          <dgm:bulletEnabled/>
        </dgm:presLayoutVars>
      </dgm:prSet>
      <dgm:spPr/>
    </dgm:pt>
    <dgm:pt modelId="{06E7BE4B-B30A-479A-BDAE-69EF5343AF85}" type="pres">
      <dgm:prSet presAssocID="{2037B5A1-2598-4F25-B472-73DB70B07D7A}" presName="sp" presStyleCnt="0"/>
      <dgm:spPr/>
    </dgm:pt>
    <dgm:pt modelId="{633EC506-6F7F-4460-BCE7-44B44E50B0E9}" type="pres">
      <dgm:prSet presAssocID="{E4257BF0-1730-47FD-8848-62604F10C8CB}" presName="linNode" presStyleCnt="0"/>
      <dgm:spPr/>
    </dgm:pt>
    <dgm:pt modelId="{D18A00DB-E891-4C85-9B23-1ED7799C77C8}" type="pres">
      <dgm:prSet presAssocID="{E4257BF0-1730-47FD-8848-62604F10C8CB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78500600-B9D5-435B-AB08-3F6B298E2669}" type="pres">
      <dgm:prSet presAssocID="{E4257BF0-1730-47FD-8848-62604F10C8CB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F2126112-2324-41BB-BBF7-AF327D827E43}" srcId="{7C9C3CCF-F3B1-4AF8-87A9-196F2DF41CDF}" destId="{DB3ECD62-75AB-4C03-A35D-E7671021A3F0}" srcOrd="1" destOrd="0" parTransId="{C22F8BAD-DB49-4262-ACDD-564EA4C13FBA}" sibTransId="{2037B5A1-2598-4F25-B472-73DB70B07D7A}"/>
    <dgm:cxn modelId="{BF06D714-739C-4F1D-886F-53643CAB46AE}" srcId="{EB6ECF7D-A8F7-4F95-B874-7B78D0547E52}" destId="{964ABA79-3CF6-4F85-93B8-04FE04AC3A71}" srcOrd="0" destOrd="0" parTransId="{30147308-AE5D-4B95-9B42-5DF9D6E156E8}" sibTransId="{485E8606-F01A-426C-A91B-1850A7D5E223}"/>
    <dgm:cxn modelId="{AA483E2B-CE6E-41FE-A7AD-DE7F127ACF86}" type="presOf" srcId="{E4257BF0-1730-47FD-8848-62604F10C8CB}" destId="{D18A00DB-E891-4C85-9B23-1ED7799C77C8}" srcOrd="0" destOrd="0" presId="urn:microsoft.com/office/officeart/2016/7/layout/VerticalSolidActionList"/>
    <dgm:cxn modelId="{4E26AE6C-A5D6-43E4-8E82-7E31203A1D69}" srcId="{DB3ECD62-75AB-4C03-A35D-E7671021A3F0}" destId="{074CBA72-3EFE-4602-B1DB-EB349A94C9C6}" srcOrd="0" destOrd="0" parTransId="{105700A3-34D1-4C8F-8895-F398468ABED7}" sibTransId="{9C94AEE6-6216-4792-8CAC-325E140DF113}"/>
    <dgm:cxn modelId="{5812544E-091E-4565-B5D5-A1F7AB7D99D6}" srcId="{E4257BF0-1730-47FD-8848-62604F10C8CB}" destId="{67ADFEFD-6B4F-4C7B-848D-E5776BAC1517}" srcOrd="1" destOrd="0" parTransId="{83012F49-3BAE-4A40-8B19-F14442162C91}" sibTransId="{1D50CD21-4463-4F45-B169-01D2502FA2D3}"/>
    <dgm:cxn modelId="{71E16959-FE0F-4C38-85C5-ED5CC48A7288}" type="presOf" srcId="{074CBA72-3EFE-4602-B1DB-EB349A94C9C6}" destId="{4A56F19B-A435-42E8-A14C-2EB548EBC8EA}" srcOrd="0" destOrd="0" presId="urn:microsoft.com/office/officeart/2016/7/layout/VerticalSolidActionList"/>
    <dgm:cxn modelId="{4173797B-3857-45D7-8126-10F45B915711}" type="presOf" srcId="{7C9C3CCF-F3B1-4AF8-87A9-196F2DF41CDF}" destId="{1A601885-40DE-44A8-9DED-58C3CD4A7CF9}" srcOrd="0" destOrd="0" presId="urn:microsoft.com/office/officeart/2016/7/layout/VerticalSolidActionList"/>
    <dgm:cxn modelId="{274B947E-2F7E-435F-8705-B7B98CCB0A3B}" type="presOf" srcId="{67ADFEFD-6B4F-4C7B-848D-E5776BAC1517}" destId="{78500600-B9D5-435B-AB08-3F6B298E2669}" srcOrd="0" destOrd="1" presId="urn:microsoft.com/office/officeart/2016/7/layout/VerticalSolidActionList"/>
    <dgm:cxn modelId="{7F951080-8538-4C9E-A23E-62951F9D96A9}" type="presOf" srcId="{964ABA79-3CF6-4F85-93B8-04FE04AC3A71}" destId="{AA2C1D65-F37A-4970-B766-45F04C7F5E58}" srcOrd="0" destOrd="1" presId="urn:microsoft.com/office/officeart/2016/7/layout/VerticalSolidActionList"/>
    <dgm:cxn modelId="{1622AF80-D8E6-49A2-9462-F099A057798E}" srcId="{15FABEC7-8D46-4DB6-8C09-C1B29D165174}" destId="{EB6ECF7D-A8F7-4F95-B874-7B78D0547E52}" srcOrd="0" destOrd="0" parTransId="{B34FE88C-D190-4492-8505-BD4CAFE4A24F}" sibTransId="{E18AE909-6F98-4851-987A-C9ED3427C7B8}"/>
    <dgm:cxn modelId="{2762EF85-3EB8-44A2-9A18-8940EA4D0A1F}" type="presOf" srcId="{C950A5CC-27D8-47AC-93B4-A3E4B0454042}" destId="{78500600-B9D5-435B-AB08-3F6B298E2669}" srcOrd="0" destOrd="0" presId="urn:microsoft.com/office/officeart/2016/7/layout/VerticalSolidActionList"/>
    <dgm:cxn modelId="{56AED296-8165-42CF-A185-4C13DEBFC3F2}" type="presOf" srcId="{EB6ECF7D-A8F7-4F95-B874-7B78D0547E52}" destId="{AA2C1D65-F37A-4970-B766-45F04C7F5E58}" srcOrd="0" destOrd="0" presId="urn:microsoft.com/office/officeart/2016/7/layout/VerticalSolidActionList"/>
    <dgm:cxn modelId="{D94499A0-D6BB-45C6-B84F-707683D7865B}" type="presOf" srcId="{15FABEC7-8D46-4DB6-8C09-C1B29D165174}" destId="{38203A5D-8451-424E-B7F7-4DC9363C3FEE}" srcOrd="0" destOrd="0" presId="urn:microsoft.com/office/officeart/2016/7/layout/VerticalSolidActionList"/>
    <dgm:cxn modelId="{B7A769AB-272A-44E3-8F57-8821FC63B3C9}" srcId="{EB6ECF7D-A8F7-4F95-B874-7B78D0547E52}" destId="{7DBC79C4-ACFE-4DA9-8C0D-FC923409955F}" srcOrd="1" destOrd="0" parTransId="{91DB92D5-14FA-4DAD-93E8-EBB25FE5079D}" sibTransId="{59B61423-1595-48C4-8859-85F7CD106C93}"/>
    <dgm:cxn modelId="{956E81AC-0C4D-462E-9227-0066380C6C9C}" type="presOf" srcId="{7DBC79C4-ACFE-4DA9-8C0D-FC923409955F}" destId="{AA2C1D65-F37A-4970-B766-45F04C7F5E58}" srcOrd="0" destOrd="2" presId="urn:microsoft.com/office/officeart/2016/7/layout/VerticalSolidActionList"/>
    <dgm:cxn modelId="{7CA30DAE-89EF-4F8F-95D0-9BBB69A292FF}" type="presOf" srcId="{DB3ECD62-75AB-4C03-A35D-E7671021A3F0}" destId="{4A033C5E-B788-4F51-837E-53B66C1C63C1}" srcOrd="0" destOrd="0" presId="urn:microsoft.com/office/officeart/2016/7/layout/VerticalSolidActionList"/>
    <dgm:cxn modelId="{9C4053BB-0628-4695-9645-478AC0731BD4}" srcId="{E4257BF0-1730-47FD-8848-62604F10C8CB}" destId="{C950A5CC-27D8-47AC-93B4-A3E4B0454042}" srcOrd="0" destOrd="0" parTransId="{4269C9EC-D47B-4AAD-B988-AB2839337F0D}" sibTransId="{1C9DB285-1864-4AF7-AE4B-F521F607255B}"/>
    <dgm:cxn modelId="{745E62CD-2E80-4176-AA8F-2AC31D63C5F6}" srcId="{7C9C3CCF-F3B1-4AF8-87A9-196F2DF41CDF}" destId="{15FABEC7-8D46-4DB6-8C09-C1B29D165174}" srcOrd="0" destOrd="0" parTransId="{0BA35416-81F6-42C4-B22B-4DF921BFD0F3}" sibTransId="{3543DBEA-E2E9-4253-98D1-07DC8B829DC8}"/>
    <dgm:cxn modelId="{BF9363FF-D174-49F0-97D0-F538C1298930}" srcId="{7C9C3CCF-F3B1-4AF8-87A9-196F2DF41CDF}" destId="{E4257BF0-1730-47FD-8848-62604F10C8CB}" srcOrd="2" destOrd="0" parTransId="{DF6EF3DB-2CF3-4352-B986-B370B20C1FDB}" sibTransId="{095A315A-928D-4513-82FF-28BEE986B147}"/>
    <dgm:cxn modelId="{06F2E854-9775-4106-8A13-0D6930ACE577}" type="presParOf" srcId="{1A601885-40DE-44A8-9DED-58C3CD4A7CF9}" destId="{0C689122-DB66-4CC4-B971-712E952FF1AC}" srcOrd="0" destOrd="0" presId="urn:microsoft.com/office/officeart/2016/7/layout/VerticalSolidActionList"/>
    <dgm:cxn modelId="{98867073-4AD9-40AC-A2C8-25DD695428EE}" type="presParOf" srcId="{0C689122-DB66-4CC4-B971-712E952FF1AC}" destId="{38203A5D-8451-424E-B7F7-4DC9363C3FEE}" srcOrd="0" destOrd="0" presId="urn:microsoft.com/office/officeart/2016/7/layout/VerticalSolidActionList"/>
    <dgm:cxn modelId="{455E60E9-FC2F-4A54-80CD-F601E5419908}" type="presParOf" srcId="{0C689122-DB66-4CC4-B971-712E952FF1AC}" destId="{AA2C1D65-F37A-4970-B766-45F04C7F5E58}" srcOrd="1" destOrd="0" presId="urn:microsoft.com/office/officeart/2016/7/layout/VerticalSolidActionList"/>
    <dgm:cxn modelId="{8421930D-8C0A-4B77-91C4-1216C07AB4BE}" type="presParOf" srcId="{1A601885-40DE-44A8-9DED-58C3CD4A7CF9}" destId="{1431D541-2077-4D58-87F6-4CFB1D1A96CF}" srcOrd="1" destOrd="0" presId="urn:microsoft.com/office/officeart/2016/7/layout/VerticalSolidActionList"/>
    <dgm:cxn modelId="{5B1A9FCB-A210-4382-A9B3-D7566F593371}" type="presParOf" srcId="{1A601885-40DE-44A8-9DED-58C3CD4A7CF9}" destId="{18A60138-FFC9-4040-B3A8-F39753CA04CB}" srcOrd="2" destOrd="0" presId="urn:microsoft.com/office/officeart/2016/7/layout/VerticalSolidActionList"/>
    <dgm:cxn modelId="{F8CF309B-6FDE-4196-B68E-B30133D7EABB}" type="presParOf" srcId="{18A60138-FFC9-4040-B3A8-F39753CA04CB}" destId="{4A033C5E-B788-4F51-837E-53B66C1C63C1}" srcOrd="0" destOrd="0" presId="urn:microsoft.com/office/officeart/2016/7/layout/VerticalSolidActionList"/>
    <dgm:cxn modelId="{D4C8E424-9544-4417-902E-6514BF944E43}" type="presParOf" srcId="{18A60138-FFC9-4040-B3A8-F39753CA04CB}" destId="{4A56F19B-A435-42E8-A14C-2EB548EBC8EA}" srcOrd="1" destOrd="0" presId="urn:microsoft.com/office/officeart/2016/7/layout/VerticalSolidActionList"/>
    <dgm:cxn modelId="{4420C0C8-7314-4016-848F-7DAD7FB8E86C}" type="presParOf" srcId="{1A601885-40DE-44A8-9DED-58C3CD4A7CF9}" destId="{06E7BE4B-B30A-479A-BDAE-69EF5343AF85}" srcOrd="3" destOrd="0" presId="urn:microsoft.com/office/officeart/2016/7/layout/VerticalSolidActionList"/>
    <dgm:cxn modelId="{DAE8FB29-6D1C-4540-854F-89477EC1491B}" type="presParOf" srcId="{1A601885-40DE-44A8-9DED-58C3CD4A7CF9}" destId="{633EC506-6F7F-4460-BCE7-44B44E50B0E9}" srcOrd="4" destOrd="0" presId="urn:microsoft.com/office/officeart/2016/7/layout/VerticalSolidActionList"/>
    <dgm:cxn modelId="{B05B1E4F-1039-4B31-B62A-658F7535AEE8}" type="presParOf" srcId="{633EC506-6F7F-4460-BCE7-44B44E50B0E9}" destId="{D18A00DB-E891-4C85-9B23-1ED7799C77C8}" srcOrd="0" destOrd="0" presId="urn:microsoft.com/office/officeart/2016/7/layout/VerticalSolidActionList"/>
    <dgm:cxn modelId="{18D287B1-BAA8-42EE-BD94-A934FE967D29}" type="presParOf" srcId="{633EC506-6F7F-4460-BCE7-44B44E50B0E9}" destId="{78500600-B9D5-435B-AB08-3F6B298E266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ABB2C50-0ECD-4A79-A349-5FBD145A49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0A555D7-06E6-44A8-B1EB-0F2D6A81B7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Node</a:t>
          </a:r>
          <a:endParaRPr lang="en-US"/>
        </a:p>
      </dgm:t>
    </dgm:pt>
    <dgm:pt modelId="{42AD0DDC-AD1F-480B-85D8-F1693D178B8E}" type="parTrans" cxnId="{0CBDDF17-513C-40AA-B8A4-C428EE36F25D}">
      <dgm:prSet/>
      <dgm:spPr/>
      <dgm:t>
        <a:bodyPr/>
        <a:lstStyle/>
        <a:p>
          <a:endParaRPr lang="en-US"/>
        </a:p>
      </dgm:t>
    </dgm:pt>
    <dgm:pt modelId="{53C819F2-07DE-4BFC-8BE9-A0CE64093328}" type="sibTrans" cxnId="{0CBDDF17-513C-40AA-B8A4-C428EE36F25D}">
      <dgm:prSet/>
      <dgm:spPr/>
      <dgm:t>
        <a:bodyPr/>
        <a:lstStyle/>
        <a:p>
          <a:endParaRPr lang="en-US"/>
        </a:p>
      </dgm:t>
    </dgm:pt>
    <dgm:pt modelId="{453F2AC8-F5BA-48DB-9310-65A53B16E8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 system in the</a:t>
          </a:r>
          <a:r>
            <a:rPr lang="tr-TR"/>
            <a:t> </a:t>
          </a:r>
          <a:r>
            <a:rPr lang="en-US"/>
            <a:t>bitcoin network</a:t>
          </a:r>
        </a:p>
      </dgm:t>
    </dgm:pt>
    <dgm:pt modelId="{F6BEEC42-FCC0-41F9-A15E-20A91E3A7D8A}" type="parTrans" cxnId="{64B2FFB7-7330-4564-BD3D-CB060E995BA8}">
      <dgm:prSet/>
      <dgm:spPr/>
      <dgm:t>
        <a:bodyPr/>
        <a:lstStyle/>
        <a:p>
          <a:endParaRPr lang="tr-TR"/>
        </a:p>
      </dgm:t>
    </dgm:pt>
    <dgm:pt modelId="{82D2BAAA-BF57-4425-BBDF-61C8DC82D017}" type="sibTrans" cxnId="{64B2FFB7-7330-4564-BD3D-CB060E995BA8}">
      <dgm:prSet/>
      <dgm:spPr/>
      <dgm:t>
        <a:bodyPr/>
        <a:lstStyle/>
        <a:p>
          <a:endParaRPr lang="tr-TR"/>
        </a:p>
      </dgm:t>
    </dgm:pt>
    <dgm:pt modelId="{ED8D29CB-3028-4A28-ABCB-8DED73220A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server</a:t>
          </a:r>
        </a:p>
      </dgm:t>
    </dgm:pt>
    <dgm:pt modelId="{3470441D-F621-4E36-90FE-BFDDF9A4ED24}" type="parTrans" cxnId="{0D1EBDD0-EEB3-488D-A6E7-C51E88BDAD70}">
      <dgm:prSet/>
      <dgm:spPr/>
      <dgm:t>
        <a:bodyPr/>
        <a:lstStyle/>
        <a:p>
          <a:endParaRPr lang="tr-TR"/>
        </a:p>
      </dgm:t>
    </dgm:pt>
    <dgm:pt modelId="{F605CDE9-C655-4B4A-BF20-09CE56E96E6C}" type="sibTrans" cxnId="{0D1EBDD0-EEB3-488D-A6E7-C51E88BDAD70}">
      <dgm:prSet/>
      <dgm:spPr/>
      <dgm:t>
        <a:bodyPr/>
        <a:lstStyle/>
        <a:p>
          <a:endParaRPr lang="tr-TR"/>
        </a:p>
      </dgm:t>
    </dgm:pt>
    <dgm:pt modelId="{E0019EAB-04E8-41C2-ADE6-C372BFE746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“speaking” the bitcoin protocol</a:t>
          </a:r>
        </a:p>
      </dgm:t>
    </dgm:pt>
    <dgm:pt modelId="{E0573E66-EE97-46F9-B9CD-36F3C3DA3A9C}" type="parTrans" cxnId="{9C950466-2F91-4B88-9176-28362C88F950}">
      <dgm:prSet/>
      <dgm:spPr/>
      <dgm:t>
        <a:bodyPr/>
        <a:lstStyle/>
        <a:p>
          <a:endParaRPr lang="tr-TR"/>
        </a:p>
      </dgm:t>
    </dgm:pt>
    <dgm:pt modelId="{6170D6BC-0112-42D8-9D1D-50FBA9FB7EA4}" type="sibTrans" cxnId="{9C950466-2F91-4B88-9176-28362C88F950}">
      <dgm:prSet/>
      <dgm:spPr/>
      <dgm:t>
        <a:bodyPr/>
        <a:lstStyle/>
        <a:p>
          <a:endParaRPr lang="tr-TR"/>
        </a:p>
      </dgm:t>
    </dgm:pt>
    <dgm:pt modelId="{777CBA1C-5432-4259-9D33-D8D756D262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Types</a:t>
          </a:r>
          <a:endParaRPr lang="en-US"/>
        </a:p>
      </dgm:t>
    </dgm:pt>
    <dgm:pt modelId="{904812D4-86A1-48AC-9772-8FDE1E5C9364}" type="parTrans" cxnId="{53A6B6A6-F495-4DFC-9200-83E21DCB317C}">
      <dgm:prSet/>
      <dgm:spPr/>
      <dgm:t>
        <a:bodyPr/>
        <a:lstStyle/>
        <a:p>
          <a:endParaRPr lang="tr-TR"/>
        </a:p>
      </dgm:t>
    </dgm:pt>
    <dgm:pt modelId="{D05690DD-742F-4F90-8AF6-14A7FF2F3BDA}" type="sibTrans" cxnId="{53A6B6A6-F495-4DFC-9200-83E21DCB317C}">
      <dgm:prSet/>
      <dgm:spPr/>
      <dgm:t>
        <a:bodyPr/>
        <a:lstStyle/>
        <a:p>
          <a:endParaRPr lang="tr-TR"/>
        </a:p>
      </dgm:t>
    </dgm:pt>
    <dgm:pt modelId="{6038560B-24A9-48DE-8D2C-6872693E5D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desktop</a:t>
          </a:r>
        </a:p>
      </dgm:t>
    </dgm:pt>
    <dgm:pt modelId="{89415F10-8EA0-4862-87E0-821E7233B557}" type="parTrans" cxnId="{8CD2DACF-7EDC-409A-9DA6-BA3B2BC339D8}">
      <dgm:prSet/>
      <dgm:spPr/>
      <dgm:t>
        <a:bodyPr/>
        <a:lstStyle/>
        <a:p>
          <a:endParaRPr lang="tr-TR"/>
        </a:p>
      </dgm:t>
    </dgm:pt>
    <dgm:pt modelId="{275D9158-71AC-4D79-94B9-361418334D1E}" type="sibTrans" cxnId="{8CD2DACF-7EDC-409A-9DA6-BA3B2BC339D8}">
      <dgm:prSet/>
      <dgm:spPr/>
      <dgm:t>
        <a:bodyPr/>
        <a:lstStyle/>
        <a:p>
          <a:endParaRPr lang="tr-TR"/>
        </a:p>
      </dgm:t>
    </dgm:pt>
    <dgm:pt modelId="{291EEB01-BAA1-45A6-B35C-25C36402322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laptop</a:t>
          </a:r>
          <a:endParaRPr lang="en-US"/>
        </a:p>
      </dgm:t>
    </dgm:pt>
    <dgm:pt modelId="{CC2E5C74-2287-4AE7-83A8-51FF20B6EDAF}" type="parTrans" cxnId="{D41D8FF4-0A15-4EBE-97D8-E2271CF6B88C}">
      <dgm:prSet/>
      <dgm:spPr/>
      <dgm:t>
        <a:bodyPr/>
        <a:lstStyle/>
        <a:p>
          <a:endParaRPr lang="tr-TR"/>
        </a:p>
      </dgm:t>
    </dgm:pt>
    <dgm:pt modelId="{980AA220-D348-4373-BA8F-6F6E6EE212EA}" type="sibTrans" cxnId="{D41D8FF4-0A15-4EBE-97D8-E2271CF6B88C}">
      <dgm:prSet/>
      <dgm:spPr/>
      <dgm:t>
        <a:bodyPr/>
        <a:lstStyle/>
        <a:p>
          <a:endParaRPr lang="tr-TR"/>
        </a:p>
      </dgm:t>
    </dgm:pt>
    <dgm:pt modelId="{AF09F139-2CCE-4C4C-BFFA-B04A11F150F9}" type="pres">
      <dgm:prSet presAssocID="{6ABB2C50-0ECD-4A79-A349-5FBD145A49A9}" presName="root" presStyleCnt="0">
        <dgm:presLayoutVars>
          <dgm:dir/>
          <dgm:resizeHandles val="exact"/>
        </dgm:presLayoutVars>
      </dgm:prSet>
      <dgm:spPr/>
    </dgm:pt>
    <dgm:pt modelId="{C3E16A46-94CE-4695-A7D8-3DB2C297A234}" type="pres">
      <dgm:prSet presAssocID="{C0A555D7-06E6-44A8-B1EB-0F2D6A81B776}" presName="compNode" presStyleCnt="0"/>
      <dgm:spPr/>
    </dgm:pt>
    <dgm:pt modelId="{B5914F41-6AA4-4B81-B6B6-14508934E106}" type="pres">
      <dgm:prSet presAssocID="{C0A555D7-06E6-44A8-B1EB-0F2D6A81B77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C81B9F8-623B-4BCC-A268-54D2FC513B81}" type="pres">
      <dgm:prSet presAssocID="{C0A555D7-06E6-44A8-B1EB-0F2D6A81B776}" presName="iconSpace" presStyleCnt="0"/>
      <dgm:spPr/>
    </dgm:pt>
    <dgm:pt modelId="{2D443DD8-8DD7-41CE-B4B2-D6EF213745C8}" type="pres">
      <dgm:prSet presAssocID="{C0A555D7-06E6-44A8-B1EB-0F2D6A81B776}" presName="parTx" presStyleLbl="revTx" presStyleIdx="0" presStyleCnt="4">
        <dgm:presLayoutVars>
          <dgm:chMax val="0"/>
          <dgm:chPref val="0"/>
        </dgm:presLayoutVars>
      </dgm:prSet>
      <dgm:spPr/>
    </dgm:pt>
    <dgm:pt modelId="{D9040368-B0AE-438C-8E55-A1F49C338AAB}" type="pres">
      <dgm:prSet presAssocID="{C0A555D7-06E6-44A8-B1EB-0F2D6A81B776}" presName="txSpace" presStyleCnt="0"/>
      <dgm:spPr/>
    </dgm:pt>
    <dgm:pt modelId="{78130976-8F15-45B0-AE30-ED2CBC3D99E6}" type="pres">
      <dgm:prSet presAssocID="{C0A555D7-06E6-44A8-B1EB-0F2D6A81B776}" presName="desTx" presStyleLbl="revTx" presStyleIdx="1" presStyleCnt="4">
        <dgm:presLayoutVars/>
      </dgm:prSet>
      <dgm:spPr/>
    </dgm:pt>
    <dgm:pt modelId="{F126F595-E6C4-4885-AA77-F4EF507D838F}" type="pres">
      <dgm:prSet presAssocID="{53C819F2-07DE-4BFC-8BE9-A0CE64093328}" presName="sibTrans" presStyleCnt="0"/>
      <dgm:spPr/>
    </dgm:pt>
    <dgm:pt modelId="{DA88D850-5553-42B8-9D92-E3578BA3C601}" type="pres">
      <dgm:prSet presAssocID="{777CBA1C-5432-4259-9D33-D8D756D2621B}" presName="compNode" presStyleCnt="0"/>
      <dgm:spPr/>
    </dgm:pt>
    <dgm:pt modelId="{99B9E1F7-5ACF-4411-84EB-C7E38D153CC4}" type="pres">
      <dgm:prSet presAssocID="{777CBA1C-5432-4259-9D33-D8D756D262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8755D4F-C46E-4FAB-896B-1F64D3CEA0AC}" type="pres">
      <dgm:prSet presAssocID="{777CBA1C-5432-4259-9D33-D8D756D2621B}" presName="iconSpace" presStyleCnt="0"/>
      <dgm:spPr/>
    </dgm:pt>
    <dgm:pt modelId="{0FBDCDF0-E9F2-4F6C-B243-D34CE6E72EF9}" type="pres">
      <dgm:prSet presAssocID="{777CBA1C-5432-4259-9D33-D8D756D2621B}" presName="parTx" presStyleLbl="revTx" presStyleIdx="2" presStyleCnt="4">
        <dgm:presLayoutVars>
          <dgm:chMax val="0"/>
          <dgm:chPref val="0"/>
        </dgm:presLayoutVars>
      </dgm:prSet>
      <dgm:spPr/>
    </dgm:pt>
    <dgm:pt modelId="{2AA39A85-DA41-4A82-958C-BD9DC06B3646}" type="pres">
      <dgm:prSet presAssocID="{777CBA1C-5432-4259-9D33-D8D756D2621B}" presName="txSpace" presStyleCnt="0"/>
      <dgm:spPr/>
    </dgm:pt>
    <dgm:pt modelId="{AC4B0FF6-8B67-4E45-B58E-B5B12D5523F6}" type="pres">
      <dgm:prSet presAssocID="{777CBA1C-5432-4259-9D33-D8D756D2621B}" presName="desTx" presStyleLbl="revTx" presStyleIdx="3" presStyleCnt="4">
        <dgm:presLayoutVars/>
      </dgm:prSet>
      <dgm:spPr/>
    </dgm:pt>
  </dgm:ptLst>
  <dgm:cxnLst>
    <dgm:cxn modelId="{0CBDDF17-513C-40AA-B8A4-C428EE36F25D}" srcId="{6ABB2C50-0ECD-4A79-A349-5FBD145A49A9}" destId="{C0A555D7-06E6-44A8-B1EB-0F2D6A81B776}" srcOrd="0" destOrd="0" parTransId="{42AD0DDC-AD1F-480B-85D8-F1693D178B8E}" sibTransId="{53C819F2-07DE-4BFC-8BE9-A0CE64093328}"/>
    <dgm:cxn modelId="{9C950466-2F91-4B88-9176-28362C88F950}" srcId="{C0A555D7-06E6-44A8-B1EB-0F2D6A81B776}" destId="{E0019EAB-04E8-41C2-ADE6-C372BFE74683}" srcOrd="1" destOrd="0" parTransId="{E0573E66-EE97-46F9-B9CD-36F3C3DA3A9C}" sibTransId="{6170D6BC-0112-42D8-9D1D-50FBA9FB7EA4}"/>
    <dgm:cxn modelId="{CAB54850-5786-4094-8ABD-4375DE7273C6}" type="presOf" srcId="{6ABB2C50-0ECD-4A79-A349-5FBD145A49A9}" destId="{AF09F139-2CCE-4C4C-BFFA-B04A11F150F9}" srcOrd="0" destOrd="0" presId="urn:microsoft.com/office/officeart/2018/5/layout/CenteredIconLabelDescriptionList"/>
    <dgm:cxn modelId="{DFD7B077-9753-4037-95A8-53E9DBFC188E}" type="presOf" srcId="{ED8D29CB-3028-4A28-ABCB-8DED73220A07}" destId="{AC4B0FF6-8B67-4E45-B58E-B5B12D5523F6}" srcOrd="0" destOrd="0" presId="urn:microsoft.com/office/officeart/2018/5/layout/CenteredIconLabelDescriptionList"/>
    <dgm:cxn modelId="{5FEB4958-312D-4F05-8EF2-2C8EBE07F872}" type="presOf" srcId="{291EEB01-BAA1-45A6-B35C-25C36402322D}" destId="{AC4B0FF6-8B67-4E45-B58E-B5B12D5523F6}" srcOrd="0" destOrd="2" presId="urn:microsoft.com/office/officeart/2018/5/layout/CenteredIconLabelDescriptionList"/>
    <dgm:cxn modelId="{AD735785-8522-4971-90F6-D85F48BF6D1A}" type="presOf" srcId="{777CBA1C-5432-4259-9D33-D8D756D2621B}" destId="{0FBDCDF0-E9F2-4F6C-B243-D34CE6E72EF9}" srcOrd="0" destOrd="0" presId="urn:microsoft.com/office/officeart/2018/5/layout/CenteredIconLabelDescriptionList"/>
    <dgm:cxn modelId="{0C5FB39A-2909-4775-92EB-53B16BC32994}" type="presOf" srcId="{6038560B-24A9-48DE-8D2C-6872693E5D03}" destId="{AC4B0FF6-8B67-4E45-B58E-B5B12D5523F6}" srcOrd="0" destOrd="1" presId="urn:microsoft.com/office/officeart/2018/5/layout/CenteredIconLabelDescriptionList"/>
    <dgm:cxn modelId="{53A6B6A6-F495-4DFC-9200-83E21DCB317C}" srcId="{6ABB2C50-0ECD-4A79-A349-5FBD145A49A9}" destId="{777CBA1C-5432-4259-9D33-D8D756D2621B}" srcOrd="1" destOrd="0" parTransId="{904812D4-86A1-48AC-9772-8FDE1E5C9364}" sibTransId="{D05690DD-742F-4F90-8AF6-14A7FF2F3BDA}"/>
    <dgm:cxn modelId="{64B2FFB7-7330-4564-BD3D-CB060E995BA8}" srcId="{C0A555D7-06E6-44A8-B1EB-0F2D6A81B776}" destId="{453F2AC8-F5BA-48DB-9310-65A53B16E865}" srcOrd="0" destOrd="0" parTransId="{F6BEEC42-FCC0-41F9-A15E-20A91E3A7D8A}" sibTransId="{82D2BAAA-BF57-4425-BBDF-61C8DC82D017}"/>
    <dgm:cxn modelId="{A03EBEBD-E5D6-42EE-9C32-3FF8A95CC6C6}" type="presOf" srcId="{453F2AC8-F5BA-48DB-9310-65A53B16E865}" destId="{78130976-8F15-45B0-AE30-ED2CBC3D99E6}" srcOrd="0" destOrd="0" presId="urn:microsoft.com/office/officeart/2018/5/layout/CenteredIconLabelDescriptionList"/>
    <dgm:cxn modelId="{986AD3C4-23FF-4938-8138-82A5E23BCD5C}" type="presOf" srcId="{C0A555D7-06E6-44A8-B1EB-0F2D6A81B776}" destId="{2D443DD8-8DD7-41CE-B4B2-D6EF213745C8}" srcOrd="0" destOrd="0" presId="urn:microsoft.com/office/officeart/2018/5/layout/CenteredIconLabelDescriptionList"/>
    <dgm:cxn modelId="{8CD2DACF-7EDC-409A-9DA6-BA3B2BC339D8}" srcId="{777CBA1C-5432-4259-9D33-D8D756D2621B}" destId="{6038560B-24A9-48DE-8D2C-6872693E5D03}" srcOrd="1" destOrd="0" parTransId="{89415F10-8EA0-4862-87E0-821E7233B557}" sibTransId="{275D9158-71AC-4D79-94B9-361418334D1E}"/>
    <dgm:cxn modelId="{0D1EBDD0-EEB3-488D-A6E7-C51E88BDAD70}" srcId="{777CBA1C-5432-4259-9D33-D8D756D2621B}" destId="{ED8D29CB-3028-4A28-ABCB-8DED73220A07}" srcOrd="0" destOrd="0" parTransId="{3470441D-F621-4E36-90FE-BFDDF9A4ED24}" sibTransId="{F605CDE9-C655-4B4A-BF20-09CE56E96E6C}"/>
    <dgm:cxn modelId="{D41D8FF4-0A15-4EBE-97D8-E2271CF6B88C}" srcId="{777CBA1C-5432-4259-9D33-D8D756D2621B}" destId="{291EEB01-BAA1-45A6-B35C-25C36402322D}" srcOrd="2" destOrd="0" parTransId="{CC2E5C74-2287-4AE7-83A8-51FF20B6EDAF}" sibTransId="{980AA220-D348-4373-BA8F-6F6E6EE212EA}"/>
    <dgm:cxn modelId="{B4EEE0F8-C463-448B-9346-E974CC9326BF}" type="presOf" srcId="{E0019EAB-04E8-41C2-ADE6-C372BFE74683}" destId="{78130976-8F15-45B0-AE30-ED2CBC3D99E6}" srcOrd="0" destOrd="1" presId="urn:microsoft.com/office/officeart/2018/5/layout/CenteredIconLabelDescriptionList"/>
    <dgm:cxn modelId="{F2017478-9B2A-4872-A421-E07CE650A473}" type="presParOf" srcId="{AF09F139-2CCE-4C4C-BFFA-B04A11F150F9}" destId="{C3E16A46-94CE-4695-A7D8-3DB2C297A234}" srcOrd="0" destOrd="0" presId="urn:microsoft.com/office/officeart/2018/5/layout/CenteredIconLabelDescriptionList"/>
    <dgm:cxn modelId="{EC67457E-DAD4-404C-86BF-DE8E01CCAACD}" type="presParOf" srcId="{C3E16A46-94CE-4695-A7D8-3DB2C297A234}" destId="{B5914F41-6AA4-4B81-B6B6-14508934E106}" srcOrd="0" destOrd="0" presId="urn:microsoft.com/office/officeart/2018/5/layout/CenteredIconLabelDescriptionList"/>
    <dgm:cxn modelId="{328B9983-205F-40AF-A932-4FCCA4709E54}" type="presParOf" srcId="{C3E16A46-94CE-4695-A7D8-3DB2C297A234}" destId="{CC81B9F8-623B-4BCC-A268-54D2FC513B81}" srcOrd="1" destOrd="0" presId="urn:microsoft.com/office/officeart/2018/5/layout/CenteredIconLabelDescriptionList"/>
    <dgm:cxn modelId="{661DFB10-8431-4E15-B5CC-CC264AFF8FDF}" type="presParOf" srcId="{C3E16A46-94CE-4695-A7D8-3DB2C297A234}" destId="{2D443DD8-8DD7-41CE-B4B2-D6EF213745C8}" srcOrd="2" destOrd="0" presId="urn:microsoft.com/office/officeart/2018/5/layout/CenteredIconLabelDescriptionList"/>
    <dgm:cxn modelId="{8DD0EB39-B18E-4F2A-8768-8ADD790C507A}" type="presParOf" srcId="{C3E16A46-94CE-4695-A7D8-3DB2C297A234}" destId="{D9040368-B0AE-438C-8E55-A1F49C338AAB}" srcOrd="3" destOrd="0" presId="urn:microsoft.com/office/officeart/2018/5/layout/CenteredIconLabelDescriptionList"/>
    <dgm:cxn modelId="{6DA1B372-7828-46AE-A759-53D1C060AF32}" type="presParOf" srcId="{C3E16A46-94CE-4695-A7D8-3DB2C297A234}" destId="{78130976-8F15-45B0-AE30-ED2CBC3D99E6}" srcOrd="4" destOrd="0" presId="urn:microsoft.com/office/officeart/2018/5/layout/CenteredIconLabelDescriptionList"/>
    <dgm:cxn modelId="{494A555D-067C-45F6-9728-3173CD2681EF}" type="presParOf" srcId="{AF09F139-2CCE-4C4C-BFFA-B04A11F150F9}" destId="{F126F595-E6C4-4885-AA77-F4EF507D838F}" srcOrd="1" destOrd="0" presId="urn:microsoft.com/office/officeart/2018/5/layout/CenteredIconLabelDescriptionList"/>
    <dgm:cxn modelId="{B4933DE6-F9AA-493C-9822-52C186D2C4E3}" type="presParOf" srcId="{AF09F139-2CCE-4C4C-BFFA-B04A11F150F9}" destId="{DA88D850-5553-42B8-9D92-E3578BA3C601}" srcOrd="2" destOrd="0" presId="urn:microsoft.com/office/officeart/2018/5/layout/CenteredIconLabelDescriptionList"/>
    <dgm:cxn modelId="{5F55A7EC-B998-47B8-9ACC-83FF7A0DEDD5}" type="presParOf" srcId="{DA88D850-5553-42B8-9D92-E3578BA3C601}" destId="{99B9E1F7-5ACF-4411-84EB-C7E38D153CC4}" srcOrd="0" destOrd="0" presId="urn:microsoft.com/office/officeart/2018/5/layout/CenteredIconLabelDescriptionList"/>
    <dgm:cxn modelId="{B68554B9-8F5E-4D56-8850-6248EB79379D}" type="presParOf" srcId="{DA88D850-5553-42B8-9D92-E3578BA3C601}" destId="{28755D4F-C46E-4FAB-896B-1F64D3CEA0AC}" srcOrd="1" destOrd="0" presId="urn:microsoft.com/office/officeart/2018/5/layout/CenteredIconLabelDescriptionList"/>
    <dgm:cxn modelId="{015FC769-9435-499B-B825-DE7FE2F2CE5C}" type="presParOf" srcId="{DA88D850-5553-42B8-9D92-E3578BA3C601}" destId="{0FBDCDF0-E9F2-4F6C-B243-D34CE6E72EF9}" srcOrd="2" destOrd="0" presId="urn:microsoft.com/office/officeart/2018/5/layout/CenteredIconLabelDescriptionList"/>
    <dgm:cxn modelId="{BFDC3312-BC54-46B0-9B5D-9E9B579981F7}" type="presParOf" srcId="{DA88D850-5553-42B8-9D92-E3578BA3C601}" destId="{2AA39A85-DA41-4A82-958C-BD9DC06B3646}" srcOrd="3" destOrd="0" presId="urn:microsoft.com/office/officeart/2018/5/layout/CenteredIconLabelDescriptionList"/>
    <dgm:cxn modelId="{F21CD95A-9AC5-44B3-9D48-BA9995E6EF11}" type="presParOf" srcId="{DA88D850-5553-42B8-9D92-E3578BA3C601}" destId="{AC4B0FF6-8B67-4E45-B58E-B5B12D5523F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ABB2C50-0ECD-4A79-A349-5FBD145A49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F458E2C-B54D-4DB2-8095-0E7BCF1952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does not</a:t>
          </a:r>
          <a:r>
            <a:rPr lang="tr-TR"/>
            <a:t> </a:t>
          </a:r>
          <a:r>
            <a:rPr lang="en-US"/>
            <a:t>matter how or where it is transmitted </a:t>
          </a:r>
        </a:p>
      </dgm:t>
    </dgm:pt>
    <dgm:pt modelId="{484A4B38-D3D7-4275-A7D7-3379933E4478}" type="parTrans" cxnId="{C226263C-741E-4ADA-84D6-3407D331FEB7}">
      <dgm:prSet/>
      <dgm:spPr/>
      <dgm:t>
        <a:bodyPr/>
        <a:lstStyle/>
        <a:p>
          <a:endParaRPr lang="en-US"/>
        </a:p>
      </dgm:t>
    </dgm:pt>
    <dgm:pt modelId="{F8F62FC7-A6B8-4F84-B718-B46D402B0FCD}" type="sibTrans" cxnId="{C226263C-741E-4ADA-84D6-3407D331FEB7}">
      <dgm:prSet/>
      <dgm:spPr/>
      <dgm:t>
        <a:bodyPr/>
        <a:lstStyle/>
        <a:p>
          <a:endParaRPr lang="en-US"/>
        </a:p>
      </dgm:t>
    </dgm:pt>
    <dgm:pt modelId="{97DEEA8C-28DB-414A-B2E3-B44ED18D2A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bitcoin network is a</a:t>
          </a:r>
          <a:r>
            <a:rPr lang="tr-TR"/>
            <a:t> </a:t>
          </a:r>
          <a:r>
            <a:rPr lang="en-US"/>
            <a:t>peer-to-peer network </a:t>
          </a:r>
        </a:p>
      </dgm:t>
    </dgm:pt>
    <dgm:pt modelId="{ABDC2F6B-986F-4E4D-B926-587E3AFF7A52}" type="parTrans" cxnId="{23436F8B-251A-48C3-941C-CEE329F28B5B}">
      <dgm:prSet/>
      <dgm:spPr/>
      <dgm:t>
        <a:bodyPr/>
        <a:lstStyle/>
        <a:p>
          <a:endParaRPr lang="en-US"/>
        </a:p>
      </dgm:t>
    </dgm:pt>
    <dgm:pt modelId="{080ABE25-7C64-4E14-9B20-D5445280DC20}" type="sibTrans" cxnId="{23436F8B-251A-48C3-941C-CEE329F28B5B}">
      <dgm:prSet/>
      <dgm:spPr/>
      <dgm:t>
        <a:bodyPr/>
        <a:lstStyle/>
        <a:p>
          <a:endParaRPr lang="en-US"/>
        </a:p>
      </dgm:t>
    </dgm:pt>
    <dgm:pt modelId="{1F06A9AE-3145-43E9-9FD8-FD5BFA2252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bitcoin client participat</a:t>
          </a:r>
          <a:r>
            <a:rPr lang="tr-TR"/>
            <a:t>es</a:t>
          </a:r>
          <a:endParaRPr lang="en-US"/>
        </a:p>
      </dgm:t>
    </dgm:pt>
    <dgm:pt modelId="{7302775F-92CE-45FF-B281-102E2F26A6E5}" type="parTrans" cxnId="{BD6D27AD-047A-4ED9-B7CC-D59B4994BF36}">
      <dgm:prSet/>
      <dgm:spPr/>
      <dgm:t>
        <a:bodyPr/>
        <a:lstStyle/>
        <a:p>
          <a:endParaRPr lang="en-US"/>
        </a:p>
      </dgm:t>
    </dgm:pt>
    <dgm:pt modelId="{A4B18D38-EC77-4320-B9F7-3C51790BCAA0}" type="sibTrans" cxnId="{BD6D27AD-047A-4ED9-B7CC-D59B4994BF36}">
      <dgm:prSet/>
      <dgm:spPr/>
      <dgm:t>
        <a:bodyPr/>
        <a:lstStyle/>
        <a:p>
          <a:endParaRPr lang="en-US"/>
        </a:p>
      </dgm:t>
    </dgm:pt>
    <dgm:pt modelId="{B137EAE3-1C47-4426-80C8-ED8204674BC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Transmitting the transaction</a:t>
          </a:r>
          <a:endParaRPr lang="en-US"/>
        </a:p>
      </dgm:t>
    </dgm:pt>
    <dgm:pt modelId="{B0CD1208-710E-4FD6-9DD0-FA0771519D56}" type="parTrans" cxnId="{9DA25F4D-AB31-4AF1-827D-88F98C4FC76B}">
      <dgm:prSet/>
      <dgm:spPr/>
      <dgm:t>
        <a:bodyPr/>
        <a:lstStyle/>
        <a:p>
          <a:endParaRPr lang="tr-TR"/>
        </a:p>
      </dgm:t>
    </dgm:pt>
    <dgm:pt modelId="{B881E321-0435-4A67-B948-04235A114B6D}" type="sibTrans" cxnId="{9DA25F4D-AB31-4AF1-827D-88F98C4FC76B}">
      <dgm:prSet/>
      <dgm:spPr/>
      <dgm:t>
        <a:bodyPr/>
        <a:lstStyle/>
        <a:p>
          <a:endParaRPr lang="tr-TR"/>
        </a:p>
      </dgm:t>
    </dgm:pt>
    <dgm:pt modelId="{EB5F8813-D659-4560-A762-E92E921543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Peers</a:t>
          </a:r>
          <a:endParaRPr lang="en-US"/>
        </a:p>
      </dgm:t>
    </dgm:pt>
    <dgm:pt modelId="{ED58EC67-9CDA-4FB0-A88B-72F1823E63B9}" type="parTrans" cxnId="{D4F997E4-FBB5-4D59-B05B-A1DBF4D7E5CD}">
      <dgm:prSet/>
      <dgm:spPr/>
    </dgm:pt>
    <dgm:pt modelId="{7D15FE1F-CB4E-4209-86BC-DD6BBEFD59C8}" type="sibTrans" cxnId="{D4F997E4-FBB5-4D59-B05B-A1DBF4D7E5CD}">
      <dgm:prSet/>
      <dgm:spPr/>
      <dgm:t>
        <a:bodyPr/>
        <a:lstStyle/>
        <a:p>
          <a:endParaRPr lang="en-US"/>
        </a:p>
      </dgm:t>
    </dgm:pt>
    <dgm:pt modelId="{738A968A-8713-4DBE-8698-FA599B8CDD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Number of connections</a:t>
          </a:r>
          <a:endParaRPr lang="en-US"/>
        </a:p>
      </dgm:t>
    </dgm:pt>
    <dgm:pt modelId="{1D8860D0-A10A-4962-AE5A-27DA2C06C8E9}" type="parTrans" cxnId="{CADA08AF-9231-46BC-93C4-ECF85098FEA6}">
      <dgm:prSet/>
      <dgm:spPr/>
    </dgm:pt>
    <dgm:pt modelId="{8EC39306-1265-4A9C-B19A-B6D4E21572E5}" type="sibTrans" cxnId="{CADA08AF-9231-46BC-93C4-ECF85098FEA6}">
      <dgm:prSet/>
      <dgm:spPr/>
      <dgm:t>
        <a:bodyPr/>
        <a:lstStyle/>
        <a:p>
          <a:endParaRPr lang="en-US"/>
        </a:p>
      </dgm:t>
    </dgm:pt>
    <dgm:pt modelId="{D7669AE5-2DBC-4066-B66E-721E907AD4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connecting to several</a:t>
          </a:r>
          <a:r>
            <a:rPr lang="tr-TR"/>
            <a:t> </a:t>
          </a:r>
          <a:r>
            <a:rPr lang="en-US"/>
            <a:t>other bitcoin clients</a:t>
          </a:r>
        </a:p>
      </dgm:t>
    </dgm:pt>
    <dgm:pt modelId="{FD4EAD56-1993-4930-9E4C-57CCAA59936E}" type="parTrans" cxnId="{C477FA24-1DAB-417E-8CB7-998489D01081}">
      <dgm:prSet/>
      <dgm:spPr/>
    </dgm:pt>
    <dgm:pt modelId="{5D95ED94-E184-4443-9FCC-E077C85860B1}" type="sibTrans" cxnId="{C477FA24-1DAB-417E-8CB7-998489D01081}">
      <dgm:prSet/>
      <dgm:spPr/>
      <dgm:t>
        <a:bodyPr/>
        <a:lstStyle/>
        <a:p>
          <a:endParaRPr lang="en-US"/>
        </a:p>
      </dgm:t>
    </dgm:pt>
    <dgm:pt modelId="{5BFC872E-5AB4-4777-AAE3-DE3A872C6A6C}" type="pres">
      <dgm:prSet presAssocID="{6ABB2C50-0ECD-4A79-A349-5FBD145A49A9}" presName="root" presStyleCnt="0">
        <dgm:presLayoutVars>
          <dgm:dir/>
          <dgm:resizeHandles val="exact"/>
        </dgm:presLayoutVars>
      </dgm:prSet>
      <dgm:spPr/>
    </dgm:pt>
    <dgm:pt modelId="{87EFD7C9-2496-4558-981E-C76EC387DD24}" type="pres">
      <dgm:prSet presAssocID="{B137EAE3-1C47-4426-80C8-ED8204674BC3}" presName="compNode" presStyleCnt="0"/>
      <dgm:spPr/>
    </dgm:pt>
    <dgm:pt modelId="{DF05AD8B-7F10-440D-A512-D40518071C9E}" type="pres">
      <dgm:prSet presAssocID="{B137EAE3-1C47-4426-80C8-ED8204674BC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9564A6EA-147E-45F0-AAD2-CA7F1991C325}" type="pres">
      <dgm:prSet presAssocID="{B137EAE3-1C47-4426-80C8-ED8204674BC3}" presName="iconSpace" presStyleCnt="0"/>
      <dgm:spPr/>
    </dgm:pt>
    <dgm:pt modelId="{AE421F08-513A-4398-AAE8-0FB877BC01F2}" type="pres">
      <dgm:prSet presAssocID="{B137EAE3-1C47-4426-80C8-ED8204674BC3}" presName="parTx" presStyleLbl="revTx" presStyleIdx="0" presStyleCnt="6">
        <dgm:presLayoutVars>
          <dgm:chMax val="0"/>
          <dgm:chPref val="0"/>
        </dgm:presLayoutVars>
      </dgm:prSet>
      <dgm:spPr/>
    </dgm:pt>
    <dgm:pt modelId="{040E939C-53E9-404F-B031-9CC089F6BE7A}" type="pres">
      <dgm:prSet presAssocID="{B137EAE3-1C47-4426-80C8-ED8204674BC3}" presName="txSpace" presStyleCnt="0"/>
      <dgm:spPr/>
    </dgm:pt>
    <dgm:pt modelId="{0D84A228-53C7-40DA-8E73-D578CF948FD5}" type="pres">
      <dgm:prSet presAssocID="{B137EAE3-1C47-4426-80C8-ED8204674BC3}" presName="desTx" presStyleLbl="revTx" presStyleIdx="1" presStyleCnt="6">
        <dgm:presLayoutVars/>
      </dgm:prSet>
      <dgm:spPr/>
    </dgm:pt>
    <dgm:pt modelId="{3674D835-803B-4E5A-8455-BE69625ADA89}" type="pres">
      <dgm:prSet presAssocID="{B881E321-0435-4A67-B948-04235A114B6D}" presName="sibTrans" presStyleCnt="0"/>
      <dgm:spPr/>
    </dgm:pt>
    <dgm:pt modelId="{E6BB6581-26BB-4451-892D-34F5A612DEDD}" type="pres">
      <dgm:prSet presAssocID="{EB5F8813-D659-4560-A762-E92E9215438D}" presName="compNode" presStyleCnt="0"/>
      <dgm:spPr/>
    </dgm:pt>
    <dgm:pt modelId="{12CA6458-67BD-4F8F-AE1A-B1C9D91F88F3}" type="pres">
      <dgm:prSet presAssocID="{EB5F8813-D659-4560-A762-E92E921543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6BA25F21-3E76-4FEE-8FBC-0052C3B689E1}" type="pres">
      <dgm:prSet presAssocID="{EB5F8813-D659-4560-A762-E92E9215438D}" presName="iconSpace" presStyleCnt="0"/>
      <dgm:spPr/>
    </dgm:pt>
    <dgm:pt modelId="{6AB59D1F-9587-4F69-84CE-1E6AD3DADC76}" type="pres">
      <dgm:prSet presAssocID="{EB5F8813-D659-4560-A762-E92E9215438D}" presName="parTx" presStyleLbl="revTx" presStyleIdx="2" presStyleCnt="6">
        <dgm:presLayoutVars>
          <dgm:chMax val="0"/>
          <dgm:chPref val="0"/>
        </dgm:presLayoutVars>
      </dgm:prSet>
      <dgm:spPr/>
    </dgm:pt>
    <dgm:pt modelId="{AAE26FA3-802D-47FE-A6A4-34AF6532C6DE}" type="pres">
      <dgm:prSet presAssocID="{EB5F8813-D659-4560-A762-E92E9215438D}" presName="txSpace" presStyleCnt="0"/>
      <dgm:spPr/>
    </dgm:pt>
    <dgm:pt modelId="{84C5FFEA-D2D6-4E4E-90D6-F601B046D34B}" type="pres">
      <dgm:prSet presAssocID="{EB5F8813-D659-4560-A762-E92E9215438D}" presName="desTx" presStyleLbl="revTx" presStyleIdx="3" presStyleCnt="6">
        <dgm:presLayoutVars/>
      </dgm:prSet>
      <dgm:spPr/>
    </dgm:pt>
    <dgm:pt modelId="{61E48E81-C42D-4F2E-9244-CA0CCB744767}" type="pres">
      <dgm:prSet presAssocID="{7D15FE1F-CB4E-4209-86BC-DD6BBEFD59C8}" presName="sibTrans" presStyleCnt="0"/>
      <dgm:spPr/>
    </dgm:pt>
    <dgm:pt modelId="{E8C4C0C7-3FCD-406E-B735-F6F5EC33D8F1}" type="pres">
      <dgm:prSet presAssocID="{738A968A-8713-4DBE-8698-FA599B8CDDBB}" presName="compNode" presStyleCnt="0"/>
      <dgm:spPr/>
    </dgm:pt>
    <dgm:pt modelId="{87368DA7-5D89-4D0C-88AD-3C46376FD359}" type="pres">
      <dgm:prSet presAssocID="{738A968A-8713-4DBE-8698-FA599B8CDDB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CA67D00A-BB9D-43AD-A876-4C9CA88C11B7}" type="pres">
      <dgm:prSet presAssocID="{738A968A-8713-4DBE-8698-FA599B8CDDBB}" presName="iconSpace" presStyleCnt="0"/>
      <dgm:spPr/>
    </dgm:pt>
    <dgm:pt modelId="{0BFAEBD9-D3DC-4710-8F14-EC3BF58A3440}" type="pres">
      <dgm:prSet presAssocID="{738A968A-8713-4DBE-8698-FA599B8CDDBB}" presName="parTx" presStyleLbl="revTx" presStyleIdx="4" presStyleCnt="6">
        <dgm:presLayoutVars>
          <dgm:chMax val="0"/>
          <dgm:chPref val="0"/>
        </dgm:presLayoutVars>
      </dgm:prSet>
      <dgm:spPr/>
    </dgm:pt>
    <dgm:pt modelId="{CBB195A6-2CEF-443F-99DA-A4745BCA80D5}" type="pres">
      <dgm:prSet presAssocID="{738A968A-8713-4DBE-8698-FA599B8CDDBB}" presName="txSpace" presStyleCnt="0"/>
      <dgm:spPr/>
    </dgm:pt>
    <dgm:pt modelId="{4CA91F41-4291-4385-A3C2-4C75F2AE25A4}" type="pres">
      <dgm:prSet presAssocID="{738A968A-8713-4DBE-8698-FA599B8CDDBB}" presName="desTx" presStyleLbl="revTx" presStyleIdx="5" presStyleCnt="6">
        <dgm:presLayoutVars/>
      </dgm:prSet>
      <dgm:spPr/>
    </dgm:pt>
  </dgm:ptLst>
  <dgm:cxnLst>
    <dgm:cxn modelId="{C477FA24-1DAB-417E-8CB7-998489D01081}" srcId="{738A968A-8713-4DBE-8698-FA599B8CDDBB}" destId="{D7669AE5-2DBC-4066-B66E-721E907AD47F}" srcOrd="1" destOrd="0" parTransId="{FD4EAD56-1993-4930-9E4C-57CCAA59936E}" sibTransId="{5D95ED94-E184-4443-9FCC-E077C85860B1}"/>
    <dgm:cxn modelId="{C226263C-741E-4ADA-84D6-3407D331FEB7}" srcId="{B137EAE3-1C47-4426-80C8-ED8204674BC3}" destId="{9F458E2C-B54D-4DB2-8095-0E7BCF195216}" srcOrd="0" destOrd="0" parTransId="{484A4B38-D3D7-4275-A7D7-3379933E4478}" sibTransId="{F8F62FC7-A6B8-4F84-B718-B46D402B0FCD}"/>
    <dgm:cxn modelId="{6A1B085C-97B1-4AD3-8012-05D67B0E44EE}" type="presOf" srcId="{D7669AE5-2DBC-4066-B66E-721E907AD47F}" destId="{4CA91F41-4291-4385-A3C2-4C75F2AE25A4}" srcOrd="0" destOrd="1" presId="urn:microsoft.com/office/officeart/2018/5/layout/CenteredIconLabelDescriptionList"/>
    <dgm:cxn modelId="{80B58245-2685-4DDA-BDA7-CD73A0256C5B}" type="presOf" srcId="{1F06A9AE-3145-43E9-9FD8-FD5BFA2252C4}" destId="{4CA91F41-4291-4385-A3C2-4C75F2AE25A4}" srcOrd="0" destOrd="0" presId="urn:microsoft.com/office/officeart/2018/5/layout/CenteredIconLabelDescriptionList"/>
    <dgm:cxn modelId="{9DA25F4D-AB31-4AF1-827D-88F98C4FC76B}" srcId="{6ABB2C50-0ECD-4A79-A349-5FBD145A49A9}" destId="{B137EAE3-1C47-4426-80C8-ED8204674BC3}" srcOrd="0" destOrd="0" parTransId="{B0CD1208-710E-4FD6-9DD0-FA0771519D56}" sibTransId="{B881E321-0435-4A67-B948-04235A114B6D}"/>
    <dgm:cxn modelId="{23436F8B-251A-48C3-941C-CEE329F28B5B}" srcId="{EB5F8813-D659-4560-A762-E92E9215438D}" destId="{97DEEA8C-28DB-414A-B2E3-B44ED18D2AB8}" srcOrd="0" destOrd="0" parTransId="{ABDC2F6B-986F-4E4D-B926-587E3AFF7A52}" sibTransId="{080ABE25-7C64-4E14-9B20-D5445280DC20}"/>
    <dgm:cxn modelId="{BD6D27AD-047A-4ED9-B7CC-D59B4994BF36}" srcId="{738A968A-8713-4DBE-8698-FA599B8CDDBB}" destId="{1F06A9AE-3145-43E9-9FD8-FD5BFA2252C4}" srcOrd="0" destOrd="0" parTransId="{7302775F-92CE-45FF-B281-102E2F26A6E5}" sibTransId="{A4B18D38-EC77-4320-B9F7-3C51790BCAA0}"/>
    <dgm:cxn modelId="{CADA08AF-9231-46BC-93C4-ECF85098FEA6}" srcId="{6ABB2C50-0ECD-4A79-A349-5FBD145A49A9}" destId="{738A968A-8713-4DBE-8698-FA599B8CDDBB}" srcOrd="2" destOrd="0" parTransId="{1D8860D0-A10A-4962-AE5A-27DA2C06C8E9}" sibTransId="{8EC39306-1265-4A9C-B19A-B6D4E21572E5}"/>
    <dgm:cxn modelId="{3E4544B7-977D-4515-8495-8CAF414423D7}" type="presOf" srcId="{EB5F8813-D659-4560-A762-E92E9215438D}" destId="{6AB59D1F-9587-4F69-84CE-1E6AD3DADC76}" srcOrd="0" destOrd="0" presId="urn:microsoft.com/office/officeart/2018/5/layout/CenteredIconLabelDescriptionList"/>
    <dgm:cxn modelId="{8DADF5BE-DBF1-4ADB-9FD2-247B8432A1B7}" type="presOf" srcId="{9F458E2C-B54D-4DB2-8095-0E7BCF195216}" destId="{0D84A228-53C7-40DA-8E73-D578CF948FD5}" srcOrd="0" destOrd="0" presId="urn:microsoft.com/office/officeart/2018/5/layout/CenteredIconLabelDescriptionList"/>
    <dgm:cxn modelId="{8BE1D0CD-522A-4CE0-89EE-8F5D15917362}" type="presOf" srcId="{738A968A-8713-4DBE-8698-FA599B8CDDBB}" destId="{0BFAEBD9-D3DC-4710-8F14-EC3BF58A3440}" srcOrd="0" destOrd="0" presId="urn:microsoft.com/office/officeart/2018/5/layout/CenteredIconLabelDescriptionList"/>
    <dgm:cxn modelId="{4BD0A0D6-551C-4C23-80C7-5F354DC1CF9A}" type="presOf" srcId="{6ABB2C50-0ECD-4A79-A349-5FBD145A49A9}" destId="{5BFC872E-5AB4-4777-AAE3-DE3A872C6A6C}" srcOrd="0" destOrd="0" presId="urn:microsoft.com/office/officeart/2018/5/layout/CenteredIconLabelDescriptionList"/>
    <dgm:cxn modelId="{D4F997E4-FBB5-4D59-B05B-A1DBF4D7E5CD}" srcId="{6ABB2C50-0ECD-4A79-A349-5FBD145A49A9}" destId="{EB5F8813-D659-4560-A762-E92E9215438D}" srcOrd="1" destOrd="0" parTransId="{ED58EC67-9CDA-4FB0-A88B-72F1823E63B9}" sibTransId="{7D15FE1F-CB4E-4209-86BC-DD6BBEFD59C8}"/>
    <dgm:cxn modelId="{02F443EE-96C2-4CCD-9611-8707712C308B}" type="presOf" srcId="{B137EAE3-1C47-4426-80C8-ED8204674BC3}" destId="{AE421F08-513A-4398-AAE8-0FB877BC01F2}" srcOrd="0" destOrd="0" presId="urn:microsoft.com/office/officeart/2018/5/layout/CenteredIconLabelDescriptionList"/>
    <dgm:cxn modelId="{0BA41EF1-51A5-488B-BEAD-18BBAADB5707}" type="presOf" srcId="{97DEEA8C-28DB-414A-B2E3-B44ED18D2AB8}" destId="{84C5FFEA-D2D6-4E4E-90D6-F601B046D34B}" srcOrd="0" destOrd="0" presId="urn:microsoft.com/office/officeart/2018/5/layout/CenteredIconLabelDescriptionList"/>
    <dgm:cxn modelId="{5753D75E-C85A-4F1C-BC07-3CBBE1B354B6}" type="presParOf" srcId="{5BFC872E-5AB4-4777-AAE3-DE3A872C6A6C}" destId="{87EFD7C9-2496-4558-981E-C76EC387DD24}" srcOrd="0" destOrd="0" presId="urn:microsoft.com/office/officeart/2018/5/layout/CenteredIconLabelDescriptionList"/>
    <dgm:cxn modelId="{94E54C26-D750-4308-AA1E-033848D486BD}" type="presParOf" srcId="{87EFD7C9-2496-4558-981E-C76EC387DD24}" destId="{DF05AD8B-7F10-440D-A512-D40518071C9E}" srcOrd="0" destOrd="0" presId="urn:microsoft.com/office/officeart/2018/5/layout/CenteredIconLabelDescriptionList"/>
    <dgm:cxn modelId="{2C9F912A-4369-4F86-9CD4-2004D63DB00A}" type="presParOf" srcId="{87EFD7C9-2496-4558-981E-C76EC387DD24}" destId="{9564A6EA-147E-45F0-AAD2-CA7F1991C325}" srcOrd="1" destOrd="0" presId="urn:microsoft.com/office/officeart/2018/5/layout/CenteredIconLabelDescriptionList"/>
    <dgm:cxn modelId="{644E74CC-46D2-4986-8156-3FC5B4E5AB29}" type="presParOf" srcId="{87EFD7C9-2496-4558-981E-C76EC387DD24}" destId="{AE421F08-513A-4398-AAE8-0FB877BC01F2}" srcOrd="2" destOrd="0" presId="urn:microsoft.com/office/officeart/2018/5/layout/CenteredIconLabelDescriptionList"/>
    <dgm:cxn modelId="{BC06480A-6668-404F-84F8-3F161CC5621A}" type="presParOf" srcId="{87EFD7C9-2496-4558-981E-C76EC387DD24}" destId="{040E939C-53E9-404F-B031-9CC089F6BE7A}" srcOrd="3" destOrd="0" presId="urn:microsoft.com/office/officeart/2018/5/layout/CenteredIconLabelDescriptionList"/>
    <dgm:cxn modelId="{1ADD9BDF-3D24-490D-BC75-1AB6E77A3636}" type="presParOf" srcId="{87EFD7C9-2496-4558-981E-C76EC387DD24}" destId="{0D84A228-53C7-40DA-8E73-D578CF948FD5}" srcOrd="4" destOrd="0" presId="urn:microsoft.com/office/officeart/2018/5/layout/CenteredIconLabelDescriptionList"/>
    <dgm:cxn modelId="{8FF0DF4D-4980-47E9-9D07-D187C48C3D7E}" type="presParOf" srcId="{5BFC872E-5AB4-4777-AAE3-DE3A872C6A6C}" destId="{3674D835-803B-4E5A-8455-BE69625ADA89}" srcOrd="1" destOrd="0" presId="urn:microsoft.com/office/officeart/2018/5/layout/CenteredIconLabelDescriptionList"/>
    <dgm:cxn modelId="{6E2C2388-BD87-4708-AE9E-5093B30FF667}" type="presParOf" srcId="{5BFC872E-5AB4-4777-AAE3-DE3A872C6A6C}" destId="{E6BB6581-26BB-4451-892D-34F5A612DEDD}" srcOrd="2" destOrd="0" presId="urn:microsoft.com/office/officeart/2018/5/layout/CenteredIconLabelDescriptionList"/>
    <dgm:cxn modelId="{7917BD24-7F35-495E-8BB6-5E964C1416DD}" type="presParOf" srcId="{E6BB6581-26BB-4451-892D-34F5A612DEDD}" destId="{12CA6458-67BD-4F8F-AE1A-B1C9D91F88F3}" srcOrd="0" destOrd="0" presId="urn:microsoft.com/office/officeart/2018/5/layout/CenteredIconLabelDescriptionList"/>
    <dgm:cxn modelId="{B305B5DA-BDD9-43C7-98B2-7C4E6EBB3DF1}" type="presParOf" srcId="{E6BB6581-26BB-4451-892D-34F5A612DEDD}" destId="{6BA25F21-3E76-4FEE-8FBC-0052C3B689E1}" srcOrd="1" destOrd="0" presId="urn:microsoft.com/office/officeart/2018/5/layout/CenteredIconLabelDescriptionList"/>
    <dgm:cxn modelId="{70B2B5FA-5310-4DB0-932C-3E4AE53B1551}" type="presParOf" srcId="{E6BB6581-26BB-4451-892D-34F5A612DEDD}" destId="{6AB59D1F-9587-4F69-84CE-1E6AD3DADC76}" srcOrd="2" destOrd="0" presId="urn:microsoft.com/office/officeart/2018/5/layout/CenteredIconLabelDescriptionList"/>
    <dgm:cxn modelId="{586132F9-132D-4E98-A2A9-3F1292A15EBC}" type="presParOf" srcId="{E6BB6581-26BB-4451-892D-34F5A612DEDD}" destId="{AAE26FA3-802D-47FE-A6A4-34AF6532C6DE}" srcOrd="3" destOrd="0" presId="urn:microsoft.com/office/officeart/2018/5/layout/CenteredIconLabelDescriptionList"/>
    <dgm:cxn modelId="{CD48DCDF-ACEE-4199-8276-F6CD1E0E2AE1}" type="presParOf" srcId="{E6BB6581-26BB-4451-892D-34F5A612DEDD}" destId="{84C5FFEA-D2D6-4E4E-90D6-F601B046D34B}" srcOrd="4" destOrd="0" presId="urn:microsoft.com/office/officeart/2018/5/layout/CenteredIconLabelDescriptionList"/>
    <dgm:cxn modelId="{EA9CB461-F1AA-443F-AC04-C324B1C5302C}" type="presParOf" srcId="{5BFC872E-5AB4-4777-AAE3-DE3A872C6A6C}" destId="{61E48E81-C42D-4F2E-9244-CA0CCB744767}" srcOrd="3" destOrd="0" presId="urn:microsoft.com/office/officeart/2018/5/layout/CenteredIconLabelDescriptionList"/>
    <dgm:cxn modelId="{F88232D0-DF64-499B-A42F-F9D78CBA6953}" type="presParOf" srcId="{5BFC872E-5AB4-4777-AAE3-DE3A872C6A6C}" destId="{E8C4C0C7-3FCD-406E-B735-F6F5EC33D8F1}" srcOrd="4" destOrd="0" presId="urn:microsoft.com/office/officeart/2018/5/layout/CenteredIconLabelDescriptionList"/>
    <dgm:cxn modelId="{E500A8D4-0D47-4893-82E6-9952289AC295}" type="presParOf" srcId="{E8C4C0C7-3FCD-406E-B735-F6F5EC33D8F1}" destId="{87368DA7-5D89-4D0C-88AD-3C46376FD359}" srcOrd="0" destOrd="0" presId="urn:microsoft.com/office/officeart/2018/5/layout/CenteredIconLabelDescriptionList"/>
    <dgm:cxn modelId="{33140810-7E68-41FC-A61B-9FB56C626EAC}" type="presParOf" srcId="{E8C4C0C7-3FCD-406E-B735-F6F5EC33D8F1}" destId="{CA67D00A-BB9D-43AD-A876-4C9CA88C11B7}" srcOrd="1" destOrd="0" presId="urn:microsoft.com/office/officeart/2018/5/layout/CenteredIconLabelDescriptionList"/>
    <dgm:cxn modelId="{E2C4083F-6FF2-46C8-99C4-4C4B89D7F2E2}" type="presParOf" srcId="{E8C4C0C7-3FCD-406E-B735-F6F5EC33D8F1}" destId="{0BFAEBD9-D3DC-4710-8F14-EC3BF58A3440}" srcOrd="2" destOrd="0" presId="urn:microsoft.com/office/officeart/2018/5/layout/CenteredIconLabelDescriptionList"/>
    <dgm:cxn modelId="{344CBE1C-58CD-46AA-A430-6C133C5355F9}" type="presParOf" srcId="{E8C4C0C7-3FCD-406E-B735-F6F5EC33D8F1}" destId="{CBB195A6-2CEF-443F-99DA-A4745BCA80D5}" srcOrd="3" destOrd="0" presId="urn:microsoft.com/office/officeart/2018/5/layout/CenteredIconLabelDescriptionList"/>
    <dgm:cxn modelId="{B4674138-147A-477E-AB9F-F0FD8FDF701A}" type="presParOf" srcId="{E8C4C0C7-3FCD-406E-B735-F6F5EC33D8F1}" destId="{4CA91F41-4291-4385-A3C2-4C75F2AE25A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6ABB2C50-0ECD-4A79-A349-5FBD145A49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C578E24-71F1-424A-9597-6B3B039B5F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propagation technique</a:t>
          </a:r>
        </a:p>
      </dgm:t>
    </dgm:pt>
    <dgm:pt modelId="{E1DB65D0-280A-4652-8C69-1108B2D79BB6}" type="parTrans" cxnId="{46B54232-1976-4F29-B0D2-880C6CF010F4}">
      <dgm:prSet/>
      <dgm:spPr/>
      <dgm:t>
        <a:bodyPr/>
        <a:lstStyle/>
        <a:p>
          <a:endParaRPr lang="en-US"/>
        </a:p>
      </dgm:t>
    </dgm:pt>
    <dgm:pt modelId="{69B23EA3-1045-42CB-A03E-975424DB6E79}" type="sibTrans" cxnId="{46B54232-1976-4F29-B0D2-880C6CF010F4}">
      <dgm:prSet/>
      <dgm:spPr/>
      <dgm:t>
        <a:bodyPr/>
        <a:lstStyle/>
        <a:p>
          <a:endParaRPr lang="en-US"/>
        </a:p>
      </dgm:t>
    </dgm:pt>
    <dgm:pt modelId="{DB0FD772-96A0-4FBB-8B82-02318CA5925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From a</a:t>
          </a:r>
          <a:r>
            <a:rPr lang="en-US"/>
            <a:t> bitcoin node</a:t>
          </a:r>
        </a:p>
      </dgm:t>
    </dgm:pt>
    <dgm:pt modelId="{3CD0C50B-F879-4531-B718-C05A6A2E374A}" type="parTrans" cxnId="{8AC5EB83-7767-441F-A086-777A59445A08}">
      <dgm:prSet/>
      <dgm:spPr/>
      <dgm:t>
        <a:bodyPr/>
        <a:lstStyle/>
        <a:p>
          <a:endParaRPr lang="en-US"/>
        </a:p>
      </dgm:t>
    </dgm:pt>
    <dgm:pt modelId="{9F8536F3-028C-4B72-8285-339135E13946}" type="sibTrans" cxnId="{8AC5EB83-7767-441F-A086-777A59445A08}">
      <dgm:prSet/>
      <dgm:spPr/>
      <dgm:t>
        <a:bodyPr/>
        <a:lstStyle/>
        <a:p>
          <a:endParaRPr lang="en-US"/>
        </a:p>
      </dgm:t>
    </dgm:pt>
    <dgm:pt modelId="{51269896-49F8-4988-8C42-51832912266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Very fast</a:t>
          </a:r>
          <a:endParaRPr lang="en-US"/>
        </a:p>
      </dgm:t>
    </dgm:pt>
    <dgm:pt modelId="{9C8EADF2-6B81-4B40-9385-532BB28D281F}" type="parTrans" cxnId="{A2B93419-1898-4FD5-9931-827F4CDC64C5}">
      <dgm:prSet/>
      <dgm:spPr/>
      <dgm:t>
        <a:bodyPr/>
        <a:lstStyle/>
        <a:p>
          <a:endParaRPr lang="en-US"/>
        </a:p>
      </dgm:t>
    </dgm:pt>
    <dgm:pt modelId="{7CD32F0C-6FDF-48D7-831C-CBA5F0D36B63}" type="sibTrans" cxnId="{A2B93419-1898-4FD5-9931-827F4CDC64C5}">
      <dgm:prSet/>
      <dgm:spPr/>
      <dgm:t>
        <a:bodyPr/>
        <a:lstStyle/>
        <a:p>
          <a:endParaRPr lang="en-US"/>
        </a:p>
      </dgm:t>
    </dgm:pt>
    <dgm:pt modelId="{F9B0F334-877D-4547-9640-FDC52B00A7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Flooding</a:t>
          </a:r>
        </a:p>
      </dgm:t>
    </dgm:pt>
    <dgm:pt modelId="{41040F02-32F9-4CAF-B800-E71814A2C827}" type="parTrans" cxnId="{EFE31477-100C-45C1-9FE3-F68E58093114}">
      <dgm:prSet/>
      <dgm:spPr/>
      <dgm:t>
        <a:bodyPr/>
        <a:lstStyle/>
        <a:p>
          <a:endParaRPr lang="tr-TR"/>
        </a:p>
      </dgm:t>
    </dgm:pt>
    <dgm:pt modelId="{0A2E0C89-4971-4403-AFA3-FF0394DF0CE0}" type="sibTrans" cxnId="{EFE31477-100C-45C1-9FE3-F68E58093114}">
      <dgm:prSet/>
      <dgm:spPr/>
      <dgm:t>
        <a:bodyPr/>
        <a:lstStyle/>
        <a:p>
          <a:endParaRPr lang="tr-TR"/>
        </a:p>
      </dgm:t>
    </dgm:pt>
    <dgm:pt modelId="{0916D857-77F5-433D-B197-3935A698CE1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Speed</a:t>
          </a:r>
          <a:endParaRPr lang="en-US"/>
        </a:p>
      </dgm:t>
    </dgm:pt>
    <dgm:pt modelId="{EF3A3151-F86F-419A-933F-655413407179}" type="parTrans" cxnId="{A99FD0C4-09C2-48AF-BC5E-A64A000647A2}">
      <dgm:prSet/>
      <dgm:spPr/>
      <dgm:t>
        <a:bodyPr/>
        <a:lstStyle/>
        <a:p>
          <a:endParaRPr lang="tr-TR"/>
        </a:p>
      </dgm:t>
    </dgm:pt>
    <dgm:pt modelId="{EEAE257D-E56E-46EB-ADFB-35F34CF18FA5}" type="sibTrans" cxnId="{A99FD0C4-09C2-48AF-BC5E-A64A000647A2}">
      <dgm:prSet/>
      <dgm:spPr/>
      <dgm:t>
        <a:bodyPr/>
        <a:lstStyle/>
        <a:p>
          <a:endParaRPr lang="tr-TR"/>
        </a:p>
      </dgm:t>
    </dgm:pt>
    <dgm:pt modelId="{EF45ECF8-D45D-46B3-A182-394D9690A72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reaching a </a:t>
          </a:r>
          <a:r>
            <a:rPr lang="en-US"/>
            <a:t>large percentage of the nodes within </a:t>
          </a:r>
          <a:r>
            <a:rPr lang="en-US" b="1"/>
            <a:t>a few seconds</a:t>
          </a:r>
        </a:p>
      </dgm:t>
    </dgm:pt>
    <dgm:pt modelId="{120B89A5-E1FB-43C8-8186-805C7BD425A6}" type="parTrans" cxnId="{C6A2743B-BE26-4DB1-BF89-1A7814644388}">
      <dgm:prSet/>
      <dgm:spPr/>
      <dgm:t>
        <a:bodyPr/>
        <a:lstStyle/>
        <a:p>
          <a:endParaRPr lang="tr-TR"/>
        </a:p>
      </dgm:t>
    </dgm:pt>
    <dgm:pt modelId="{E87DD659-426F-4F9B-A835-CC7711EC7068}" type="sibTrans" cxnId="{C6A2743B-BE26-4DB1-BF89-1A7814644388}">
      <dgm:prSet/>
      <dgm:spPr/>
      <dgm:t>
        <a:bodyPr/>
        <a:lstStyle/>
        <a:p>
          <a:endParaRPr lang="tr-TR"/>
        </a:p>
      </dgm:t>
    </dgm:pt>
    <dgm:pt modelId="{D4741D08-B828-4FC8-9932-037DB2DC8A0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forward </a:t>
          </a:r>
          <a:r>
            <a:rPr lang="en-US"/>
            <a:t>a valid transaction</a:t>
          </a:r>
        </a:p>
      </dgm:t>
    </dgm:pt>
    <dgm:pt modelId="{03075B14-D08C-4FF9-9D5F-1F7D3A49461D}" type="parTrans" cxnId="{F2FEB683-E3F4-4C89-BA90-2267D3F3CE5B}">
      <dgm:prSet/>
      <dgm:spPr/>
      <dgm:t>
        <a:bodyPr/>
        <a:lstStyle/>
        <a:p>
          <a:endParaRPr lang="tr-TR"/>
        </a:p>
      </dgm:t>
    </dgm:pt>
    <dgm:pt modelId="{4542CE18-BD5D-4FF2-B0EA-8AB4EF8050D2}" type="sibTrans" cxnId="{F2FEB683-E3F4-4C89-BA90-2267D3F3CE5B}">
      <dgm:prSet/>
      <dgm:spPr/>
      <dgm:t>
        <a:bodyPr/>
        <a:lstStyle/>
        <a:p>
          <a:endParaRPr lang="tr-TR"/>
        </a:p>
      </dgm:t>
    </dgm:pt>
    <dgm:pt modelId="{C19F7BB7-F62F-461C-9BEA-424F5D8F2D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Direction</a:t>
          </a:r>
          <a:endParaRPr lang="en-US"/>
        </a:p>
      </dgm:t>
    </dgm:pt>
    <dgm:pt modelId="{E358248E-155E-4323-BC82-100EA4A8F341}" type="parTrans" cxnId="{792C3DD5-B472-4F88-891E-B7CA862B8CAD}">
      <dgm:prSet/>
      <dgm:spPr/>
      <dgm:t>
        <a:bodyPr/>
        <a:lstStyle/>
        <a:p>
          <a:endParaRPr lang="tr-TR"/>
        </a:p>
      </dgm:t>
    </dgm:pt>
    <dgm:pt modelId="{7A3EDAE3-C060-47F7-91D0-D9F5A7541CC8}" type="sibTrans" cxnId="{792C3DD5-B472-4F88-891E-B7CA862B8CAD}">
      <dgm:prSet/>
      <dgm:spPr/>
      <dgm:t>
        <a:bodyPr/>
        <a:lstStyle/>
        <a:p>
          <a:endParaRPr lang="tr-TR"/>
        </a:p>
      </dgm:t>
    </dgm:pt>
    <dgm:pt modelId="{FB9C820C-5F85-49FC-9372-F85BB65F269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connected other nodes</a:t>
          </a:r>
          <a:endParaRPr lang="en-US"/>
        </a:p>
      </dgm:t>
    </dgm:pt>
    <dgm:pt modelId="{2BF8CD7C-B22E-488E-9102-49EA44E11FDB}" type="parTrans" cxnId="{15429752-C4CC-4288-AC88-4C57DE0DE56E}">
      <dgm:prSet/>
      <dgm:spPr/>
      <dgm:t>
        <a:bodyPr/>
        <a:lstStyle/>
        <a:p>
          <a:endParaRPr lang="tr-TR"/>
        </a:p>
      </dgm:t>
    </dgm:pt>
    <dgm:pt modelId="{6BC61FAD-7075-463C-8A66-C4C835DA8972}" type="sibTrans" cxnId="{15429752-C4CC-4288-AC88-4C57DE0DE56E}">
      <dgm:prSet/>
      <dgm:spPr/>
      <dgm:t>
        <a:bodyPr/>
        <a:lstStyle/>
        <a:p>
          <a:endParaRPr lang="tr-TR"/>
        </a:p>
      </dgm:t>
    </dgm:pt>
    <dgm:pt modelId="{1AC4974F-96E8-4382-9E8E-458015CD2CA6}" type="pres">
      <dgm:prSet presAssocID="{6ABB2C50-0ECD-4A79-A349-5FBD145A49A9}" presName="root" presStyleCnt="0">
        <dgm:presLayoutVars>
          <dgm:dir/>
          <dgm:resizeHandles val="exact"/>
        </dgm:presLayoutVars>
      </dgm:prSet>
      <dgm:spPr/>
    </dgm:pt>
    <dgm:pt modelId="{89EA4761-6CB4-43DA-B1E2-C8D67BB8E049}" type="pres">
      <dgm:prSet presAssocID="{F9B0F334-877D-4547-9640-FDC52B00A72B}" presName="compNode" presStyleCnt="0"/>
      <dgm:spPr/>
    </dgm:pt>
    <dgm:pt modelId="{A4115981-0D62-4E47-8BBD-16ACC2683BE7}" type="pres">
      <dgm:prSet presAssocID="{F9B0F334-877D-4547-9640-FDC52B00A7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837A17A8-B7AA-4452-BCED-379D37416882}" type="pres">
      <dgm:prSet presAssocID="{F9B0F334-877D-4547-9640-FDC52B00A72B}" presName="iconSpace" presStyleCnt="0"/>
      <dgm:spPr/>
    </dgm:pt>
    <dgm:pt modelId="{D8823F00-0BC3-4ABE-9CDF-12EF7CB3A47C}" type="pres">
      <dgm:prSet presAssocID="{F9B0F334-877D-4547-9640-FDC52B00A72B}" presName="parTx" presStyleLbl="revTx" presStyleIdx="0" presStyleCnt="6">
        <dgm:presLayoutVars>
          <dgm:chMax val="0"/>
          <dgm:chPref val="0"/>
        </dgm:presLayoutVars>
      </dgm:prSet>
      <dgm:spPr/>
    </dgm:pt>
    <dgm:pt modelId="{C254A7E0-E84A-4BED-A2DB-5E4310695DD2}" type="pres">
      <dgm:prSet presAssocID="{F9B0F334-877D-4547-9640-FDC52B00A72B}" presName="txSpace" presStyleCnt="0"/>
      <dgm:spPr/>
    </dgm:pt>
    <dgm:pt modelId="{DF81B951-A0CC-4FDF-9E48-FE8D5F80F605}" type="pres">
      <dgm:prSet presAssocID="{F9B0F334-877D-4547-9640-FDC52B00A72B}" presName="desTx" presStyleLbl="revTx" presStyleIdx="1" presStyleCnt="6">
        <dgm:presLayoutVars/>
      </dgm:prSet>
      <dgm:spPr/>
    </dgm:pt>
    <dgm:pt modelId="{7F2ADAF7-4F0D-49ED-82B7-919CAD7D5FC0}" type="pres">
      <dgm:prSet presAssocID="{0A2E0C89-4971-4403-AFA3-FF0394DF0CE0}" presName="sibTrans" presStyleCnt="0"/>
      <dgm:spPr/>
    </dgm:pt>
    <dgm:pt modelId="{255CD775-B30F-49A6-B065-B66D67B4F3AA}" type="pres">
      <dgm:prSet presAssocID="{C19F7BB7-F62F-461C-9BEA-424F5D8F2D48}" presName="compNode" presStyleCnt="0"/>
      <dgm:spPr/>
    </dgm:pt>
    <dgm:pt modelId="{E9A7BBF6-878B-4CDC-ABAB-45E0CFA5E35D}" type="pres">
      <dgm:prSet presAssocID="{C19F7BB7-F62F-461C-9BEA-424F5D8F2D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C22464EF-A081-4003-9DF9-E540E8AE352F}" type="pres">
      <dgm:prSet presAssocID="{C19F7BB7-F62F-461C-9BEA-424F5D8F2D48}" presName="iconSpace" presStyleCnt="0"/>
      <dgm:spPr/>
    </dgm:pt>
    <dgm:pt modelId="{5C05F103-47C7-46DD-AB3E-4F243BA6A197}" type="pres">
      <dgm:prSet presAssocID="{C19F7BB7-F62F-461C-9BEA-424F5D8F2D48}" presName="parTx" presStyleLbl="revTx" presStyleIdx="2" presStyleCnt="6">
        <dgm:presLayoutVars>
          <dgm:chMax val="0"/>
          <dgm:chPref val="0"/>
        </dgm:presLayoutVars>
      </dgm:prSet>
      <dgm:spPr/>
    </dgm:pt>
    <dgm:pt modelId="{4E346508-93BD-4748-BDF4-575B627C3195}" type="pres">
      <dgm:prSet presAssocID="{C19F7BB7-F62F-461C-9BEA-424F5D8F2D48}" presName="txSpace" presStyleCnt="0"/>
      <dgm:spPr/>
    </dgm:pt>
    <dgm:pt modelId="{C4F1D705-D168-43A3-A2E5-5B67C57FE052}" type="pres">
      <dgm:prSet presAssocID="{C19F7BB7-F62F-461C-9BEA-424F5D8F2D48}" presName="desTx" presStyleLbl="revTx" presStyleIdx="3" presStyleCnt="6">
        <dgm:presLayoutVars/>
      </dgm:prSet>
      <dgm:spPr/>
    </dgm:pt>
    <dgm:pt modelId="{18C3D991-81A5-440C-A47D-816BC884A273}" type="pres">
      <dgm:prSet presAssocID="{7A3EDAE3-C060-47F7-91D0-D9F5A7541CC8}" presName="sibTrans" presStyleCnt="0"/>
      <dgm:spPr/>
    </dgm:pt>
    <dgm:pt modelId="{13CF3CAE-796C-43A4-AA94-8071227C9EC3}" type="pres">
      <dgm:prSet presAssocID="{0916D857-77F5-433D-B197-3935A698CE19}" presName="compNode" presStyleCnt="0"/>
      <dgm:spPr/>
    </dgm:pt>
    <dgm:pt modelId="{BCEFC4F3-D7A1-48E3-9009-8B8C1E706EA0}" type="pres">
      <dgm:prSet presAssocID="{0916D857-77F5-433D-B197-3935A698CE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960BDA08-197F-4813-AF5A-18C7C0C1D31C}" type="pres">
      <dgm:prSet presAssocID="{0916D857-77F5-433D-B197-3935A698CE19}" presName="iconSpace" presStyleCnt="0"/>
      <dgm:spPr/>
    </dgm:pt>
    <dgm:pt modelId="{E3603B90-520B-4315-8B30-A394EF5135D1}" type="pres">
      <dgm:prSet presAssocID="{0916D857-77F5-433D-B197-3935A698CE19}" presName="parTx" presStyleLbl="revTx" presStyleIdx="4" presStyleCnt="6">
        <dgm:presLayoutVars>
          <dgm:chMax val="0"/>
          <dgm:chPref val="0"/>
        </dgm:presLayoutVars>
      </dgm:prSet>
      <dgm:spPr/>
    </dgm:pt>
    <dgm:pt modelId="{EB7D6C6F-8AE6-42CA-A2B8-FD53465FA8F9}" type="pres">
      <dgm:prSet presAssocID="{0916D857-77F5-433D-B197-3935A698CE19}" presName="txSpace" presStyleCnt="0"/>
      <dgm:spPr/>
    </dgm:pt>
    <dgm:pt modelId="{AA9C66CE-94CF-48A6-A907-92BF37DEE826}" type="pres">
      <dgm:prSet presAssocID="{0916D857-77F5-433D-B197-3935A698CE19}" presName="desTx" presStyleLbl="revTx" presStyleIdx="5" presStyleCnt="6">
        <dgm:presLayoutVars/>
      </dgm:prSet>
      <dgm:spPr/>
    </dgm:pt>
  </dgm:ptLst>
  <dgm:cxnLst>
    <dgm:cxn modelId="{95655111-0F5A-4D5F-AF69-6A05BEA8E888}" type="presOf" srcId="{DB0FD772-96A0-4FBB-8B82-02318CA59250}" destId="{C4F1D705-D168-43A3-A2E5-5B67C57FE052}" srcOrd="0" destOrd="0" presId="urn:microsoft.com/office/officeart/2018/5/layout/CenteredIconLabelDescriptionList"/>
    <dgm:cxn modelId="{73DCC314-B39B-4241-AA9A-70668891D6D0}" type="presOf" srcId="{D4741D08-B828-4FC8-9932-037DB2DC8A0A}" destId="{DF81B951-A0CC-4FDF-9E48-FE8D5F80F605}" srcOrd="0" destOrd="1" presId="urn:microsoft.com/office/officeart/2018/5/layout/CenteredIconLabelDescriptionList"/>
    <dgm:cxn modelId="{F777E718-2E0C-4DBA-A1C2-7F4CFC6B5C1D}" type="presOf" srcId="{6ABB2C50-0ECD-4A79-A349-5FBD145A49A9}" destId="{1AC4974F-96E8-4382-9E8E-458015CD2CA6}" srcOrd="0" destOrd="0" presId="urn:microsoft.com/office/officeart/2018/5/layout/CenteredIconLabelDescriptionList"/>
    <dgm:cxn modelId="{A2B93419-1898-4FD5-9931-827F4CDC64C5}" srcId="{0916D857-77F5-433D-B197-3935A698CE19}" destId="{51269896-49F8-4988-8C42-518329122668}" srcOrd="0" destOrd="0" parTransId="{9C8EADF2-6B81-4B40-9385-532BB28D281F}" sibTransId="{7CD32F0C-6FDF-48D7-831C-CBA5F0D36B63}"/>
    <dgm:cxn modelId="{080CAB2F-2BAA-427F-B739-EBFF118FAB0E}" type="presOf" srcId="{FB9C820C-5F85-49FC-9372-F85BB65F2697}" destId="{C4F1D705-D168-43A3-A2E5-5B67C57FE052}" srcOrd="0" destOrd="1" presId="urn:microsoft.com/office/officeart/2018/5/layout/CenteredIconLabelDescriptionList"/>
    <dgm:cxn modelId="{46B54232-1976-4F29-B0D2-880C6CF010F4}" srcId="{F9B0F334-877D-4547-9640-FDC52B00A72B}" destId="{1C578E24-71F1-424A-9597-6B3B039B5F81}" srcOrd="0" destOrd="0" parTransId="{E1DB65D0-280A-4652-8C69-1108B2D79BB6}" sibTransId="{69B23EA3-1045-42CB-A03E-975424DB6E79}"/>
    <dgm:cxn modelId="{1D47C337-C6D7-40AF-A701-3D4AEBDB6626}" type="presOf" srcId="{F9B0F334-877D-4547-9640-FDC52B00A72B}" destId="{D8823F00-0BC3-4ABE-9CDF-12EF7CB3A47C}" srcOrd="0" destOrd="0" presId="urn:microsoft.com/office/officeart/2018/5/layout/CenteredIconLabelDescriptionList"/>
    <dgm:cxn modelId="{C6A2743B-BE26-4DB1-BF89-1A7814644388}" srcId="{0916D857-77F5-433D-B197-3935A698CE19}" destId="{EF45ECF8-D45D-46B3-A182-394D9690A723}" srcOrd="1" destOrd="0" parTransId="{120B89A5-E1FB-43C8-8186-805C7BD425A6}" sibTransId="{E87DD659-426F-4F9B-A835-CC7711EC7068}"/>
    <dgm:cxn modelId="{15429752-C4CC-4288-AC88-4C57DE0DE56E}" srcId="{C19F7BB7-F62F-461C-9BEA-424F5D8F2D48}" destId="{FB9C820C-5F85-49FC-9372-F85BB65F2697}" srcOrd="1" destOrd="0" parTransId="{2BF8CD7C-B22E-488E-9102-49EA44E11FDB}" sibTransId="{6BC61FAD-7075-463C-8A66-C4C835DA8972}"/>
    <dgm:cxn modelId="{EFE31477-100C-45C1-9FE3-F68E58093114}" srcId="{6ABB2C50-0ECD-4A79-A349-5FBD145A49A9}" destId="{F9B0F334-877D-4547-9640-FDC52B00A72B}" srcOrd="0" destOrd="0" parTransId="{41040F02-32F9-4CAF-B800-E71814A2C827}" sibTransId="{0A2E0C89-4971-4403-AFA3-FF0394DF0CE0}"/>
    <dgm:cxn modelId="{C90C6081-3A80-46A4-8095-32BC9D5AA643}" type="presOf" srcId="{51269896-49F8-4988-8C42-518329122668}" destId="{AA9C66CE-94CF-48A6-A907-92BF37DEE826}" srcOrd="0" destOrd="0" presId="urn:microsoft.com/office/officeart/2018/5/layout/CenteredIconLabelDescriptionList"/>
    <dgm:cxn modelId="{F2FEB683-E3F4-4C89-BA90-2267D3F3CE5B}" srcId="{F9B0F334-877D-4547-9640-FDC52B00A72B}" destId="{D4741D08-B828-4FC8-9932-037DB2DC8A0A}" srcOrd="1" destOrd="0" parTransId="{03075B14-D08C-4FF9-9D5F-1F7D3A49461D}" sibTransId="{4542CE18-BD5D-4FF2-B0EA-8AB4EF8050D2}"/>
    <dgm:cxn modelId="{8AC5EB83-7767-441F-A086-777A59445A08}" srcId="{C19F7BB7-F62F-461C-9BEA-424F5D8F2D48}" destId="{DB0FD772-96A0-4FBB-8B82-02318CA59250}" srcOrd="0" destOrd="0" parTransId="{3CD0C50B-F879-4531-B718-C05A6A2E374A}" sibTransId="{9F8536F3-028C-4B72-8285-339135E13946}"/>
    <dgm:cxn modelId="{35FFFEAA-939A-4B8A-9F62-8E4B46D2BB49}" type="presOf" srcId="{C19F7BB7-F62F-461C-9BEA-424F5D8F2D48}" destId="{5C05F103-47C7-46DD-AB3E-4F243BA6A197}" srcOrd="0" destOrd="0" presId="urn:microsoft.com/office/officeart/2018/5/layout/CenteredIconLabelDescriptionList"/>
    <dgm:cxn modelId="{71C0BFC3-D07F-46E9-A808-75ADF3D68EAC}" type="presOf" srcId="{1C578E24-71F1-424A-9597-6B3B039B5F81}" destId="{DF81B951-A0CC-4FDF-9E48-FE8D5F80F605}" srcOrd="0" destOrd="0" presId="urn:microsoft.com/office/officeart/2018/5/layout/CenteredIconLabelDescriptionList"/>
    <dgm:cxn modelId="{A99FD0C4-09C2-48AF-BC5E-A64A000647A2}" srcId="{6ABB2C50-0ECD-4A79-A349-5FBD145A49A9}" destId="{0916D857-77F5-433D-B197-3935A698CE19}" srcOrd="2" destOrd="0" parTransId="{EF3A3151-F86F-419A-933F-655413407179}" sibTransId="{EEAE257D-E56E-46EB-ADFB-35F34CF18FA5}"/>
    <dgm:cxn modelId="{792C3DD5-B472-4F88-891E-B7CA862B8CAD}" srcId="{6ABB2C50-0ECD-4A79-A349-5FBD145A49A9}" destId="{C19F7BB7-F62F-461C-9BEA-424F5D8F2D48}" srcOrd="1" destOrd="0" parTransId="{E358248E-155E-4323-BC82-100EA4A8F341}" sibTransId="{7A3EDAE3-C060-47F7-91D0-D9F5A7541CC8}"/>
    <dgm:cxn modelId="{167FF5E1-D26C-4B9C-96F3-B5930C37C854}" type="presOf" srcId="{0916D857-77F5-433D-B197-3935A698CE19}" destId="{E3603B90-520B-4315-8B30-A394EF5135D1}" srcOrd="0" destOrd="0" presId="urn:microsoft.com/office/officeart/2018/5/layout/CenteredIconLabelDescriptionList"/>
    <dgm:cxn modelId="{714693FF-8793-45CC-B305-C7B0CEAB4831}" type="presOf" srcId="{EF45ECF8-D45D-46B3-A182-394D9690A723}" destId="{AA9C66CE-94CF-48A6-A907-92BF37DEE826}" srcOrd="0" destOrd="1" presId="urn:microsoft.com/office/officeart/2018/5/layout/CenteredIconLabelDescriptionList"/>
    <dgm:cxn modelId="{8DD45C94-7861-4B82-B463-2A749192AE92}" type="presParOf" srcId="{1AC4974F-96E8-4382-9E8E-458015CD2CA6}" destId="{89EA4761-6CB4-43DA-B1E2-C8D67BB8E049}" srcOrd="0" destOrd="0" presId="urn:microsoft.com/office/officeart/2018/5/layout/CenteredIconLabelDescriptionList"/>
    <dgm:cxn modelId="{61193C90-4EDC-4209-9705-CA9654AB4A57}" type="presParOf" srcId="{89EA4761-6CB4-43DA-B1E2-C8D67BB8E049}" destId="{A4115981-0D62-4E47-8BBD-16ACC2683BE7}" srcOrd="0" destOrd="0" presId="urn:microsoft.com/office/officeart/2018/5/layout/CenteredIconLabelDescriptionList"/>
    <dgm:cxn modelId="{B61F6569-2C17-474B-B562-FE3058ECEC15}" type="presParOf" srcId="{89EA4761-6CB4-43DA-B1E2-C8D67BB8E049}" destId="{837A17A8-B7AA-4452-BCED-379D37416882}" srcOrd="1" destOrd="0" presId="urn:microsoft.com/office/officeart/2018/5/layout/CenteredIconLabelDescriptionList"/>
    <dgm:cxn modelId="{0C362914-AFD5-4796-9FD6-5BA8AA3A8BD8}" type="presParOf" srcId="{89EA4761-6CB4-43DA-B1E2-C8D67BB8E049}" destId="{D8823F00-0BC3-4ABE-9CDF-12EF7CB3A47C}" srcOrd="2" destOrd="0" presId="urn:microsoft.com/office/officeart/2018/5/layout/CenteredIconLabelDescriptionList"/>
    <dgm:cxn modelId="{6BE6D9F0-2820-4449-A2E4-55E188CF4533}" type="presParOf" srcId="{89EA4761-6CB4-43DA-B1E2-C8D67BB8E049}" destId="{C254A7E0-E84A-4BED-A2DB-5E4310695DD2}" srcOrd="3" destOrd="0" presId="urn:microsoft.com/office/officeart/2018/5/layout/CenteredIconLabelDescriptionList"/>
    <dgm:cxn modelId="{2D1EDF3C-4092-4CB3-B4BA-454AD041BE2E}" type="presParOf" srcId="{89EA4761-6CB4-43DA-B1E2-C8D67BB8E049}" destId="{DF81B951-A0CC-4FDF-9E48-FE8D5F80F605}" srcOrd="4" destOrd="0" presId="urn:microsoft.com/office/officeart/2018/5/layout/CenteredIconLabelDescriptionList"/>
    <dgm:cxn modelId="{23A6B7A8-EFEF-4126-8C3A-82BEB2E04D6D}" type="presParOf" srcId="{1AC4974F-96E8-4382-9E8E-458015CD2CA6}" destId="{7F2ADAF7-4F0D-49ED-82B7-919CAD7D5FC0}" srcOrd="1" destOrd="0" presId="urn:microsoft.com/office/officeart/2018/5/layout/CenteredIconLabelDescriptionList"/>
    <dgm:cxn modelId="{869940F7-5785-48CE-BD1D-B64BB2843634}" type="presParOf" srcId="{1AC4974F-96E8-4382-9E8E-458015CD2CA6}" destId="{255CD775-B30F-49A6-B065-B66D67B4F3AA}" srcOrd="2" destOrd="0" presId="urn:microsoft.com/office/officeart/2018/5/layout/CenteredIconLabelDescriptionList"/>
    <dgm:cxn modelId="{7B86D2C5-399C-4AE8-B696-10CE3DA16758}" type="presParOf" srcId="{255CD775-B30F-49A6-B065-B66D67B4F3AA}" destId="{E9A7BBF6-878B-4CDC-ABAB-45E0CFA5E35D}" srcOrd="0" destOrd="0" presId="urn:microsoft.com/office/officeart/2018/5/layout/CenteredIconLabelDescriptionList"/>
    <dgm:cxn modelId="{117D0501-05B7-4CDA-BC36-7AFE0CC53951}" type="presParOf" srcId="{255CD775-B30F-49A6-B065-B66D67B4F3AA}" destId="{C22464EF-A081-4003-9DF9-E540E8AE352F}" srcOrd="1" destOrd="0" presId="urn:microsoft.com/office/officeart/2018/5/layout/CenteredIconLabelDescriptionList"/>
    <dgm:cxn modelId="{61A75B60-8972-473B-A89E-E11846D5EC18}" type="presParOf" srcId="{255CD775-B30F-49A6-B065-B66D67B4F3AA}" destId="{5C05F103-47C7-46DD-AB3E-4F243BA6A197}" srcOrd="2" destOrd="0" presId="urn:microsoft.com/office/officeart/2018/5/layout/CenteredIconLabelDescriptionList"/>
    <dgm:cxn modelId="{18041E72-E594-4F4E-8579-08E92EC811ED}" type="presParOf" srcId="{255CD775-B30F-49A6-B065-B66D67B4F3AA}" destId="{4E346508-93BD-4748-BDF4-575B627C3195}" srcOrd="3" destOrd="0" presId="urn:microsoft.com/office/officeart/2018/5/layout/CenteredIconLabelDescriptionList"/>
    <dgm:cxn modelId="{4535670B-338E-4A94-87D0-BB80CAF5E16C}" type="presParOf" srcId="{255CD775-B30F-49A6-B065-B66D67B4F3AA}" destId="{C4F1D705-D168-43A3-A2E5-5B67C57FE052}" srcOrd="4" destOrd="0" presId="urn:microsoft.com/office/officeart/2018/5/layout/CenteredIconLabelDescriptionList"/>
    <dgm:cxn modelId="{07028320-83DE-451E-8BDF-EB7CBD48EF61}" type="presParOf" srcId="{1AC4974F-96E8-4382-9E8E-458015CD2CA6}" destId="{18C3D991-81A5-440C-A47D-816BC884A273}" srcOrd="3" destOrd="0" presId="urn:microsoft.com/office/officeart/2018/5/layout/CenteredIconLabelDescriptionList"/>
    <dgm:cxn modelId="{271477B6-F3C9-42B6-AC34-100F302424B2}" type="presParOf" srcId="{1AC4974F-96E8-4382-9E8E-458015CD2CA6}" destId="{13CF3CAE-796C-43A4-AA94-8071227C9EC3}" srcOrd="4" destOrd="0" presId="urn:microsoft.com/office/officeart/2018/5/layout/CenteredIconLabelDescriptionList"/>
    <dgm:cxn modelId="{E8923928-6BE7-49BE-9EEE-A58F574B9CD2}" type="presParOf" srcId="{13CF3CAE-796C-43A4-AA94-8071227C9EC3}" destId="{BCEFC4F3-D7A1-48E3-9009-8B8C1E706EA0}" srcOrd="0" destOrd="0" presId="urn:microsoft.com/office/officeart/2018/5/layout/CenteredIconLabelDescriptionList"/>
    <dgm:cxn modelId="{8EC0557C-D2B9-4B4C-86DE-D65B72B530A0}" type="presParOf" srcId="{13CF3CAE-796C-43A4-AA94-8071227C9EC3}" destId="{960BDA08-197F-4813-AF5A-18C7C0C1D31C}" srcOrd="1" destOrd="0" presId="urn:microsoft.com/office/officeart/2018/5/layout/CenteredIconLabelDescriptionList"/>
    <dgm:cxn modelId="{9804DAAE-DABD-470F-8E92-86B521FB2B49}" type="presParOf" srcId="{13CF3CAE-796C-43A4-AA94-8071227C9EC3}" destId="{E3603B90-520B-4315-8B30-A394EF5135D1}" srcOrd="2" destOrd="0" presId="urn:microsoft.com/office/officeart/2018/5/layout/CenteredIconLabelDescriptionList"/>
    <dgm:cxn modelId="{F75873D3-865E-43C0-8DF1-73CCE5635FF5}" type="presParOf" srcId="{13CF3CAE-796C-43A4-AA94-8071227C9EC3}" destId="{EB7D6C6F-8AE6-42CA-A2B8-FD53465FA8F9}" srcOrd="3" destOrd="0" presId="urn:microsoft.com/office/officeart/2018/5/layout/CenteredIconLabelDescriptionList"/>
    <dgm:cxn modelId="{289ED553-765A-4D72-A925-4EE154E8BF44}" type="presParOf" srcId="{13CF3CAE-796C-43A4-AA94-8071227C9EC3}" destId="{AA9C66CE-94CF-48A6-A907-92BF37DEE82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E8F7486-5F11-4242-ABE6-29F2EE21755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71C29AB0-08BE-4F3F-A69B-AEE123FEBC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10 Minutes</a:t>
          </a:r>
        </a:p>
      </dgm:t>
    </dgm:pt>
    <dgm:pt modelId="{93F3FC85-8C62-472F-AEE3-BFF3AAFCC365}" type="parTrans" cxnId="{A57347C1-AEE2-4B0F-B492-9C91BED47117}">
      <dgm:prSet/>
      <dgm:spPr/>
      <dgm:t>
        <a:bodyPr/>
        <a:lstStyle/>
        <a:p>
          <a:endParaRPr lang="tr-TR"/>
        </a:p>
      </dgm:t>
    </dgm:pt>
    <dgm:pt modelId="{7B0BC330-C04D-462D-B7FF-7FDAD453BEBC}" type="sibTrans" cxnId="{A57347C1-AEE2-4B0F-B492-9C91BED47117}">
      <dgm:prSet/>
      <dgm:spPr/>
      <dgm:t>
        <a:bodyPr/>
        <a:lstStyle/>
        <a:p>
          <a:endParaRPr lang="tr-TR"/>
        </a:p>
      </dgm:t>
    </dgm:pt>
    <dgm:pt modelId="{4D7703F4-71E8-41C1-9B26-3875A42018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Reason</a:t>
          </a:r>
        </a:p>
      </dgm:t>
    </dgm:pt>
    <dgm:pt modelId="{C87B7F2A-E213-432D-9D7E-A82AF76DBA2D}" type="parTrans" cxnId="{20063510-D347-445A-AC47-CABF702B06CA}">
      <dgm:prSet/>
      <dgm:spPr/>
      <dgm:t>
        <a:bodyPr/>
        <a:lstStyle/>
        <a:p>
          <a:endParaRPr lang="tr-TR"/>
        </a:p>
      </dgm:t>
    </dgm:pt>
    <dgm:pt modelId="{46B5A80E-B021-4AC0-A743-F25F222E61E4}" type="sibTrans" cxnId="{20063510-D347-445A-AC47-CABF702B06CA}">
      <dgm:prSet/>
      <dgm:spPr/>
      <dgm:t>
        <a:bodyPr/>
        <a:lstStyle/>
        <a:p>
          <a:endParaRPr lang="tr-TR"/>
        </a:p>
      </dgm:t>
    </dgm:pt>
    <dgm:pt modelId="{5DC1AD25-3F12-4F4A-9902-004414A615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Transactions</a:t>
          </a:r>
          <a:r>
            <a:rPr lang="tr-TR" dirty="0"/>
            <a:t> </a:t>
          </a:r>
          <a:r>
            <a:rPr lang="en-US" dirty="0"/>
            <a:t>must be “confirmed”</a:t>
          </a:r>
          <a:endParaRPr lang="tr-TR" dirty="0"/>
        </a:p>
      </dgm:t>
    </dgm:pt>
    <dgm:pt modelId="{DEFF7134-0C85-4E08-B381-D542B820F350}" type="parTrans" cxnId="{F987DC6E-AA03-42BF-9FF4-252EA74F8E11}">
      <dgm:prSet/>
      <dgm:spPr/>
      <dgm:t>
        <a:bodyPr/>
        <a:lstStyle/>
        <a:p>
          <a:endParaRPr lang="tr-TR"/>
        </a:p>
      </dgm:t>
    </dgm:pt>
    <dgm:pt modelId="{988B8448-83E5-4ADE-9216-C31B5B26B708}" type="sibTrans" cxnId="{F987DC6E-AA03-42BF-9FF4-252EA74F8E11}">
      <dgm:prSet/>
      <dgm:spPr/>
      <dgm:t>
        <a:bodyPr/>
        <a:lstStyle/>
        <a:p>
          <a:endParaRPr lang="tr-TR"/>
        </a:p>
      </dgm:t>
    </dgm:pt>
    <dgm:pt modelId="{ED35F25B-3121-4995-B376-725E4B1B8D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6 Confirmations</a:t>
          </a:r>
        </a:p>
      </dgm:t>
    </dgm:pt>
    <dgm:pt modelId="{FF35081C-A570-4645-89E8-889BF749FCA5}" type="parTrans" cxnId="{2A0FD4DC-15D1-4971-836D-06367995FD1C}">
      <dgm:prSet/>
      <dgm:spPr/>
      <dgm:t>
        <a:bodyPr/>
        <a:lstStyle/>
        <a:p>
          <a:endParaRPr lang="tr-TR"/>
        </a:p>
      </dgm:t>
    </dgm:pt>
    <dgm:pt modelId="{C3DE6311-26FE-4D47-A6AB-1ED3CD75A709}" type="sibTrans" cxnId="{2A0FD4DC-15D1-4971-836D-06367995FD1C}">
      <dgm:prSet/>
      <dgm:spPr/>
      <dgm:t>
        <a:bodyPr/>
        <a:lstStyle/>
        <a:p>
          <a:endParaRPr lang="tr-TR"/>
        </a:p>
      </dgm:t>
    </dgm:pt>
    <dgm:pt modelId="{D62E502F-08DF-45E4-859C-D63A0557FD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up</a:t>
          </a:r>
          <a:r>
            <a:rPr lang="tr-TR" dirty="0"/>
            <a:t> </a:t>
          </a:r>
          <a:r>
            <a:rPr lang="en-US" dirty="0"/>
            <a:t>to 60 minutes</a:t>
          </a:r>
          <a:endParaRPr lang="tr-TR" dirty="0"/>
        </a:p>
      </dgm:t>
    </dgm:pt>
    <dgm:pt modelId="{817CACCA-86E1-44D7-B5DF-3C575A63B986}" type="parTrans" cxnId="{8FF74850-5624-46A6-9569-2C6504965F52}">
      <dgm:prSet/>
      <dgm:spPr/>
      <dgm:t>
        <a:bodyPr/>
        <a:lstStyle/>
        <a:p>
          <a:endParaRPr lang="tr-TR"/>
        </a:p>
      </dgm:t>
    </dgm:pt>
    <dgm:pt modelId="{D590C0C8-CDA9-4D4C-9829-3295F6239E89}" type="sibTrans" cxnId="{8FF74850-5624-46A6-9569-2C6504965F52}">
      <dgm:prSet/>
      <dgm:spPr/>
      <dgm:t>
        <a:bodyPr/>
        <a:lstStyle/>
        <a:p>
          <a:endParaRPr lang="tr-TR"/>
        </a:p>
      </dgm:t>
    </dgm:pt>
    <dgm:pt modelId="{4F0BCEEF-FA74-4A3F-91DC-AF468A5E21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Confirmations</a:t>
          </a:r>
          <a:r>
            <a:rPr lang="tr-TR" dirty="0"/>
            <a:t> </a:t>
          </a:r>
          <a:r>
            <a:rPr lang="en-US" dirty="0"/>
            <a:t>ensure the transaction</a:t>
          </a:r>
          <a:endParaRPr lang="tr-TR" dirty="0"/>
        </a:p>
      </dgm:t>
    </dgm:pt>
    <dgm:pt modelId="{631588FC-E443-4CE3-BD26-745E784F0DD0}" type="parTrans" cxnId="{AA59A832-1EE0-4243-97FE-9F0527A69C51}">
      <dgm:prSet/>
      <dgm:spPr/>
      <dgm:t>
        <a:bodyPr/>
        <a:lstStyle/>
        <a:p>
          <a:endParaRPr lang="tr-TR"/>
        </a:p>
      </dgm:t>
    </dgm:pt>
    <dgm:pt modelId="{99947CA7-A17C-46AA-8FEE-A202034998CE}" type="sibTrans" cxnId="{AA59A832-1EE0-4243-97FE-9F0527A69C51}">
      <dgm:prSet/>
      <dgm:spPr/>
      <dgm:t>
        <a:bodyPr/>
        <a:lstStyle/>
        <a:p>
          <a:endParaRPr lang="tr-TR"/>
        </a:p>
      </dgm:t>
    </dgm:pt>
    <dgm:pt modelId="{3AEE6EB7-1BF8-4F17-969F-5718D3A0A0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has been accepted by </a:t>
          </a:r>
          <a:r>
            <a:rPr lang="en-US" b="1" dirty="0"/>
            <a:t>the whole network</a:t>
          </a:r>
          <a:endParaRPr lang="tr-TR" b="1" dirty="0"/>
        </a:p>
      </dgm:t>
    </dgm:pt>
    <dgm:pt modelId="{58C18AC0-CF66-4888-9AD3-003537A53BFA}" type="parTrans" cxnId="{D41D9D48-ACBA-4F63-86BD-6030957CD8DC}">
      <dgm:prSet/>
      <dgm:spPr/>
    </dgm:pt>
    <dgm:pt modelId="{26F1A8AF-7782-4CCF-A14E-3A5D1DBAB2F4}" type="sibTrans" cxnId="{D41D9D48-ACBA-4F63-86BD-6030957CD8DC}">
      <dgm:prSet/>
      <dgm:spPr/>
    </dgm:pt>
    <dgm:pt modelId="{0D3FBD18-A654-46A7-B89D-8C08B90B2B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waiting 10 minutes for a new block </a:t>
          </a:r>
          <a:endParaRPr lang="tr-TR" dirty="0"/>
        </a:p>
      </dgm:t>
    </dgm:pt>
    <dgm:pt modelId="{923249DC-8791-4902-9EC5-DFF3DB6D787B}" type="parTrans" cxnId="{3703DEA4-2706-4BFD-9AAD-57F4E4E6D0B8}">
      <dgm:prSet/>
      <dgm:spPr/>
    </dgm:pt>
    <dgm:pt modelId="{08C913E9-A637-4F15-BF4D-CF6F4C7D49AD}" type="sibTrans" cxnId="{3703DEA4-2706-4BFD-9AAD-57F4E4E6D0B8}">
      <dgm:prSet/>
      <dgm:spPr/>
    </dgm:pt>
    <dgm:pt modelId="{BB23FD3E-666A-43FD-8471-BA67451837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a full six confirmations </a:t>
          </a:r>
          <a:endParaRPr lang="tr-TR" dirty="0"/>
        </a:p>
      </dgm:t>
    </dgm:pt>
    <dgm:pt modelId="{38347DE4-F8AB-4389-AB0A-B3C9EFDCC798}" type="parTrans" cxnId="{A4F68546-5B48-4D2E-A728-C6BC2626CA76}">
      <dgm:prSet/>
      <dgm:spPr/>
    </dgm:pt>
    <dgm:pt modelId="{842B38B7-CD80-4F56-AC97-209DC2BAA222}" type="sibTrans" cxnId="{A4F68546-5B48-4D2E-A728-C6BC2626CA76}">
      <dgm:prSet/>
      <dgm:spPr/>
    </dgm:pt>
    <dgm:pt modelId="{F2803155-F9F8-4AD3-8489-AB655D0878ED}" type="pres">
      <dgm:prSet presAssocID="{9E8F7486-5F11-4242-ABE6-29F2EE217552}" presName="root" presStyleCnt="0">
        <dgm:presLayoutVars>
          <dgm:dir/>
          <dgm:resizeHandles val="exact"/>
        </dgm:presLayoutVars>
      </dgm:prSet>
      <dgm:spPr/>
    </dgm:pt>
    <dgm:pt modelId="{046C3152-C065-49AF-9314-0343846B7EB0}" type="pres">
      <dgm:prSet presAssocID="{71C29AB0-08BE-4F3F-A69B-AEE123FEBC7C}" presName="compNode" presStyleCnt="0"/>
      <dgm:spPr/>
    </dgm:pt>
    <dgm:pt modelId="{D0377CBB-E5DF-413D-AA4B-65A5FB256DAE}" type="pres">
      <dgm:prSet presAssocID="{71C29AB0-08BE-4F3F-A69B-AEE123FEBC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1158DA5-E107-4DB0-89DB-F21C9B429816}" type="pres">
      <dgm:prSet presAssocID="{71C29AB0-08BE-4F3F-A69B-AEE123FEBC7C}" presName="iconSpace" presStyleCnt="0"/>
      <dgm:spPr/>
    </dgm:pt>
    <dgm:pt modelId="{4591A821-60BE-4043-B54E-98B4734D6E89}" type="pres">
      <dgm:prSet presAssocID="{71C29AB0-08BE-4F3F-A69B-AEE123FEBC7C}" presName="parTx" presStyleLbl="revTx" presStyleIdx="0" presStyleCnt="6">
        <dgm:presLayoutVars>
          <dgm:chMax val="0"/>
          <dgm:chPref val="0"/>
        </dgm:presLayoutVars>
      </dgm:prSet>
      <dgm:spPr/>
    </dgm:pt>
    <dgm:pt modelId="{43247F58-7FA1-4702-B967-C125C3B093CF}" type="pres">
      <dgm:prSet presAssocID="{71C29AB0-08BE-4F3F-A69B-AEE123FEBC7C}" presName="txSpace" presStyleCnt="0"/>
      <dgm:spPr/>
    </dgm:pt>
    <dgm:pt modelId="{154905C7-D607-4B68-80E1-379C1F8C92B5}" type="pres">
      <dgm:prSet presAssocID="{71C29AB0-08BE-4F3F-A69B-AEE123FEBC7C}" presName="desTx" presStyleLbl="revTx" presStyleIdx="1" presStyleCnt="6">
        <dgm:presLayoutVars/>
      </dgm:prSet>
      <dgm:spPr/>
    </dgm:pt>
    <dgm:pt modelId="{4F8BFDE0-1B87-4BB5-8458-A9561C4F9B23}" type="pres">
      <dgm:prSet presAssocID="{7B0BC330-C04D-462D-B7FF-7FDAD453BEBC}" presName="sibTrans" presStyleCnt="0"/>
      <dgm:spPr/>
    </dgm:pt>
    <dgm:pt modelId="{48218098-66AA-4EE3-A162-C38E915E626E}" type="pres">
      <dgm:prSet presAssocID="{ED35F25B-3121-4995-B376-725E4B1B8D5F}" presName="compNode" presStyleCnt="0"/>
      <dgm:spPr/>
    </dgm:pt>
    <dgm:pt modelId="{DE2BCC4C-65BA-4E52-97BB-B93BFF29C98F}" type="pres">
      <dgm:prSet presAssocID="{ED35F25B-3121-4995-B376-725E4B1B8D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626B00C-961B-4E6D-8B50-218DCE72F0A0}" type="pres">
      <dgm:prSet presAssocID="{ED35F25B-3121-4995-B376-725E4B1B8D5F}" presName="iconSpace" presStyleCnt="0"/>
      <dgm:spPr/>
    </dgm:pt>
    <dgm:pt modelId="{E7C5DEB9-B3E1-4D08-B796-9B0C453109EF}" type="pres">
      <dgm:prSet presAssocID="{ED35F25B-3121-4995-B376-725E4B1B8D5F}" presName="parTx" presStyleLbl="revTx" presStyleIdx="2" presStyleCnt="6">
        <dgm:presLayoutVars>
          <dgm:chMax val="0"/>
          <dgm:chPref val="0"/>
        </dgm:presLayoutVars>
      </dgm:prSet>
      <dgm:spPr/>
    </dgm:pt>
    <dgm:pt modelId="{75DBDA6E-F0C0-4310-BE35-A80B7AD13651}" type="pres">
      <dgm:prSet presAssocID="{ED35F25B-3121-4995-B376-725E4B1B8D5F}" presName="txSpace" presStyleCnt="0"/>
      <dgm:spPr/>
    </dgm:pt>
    <dgm:pt modelId="{9A80F305-2A2C-4EDB-9683-7B87DB6DABED}" type="pres">
      <dgm:prSet presAssocID="{ED35F25B-3121-4995-B376-725E4B1B8D5F}" presName="desTx" presStyleLbl="revTx" presStyleIdx="3" presStyleCnt="6">
        <dgm:presLayoutVars/>
      </dgm:prSet>
      <dgm:spPr/>
    </dgm:pt>
    <dgm:pt modelId="{7FCA7E50-223A-4F0B-9227-D8D411E2F67E}" type="pres">
      <dgm:prSet presAssocID="{C3DE6311-26FE-4D47-A6AB-1ED3CD75A709}" presName="sibTrans" presStyleCnt="0"/>
      <dgm:spPr/>
    </dgm:pt>
    <dgm:pt modelId="{3DEDB13C-8BFE-4744-B5C4-6D6130DC782A}" type="pres">
      <dgm:prSet presAssocID="{4D7703F4-71E8-41C1-9B26-3875A42018E9}" presName="compNode" presStyleCnt="0"/>
      <dgm:spPr/>
    </dgm:pt>
    <dgm:pt modelId="{58B87636-A0A4-4E32-AA41-170FAD83A3E2}" type="pres">
      <dgm:prSet presAssocID="{4D7703F4-71E8-41C1-9B26-3875A42018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F1EFA396-39CA-46C7-958F-79DC6FEA6EB2}" type="pres">
      <dgm:prSet presAssocID="{4D7703F4-71E8-41C1-9B26-3875A42018E9}" presName="iconSpace" presStyleCnt="0"/>
      <dgm:spPr/>
    </dgm:pt>
    <dgm:pt modelId="{BC537EA1-ECB1-4B21-84B0-6BC4E4836187}" type="pres">
      <dgm:prSet presAssocID="{4D7703F4-71E8-41C1-9B26-3875A42018E9}" presName="parTx" presStyleLbl="revTx" presStyleIdx="4" presStyleCnt="6">
        <dgm:presLayoutVars>
          <dgm:chMax val="0"/>
          <dgm:chPref val="0"/>
        </dgm:presLayoutVars>
      </dgm:prSet>
      <dgm:spPr/>
    </dgm:pt>
    <dgm:pt modelId="{3ADF7FC5-5E85-474F-B10B-3363BAC112B6}" type="pres">
      <dgm:prSet presAssocID="{4D7703F4-71E8-41C1-9B26-3875A42018E9}" presName="txSpace" presStyleCnt="0"/>
      <dgm:spPr/>
    </dgm:pt>
    <dgm:pt modelId="{87C090D1-09A2-4B29-B5CB-00DFF7AAA8DD}" type="pres">
      <dgm:prSet presAssocID="{4D7703F4-71E8-41C1-9B26-3875A42018E9}" presName="desTx" presStyleLbl="revTx" presStyleIdx="5" presStyleCnt="6">
        <dgm:presLayoutVars/>
      </dgm:prSet>
      <dgm:spPr/>
    </dgm:pt>
  </dgm:ptLst>
  <dgm:cxnLst>
    <dgm:cxn modelId="{20063510-D347-445A-AC47-CABF702B06CA}" srcId="{9E8F7486-5F11-4242-ABE6-29F2EE217552}" destId="{4D7703F4-71E8-41C1-9B26-3875A42018E9}" srcOrd="2" destOrd="0" parTransId="{C87B7F2A-E213-432D-9D7E-A82AF76DBA2D}" sibTransId="{46B5A80E-B021-4AC0-A743-F25F222E61E4}"/>
    <dgm:cxn modelId="{1078E619-DB84-49BA-8807-6A1564C0ABCD}" type="presOf" srcId="{71C29AB0-08BE-4F3F-A69B-AEE123FEBC7C}" destId="{4591A821-60BE-4043-B54E-98B4734D6E89}" srcOrd="0" destOrd="0" presId="urn:microsoft.com/office/officeart/2018/5/layout/CenteredIconLabelDescriptionList"/>
    <dgm:cxn modelId="{AA59A832-1EE0-4243-97FE-9F0527A69C51}" srcId="{4D7703F4-71E8-41C1-9B26-3875A42018E9}" destId="{4F0BCEEF-FA74-4A3F-91DC-AF468A5E21A5}" srcOrd="0" destOrd="0" parTransId="{631588FC-E443-4CE3-BD26-745E784F0DD0}" sibTransId="{99947CA7-A17C-46AA-8FEE-A202034998CE}"/>
    <dgm:cxn modelId="{9EAE8843-2521-4D20-ADCA-D086C529FB27}" type="presOf" srcId="{D62E502F-08DF-45E4-859C-D63A0557FD16}" destId="{9A80F305-2A2C-4EDB-9683-7B87DB6DABED}" srcOrd="0" destOrd="0" presId="urn:microsoft.com/office/officeart/2018/5/layout/CenteredIconLabelDescriptionList"/>
    <dgm:cxn modelId="{A4F68546-5B48-4D2E-A728-C6BC2626CA76}" srcId="{ED35F25B-3121-4995-B376-725E4B1B8D5F}" destId="{BB23FD3E-666A-43FD-8471-BA6745183761}" srcOrd="1" destOrd="0" parTransId="{38347DE4-F8AB-4389-AB0A-B3C9EFDCC798}" sibTransId="{842B38B7-CD80-4F56-AC97-209DC2BAA222}"/>
    <dgm:cxn modelId="{D41D9D48-ACBA-4F63-86BD-6030957CD8DC}" srcId="{4D7703F4-71E8-41C1-9B26-3875A42018E9}" destId="{3AEE6EB7-1BF8-4F17-969F-5718D3A0A0BC}" srcOrd="1" destOrd="0" parTransId="{58C18AC0-CF66-4888-9AD3-003537A53BFA}" sibTransId="{26F1A8AF-7782-4CCF-A14E-3A5D1DBAB2F4}"/>
    <dgm:cxn modelId="{F987DC6E-AA03-42BF-9FF4-252EA74F8E11}" srcId="{71C29AB0-08BE-4F3F-A69B-AEE123FEBC7C}" destId="{5DC1AD25-3F12-4F4A-9902-004414A615E4}" srcOrd="0" destOrd="0" parTransId="{DEFF7134-0C85-4E08-B381-D542B820F350}" sibTransId="{988B8448-83E5-4ADE-9216-C31B5B26B708}"/>
    <dgm:cxn modelId="{8FF74850-5624-46A6-9569-2C6504965F52}" srcId="{ED35F25B-3121-4995-B376-725E4B1B8D5F}" destId="{D62E502F-08DF-45E4-859C-D63A0557FD16}" srcOrd="0" destOrd="0" parTransId="{817CACCA-86E1-44D7-B5DF-3C575A63B986}" sibTransId="{D590C0C8-CDA9-4D4C-9829-3295F6239E89}"/>
    <dgm:cxn modelId="{96DDCC50-C065-4B83-8C4A-5B6815851328}" type="presOf" srcId="{0D3FBD18-A654-46A7-B89D-8C08B90B2BB5}" destId="{154905C7-D607-4B68-80E1-379C1F8C92B5}" srcOrd="0" destOrd="1" presId="urn:microsoft.com/office/officeart/2018/5/layout/CenteredIconLabelDescriptionList"/>
    <dgm:cxn modelId="{C6AF7F57-A005-4ED7-BB93-C572833C50E1}" type="presOf" srcId="{BB23FD3E-666A-43FD-8471-BA6745183761}" destId="{9A80F305-2A2C-4EDB-9683-7B87DB6DABED}" srcOrd="0" destOrd="1" presId="urn:microsoft.com/office/officeart/2018/5/layout/CenteredIconLabelDescriptionList"/>
    <dgm:cxn modelId="{0208B59D-0AC5-4EBC-90A0-6B7E4FBD4003}" type="presOf" srcId="{4D7703F4-71E8-41C1-9B26-3875A42018E9}" destId="{BC537EA1-ECB1-4B21-84B0-6BC4E4836187}" srcOrd="0" destOrd="0" presId="urn:microsoft.com/office/officeart/2018/5/layout/CenteredIconLabelDescriptionList"/>
    <dgm:cxn modelId="{3703DEA4-2706-4BFD-9AAD-57F4E4E6D0B8}" srcId="{71C29AB0-08BE-4F3F-A69B-AEE123FEBC7C}" destId="{0D3FBD18-A654-46A7-B89D-8C08B90B2BB5}" srcOrd="1" destOrd="0" parTransId="{923249DC-8791-4902-9EC5-DFF3DB6D787B}" sibTransId="{08C913E9-A637-4F15-BF4D-CF6F4C7D49AD}"/>
    <dgm:cxn modelId="{F338D6A5-31EA-4C52-AB07-65D5BA6B01F8}" type="presOf" srcId="{5DC1AD25-3F12-4F4A-9902-004414A615E4}" destId="{154905C7-D607-4B68-80E1-379C1F8C92B5}" srcOrd="0" destOrd="0" presId="urn:microsoft.com/office/officeart/2018/5/layout/CenteredIconLabelDescriptionList"/>
    <dgm:cxn modelId="{7F2D28AB-B6CA-4D9E-8B8E-75465D50B2A0}" type="presOf" srcId="{9E8F7486-5F11-4242-ABE6-29F2EE217552}" destId="{F2803155-F9F8-4AD3-8489-AB655D0878ED}" srcOrd="0" destOrd="0" presId="urn:microsoft.com/office/officeart/2018/5/layout/CenteredIconLabelDescriptionList"/>
    <dgm:cxn modelId="{A57347C1-AEE2-4B0F-B492-9C91BED47117}" srcId="{9E8F7486-5F11-4242-ABE6-29F2EE217552}" destId="{71C29AB0-08BE-4F3F-A69B-AEE123FEBC7C}" srcOrd="0" destOrd="0" parTransId="{93F3FC85-8C62-472F-AEE3-BFF3AAFCC365}" sibTransId="{7B0BC330-C04D-462D-B7FF-7FDAD453BEBC}"/>
    <dgm:cxn modelId="{D5F873D3-7484-49EC-9E43-E6528FFA3D06}" type="presOf" srcId="{ED35F25B-3121-4995-B376-725E4B1B8D5F}" destId="{E7C5DEB9-B3E1-4D08-B796-9B0C453109EF}" srcOrd="0" destOrd="0" presId="urn:microsoft.com/office/officeart/2018/5/layout/CenteredIconLabelDescriptionList"/>
    <dgm:cxn modelId="{2A0FD4DC-15D1-4971-836D-06367995FD1C}" srcId="{9E8F7486-5F11-4242-ABE6-29F2EE217552}" destId="{ED35F25B-3121-4995-B376-725E4B1B8D5F}" srcOrd="1" destOrd="0" parTransId="{FF35081C-A570-4645-89E8-889BF749FCA5}" sibTransId="{C3DE6311-26FE-4D47-A6AB-1ED3CD75A709}"/>
    <dgm:cxn modelId="{8D621DDD-419D-4AB2-B205-C4A107EEB35F}" type="presOf" srcId="{3AEE6EB7-1BF8-4F17-969F-5718D3A0A0BC}" destId="{87C090D1-09A2-4B29-B5CB-00DFF7AAA8DD}" srcOrd="0" destOrd="1" presId="urn:microsoft.com/office/officeart/2018/5/layout/CenteredIconLabelDescriptionList"/>
    <dgm:cxn modelId="{AEB110F4-C95E-4326-AEE8-43D98CDFBB91}" type="presOf" srcId="{4F0BCEEF-FA74-4A3F-91DC-AF468A5E21A5}" destId="{87C090D1-09A2-4B29-B5CB-00DFF7AAA8DD}" srcOrd="0" destOrd="0" presId="urn:microsoft.com/office/officeart/2018/5/layout/CenteredIconLabelDescriptionList"/>
    <dgm:cxn modelId="{3FF7CA18-9A3A-41B9-9C0D-2B51EEEF7A74}" type="presParOf" srcId="{F2803155-F9F8-4AD3-8489-AB655D0878ED}" destId="{046C3152-C065-49AF-9314-0343846B7EB0}" srcOrd="0" destOrd="0" presId="urn:microsoft.com/office/officeart/2018/5/layout/CenteredIconLabelDescriptionList"/>
    <dgm:cxn modelId="{40F01A2D-7D02-426B-9F43-513FE02669C0}" type="presParOf" srcId="{046C3152-C065-49AF-9314-0343846B7EB0}" destId="{D0377CBB-E5DF-413D-AA4B-65A5FB256DAE}" srcOrd="0" destOrd="0" presId="urn:microsoft.com/office/officeart/2018/5/layout/CenteredIconLabelDescriptionList"/>
    <dgm:cxn modelId="{BC069B99-ED92-45EE-9C61-06BF6BCF2039}" type="presParOf" srcId="{046C3152-C065-49AF-9314-0343846B7EB0}" destId="{21158DA5-E107-4DB0-89DB-F21C9B429816}" srcOrd="1" destOrd="0" presId="urn:microsoft.com/office/officeart/2018/5/layout/CenteredIconLabelDescriptionList"/>
    <dgm:cxn modelId="{18496BF2-D10D-45C1-BFE4-3D071C88F57C}" type="presParOf" srcId="{046C3152-C065-49AF-9314-0343846B7EB0}" destId="{4591A821-60BE-4043-B54E-98B4734D6E89}" srcOrd="2" destOrd="0" presId="urn:microsoft.com/office/officeart/2018/5/layout/CenteredIconLabelDescriptionList"/>
    <dgm:cxn modelId="{51F22F9B-EA6C-4831-B187-E9D3E5FEBD76}" type="presParOf" srcId="{046C3152-C065-49AF-9314-0343846B7EB0}" destId="{43247F58-7FA1-4702-B967-C125C3B093CF}" srcOrd="3" destOrd="0" presId="urn:microsoft.com/office/officeart/2018/5/layout/CenteredIconLabelDescriptionList"/>
    <dgm:cxn modelId="{1A770271-3143-440F-A86E-1ACF9E7ACCDC}" type="presParOf" srcId="{046C3152-C065-49AF-9314-0343846B7EB0}" destId="{154905C7-D607-4B68-80E1-379C1F8C92B5}" srcOrd="4" destOrd="0" presId="urn:microsoft.com/office/officeart/2018/5/layout/CenteredIconLabelDescriptionList"/>
    <dgm:cxn modelId="{4E61D6B0-F7F2-4314-8918-425D81CCE5CF}" type="presParOf" srcId="{F2803155-F9F8-4AD3-8489-AB655D0878ED}" destId="{4F8BFDE0-1B87-4BB5-8458-A9561C4F9B23}" srcOrd="1" destOrd="0" presId="urn:microsoft.com/office/officeart/2018/5/layout/CenteredIconLabelDescriptionList"/>
    <dgm:cxn modelId="{2F899C3F-BD0D-4B7D-828C-A2F4230E27F4}" type="presParOf" srcId="{F2803155-F9F8-4AD3-8489-AB655D0878ED}" destId="{48218098-66AA-4EE3-A162-C38E915E626E}" srcOrd="2" destOrd="0" presId="urn:microsoft.com/office/officeart/2018/5/layout/CenteredIconLabelDescriptionList"/>
    <dgm:cxn modelId="{595C44E1-3C21-41BC-A3EC-ABBD35D8A4EC}" type="presParOf" srcId="{48218098-66AA-4EE3-A162-C38E915E626E}" destId="{DE2BCC4C-65BA-4E52-97BB-B93BFF29C98F}" srcOrd="0" destOrd="0" presId="urn:microsoft.com/office/officeart/2018/5/layout/CenteredIconLabelDescriptionList"/>
    <dgm:cxn modelId="{D05CDE08-C210-4ECB-95C2-D9C2AE08175C}" type="presParOf" srcId="{48218098-66AA-4EE3-A162-C38E915E626E}" destId="{5626B00C-961B-4E6D-8B50-218DCE72F0A0}" srcOrd="1" destOrd="0" presId="urn:microsoft.com/office/officeart/2018/5/layout/CenteredIconLabelDescriptionList"/>
    <dgm:cxn modelId="{4A37CE66-0219-4D5C-837F-22F9570910C7}" type="presParOf" srcId="{48218098-66AA-4EE3-A162-C38E915E626E}" destId="{E7C5DEB9-B3E1-4D08-B796-9B0C453109EF}" srcOrd="2" destOrd="0" presId="urn:microsoft.com/office/officeart/2018/5/layout/CenteredIconLabelDescriptionList"/>
    <dgm:cxn modelId="{3F5F18D4-2C5A-4347-963C-1A3EB38E8C4B}" type="presParOf" srcId="{48218098-66AA-4EE3-A162-C38E915E626E}" destId="{75DBDA6E-F0C0-4310-BE35-A80B7AD13651}" srcOrd="3" destOrd="0" presId="urn:microsoft.com/office/officeart/2018/5/layout/CenteredIconLabelDescriptionList"/>
    <dgm:cxn modelId="{0821BFA6-BDF5-46AE-8FB5-A181F4D01145}" type="presParOf" srcId="{48218098-66AA-4EE3-A162-C38E915E626E}" destId="{9A80F305-2A2C-4EDB-9683-7B87DB6DABED}" srcOrd="4" destOrd="0" presId="urn:microsoft.com/office/officeart/2018/5/layout/CenteredIconLabelDescriptionList"/>
    <dgm:cxn modelId="{7EF6970F-9469-4A07-806F-966BB71DA59F}" type="presParOf" srcId="{F2803155-F9F8-4AD3-8489-AB655D0878ED}" destId="{7FCA7E50-223A-4F0B-9227-D8D411E2F67E}" srcOrd="3" destOrd="0" presId="urn:microsoft.com/office/officeart/2018/5/layout/CenteredIconLabelDescriptionList"/>
    <dgm:cxn modelId="{45570769-EB44-43CE-9C94-4CDF40C745E0}" type="presParOf" srcId="{F2803155-F9F8-4AD3-8489-AB655D0878ED}" destId="{3DEDB13C-8BFE-4744-B5C4-6D6130DC782A}" srcOrd="4" destOrd="0" presId="urn:microsoft.com/office/officeart/2018/5/layout/CenteredIconLabelDescriptionList"/>
    <dgm:cxn modelId="{CF451ECB-DC43-4456-8FC5-5D6E29E98358}" type="presParOf" srcId="{3DEDB13C-8BFE-4744-B5C4-6D6130DC782A}" destId="{58B87636-A0A4-4E32-AA41-170FAD83A3E2}" srcOrd="0" destOrd="0" presId="urn:microsoft.com/office/officeart/2018/5/layout/CenteredIconLabelDescriptionList"/>
    <dgm:cxn modelId="{A12F0D33-E6A0-4B3F-B817-7F2EAC29D440}" type="presParOf" srcId="{3DEDB13C-8BFE-4744-B5C4-6D6130DC782A}" destId="{F1EFA396-39CA-46C7-958F-79DC6FEA6EB2}" srcOrd="1" destOrd="0" presId="urn:microsoft.com/office/officeart/2018/5/layout/CenteredIconLabelDescriptionList"/>
    <dgm:cxn modelId="{D23D00EE-8511-4BEA-8829-A294C1F667E3}" type="presParOf" srcId="{3DEDB13C-8BFE-4744-B5C4-6D6130DC782A}" destId="{BC537EA1-ECB1-4B21-84B0-6BC4E4836187}" srcOrd="2" destOrd="0" presId="urn:microsoft.com/office/officeart/2018/5/layout/CenteredIconLabelDescriptionList"/>
    <dgm:cxn modelId="{F4E035F9-59E0-4D53-9F10-6E0B23D1B342}" type="presParOf" srcId="{3DEDB13C-8BFE-4744-B5C4-6D6130DC782A}" destId="{3ADF7FC5-5E85-474F-B10B-3363BAC112B6}" srcOrd="3" destOrd="0" presId="urn:microsoft.com/office/officeart/2018/5/layout/CenteredIconLabelDescriptionList"/>
    <dgm:cxn modelId="{722A486C-CDFF-4AAC-A67B-91D94D70B399}" type="presParOf" srcId="{3DEDB13C-8BFE-4744-B5C4-6D6130DC782A}" destId="{87C090D1-09A2-4B29-B5CB-00DFF7AAA8D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E8F7486-5F11-4242-ABE6-29F2EE21755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E17FDEE6-1B0D-4045-87D7-7E56C5C7B51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Small value items</a:t>
          </a:r>
        </a:p>
      </dgm:t>
    </dgm:pt>
    <dgm:pt modelId="{F8419D01-383F-4671-988F-E0795AC753B7}" type="parTrans" cxnId="{303E1287-9C4A-474D-A19B-EE4DCEA1E51B}">
      <dgm:prSet/>
      <dgm:spPr/>
      <dgm:t>
        <a:bodyPr/>
        <a:lstStyle/>
        <a:p>
          <a:endParaRPr lang="tr-TR"/>
        </a:p>
      </dgm:t>
    </dgm:pt>
    <dgm:pt modelId="{995E93E4-7F3C-4F9B-BF2A-0E3AFDB821F2}" type="sibTrans" cxnId="{303E1287-9C4A-474D-A19B-EE4DCEA1E51B}">
      <dgm:prSet/>
      <dgm:spPr/>
      <dgm:t>
        <a:bodyPr/>
        <a:lstStyle/>
        <a:p>
          <a:endParaRPr lang="tr-TR"/>
        </a:p>
      </dgm:t>
    </dgm:pt>
    <dgm:pt modelId="{36FD021B-B7C5-4745-A4A3-1F6F565470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merchant may accept a valid small-value transaction</a:t>
          </a:r>
          <a:endParaRPr lang="tr-TR"/>
        </a:p>
      </dgm:t>
    </dgm:pt>
    <dgm:pt modelId="{4A73A750-9951-4A59-A235-334761AFF22D}" type="parTrans" cxnId="{5F627CD2-293F-4D64-9BD0-F15E9D7673E2}">
      <dgm:prSet/>
      <dgm:spPr/>
      <dgm:t>
        <a:bodyPr/>
        <a:lstStyle/>
        <a:p>
          <a:endParaRPr lang="tr-TR"/>
        </a:p>
      </dgm:t>
    </dgm:pt>
    <dgm:pt modelId="{BBA1E441-8CB0-4374-BB76-D83387C70819}" type="sibTrans" cxnId="{5F627CD2-293F-4D64-9BD0-F15E9D7673E2}">
      <dgm:prSet/>
      <dgm:spPr/>
      <dgm:t>
        <a:bodyPr/>
        <a:lstStyle/>
        <a:p>
          <a:endParaRPr lang="tr-TR"/>
        </a:p>
      </dgm:t>
    </dgm:pt>
    <dgm:pt modelId="{485BF108-4C28-4710-A070-17DCA6DFFB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Risk</a:t>
          </a:r>
        </a:p>
      </dgm:t>
    </dgm:pt>
    <dgm:pt modelId="{9D1E00B7-067E-44C8-BBFC-46668E8636B3}" type="parTrans" cxnId="{24112E35-0C2C-4355-B2A6-718C83476BB7}">
      <dgm:prSet/>
      <dgm:spPr/>
      <dgm:t>
        <a:bodyPr/>
        <a:lstStyle/>
        <a:p>
          <a:endParaRPr lang="tr-TR"/>
        </a:p>
      </dgm:t>
    </dgm:pt>
    <dgm:pt modelId="{0594EA29-949C-4CCD-8976-6F0418FA1C99}" type="sibTrans" cxnId="{24112E35-0C2C-4355-B2A6-718C83476BB7}">
      <dgm:prSet/>
      <dgm:spPr/>
      <dgm:t>
        <a:bodyPr/>
        <a:lstStyle/>
        <a:p>
          <a:endParaRPr lang="tr-TR"/>
        </a:p>
      </dgm:t>
    </dgm:pt>
    <dgm:pt modelId="{68BCB088-C21C-46F1-89D2-AAC74ED9D03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10 miutes </a:t>
          </a:r>
          <a:r>
            <a:rPr lang="en-US"/>
            <a:t>delay is unnecessary</a:t>
          </a:r>
          <a:endParaRPr lang="tr-TR"/>
        </a:p>
      </dgm:t>
    </dgm:pt>
    <dgm:pt modelId="{FB2DA3D9-B09C-4A33-A59C-5D0E0B72BE9F}" type="parTrans" cxnId="{082F70B0-06C0-4663-956B-FE26C22ACDDB}">
      <dgm:prSet/>
      <dgm:spPr/>
      <dgm:t>
        <a:bodyPr/>
        <a:lstStyle/>
        <a:p>
          <a:endParaRPr lang="tr-TR"/>
        </a:p>
      </dgm:t>
    </dgm:pt>
    <dgm:pt modelId="{CC4B11A8-8A30-4FFD-8458-6089A4DD6303}" type="sibTrans" cxnId="{082F70B0-06C0-4663-956B-FE26C22ACDDB}">
      <dgm:prSet/>
      <dgm:spPr/>
      <dgm:t>
        <a:bodyPr/>
        <a:lstStyle/>
        <a:p>
          <a:endParaRPr lang="tr-TR"/>
        </a:p>
      </dgm:t>
    </dgm:pt>
    <dgm:pt modelId="{0F85608E-3AE6-4DF6-B6D7-150369B16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risk</a:t>
          </a:r>
          <a:r>
            <a:rPr lang="tr-TR"/>
            <a:t>y</a:t>
          </a:r>
          <a:r>
            <a:rPr lang="en-US"/>
            <a:t> than a credit card payment</a:t>
          </a:r>
          <a:r>
            <a:rPr lang="tr-TR"/>
            <a:t> </a:t>
          </a:r>
          <a:r>
            <a:rPr lang="en-US"/>
            <a:t>made</a:t>
          </a:r>
          <a:endParaRPr lang="tr-TR"/>
        </a:p>
      </dgm:t>
    </dgm:pt>
    <dgm:pt modelId="{645D4FB0-E58F-44DC-B1CC-1725B2B2CA89}" type="parTrans" cxnId="{23F272E8-60C2-49CF-BF79-5E570B86EC9F}">
      <dgm:prSet/>
      <dgm:spPr/>
      <dgm:t>
        <a:bodyPr/>
        <a:lstStyle/>
        <a:p>
          <a:endParaRPr lang="tr-TR"/>
        </a:p>
      </dgm:t>
    </dgm:pt>
    <dgm:pt modelId="{4D6CD04D-FC55-4FD3-BC8F-A328DA3E546A}" type="sibTrans" cxnId="{23F272E8-60C2-49CF-BF79-5E570B86EC9F}">
      <dgm:prSet/>
      <dgm:spPr/>
      <dgm:t>
        <a:bodyPr/>
        <a:lstStyle/>
        <a:p>
          <a:endParaRPr lang="tr-TR"/>
        </a:p>
      </dgm:t>
    </dgm:pt>
    <dgm:pt modelId="{AFC9C7E9-477F-4A61-AF54-EE8B4B316E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a cup of</a:t>
          </a:r>
          <a:r>
            <a:rPr lang="tr-TR"/>
            <a:t> </a:t>
          </a:r>
          <a:r>
            <a:rPr lang="en-US"/>
            <a:t>coffee </a:t>
          </a:r>
          <a:endParaRPr lang="tr-TR"/>
        </a:p>
      </dgm:t>
    </dgm:pt>
    <dgm:pt modelId="{6FC87F17-F8B1-44BB-A981-9D5EEC31B625}" type="parTrans" cxnId="{39EF8644-9683-49F0-8ACC-181C1A73B67E}">
      <dgm:prSet/>
      <dgm:spPr/>
      <dgm:t>
        <a:bodyPr/>
        <a:lstStyle/>
        <a:p>
          <a:endParaRPr lang="tr-TR"/>
        </a:p>
      </dgm:t>
    </dgm:pt>
    <dgm:pt modelId="{F24924E8-36FD-4D2E-8E14-37A5987C6E35}" type="sibTrans" cxnId="{39EF8644-9683-49F0-8ACC-181C1A73B67E}">
      <dgm:prSet/>
      <dgm:spPr/>
      <dgm:t>
        <a:bodyPr/>
        <a:lstStyle/>
        <a:p>
          <a:endParaRPr lang="tr-TR"/>
        </a:p>
      </dgm:t>
    </dgm:pt>
    <dgm:pt modelId="{B11D6E12-A5C4-435E-BB15-5F16522DCF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small-value items</a:t>
          </a:r>
          <a:endParaRPr lang="tr-TR"/>
        </a:p>
      </dgm:t>
    </dgm:pt>
    <dgm:pt modelId="{BD9AF8D2-833B-4E8D-80F2-5E2E0F29D39D}" type="parTrans" cxnId="{AED1B8E2-D02E-4621-B404-4F65FFE0A373}">
      <dgm:prSet/>
      <dgm:spPr/>
      <dgm:t>
        <a:bodyPr/>
        <a:lstStyle/>
        <a:p>
          <a:endParaRPr lang="tr-TR"/>
        </a:p>
      </dgm:t>
    </dgm:pt>
    <dgm:pt modelId="{559E1407-15CB-46BF-9A63-6C048847F5FA}" type="sibTrans" cxnId="{AED1B8E2-D02E-4621-B404-4F65FFE0A373}">
      <dgm:prSet/>
      <dgm:spPr/>
      <dgm:t>
        <a:bodyPr/>
        <a:lstStyle/>
        <a:p>
          <a:endParaRPr lang="tr-TR"/>
        </a:p>
      </dgm:t>
    </dgm:pt>
    <dgm:pt modelId="{26177401-7E6F-4BED-8434-BA3210C0C9B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Simplify</a:t>
          </a:r>
        </a:p>
      </dgm:t>
    </dgm:pt>
    <dgm:pt modelId="{502E1C5E-FF20-4421-A4FF-0BCA119C81D0}" type="parTrans" cxnId="{814BBCA4-A45B-4F88-9DC3-27D22682BE15}">
      <dgm:prSet/>
      <dgm:spPr/>
      <dgm:t>
        <a:bodyPr/>
        <a:lstStyle/>
        <a:p>
          <a:endParaRPr lang="tr-TR"/>
        </a:p>
      </dgm:t>
    </dgm:pt>
    <dgm:pt modelId="{001C3A50-3C3C-4C93-B131-F4EFFCDD4A20}" type="sibTrans" cxnId="{814BBCA4-A45B-4F88-9DC3-27D22682BE15}">
      <dgm:prSet/>
      <dgm:spPr/>
      <dgm:t>
        <a:bodyPr/>
        <a:lstStyle/>
        <a:p>
          <a:endParaRPr lang="tr-TR"/>
        </a:p>
      </dgm:t>
    </dgm:pt>
    <dgm:pt modelId="{4AA61BBA-F79F-4B8C-8EF7-ADC1012EF5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</a:t>
          </a:r>
          <a:r>
            <a:rPr lang="tr-TR"/>
            <a:t> </a:t>
          </a:r>
          <a:r>
            <a:rPr lang="en-US"/>
            <a:t>no confirmations</a:t>
          </a:r>
          <a:endParaRPr lang="tr-TR"/>
        </a:p>
      </dgm:t>
    </dgm:pt>
    <dgm:pt modelId="{4EDC6AD6-4B5A-45B5-936F-0B16F01BEC46}" type="parTrans" cxnId="{E8B4B2A0-84FD-48A1-BA78-288DB73B4A9F}">
      <dgm:prSet/>
      <dgm:spPr/>
      <dgm:t>
        <a:bodyPr/>
        <a:lstStyle/>
        <a:p>
          <a:endParaRPr lang="tr-TR"/>
        </a:p>
      </dgm:t>
    </dgm:pt>
    <dgm:pt modelId="{F11767FD-C44D-4045-98B2-B1C782595089}" type="sibTrans" cxnId="{E8B4B2A0-84FD-48A1-BA78-288DB73B4A9F}">
      <dgm:prSet/>
      <dgm:spPr/>
      <dgm:t>
        <a:bodyPr/>
        <a:lstStyle/>
        <a:p>
          <a:endParaRPr lang="tr-TR"/>
        </a:p>
      </dgm:t>
    </dgm:pt>
    <dgm:pt modelId="{9460BF6D-10ED-49F4-9B85-1AD4C9BAC7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an ID or a signature, </a:t>
          </a:r>
          <a:endParaRPr lang="tr-TR"/>
        </a:p>
      </dgm:t>
    </dgm:pt>
    <dgm:pt modelId="{76F05E44-FC95-410C-AA6D-9B8DBF3806FE}" type="parTrans" cxnId="{852150F0-0C4E-4174-BCC8-B042951FB5CC}">
      <dgm:prSet/>
      <dgm:spPr/>
      <dgm:t>
        <a:bodyPr/>
        <a:lstStyle/>
        <a:p>
          <a:endParaRPr lang="tr-TR"/>
        </a:p>
      </dgm:t>
    </dgm:pt>
    <dgm:pt modelId="{3B5053DE-7708-4BD1-99AF-752C591268D8}" type="sibTrans" cxnId="{852150F0-0C4E-4174-BCC8-B042951FB5CC}">
      <dgm:prSet/>
      <dgm:spPr/>
      <dgm:t>
        <a:bodyPr/>
        <a:lstStyle/>
        <a:p>
          <a:endParaRPr lang="tr-TR"/>
        </a:p>
      </dgm:t>
    </dgm:pt>
    <dgm:pt modelId="{F10F93F0-B5FD-4189-B5A5-E1D54B5D42CF}" type="pres">
      <dgm:prSet presAssocID="{9E8F7486-5F11-4242-ABE6-29F2EE217552}" presName="root" presStyleCnt="0">
        <dgm:presLayoutVars>
          <dgm:dir/>
          <dgm:resizeHandles val="exact"/>
        </dgm:presLayoutVars>
      </dgm:prSet>
      <dgm:spPr/>
    </dgm:pt>
    <dgm:pt modelId="{45FDB551-9FFA-48BC-B47C-C9ECB98B6BDF}" type="pres">
      <dgm:prSet presAssocID="{E17FDEE6-1B0D-4045-87D7-7E56C5C7B518}" presName="compNode" presStyleCnt="0"/>
      <dgm:spPr/>
    </dgm:pt>
    <dgm:pt modelId="{0B673C7E-5EE6-43DB-A189-DCC0D2D542F4}" type="pres">
      <dgm:prSet presAssocID="{E17FDEE6-1B0D-4045-87D7-7E56C5C7B5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on"/>
        </a:ext>
      </dgm:extLst>
    </dgm:pt>
    <dgm:pt modelId="{7BB1BC91-C775-449B-918A-573E55836A8B}" type="pres">
      <dgm:prSet presAssocID="{E17FDEE6-1B0D-4045-87D7-7E56C5C7B518}" presName="iconSpace" presStyleCnt="0"/>
      <dgm:spPr/>
    </dgm:pt>
    <dgm:pt modelId="{321F905D-3DD0-4942-8C01-C7FE1585B604}" type="pres">
      <dgm:prSet presAssocID="{E17FDEE6-1B0D-4045-87D7-7E56C5C7B518}" presName="parTx" presStyleLbl="revTx" presStyleIdx="0" presStyleCnt="6">
        <dgm:presLayoutVars>
          <dgm:chMax val="0"/>
          <dgm:chPref val="0"/>
        </dgm:presLayoutVars>
      </dgm:prSet>
      <dgm:spPr/>
    </dgm:pt>
    <dgm:pt modelId="{92518522-7256-414F-88B2-7D0274411B03}" type="pres">
      <dgm:prSet presAssocID="{E17FDEE6-1B0D-4045-87D7-7E56C5C7B518}" presName="txSpace" presStyleCnt="0"/>
      <dgm:spPr/>
    </dgm:pt>
    <dgm:pt modelId="{6CC82376-BD6C-4443-9121-0CEBF76D1227}" type="pres">
      <dgm:prSet presAssocID="{E17FDEE6-1B0D-4045-87D7-7E56C5C7B518}" presName="desTx" presStyleLbl="revTx" presStyleIdx="1" presStyleCnt="6">
        <dgm:presLayoutVars/>
      </dgm:prSet>
      <dgm:spPr/>
    </dgm:pt>
    <dgm:pt modelId="{E5132040-FE00-4E8F-8EEE-4D297B392B88}" type="pres">
      <dgm:prSet presAssocID="{995E93E4-7F3C-4F9B-BF2A-0E3AFDB821F2}" presName="sibTrans" presStyleCnt="0"/>
      <dgm:spPr/>
    </dgm:pt>
    <dgm:pt modelId="{16E73872-ED69-4CAE-9F69-B5BC3882A478}" type="pres">
      <dgm:prSet presAssocID="{26177401-7E6F-4BED-8434-BA3210C0C9B1}" presName="compNode" presStyleCnt="0"/>
      <dgm:spPr/>
    </dgm:pt>
    <dgm:pt modelId="{D80AA916-A531-41AE-B05D-5E12C2C768C0}" type="pres">
      <dgm:prSet presAssocID="{26177401-7E6F-4BED-8434-BA3210C0C9B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59E6AED9-38A4-4D7C-B3AD-DA851EACAE5B}" type="pres">
      <dgm:prSet presAssocID="{26177401-7E6F-4BED-8434-BA3210C0C9B1}" presName="iconSpace" presStyleCnt="0"/>
      <dgm:spPr/>
    </dgm:pt>
    <dgm:pt modelId="{2C545281-4692-4112-8028-86CF842CA99F}" type="pres">
      <dgm:prSet presAssocID="{26177401-7E6F-4BED-8434-BA3210C0C9B1}" presName="parTx" presStyleLbl="revTx" presStyleIdx="2" presStyleCnt="6">
        <dgm:presLayoutVars>
          <dgm:chMax val="0"/>
          <dgm:chPref val="0"/>
        </dgm:presLayoutVars>
      </dgm:prSet>
      <dgm:spPr/>
    </dgm:pt>
    <dgm:pt modelId="{0249343E-E71B-4DA4-BE2F-83E31DE7FB00}" type="pres">
      <dgm:prSet presAssocID="{26177401-7E6F-4BED-8434-BA3210C0C9B1}" presName="txSpace" presStyleCnt="0"/>
      <dgm:spPr/>
    </dgm:pt>
    <dgm:pt modelId="{F6BC7FBD-F79D-4B87-A9EB-295565FBC716}" type="pres">
      <dgm:prSet presAssocID="{26177401-7E6F-4BED-8434-BA3210C0C9B1}" presName="desTx" presStyleLbl="revTx" presStyleIdx="3" presStyleCnt="6">
        <dgm:presLayoutVars/>
      </dgm:prSet>
      <dgm:spPr/>
    </dgm:pt>
    <dgm:pt modelId="{92EC348A-8627-4809-A15B-9C0AAAE5273F}" type="pres">
      <dgm:prSet presAssocID="{001C3A50-3C3C-4C93-B131-F4EFFCDD4A20}" presName="sibTrans" presStyleCnt="0"/>
      <dgm:spPr/>
    </dgm:pt>
    <dgm:pt modelId="{C2590721-4AC9-4DFD-AA0B-34673D046B4B}" type="pres">
      <dgm:prSet presAssocID="{485BF108-4C28-4710-A070-17DCA6DFFBBA}" presName="compNode" presStyleCnt="0"/>
      <dgm:spPr/>
    </dgm:pt>
    <dgm:pt modelId="{557CC395-E8DF-4D2C-A49B-69EF415EC53E}" type="pres">
      <dgm:prSet presAssocID="{485BF108-4C28-4710-A070-17DCA6DFFBB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FB23C1E-8437-41E7-97A3-D8BDFA663D54}" type="pres">
      <dgm:prSet presAssocID="{485BF108-4C28-4710-A070-17DCA6DFFBBA}" presName="iconSpace" presStyleCnt="0"/>
      <dgm:spPr/>
    </dgm:pt>
    <dgm:pt modelId="{25DB6E4D-5BDE-4BBA-9D25-ABC2789C73A0}" type="pres">
      <dgm:prSet presAssocID="{485BF108-4C28-4710-A070-17DCA6DFFBBA}" presName="parTx" presStyleLbl="revTx" presStyleIdx="4" presStyleCnt="6">
        <dgm:presLayoutVars>
          <dgm:chMax val="0"/>
          <dgm:chPref val="0"/>
        </dgm:presLayoutVars>
      </dgm:prSet>
      <dgm:spPr/>
    </dgm:pt>
    <dgm:pt modelId="{1A9DC175-F16B-4F44-B6E1-843F7D28D8F4}" type="pres">
      <dgm:prSet presAssocID="{485BF108-4C28-4710-A070-17DCA6DFFBBA}" presName="txSpace" presStyleCnt="0"/>
      <dgm:spPr/>
    </dgm:pt>
    <dgm:pt modelId="{066D8D21-ABF6-400E-A5AB-9109D06D4D34}" type="pres">
      <dgm:prSet presAssocID="{485BF108-4C28-4710-A070-17DCA6DFFBBA}" presName="desTx" presStyleLbl="revTx" presStyleIdx="5" presStyleCnt="6">
        <dgm:presLayoutVars/>
      </dgm:prSet>
      <dgm:spPr/>
    </dgm:pt>
  </dgm:ptLst>
  <dgm:cxnLst>
    <dgm:cxn modelId="{24112E35-0C2C-4355-B2A6-718C83476BB7}" srcId="{9E8F7486-5F11-4242-ABE6-29F2EE217552}" destId="{485BF108-4C28-4710-A070-17DCA6DFFBBA}" srcOrd="2" destOrd="0" parTransId="{9D1E00B7-067E-44C8-BBFC-46668E8636B3}" sibTransId="{0594EA29-949C-4CCD-8976-6F0418FA1C99}"/>
    <dgm:cxn modelId="{8AC53D5B-C18B-42B7-95CB-7FB5844EDF69}" type="presOf" srcId="{26177401-7E6F-4BED-8434-BA3210C0C9B1}" destId="{2C545281-4692-4112-8028-86CF842CA99F}" srcOrd="0" destOrd="0" presId="urn:microsoft.com/office/officeart/2018/5/layout/CenteredIconLabelDescriptionList"/>
    <dgm:cxn modelId="{3336615E-AAFC-4FAE-8DE3-CF5B3B71AC69}" type="presOf" srcId="{68BCB088-C21C-46F1-89D2-AAC74ED9D037}" destId="{6CC82376-BD6C-4443-9121-0CEBF76D1227}" srcOrd="0" destOrd="0" presId="urn:microsoft.com/office/officeart/2018/5/layout/CenteredIconLabelDescriptionList"/>
    <dgm:cxn modelId="{D7190842-8600-4B22-885F-424AD8B7DFF1}" type="presOf" srcId="{E17FDEE6-1B0D-4045-87D7-7E56C5C7B518}" destId="{321F905D-3DD0-4942-8C01-C7FE1585B604}" srcOrd="0" destOrd="0" presId="urn:microsoft.com/office/officeart/2018/5/layout/CenteredIconLabelDescriptionList"/>
    <dgm:cxn modelId="{39EF8644-9683-49F0-8ACC-181C1A73B67E}" srcId="{E17FDEE6-1B0D-4045-87D7-7E56C5C7B518}" destId="{AFC9C7E9-477F-4A61-AF54-EE8B4B316EDA}" srcOrd="2" destOrd="0" parTransId="{6FC87F17-F8B1-44BB-A981-9D5EEC31B625}" sibTransId="{F24924E8-36FD-4D2E-8E14-37A5987C6E35}"/>
    <dgm:cxn modelId="{85EE966A-B71B-4370-92B2-5F3EEDF3C5FE}" type="presOf" srcId="{0F85608E-3AE6-4DF6-B6D7-150369B160CB}" destId="{066D8D21-ABF6-400E-A5AB-9109D06D4D34}" srcOrd="0" destOrd="0" presId="urn:microsoft.com/office/officeart/2018/5/layout/CenteredIconLabelDescriptionList"/>
    <dgm:cxn modelId="{35026370-1F93-40DE-8DB5-4089C82048EA}" type="presOf" srcId="{B11D6E12-A5C4-435E-BB15-5F16522DCFD3}" destId="{6CC82376-BD6C-4443-9121-0CEBF76D1227}" srcOrd="0" destOrd="1" presId="urn:microsoft.com/office/officeart/2018/5/layout/CenteredIconLabelDescriptionList"/>
    <dgm:cxn modelId="{EB560D7D-75F0-4620-8DAD-C610C8530BEC}" type="presOf" srcId="{4AA61BBA-F79F-4B8C-8EF7-ADC1012EF58E}" destId="{F6BC7FBD-F79D-4B87-A9EB-295565FBC716}" srcOrd="0" destOrd="1" presId="urn:microsoft.com/office/officeart/2018/5/layout/CenteredIconLabelDescriptionList"/>
    <dgm:cxn modelId="{303E1287-9C4A-474D-A19B-EE4DCEA1E51B}" srcId="{9E8F7486-5F11-4242-ABE6-29F2EE217552}" destId="{E17FDEE6-1B0D-4045-87D7-7E56C5C7B518}" srcOrd="0" destOrd="0" parTransId="{F8419D01-383F-4671-988F-E0795AC753B7}" sibTransId="{995E93E4-7F3C-4F9B-BF2A-0E3AFDB821F2}"/>
    <dgm:cxn modelId="{E8B4B2A0-84FD-48A1-BA78-288DB73B4A9F}" srcId="{26177401-7E6F-4BED-8434-BA3210C0C9B1}" destId="{4AA61BBA-F79F-4B8C-8EF7-ADC1012EF58E}" srcOrd="1" destOrd="0" parTransId="{4EDC6AD6-4B5A-45B5-936F-0B16F01BEC46}" sibTransId="{F11767FD-C44D-4045-98B2-B1C782595089}"/>
    <dgm:cxn modelId="{814BBCA4-A45B-4F88-9DC3-27D22682BE15}" srcId="{9E8F7486-5F11-4242-ABE6-29F2EE217552}" destId="{26177401-7E6F-4BED-8434-BA3210C0C9B1}" srcOrd="1" destOrd="0" parTransId="{502E1C5E-FF20-4421-A4FF-0BCA119C81D0}" sibTransId="{001C3A50-3C3C-4C93-B131-F4EFFCDD4A20}"/>
    <dgm:cxn modelId="{082F70B0-06C0-4663-956B-FE26C22ACDDB}" srcId="{E17FDEE6-1B0D-4045-87D7-7E56C5C7B518}" destId="{68BCB088-C21C-46F1-89D2-AAC74ED9D037}" srcOrd="0" destOrd="0" parTransId="{FB2DA3D9-B09C-4A33-A59C-5D0E0B72BE9F}" sibTransId="{CC4B11A8-8A30-4FFD-8458-6089A4DD6303}"/>
    <dgm:cxn modelId="{565467B2-0E73-427C-99FF-06D045D50351}" type="presOf" srcId="{9460BF6D-10ED-49F4-9B85-1AD4C9BAC7FB}" destId="{066D8D21-ABF6-400E-A5AB-9109D06D4D34}" srcOrd="0" destOrd="1" presId="urn:microsoft.com/office/officeart/2018/5/layout/CenteredIconLabelDescriptionList"/>
    <dgm:cxn modelId="{A221E3B7-40E6-4DE4-8AFD-EC888D00D6AB}" type="presOf" srcId="{AFC9C7E9-477F-4A61-AF54-EE8B4B316EDA}" destId="{6CC82376-BD6C-4443-9121-0CEBF76D1227}" srcOrd="0" destOrd="2" presId="urn:microsoft.com/office/officeart/2018/5/layout/CenteredIconLabelDescriptionList"/>
    <dgm:cxn modelId="{F3FC51CB-BD9D-4C2D-B701-EF05631354F5}" type="presOf" srcId="{485BF108-4C28-4710-A070-17DCA6DFFBBA}" destId="{25DB6E4D-5BDE-4BBA-9D25-ABC2789C73A0}" srcOrd="0" destOrd="0" presId="urn:microsoft.com/office/officeart/2018/5/layout/CenteredIconLabelDescriptionList"/>
    <dgm:cxn modelId="{5F627CD2-293F-4D64-9BD0-F15E9D7673E2}" srcId="{26177401-7E6F-4BED-8434-BA3210C0C9B1}" destId="{36FD021B-B7C5-4745-A4A3-1F6F56547021}" srcOrd="0" destOrd="0" parTransId="{4A73A750-9951-4A59-A235-334761AFF22D}" sibTransId="{BBA1E441-8CB0-4374-BB76-D83387C70819}"/>
    <dgm:cxn modelId="{AED1B8E2-D02E-4621-B404-4F65FFE0A373}" srcId="{E17FDEE6-1B0D-4045-87D7-7E56C5C7B518}" destId="{B11D6E12-A5C4-435E-BB15-5F16522DCFD3}" srcOrd="1" destOrd="0" parTransId="{BD9AF8D2-833B-4E8D-80F2-5E2E0F29D39D}" sibTransId="{559E1407-15CB-46BF-9A63-6C048847F5FA}"/>
    <dgm:cxn modelId="{E4770BE8-FE27-4A91-9E84-80E0AAAB4B7F}" type="presOf" srcId="{9E8F7486-5F11-4242-ABE6-29F2EE217552}" destId="{F10F93F0-B5FD-4189-B5A5-E1D54B5D42CF}" srcOrd="0" destOrd="0" presId="urn:microsoft.com/office/officeart/2018/5/layout/CenteredIconLabelDescriptionList"/>
    <dgm:cxn modelId="{23F272E8-60C2-49CF-BF79-5E570B86EC9F}" srcId="{485BF108-4C28-4710-A070-17DCA6DFFBBA}" destId="{0F85608E-3AE6-4DF6-B6D7-150369B160CB}" srcOrd="0" destOrd="0" parTransId="{645D4FB0-E58F-44DC-B1CC-1725B2B2CA89}" sibTransId="{4D6CD04D-FC55-4FD3-BC8F-A328DA3E546A}"/>
    <dgm:cxn modelId="{852150F0-0C4E-4174-BCC8-B042951FB5CC}" srcId="{485BF108-4C28-4710-A070-17DCA6DFFBBA}" destId="{9460BF6D-10ED-49F4-9B85-1AD4C9BAC7FB}" srcOrd="1" destOrd="0" parTransId="{76F05E44-FC95-410C-AA6D-9B8DBF3806FE}" sibTransId="{3B5053DE-7708-4BD1-99AF-752C591268D8}"/>
    <dgm:cxn modelId="{E8EC97FD-60E4-4AC9-9284-C78F38E99602}" type="presOf" srcId="{36FD021B-B7C5-4745-A4A3-1F6F56547021}" destId="{F6BC7FBD-F79D-4B87-A9EB-295565FBC716}" srcOrd="0" destOrd="0" presId="urn:microsoft.com/office/officeart/2018/5/layout/CenteredIconLabelDescriptionList"/>
    <dgm:cxn modelId="{95D94AFA-61A4-435A-A905-99CFB81AD242}" type="presParOf" srcId="{F10F93F0-B5FD-4189-B5A5-E1D54B5D42CF}" destId="{45FDB551-9FFA-48BC-B47C-C9ECB98B6BDF}" srcOrd="0" destOrd="0" presId="urn:microsoft.com/office/officeart/2018/5/layout/CenteredIconLabelDescriptionList"/>
    <dgm:cxn modelId="{BF903923-8E60-43FA-B256-861CC6C017A0}" type="presParOf" srcId="{45FDB551-9FFA-48BC-B47C-C9ECB98B6BDF}" destId="{0B673C7E-5EE6-43DB-A189-DCC0D2D542F4}" srcOrd="0" destOrd="0" presId="urn:microsoft.com/office/officeart/2018/5/layout/CenteredIconLabelDescriptionList"/>
    <dgm:cxn modelId="{973CF362-4DC4-472B-A7EB-09657418B805}" type="presParOf" srcId="{45FDB551-9FFA-48BC-B47C-C9ECB98B6BDF}" destId="{7BB1BC91-C775-449B-918A-573E55836A8B}" srcOrd="1" destOrd="0" presId="urn:microsoft.com/office/officeart/2018/5/layout/CenteredIconLabelDescriptionList"/>
    <dgm:cxn modelId="{724C1909-6E99-4BDA-B8DE-D84383D357D1}" type="presParOf" srcId="{45FDB551-9FFA-48BC-B47C-C9ECB98B6BDF}" destId="{321F905D-3DD0-4942-8C01-C7FE1585B604}" srcOrd="2" destOrd="0" presId="urn:microsoft.com/office/officeart/2018/5/layout/CenteredIconLabelDescriptionList"/>
    <dgm:cxn modelId="{45951FB6-423D-4C06-AE26-6E770B4213C7}" type="presParOf" srcId="{45FDB551-9FFA-48BC-B47C-C9ECB98B6BDF}" destId="{92518522-7256-414F-88B2-7D0274411B03}" srcOrd="3" destOrd="0" presId="urn:microsoft.com/office/officeart/2018/5/layout/CenteredIconLabelDescriptionList"/>
    <dgm:cxn modelId="{E664FF8F-4B71-4268-A170-0FD42C5204C3}" type="presParOf" srcId="{45FDB551-9FFA-48BC-B47C-C9ECB98B6BDF}" destId="{6CC82376-BD6C-4443-9121-0CEBF76D1227}" srcOrd="4" destOrd="0" presId="urn:microsoft.com/office/officeart/2018/5/layout/CenteredIconLabelDescriptionList"/>
    <dgm:cxn modelId="{94EA2335-A868-4740-A0B7-15350E736A4A}" type="presParOf" srcId="{F10F93F0-B5FD-4189-B5A5-E1D54B5D42CF}" destId="{E5132040-FE00-4E8F-8EEE-4D297B392B88}" srcOrd="1" destOrd="0" presId="urn:microsoft.com/office/officeart/2018/5/layout/CenteredIconLabelDescriptionList"/>
    <dgm:cxn modelId="{310D163D-363E-4A97-8881-70E46A026A8D}" type="presParOf" srcId="{F10F93F0-B5FD-4189-B5A5-E1D54B5D42CF}" destId="{16E73872-ED69-4CAE-9F69-B5BC3882A478}" srcOrd="2" destOrd="0" presId="urn:microsoft.com/office/officeart/2018/5/layout/CenteredIconLabelDescriptionList"/>
    <dgm:cxn modelId="{1F6A27DE-20B2-4173-8A7D-762D00BE6D3A}" type="presParOf" srcId="{16E73872-ED69-4CAE-9F69-B5BC3882A478}" destId="{D80AA916-A531-41AE-B05D-5E12C2C768C0}" srcOrd="0" destOrd="0" presId="urn:microsoft.com/office/officeart/2018/5/layout/CenteredIconLabelDescriptionList"/>
    <dgm:cxn modelId="{6FD8B702-01DD-4A54-A493-FDFC500C34D2}" type="presParOf" srcId="{16E73872-ED69-4CAE-9F69-B5BC3882A478}" destId="{59E6AED9-38A4-4D7C-B3AD-DA851EACAE5B}" srcOrd="1" destOrd="0" presId="urn:microsoft.com/office/officeart/2018/5/layout/CenteredIconLabelDescriptionList"/>
    <dgm:cxn modelId="{1133F0B4-3A57-45D7-A569-0A55CB4A8EB9}" type="presParOf" srcId="{16E73872-ED69-4CAE-9F69-B5BC3882A478}" destId="{2C545281-4692-4112-8028-86CF842CA99F}" srcOrd="2" destOrd="0" presId="urn:microsoft.com/office/officeart/2018/5/layout/CenteredIconLabelDescriptionList"/>
    <dgm:cxn modelId="{ADEFE6E2-C3FE-42F5-9009-AB7915954807}" type="presParOf" srcId="{16E73872-ED69-4CAE-9F69-B5BC3882A478}" destId="{0249343E-E71B-4DA4-BE2F-83E31DE7FB00}" srcOrd="3" destOrd="0" presId="urn:microsoft.com/office/officeart/2018/5/layout/CenteredIconLabelDescriptionList"/>
    <dgm:cxn modelId="{CF0632F2-D902-46CB-A684-387B8C60B553}" type="presParOf" srcId="{16E73872-ED69-4CAE-9F69-B5BC3882A478}" destId="{F6BC7FBD-F79D-4B87-A9EB-295565FBC716}" srcOrd="4" destOrd="0" presId="urn:microsoft.com/office/officeart/2018/5/layout/CenteredIconLabelDescriptionList"/>
    <dgm:cxn modelId="{AABC862D-9B75-480F-A45F-749A509A2BC1}" type="presParOf" srcId="{F10F93F0-B5FD-4189-B5A5-E1D54B5D42CF}" destId="{92EC348A-8627-4809-A15B-9C0AAAE5273F}" srcOrd="3" destOrd="0" presId="urn:microsoft.com/office/officeart/2018/5/layout/CenteredIconLabelDescriptionList"/>
    <dgm:cxn modelId="{ABEF5DDB-7567-4C85-A6F1-3D8DDD664F09}" type="presParOf" srcId="{F10F93F0-B5FD-4189-B5A5-E1D54B5D42CF}" destId="{C2590721-4AC9-4DFD-AA0B-34673D046B4B}" srcOrd="4" destOrd="0" presId="urn:microsoft.com/office/officeart/2018/5/layout/CenteredIconLabelDescriptionList"/>
    <dgm:cxn modelId="{FD06AFEE-E8E3-4D82-8626-F10BAB76B03A}" type="presParOf" srcId="{C2590721-4AC9-4DFD-AA0B-34673D046B4B}" destId="{557CC395-E8DF-4D2C-A49B-69EF415EC53E}" srcOrd="0" destOrd="0" presId="urn:microsoft.com/office/officeart/2018/5/layout/CenteredIconLabelDescriptionList"/>
    <dgm:cxn modelId="{D8B99B05-16C0-4D5D-9C2D-07E38D247F87}" type="presParOf" srcId="{C2590721-4AC9-4DFD-AA0B-34673D046B4B}" destId="{CFB23C1E-8437-41E7-97A3-D8BDFA663D54}" srcOrd="1" destOrd="0" presId="urn:microsoft.com/office/officeart/2018/5/layout/CenteredIconLabelDescriptionList"/>
    <dgm:cxn modelId="{11852DF9-A6FC-451B-A487-FBF0F7D63E2C}" type="presParOf" srcId="{C2590721-4AC9-4DFD-AA0B-34673D046B4B}" destId="{25DB6E4D-5BDE-4BBA-9D25-ABC2789C73A0}" srcOrd="2" destOrd="0" presId="urn:microsoft.com/office/officeart/2018/5/layout/CenteredIconLabelDescriptionList"/>
    <dgm:cxn modelId="{8D65A756-74A3-4D18-8D45-36F04A1D64AD}" type="presParOf" srcId="{C2590721-4AC9-4DFD-AA0B-34673D046B4B}" destId="{1A9DC175-F16B-4F44-B6E1-843F7D28D8F4}" srcOrd="3" destOrd="0" presId="urn:microsoft.com/office/officeart/2018/5/layout/CenteredIconLabelDescriptionList"/>
    <dgm:cxn modelId="{D68000FA-5103-492C-A685-92070BBE5428}" type="presParOf" srcId="{C2590721-4AC9-4DFD-AA0B-34673D046B4B}" destId="{066D8D21-ABF6-400E-A5AB-9109D06D4D3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73C43357-B79F-4B86-9AAD-CD8C1B8F17E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ACA1992-1D3A-4EB0-A203-68CCAAEF83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Trust on computation</a:t>
          </a:r>
          <a:endParaRPr lang="en-US"/>
        </a:p>
      </dgm:t>
    </dgm:pt>
    <dgm:pt modelId="{27537CF1-F188-40F0-83D0-0B2BECB1DD0F}" type="parTrans" cxnId="{10650ADE-04DC-40C3-819D-7484024EA42A}">
      <dgm:prSet/>
      <dgm:spPr/>
      <dgm:t>
        <a:bodyPr/>
        <a:lstStyle/>
        <a:p>
          <a:endParaRPr lang="en-US"/>
        </a:p>
      </dgm:t>
    </dgm:pt>
    <dgm:pt modelId="{4A766B4D-8848-42BB-8B74-D506A655F07A}" type="sibTrans" cxnId="{10650ADE-04DC-40C3-819D-7484024EA42A}">
      <dgm:prSet/>
      <dgm:spPr/>
      <dgm:t>
        <a:bodyPr/>
        <a:lstStyle/>
        <a:p>
          <a:endParaRPr lang="en-US"/>
        </a:p>
      </dgm:t>
    </dgm:pt>
    <dgm:pt modelId="{6E3EC205-CA48-4863-94E7-869FC73432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bitcoin system of trust is based on computation</a:t>
          </a:r>
        </a:p>
      </dgm:t>
    </dgm:pt>
    <dgm:pt modelId="{79CDA749-1A90-492B-8AEB-AB5A8B2AA835}" type="parTrans" cxnId="{ACEBB259-E9FD-4104-A4FA-BA0DE24F1D02}">
      <dgm:prSet/>
      <dgm:spPr/>
      <dgm:t>
        <a:bodyPr/>
        <a:lstStyle/>
        <a:p>
          <a:endParaRPr lang="en-US"/>
        </a:p>
      </dgm:t>
    </dgm:pt>
    <dgm:pt modelId="{D395016D-9EA2-4003-9CEF-9528B341EEA3}" type="sibTrans" cxnId="{ACEBB259-E9FD-4104-A4FA-BA0DE24F1D02}">
      <dgm:prSet/>
      <dgm:spPr/>
      <dgm:t>
        <a:bodyPr/>
        <a:lstStyle/>
        <a:p>
          <a:endParaRPr lang="en-US"/>
        </a:p>
      </dgm:t>
    </dgm:pt>
    <dgm:pt modelId="{D285E4A8-1346-463B-8FC6-84DCE5D9A9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Validation</a:t>
          </a:r>
          <a:endParaRPr lang="en-US"/>
        </a:p>
      </dgm:t>
    </dgm:pt>
    <dgm:pt modelId="{1F802BE0-E9FB-453D-90F4-5CAE1CE3D694}" type="parTrans" cxnId="{AB4C0A3A-0992-45EB-A261-2B2C61C38C68}">
      <dgm:prSet/>
      <dgm:spPr/>
      <dgm:t>
        <a:bodyPr/>
        <a:lstStyle/>
        <a:p>
          <a:endParaRPr lang="en-US"/>
        </a:p>
      </dgm:t>
    </dgm:pt>
    <dgm:pt modelId="{D71E178B-D9C9-4478-A246-50B9D63645EA}" type="sibTrans" cxnId="{AB4C0A3A-0992-45EB-A261-2B2C61C38C68}">
      <dgm:prSet/>
      <dgm:spPr/>
      <dgm:t>
        <a:bodyPr/>
        <a:lstStyle/>
        <a:p>
          <a:endParaRPr lang="en-US"/>
        </a:p>
      </dgm:t>
    </dgm:pt>
    <dgm:pt modelId="{15903CFD-D532-49B9-9F52-5F303C7A63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transaction is now propagated on the bitcoin network</a:t>
          </a:r>
          <a:r>
            <a:rPr lang="tr-TR"/>
            <a:t> cannot </a:t>
          </a:r>
          <a:r>
            <a:rPr lang="en-US"/>
            <a:t>become part</a:t>
          </a:r>
          <a:r>
            <a:rPr lang="tr-TR"/>
            <a:t> </a:t>
          </a:r>
          <a:r>
            <a:rPr lang="en-US"/>
            <a:t>of the blockchain </a:t>
          </a:r>
        </a:p>
      </dgm:t>
    </dgm:pt>
    <dgm:pt modelId="{A3FFC0A7-EC9B-4B37-B11E-ABD01436BE9C}" type="parTrans" cxnId="{B89EF359-E047-4627-BB4C-2FEA0A9DC39C}">
      <dgm:prSet/>
      <dgm:spPr/>
      <dgm:t>
        <a:bodyPr/>
        <a:lstStyle/>
        <a:p>
          <a:endParaRPr lang="en-US"/>
        </a:p>
      </dgm:t>
    </dgm:pt>
    <dgm:pt modelId="{9EA9CDAB-9B93-4514-9851-E4ADBCF9EBC6}" type="sibTrans" cxnId="{B89EF359-E047-4627-BB4C-2FEA0A9DC39C}">
      <dgm:prSet/>
      <dgm:spPr/>
      <dgm:t>
        <a:bodyPr/>
        <a:lstStyle/>
        <a:p>
          <a:endParaRPr lang="en-US"/>
        </a:p>
      </dgm:t>
    </dgm:pt>
    <dgm:pt modelId="{A4E2ED83-482B-4761-A739-2FD308E02F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until it is verified and included in a block by a process called mining</a:t>
          </a:r>
        </a:p>
      </dgm:t>
    </dgm:pt>
    <dgm:pt modelId="{2B860EFC-1B5C-4CB4-BBB5-1CB8659DBEDD}" type="parTrans" cxnId="{380514BB-649D-49F2-9B70-CCD886EBE325}">
      <dgm:prSet/>
      <dgm:spPr/>
      <dgm:t>
        <a:bodyPr/>
        <a:lstStyle/>
        <a:p>
          <a:endParaRPr lang="en-US"/>
        </a:p>
      </dgm:t>
    </dgm:pt>
    <dgm:pt modelId="{D8F849E9-E668-4DC6-A333-98339E70105E}" type="sibTrans" cxnId="{380514BB-649D-49F2-9B70-CCD886EBE325}">
      <dgm:prSet/>
      <dgm:spPr/>
      <dgm:t>
        <a:bodyPr/>
        <a:lstStyle/>
        <a:p>
          <a:endParaRPr lang="en-US"/>
        </a:p>
      </dgm:t>
    </dgm:pt>
    <dgm:pt modelId="{155D8060-4E8A-4A2C-BE0C-D5E955AB3EC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Prove vs verification</a:t>
          </a:r>
          <a:endParaRPr lang="en-US"/>
        </a:p>
      </dgm:t>
    </dgm:pt>
    <dgm:pt modelId="{A5BEE9A1-FF49-4259-AAD7-249708C062D4}" type="parTrans" cxnId="{E97F40A6-41A6-443F-A796-3CF23270FBD8}">
      <dgm:prSet/>
      <dgm:spPr/>
      <dgm:t>
        <a:bodyPr/>
        <a:lstStyle/>
        <a:p>
          <a:endParaRPr lang="en-US"/>
        </a:p>
      </dgm:t>
    </dgm:pt>
    <dgm:pt modelId="{DFC19F43-5DEE-4F7C-B50D-49DB9FC5440C}" type="sibTrans" cxnId="{E97F40A6-41A6-443F-A796-3CF23270FBD8}">
      <dgm:prSet/>
      <dgm:spPr/>
      <dgm:t>
        <a:bodyPr/>
        <a:lstStyle/>
        <a:p>
          <a:endParaRPr lang="en-US"/>
        </a:p>
      </dgm:t>
    </dgm:pt>
    <dgm:pt modelId="{16CE33B5-63FF-486B-A91F-0A1FDADEA5C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Transactions are bundled into </a:t>
          </a:r>
          <a:r>
            <a:rPr lang="en-US" i="1"/>
            <a:t>blocks</a:t>
          </a:r>
          <a:r>
            <a:rPr lang="en-US"/>
            <a:t>, </a:t>
          </a:r>
        </a:p>
      </dgm:t>
    </dgm:pt>
    <dgm:pt modelId="{EB7ED9F4-0A21-4113-83E8-5604578D4BAF}" type="parTrans" cxnId="{AEB31D63-E731-4BBA-8928-DCF3B529847E}">
      <dgm:prSet/>
      <dgm:spPr/>
      <dgm:t>
        <a:bodyPr/>
        <a:lstStyle/>
        <a:p>
          <a:endParaRPr lang="en-US"/>
        </a:p>
      </dgm:t>
    </dgm:pt>
    <dgm:pt modelId="{458E8747-0FC9-42A9-B017-5E674953410F}" type="sibTrans" cxnId="{AEB31D63-E731-4BBA-8928-DCF3B529847E}">
      <dgm:prSet/>
      <dgm:spPr/>
      <dgm:t>
        <a:bodyPr/>
        <a:lstStyle/>
        <a:p>
          <a:endParaRPr lang="en-US"/>
        </a:p>
      </dgm:t>
    </dgm:pt>
    <dgm:pt modelId="{58B910F5-4E99-407A-9247-FC79874F8471}">
      <dgm:prSet/>
      <dgm:spPr/>
      <dgm:t>
        <a:bodyPr/>
        <a:lstStyle/>
        <a:p>
          <a:r>
            <a:rPr lang="en-US" i="1"/>
            <a:t>require an enormous amount of computation to prove, </a:t>
          </a:r>
          <a:endParaRPr lang="en-US"/>
        </a:p>
      </dgm:t>
    </dgm:pt>
    <dgm:pt modelId="{2974294D-DC95-48C6-A02A-5B8DC7AB8BBB}" type="parTrans" cxnId="{9E699F0F-5C98-40FE-84B0-E4E6F9EF0A74}">
      <dgm:prSet/>
      <dgm:spPr/>
      <dgm:t>
        <a:bodyPr/>
        <a:lstStyle/>
        <a:p>
          <a:endParaRPr lang="en-US"/>
        </a:p>
      </dgm:t>
    </dgm:pt>
    <dgm:pt modelId="{3AB51900-7302-4F41-B584-B06E34A9DA19}" type="sibTrans" cxnId="{9E699F0F-5C98-40FE-84B0-E4E6F9EF0A74}">
      <dgm:prSet/>
      <dgm:spPr/>
      <dgm:t>
        <a:bodyPr/>
        <a:lstStyle/>
        <a:p>
          <a:endParaRPr lang="en-US"/>
        </a:p>
      </dgm:t>
    </dgm:pt>
    <dgm:pt modelId="{D8893D57-55EF-46D4-A9AC-09EC5310E7A1}">
      <dgm:prSet/>
      <dgm:spPr/>
      <dgm:t>
        <a:bodyPr/>
        <a:lstStyle/>
        <a:p>
          <a:r>
            <a:rPr lang="en-US" i="1" dirty="0"/>
            <a:t>but only a small</a:t>
          </a:r>
          <a:r>
            <a:rPr lang="tr-TR" i="1" dirty="0"/>
            <a:t> </a:t>
          </a:r>
          <a:r>
            <a:rPr lang="en-US" i="1" dirty="0"/>
            <a:t>amount of computation to verify</a:t>
          </a:r>
          <a:endParaRPr lang="en-US" dirty="0"/>
        </a:p>
      </dgm:t>
    </dgm:pt>
    <dgm:pt modelId="{C66A1ED2-5E88-40E4-908B-187F20774158}" type="parTrans" cxnId="{01F102B0-6E45-47AE-AB24-D945AF241F5B}">
      <dgm:prSet/>
      <dgm:spPr/>
      <dgm:t>
        <a:bodyPr/>
        <a:lstStyle/>
        <a:p>
          <a:endParaRPr lang="en-US"/>
        </a:p>
      </dgm:t>
    </dgm:pt>
    <dgm:pt modelId="{AFFA0DA9-C7A4-4314-BAFE-F46E647E6AB5}" type="sibTrans" cxnId="{01F102B0-6E45-47AE-AB24-D945AF241F5B}">
      <dgm:prSet/>
      <dgm:spPr/>
      <dgm:t>
        <a:bodyPr/>
        <a:lstStyle/>
        <a:p>
          <a:endParaRPr lang="en-US"/>
        </a:p>
      </dgm:t>
    </dgm:pt>
    <dgm:pt modelId="{FEE73CC3-37CB-4988-904D-2A4C402B118A}" type="pres">
      <dgm:prSet presAssocID="{73C43357-B79F-4B86-9AAD-CD8C1B8F17E7}" presName="root" presStyleCnt="0">
        <dgm:presLayoutVars>
          <dgm:dir/>
          <dgm:resizeHandles val="exact"/>
        </dgm:presLayoutVars>
      </dgm:prSet>
      <dgm:spPr/>
    </dgm:pt>
    <dgm:pt modelId="{F8E7BBF2-3A86-4622-B7F0-2D7225FCE8E0}" type="pres">
      <dgm:prSet presAssocID="{EACA1992-1D3A-4EB0-A203-68CCAAEF83CE}" presName="compNode" presStyleCnt="0"/>
      <dgm:spPr/>
    </dgm:pt>
    <dgm:pt modelId="{4AFA6780-46FC-4A78-8828-6DE7803CA5B3}" type="pres">
      <dgm:prSet presAssocID="{EACA1992-1D3A-4EB0-A203-68CCAAEF83C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9835316-8DCE-4F3B-B772-CDDB51C31A4D}" type="pres">
      <dgm:prSet presAssocID="{EACA1992-1D3A-4EB0-A203-68CCAAEF83CE}" presName="iconSpace" presStyleCnt="0"/>
      <dgm:spPr/>
    </dgm:pt>
    <dgm:pt modelId="{BC3EA024-696D-4D6D-A3D2-809E05EEE063}" type="pres">
      <dgm:prSet presAssocID="{EACA1992-1D3A-4EB0-A203-68CCAAEF83CE}" presName="parTx" presStyleLbl="revTx" presStyleIdx="0" presStyleCnt="6">
        <dgm:presLayoutVars>
          <dgm:chMax val="0"/>
          <dgm:chPref val="0"/>
        </dgm:presLayoutVars>
      </dgm:prSet>
      <dgm:spPr/>
    </dgm:pt>
    <dgm:pt modelId="{D0FB6B95-AE1B-41FF-813D-13EEDE942BF2}" type="pres">
      <dgm:prSet presAssocID="{EACA1992-1D3A-4EB0-A203-68CCAAEF83CE}" presName="txSpace" presStyleCnt="0"/>
      <dgm:spPr/>
    </dgm:pt>
    <dgm:pt modelId="{070E9977-4D49-4881-B010-ABE9820E39BA}" type="pres">
      <dgm:prSet presAssocID="{EACA1992-1D3A-4EB0-A203-68CCAAEF83CE}" presName="desTx" presStyleLbl="revTx" presStyleIdx="1" presStyleCnt="6">
        <dgm:presLayoutVars/>
      </dgm:prSet>
      <dgm:spPr/>
    </dgm:pt>
    <dgm:pt modelId="{F8BD56C5-7176-4048-9702-74D66A660488}" type="pres">
      <dgm:prSet presAssocID="{4A766B4D-8848-42BB-8B74-D506A655F07A}" presName="sibTrans" presStyleCnt="0"/>
      <dgm:spPr/>
    </dgm:pt>
    <dgm:pt modelId="{60125B02-392B-4B06-9EFB-9BB00D510B3B}" type="pres">
      <dgm:prSet presAssocID="{D285E4A8-1346-463B-8FC6-84DCE5D9A9D2}" presName="compNode" presStyleCnt="0"/>
      <dgm:spPr/>
    </dgm:pt>
    <dgm:pt modelId="{F0242EE6-BA7E-4517-B30E-375AFD60ECAC}" type="pres">
      <dgm:prSet presAssocID="{D285E4A8-1346-463B-8FC6-84DCE5D9A9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8BEF105-81BC-41AC-BFDE-C377BAA08AEA}" type="pres">
      <dgm:prSet presAssocID="{D285E4A8-1346-463B-8FC6-84DCE5D9A9D2}" presName="iconSpace" presStyleCnt="0"/>
      <dgm:spPr/>
    </dgm:pt>
    <dgm:pt modelId="{7202F89D-DDED-40B3-A1F3-4A0C93A42751}" type="pres">
      <dgm:prSet presAssocID="{D285E4A8-1346-463B-8FC6-84DCE5D9A9D2}" presName="parTx" presStyleLbl="revTx" presStyleIdx="2" presStyleCnt="6">
        <dgm:presLayoutVars>
          <dgm:chMax val="0"/>
          <dgm:chPref val="0"/>
        </dgm:presLayoutVars>
      </dgm:prSet>
      <dgm:spPr/>
    </dgm:pt>
    <dgm:pt modelId="{8D7C6657-D0B4-4BC2-A070-039A2B6AFFB4}" type="pres">
      <dgm:prSet presAssocID="{D285E4A8-1346-463B-8FC6-84DCE5D9A9D2}" presName="txSpace" presStyleCnt="0"/>
      <dgm:spPr/>
    </dgm:pt>
    <dgm:pt modelId="{A850751C-9249-4085-8617-813E437DB835}" type="pres">
      <dgm:prSet presAssocID="{D285E4A8-1346-463B-8FC6-84DCE5D9A9D2}" presName="desTx" presStyleLbl="revTx" presStyleIdx="3" presStyleCnt="6">
        <dgm:presLayoutVars/>
      </dgm:prSet>
      <dgm:spPr/>
    </dgm:pt>
    <dgm:pt modelId="{62C7BBCD-3DFF-4EF9-8B61-4F108CFE3ED0}" type="pres">
      <dgm:prSet presAssocID="{D71E178B-D9C9-4478-A246-50B9D63645EA}" presName="sibTrans" presStyleCnt="0"/>
      <dgm:spPr/>
    </dgm:pt>
    <dgm:pt modelId="{4EC73C32-EA1E-47CE-981B-FEC785FC1260}" type="pres">
      <dgm:prSet presAssocID="{155D8060-4E8A-4A2C-BE0C-D5E955AB3EC4}" presName="compNode" presStyleCnt="0"/>
      <dgm:spPr/>
    </dgm:pt>
    <dgm:pt modelId="{27214DDE-1086-4B33-AF9E-3F6DF595A6AE}" type="pres">
      <dgm:prSet presAssocID="{155D8060-4E8A-4A2C-BE0C-D5E955AB3E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63DA882F-A9DE-4A82-937F-CE488C78154E}" type="pres">
      <dgm:prSet presAssocID="{155D8060-4E8A-4A2C-BE0C-D5E955AB3EC4}" presName="iconSpace" presStyleCnt="0"/>
      <dgm:spPr/>
    </dgm:pt>
    <dgm:pt modelId="{BBA3D60D-3700-4EDE-9233-42BA80315F76}" type="pres">
      <dgm:prSet presAssocID="{155D8060-4E8A-4A2C-BE0C-D5E955AB3EC4}" presName="parTx" presStyleLbl="revTx" presStyleIdx="4" presStyleCnt="6">
        <dgm:presLayoutVars>
          <dgm:chMax val="0"/>
          <dgm:chPref val="0"/>
        </dgm:presLayoutVars>
      </dgm:prSet>
      <dgm:spPr/>
    </dgm:pt>
    <dgm:pt modelId="{6305612C-927A-4992-BB78-AC7D21A8B755}" type="pres">
      <dgm:prSet presAssocID="{155D8060-4E8A-4A2C-BE0C-D5E955AB3EC4}" presName="txSpace" presStyleCnt="0"/>
      <dgm:spPr/>
    </dgm:pt>
    <dgm:pt modelId="{843B7C44-0253-47E4-8CDA-6863DF771231}" type="pres">
      <dgm:prSet presAssocID="{155D8060-4E8A-4A2C-BE0C-D5E955AB3EC4}" presName="desTx" presStyleLbl="revTx" presStyleIdx="5" presStyleCnt="6">
        <dgm:presLayoutVars/>
      </dgm:prSet>
      <dgm:spPr/>
    </dgm:pt>
  </dgm:ptLst>
  <dgm:cxnLst>
    <dgm:cxn modelId="{FFFDB402-5420-4DEA-8835-1FFB4DA86A3A}" type="presOf" srcId="{D285E4A8-1346-463B-8FC6-84DCE5D9A9D2}" destId="{7202F89D-DDED-40B3-A1F3-4A0C93A42751}" srcOrd="0" destOrd="0" presId="urn:microsoft.com/office/officeart/2018/5/layout/CenteredIconLabelDescriptionList"/>
    <dgm:cxn modelId="{871B680E-EBED-43BE-9761-6A9E626FEC50}" type="presOf" srcId="{58B910F5-4E99-407A-9247-FC79874F8471}" destId="{843B7C44-0253-47E4-8CDA-6863DF771231}" srcOrd="0" destOrd="1" presId="urn:microsoft.com/office/officeart/2018/5/layout/CenteredIconLabelDescriptionList"/>
    <dgm:cxn modelId="{9E699F0F-5C98-40FE-84B0-E4E6F9EF0A74}" srcId="{16CE33B5-63FF-486B-A91F-0A1FDADEA5CC}" destId="{58B910F5-4E99-407A-9247-FC79874F8471}" srcOrd="0" destOrd="0" parTransId="{2974294D-DC95-48C6-A02A-5B8DC7AB8BBB}" sibTransId="{3AB51900-7302-4F41-B584-B06E34A9DA19}"/>
    <dgm:cxn modelId="{AB4C0A3A-0992-45EB-A261-2B2C61C38C68}" srcId="{73C43357-B79F-4B86-9AAD-CD8C1B8F17E7}" destId="{D285E4A8-1346-463B-8FC6-84DCE5D9A9D2}" srcOrd="1" destOrd="0" parTransId="{1F802BE0-E9FB-453D-90F4-5CAE1CE3D694}" sibTransId="{D71E178B-D9C9-4478-A246-50B9D63645EA}"/>
    <dgm:cxn modelId="{C96DAF5B-65D7-4375-AE9A-366B8EC3EC47}" type="presOf" srcId="{16CE33B5-63FF-486B-A91F-0A1FDADEA5CC}" destId="{843B7C44-0253-47E4-8CDA-6863DF771231}" srcOrd="0" destOrd="0" presId="urn:microsoft.com/office/officeart/2018/5/layout/CenteredIconLabelDescriptionList"/>
    <dgm:cxn modelId="{2EC5895F-AA8C-488A-BF65-FCDF99968985}" type="presOf" srcId="{15903CFD-D532-49B9-9F52-5F303C7A632E}" destId="{A850751C-9249-4085-8617-813E437DB835}" srcOrd="0" destOrd="0" presId="urn:microsoft.com/office/officeart/2018/5/layout/CenteredIconLabelDescriptionList"/>
    <dgm:cxn modelId="{AEB31D63-E731-4BBA-8928-DCF3B529847E}" srcId="{155D8060-4E8A-4A2C-BE0C-D5E955AB3EC4}" destId="{16CE33B5-63FF-486B-A91F-0A1FDADEA5CC}" srcOrd="0" destOrd="0" parTransId="{EB7ED9F4-0A21-4113-83E8-5604578D4BAF}" sibTransId="{458E8747-0FC9-42A9-B017-5E674953410F}"/>
    <dgm:cxn modelId="{E2F95949-C51B-43F0-B295-AC999EA73BBE}" type="presOf" srcId="{EACA1992-1D3A-4EB0-A203-68CCAAEF83CE}" destId="{BC3EA024-696D-4D6D-A3D2-809E05EEE063}" srcOrd="0" destOrd="0" presId="urn:microsoft.com/office/officeart/2018/5/layout/CenteredIconLabelDescriptionList"/>
    <dgm:cxn modelId="{ACEBB259-E9FD-4104-A4FA-BA0DE24F1D02}" srcId="{EACA1992-1D3A-4EB0-A203-68CCAAEF83CE}" destId="{6E3EC205-CA48-4863-94E7-869FC73432B4}" srcOrd="0" destOrd="0" parTransId="{79CDA749-1A90-492B-8AEB-AB5A8B2AA835}" sibTransId="{D395016D-9EA2-4003-9CEF-9528B341EEA3}"/>
    <dgm:cxn modelId="{B89EF359-E047-4627-BB4C-2FEA0A9DC39C}" srcId="{D285E4A8-1346-463B-8FC6-84DCE5D9A9D2}" destId="{15903CFD-D532-49B9-9F52-5F303C7A632E}" srcOrd="0" destOrd="0" parTransId="{A3FFC0A7-EC9B-4B37-B11E-ABD01436BE9C}" sibTransId="{9EA9CDAB-9B93-4514-9851-E4ADBCF9EBC6}"/>
    <dgm:cxn modelId="{81601C8E-3F0F-4CCF-A725-DC28361CC798}" type="presOf" srcId="{6E3EC205-CA48-4863-94E7-869FC73432B4}" destId="{070E9977-4D49-4881-B010-ABE9820E39BA}" srcOrd="0" destOrd="0" presId="urn:microsoft.com/office/officeart/2018/5/layout/CenteredIconLabelDescriptionList"/>
    <dgm:cxn modelId="{9CDB8591-8DD9-43E2-A5CC-D4A0F8170E39}" type="presOf" srcId="{73C43357-B79F-4B86-9AAD-CD8C1B8F17E7}" destId="{FEE73CC3-37CB-4988-904D-2A4C402B118A}" srcOrd="0" destOrd="0" presId="urn:microsoft.com/office/officeart/2018/5/layout/CenteredIconLabelDescriptionList"/>
    <dgm:cxn modelId="{90FB48A3-4786-43F4-A587-69AA4739EAAA}" type="presOf" srcId="{155D8060-4E8A-4A2C-BE0C-D5E955AB3EC4}" destId="{BBA3D60D-3700-4EDE-9233-42BA80315F76}" srcOrd="0" destOrd="0" presId="urn:microsoft.com/office/officeart/2018/5/layout/CenteredIconLabelDescriptionList"/>
    <dgm:cxn modelId="{E97F40A6-41A6-443F-A796-3CF23270FBD8}" srcId="{73C43357-B79F-4B86-9AAD-CD8C1B8F17E7}" destId="{155D8060-4E8A-4A2C-BE0C-D5E955AB3EC4}" srcOrd="2" destOrd="0" parTransId="{A5BEE9A1-FF49-4259-AAD7-249708C062D4}" sibTransId="{DFC19F43-5DEE-4F7C-B50D-49DB9FC5440C}"/>
    <dgm:cxn modelId="{30B502A9-0558-47B4-9944-F0DABCDABC75}" type="presOf" srcId="{D8893D57-55EF-46D4-A9AC-09EC5310E7A1}" destId="{843B7C44-0253-47E4-8CDA-6863DF771231}" srcOrd="0" destOrd="2" presId="urn:microsoft.com/office/officeart/2018/5/layout/CenteredIconLabelDescriptionList"/>
    <dgm:cxn modelId="{01F102B0-6E45-47AE-AB24-D945AF241F5B}" srcId="{16CE33B5-63FF-486B-A91F-0A1FDADEA5CC}" destId="{D8893D57-55EF-46D4-A9AC-09EC5310E7A1}" srcOrd="1" destOrd="0" parTransId="{C66A1ED2-5E88-40E4-908B-187F20774158}" sibTransId="{AFFA0DA9-C7A4-4314-BAFE-F46E647E6AB5}"/>
    <dgm:cxn modelId="{380514BB-649D-49F2-9B70-CCD886EBE325}" srcId="{D285E4A8-1346-463B-8FC6-84DCE5D9A9D2}" destId="{A4E2ED83-482B-4761-A739-2FD308E02FCA}" srcOrd="1" destOrd="0" parTransId="{2B860EFC-1B5C-4CB4-BBB5-1CB8659DBEDD}" sibTransId="{D8F849E9-E668-4DC6-A333-98339E70105E}"/>
    <dgm:cxn modelId="{10650ADE-04DC-40C3-819D-7484024EA42A}" srcId="{73C43357-B79F-4B86-9AAD-CD8C1B8F17E7}" destId="{EACA1992-1D3A-4EB0-A203-68CCAAEF83CE}" srcOrd="0" destOrd="0" parTransId="{27537CF1-F188-40F0-83D0-0B2BECB1DD0F}" sibTransId="{4A766B4D-8848-42BB-8B74-D506A655F07A}"/>
    <dgm:cxn modelId="{53EEA6E8-965A-4E8B-AD0B-1EC63B97B04A}" type="presOf" srcId="{A4E2ED83-482B-4761-A739-2FD308E02FCA}" destId="{A850751C-9249-4085-8617-813E437DB835}" srcOrd="0" destOrd="1" presId="urn:microsoft.com/office/officeart/2018/5/layout/CenteredIconLabelDescriptionList"/>
    <dgm:cxn modelId="{8849E289-51B6-46AD-9AB9-DC1DFE041261}" type="presParOf" srcId="{FEE73CC3-37CB-4988-904D-2A4C402B118A}" destId="{F8E7BBF2-3A86-4622-B7F0-2D7225FCE8E0}" srcOrd="0" destOrd="0" presId="urn:microsoft.com/office/officeart/2018/5/layout/CenteredIconLabelDescriptionList"/>
    <dgm:cxn modelId="{253D5D41-ABA7-4521-86BA-D9091692FD25}" type="presParOf" srcId="{F8E7BBF2-3A86-4622-B7F0-2D7225FCE8E0}" destId="{4AFA6780-46FC-4A78-8828-6DE7803CA5B3}" srcOrd="0" destOrd="0" presId="urn:microsoft.com/office/officeart/2018/5/layout/CenteredIconLabelDescriptionList"/>
    <dgm:cxn modelId="{0E90840F-EE87-4841-9CB7-E8E2D2EDC55C}" type="presParOf" srcId="{F8E7BBF2-3A86-4622-B7F0-2D7225FCE8E0}" destId="{B9835316-8DCE-4F3B-B772-CDDB51C31A4D}" srcOrd="1" destOrd="0" presId="urn:microsoft.com/office/officeart/2018/5/layout/CenteredIconLabelDescriptionList"/>
    <dgm:cxn modelId="{37DCDC5E-EA88-485B-A480-375FB2FE1CF5}" type="presParOf" srcId="{F8E7BBF2-3A86-4622-B7F0-2D7225FCE8E0}" destId="{BC3EA024-696D-4D6D-A3D2-809E05EEE063}" srcOrd="2" destOrd="0" presId="urn:microsoft.com/office/officeart/2018/5/layout/CenteredIconLabelDescriptionList"/>
    <dgm:cxn modelId="{04D1D139-65F2-4E46-90C2-19411A77EAE5}" type="presParOf" srcId="{F8E7BBF2-3A86-4622-B7F0-2D7225FCE8E0}" destId="{D0FB6B95-AE1B-41FF-813D-13EEDE942BF2}" srcOrd="3" destOrd="0" presId="urn:microsoft.com/office/officeart/2018/5/layout/CenteredIconLabelDescriptionList"/>
    <dgm:cxn modelId="{0295283C-E843-4AC0-8659-52584543E6D1}" type="presParOf" srcId="{F8E7BBF2-3A86-4622-B7F0-2D7225FCE8E0}" destId="{070E9977-4D49-4881-B010-ABE9820E39BA}" srcOrd="4" destOrd="0" presId="urn:microsoft.com/office/officeart/2018/5/layout/CenteredIconLabelDescriptionList"/>
    <dgm:cxn modelId="{0A08C19A-3855-4A31-8FE3-B070D1C2D2F8}" type="presParOf" srcId="{FEE73CC3-37CB-4988-904D-2A4C402B118A}" destId="{F8BD56C5-7176-4048-9702-74D66A660488}" srcOrd="1" destOrd="0" presId="urn:microsoft.com/office/officeart/2018/5/layout/CenteredIconLabelDescriptionList"/>
    <dgm:cxn modelId="{48038C52-EFCB-4D2D-8DAB-99C4B55BF4D2}" type="presParOf" srcId="{FEE73CC3-37CB-4988-904D-2A4C402B118A}" destId="{60125B02-392B-4B06-9EFB-9BB00D510B3B}" srcOrd="2" destOrd="0" presId="urn:microsoft.com/office/officeart/2018/5/layout/CenteredIconLabelDescriptionList"/>
    <dgm:cxn modelId="{992CA7B7-EB83-47FF-9819-7B94233534F5}" type="presParOf" srcId="{60125B02-392B-4B06-9EFB-9BB00D510B3B}" destId="{F0242EE6-BA7E-4517-B30E-375AFD60ECAC}" srcOrd="0" destOrd="0" presId="urn:microsoft.com/office/officeart/2018/5/layout/CenteredIconLabelDescriptionList"/>
    <dgm:cxn modelId="{410DEF30-D3C1-426A-ACD0-086FE3C6E01A}" type="presParOf" srcId="{60125B02-392B-4B06-9EFB-9BB00D510B3B}" destId="{98BEF105-81BC-41AC-BFDE-C377BAA08AEA}" srcOrd="1" destOrd="0" presId="urn:microsoft.com/office/officeart/2018/5/layout/CenteredIconLabelDescriptionList"/>
    <dgm:cxn modelId="{24CAB29B-A1B2-4050-A2C0-5A8241712B95}" type="presParOf" srcId="{60125B02-392B-4B06-9EFB-9BB00D510B3B}" destId="{7202F89D-DDED-40B3-A1F3-4A0C93A42751}" srcOrd="2" destOrd="0" presId="urn:microsoft.com/office/officeart/2018/5/layout/CenteredIconLabelDescriptionList"/>
    <dgm:cxn modelId="{0ED8C15C-8451-4078-B1E4-50DCD7F8D2FE}" type="presParOf" srcId="{60125B02-392B-4B06-9EFB-9BB00D510B3B}" destId="{8D7C6657-D0B4-4BC2-A070-039A2B6AFFB4}" srcOrd="3" destOrd="0" presId="urn:microsoft.com/office/officeart/2018/5/layout/CenteredIconLabelDescriptionList"/>
    <dgm:cxn modelId="{964CA805-F74C-4E46-9B0C-D6446925952F}" type="presParOf" srcId="{60125B02-392B-4B06-9EFB-9BB00D510B3B}" destId="{A850751C-9249-4085-8617-813E437DB835}" srcOrd="4" destOrd="0" presId="urn:microsoft.com/office/officeart/2018/5/layout/CenteredIconLabelDescriptionList"/>
    <dgm:cxn modelId="{85F44CAD-8B2E-4BAD-ABD6-6219C25BC75F}" type="presParOf" srcId="{FEE73CC3-37CB-4988-904D-2A4C402B118A}" destId="{62C7BBCD-3DFF-4EF9-8B61-4F108CFE3ED0}" srcOrd="3" destOrd="0" presId="urn:microsoft.com/office/officeart/2018/5/layout/CenteredIconLabelDescriptionList"/>
    <dgm:cxn modelId="{041464D8-EEC1-4E98-BE91-85A544286063}" type="presParOf" srcId="{FEE73CC3-37CB-4988-904D-2A4C402B118A}" destId="{4EC73C32-EA1E-47CE-981B-FEC785FC1260}" srcOrd="4" destOrd="0" presId="urn:microsoft.com/office/officeart/2018/5/layout/CenteredIconLabelDescriptionList"/>
    <dgm:cxn modelId="{92657D6A-D003-498E-8F11-19418FA98C82}" type="presParOf" srcId="{4EC73C32-EA1E-47CE-981B-FEC785FC1260}" destId="{27214DDE-1086-4B33-AF9E-3F6DF595A6AE}" srcOrd="0" destOrd="0" presId="urn:microsoft.com/office/officeart/2018/5/layout/CenteredIconLabelDescriptionList"/>
    <dgm:cxn modelId="{F6D20283-3FAA-4FDB-9F3E-BEB044C43FB7}" type="presParOf" srcId="{4EC73C32-EA1E-47CE-981B-FEC785FC1260}" destId="{63DA882F-A9DE-4A82-937F-CE488C78154E}" srcOrd="1" destOrd="0" presId="urn:microsoft.com/office/officeart/2018/5/layout/CenteredIconLabelDescriptionList"/>
    <dgm:cxn modelId="{5BD71570-8E87-4002-B58C-F9C98805E308}" type="presParOf" srcId="{4EC73C32-EA1E-47CE-981B-FEC785FC1260}" destId="{BBA3D60D-3700-4EDE-9233-42BA80315F76}" srcOrd="2" destOrd="0" presId="urn:microsoft.com/office/officeart/2018/5/layout/CenteredIconLabelDescriptionList"/>
    <dgm:cxn modelId="{7B60EB3C-E8AF-4808-91C8-FCE4015DB70E}" type="presParOf" srcId="{4EC73C32-EA1E-47CE-981B-FEC785FC1260}" destId="{6305612C-927A-4992-BB78-AC7D21A8B755}" srcOrd="3" destOrd="0" presId="urn:microsoft.com/office/officeart/2018/5/layout/CenteredIconLabelDescriptionList"/>
    <dgm:cxn modelId="{6B999252-6E1B-4F61-BB14-916473769948}" type="presParOf" srcId="{4EC73C32-EA1E-47CE-981B-FEC785FC1260}" destId="{843B7C44-0253-47E4-8CDA-6863DF77123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17462E3-4B3C-49A4-8A60-FE5ADCA4005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E2AFBB2-C876-4E17-9495-D820AB0C91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Validation</a:t>
          </a:r>
          <a:endParaRPr lang="en-US"/>
        </a:p>
      </dgm:t>
    </dgm:pt>
    <dgm:pt modelId="{5A0675FF-8475-4995-A46C-EEC6433EC120}" type="parTrans" cxnId="{729221BA-1BDC-4C14-9887-1DBE51713DA5}">
      <dgm:prSet/>
      <dgm:spPr/>
      <dgm:t>
        <a:bodyPr/>
        <a:lstStyle/>
        <a:p>
          <a:endParaRPr lang="en-US"/>
        </a:p>
      </dgm:t>
    </dgm:pt>
    <dgm:pt modelId="{AD71CCE2-FADA-4A8B-95D8-927AE4858335}" type="sibTrans" cxnId="{729221BA-1BDC-4C14-9887-1DBE51713DA5}">
      <dgm:prSet/>
      <dgm:spPr/>
      <dgm:t>
        <a:bodyPr/>
        <a:lstStyle/>
        <a:p>
          <a:endParaRPr lang="en-US"/>
        </a:p>
      </dgm:t>
    </dgm:pt>
    <dgm:pt modelId="{96A55F8A-FD63-41AF-98AE-1315DBC232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Mining nodes validate all transactions</a:t>
          </a:r>
        </a:p>
      </dgm:t>
    </dgm:pt>
    <dgm:pt modelId="{C0983C0F-374B-4B58-92D3-9D206EBDB7DE}" type="parTrans" cxnId="{B2BB25FF-E564-4B9C-A59C-85096820C0BE}">
      <dgm:prSet/>
      <dgm:spPr/>
      <dgm:t>
        <a:bodyPr/>
        <a:lstStyle/>
        <a:p>
          <a:endParaRPr lang="en-US"/>
        </a:p>
      </dgm:t>
    </dgm:pt>
    <dgm:pt modelId="{BE5DBE1A-3A53-4BAF-A3D9-59C18111A09C}" type="sibTrans" cxnId="{B2BB25FF-E564-4B9C-A59C-85096820C0BE}">
      <dgm:prSet/>
      <dgm:spPr/>
      <dgm:t>
        <a:bodyPr/>
        <a:lstStyle/>
        <a:p>
          <a:endParaRPr lang="en-US"/>
        </a:p>
      </dgm:t>
    </dgm:pt>
    <dgm:pt modelId="{E1D58133-AE7E-4864-B67E-8EB8CC92E0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mining provides security for bitcoin transactions</a:t>
          </a:r>
        </a:p>
      </dgm:t>
    </dgm:pt>
    <dgm:pt modelId="{883E756E-7EF0-4FBF-B5B4-73563FE434AB}" type="parTrans" cxnId="{F1B19D46-A125-42C8-B9AF-F441A85D1231}">
      <dgm:prSet/>
      <dgm:spPr/>
      <dgm:t>
        <a:bodyPr/>
        <a:lstStyle/>
        <a:p>
          <a:endParaRPr lang="en-US"/>
        </a:p>
      </dgm:t>
    </dgm:pt>
    <dgm:pt modelId="{0230C66D-E120-4BD3-A605-577157C3D3F8}" type="sibTrans" cxnId="{F1B19D46-A125-42C8-B9AF-F441A85D1231}">
      <dgm:prSet/>
      <dgm:spPr/>
      <dgm:t>
        <a:bodyPr/>
        <a:lstStyle/>
        <a:p>
          <a:endParaRPr lang="en-US"/>
        </a:p>
      </dgm:t>
    </dgm:pt>
    <dgm:pt modelId="{1B0D482E-A5AB-472E-843E-B080546F23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New Bitcoins</a:t>
          </a:r>
          <a:endParaRPr lang="en-US"/>
        </a:p>
      </dgm:t>
    </dgm:pt>
    <dgm:pt modelId="{062F0D81-7135-40DD-90C3-6CBB46309453}" type="parTrans" cxnId="{ED5FFB44-0618-492D-AC81-83388880375F}">
      <dgm:prSet/>
      <dgm:spPr/>
      <dgm:t>
        <a:bodyPr/>
        <a:lstStyle/>
        <a:p>
          <a:endParaRPr lang="en-US"/>
        </a:p>
      </dgm:t>
    </dgm:pt>
    <dgm:pt modelId="{093908D8-14F5-4838-8A9D-2E341BFB9499}" type="sibTrans" cxnId="{ED5FFB44-0618-492D-AC81-83388880375F}">
      <dgm:prSet/>
      <dgm:spPr/>
      <dgm:t>
        <a:bodyPr/>
        <a:lstStyle/>
        <a:p>
          <a:endParaRPr lang="en-US"/>
        </a:p>
      </dgm:t>
    </dgm:pt>
    <dgm:pt modelId="{DA303665-00AD-4FED-ACEB-CF799D03B6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Mining creates new bitcoin in each block, </a:t>
          </a:r>
        </a:p>
      </dgm:t>
    </dgm:pt>
    <dgm:pt modelId="{DC03D447-C590-44E0-8DAC-BC798F763CDE}" type="parTrans" cxnId="{B50E5FA8-C0C2-4A4D-88AD-FAFFC20B414C}">
      <dgm:prSet/>
      <dgm:spPr/>
      <dgm:t>
        <a:bodyPr/>
        <a:lstStyle/>
        <a:p>
          <a:endParaRPr lang="en-US"/>
        </a:p>
      </dgm:t>
    </dgm:pt>
    <dgm:pt modelId="{3A9B18AF-D9D8-4B63-83B2-24F405365366}" type="sibTrans" cxnId="{B50E5FA8-C0C2-4A4D-88AD-FAFFC20B414C}">
      <dgm:prSet/>
      <dgm:spPr/>
      <dgm:t>
        <a:bodyPr/>
        <a:lstStyle/>
        <a:p>
          <a:endParaRPr lang="en-US"/>
        </a:p>
      </dgm:t>
    </dgm:pt>
    <dgm:pt modelId="{780CD4E8-77DA-4948-A3B7-A5FFD85FB1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 for Transaction</a:t>
          </a:r>
          <a:endParaRPr lang="en-US"/>
        </a:p>
      </dgm:t>
    </dgm:pt>
    <dgm:pt modelId="{E06BC452-8A8D-4819-9C5E-24E2BB3DB350}" type="parTrans" cxnId="{17FC52C5-BD4B-4EFA-A3EB-E337E18A9B81}">
      <dgm:prSet/>
      <dgm:spPr/>
      <dgm:t>
        <a:bodyPr/>
        <a:lstStyle/>
        <a:p>
          <a:endParaRPr lang="tr-TR"/>
        </a:p>
      </dgm:t>
    </dgm:pt>
    <dgm:pt modelId="{AFE8DB9C-889E-4248-BB92-677F34AC72A0}" type="sibTrans" cxnId="{17FC52C5-BD4B-4EFA-A3EB-E337E18A9B81}">
      <dgm:prSet/>
      <dgm:spPr/>
      <dgm:t>
        <a:bodyPr/>
        <a:lstStyle/>
        <a:p>
          <a:endParaRPr lang="tr-TR"/>
        </a:p>
      </dgm:t>
    </dgm:pt>
    <dgm:pt modelId="{D051915E-A444-450B-AC2F-0ED9112534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</a:t>
          </a:r>
          <a:r>
            <a:rPr lang="en-US" dirty="0"/>
            <a:t>rejecting invalid</a:t>
          </a:r>
          <a:r>
            <a:rPr lang="tr-TR" dirty="0"/>
            <a:t> </a:t>
          </a:r>
          <a:r>
            <a:rPr lang="en-US" dirty="0"/>
            <a:t>or malformed transactions</a:t>
          </a:r>
        </a:p>
      </dgm:t>
    </dgm:pt>
    <dgm:pt modelId="{C1ABF16B-0161-4116-B990-BADC23B17DAE}" type="parTrans" cxnId="{C1554FE5-1B97-4DA2-8C6C-E2A354A36BBB}">
      <dgm:prSet/>
      <dgm:spPr/>
      <dgm:t>
        <a:bodyPr/>
        <a:lstStyle/>
        <a:p>
          <a:endParaRPr lang="tr-TR"/>
        </a:p>
      </dgm:t>
    </dgm:pt>
    <dgm:pt modelId="{2E53B153-DC89-4057-B8D3-8F63F2401550}" type="sibTrans" cxnId="{C1554FE5-1B97-4DA2-8C6C-E2A354A36BBB}">
      <dgm:prSet/>
      <dgm:spPr/>
      <dgm:t>
        <a:bodyPr/>
        <a:lstStyle/>
        <a:p>
          <a:endParaRPr lang="tr-TR"/>
        </a:p>
      </dgm:t>
    </dgm:pt>
    <dgm:pt modelId="{423536AB-BE8D-4C9D-AC0C-7C3F47F888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reference to bitcoin’s consensus rules.</a:t>
          </a:r>
        </a:p>
      </dgm:t>
    </dgm:pt>
    <dgm:pt modelId="{8D761CF1-0286-4CB3-9A51-E6FD5E7E1F95}" type="parTrans" cxnId="{2053A366-C6B5-4278-B86C-8A3332636751}">
      <dgm:prSet/>
      <dgm:spPr/>
      <dgm:t>
        <a:bodyPr/>
        <a:lstStyle/>
        <a:p>
          <a:endParaRPr lang="tr-TR"/>
        </a:p>
      </dgm:t>
    </dgm:pt>
    <dgm:pt modelId="{7D7EC9C9-A92A-4858-8EDF-EC30C25A82EC}" type="sibTrans" cxnId="{2053A366-C6B5-4278-B86C-8A3332636751}">
      <dgm:prSet/>
      <dgm:spPr/>
      <dgm:t>
        <a:bodyPr/>
        <a:lstStyle/>
        <a:p>
          <a:endParaRPr lang="tr-TR"/>
        </a:p>
      </dgm:t>
    </dgm:pt>
    <dgm:pt modelId="{61BB3731-9256-49F7-979B-88D5AF75F9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like a central bank printing new</a:t>
          </a:r>
          <a:r>
            <a:rPr lang="tr-TR" dirty="0"/>
            <a:t> </a:t>
          </a:r>
          <a:r>
            <a:rPr lang="en-US" dirty="0"/>
            <a:t>money. </a:t>
          </a:r>
        </a:p>
      </dgm:t>
    </dgm:pt>
    <dgm:pt modelId="{A15BAF4D-1F6E-4447-AAF3-960C8A92BDF8}" type="parTrans" cxnId="{219BAE65-BABE-4CFC-A850-659DC34F308A}">
      <dgm:prSet/>
      <dgm:spPr/>
      <dgm:t>
        <a:bodyPr/>
        <a:lstStyle/>
        <a:p>
          <a:endParaRPr lang="tr-TR"/>
        </a:p>
      </dgm:t>
    </dgm:pt>
    <dgm:pt modelId="{B772FCC0-7D65-4E0A-8C5B-44F5D6153BD3}" type="sibTrans" cxnId="{219BAE65-BABE-4CFC-A850-659DC34F308A}">
      <dgm:prSet/>
      <dgm:spPr/>
      <dgm:t>
        <a:bodyPr/>
        <a:lstStyle/>
        <a:p>
          <a:endParaRPr lang="tr-TR"/>
        </a:p>
      </dgm:t>
    </dgm:pt>
    <dgm:pt modelId="{1A629A28-203B-4939-95C7-CD6EE2FBD24C}" type="pres">
      <dgm:prSet presAssocID="{B17462E3-4B3C-49A4-8A60-FE5ADCA40054}" presName="root" presStyleCnt="0">
        <dgm:presLayoutVars>
          <dgm:dir/>
          <dgm:resizeHandles val="exact"/>
        </dgm:presLayoutVars>
      </dgm:prSet>
      <dgm:spPr/>
    </dgm:pt>
    <dgm:pt modelId="{495657E7-3C15-4219-9FAD-34E3AACB9162}" type="pres">
      <dgm:prSet presAssocID="{DE2AFBB2-C876-4E17-9495-D820AB0C919C}" presName="compNode" presStyleCnt="0"/>
      <dgm:spPr/>
    </dgm:pt>
    <dgm:pt modelId="{7FD515CB-BC61-417D-A545-2AA3F3E75291}" type="pres">
      <dgm:prSet presAssocID="{DE2AFBB2-C876-4E17-9495-D820AB0C91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B9CB00-1EC9-4294-BF7A-693E2FDCD432}" type="pres">
      <dgm:prSet presAssocID="{DE2AFBB2-C876-4E17-9495-D820AB0C919C}" presName="iconSpace" presStyleCnt="0"/>
      <dgm:spPr/>
    </dgm:pt>
    <dgm:pt modelId="{2C97BACF-E2D6-4810-B0F2-3AD0806AB165}" type="pres">
      <dgm:prSet presAssocID="{DE2AFBB2-C876-4E17-9495-D820AB0C919C}" presName="parTx" presStyleLbl="revTx" presStyleIdx="0" presStyleCnt="6">
        <dgm:presLayoutVars>
          <dgm:chMax val="0"/>
          <dgm:chPref val="0"/>
        </dgm:presLayoutVars>
      </dgm:prSet>
      <dgm:spPr/>
    </dgm:pt>
    <dgm:pt modelId="{371E37D1-4AA4-4A06-AF57-0CCA125B7F7F}" type="pres">
      <dgm:prSet presAssocID="{DE2AFBB2-C876-4E17-9495-D820AB0C919C}" presName="txSpace" presStyleCnt="0"/>
      <dgm:spPr/>
    </dgm:pt>
    <dgm:pt modelId="{14B245B5-881A-4478-9CBE-12144F6E35A2}" type="pres">
      <dgm:prSet presAssocID="{DE2AFBB2-C876-4E17-9495-D820AB0C919C}" presName="desTx" presStyleLbl="revTx" presStyleIdx="1" presStyleCnt="6">
        <dgm:presLayoutVars/>
      </dgm:prSet>
      <dgm:spPr/>
    </dgm:pt>
    <dgm:pt modelId="{26BEEAAD-B550-4210-AC67-99B1B05E4AE0}" type="pres">
      <dgm:prSet presAssocID="{AD71CCE2-FADA-4A8B-95D8-927AE4858335}" presName="sibTrans" presStyleCnt="0"/>
      <dgm:spPr/>
    </dgm:pt>
    <dgm:pt modelId="{99F35AAE-A89D-49BA-A381-A44E17B20D98}" type="pres">
      <dgm:prSet presAssocID="{780CD4E8-77DA-4948-A3B7-A5FFD85FB12E}" presName="compNode" presStyleCnt="0"/>
      <dgm:spPr/>
    </dgm:pt>
    <dgm:pt modelId="{BF818E3F-6039-484D-98BF-C1EED86B6FAE}" type="pres">
      <dgm:prSet presAssocID="{780CD4E8-77DA-4948-A3B7-A5FFD85FB1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2C4AEAB-849C-493B-A9C7-5043E942ED2A}" type="pres">
      <dgm:prSet presAssocID="{780CD4E8-77DA-4948-A3B7-A5FFD85FB12E}" presName="iconSpace" presStyleCnt="0"/>
      <dgm:spPr/>
    </dgm:pt>
    <dgm:pt modelId="{E42AD5E9-0E5F-4A9B-A40C-986A1556D0DF}" type="pres">
      <dgm:prSet presAssocID="{780CD4E8-77DA-4948-A3B7-A5FFD85FB12E}" presName="parTx" presStyleLbl="revTx" presStyleIdx="2" presStyleCnt="6">
        <dgm:presLayoutVars>
          <dgm:chMax val="0"/>
          <dgm:chPref val="0"/>
        </dgm:presLayoutVars>
      </dgm:prSet>
      <dgm:spPr/>
    </dgm:pt>
    <dgm:pt modelId="{A79DCCD1-070F-4A79-A7D2-045C48B9090C}" type="pres">
      <dgm:prSet presAssocID="{780CD4E8-77DA-4948-A3B7-A5FFD85FB12E}" presName="txSpace" presStyleCnt="0"/>
      <dgm:spPr/>
    </dgm:pt>
    <dgm:pt modelId="{52E9E43F-7178-4419-A371-80A756D2E60F}" type="pres">
      <dgm:prSet presAssocID="{780CD4E8-77DA-4948-A3B7-A5FFD85FB12E}" presName="desTx" presStyleLbl="revTx" presStyleIdx="3" presStyleCnt="6">
        <dgm:presLayoutVars/>
      </dgm:prSet>
      <dgm:spPr/>
    </dgm:pt>
    <dgm:pt modelId="{65224254-306E-4185-8AC8-7647DCF66A4B}" type="pres">
      <dgm:prSet presAssocID="{AFE8DB9C-889E-4248-BB92-677F34AC72A0}" presName="sibTrans" presStyleCnt="0"/>
      <dgm:spPr/>
    </dgm:pt>
    <dgm:pt modelId="{EEDD60A1-9E89-4D87-90CA-77EFE11D74ED}" type="pres">
      <dgm:prSet presAssocID="{1B0D482E-A5AB-472E-843E-B080546F23CD}" presName="compNode" presStyleCnt="0"/>
      <dgm:spPr/>
    </dgm:pt>
    <dgm:pt modelId="{1533E292-33E3-406E-A351-748D04657FA4}" type="pres">
      <dgm:prSet presAssocID="{1B0D482E-A5AB-472E-843E-B080546F23C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2F9B658-A5F0-4B0E-9A07-C1F54ED69A9F}" type="pres">
      <dgm:prSet presAssocID="{1B0D482E-A5AB-472E-843E-B080546F23CD}" presName="iconSpace" presStyleCnt="0"/>
      <dgm:spPr/>
    </dgm:pt>
    <dgm:pt modelId="{1046662A-1C14-4AF5-8C21-B6673B34AD51}" type="pres">
      <dgm:prSet presAssocID="{1B0D482E-A5AB-472E-843E-B080546F23CD}" presName="parTx" presStyleLbl="revTx" presStyleIdx="4" presStyleCnt="6">
        <dgm:presLayoutVars>
          <dgm:chMax val="0"/>
          <dgm:chPref val="0"/>
        </dgm:presLayoutVars>
      </dgm:prSet>
      <dgm:spPr/>
    </dgm:pt>
    <dgm:pt modelId="{D74F946C-A407-4F63-8E37-C361B2823BD0}" type="pres">
      <dgm:prSet presAssocID="{1B0D482E-A5AB-472E-843E-B080546F23CD}" presName="txSpace" presStyleCnt="0"/>
      <dgm:spPr/>
    </dgm:pt>
    <dgm:pt modelId="{E23F3E28-87CA-4E36-A27B-CC75343EA774}" type="pres">
      <dgm:prSet presAssocID="{1B0D482E-A5AB-472E-843E-B080546F23CD}" presName="desTx" presStyleLbl="revTx" presStyleIdx="5" presStyleCnt="6">
        <dgm:presLayoutVars/>
      </dgm:prSet>
      <dgm:spPr/>
    </dgm:pt>
  </dgm:ptLst>
  <dgm:cxnLst>
    <dgm:cxn modelId="{EAAF7613-CB01-4BB8-A05A-3F771C091975}" type="presOf" srcId="{96A55F8A-FD63-41AF-98AE-1315DBC232B4}" destId="{14B245B5-881A-4478-9CBE-12144F6E35A2}" srcOrd="0" destOrd="0" presId="urn:microsoft.com/office/officeart/2018/5/layout/CenteredIconLabelDescriptionList"/>
    <dgm:cxn modelId="{C024E13B-2B36-4E16-8708-26899DC11155}" type="presOf" srcId="{1B0D482E-A5AB-472E-843E-B080546F23CD}" destId="{1046662A-1C14-4AF5-8C21-B6673B34AD51}" srcOrd="0" destOrd="0" presId="urn:microsoft.com/office/officeart/2018/5/layout/CenteredIconLabelDescriptionList"/>
    <dgm:cxn modelId="{2D081D64-CA85-4294-9FCC-5E59EC467CDC}" type="presOf" srcId="{780CD4E8-77DA-4948-A3B7-A5FFD85FB12E}" destId="{E42AD5E9-0E5F-4A9B-A40C-986A1556D0DF}" srcOrd="0" destOrd="0" presId="urn:microsoft.com/office/officeart/2018/5/layout/CenteredIconLabelDescriptionList"/>
    <dgm:cxn modelId="{ED5FFB44-0618-492D-AC81-83388880375F}" srcId="{B17462E3-4B3C-49A4-8A60-FE5ADCA40054}" destId="{1B0D482E-A5AB-472E-843E-B080546F23CD}" srcOrd="2" destOrd="0" parTransId="{062F0D81-7135-40DD-90C3-6CBB46309453}" sibTransId="{093908D8-14F5-4838-8A9D-2E341BFB9499}"/>
    <dgm:cxn modelId="{120B6445-ACD2-401C-AC14-5E99C5833BFA}" type="presOf" srcId="{E1D58133-AE7E-4864-B67E-8EB8CC92E0EB}" destId="{52E9E43F-7178-4419-A371-80A756D2E60F}" srcOrd="0" destOrd="0" presId="urn:microsoft.com/office/officeart/2018/5/layout/CenteredIconLabelDescriptionList"/>
    <dgm:cxn modelId="{219BAE65-BABE-4CFC-A850-659DC34F308A}" srcId="{1B0D482E-A5AB-472E-843E-B080546F23CD}" destId="{61BB3731-9256-49F7-979B-88D5AF75F9D6}" srcOrd="1" destOrd="0" parTransId="{A15BAF4D-1F6E-4447-AAF3-960C8A92BDF8}" sibTransId="{B772FCC0-7D65-4E0A-8C5B-44F5D6153BD3}"/>
    <dgm:cxn modelId="{F1B19D46-A125-42C8-B9AF-F441A85D1231}" srcId="{780CD4E8-77DA-4948-A3B7-A5FFD85FB12E}" destId="{E1D58133-AE7E-4864-B67E-8EB8CC92E0EB}" srcOrd="0" destOrd="0" parTransId="{883E756E-7EF0-4FBF-B5B4-73563FE434AB}" sibTransId="{0230C66D-E120-4BD3-A605-577157C3D3F8}"/>
    <dgm:cxn modelId="{2053A366-C6B5-4278-B86C-8A3332636751}" srcId="{DE2AFBB2-C876-4E17-9495-D820AB0C919C}" destId="{423536AB-BE8D-4C9D-AC0C-7C3F47F888F1}" srcOrd="1" destOrd="0" parTransId="{8D761CF1-0286-4CB3-9A51-E6FD5E7E1F95}" sibTransId="{7D7EC9C9-A92A-4858-8EDF-EC30C25A82EC}"/>
    <dgm:cxn modelId="{56679F4E-9786-44E6-81FF-4CD3DBA7322E}" type="presOf" srcId="{61BB3731-9256-49F7-979B-88D5AF75F9D6}" destId="{E23F3E28-87CA-4E36-A27B-CC75343EA774}" srcOrd="0" destOrd="1" presId="urn:microsoft.com/office/officeart/2018/5/layout/CenteredIconLabelDescriptionList"/>
    <dgm:cxn modelId="{6F1BF450-4260-4716-BDDE-635A382E3233}" type="presOf" srcId="{DA303665-00AD-4FED-ACEB-CF799D03B6E4}" destId="{E23F3E28-87CA-4E36-A27B-CC75343EA774}" srcOrd="0" destOrd="0" presId="urn:microsoft.com/office/officeart/2018/5/layout/CenteredIconLabelDescriptionList"/>
    <dgm:cxn modelId="{88C05097-87F1-4A24-9D54-013881806285}" type="presOf" srcId="{B17462E3-4B3C-49A4-8A60-FE5ADCA40054}" destId="{1A629A28-203B-4939-95C7-CD6EE2FBD24C}" srcOrd="0" destOrd="0" presId="urn:microsoft.com/office/officeart/2018/5/layout/CenteredIconLabelDescriptionList"/>
    <dgm:cxn modelId="{B50E5FA8-C0C2-4A4D-88AD-FAFFC20B414C}" srcId="{1B0D482E-A5AB-472E-843E-B080546F23CD}" destId="{DA303665-00AD-4FED-ACEB-CF799D03B6E4}" srcOrd="0" destOrd="0" parTransId="{DC03D447-C590-44E0-8DAC-BC798F763CDE}" sibTransId="{3A9B18AF-D9D8-4B63-83B2-24F405365366}"/>
    <dgm:cxn modelId="{7103FEB1-DF79-4066-BD0C-34D167328948}" type="presOf" srcId="{D051915E-A444-450B-AC2F-0ED911253438}" destId="{52E9E43F-7178-4419-A371-80A756D2E60F}" srcOrd="0" destOrd="1" presId="urn:microsoft.com/office/officeart/2018/5/layout/CenteredIconLabelDescriptionList"/>
    <dgm:cxn modelId="{EE9193B9-975A-43DF-803E-A9AE289EB77D}" type="presOf" srcId="{423536AB-BE8D-4C9D-AC0C-7C3F47F888F1}" destId="{14B245B5-881A-4478-9CBE-12144F6E35A2}" srcOrd="0" destOrd="1" presId="urn:microsoft.com/office/officeart/2018/5/layout/CenteredIconLabelDescriptionList"/>
    <dgm:cxn modelId="{729221BA-1BDC-4C14-9887-1DBE51713DA5}" srcId="{B17462E3-4B3C-49A4-8A60-FE5ADCA40054}" destId="{DE2AFBB2-C876-4E17-9495-D820AB0C919C}" srcOrd="0" destOrd="0" parTransId="{5A0675FF-8475-4995-A46C-EEC6433EC120}" sibTransId="{AD71CCE2-FADA-4A8B-95D8-927AE4858335}"/>
    <dgm:cxn modelId="{17FC52C5-BD4B-4EFA-A3EB-E337E18A9B81}" srcId="{B17462E3-4B3C-49A4-8A60-FE5ADCA40054}" destId="{780CD4E8-77DA-4948-A3B7-A5FFD85FB12E}" srcOrd="1" destOrd="0" parTransId="{E06BC452-8A8D-4819-9C5E-24E2BB3DB350}" sibTransId="{AFE8DB9C-889E-4248-BB92-677F34AC72A0}"/>
    <dgm:cxn modelId="{C1554FE5-1B97-4DA2-8C6C-E2A354A36BBB}" srcId="{780CD4E8-77DA-4948-A3B7-A5FFD85FB12E}" destId="{D051915E-A444-450B-AC2F-0ED911253438}" srcOrd="1" destOrd="0" parTransId="{C1ABF16B-0161-4116-B990-BADC23B17DAE}" sibTransId="{2E53B153-DC89-4057-B8D3-8F63F2401550}"/>
    <dgm:cxn modelId="{1BCCA9FA-E963-4E9E-9733-AADFF87CDE81}" type="presOf" srcId="{DE2AFBB2-C876-4E17-9495-D820AB0C919C}" destId="{2C97BACF-E2D6-4810-B0F2-3AD0806AB165}" srcOrd="0" destOrd="0" presId="urn:microsoft.com/office/officeart/2018/5/layout/CenteredIconLabelDescriptionList"/>
    <dgm:cxn modelId="{B2BB25FF-E564-4B9C-A59C-85096820C0BE}" srcId="{DE2AFBB2-C876-4E17-9495-D820AB0C919C}" destId="{96A55F8A-FD63-41AF-98AE-1315DBC232B4}" srcOrd="0" destOrd="0" parTransId="{C0983C0F-374B-4B58-92D3-9D206EBDB7DE}" sibTransId="{BE5DBE1A-3A53-4BAF-A3D9-59C18111A09C}"/>
    <dgm:cxn modelId="{2FEEC65F-02D0-4F0F-A187-C87258423947}" type="presParOf" srcId="{1A629A28-203B-4939-95C7-CD6EE2FBD24C}" destId="{495657E7-3C15-4219-9FAD-34E3AACB9162}" srcOrd="0" destOrd="0" presId="urn:microsoft.com/office/officeart/2018/5/layout/CenteredIconLabelDescriptionList"/>
    <dgm:cxn modelId="{7C511B0A-64FE-43E4-9D01-35229045D952}" type="presParOf" srcId="{495657E7-3C15-4219-9FAD-34E3AACB9162}" destId="{7FD515CB-BC61-417D-A545-2AA3F3E75291}" srcOrd="0" destOrd="0" presId="urn:microsoft.com/office/officeart/2018/5/layout/CenteredIconLabelDescriptionList"/>
    <dgm:cxn modelId="{BB56761C-01C9-4F9F-98E2-E2E6E6710D8A}" type="presParOf" srcId="{495657E7-3C15-4219-9FAD-34E3AACB9162}" destId="{57B9CB00-1EC9-4294-BF7A-693E2FDCD432}" srcOrd="1" destOrd="0" presId="urn:microsoft.com/office/officeart/2018/5/layout/CenteredIconLabelDescriptionList"/>
    <dgm:cxn modelId="{6C65F95C-65FE-472B-A566-4D0B9076B3D1}" type="presParOf" srcId="{495657E7-3C15-4219-9FAD-34E3AACB9162}" destId="{2C97BACF-E2D6-4810-B0F2-3AD0806AB165}" srcOrd="2" destOrd="0" presId="urn:microsoft.com/office/officeart/2018/5/layout/CenteredIconLabelDescriptionList"/>
    <dgm:cxn modelId="{5C0CA733-BFE1-4788-B052-61B6E6A78169}" type="presParOf" srcId="{495657E7-3C15-4219-9FAD-34E3AACB9162}" destId="{371E37D1-4AA4-4A06-AF57-0CCA125B7F7F}" srcOrd="3" destOrd="0" presId="urn:microsoft.com/office/officeart/2018/5/layout/CenteredIconLabelDescriptionList"/>
    <dgm:cxn modelId="{67335426-07E3-4B13-89DA-B967DC7F62F0}" type="presParOf" srcId="{495657E7-3C15-4219-9FAD-34E3AACB9162}" destId="{14B245B5-881A-4478-9CBE-12144F6E35A2}" srcOrd="4" destOrd="0" presId="urn:microsoft.com/office/officeart/2018/5/layout/CenteredIconLabelDescriptionList"/>
    <dgm:cxn modelId="{40B7BF45-91AE-443E-AC37-B3F27599BE18}" type="presParOf" srcId="{1A629A28-203B-4939-95C7-CD6EE2FBD24C}" destId="{26BEEAAD-B550-4210-AC67-99B1B05E4AE0}" srcOrd="1" destOrd="0" presId="urn:microsoft.com/office/officeart/2018/5/layout/CenteredIconLabelDescriptionList"/>
    <dgm:cxn modelId="{C63E2811-8382-4701-AB83-E21751531E91}" type="presParOf" srcId="{1A629A28-203B-4939-95C7-CD6EE2FBD24C}" destId="{99F35AAE-A89D-49BA-A381-A44E17B20D98}" srcOrd="2" destOrd="0" presId="urn:microsoft.com/office/officeart/2018/5/layout/CenteredIconLabelDescriptionList"/>
    <dgm:cxn modelId="{DD3E699E-D8C8-4014-BDFB-D8092E2DD911}" type="presParOf" srcId="{99F35AAE-A89D-49BA-A381-A44E17B20D98}" destId="{BF818E3F-6039-484D-98BF-C1EED86B6FAE}" srcOrd="0" destOrd="0" presId="urn:microsoft.com/office/officeart/2018/5/layout/CenteredIconLabelDescriptionList"/>
    <dgm:cxn modelId="{7ADC0F09-0F7F-4893-BD8A-438F6C4F9B3A}" type="presParOf" srcId="{99F35AAE-A89D-49BA-A381-A44E17B20D98}" destId="{32C4AEAB-849C-493B-A9C7-5043E942ED2A}" srcOrd="1" destOrd="0" presId="urn:microsoft.com/office/officeart/2018/5/layout/CenteredIconLabelDescriptionList"/>
    <dgm:cxn modelId="{EA84DAD3-658F-465C-997D-5A46776E28BD}" type="presParOf" srcId="{99F35AAE-A89D-49BA-A381-A44E17B20D98}" destId="{E42AD5E9-0E5F-4A9B-A40C-986A1556D0DF}" srcOrd="2" destOrd="0" presId="urn:microsoft.com/office/officeart/2018/5/layout/CenteredIconLabelDescriptionList"/>
    <dgm:cxn modelId="{7B671EC8-34D8-47B5-8506-51FDB6C7C6D4}" type="presParOf" srcId="{99F35AAE-A89D-49BA-A381-A44E17B20D98}" destId="{A79DCCD1-070F-4A79-A7D2-045C48B9090C}" srcOrd="3" destOrd="0" presId="urn:microsoft.com/office/officeart/2018/5/layout/CenteredIconLabelDescriptionList"/>
    <dgm:cxn modelId="{6CE66488-3503-4FBE-A847-52AD6BDF4602}" type="presParOf" srcId="{99F35AAE-A89D-49BA-A381-A44E17B20D98}" destId="{52E9E43F-7178-4419-A371-80A756D2E60F}" srcOrd="4" destOrd="0" presId="urn:microsoft.com/office/officeart/2018/5/layout/CenteredIconLabelDescriptionList"/>
    <dgm:cxn modelId="{D3D0943B-54F3-4BF5-B30D-B2F42BD4F3F6}" type="presParOf" srcId="{1A629A28-203B-4939-95C7-CD6EE2FBD24C}" destId="{65224254-306E-4185-8AC8-7647DCF66A4B}" srcOrd="3" destOrd="0" presId="urn:microsoft.com/office/officeart/2018/5/layout/CenteredIconLabelDescriptionList"/>
    <dgm:cxn modelId="{5B685A48-E697-4146-A869-DFB84DC19C44}" type="presParOf" srcId="{1A629A28-203B-4939-95C7-CD6EE2FBD24C}" destId="{EEDD60A1-9E89-4D87-90CA-77EFE11D74ED}" srcOrd="4" destOrd="0" presId="urn:microsoft.com/office/officeart/2018/5/layout/CenteredIconLabelDescriptionList"/>
    <dgm:cxn modelId="{23D81A6F-6958-4577-A902-68A049900E63}" type="presParOf" srcId="{EEDD60A1-9E89-4D87-90CA-77EFE11D74ED}" destId="{1533E292-33E3-406E-A351-748D04657FA4}" srcOrd="0" destOrd="0" presId="urn:microsoft.com/office/officeart/2018/5/layout/CenteredIconLabelDescriptionList"/>
    <dgm:cxn modelId="{43AA18EB-7168-4F5F-A1BB-D75096B7B676}" type="presParOf" srcId="{EEDD60A1-9E89-4D87-90CA-77EFE11D74ED}" destId="{A2F9B658-A5F0-4B0E-9A07-C1F54ED69A9F}" srcOrd="1" destOrd="0" presId="urn:microsoft.com/office/officeart/2018/5/layout/CenteredIconLabelDescriptionList"/>
    <dgm:cxn modelId="{44619C6B-6D7D-4D2A-A523-CC4650D6ECA3}" type="presParOf" srcId="{EEDD60A1-9E89-4D87-90CA-77EFE11D74ED}" destId="{1046662A-1C14-4AF5-8C21-B6673B34AD51}" srcOrd="2" destOrd="0" presId="urn:microsoft.com/office/officeart/2018/5/layout/CenteredIconLabelDescriptionList"/>
    <dgm:cxn modelId="{3AD7B04D-E8D3-413C-AC97-5201BE972939}" type="presParOf" srcId="{EEDD60A1-9E89-4D87-90CA-77EFE11D74ED}" destId="{D74F946C-A407-4F63-8E37-C361B2823BD0}" srcOrd="3" destOrd="0" presId="urn:microsoft.com/office/officeart/2018/5/layout/CenteredIconLabelDescriptionList"/>
    <dgm:cxn modelId="{E3F8318C-99A0-4B4C-851A-07BA1A06E22D}" type="presParOf" srcId="{EEDD60A1-9E89-4D87-90CA-77EFE11D74ED}" destId="{E23F3E28-87CA-4E36-A27B-CC75343EA77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F9BED68-742E-4835-8AAA-130431F436A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D125A9A-F93A-46D1-AB2C-2A1C1C7FE8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Cost-Reward balance</a:t>
          </a:r>
          <a:endParaRPr lang="en-US"/>
        </a:p>
      </dgm:t>
    </dgm:pt>
    <dgm:pt modelId="{3D834496-A4A9-4D46-983A-6E9B69D0A02A}" type="parTrans" cxnId="{4D98C8EA-7D90-4626-8ECD-8A8E606C25D3}">
      <dgm:prSet/>
      <dgm:spPr/>
      <dgm:t>
        <a:bodyPr/>
        <a:lstStyle/>
        <a:p>
          <a:endParaRPr lang="en-US" sz="3200"/>
        </a:p>
      </dgm:t>
    </dgm:pt>
    <dgm:pt modelId="{10D92B58-2B8F-4FEF-84BD-915BA5159A55}" type="sibTrans" cxnId="{4D98C8EA-7D90-4626-8ECD-8A8E606C25D3}">
      <dgm:prSet/>
      <dgm:spPr/>
      <dgm:t>
        <a:bodyPr/>
        <a:lstStyle/>
        <a:p>
          <a:endParaRPr lang="en-US"/>
        </a:p>
      </dgm:t>
    </dgm:pt>
    <dgm:pt modelId="{988EC7A1-8401-4F46-A45C-C6919D097C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Mining uses electricity to</a:t>
          </a:r>
          <a:r>
            <a:rPr lang="tr-TR" dirty="0"/>
            <a:t> </a:t>
          </a:r>
          <a:r>
            <a:rPr lang="en-US" dirty="0"/>
            <a:t>solve a mathematical problem. </a:t>
          </a:r>
        </a:p>
      </dgm:t>
    </dgm:pt>
    <dgm:pt modelId="{E42183D4-389E-4B35-B136-8191FBC029FD}" type="parTrans" cxnId="{EBE4F30E-3239-4546-94C0-4C9E7E7D80E3}">
      <dgm:prSet/>
      <dgm:spPr/>
      <dgm:t>
        <a:bodyPr/>
        <a:lstStyle/>
        <a:p>
          <a:endParaRPr lang="en-US" sz="3200"/>
        </a:p>
      </dgm:t>
    </dgm:pt>
    <dgm:pt modelId="{91500615-528C-4407-85D6-EBA78A692A97}" type="sibTrans" cxnId="{EBE4F30E-3239-4546-94C0-4C9E7E7D80E3}">
      <dgm:prSet/>
      <dgm:spPr/>
      <dgm:t>
        <a:bodyPr/>
        <a:lstStyle/>
        <a:p>
          <a:endParaRPr lang="en-US"/>
        </a:p>
      </dgm:t>
    </dgm:pt>
    <dgm:pt modelId="{4D9F36EC-9BE9-4C6D-93E4-541CBD1B98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Miner earnings</a:t>
          </a:r>
          <a:endParaRPr lang="en-US"/>
        </a:p>
      </dgm:t>
    </dgm:pt>
    <dgm:pt modelId="{3B587D96-69A8-484A-8CB9-F14B1D295A90}" type="parTrans" cxnId="{AA6A0F0A-54F7-4677-8AAD-34C3B2D1A4CC}">
      <dgm:prSet/>
      <dgm:spPr/>
      <dgm:t>
        <a:bodyPr/>
        <a:lstStyle/>
        <a:p>
          <a:endParaRPr lang="en-US" sz="3200"/>
        </a:p>
      </dgm:t>
    </dgm:pt>
    <dgm:pt modelId="{BD6DE358-6741-4D49-A114-867626BCDE61}" type="sibTrans" cxnId="{AA6A0F0A-54F7-4677-8AAD-34C3B2D1A4CC}">
      <dgm:prSet/>
      <dgm:spPr/>
      <dgm:t>
        <a:bodyPr/>
        <a:lstStyle/>
        <a:p>
          <a:endParaRPr lang="en-US"/>
        </a:p>
      </dgm:t>
    </dgm:pt>
    <dgm:pt modelId="{7DABD193-6F09-4514-AB43-4CB476FE24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Conditions be rewarded</a:t>
          </a:r>
          <a:endParaRPr lang="en-US"/>
        </a:p>
      </dgm:t>
    </dgm:pt>
    <dgm:pt modelId="{9FD72FCE-7C10-47E3-A1F0-6C7E9BF409DD}" type="parTrans" cxnId="{3346554C-B888-4C40-915D-B445C4CE8630}">
      <dgm:prSet/>
      <dgm:spPr/>
      <dgm:t>
        <a:bodyPr/>
        <a:lstStyle/>
        <a:p>
          <a:endParaRPr lang="en-US" sz="3200"/>
        </a:p>
      </dgm:t>
    </dgm:pt>
    <dgm:pt modelId="{006047D1-04FE-435A-A8AC-6085725D8297}" type="sibTrans" cxnId="{3346554C-B888-4C40-915D-B445C4CE8630}">
      <dgm:prSet/>
      <dgm:spPr/>
      <dgm:t>
        <a:bodyPr/>
        <a:lstStyle/>
        <a:p>
          <a:endParaRPr lang="en-US"/>
        </a:p>
      </dgm:t>
    </dgm:pt>
    <dgm:pt modelId="{B42FEC0C-7D47-4D84-A02F-6CE20DEED4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 with no Authority</a:t>
          </a:r>
          <a:endParaRPr lang="en-US"/>
        </a:p>
      </dgm:t>
    </dgm:pt>
    <dgm:pt modelId="{8DC0E54B-3D53-4F97-A095-729EB4717451}" type="parTrans" cxnId="{760090DC-88AB-43B8-86D6-9B7EFE730D50}">
      <dgm:prSet/>
      <dgm:spPr/>
      <dgm:t>
        <a:bodyPr/>
        <a:lstStyle/>
        <a:p>
          <a:endParaRPr lang="en-US" sz="3200"/>
        </a:p>
      </dgm:t>
    </dgm:pt>
    <dgm:pt modelId="{39B7DC79-5184-4892-BF93-CAF2319A6F20}" type="sibTrans" cxnId="{760090DC-88AB-43B8-86D6-9B7EFE730D50}">
      <dgm:prSet/>
      <dgm:spPr/>
      <dgm:t>
        <a:bodyPr/>
        <a:lstStyle/>
        <a:p>
          <a:endParaRPr lang="en-US"/>
        </a:p>
      </dgm:t>
    </dgm:pt>
    <dgm:pt modelId="{8DA1B8D0-DEF7-40F0-A9D2-BD0143EE69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the</a:t>
          </a:r>
          <a:r>
            <a:rPr lang="tr-TR"/>
            <a:t> </a:t>
          </a:r>
          <a:r>
            <a:rPr lang="en-US"/>
            <a:t>miner has correctly validated all the transactions, </a:t>
          </a:r>
        </a:p>
      </dgm:t>
    </dgm:pt>
    <dgm:pt modelId="{30BFBB6A-4B00-468D-A411-38261A80091A}" type="parTrans" cxnId="{D34AC827-524C-4EE1-9DDD-412E7FE97A12}">
      <dgm:prSet/>
      <dgm:spPr/>
      <dgm:t>
        <a:bodyPr/>
        <a:lstStyle/>
        <a:p>
          <a:endParaRPr lang="tr-TR" sz="3200"/>
        </a:p>
      </dgm:t>
    </dgm:pt>
    <dgm:pt modelId="{4D0E9967-AA4A-4633-B5CE-51CD8679F616}" type="sibTrans" cxnId="{D34AC827-524C-4EE1-9DDD-412E7FE97A12}">
      <dgm:prSet/>
      <dgm:spPr/>
      <dgm:t>
        <a:bodyPr/>
        <a:lstStyle/>
        <a:p>
          <a:endParaRPr lang="tr-TR"/>
        </a:p>
      </dgm:t>
    </dgm:pt>
    <dgm:pt modelId="{4F1F11DC-7C74-460C-8C83-8B805BE031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the satisfaction of the rules of</a:t>
          </a:r>
          <a:r>
            <a:rPr lang="tr-TR"/>
            <a:t> </a:t>
          </a:r>
          <a:r>
            <a:rPr lang="en-US"/>
            <a:t>consensus. </a:t>
          </a:r>
        </a:p>
      </dgm:t>
    </dgm:pt>
    <dgm:pt modelId="{797392B2-59FF-4D6E-9460-5A737AF72BA1}" type="parTrans" cxnId="{D5D7670D-4C2F-4065-80F7-906D1141F5AE}">
      <dgm:prSet/>
      <dgm:spPr/>
      <dgm:t>
        <a:bodyPr/>
        <a:lstStyle/>
        <a:p>
          <a:endParaRPr lang="tr-TR" sz="3200"/>
        </a:p>
      </dgm:t>
    </dgm:pt>
    <dgm:pt modelId="{76214C35-3F07-48CE-9855-C989BCCAA665}" type="sibTrans" cxnId="{D5D7670D-4C2F-4065-80F7-906D1141F5AE}">
      <dgm:prSet/>
      <dgm:spPr/>
      <dgm:t>
        <a:bodyPr/>
        <a:lstStyle/>
        <a:p>
          <a:endParaRPr lang="tr-TR"/>
        </a:p>
      </dgm:t>
    </dgm:pt>
    <dgm:pt modelId="{7D2E89CB-57BC-44C7-A6B5-97ED6F9410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reward will only be collected</a:t>
          </a:r>
        </a:p>
      </dgm:t>
    </dgm:pt>
    <dgm:pt modelId="{D1649927-F5A5-48B1-95C2-60D3C2E49B32}" type="parTrans" cxnId="{8CD7F4EA-8BFD-4D3C-A7DA-728712D2EFC6}">
      <dgm:prSet/>
      <dgm:spPr/>
      <dgm:t>
        <a:bodyPr/>
        <a:lstStyle/>
        <a:p>
          <a:endParaRPr lang="tr-TR" sz="3200"/>
        </a:p>
      </dgm:t>
    </dgm:pt>
    <dgm:pt modelId="{C4A91986-65D2-4708-8155-0F01658FB943}" type="sibTrans" cxnId="{8CD7F4EA-8BFD-4D3C-A7DA-728712D2EFC6}">
      <dgm:prSet/>
      <dgm:spPr/>
      <dgm:t>
        <a:bodyPr/>
        <a:lstStyle/>
        <a:p>
          <a:endParaRPr lang="tr-TR"/>
        </a:p>
      </dgm:t>
    </dgm:pt>
    <dgm:pt modelId="{DFCD266E-2035-470B-9CEE-80BAF0F4C4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Mining achieves a fine balance between cost and reward.</a:t>
          </a:r>
        </a:p>
      </dgm:t>
    </dgm:pt>
    <dgm:pt modelId="{2205D33C-2B78-4F94-8B81-AC7130519423}" type="parTrans" cxnId="{2E474D43-441C-463D-9119-FE47406BF8AE}">
      <dgm:prSet/>
      <dgm:spPr/>
      <dgm:t>
        <a:bodyPr/>
        <a:lstStyle/>
        <a:p>
          <a:endParaRPr lang="tr-TR" sz="3200"/>
        </a:p>
      </dgm:t>
    </dgm:pt>
    <dgm:pt modelId="{9D50EE6A-0EDE-403E-8A78-62B7B9835F97}" type="sibTrans" cxnId="{2E474D43-441C-463D-9119-FE47406BF8AE}">
      <dgm:prSet/>
      <dgm:spPr/>
      <dgm:t>
        <a:bodyPr/>
        <a:lstStyle/>
        <a:p>
          <a:endParaRPr lang="tr-TR"/>
        </a:p>
      </dgm:t>
    </dgm:pt>
    <dgm:pt modelId="{79176CE8-0E66-47BD-B5B6-2E41F8AB40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successful miner will collect a reward in the form of</a:t>
          </a:r>
        </a:p>
      </dgm:t>
    </dgm:pt>
    <dgm:pt modelId="{58E2BB5C-4B45-425B-B2C0-66DA77546E2C}" type="parTrans" cxnId="{862EDFB4-04A2-4E46-88E9-09B129CD8C50}">
      <dgm:prSet/>
      <dgm:spPr/>
      <dgm:t>
        <a:bodyPr/>
        <a:lstStyle/>
        <a:p>
          <a:endParaRPr lang="tr-TR" sz="3200"/>
        </a:p>
      </dgm:t>
    </dgm:pt>
    <dgm:pt modelId="{063FB790-1102-44E6-951D-1923B1359BC6}" type="sibTrans" cxnId="{862EDFB4-04A2-4E46-88E9-09B129CD8C50}">
      <dgm:prSet/>
      <dgm:spPr/>
      <dgm:t>
        <a:bodyPr/>
        <a:lstStyle/>
        <a:p>
          <a:endParaRPr lang="tr-TR"/>
        </a:p>
      </dgm:t>
    </dgm:pt>
    <dgm:pt modelId="{7557B6E8-F68A-4C3E-A345-E5B0E3309A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new bitcoin and transaction fees. </a:t>
          </a:r>
        </a:p>
      </dgm:t>
    </dgm:pt>
    <dgm:pt modelId="{471993DA-F38D-4612-97F5-0E8FCAE4D645}" type="parTrans" cxnId="{A123D276-8518-413E-A16A-3C62C1E0CC99}">
      <dgm:prSet/>
      <dgm:spPr/>
      <dgm:t>
        <a:bodyPr/>
        <a:lstStyle/>
        <a:p>
          <a:endParaRPr lang="tr-TR" sz="3200"/>
        </a:p>
      </dgm:t>
    </dgm:pt>
    <dgm:pt modelId="{E89931C4-F5D2-4F5F-ACE9-BA85C2A8B4A0}" type="sibTrans" cxnId="{A123D276-8518-413E-A16A-3C62C1E0CC99}">
      <dgm:prSet/>
      <dgm:spPr/>
      <dgm:t>
        <a:bodyPr/>
        <a:lstStyle/>
        <a:p>
          <a:endParaRPr lang="tr-TR"/>
        </a:p>
      </dgm:t>
    </dgm:pt>
    <dgm:pt modelId="{666DD0BB-4991-4608-957A-8652387592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delicate balance provides security for bitcoin</a:t>
          </a:r>
        </a:p>
      </dgm:t>
    </dgm:pt>
    <dgm:pt modelId="{822C48A0-750E-40D9-B092-17B995157A00}" type="parTrans" cxnId="{D43BEC1D-EFEE-44C2-ADCA-FCD726EFED2A}">
      <dgm:prSet/>
      <dgm:spPr/>
      <dgm:t>
        <a:bodyPr/>
        <a:lstStyle/>
        <a:p>
          <a:endParaRPr lang="tr-TR" sz="3200"/>
        </a:p>
      </dgm:t>
    </dgm:pt>
    <dgm:pt modelId="{CF1BDF8E-2391-4A86-A6A1-C6242DDE59DA}" type="sibTrans" cxnId="{D43BEC1D-EFEE-44C2-ADCA-FCD726EFED2A}">
      <dgm:prSet/>
      <dgm:spPr/>
      <dgm:t>
        <a:bodyPr/>
        <a:lstStyle/>
        <a:p>
          <a:endParaRPr lang="tr-TR"/>
        </a:p>
      </dgm:t>
    </dgm:pt>
    <dgm:pt modelId="{66DC177B-40FD-4A2F-9793-E4D94A8CF0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a central</a:t>
          </a:r>
          <a:r>
            <a:rPr lang="tr-TR"/>
            <a:t> </a:t>
          </a:r>
          <a:r>
            <a:rPr lang="en-US"/>
            <a:t>authority.</a:t>
          </a:r>
        </a:p>
      </dgm:t>
    </dgm:pt>
    <dgm:pt modelId="{94C8DCCA-EAFD-4F33-82A8-C09CE74A8903}" type="parTrans" cxnId="{EDAA1E8D-10B1-4344-B6F6-B3299F8B1A21}">
      <dgm:prSet/>
      <dgm:spPr/>
      <dgm:t>
        <a:bodyPr/>
        <a:lstStyle/>
        <a:p>
          <a:endParaRPr lang="tr-TR" sz="3200"/>
        </a:p>
      </dgm:t>
    </dgm:pt>
    <dgm:pt modelId="{ED2180F0-89EC-4C4B-9AF8-41E826D17EE7}" type="sibTrans" cxnId="{EDAA1E8D-10B1-4344-B6F6-B3299F8B1A21}">
      <dgm:prSet/>
      <dgm:spPr/>
      <dgm:t>
        <a:bodyPr/>
        <a:lstStyle/>
        <a:p>
          <a:endParaRPr lang="tr-TR"/>
        </a:p>
      </dgm:t>
    </dgm:pt>
    <dgm:pt modelId="{09F00BA2-E265-4F7D-A948-1BCBFBC20B12}" type="pres">
      <dgm:prSet presAssocID="{EF9BED68-742E-4835-8AAA-130431F436AE}" presName="root" presStyleCnt="0">
        <dgm:presLayoutVars>
          <dgm:dir/>
          <dgm:resizeHandles val="exact"/>
        </dgm:presLayoutVars>
      </dgm:prSet>
      <dgm:spPr/>
    </dgm:pt>
    <dgm:pt modelId="{4B40E666-D63D-43CB-90EB-FA63FCA688C1}" type="pres">
      <dgm:prSet presAssocID="{7D125A9A-F93A-46D1-AB2C-2A1C1C7FE897}" presName="compNode" presStyleCnt="0"/>
      <dgm:spPr/>
    </dgm:pt>
    <dgm:pt modelId="{362B74E6-BC2B-4B00-8E80-B848BFA9E82F}" type="pres">
      <dgm:prSet presAssocID="{7D125A9A-F93A-46D1-AB2C-2A1C1C7FE89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ror"/>
        </a:ext>
      </dgm:extLst>
    </dgm:pt>
    <dgm:pt modelId="{48394A1E-D62C-4577-A4EE-1465C500C5CA}" type="pres">
      <dgm:prSet presAssocID="{7D125A9A-F93A-46D1-AB2C-2A1C1C7FE897}" presName="iconSpace" presStyleCnt="0"/>
      <dgm:spPr/>
    </dgm:pt>
    <dgm:pt modelId="{090C9A44-A180-4FC8-98AD-91945D3FD3CF}" type="pres">
      <dgm:prSet presAssocID="{7D125A9A-F93A-46D1-AB2C-2A1C1C7FE897}" presName="parTx" presStyleLbl="revTx" presStyleIdx="0" presStyleCnt="8">
        <dgm:presLayoutVars>
          <dgm:chMax val="0"/>
          <dgm:chPref val="0"/>
        </dgm:presLayoutVars>
      </dgm:prSet>
      <dgm:spPr/>
    </dgm:pt>
    <dgm:pt modelId="{BFD42D23-3332-4C3F-A0F9-DE1E576D5F1B}" type="pres">
      <dgm:prSet presAssocID="{7D125A9A-F93A-46D1-AB2C-2A1C1C7FE897}" presName="txSpace" presStyleCnt="0"/>
      <dgm:spPr/>
    </dgm:pt>
    <dgm:pt modelId="{7299556C-605C-4D58-B877-5243C38A77F8}" type="pres">
      <dgm:prSet presAssocID="{7D125A9A-F93A-46D1-AB2C-2A1C1C7FE897}" presName="desTx" presStyleLbl="revTx" presStyleIdx="1" presStyleCnt="8">
        <dgm:presLayoutVars/>
      </dgm:prSet>
      <dgm:spPr/>
    </dgm:pt>
    <dgm:pt modelId="{926A5B74-DFA4-4832-9AF9-F1BEAF2DCFB6}" type="pres">
      <dgm:prSet presAssocID="{10D92B58-2B8F-4FEF-84BD-915BA5159A55}" presName="sibTrans" presStyleCnt="0"/>
      <dgm:spPr/>
    </dgm:pt>
    <dgm:pt modelId="{0FB2B2E8-BB93-4138-92B7-7CDB76E2DF03}" type="pres">
      <dgm:prSet presAssocID="{4D9F36EC-9BE9-4C6D-93E4-541CBD1B9868}" presName="compNode" presStyleCnt="0"/>
      <dgm:spPr/>
    </dgm:pt>
    <dgm:pt modelId="{52B7E8AC-FF8F-41A2-AF63-9A3505D91178}" type="pres">
      <dgm:prSet presAssocID="{4D9F36EC-9BE9-4C6D-93E4-541CBD1B98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ll"/>
        </a:ext>
      </dgm:extLst>
    </dgm:pt>
    <dgm:pt modelId="{93A51075-F579-4DD3-B534-EEF014E1E28A}" type="pres">
      <dgm:prSet presAssocID="{4D9F36EC-9BE9-4C6D-93E4-541CBD1B9868}" presName="iconSpace" presStyleCnt="0"/>
      <dgm:spPr/>
    </dgm:pt>
    <dgm:pt modelId="{580F31A7-9C38-444E-9275-94EBE7C5A27D}" type="pres">
      <dgm:prSet presAssocID="{4D9F36EC-9BE9-4C6D-93E4-541CBD1B9868}" presName="parTx" presStyleLbl="revTx" presStyleIdx="2" presStyleCnt="8">
        <dgm:presLayoutVars>
          <dgm:chMax val="0"/>
          <dgm:chPref val="0"/>
        </dgm:presLayoutVars>
      </dgm:prSet>
      <dgm:spPr/>
    </dgm:pt>
    <dgm:pt modelId="{4B11F2A4-6187-45A3-B1F0-E9D915CD66AF}" type="pres">
      <dgm:prSet presAssocID="{4D9F36EC-9BE9-4C6D-93E4-541CBD1B9868}" presName="txSpace" presStyleCnt="0"/>
      <dgm:spPr/>
    </dgm:pt>
    <dgm:pt modelId="{D85D7BA4-0FE3-4400-9F77-4693ADB45553}" type="pres">
      <dgm:prSet presAssocID="{4D9F36EC-9BE9-4C6D-93E4-541CBD1B9868}" presName="desTx" presStyleLbl="revTx" presStyleIdx="3" presStyleCnt="8">
        <dgm:presLayoutVars/>
      </dgm:prSet>
      <dgm:spPr/>
    </dgm:pt>
    <dgm:pt modelId="{3B6DBADF-DC84-4C99-BEB6-EBA494394BFB}" type="pres">
      <dgm:prSet presAssocID="{BD6DE358-6741-4D49-A114-867626BCDE61}" presName="sibTrans" presStyleCnt="0"/>
      <dgm:spPr/>
    </dgm:pt>
    <dgm:pt modelId="{7FD01853-974C-4C86-9820-D71B9264DEBC}" type="pres">
      <dgm:prSet presAssocID="{7DABD193-6F09-4514-AB43-4CB476FE240D}" presName="compNode" presStyleCnt="0"/>
      <dgm:spPr/>
    </dgm:pt>
    <dgm:pt modelId="{CC51E889-59D4-43D9-8878-45BE8DCCABC1}" type="pres">
      <dgm:prSet presAssocID="{7DABD193-6F09-4514-AB43-4CB476FE24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tionary Remove"/>
        </a:ext>
      </dgm:extLst>
    </dgm:pt>
    <dgm:pt modelId="{16DC81AD-BBB1-46BD-AB93-EEEEFAFE1018}" type="pres">
      <dgm:prSet presAssocID="{7DABD193-6F09-4514-AB43-4CB476FE240D}" presName="iconSpace" presStyleCnt="0"/>
      <dgm:spPr/>
    </dgm:pt>
    <dgm:pt modelId="{0CB283F8-3E61-4725-947B-CAB8BADA5A78}" type="pres">
      <dgm:prSet presAssocID="{7DABD193-6F09-4514-AB43-4CB476FE240D}" presName="parTx" presStyleLbl="revTx" presStyleIdx="4" presStyleCnt="8">
        <dgm:presLayoutVars>
          <dgm:chMax val="0"/>
          <dgm:chPref val="0"/>
        </dgm:presLayoutVars>
      </dgm:prSet>
      <dgm:spPr/>
    </dgm:pt>
    <dgm:pt modelId="{EC354342-9C08-4A9F-9CE3-03377FB51A21}" type="pres">
      <dgm:prSet presAssocID="{7DABD193-6F09-4514-AB43-4CB476FE240D}" presName="txSpace" presStyleCnt="0"/>
      <dgm:spPr/>
    </dgm:pt>
    <dgm:pt modelId="{DAB702CA-8D51-4DC8-9796-548F169E4AAA}" type="pres">
      <dgm:prSet presAssocID="{7DABD193-6F09-4514-AB43-4CB476FE240D}" presName="desTx" presStyleLbl="revTx" presStyleIdx="5" presStyleCnt="8">
        <dgm:presLayoutVars/>
      </dgm:prSet>
      <dgm:spPr/>
    </dgm:pt>
    <dgm:pt modelId="{31AF5FCA-A561-410F-9D81-36B9E006971F}" type="pres">
      <dgm:prSet presAssocID="{006047D1-04FE-435A-A8AC-6085725D8297}" presName="sibTrans" presStyleCnt="0"/>
      <dgm:spPr/>
    </dgm:pt>
    <dgm:pt modelId="{4B669572-3A20-439C-B617-014028D3D30E}" type="pres">
      <dgm:prSet presAssocID="{B42FEC0C-7D47-4D84-A02F-6CE20DEED477}" presName="compNode" presStyleCnt="0"/>
      <dgm:spPr/>
    </dgm:pt>
    <dgm:pt modelId="{3B179A77-A95E-4A4D-B64E-1E427C25B434}" type="pres">
      <dgm:prSet presAssocID="{B42FEC0C-7D47-4D84-A02F-6CE20DEED4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D1BA98EB-EF52-4246-A0AF-177A29ED9EE8}" type="pres">
      <dgm:prSet presAssocID="{B42FEC0C-7D47-4D84-A02F-6CE20DEED477}" presName="iconSpace" presStyleCnt="0"/>
      <dgm:spPr/>
    </dgm:pt>
    <dgm:pt modelId="{2000123A-3C65-4723-9D16-0E55BED2E646}" type="pres">
      <dgm:prSet presAssocID="{B42FEC0C-7D47-4D84-A02F-6CE20DEED477}" presName="parTx" presStyleLbl="revTx" presStyleIdx="6" presStyleCnt="8">
        <dgm:presLayoutVars>
          <dgm:chMax val="0"/>
          <dgm:chPref val="0"/>
        </dgm:presLayoutVars>
      </dgm:prSet>
      <dgm:spPr/>
    </dgm:pt>
    <dgm:pt modelId="{F5E6C249-2085-4C22-A384-EF2CF57BA0DF}" type="pres">
      <dgm:prSet presAssocID="{B42FEC0C-7D47-4D84-A02F-6CE20DEED477}" presName="txSpace" presStyleCnt="0"/>
      <dgm:spPr/>
    </dgm:pt>
    <dgm:pt modelId="{AF369BB8-6B07-4928-AABB-66D4C819EBB5}" type="pres">
      <dgm:prSet presAssocID="{B42FEC0C-7D47-4D84-A02F-6CE20DEED477}" presName="desTx" presStyleLbl="revTx" presStyleIdx="7" presStyleCnt="8">
        <dgm:presLayoutVars/>
      </dgm:prSet>
      <dgm:spPr/>
    </dgm:pt>
  </dgm:ptLst>
  <dgm:cxnLst>
    <dgm:cxn modelId="{5DCD9000-663A-4603-AB43-E83463960E0D}" type="presOf" srcId="{DFCD266E-2035-470B-9CEE-80BAF0F4C491}" destId="{7299556C-605C-4D58-B877-5243C38A77F8}" srcOrd="0" destOrd="0" presId="urn:microsoft.com/office/officeart/2018/2/layout/IconLabelDescriptionList"/>
    <dgm:cxn modelId="{AA6A0F0A-54F7-4677-8AAD-34C3B2D1A4CC}" srcId="{EF9BED68-742E-4835-8AAA-130431F436AE}" destId="{4D9F36EC-9BE9-4C6D-93E4-541CBD1B9868}" srcOrd="1" destOrd="0" parTransId="{3B587D96-69A8-484A-8CB9-F14B1D295A90}" sibTransId="{BD6DE358-6741-4D49-A114-867626BCDE61}"/>
    <dgm:cxn modelId="{D5D7670D-4C2F-4065-80F7-906D1141F5AE}" srcId="{7DABD193-6F09-4514-AB43-4CB476FE240D}" destId="{4F1F11DC-7C74-460C-8C83-8B805BE0319D}" srcOrd="2" destOrd="0" parTransId="{797392B2-59FF-4D6E-9460-5A737AF72BA1}" sibTransId="{76214C35-3F07-48CE-9855-C989BCCAA665}"/>
    <dgm:cxn modelId="{EBE4F30E-3239-4546-94C0-4C9E7E7D80E3}" srcId="{7D125A9A-F93A-46D1-AB2C-2A1C1C7FE897}" destId="{988EC7A1-8401-4F46-A45C-C6919D097C6B}" srcOrd="1" destOrd="0" parTransId="{E42183D4-389E-4B35-B136-8191FBC029FD}" sibTransId="{91500615-528C-4407-85D6-EBA78A692A97}"/>
    <dgm:cxn modelId="{7BF4951B-AA0A-433C-9888-D602DBE767D8}" type="presOf" srcId="{4F1F11DC-7C74-460C-8C83-8B805BE0319D}" destId="{DAB702CA-8D51-4DC8-9796-548F169E4AAA}" srcOrd="0" destOrd="2" presId="urn:microsoft.com/office/officeart/2018/2/layout/IconLabelDescriptionList"/>
    <dgm:cxn modelId="{D43BEC1D-EFEE-44C2-ADCA-FCD726EFED2A}" srcId="{B42FEC0C-7D47-4D84-A02F-6CE20DEED477}" destId="{666DD0BB-4991-4608-957A-86523875921F}" srcOrd="0" destOrd="0" parTransId="{822C48A0-750E-40D9-B092-17B995157A00}" sibTransId="{CF1BDF8E-2391-4A86-A6A1-C6242DDE59DA}"/>
    <dgm:cxn modelId="{D34AC827-524C-4EE1-9DDD-412E7FE97A12}" srcId="{7DABD193-6F09-4514-AB43-4CB476FE240D}" destId="{8DA1B8D0-DEF7-40F0-A9D2-BD0143EE6904}" srcOrd="1" destOrd="0" parTransId="{30BFBB6A-4B00-468D-A411-38261A80091A}" sibTransId="{4D0E9967-AA4A-4633-B5CE-51CD8679F616}"/>
    <dgm:cxn modelId="{903DF532-1BF3-4B4F-BA02-EE023729DA23}" type="presOf" srcId="{66DC177B-40FD-4A2F-9793-E4D94A8CF0AA}" destId="{AF369BB8-6B07-4928-AABB-66D4C819EBB5}" srcOrd="0" destOrd="1" presId="urn:microsoft.com/office/officeart/2018/2/layout/IconLabelDescriptionList"/>
    <dgm:cxn modelId="{7FA50535-1BE9-42A6-BCF4-92FF5DE2DFDB}" type="presOf" srcId="{79176CE8-0E66-47BD-B5B6-2E41F8AB4004}" destId="{D85D7BA4-0FE3-4400-9F77-4693ADB45553}" srcOrd="0" destOrd="0" presId="urn:microsoft.com/office/officeart/2018/2/layout/IconLabelDescriptionList"/>
    <dgm:cxn modelId="{2E474D43-441C-463D-9119-FE47406BF8AE}" srcId="{7D125A9A-F93A-46D1-AB2C-2A1C1C7FE897}" destId="{DFCD266E-2035-470B-9CEE-80BAF0F4C491}" srcOrd="0" destOrd="0" parTransId="{2205D33C-2B78-4F94-8B81-AC7130519423}" sibTransId="{9D50EE6A-0EDE-403E-8A78-62B7B9835F97}"/>
    <dgm:cxn modelId="{341A744B-3B2A-41CA-92E2-6F3F882E656A}" type="presOf" srcId="{7557B6E8-F68A-4C3E-A345-E5B0E3309A4B}" destId="{D85D7BA4-0FE3-4400-9F77-4693ADB45553}" srcOrd="0" destOrd="1" presId="urn:microsoft.com/office/officeart/2018/2/layout/IconLabelDescriptionList"/>
    <dgm:cxn modelId="{3346554C-B888-4C40-915D-B445C4CE8630}" srcId="{EF9BED68-742E-4835-8AAA-130431F436AE}" destId="{7DABD193-6F09-4514-AB43-4CB476FE240D}" srcOrd="2" destOrd="0" parTransId="{9FD72FCE-7C10-47E3-A1F0-6C7E9BF409DD}" sibTransId="{006047D1-04FE-435A-A8AC-6085725D8297}"/>
    <dgm:cxn modelId="{FB6C6B73-2BC6-4C8E-982C-4F9891577CFE}" type="presOf" srcId="{7DABD193-6F09-4514-AB43-4CB476FE240D}" destId="{0CB283F8-3E61-4725-947B-CAB8BADA5A78}" srcOrd="0" destOrd="0" presId="urn:microsoft.com/office/officeart/2018/2/layout/IconLabelDescriptionList"/>
    <dgm:cxn modelId="{50456875-A03C-4F30-B872-0A2FDDF129CF}" type="presOf" srcId="{7D2E89CB-57BC-44C7-A6B5-97ED6F941027}" destId="{DAB702CA-8D51-4DC8-9796-548F169E4AAA}" srcOrd="0" destOrd="0" presId="urn:microsoft.com/office/officeart/2018/2/layout/IconLabelDescriptionList"/>
    <dgm:cxn modelId="{A123D276-8518-413E-A16A-3C62C1E0CC99}" srcId="{4D9F36EC-9BE9-4C6D-93E4-541CBD1B9868}" destId="{7557B6E8-F68A-4C3E-A345-E5B0E3309A4B}" srcOrd="1" destOrd="0" parTransId="{471993DA-F38D-4612-97F5-0E8FCAE4D645}" sibTransId="{E89931C4-F5D2-4F5F-ACE9-BA85C2A8B4A0}"/>
    <dgm:cxn modelId="{A9FD7889-1F69-4656-9EC7-41F69B411E90}" type="presOf" srcId="{8DA1B8D0-DEF7-40F0-A9D2-BD0143EE6904}" destId="{DAB702CA-8D51-4DC8-9796-548F169E4AAA}" srcOrd="0" destOrd="1" presId="urn:microsoft.com/office/officeart/2018/2/layout/IconLabelDescriptionList"/>
    <dgm:cxn modelId="{EDAA1E8D-10B1-4344-B6F6-B3299F8B1A21}" srcId="{B42FEC0C-7D47-4D84-A02F-6CE20DEED477}" destId="{66DC177B-40FD-4A2F-9793-E4D94A8CF0AA}" srcOrd="1" destOrd="0" parTransId="{94C8DCCA-EAFD-4F33-82A8-C09CE74A8903}" sibTransId="{ED2180F0-89EC-4C4B-9AF8-41E826D17EE7}"/>
    <dgm:cxn modelId="{09C6869B-2F50-4427-A512-23E6BE4884A0}" type="presOf" srcId="{EF9BED68-742E-4835-8AAA-130431F436AE}" destId="{09F00BA2-E265-4F7D-A948-1BCBFBC20B12}" srcOrd="0" destOrd="0" presId="urn:microsoft.com/office/officeart/2018/2/layout/IconLabelDescriptionList"/>
    <dgm:cxn modelId="{0745E99D-8E17-4278-B9B0-71F5EFC70A3B}" type="presOf" srcId="{7D125A9A-F93A-46D1-AB2C-2A1C1C7FE897}" destId="{090C9A44-A180-4FC8-98AD-91945D3FD3CF}" srcOrd="0" destOrd="0" presId="urn:microsoft.com/office/officeart/2018/2/layout/IconLabelDescriptionList"/>
    <dgm:cxn modelId="{3170F2A8-B227-41B1-9D8E-F223B60EA472}" type="presOf" srcId="{4D9F36EC-9BE9-4C6D-93E4-541CBD1B9868}" destId="{580F31A7-9C38-444E-9275-94EBE7C5A27D}" srcOrd="0" destOrd="0" presId="urn:microsoft.com/office/officeart/2018/2/layout/IconLabelDescriptionList"/>
    <dgm:cxn modelId="{862EDFB4-04A2-4E46-88E9-09B129CD8C50}" srcId="{4D9F36EC-9BE9-4C6D-93E4-541CBD1B9868}" destId="{79176CE8-0E66-47BD-B5B6-2E41F8AB4004}" srcOrd="0" destOrd="0" parTransId="{58E2BB5C-4B45-425B-B2C0-66DA77546E2C}" sibTransId="{063FB790-1102-44E6-951D-1923B1359BC6}"/>
    <dgm:cxn modelId="{2E1C4ECD-103D-4653-AA7A-CB3F727C3DA4}" type="presOf" srcId="{988EC7A1-8401-4F46-A45C-C6919D097C6B}" destId="{7299556C-605C-4D58-B877-5243C38A77F8}" srcOrd="0" destOrd="1" presId="urn:microsoft.com/office/officeart/2018/2/layout/IconLabelDescriptionList"/>
    <dgm:cxn modelId="{760090DC-88AB-43B8-86D6-9B7EFE730D50}" srcId="{EF9BED68-742E-4835-8AAA-130431F436AE}" destId="{B42FEC0C-7D47-4D84-A02F-6CE20DEED477}" srcOrd="3" destOrd="0" parTransId="{8DC0E54B-3D53-4F97-A095-729EB4717451}" sibTransId="{39B7DC79-5184-4892-BF93-CAF2319A6F20}"/>
    <dgm:cxn modelId="{4D98C8EA-7D90-4626-8ECD-8A8E606C25D3}" srcId="{EF9BED68-742E-4835-8AAA-130431F436AE}" destId="{7D125A9A-F93A-46D1-AB2C-2A1C1C7FE897}" srcOrd="0" destOrd="0" parTransId="{3D834496-A4A9-4D46-983A-6E9B69D0A02A}" sibTransId="{10D92B58-2B8F-4FEF-84BD-915BA5159A55}"/>
    <dgm:cxn modelId="{8CD7F4EA-8BFD-4D3C-A7DA-728712D2EFC6}" srcId="{7DABD193-6F09-4514-AB43-4CB476FE240D}" destId="{7D2E89CB-57BC-44C7-A6B5-97ED6F941027}" srcOrd="0" destOrd="0" parTransId="{D1649927-F5A5-48B1-95C2-60D3C2E49B32}" sibTransId="{C4A91986-65D2-4708-8155-0F01658FB943}"/>
    <dgm:cxn modelId="{F76905EE-6892-4A50-8E97-2B72AD8A8E85}" type="presOf" srcId="{666DD0BB-4991-4608-957A-86523875921F}" destId="{AF369BB8-6B07-4928-AABB-66D4C819EBB5}" srcOrd="0" destOrd="0" presId="urn:microsoft.com/office/officeart/2018/2/layout/IconLabelDescriptionList"/>
    <dgm:cxn modelId="{A827E3FB-CB89-44AC-A8CA-2B9088722032}" type="presOf" srcId="{B42FEC0C-7D47-4D84-A02F-6CE20DEED477}" destId="{2000123A-3C65-4723-9D16-0E55BED2E646}" srcOrd="0" destOrd="0" presId="urn:microsoft.com/office/officeart/2018/2/layout/IconLabelDescriptionList"/>
    <dgm:cxn modelId="{418F0A16-C3B6-400D-B358-A52569321C04}" type="presParOf" srcId="{09F00BA2-E265-4F7D-A948-1BCBFBC20B12}" destId="{4B40E666-D63D-43CB-90EB-FA63FCA688C1}" srcOrd="0" destOrd="0" presId="urn:microsoft.com/office/officeart/2018/2/layout/IconLabelDescriptionList"/>
    <dgm:cxn modelId="{4A79DCCD-9330-4A0A-B01F-6CC32C1A8276}" type="presParOf" srcId="{4B40E666-D63D-43CB-90EB-FA63FCA688C1}" destId="{362B74E6-BC2B-4B00-8E80-B848BFA9E82F}" srcOrd="0" destOrd="0" presId="urn:microsoft.com/office/officeart/2018/2/layout/IconLabelDescriptionList"/>
    <dgm:cxn modelId="{D111D606-D886-4365-86FB-C91A74E0BEA9}" type="presParOf" srcId="{4B40E666-D63D-43CB-90EB-FA63FCA688C1}" destId="{48394A1E-D62C-4577-A4EE-1465C500C5CA}" srcOrd="1" destOrd="0" presId="urn:microsoft.com/office/officeart/2018/2/layout/IconLabelDescriptionList"/>
    <dgm:cxn modelId="{A84F96E1-412F-4081-BD6C-19DBEC9CB1E9}" type="presParOf" srcId="{4B40E666-D63D-43CB-90EB-FA63FCA688C1}" destId="{090C9A44-A180-4FC8-98AD-91945D3FD3CF}" srcOrd="2" destOrd="0" presId="urn:microsoft.com/office/officeart/2018/2/layout/IconLabelDescriptionList"/>
    <dgm:cxn modelId="{51FD98EB-6537-4495-8C58-E6408030A9A6}" type="presParOf" srcId="{4B40E666-D63D-43CB-90EB-FA63FCA688C1}" destId="{BFD42D23-3332-4C3F-A0F9-DE1E576D5F1B}" srcOrd="3" destOrd="0" presId="urn:microsoft.com/office/officeart/2018/2/layout/IconLabelDescriptionList"/>
    <dgm:cxn modelId="{14016BD0-FF4F-4A30-A67C-2E64E1DA9E4A}" type="presParOf" srcId="{4B40E666-D63D-43CB-90EB-FA63FCA688C1}" destId="{7299556C-605C-4D58-B877-5243C38A77F8}" srcOrd="4" destOrd="0" presId="urn:microsoft.com/office/officeart/2018/2/layout/IconLabelDescriptionList"/>
    <dgm:cxn modelId="{CAE42C6F-2245-4064-B5CA-17C9D5D69AE1}" type="presParOf" srcId="{09F00BA2-E265-4F7D-A948-1BCBFBC20B12}" destId="{926A5B74-DFA4-4832-9AF9-F1BEAF2DCFB6}" srcOrd="1" destOrd="0" presId="urn:microsoft.com/office/officeart/2018/2/layout/IconLabelDescriptionList"/>
    <dgm:cxn modelId="{A4FB94C0-6916-4D6D-894C-D762310540B3}" type="presParOf" srcId="{09F00BA2-E265-4F7D-A948-1BCBFBC20B12}" destId="{0FB2B2E8-BB93-4138-92B7-7CDB76E2DF03}" srcOrd="2" destOrd="0" presId="urn:microsoft.com/office/officeart/2018/2/layout/IconLabelDescriptionList"/>
    <dgm:cxn modelId="{6BF10184-A54F-4EE5-92B8-A821D3200175}" type="presParOf" srcId="{0FB2B2E8-BB93-4138-92B7-7CDB76E2DF03}" destId="{52B7E8AC-FF8F-41A2-AF63-9A3505D91178}" srcOrd="0" destOrd="0" presId="urn:microsoft.com/office/officeart/2018/2/layout/IconLabelDescriptionList"/>
    <dgm:cxn modelId="{3A51B55C-4A48-471C-B8CF-E516989AC026}" type="presParOf" srcId="{0FB2B2E8-BB93-4138-92B7-7CDB76E2DF03}" destId="{93A51075-F579-4DD3-B534-EEF014E1E28A}" srcOrd="1" destOrd="0" presId="urn:microsoft.com/office/officeart/2018/2/layout/IconLabelDescriptionList"/>
    <dgm:cxn modelId="{12704C34-1103-4E78-BDE0-9E47055EBF44}" type="presParOf" srcId="{0FB2B2E8-BB93-4138-92B7-7CDB76E2DF03}" destId="{580F31A7-9C38-444E-9275-94EBE7C5A27D}" srcOrd="2" destOrd="0" presId="urn:microsoft.com/office/officeart/2018/2/layout/IconLabelDescriptionList"/>
    <dgm:cxn modelId="{0FA10016-C33A-44FC-BF26-9910C9AEB705}" type="presParOf" srcId="{0FB2B2E8-BB93-4138-92B7-7CDB76E2DF03}" destId="{4B11F2A4-6187-45A3-B1F0-E9D915CD66AF}" srcOrd="3" destOrd="0" presId="urn:microsoft.com/office/officeart/2018/2/layout/IconLabelDescriptionList"/>
    <dgm:cxn modelId="{A7FACB6E-1093-4745-BF8B-3E7E07202482}" type="presParOf" srcId="{0FB2B2E8-BB93-4138-92B7-7CDB76E2DF03}" destId="{D85D7BA4-0FE3-4400-9F77-4693ADB45553}" srcOrd="4" destOrd="0" presId="urn:microsoft.com/office/officeart/2018/2/layout/IconLabelDescriptionList"/>
    <dgm:cxn modelId="{3428E2FC-CED5-4E9E-96BE-2F7128531FCC}" type="presParOf" srcId="{09F00BA2-E265-4F7D-A948-1BCBFBC20B12}" destId="{3B6DBADF-DC84-4C99-BEB6-EBA494394BFB}" srcOrd="3" destOrd="0" presId="urn:microsoft.com/office/officeart/2018/2/layout/IconLabelDescriptionList"/>
    <dgm:cxn modelId="{E8519875-2D3A-44D0-AB7F-64967660DBBE}" type="presParOf" srcId="{09F00BA2-E265-4F7D-A948-1BCBFBC20B12}" destId="{7FD01853-974C-4C86-9820-D71B9264DEBC}" srcOrd="4" destOrd="0" presId="urn:microsoft.com/office/officeart/2018/2/layout/IconLabelDescriptionList"/>
    <dgm:cxn modelId="{75008B42-0189-4C98-8FD2-2BF73A9DB124}" type="presParOf" srcId="{7FD01853-974C-4C86-9820-D71B9264DEBC}" destId="{CC51E889-59D4-43D9-8878-45BE8DCCABC1}" srcOrd="0" destOrd="0" presId="urn:microsoft.com/office/officeart/2018/2/layout/IconLabelDescriptionList"/>
    <dgm:cxn modelId="{80003076-5C75-45A6-B26A-6510D569C566}" type="presParOf" srcId="{7FD01853-974C-4C86-9820-D71B9264DEBC}" destId="{16DC81AD-BBB1-46BD-AB93-EEEEFAFE1018}" srcOrd="1" destOrd="0" presId="urn:microsoft.com/office/officeart/2018/2/layout/IconLabelDescriptionList"/>
    <dgm:cxn modelId="{69E6EB57-E2A8-4BFD-909B-31AE57836F1C}" type="presParOf" srcId="{7FD01853-974C-4C86-9820-D71B9264DEBC}" destId="{0CB283F8-3E61-4725-947B-CAB8BADA5A78}" srcOrd="2" destOrd="0" presId="urn:microsoft.com/office/officeart/2018/2/layout/IconLabelDescriptionList"/>
    <dgm:cxn modelId="{8AD6BA0E-18B9-4299-B90D-5622591C5D83}" type="presParOf" srcId="{7FD01853-974C-4C86-9820-D71B9264DEBC}" destId="{EC354342-9C08-4A9F-9CE3-03377FB51A21}" srcOrd="3" destOrd="0" presId="urn:microsoft.com/office/officeart/2018/2/layout/IconLabelDescriptionList"/>
    <dgm:cxn modelId="{9348084D-574B-4246-B871-4711CD88D15B}" type="presParOf" srcId="{7FD01853-974C-4C86-9820-D71B9264DEBC}" destId="{DAB702CA-8D51-4DC8-9796-548F169E4AAA}" srcOrd="4" destOrd="0" presId="urn:microsoft.com/office/officeart/2018/2/layout/IconLabelDescriptionList"/>
    <dgm:cxn modelId="{E535932A-C8F8-44D3-9143-B2079327DE11}" type="presParOf" srcId="{09F00BA2-E265-4F7D-A948-1BCBFBC20B12}" destId="{31AF5FCA-A561-410F-9D81-36B9E006971F}" srcOrd="5" destOrd="0" presId="urn:microsoft.com/office/officeart/2018/2/layout/IconLabelDescriptionList"/>
    <dgm:cxn modelId="{D7F39711-70C1-4976-A87C-3201B412B804}" type="presParOf" srcId="{09F00BA2-E265-4F7D-A948-1BCBFBC20B12}" destId="{4B669572-3A20-439C-B617-014028D3D30E}" srcOrd="6" destOrd="0" presId="urn:microsoft.com/office/officeart/2018/2/layout/IconLabelDescriptionList"/>
    <dgm:cxn modelId="{4CAEE8D3-B2CD-4065-A3C0-B5631E9325C7}" type="presParOf" srcId="{4B669572-3A20-439C-B617-014028D3D30E}" destId="{3B179A77-A95E-4A4D-B64E-1E427C25B434}" srcOrd="0" destOrd="0" presId="urn:microsoft.com/office/officeart/2018/2/layout/IconLabelDescriptionList"/>
    <dgm:cxn modelId="{10F5DF36-756A-4821-B07F-EC2C5DED26CB}" type="presParOf" srcId="{4B669572-3A20-439C-B617-014028D3D30E}" destId="{D1BA98EB-EF52-4246-A0AF-177A29ED9EE8}" srcOrd="1" destOrd="0" presId="urn:microsoft.com/office/officeart/2018/2/layout/IconLabelDescriptionList"/>
    <dgm:cxn modelId="{1C50FB4D-3C36-4C98-BEF0-AD9504E83BB8}" type="presParOf" srcId="{4B669572-3A20-439C-B617-014028D3D30E}" destId="{2000123A-3C65-4723-9D16-0E55BED2E646}" srcOrd="2" destOrd="0" presId="urn:microsoft.com/office/officeart/2018/2/layout/IconLabelDescriptionList"/>
    <dgm:cxn modelId="{09141051-0A07-4983-ADDB-5CD7063C11A2}" type="presParOf" srcId="{4B669572-3A20-439C-B617-014028D3D30E}" destId="{F5E6C249-2085-4C22-A384-EF2CF57BA0DF}" srcOrd="3" destOrd="0" presId="urn:microsoft.com/office/officeart/2018/2/layout/IconLabelDescriptionList"/>
    <dgm:cxn modelId="{937CA91E-D6F5-45C8-B2DA-1A99529E7BD4}" type="presParOf" srcId="{4B669572-3A20-439C-B617-014028D3D30E}" destId="{AF369BB8-6B07-4928-AABB-66D4C819EBB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68078B23-C833-455F-9F58-EFB3E37E40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5DA7BF-A192-49CB-B1E5-171E6A4162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good way to describe mining is</a:t>
          </a:r>
        </a:p>
      </dgm:t>
    </dgm:pt>
    <dgm:pt modelId="{5A3AEC3A-57C3-4837-9B64-473D5A93E88D}" type="parTrans" cxnId="{256D04AD-EF86-4BDF-9EEE-3EDE4D142417}">
      <dgm:prSet/>
      <dgm:spPr/>
      <dgm:t>
        <a:bodyPr/>
        <a:lstStyle/>
        <a:p>
          <a:endParaRPr lang="en-US" sz="2800"/>
        </a:p>
      </dgm:t>
    </dgm:pt>
    <dgm:pt modelId="{721F0CB4-D2FB-4E2C-AC6C-EBF8037B1D55}" type="sibTrans" cxnId="{256D04AD-EF86-4BDF-9EEE-3EDE4D142417}">
      <dgm:prSet/>
      <dgm:spPr/>
      <dgm:t>
        <a:bodyPr/>
        <a:lstStyle/>
        <a:p>
          <a:endParaRPr lang="en-US"/>
        </a:p>
      </dgm:t>
    </dgm:pt>
    <dgm:pt modelId="{BAB7B889-EA46-4125-8192-AA64E09660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resets</a:t>
          </a:r>
          <a:r>
            <a:rPr lang="tr-TR"/>
            <a:t> </a:t>
          </a:r>
          <a:r>
            <a:rPr lang="en-US"/>
            <a:t>every time someone finds a solution </a:t>
          </a:r>
        </a:p>
      </dgm:t>
    </dgm:pt>
    <dgm:pt modelId="{96A7EA48-ABC8-46B9-B7FE-97034DCE7E7F}" type="parTrans" cxnId="{F480B118-1596-4883-9C54-1FD10AAEBB04}">
      <dgm:prSet/>
      <dgm:spPr/>
      <dgm:t>
        <a:bodyPr/>
        <a:lstStyle/>
        <a:p>
          <a:endParaRPr lang="en-US" sz="2800"/>
        </a:p>
      </dgm:t>
    </dgm:pt>
    <dgm:pt modelId="{1CED73A2-6A57-4B96-8DA4-83AF052646C9}" type="sibTrans" cxnId="{F480B118-1596-4883-9C54-1FD10AAEBB04}">
      <dgm:prSet/>
      <dgm:spPr/>
      <dgm:t>
        <a:bodyPr/>
        <a:lstStyle/>
        <a:p>
          <a:endParaRPr lang="en-US"/>
        </a:p>
      </dgm:t>
    </dgm:pt>
    <dgm:pt modelId="{369B5B1B-473F-440C-A238-B407C992AB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difficulty automatically adjusts</a:t>
          </a:r>
        </a:p>
      </dgm:t>
    </dgm:pt>
    <dgm:pt modelId="{67E568E9-2DE4-4EE3-BE3C-4A8A7C236C35}" type="parTrans" cxnId="{8DDB260B-22E0-423E-84B0-4E164DCB274F}">
      <dgm:prSet/>
      <dgm:spPr/>
      <dgm:t>
        <a:bodyPr/>
        <a:lstStyle/>
        <a:p>
          <a:endParaRPr lang="en-US" sz="2800"/>
        </a:p>
      </dgm:t>
    </dgm:pt>
    <dgm:pt modelId="{58FD239E-A181-43A5-AAD6-CD5627F4BF1D}" type="sibTrans" cxnId="{8DDB260B-22E0-423E-84B0-4E164DCB274F}">
      <dgm:prSet/>
      <dgm:spPr/>
      <dgm:t>
        <a:bodyPr/>
        <a:lstStyle/>
        <a:p>
          <a:endParaRPr lang="en-US"/>
        </a:p>
      </dgm:t>
    </dgm:pt>
    <dgm:pt modelId="{6D796D51-B699-476D-AE9E-AC37E9704B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Size</a:t>
          </a:r>
          <a:endParaRPr lang="en-US"/>
        </a:p>
      </dgm:t>
    </dgm:pt>
    <dgm:pt modelId="{66993C2B-645F-488E-B3A9-44F33AADBCE2}" type="parTrans" cxnId="{B6E39901-EA8C-4B5B-8868-CB06D60362C1}">
      <dgm:prSet/>
      <dgm:spPr/>
      <dgm:t>
        <a:bodyPr/>
        <a:lstStyle/>
        <a:p>
          <a:endParaRPr lang="en-US" sz="2800"/>
        </a:p>
      </dgm:t>
    </dgm:pt>
    <dgm:pt modelId="{3A9A7A58-75C6-49A2-B123-4AD85B727EB8}" type="sibTrans" cxnId="{B6E39901-EA8C-4B5B-8868-CB06D60362C1}">
      <dgm:prSet/>
      <dgm:spPr/>
      <dgm:t>
        <a:bodyPr/>
        <a:lstStyle/>
        <a:p>
          <a:endParaRPr lang="en-US"/>
        </a:p>
      </dgm:t>
    </dgm:pt>
    <dgm:pt modelId="{02DB1CDC-DC00-46D4-BDD0-64E066EB28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several thousand rows and columns in size</a:t>
          </a:r>
        </a:p>
      </dgm:t>
    </dgm:pt>
    <dgm:pt modelId="{1A413CD6-2301-48AA-9019-BA2DC841817F}" type="parTrans" cxnId="{4D79E61F-972C-43A3-A62A-F342D6500276}">
      <dgm:prSet/>
      <dgm:spPr/>
      <dgm:t>
        <a:bodyPr/>
        <a:lstStyle/>
        <a:p>
          <a:endParaRPr lang="en-US" sz="2800"/>
        </a:p>
      </dgm:t>
    </dgm:pt>
    <dgm:pt modelId="{D0C9969D-428C-4BBE-8DF8-7B0DB103FCA6}" type="sibTrans" cxnId="{4D79E61F-972C-43A3-A62A-F342D6500276}">
      <dgm:prSet/>
      <dgm:spPr/>
      <dgm:t>
        <a:bodyPr/>
        <a:lstStyle/>
        <a:p>
          <a:endParaRPr lang="en-US"/>
        </a:p>
      </dgm:t>
    </dgm:pt>
    <dgm:pt modelId="{13A8DEF0-A40C-477E-8CB9-9D975E76C6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I sow you a completed puzzle</a:t>
          </a:r>
        </a:p>
      </dgm:t>
    </dgm:pt>
    <dgm:pt modelId="{FC02A4AE-63CF-4D53-AD6D-6D035FDDFD72}" type="parTrans" cxnId="{7C676094-5BD5-41FD-9235-D32CA7F45867}">
      <dgm:prSet/>
      <dgm:spPr/>
      <dgm:t>
        <a:bodyPr/>
        <a:lstStyle/>
        <a:p>
          <a:endParaRPr lang="en-US" sz="2800"/>
        </a:p>
      </dgm:t>
    </dgm:pt>
    <dgm:pt modelId="{BEC93F41-0EFE-4D25-B235-9DFF86B3AE76}" type="sibTrans" cxnId="{7C676094-5BD5-41FD-9235-D32CA7F45867}">
      <dgm:prSet/>
      <dgm:spPr/>
      <dgm:t>
        <a:bodyPr/>
        <a:lstStyle/>
        <a:p>
          <a:endParaRPr lang="en-US"/>
        </a:p>
      </dgm:t>
    </dgm:pt>
    <dgm:pt modelId="{CAE8C0CD-73CB-4779-8EEC-B0D70EDE44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Sudoku Analogy</a:t>
          </a:r>
          <a:endParaRPr lang="en-US"/>
        </a:p>
      </dgm:t>
    </dgm:pt>
    <dgm:pt modelId="{7397F885-63B9-435D-878D-F1064D46196A}" type="parTrans" cxnId="{D246BF6B-CD2F-439A-8E07-DE84CA0E53D9}">
      <dgm:prSet/>
      <dgm:spPr/>
      <dgm:t>
        <a:bodyPr/>
        <a:lstStyle/>
        <a:p>
          <a:endParaRPr lang="tr-TR" sz="2800"/>
        </a:p>
      </dgm:t>
    </dgm:pt>
    <dgm:pt modelId="{8D231F47-4A07-43F0-8668-4A6ED2B8C35D}" type="sibTrans" cxnId="{D246BF6B-CD2F-439A-8E07-DE84CA0E53D9}">
      <dgm:prSet/>
      <dgm:spPr/>
      <dgm:t>
        <a:bodyPr/>
        <a:lstStyle/>
        <a:p>
          <a:endParaRPr lang="tr-TR"/>
        </a:p>
      </dgm:t>
    </dgm:pt>
    <dgm:pt modelId="{D1C51364-A390-4CA2-B1AB-DD45BA5037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like a giant competitive game of sudoku</a:t>
          </a:r>
        </a:p>
      </dgm:t>
    </dgm:pt>
    <dgm:pt modelId="{03649DD5-9A0F-4A8A-A1F3-BBB1FBF80C3D}" type="parTrans" cxnId="{C55C7AD4-B4F2-4641-BF0D-4356C2888291}">
      <dgm:prSet/>
      <dgm:spPr/>
      <dgm:t>
        <a:bodyPr/>
        <a:lstStyle/>
        <a:p>
          <a:endParaRPr lang="tr-TR"/>
        </a:p>
      </dgm:t>
    </dgm:pt>
    <dgm:pt modelId="{C2396A62-17D5-4670-ADEC-AC58A495722D}" type="sibTrans" cxnId="{C55C7AD4-B4F2-4641-BF0D-4356C2888291}">
      <dgm:prSet/>
      <dgm:spPr/>
      <dgm:t>
        <a:bodyPr/>
        <a:lstStyle/>
        <a:p>
          <a:endParaRPr lang="tr-TR"/>
        </a:p>
      </dgm:t>
    </dgm:pt>
    <dgm:pt modelId="{DC75B3C2-24B1-4087-8733-0FB9CBFCB9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Reset</a:t>
          </a:r>
          <a:endParaRPr lang="en-US"/>
        </a:p>
      </dgm:t>
    </dgm:pt>
    <dgm:pt modelId="{7B163FA0-FED4-4DF9-B20F-08434494C523}" type="parTrans" cxnId="{9E4F5C8B-C414-49F5-B12A-5A614225B943}">
      <dgm:prSet/>
      <dgm:spPr/>
      <dgm:t>
        <a:bodyPr/>
        <a:lstStyle/>
        <a:p>
          <a:endParaRPr lang="tr-TR"/>
        </a:p>
      </dgm:t>
    </dgm:pt>
    <dgm:pt modelId="{B7130C0A-DC95-4510-A65F-47365922E8AF}" type="sibTrans" cxnId="{9E4F5C8B-C414-49F5-B12A-5A614225B943}">
      <dgm:prSet/>
      <dgm:spPr/>
      <dgm:t>
        <a:bodyPr/>
        <a:lstStyle/>
        <a:p>
          <a:endParaRPr lang="tr-TR"/>
        </a:p>
      </dgm:t>
    </dgm:pt>
    <dgm:pt modelId="{658E074C-29A0-4AA2-8FE8-FF3AE965E5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</a:t>
          </a:r>
          <a:r>
            <a:rPr lang="tr-TR"/>
            <a:t> </a:t>
          </a:r>
          <a:r>
            <a:rPr lang="en-US"/>
            <a:t>it takes approximately 10 minutes to find a solution</a:t>
          </a:r>
        </a:p>
      </dgm:t>
    </dgm:pt>
    <dgm:pt modelId="{FF3902A9-66D8-4D5E-9E91-64DBFB0C8472}" type="parTrans" cxnId="{7AD4B094-3692-4CF8-9162-FDD1A5E67071}">
      <dgm:prSet/>
      <dgm:spPr/>
      <dgm:t>
        <a:bodyPr/>
        <a:lstStyle/>
        <a:p>
          <a:endParaRPr lang="tr-TR"/>
        </a:p>
      </dgm:t>
    </dgm:pt>
    <dgm:pt modelId="{7B95BF16-44B2-4C07-84FC-A0D50A56AAD4}" type="sibTrans" cxnId="{7AD4B094-3692-4CF8-9162-FDD1A5E67071}">
      <dgm:prSet/>
      <dgm:spPr/>
      <dgm:t>
        <a:bodyPr/>
        <a:lstStyle/>
        <a:p>
          <a:endParaRPr lang="tr-TR"/>
        </a:p>
      </dgm:t>
    </dgm:pt>
    <dgm:pt modelId="{3A979B99-7C37-426E-AA08-E13DD57474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</a:t>
          </a:r>
          <a:r>
            <a:rPr lang="tr-TR"/>
            <a:t> </a:t>
          </a:r>
          <a:r>
            <a:rPr lang="en-US"/>
            <a:t>can verify it quite quickly</a:t>
          </a:r>
        </a:p>
      </dgm:t>
    </dgm:pt>
    <dgm:pt modelId="{D6E7179C-78B8-4702-BDC7-A7ED86959784}" type="parTrans" cxnId="{3F39146B-DCB7-4190-A230-25A5845F768A}">
      <dgm:prSet/>
      <dgm:spPr/>
      <dgm:t>
        <a:bodyPr/>
        <a:lstStyle/>
        <a:p>
          <a:endParaRPr lang="tr-TR"/>
        </a:p>
      </dgm:t>
    </dgm:pt>
    <dgm:pt modelId="{D5FDA953-C5EA-44F5-9F6F-B59C40F70799}" type="sibTrans" cxnId="{3F39146B-DCB7-4190-A230-25A5845F768A}">
      <dgm:prSet/>
      <dgm:spPr/>
      <dgm:t>
        <a:bodyPr/>
        <a:lstStyle/>
        <a:p>
          <a:endParaRPr lang="tr-TR"/>
        </a:p>
      </dgm:t>
    </dgm:pt>
    <dgm:pt modelId="{F73F1571-44B1-4639-A10B-0DE816411BF8}" type="pres">
      <dgm:prSet presAssocID="{68078B23-C833-455F-9F58-EFB3E37E40A9}" presName="root" presStyleCnt="0">
        <dgm:presLayoutVars>
          <dgm:dir/>
          <dgm:resizeHandles val="exact"/>
        </dgm:presLayoutVars>
      </dgm:prSet>
      <dgm:spPr/>
    </dgm:pt>
    <dgm:pt modelId="{8FD7100F-BB4A-4491-BE7E-EFE51026F989}" type="pres">
      <dgm:prSet presAssocID="{CAE8C0CD-73CB-4779-8EEC-B0D70EDE4423}" presName="compNode" presStyleCnt="0"/>
      <dgm:spPr/>
    </dgm:pt>
    <dgm:pt modelId="{BE3041F7-F4E5-420F-AD57-5E13057593E9}" type="pres">
      <dgm:prSet presAssocID="{CAE8C0CD-73CB-4779-8EEC-B0D70EDE44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BE6095F3-C6CB-4B2A-B570-8530B5E9B5A4}" type="pres">
      <dgm:prSet presAssocID="{CAE8C0CD-73CB-4779-8EEC-B0D70EDE4423}" presName="iconSpace" presStyleCnt="0"/>
      <dgm:spPr/>
    </dgm:pt>
    <dgm:pt modelId="{FDA87D6B-CA97-4844-A779-961FAE4932D1}" type="pres">
      <dgm:prSet presAssocID="{CAE8C0CD-73CB-4779-8EEC-B0D70EDE4423}" presName="parTx" presStyleLbl="revTx" presStyleIdx="0" presStyleCnt="6">
        <dgm:presLayoutVars>
          <dgm:chMax val="0"/>
          <dgm:chPref val="0"/>
        </dgm:presLayoutVars>
      </dgm:prSet>
      <dgm:spPr/>
    </dgm:pt>
    <dgm:pt modelId="{91C5620C-3C7D-4100-B03A-8DC0BE15DAAE}" type="pres">
      <dgm:prSet presAssocID="{CAE8C0CD-73CB-4779-8EEC-B0D70EDE4423}" presName="txSpace" presStyleCnt="0"/>
      <dgm:spPr/>
    </dgm:pt>
    <dgm:pt modelId="{40BB5A87-B261-40F4-8C4D-A0D16FDA9C56}" type="pres">
      <dgm:prSet presAssocID="{CAE8C0CD-73CB-4779-8EEC-B0D70EDE4423}" presName="desTx" presStyleLbl="revTx" presStyleIdx="1" presStyleCnt="6">
        <dgm:presLayoutVars/>
      </dgm:prSet>
      <dgm:spPr/>
    </dgm:pt>
    <dgm:pt modelId="{940EDAF5-F103-4FEE-B190-CB5E19538D91}" type="pres">
      <dgm:prSet presAssocID="{8D231F47-4A07-43F0-8668-4A6ED2B8C35D}" presName="sibTrans" presStyleCnt="0"/>
      <dgm:spPr/>
    </dgm:pt>
    <dgm:pt modelId="{9AFA430E-FF7A-40F2-8568-4F9D7E715FAD}" type="pres">
      <dgm:prSet presAssocID="{DC75B3C2-24B1-4087-8733-0FB9CBFCB90F}" presName="compNode" presStyleCnt="0"/>
      <dgm:spPr/>
    </dgm:pt>
    <dgm:pt modelId="{E01DCDC1-BCA5-4351-A87D-6364A148227D}" type="pres">
      <dgm:prSet presAssocID="{DC75B3C2-24B1-4087-8733-0FB9CBFCB90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68D62445-BB85-4888-8D0A-EB685C41D289}" type="pres">
      <dgm:prSet presAssocID="{DC75B3C2-24B1-4087-8733-0FB9CBFCB90F}" presName="iconSpace" presStyleCnt="0"/>
      <dgm:spPr/>
    </dgm:pt>
    <dgm:pt modelId="{BEBB7AEF-3575-4019-B55C-016B5E6579B4}" type="pres">
      <dgm:prSet presAssocID="{DC75B3C2-24B1-4087-8733-0FB9CBFCB90F}" presName="parTx" presStyleLbl="revTx" presStyleIdx="2" presStyleCnt="6">
        <dgm:presLayoutVars>
          <dgm:chMax val="0"/>
          <dgm:chPref val="0"/>
        </dgm:presLayoutVars>
      </dgm:prSet>
      <dgm:spPr/>
    </dgm:pt>
    <dgm:pt modelId="{5FC874DF-059D-43B1-912A-50B1CAF335B4}" type="pres">
      <dgm:prSet presAssocID="{DC75B3C2-24B1-4087-8733-0FB9CBFCB90F}" presName="txSpace" presStyleCnt="0"/>
      <dgm:spPr/>
    </dgm:pt>
    <dgm:pt modelId="{19912714-D4E8-4B79-A89B-7EEB242D7C76}" type="pres">
      <dgm:prSet presAssocID="{DC75B3C2-24B1-4087-8733-0FB9CBFCB90F}" presName="desTx" presStyleLbl="revTx" presStyleIdx="3" presStyleCnt="6">
        <dgm:presLayoutVars/>
      </dgm:prSet>
      <dgm:spPr/>
    </dgm:pt>
    <dgm:pt modelId="{4663FD23-02CB-4CA2-9255-B34509470198}" type="pres">
      <dgm:prSet presAssocID="{B7130C0A-DC95-4510-A65F-47365922E8AF}" presName="sibTrans" presStyleCnt="0"/>
      <dgm:spPr/>
    </dgm:pt>
    <dgm:pt modelId="{1943AAD3-55F2-4D76-982A-DE20864E9A4F}" type="pres">
      <dgm:prSet presAssocID="{6D796D51-B699-476D-AE9E-AC37E9704B3D}" presName="compNode" presStyleCnt="0"/>
      <dgm:spPr/>
    </dgm:pt>
    <dgm:pt modelId="{D65E579D-8343-4330-B498-8A0E4E31383D}" type="pres">
      <dgm:prSet presAssocID="{6D796D51-B699-476D-AE9E-AC37E9704B3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B75DA48-8953-4C63-9EC0-36F4297B3192}" type="pres">
      <dgm:prSet presAssocID="{6D796D51-B699-476D-AE9E-AC37E9704B3D}" presName="iconSpace" presStyleCnt="0"/>
      <dgm:spPr/>
    </dgm:pt>
    <dgm:pt modelId="{30822745-7EFA-4997-9519-06B055327066}" type="pres">
      <dgm:prSet presAssocID="{6D796D51-B699-476D-AE9E-AC37E9704B3D}" presName="parTx" presStyleLbl="revTx" presStyleIdx="4" presStyleCnt="6">
        <dgm:presLayoutVars>
          <dgm:chMax val="0"/>
          <dgm:chPref val="0"/>
        </dgm:presLayoutVars>
      </dgm:prSet>
      <dgm:spPr/>
    </dgm:pt>
    <dgm:pt modelId="{303A1D1D-D875-4D33-B03D-7664B581BC0D}" type="pres">
      <dgm:prSet presAssocID="{6D796D51-B699-476D-AE9E-AC37E9704B3D}" presName="txSpace" presStyleCnt="0"/>
      <dgm:spPr/>
    </dgm:pt>
    <dgm:pt modelId="{C15E5DA2-500F-4B08-84C7-FB0CF0FEE14C}" type="pres">
      <dgm:prSet presAssocID="{6D796D51-B699-476D-AE9E-AC37E9704B3D}" presName="desTx" presStyleLbl="revTx" presStyleIdx="5" presStyleCnt="6">
        <dgm:presLayoutVars/>
      </dgm:prSet>
      <dgm:spPr/>
    </dgm:pt>
  </dgm:ptLst>
  <dgm:cxnLst>
    <dgm:cxn modelId="{B6E39901-EA8C-4B5B-8868-CB06D60362C1}" srcId="{68078B23-C833-455F-9F58-EFB3E37E40A9}" destId="{6D796D51-B699-476D-AE9E-AC37E9704B3D}" srcOrd="2" destOrd="0" parTransId="{66993C2B-645F-488E-B3A9-44F33AADBCE2}" sibTransId="{3A9A7A58-75C6-49A2-B123-4AD85B727EB8}"/>
    <dgm:cxn modelId="{4391F802-F510-429A-AB8E-764A1984E681}" type="presOf" srcId="{369B5B1B-473F-440C-A238-B407C992AB74}" destId="{19912714-D4E8-4B79-A89B-7EEB242D7C76}" srcOrd="0" destOrd="1" presId="urn:microsoft.com/office/officeart/2018/5/layout/CenteredIconLabelDescriptionList"/>
    <dgm:cxn modelId="{8DDB260B-22E0-423E-84B0-4E164DCB274F}" srcId="{DC75B3C2-24B1-4087-8733-0FB9CBFCB90F}" destId="{369B5B1B-473F-440C-A238-B407C992AB74}" srcOrd="1" destOrd="0" parTransId="{67E568E9-2DE4-4EE3-BE3C-4A8A7C236C35}" sibTransId="{58FD239E-A181-43A5-AAD6-CD5627F4BF1D}"/>
    <dgm:cxn modelId="{84C53514-13E0-4F4E-A2EE-B18A0CDFF707}" type="presOf" srcId="{CAE8C0CD-73CB-4779-8EEC-B0D70EDE4423}" destId="{FDA87D6B-CA97-4844-A779-961FAE4932D1}" srcOrd="0" destOrd="0" presId="urn:microsoft.com/office/officeart/2018/5/layout/CenteredIconLabelDescriptionList"/>
    <dgm:cxn modelId="{8AE2B916-6625-45C0-A07E-B3F4CD92E439}" type="presOf" srcId="{BAB7B889-EA46-4125-8192-AA64E09660E3}" destId="{19912714-D4E8-4B79-A89B-7EEB242D7C76}" srcOrd="0" destOrd="0" presId="urn:microsoft.com/office/officeart/2018/5/layout/CenteredIconLabelDescriptionList"/>
    <dgm:cxn modelId="{F480B118-1596-4883-9C54-1FD10AAEBB04}" srcId="{DC75B3C2-24B1-4087-8733-0FB9CBFCB90F}" destId="{BAB7B889-EA46-4125-8192-AA64E09660E3}" srcOrd="0" destOrd="0" parTransId="{96A7EA48-ABC8-46B9-B7FE-97034DCE7E7F}" sibTransId="{1CED73A2-6A57-4B96-8DA4-83AF052646C9}"/>
    <dgm:cxn modelId="{4D79E61F-972C-43A3-A62A-F342D6500276}" srcId="{6D796D51-B699-476D-AE9E-AC37E9704B3D}" destId="{02DB1CDC-DC00-46D4-BDD0-64E066EB281A}" srcOrd="0" destOrd="0" parTransId="{1A413CD6-2301-48AA-9019-BA2DC841817F}" sibTransId="{D0C9969D-428C-4BBE-8DF8-7B0DB103FCA6}"/>
    <dgm:cxn modelId="{A52F965F-F1CE-4EB5-8A79-FDE31F5162ED}" type="presOf" srcId="{658E074C-29A0-4AA2-8FE8-FF3AE965E533}" destId="{19912714-D4E8-4B79-A89B-7EEB242D7C76}" srcOrd="0" destOrd="2" presId="urn:microsoft.com/office/officeart/2018/5/layout/CenteredIconLabelDescriptionList"/>
    <dgm:cxn modelId="{D331D95F-AE13-45DA-9968-40F7D82D5CC9}" type="presOf" srcId="{02DB1CDC-DC00-46D4-BDD0-64E066EB281A}" destId="{C15E5DA2-500F-4B08-84C7-FB0CF0FEE14C}" srcOrd="0" destOrd="0" presId="urn:microsoft.com/office/officeart/2018/5/layout/CenteredIconLabelDescriptionList"/>
    <dgm:cxn modelId="{9B17014A-67E8-4C78-B776-F6D23F7DD41B}" type="presOf" srcId="{D1C51364-A390-4CA2-B1AB-DD45BA50371B}" destId="{40BB5A87-B261-40F4-8C4D-A0D16FDA9C56}" srcOrd="0" destOrd="1" presId="urn:microsoft.com/office/officeart/2018/5/layout/CenteredIconLabelDescriptionList"/>
    <dgm:cxn modelId="{3F39146B-DCB7-4190-A230-25A5845F768A}" srcId="{6D796D51-B699-476D-AE9E-AC37E9704B3D}" destId="{3A979B99-7C37-426E-AA08-E13DD5747479}" srcOrd="2" destOrd="0" parTransId="{D6E7179C-78B8-4702-BDC7-A7ED86959784}" sibTransId="{D5FDA953-C5EA-44F5-9F6F-B59C40F70799}"/>
    <dgm:cxn modelId="{D246BF6B-CD2F-439A-8E07-DE84CA0E53D9}" srcId="{68078B23-C833-455F-9F58-EFB3E37E40A9}" destId="{CAE8C0CD-73CB-4779-8EEC-B0D70EDE4423}" srcOrd="0" destOrd="0" parTransId="{7397F885-63B9-435D-878D-F1064D46196A}" sibTransId="{8D231F47-4A07-43F0-8668-4A6ED2B8C35D}"/>
    <dgm:cxn modelId="{DFA0B675-13B0-4463-946C-1176667B9A34}" type="presOf" srcId="{13A8DEF0-A40C-477E-8CB9-9D975E76C60F}" destId="{C15E5DA2-500F-4B08-84C7-FB0CF0FEE14C}" srcOrd="0" destOrd="1" presId="urn:microsoft.com/office/officeart/2018/5/layout/CenteredIconLabelDescriptionList"/>
    <dgm:cxn modelId="{D1DDDD88-CFBC-4A61-BB15-AF1193C7248B}" type="presOf" srcId="{3A979B99-7C37-426E-AA08-E13DD5747479}" destId="{C15E5DA2-500F-4B08-84C7-FB0CF0FEE14C}" srcOrd="0" destOrd="2" presId="urn:microsoft.com/office/officeart/2018/5/layout/CenteredIconLabelDescriptionList"/>
    <dgm:cxn modelId="{9E4F5C8B-C414-49F5-B12A-5A614225B943}" srcId="{68078B23-C833-455F-9F58-EFB3E37E40A9}" destId="{DC75B3C2-24B1-4087-8733-0FB9CBFCB90F}" srcOrd="1" destOrd="0" parTransId="{7B163FA0-FED4-4DF9-B20F-08434494C523}" sibTransId="{B7130C0A-DC95-4510-A65F-47365922E8AF}"/>
    <dgm:cxn modelId="{7C676094-5BD5-41FD-9235-D32CA7F45867}" srcId="{6D796D51-B699-476D-AE9E-AC37E9704B3D}" destId="{13A8DEF0-A40C-477E-8CB9-9D975E76C60F}" srcOrd="1" destOrd="0" parTransId="{FC02A4AE-63CF-4D53-AD6D-6D035FDDFD72}" sibTransId="{BEC93F41-0EFE-4D25-B235-9DFF86B3AE76}"/>
    <dgm:cxn modelId="{7AD4B094-3692-4CF8-9162-FDD1A5E67071}" srcId="{DC75B3C2-24B1-4087-8733-0FB9CBFCB90F}" destId="{658E074C-29A0-4AA2-8FE8-FF3AE965E533}" srcOrd="2" destOrd="0" parTransId="{FF3902A9-66D8-4D5E-9E91-64DBFB0C8472}" sibTransId="{7B95BF16-44B2-4C07-84FC-A0D50A56AAD4}"/>
    <dgm:cxn modelId="{1E8301A7-CEAB-4767-8FC8-B5564CA0DCC4}" type="presOf" srcId="{325DA7BF-A192-49CB-B1E5-171E6A416250}" destId="{40BB5A87-B261-40F4-8C4D-A0D16FDA9C56}" srcOrd="0" destOrd="0" presId="urn:microsoft.com/office/officeart/2018/5/layout/CenteredIconLabelDescriptionList"/>
    <dgm:cxn modelId="{256D04AD-EF86-4BDF-9EEE-3EDE4D142417}" srcId="{CAE8C0CD-73CB-4779-8EEC-B0D70EDE4423}" destId="{325DA7BF-A192-49CB-B1E5-171E6A416250}" srcOrd="0" destOrd="0" parTransId="{5A3AEC3A-57C3-4837-9B64-473D5A93E88D}" sibTransId="{721F0CB4-D2FB-4E2C-AC6C-EBF8037B1D55}"/>
    <dgm:cxn modelId="{C55C7AD4-B4F2-4641-BF0D-4356C2888291}" srcId="{CAE8C0CD-73CB-4779-8EEC-B0D70EDE4423}" destId="{D1C51364-A390-4CA2-B1AB-DD45BA50371B}" srcOrd="1" destOrd="0" parTransId="{03649DD5-9A0F-4A8A-A1F3-BBB1FBF80C3D}" sibTransId="{C2396A62-17D5-4670-ADEC-AC58A495722D}"/>
    <dgm:cxn modelId="{F2F714E4-F583-41D3-B927-F23EEC37CA13}" type="presOf" srcId="{68078B23-C833-455F-9F58-EFB3E37E40A9}" destId="{F73F1571-44B1-4639-A10B-0DE816411BF8}" srcOrd="0" destOrd="0" presId="urn:microsoft.com/office/officeart/2018/5/layout/CenteredIconLabelDescriptionList"/>
    <dgm:cxn modelId="{20D2BFF8-0223-4F9B-9F84-F0F3B24A2FBD}" type="presOf" srcId="{6D796D51-B699-476D-AE9E-AC37E9704B3D}" destId="{30822745-7EFA-4997-9519-06B055327066}" srcOrd="0" destOrd="0" presId="urn:microsoft.com/office/officeart/2018/5/layout/CenteredIconLabelDescriptionList"/>
    <dgm:cxn modelId="{E56697FC-87AE-4FC2-903C-9FACC6B32A89}" type="presOf" srcId="{DC75B3C2-24B1-4087-8733-0FB9CBFCB90F}" destId="{BEBB7AEF-3575-4019-B55C-016B5E6579B4}" srcOrd="0" destOrd="0" presId="urn:microsoft.com/office/officeart/2018/5/layout/CenteredIconLabelDescriptionList"/>
    <dgm:cxn modelId="{F450FB8A-986B-4BB4-92FF-706463CC6463}" type="presParOf" srcId="{F73F1571-44B1-4639-A10B-0DE816411BF8}" destId="{8FD7100F-BB4A-4491-BE7E-EFE51026F989}" srcOrd="0" destOrd="0" presId="urn:microsoft.com/office/officeart/2018/5/layout/CenteredIconLabelDescriptionList"/>
    <dgm:cxn modelId="{0EF7A46C-6EB3-493C-BDC2-EB588A20330F}" type="presParOf" srcId="{8FD7100F-BB4A-4491-BE7E-EFE51026F989}" destId="{BE3041F7-F4E5-420F-AD57-5E13057593E9}" srcOrd="0" destOrd="0" presId="urn:microsoft.com/office/officeart/2018/5/layout/CenteredIconLabelDescriptionList"/>
    <dgm:cxn modelId="{BE92334C-F3B0-4897-B3C8-17ADA068D201}" type="presParOf" srcId="{8FD7100F-BB4A-4491-BE7E-EFE51026F989}" destId="{BE6095F3-C6CB-4B2A-B570-8530B5E9B5A4}" srcOrd="1" destOrd="0" presId="urn:microsoft.com/office/officeart/2018/5/layout/CenteredIconLabelDescriptionList"/>
    <dgm:cxn modelId="{9E8703BD-F258-417C-9C2D-958216EDB860}" type="presParOf" srcId="{8FD7100F-BB4A-4491-BE7E-EFE51026F989}" destId="{FDA87D6B-CA97-4844-A779-961FAE4932D1}" srcOrd="2" destOrd="0" presId="urn:microsoft.com/office/officeart/2018/5/layout/CenteredIconLabelDescriptionList"/>
    <dgm:cxn modelId="{70308F16-FCCA-4396-ADCA-1ACB3A46DAEE}" type="presParOf" srcId="{8FD7100F-BB4A-4491-BE7E-EFE51026F989}" destId="{91C5620C-3C7D-4100-B03A-8DC0BE15DAAE}" srcOrd="3" destOrd="0" presId="urn:microsoft.com/office/officeart/2018/5/layout/CenteredIconLabelDescriptionList"/>
    <dgm:cxn modelId="{B777FAC2-6073-4DBF-86BD-B5F45383E068}" type="presParOf" srcId="{8FD7100F-BB4A-4491-BE7E-EFE51026F989}" destId="{40BB5A87-B261-40F4-8C4D-A0D16FDA9C56}" srcOrd="4" destOrd="0" presId="urn:microsoft.com/office/officeart/2018/5/layout/CenteredIconLabelDescriptionList"/>
    <dgm:cxn modelId="{0FB0B7CD-0B0E-40E9-85A2-1ABC29C2D745}" type="presParOf" srcId="{F73F1571-44B1-4639-A10B-0DE816411BF8}" destId="{940EDAF5-F103-4FEE-B190-CB5E19538D91}" srcOrd="1" destOrd="0" presId="urn:microsoft.com/office/officeart/2018/5/layout/CenteredIconLabelDescriptionList"/>
    <dgm:cxn modelId="{39E6BE22-00EA-4D2D-9375-5357DAD6CE74}" type="presParOf" srcId="{F73F1571-44B1-4639-A10B-0DE816411BF8}" destId="{9AFA430E-FF7A-40F2-8568-4F9D7E715FAD}" srcOrd="2" destOrd="0" presId="urn:microsoft.com/office/officeart/2018/5/layout/CenteredIconLabelDescriptionList"/>
    <dgm:cxn modelId="{01C76B29-6988-4AF2-95AD-D837DD09FFC2}" type="presParOf" srcId="{9AFA430E-FF7A-40F2-8568-4F9D7E715FAD}" destId="{E01DCDC1-BCA5-4351-A87D-6364A148227D}" srcOrd="0" destOrd="0" presId="urn:microsoft.com/office/officeart/2018/5/layout/CenteredIconLabelDescriptionList"/>
    <dgm:cxn modelId="{83ACEA60-886B-41EB-A460-F73E49C3343F}" type="presParOf" srcId="{9AFA430E-FF7A-40F2-8568-4F9D7E715FAD}" destId="{68D62445-BB85-4888-8D0A-EB685C41D289}" srcOrd="1" destOrd="0" presId="urn:microsoft.com/office/officeart/2018/5/layout/CenteredIconLabelDescriptionList"/>
    <dgm:cxn modelId="{3EE50DC2-6200-457D-9424-174B0476A64E}" type="presParOf" srcId="{9AFA430E-FF7A-40F2-8568-4F9D7E715FAD}" destId="{BEBB7AEF-3575-4019-B55C-016B5E6579B4}" srcOrd="2" destOrd="0" presId="urn:microsoft.com/office/officeart/2018/5/layout/CenteredIconLabelDescriptionList"/>
    <dgm:cxn modelId="{9FF2B79B-2B19-45DD-9AE8-5452807C8F48}" type="presParOf" srcId="{9AFA430E-FF7A-40F2-8568-4F9D7E715FAD}" destId="{5FC874DF-059D-43B1-912A-50B1CAF335B4}" srcOrd="3" destOrd="0" presId="urn:microsoft.com/office/officeart/2018/5/layout/CenteredIconLabelDescriptionList"/>
    <dgm:cxn modelId="{9C3286D4-E1E9-4F20-9A71-E3FFF9A07F05}" type="presParOf" srcId="{9AFA430E-FF7A-40F2-8568-4F9D7E715FAD}" destId="{19912714-D4E8-4B79-A89B-7EEB242D7C76}" srcOrd="4" destOrd="0" presId="urn:microsoft.com/office/officeart/2018/5/layout/CenteredIconLabelDescriptionList"/>
    <dgm:cxn modelId="{32C02E0B-FFBD-4507-877C-13AEE335EF91}" type="presParOf" srcId="{F73F1571-44B1-4639-A10B-0DE816411BF8}" destId="{4663FD23-02CB-4CA2-9255-B34509470198}" srcOrd="3" destOrd="0" presId="urn:microsoft.com/office/officeart/2018/5/layout/CenteredIconLabelDescriptionList"/>
    <dgm:cxn modelId="{1FB719CA-CD1B-4A79-B8F7-71D6D5CB2C53}" type="presParOf" srcId="{F73F1571-44B1-4639-A10B-0DE816411BF8}" destId="{1943AAD3-55F2-4D76-982A-DE20864E9A4F}" srcOrd="4" destOrd="0" presId="urn:microsoft.com/office/officeart/2018/5/layout/CenteredIconLabelDescriptionList"/>
    <dgm:cxn modelId="{84F5C50A-A14D-4808-AE7B-B1998E3380C1}" type="presParOf" srcId="{1943AAD3-55F2-4D76-982A-DE20864E9A4F}" destId="{D65E579D-8343-4330-B498-8A0E4E31383D}" srcOrd="0" destOrd="0" presId="urn:microsoft.com/office/officeart/2018/5/layout/CenteredIconLabelDescriptionList"/>
    <dgm:cxn modelId="{6AA045F5-C0F2-47F6-B66C-1276A4E23C2C}" type="presParOf" srcId="{1943AAD3-55F2-4D76-982A-DE20864E9A4F}" destId="{3B75DA48-8953-4C63-9EC0-36F4297B3192}" srcOrd="1" destOrd="0" presId="urn:microsoft.com/office/officeart/2018/5/layout/CenteredIconLabelDescriptionList"/>
    <dgm:cxn modelId="{84C72086-5B23-456D-90AF-1A65D1566D51}" type="presParOf" srcId="{1943AAD3-55F2-4D76-982A-DE20864E9A4F}" destId="{30822745-7EFA-4997-9519-06B055327066}" srcOrd="2" destOrd="0" presId="urn:microsoft.com/office/officeart/2018/5/layout/CenteredIconLabelDescriptionList"/>
    <dgm:cxn modelId="{19406C7E-1219-4E8B-B9CA-7E09518C29D7}" type="presParOf" srcId="{1943AAD3-55F2-4D76-982A-DE20864E9A4F}" destId="{303A1D1D-D875-4D33-B03D-7664B581BC0D}" srcOrd="3" destOrd="0" presId="urn:microsoft.com/office/officeart/2018/5/layout/CenteredIconLabelDescriptionList"/>
    <dgm:cxn modelId="{23E4D6F6-E84E-40B2-AEAE-235B3F9F679C}" type="presParOf" srcId="{1943AAD3-55F2-4D76-982A-DE20864E9A4F}" destId="{C15E5DA2-500F-4B08-84C7-FB0CF0FEE14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68078B23-C833-455F-9F58-EFB3E37E40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5BDCE71-8FD4-45AB-B932-A28A24B909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Adjust the difficulty</a:t>
          </a:r>
          <a:endParaRPr lang="en-US"/>
        </a:p>
      </dgm:t>
    </dgm:pt>
    <dgm:pt modelId="{8506FC0A-854C-4990-82D7-F9E9B0B211DF}" type="parTrans" cxnId="{3DCF3C5F-07A5-4339-918A-64F1A4AFFA91}">
      <dgm:prSet/>
      <dgm:spPr/>
      <dgm:t>
        <a:bodyPr/>
        <a:lstStyle/>
        <a:p>
          <a:endParaRPr lang="en-US" sz="2800"/>
        </a:p>
      </dgm:t>
    </dgm:pt>
    <dgm:pt modelId="{C63FDC23-F6C0-4E59-857D-7ACDED29CEC4}" type="sibTrans" cxnId="{3DCF3C5F-07A5-4339-918A-64F1A4AFFA91}">
      <dgm:prSet/>
      <dgm:spPr/>
      <dgm:t>
        <a:bodyPr/>
        <a:lstStyle/>
        <a:p>
          <a:endParaRPr lang="en-US"/>
        </a:p>
      </dgm:t>
    </dgm:pt>
    <dgm:pt modelId="{F9D4B676-B8CA-4C8A-AD99-61AABA0B37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difficulty of the sudoku can be adjusted</a:t>
          </a:r>
        </a:p>
      </dgm:t>
    </dgm:pt>
    <dgm:pt modelId="{D094FDF0-72AC-4E1C-84AE-51B147C37DFD}" type="parTrans" cxnId="{4EC50C44-5280-43D4-AF09-F860C11F01AD}">
      <dgm:prSet/>
      <dgm:spPr/>
      <dgm:t>
        <a:bodyPr/>
        <a:lstStyle/>
        <a:p>
          <a:endParaRPr lang="en-US" sz="2800"/>
        </a:p>
      </dgm:t>
    </dgm:pt>
    <dgm:pt modelId="{07DF30A7-01D3-4D01-B02B-CA35D27257B6}" type="sibTrans" cxnId="{4EC50C44-5280-43D4-AF09-F860C11F01AD}">
      <dgm:prSet/>
      <dgm:spPr/>
      <dgm:t>
        <a:bodyPr/>
        <a:lstStyle/>
        <a:p>
          <a:endParaRPr lang="en-US"/>
        </a:p>
      </dgm:t>
    </dgm:pt>
    <dgm:pt modelId="{1D73CB6A-240B-4F19-95A9-A9ECD4E88D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still be verified</a:t>
          </a:r>
          <a:r>
            <a:rPr lang="tr-TR"/>
            <a:t> </a:t>
          </a:r>
          <a:r>
            <a:rPr lang="en-US"/>
            <a:t>quite easily</a:t>
          </a:r>
        </a:p>
      </dgm:t>
    </dgm:pt>
    <dgm:pt modelId="{3F7951E4-1D45-41A4-8DB4-E881C41ECAFF}" type="parTrans" cxnId="{800591E7-A210-484A-9F80-3E4A1BE033DC}">
      <dgm:prSet/>
      <dgm:spPr/>
      <dgm:t>
        <a:bodyPr/>
        <a:lstStyle/>
        <a:p>
          <a:endParaRPr lang="en-US" sz="2800"/>
        </a:p>
      </dgm:t>
    </dgm:pt>
    <dgm:pt modelId="{E6A8276F-022B-4B34-8D7D-3A3FBAC1FD7A}" type="sibTrans" cxnId="{800591E7-A210-484A-9F80-3E4A1BE033DC}">
      <dgm:prSet/>
      <dgm:spPr/>
      <dgm:t>
        <a:bodyPr/>
        <a:lstStyle/>
        <a:p>
          <a:endParaRPr lang="en-US"/>
        </a:p>
      </dgm:t>
    </dgm:pt>
    <dgm:pt modelId="{C3A1F365-5625-4E7E-B4BE-7A25C83884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changing its size</a:t>
          </a:r>
        </a:p>
      </dgm:t>
    </dgm:pt>
    <dgm:pt modelId="{68AA8143-3E7A-459B-B25F-5DA906DFA5F9}" type="parTrans" cxnId="{28E4EFB6-B9F7-4AF4-A0F2-168E5956474A}">
      <dgm:prSet/>
      <dgm:spPr/>
      <dgm:t>
        <a:bodyPr/>
        <a:lstStyle/>
        <a:p>
          <a:endParaRPr lang="tr-TR"/>
        </a:p>
      </dgm:t>
    </dgm:pt>
    <dgm:pt modelId="{DD679C03-479F-489E-A084-F8887C98B36E}" type="sibTrans" cxnId="{28E4EFB6-B9F7-4AF4-A0F2-168E5956474A}">
      <dgm:prSet/>
      <dgm:spPr/>
      <dgm:t>
        <a:bodyPr/>
        <a:lstStyle/>
        <a:p>
          <a:endParaRPr lang="en-US"/>
        </a:p>
      </dgm:t>
    </dgm:pt>
    <dgm:pt modelId="{ED80817D-9B0E-492E-8344-C4DBC6928C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or fewer rows and columns</a:t>
          </a:r>
        </a:p>
      </dgm:t>
    </dgm:pt>
    <dgm:pt modelId="{88395C17-280D-4C6C-82CE-90EEA81C04E9}" type="parTrans" cxnId="{6FDEBBCA-DDCF-4B4A-AF33-E5DD7D249BBD}">
      <dgm:prSet/>
      <dgm:spPr/>
      <dgm:t>
        <a:bodyPr/>
        <a:lstStyle/>
        <a:p>
          <a:endParaRPr lang="tr-TR"/>
        </a:p>
      </dgm:t>
    </dgm:pt>
    <dgm:pt modelId="{F0FC7C75-5B6B-4F1B-9217-16841816C772}" type="sibTrans" cxnId="{6FDEBBCA-DDCF-4B4A-AF33-E5DD7D249BBD}">
      <dgm:prSet/>
      <dgm:spPr/>
      <dgm:t>
        <a:bodyPr/>
        <a:lstStyle/>
        <a:p>
          <a:endParaRPr lang="en-US"/>
        </a:p>
      </dgm:t>
    </dgm:pt>
    <dgm:pt modelId="{458E3D73-B771-46AD-8D9B-904D5AB688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Easy to verify</a:t>
          </a:r>
          <a:endParaRPr lang="en-US"/>
        </a:p>
      </dgm:t>
    </dgm:pt>
    <dgm:pt modelId="{8CA37D54-D13D-4330-A7B6-E257E875EA9B}" type="parTrans" cxnId="{A7706B09-BD87-4550-90A1-2A1CEF78B82F}">
      <dgm:prSet/>
      <dgm:spPr/>
      <dgm:t>
        <a:bodyPr/>
        <a:lstStyle/>
        <a:p>
          <a:endParaRPr lang="tr-TR"/>
        </a:p>
      </dgm:t>
    </dgm:pt>
    <dgm:pt modelId="{2959FFEA-3635-4DAF-9AB4-368C5C8DC336}" type="sibTrans" cxnId="{A7706B09-BD87-4550-90A1-2A1CEF78B82F}">
      <dgm:prSet/>
      <dgm:spPr/>
      <dgm:t>
        <a:bodyPr/>
        <a:lstStyle/>
        <a:p>
          <a:endParaRPr lang="en-US"/>
        </a:p>
      </dgm:t>
    </dgm:pt>
    <dgm:pt modelId="{983BCF1F-C64F-4C5D-9ADE-3FB2CB4E62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even if it is </a:t>
          </a:r>
          <a:r>
            <a:rPr lang="en-US"/>
            <a:t>very large</a:t>
          </a:r>
          <a:endParaRPr lang="en-US" dirty="0"/>
        </a:p>
      </dgm:t>
    </dgm:pt>
    <dgm:pt modelId="{7F4C7119-7491-4127-B2B9-EBF7D437B3E4}" type="parTrans" cxnId="{434DD4C5-EAF2-4359-A3C8-C95966483FE9}">
      <dgm:prSet/>
      <dgm:spPr/>
      <dgm:t>
        <a:bodyPr/>
        <a:lstStyle/>
        <a:p>
          <a:endParaRPr lang="tr-TR"/>
        </a:p>
      </dgm:t>
    </dgm:pt>
    <dgm:pt modelId="{9E1CCCB7-4493-4038-A1A5-42CA94C98E37}" type="sibTrans" cxnId="{434DD4C5-EAF2-4359-A3C8-C95966483FE9}">
      <dgm:prSet/>
      <dgm:spPr/>
      <dgm:t>
        <a:bodyPr/>
        <a:lstStyle/>
        <a:p>
          <a:endParaRPr lang="en-US"/>
        </a:p>
      </dgm:t>
    </dgm:pt>
    <dgm:pt modelId="{780E0DBC-4A19-4F34-9DE3-1F8A25150EB2}" type="pres">
      <dgm:prSet presAssocID="{68078B23-C833-455F-9F58-EFB3E37E40A9}" presName="root" presStyleCnt="0">
        <dgm:presLayoutVars>
          <dgm:dir/>
          <dgm:resizeHandles val="exact"/>
        </dgm:presLayoutVars>
      </dgm:prSet>
      <dgm:spPr/>
    </dgm:pt>
    <dgm:pt modelId="{A865F584-0617-4712-9AED-656A2EC956DD}" type="pres">
      <dgm:prSet presAssocID="{A5BDCE71-8FD4-45AB-B932-A28A24B90934}" presName="compNode" presStyleCnt="0"/>
      <dgm:spPr/>
    </dgm:pt>
    <dgm:pt modelId="{FDF911E9-DE5A-42BE-BA3D-5A8C66F36FFA}" type="pres">
      <dgm:prSet presAssocID="{A5BDCE71-8FD4-45AB-B932-A28A24B9093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39113BE4-A321-4727-A1F0-1ADD8416932F}" type="pres">
      <dgm:prSet presAssocID="{A5BDCE71-8FD4-45AB-B932-A28A24B90934}" presName="iconSpace" presStyleCnt="0"/>
      <dgm:spPr/>
    </dgm:pt>
    <dgm:pt modelId="{A553FD95-5DE7-4A45-AE36-884314662FC3}" type="pres">
      <dgm:prSet presAssocID="{A5BDCE71-8FD4-45AB-B932-A28A24B90934}" presName="parTx" presStyleLbl="revTx" presStyleIdx="0" presStyleCnt="4">
        <dgm:presLayoutVars>
          <dgm:chMax val="0"/>
          <dgm:chPref val="0"/>
        </dgm:presLayoutVars>
      </dgm:prSet>
      <dgm:spPr/>
    </dgm:pt>
    <dgm:pt modelId="{8AF1E5C6-D618-444E-AF2E-AC4EE78051D8}" type="pres">
      <dgm:prSet presAssocID="{A5BDCE71-8FD4-45AB-B932-A28A24B90934}" presName="txSpace" presStyleCnt="0"/>
      <dgm:spPr/>
    </dgm:pt>
    <dgm:pt modelId="{A6969EA9-76EF-4F4D-8C3C-8AB012ECBFF8}" type="pres">
      <dgm:prSet presAssocID="{A5BDCE71-8FD4-45AB-B932-A28A24B90934}" presName="desTx" presStyleLbl="revTx" presStyleIdx="1" presStyleCnt="4">
        <dgm:presLayoutVars/>
      </dgm:prSet>
      <dgm:spPr/>
    </dgm:pt>
    <dgm:pt modelId="{E0263E8C-A4B7-4CEB-AA72-2C3ADB6C3DED}" type="pres">
      <dgm:prSet presAssocID="{C63FDC23-F6C0-4E59-857D-7ACDED29CEC4}" presName="sibTrans" presStyleCnt="0"/>
      <dgm:spPr/>
    </dgm:pt>
    <dgm:pt modelId="{16BB4A80-2FDC-4F73-95AE-14B666B49656}" type="pres">
      <dgm:prSet presAssocID="{458E3D73-B771-46AD-8D9B-904D5AB688DE}" presName="compNode" presStyleCnt="0"/>
      <dgm:spPr/>
    </dgm:pt>
    <dgm:pt modelId="{78C57523-BDCE-4D23-B3B4-3E9368A4ABF6}" type="pres">
      <dgm:prSet presAssocID="{458E3D73-B771-46AD-8D9B-904D5AB688D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4123C17-0FB2-4AF2-9ED2-BF60C9617E18}" type="pres">
      <dgm:prSet presAssocID="{458E3D73-B771-46AD-8D9B-904D5AB688DE}" presName="iconSpace" presStyleCnt="0"/>
      <dgm:spPr/>
    </dgm:pt>
    <dgm:pt modelId="{E8CCD277-4EE8-4CB0-9C55-5F0D5A1E9099}" type="pres">
      <dgm:prSet presAssocID="{458E3D73-B771-46AD-8D9B-904D5AB688DE}" presName="parTx" presStyleLbl="revTx" presStyleIdx="2" presStyleCnt="4">
        <dgm:presLayoutVars>
          <dgm:chMax val="0"/>
          <dgm:chPref val="0"/>
        </dgm:presLayoutVars>
      </dgm:prSet>
      <dgm:spPr/>
    </dgm:pt>
    <dgm:pt modelId="{C9D3C559-5382-4BC8-9056-0DA01BAFB016}" type="pres">
      <dgm:prSet presAssocID="{458E3D73-B771-46AD-8D9B-904D5AB688DE}" presName="txSpace" presStyleCnt="0"/>
      <dgm:spPr/>
    </dgm:pt>
    <dgm:pt modelId="{FE7AA53E-DEA9-4B47-AEF4-C8B16CDD8C31}" type="pres">
      <dgm:prSet presAssocID="{458E3D73-B771-46AD-8D9B-904D5AB688DE}" presName="desTx" presStyleLbl="revTx" presStyleIdx="3" presStyleCnt="4">
        <dgm:presLayoutVars/>
      </dgm:prSet>
      <dgm:spPr/>
    </dgm:pt>
  </dgm:ptLst>
  <dgm:cxnLst>
    <dgm:cxn modelId="{A7706B09-BD87-4550-90A1-2A1CEF78B82F}" srcId="{68078B23-C833-455F-9F58-EFB3E37E40A9}" destId="{458E3D73-B771-46AD-8D9B-904D5AB688DE}" srcOrd="1" destOrd="0" parTransId="{8CA37D54-D13D-4330-A7B6-E257E875EA9B}" sibTransId="{2959FFEA-3635-4DAF-9AB4-368C5C8DC336}"/>
    <dgm:cxn modelId="{4EC56410-4E2C-479F-9B43-4F4435EE8106}" type="presOf" srcId="{F9D4B676-B8CA-4C8A-AD99-61AABA0B3781}" destId="{A6969EA9-76EF-4F4D-8C3C-8AB012ECBFF8}" srcOrd="0" destOrd="0" presId="urn:microsoft.com/office/officeart/2018/5/layout/CenteredIconLabelDescriptionList"/>
    <dgm:cxn modelId="{3DCF3C5F-07A5-4339-918A-64F1A4AFFA91}" srcId="{68078B23-C833-455F-9F58-EFB3E37E40A9}" destId="{A5BDCE71-8FD4-45AB-B932-A28A24B90934}" srcOrd="0" destOrd="0" parTransId="{8506FC0A-854C-4990-82D7-F9E9B0B211DF}" sibTransId="{C63FDC23-F6C0-4E59-857D-7ACDED29CEC4}"/>
    <dgm:cxn modelId="{33B04743-A64D-47C9-BE25-89D7CE674756}" type="presOf" srcId="{C3A1F365-5625-4E7E-B4BE-7A25C8388449}" destId="{A6969EA9-76EF-4F4D-8C3C-8AB012ECBFF8}" srcOrd="0" destOrd="1" presId="urn:microsoft.com/office/officeart/2018/5/layout/CenteredIconLabelDescriptionList"/>
    <dgm:cxn modelId="{4EC50C44-5280-43D4-AF09-F860C11F01AD}" srcId="{A5BDCE71-8FD4-45AB-B932-A28A24B90934}" destId="{F9D4B676-B8CA-4C8A-AD99-61AABA0B3781}" srcOrd="0" destOrd="0" parTransId="{D094FDF0-72AC-4E1C-84AE-51B147C37DFD}" sibTransId="{07DF30A7-01D3-4D01-B02B-CA35D27257B6}"/>
    <dgm:cxn modelId="{78EFC844-D7F6-4F5D-9497-3D655814FB72}" type="presOf" srcId="{1D73CB6A-240B-4F19-95A9-A9ECD4E88D7B}" destId="{FE7AA53E-DEA9-4B47-AEF4-C8B16CDD8C31}" srcOrd="0" destOrd="0" presId="urn:microsoft.com/office/officeart/2018/5/layout/CenteredIconLabelDescriptionList"/>
    <dgm:cxn modelId="{73C7E373-028A-456C-913F-7A9FE8AB2BA5}" type="presOf" srcId="{458E3D73-B771-46AD-8D9B-904D5AB688DE}" destId="{E8CCD277-4EE8-4CB0-9C55-5F0D5A1E9099}" srcOrd="0" destOrd="0" presId="urn:microsoft.com/office/officeart/2018/5/layout/CenteredIconLabelDescriptionList"/>
    <dgm:cxn modelId="{28E4EFB6-B9F7-4AF4-A0F2-168E5956474A}" srcId="{A5BDCE71-8FD4-45AB-B932-A28A24B90934}" destId="{C3A1F365-5625-4E7E-B4BE-7A25C8388449}" srcOrd="1" destOrd="0" parTransId="{68AA8143-3E7A-459B-B25F-5DA906DFA5F9}" sibTransId="{DD679C03-479F-489E-A084-F8887C98B36E}"/>
    <dgm:cxn modelId="{434DD4C5-EAF2-4359-A3C8-C95966483FE9}" srcId="{458E3D73-B771-46AD-8D9B-904D5AB688DE}" destId="{983BCF1F-C64F-4C5D-9ADE-3FB2CB4E62D2}" srcOrd="1" destOrd="0" parTransId="{7F4C7119-7491-4127-B2B9-EBF7D437B3E4}" sibTransId="{9E1CCCB7-4493-4038-A1A5-42CA94C98E37}"/>
    <dgm:cxn modelId="{6FDEBBCA-DDCF-4B4A-AF33-E5DD7D249BBD}" srcId="{A5BDCE71-8FD4-45AB-B932-A28A24B90934}" destId="{ED80817D-9B0E-492E-8344-C4DBC6928C4A}" srcOrd="2" destOrd="0" parTransId="{88395C17-280D-4C6C-82CE-90EEA81C04E9}" sibTransId="{F0FC7C75-5B6B-4F1B-9217-16841816C772}"/>
    <dgm:cxn modelId="{800591E7-A210-484A-9F80-3E4A1BE033DC}" srcId="{458E3D73-B771-46AD-8D9B-904D5AB688DE}" destId="{1D73CB6A-240B-4F19-95A9-A9ECD4E88D7B}" srcOrd="0" destOrd="0" parTransId="{3F7951E4-1D45-41A4-8DB4-E881C41ECAFF}" sibTransId="{E6A8276F-022B-4B34-8D7D-3A3FBAC1FD7A}"/>
    <dgm:cxn modelId="{2D1F29F3-7E93-45FE-8A9F-5C273E7696E8}" type="presOf" srcId="{A5BDCE71-8FD4-45AB-B932-A28A24B90934}" destId="{A553FD95-5DE7-4A45-AE36-884314662FC3}" srcOrd="0" destOrd="0" presId="urn:microsoft.com/office/officeart/2018/5/layout/CenteredIconLabelDescriptionList"/>
    <dgm:cxn modelId="{3FA8D7F8-8C28-418E-A5BD-7FDF75FD0318}" type="presOf" srcId="{983BCF1F-C64F-4C5D-9ADE-3FB2CB4E62D2}" destId="{FE7AA53E-DEA9-4B47-AEF4-C8B16CDD8C31}" srcOrd="0" destOrd="1" presId="urn:microsoft.com/office/officeart/2018/5/layout/CenteredIconLabelDescriptionList"/>
    <dgm:cxn modelId="{FFDA5BF9-6F19-49A4-8541-A525B80E411C}" type="presOf" srcId="{68078B23-C833-455F-9F58-EFB3E37E40A9}" destId="{780E0DBC-4A19-4F34-9DE3-1F8A25150EB2}" srcOrd="0" destOrd="0" presId="urn:microsoft.com/office/officeart/2018/5/layout/CenteredIconLabelDescriptionList"/>
    <dgm:cxn modelId="{799E5FFC-02A3-49BD-B177-E59A7C5F3FA7}" type="presOf" srcId="{ED80817D-9B0E-492E-8344-C4DBC6928C4A}" destId="{A6969EA9-76EF-4F4D-8C3C-8AB012ECBFF8}" srcOrd="0" destOrd="2" presId="urn:microsoft.com/office/officeart/2018/5/layout/CenteredIconLabelDescriptionList"/>
    <dgm:cxn modelId="{57521C11-D883-4207-8F62-EE8633672BF3}" type="presParOf" srcId="{780E0DBC-4A19-4F34-9DE3-1F8A25150EB2}" destId="{A865F584-0617-4712-9AED-656A2EC956DD}" srcOrd="0" destOrd="0" presId="urn:microsoft.com/office/officeart/2018/5/layout/CenteredIconLabelDescriptionList"/>
    <dgm:cxn modelId="{110E9080-BE7C-4A08-B72C-B99137FD260F}" type="presParOf" srcId="{A865F584-0617-4712-9AED-656A2EC956DD}" destId="{FDF911E9-DE5A-42BE-BA3D-5A8C66F36FFA}" srcOrd="0" destOrd="0" presId="urn:microsoft.com/office/officeart/2018/5/layout/CenteredIconLabelDescriptionList"/>
    <dgm:cxn modelId="{9079A54B-AE00-4E90-871B-C39E1618EA9E}" type="presParOf" srcId="{A865F584-0617-4712-9AED-656A2EC956DD}" destId="{39113BE4-A321-4727-A1F0-1ADD8416932F}" srcOrd="1" destOrd="0" presId="urn:microsoft.com/office/officeart/2018/5/layout/CenteredIconLabelDescriptionList"/>
    <dgm:cxn modelId="{897FB285-2880-46C0-BA2A-F2DCE2D1967D}" type="presParOf" srcId="{A865F584-0617-4712-9AED-656A2EC956DD}" destId="{A553FD95-5DE7-4A45-AE36-884314662FC3}" srcOrd="2" destOrd="0" presId="urn:microsoft.com/office/officeart/2018/5/layout/CenteredIconLabelDescriptionList"/>
    <dgm:cxn modelId="{090AEFB7-8846-4FF5-9707-31642979CFF4}" type="presParOf" srcId="{A865F584-0617-4712-9AED-656A2EC956DD}" destId="{8AF1E5C6-D618-444E-AF2E-AC4EE78051D8}" srcOrd="3" destOrd="0" presId="urn:microsoft.com/office/officeart/2018/5/layout/CenteredIconLabelDescriptionList"/>
    <dgm:cxn modelId="{2D94D3FE-4CFC-4832-BFA1-0CD898FA1DE1}" type="presParOf" srcId="{A865F584-0617-4712-9AED-656A2EC956DD}" destId="{A6969EA9-76EF-4F4D-8C3C-8AB012ECBFF8}" srcOrd="4" destOrd="0" presId="urn:microsoft.com/office/officeart/2018/5/layout/CenteredIconLabelDescriptionList"/>
    <dgm:cxn modelId="{88D4D4A1-B38C-47B1-BF52-55DB5EB0FFBE}" type="presParOf" srcId="{780E0DBC-4A19-4F34-9DE3-1F8A25150EB2}" destId="{E0263E8C-A4B7-4CEB-AA72-2C3ADB6C3DED}" srcOrd="1" destOrd="0" presId="urn:microsoft.com/office/officeart/2018/5/layout/CenteredIconLabelDescriptionList"/>
    <dgm:cxn modelId="{3BF9B44A-34D9-4A6B-B6CB-68B913F2FEEF}" type="presParOf" srcId="{780E0DBC-4A19-4F34-9DE3-1F8A25150EB2}" destId="{16BB4A80-2FDC-4F73-95AE-14B666B49656}" srcOrd="2" destOrd="0" presId="urn:microsoft.com/office/officeart/2018/5/layout/CenteredIconLabelDescriptionList"/>
    <dgm:cxn modelId="{0C833D60-F9FE-47B9-B4D8-BF4B8DAC8A8B}" type="presParOf" srcId="{16BB4A80-2FDC-4F73-95AE-14B666B49656}" destId="{78C57523-BDCE-4D23-B3B4-3E9368A4ABF6}" srcOrd="0" destOrd="0" presId="urn:microsoft.com/office/officeart/2018/5/layout/CenteredIconLabelDescriptionList"/>
    <dgm:cxn modelId="{6A3ECC0A-8F56-4A1B-8147-F6A92DBE298E}" type="presParOf" srcId="{16BB4A80-2FDC-4F73-95AE-14B666B49656}" destId="{94123C17-0FB2-4AF2-9ED2-BF60C9617E18}" srcOrd="1" destOrd="0" presId="urn:microsoft.com/office/officeart/2018/5/layout/CenteredIconLabelDescriptionList"/>
    <dgm:cxn modelId="{12140A80-F1BC-498E-B1C8-90A0E56D9D40}" type="presParOf" srcId="{16BB4A80-2FDC-4F73-95AE-14B666B49656}" destId="{E8CCD277-4EE8-4CB0-9C55-5F0D5A1E9099}" srcOrd="2" destOrd="0" presId="urn:microsoft.com/office/officeart/2018/5/layout/CenteredIconLabelDescriptionList"/>
    <dgm:cxn modelId="{EBE2DE0B-A4EE-4519-A806-C3FF61BF251F}" type="presParOf" srcId="{16BB4A80-2FDC-4F73-95AE-14B666B49656}" destId="{C9D3C559-5382-4BC8-9056-0DA01BAFB016}" srcOrd="3" destOrd="0" presId="urn:microsoft.com/office/officeart/2018/5/layout/CenteredIconLabelDescriptionList"/>
    <dgm:cxn modelId="{31B7C7C8-CEEA-459C-9E6A-95CCFBD9A2FD}" type="presParOf" srcId="{16BB4A80-2FDC-4F73-95AE-14B666B49656}" destId="{FE7AA53E-DEA9-4B47-AEF4-C8B16CDD8C3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68078B23-C833-455F-9F58-EFB3E37E40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1A8593B3-0B11-4E10-B237-A3D66B87A2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 puzzle</a:t>
          </a:r>
          <a:endParaRPr lang="en-US"/>
        </a:p>
      </dgm:t>
    </dgm:pt>
    <dgm:pt modelId="{42854A19-ADB3-4AAB-9350-749D48B8ADC4}" type="parTrans" cxnId="{024405DE-4E95-4C12-8903-DB3E1DBBF4D0}">
      <dgm:prSet/>
      <dgm:spPr/>
      <dgm:t>
        <a:bodyPr/>
        <a:lstStyle/>
        <a:p>
          <a:endParaRPr lang="en-US" sz="2800"/>
        </a:p>
      </dgm:t>
    </dgm:pt>
    <dgm:pt modelId="{15FB54E3-6736-4CD2-A424-1E8D6538B5D3}" type="sibTrans" cxnId="{024405DE-4E95-4C12-8903-DB3E1DBBF4D0}">
      <dgm:prSet/>
      <dgm:spPr/>
      <dgm:t>
        <a:bodyPr/>
        <a:lstStyle/>
        <a:p>
          <a:endParaRPr lang="en-US"/>
        </a:p>
      </dgm:t>
    </dgm:pt>
    <dgm:pt modelId="{6D0A4486-4612-43EB-96E5-D536B68E95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a cryptographic</a:t>
          </a:r>
          <a:r>
            <a:rPr lang="tr-TR"/>
            <a:t> </a:t>
          </a:r>
          <a:r>
            <a:rPr lang="en-US"/>
            <a:t>hash</a:t>
          </a:r>
        </a:p>
      </dgm:t>
    </dgm:pt>
    <dgm:pt modelId="{70113377-D557-4E3B-A990-C9481A7ADF6B}" type="parTrans" cxnId="{3652A386-3590-422F-81A0-C96CBD6B8CED}">
      <dgm:prSet/>
      <dgm:spPr/>
      <dgm:t>
        <a:bodyPr/>
        <a:lstStyle/>
        <a:p>
          <a:endParaRPr lang="en-US" sz="2800"/>
        </a:p>
      </dgm:t>
    </dgm:pt>
    <dgm:pt modelId="{FD4ED401-4E5A-4218-9AA3-7A8808217A3F}" type="sibTrans" cxnId="{3652A386-3590-422F-81A0-C96CBD6B8CED}">
      <dgm:prSet/>
      <dgm:spPr/>
      <dgm:t>
        <a:bodyPr/>
        <a:lstStyle/>
        <a:p>
          <a:endParaRPr lang="en-US"/>
        </a:p>
      </dgm:t>
    </dgm:pt>
    <dgm:pt modelId="{9B9FE74F-8114-4477-8527-56BC815AB0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asymmetrically hard to solve</a:t>
          </a:r>
        </a:p>
      </dgm:t>
    </dgm:pt>
    <dgm:pt modelId="{6BFBFF4C-70E3-4E2E-AA52-E3647F6FDF0E}" type="parTrans" cxnId="{1B6B8D94-79A7-46DD-A23C-C8145A0E4536}">
      <dgm:prSet/>
      <dgm:spPr/>
      <dgm:t>
        <a:bodyPr/>
        <a:lstStyle/>
        <a:p>
          <a:endParaRPr lang="en-US" sz="2800"/>
        </a:p>
      </dgm:t>
    </dgm:pt>
    <dgm:pt modelId="{64CBD7AE-3435-4DE7-9664-0D79AC7C4FC0}" type="sibTrans" cxnId="{1B6B8D94-79A7-46DD-A23C-C8145A0E4536}">
      <dgm:prSet/>
      <dgm:spPr/>
      <dgm:t>
        <a:bodyPr/>
        <a:lstStyle/>
        <a:p>
          <a:endParaRPr lang="en-US"/>
        </a:p>
      </dgm:t>
    </dgm:pt>
    <dgm:pt modelId="{26D2BD60-CC74-404A-908B-AA911F0CEC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exhibits similar characteristics:</a:t>
          </a:r>
        </a:p>
      </dgm:t>
    </dgm:pt>
    <dgm:pt modelId="{138EBB6B-34E6-4CA3-AEDC-ED20638944C8}" type="parTrans" cxnId="{525FA86D-1ED7-4011-A842-4665BE47732D}">
      <dgm:prSet/>
      <dgm:spPr/>
      <dgm:t>
        <a:bodyPr/>
        <a:lstStyle/>
        <a:p>
          <a:endParaRPr lang="tr-TR"/>
        </a:p>
      </dgm:t>
    </dgm:pt>
    <dgm:pt modelId="{E659D6E5-EF4F-4A4F-A728-F92A9F8B9F6C}" type="sibTrans" cxnId="{525FA86D-1ED7-4011-A842-4665BE47732D}">
      <dgm:prSet/>
      <dgm:spPr/>
      <dgm:t>
        <a:bodyPr/>
        <a:lstStyle/>
        <a:p>
          <a:endParaRPr lang="tr-TR"/>
        </a:p>
      </dgm:t>
    </dgm:pt>
    <dgm:pt modelId="{93D45907-8A40-4D8E-A157-63673113B86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Exclusive property</a:t>
          </a:r>
          <a:endParaRPr lang="en-US"/>
        </a:p>
      </dgm:t>
    </dgm:pt>
    <dgm:pt modelId="{B79A40D0-6339-46FD-9E70-E5238EE514E1}" type="parTrans" cxnId="{73668E44-675B-4667-B2DA-69F14165D7A3}">
      <dgm:prSet/>
      <dgm:spPr/>
      <dgm:t>
        <a:bodyPr/>
        <a:lstStyle/>
        <a:p>
          <a:endParaRPr lang="tr-TR"/>
        </a:p>
      </dgm:t>
    </dgm:pt>
    <dgm:pt modelId="{9AE25CCA-3C26-44D4-8838-B686424EC823}" type="sibTrans" cxnId="{73668E44-675B-4667-B2DA-69F14165D7A3}">
      <dgm:prSet/>
      <dgm:spPr/>
      <dgm:t>
        <a:bodyPr/>
        <a:lstStyle/>
        <a:p>
          <a:endParaRPr lang="tr-TR"/>
        </a:p>
      </dgm:t>
    </dgm:pt>
    <dgm:pt modelId="{84AF1F5A-8F58-402D-B2B2-C0C9A069D8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easy to verify, </a:t>
          </a:r>
        </a:p>
      </dgm:t>
    </dgm:pt>
    <dgm:pt modelId="{47D51956-B9CC-4516-A63F-D7FFB1BB1193}" type="parTrans" cxnId="{0A93B096-538F-4306-BEE3-99DCB2DDA96A}">
      <dgm:prSet/>
      <dgm:spPr/>
      <dgm:t>
        <a:bodyPr/>
        <a:lstStyle/>
        <a:p>
          <a:endParaRPr lang="tr-TR"/>
        </a:p>
      </dgm:t>
    </dgm:pt>
    <dgm:pt modelId="{4143D036-F546-47BC-B1A9-43D455B8819A}" type="sibTrans" cxnId="{0A93B096-538F-4306-BEE3-99DCB2DDA96A}">
      <dgm:prSet/>
      <dgm:spPr/>
      <dgm:t>
        <a:bodyPr/>
        <a:lstStyle/>
        <a:p>
          <a:endParaRPr lang="tr-TR"/>
        </a:p>
      </dgm:t>
    </dgm:pt>
    <dgm:pt modelId="{D8EB28FB-FDE1-4CF5-92E7-EFB29B27C1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its difficulty can be adjusted.</a:t>
          </a:r>
        </a:p>
      </dgm:t>
    </dgm:pt>
    <dgm:pt modelId="{2BBF14FA-3C42-4A42-988F-620BB5AE9B83}" type="parTrans" cxnId="{1D9E13B2-85CB-4E74-ADE9-5E5A61A28B41}">
      <dgm:prSet/>
      <dgm:spPr/>
      <dgm:t>
        <a:bodyPr/>
        <a:lstStyle/>
        <a:p>
          <a:endParaRPr lang="tr-TR"/>
        </a:p>
      </dgm:t>
    </dgm:pt>
    <dgm:pt modelId="{F64A8640-926A-4E2C-9A54-2F7A8B781DC6}" type="sibTrans" cxnId="{1D9E13B2-85CB-4E74-ADE9-5E5A61A28B41}">
      <dgm:prSet/>
      <dgm:spPr/>
      <dgm:t>
        <a:bodyPr/>
        <a:lstStyle/>
        <a:p>
          <a:endParaRPr lang="tr-TR"/>
        </a:p>
      </dgm:t>
    </dgm:pt>
    <dgm:pt modelId="{48DA50A6-19BA-4384-A1ED-7CBA1ED0994B}" type="pres">
      <dgm:prSet presAssocID="{68078B23-C833-455F-9F58-EFB3E37E40A9}" presName="root" presStyleCnt="0">
        <dgm:presLayoutVars>
          <dgm:dir/>
          <dgm:resizeHandles val="exact"/>
        </dgm:presLayoutVars>
      </dgm:prSet>
      <dgm:spPr/>
    </dgm:pt>
    <dgm:pt modelId="{A43914A4-E3FE-4EEA-AA8C-5B9CE09F021B}" type="pres">
      <dgm:prSet presAssocID="{1A8593B3-0B11-4E10-B237-A3D66B87A2F8}" presName="compNode" presStyleCnt="0"/>
      <dgm:spPr/>
    </dgm:pt>
    <dgm:pt modelId="{EBDBF090-EA0C-4572-AFC6-B8E0C4E7FCA5}" type="pres">
      <dgm:prSet presAssocID="{1A8593B3-0B11-4E10-B237-A3D66B87A2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B26A6F3-1316-4232-A185-F2A7361434A5}" type="pres">
      <dgm:prSet presAssocID="{1A8593B3-0B11-4E10-B237-A3D66B87A2F8}" presName="iconSpace" presStyleCnt="0"/>
      <dgm:spPr/>
    </dgm:pt>
    <dgm:pt modelId="{6E42ACD5-F34F-4A4D-9DF2-603A7853878A}" type="pres">
      <dgm:prSet presAssocID="{1A8593B3-0B11-4E10-B237-A3D66B87A2F8}" presName="parTx" presStyleLbl="revTx" presStyleIdx="0" presStyleCnt="4">
        <dgm:presLayoutVars>
          <dgm:chMax val="0"/>
          <dgm:chPref val="0"/>
        </dgm:presLayoutVars>
      </dgm:prSet>
      <dgm:spPr/>
    </dgm:pt>
    <dgm:pt modelId="{9F532ED5-6815-48B3-8BF4-EEF94AAA10E6}" type="pres">
      <dgm:prSet presAssocID="{1A8593B3-0B11-4E10-B237-A3D66B87A2F8}" presName="txSpace" presStyleCnt="0"/>
      <dgm:spPr/>
    </dgm:pt>
    <dgm:pt modelId="{FDE74926-6DE9-4609-A479-42D4A9CE9F20}" type="pres">
      <dgm:prSet presAssocID="{1A8593B3-0B11-4E10-B237-A3D66B87A2F8}" presName="desTx" presStyleLbl="revTx" presStyleIdx="1" presStyleCnt="4">
        <dgm:presLayoutVars/>
      </dgm:prSet>
      <dgm:spPr/>
    </dgm:pt>
    <dgm:pt modelId="{7F902035-BF80-4B2B-8F30-3223C2C8DE21}" type="pres">
      <dgm:prSet presAssocID="{15FB54E3-6736-4CD2-A424-1E8D6538B5D3}" presName="sibTrans" presStyleCnt="0"/>
      <dgm:spPr/>
    </dgm:pt>
    <dgm:pt modelId="{C232CBD7-5867-4B93-9AFD-6145FB81A6D9}" type="pres">
      <dgm:prSet presAssocID="{93D45907-8A40-4D8E-A157-63673113B86F}" presName="compNode" presStyleCnt="0"/>
      <dgm:spPr/>
    </dgm:pt>
    <dgm:pt modelId="{E4037C89-4DB8-4D88-A295-3B5A17B84455}" type="pres">
      <dgm:prSet presAssocID="{93D45907-8A40-4D8E-A157-63673113B86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D1A8CE07-24CA-4883-AB89-70C9B6292956}" type="pres">
      <dgm:prSet presAssocID="{93D45907-8A40-4D8E-A157-63673113B86F}" presName="iconSpace" presStyleCnt="0"/>
      <dgm:spPr/>
    </dgm:pt>
    <dgm:pt modelId="{902DD811-98FC-435B-8D8F-E6228349673B}" type="pres">
      <dgm:prSet presAssocID="{93D45907-8A40-4D8E-A157-63673113B86F}" presName="parTx" presStyleLbl="revTx" presStyleIdx="2" presStyleCnt="4">
        <dgm:presLayoutVars>
          <dgm:chMax val="0"/>
          <dgm:chPref val="0"/>
        </dgm:presLayoutVars>
      </dgm:prSet>
      <dgm:spPr/>
    </dgm:pt>
    <dgm:pt modelId="{BA631440-BE6C-4386-BBCF-B4DF79CEAE66}" type="pres">
      <dgm:prSet presAssocID="{93D45907-8A40-4D8E-A157-63673113B86F}" presName="txSpace" presStyleCnt="0"/>
      <dgm:spPr/>
    </dgm:pt>
    <dgm:pt modelId="{3F89BF6B-A6D0-4762-94BE-D3A0815058EC}" type="pres">
      <dgm:prSet presAssocID="{93D45907-8A40-4D8E-A157-63673113B86F}" presName="desTx" presStyleLbl="revTx" presStyleIdx="3" presStyleCnt="4">
        <dgm:presLayoutVars/>
      </dgm:prSet>
      <dgm:spPr/>
    </dgm:pt>
  </dgm:ptLst>
  <dgm:cxnLst>
    <dgm:cxn modelId="{F1C9381E-8124-4C61-8545-61375F15D70F}" type="presOf" srcId="{68078B23-C833-455F-9F58-EFB3E37E40A9}" destId="{48DA50A6-19BA-4384-A1ED-7CBA1ED0994B}" srcOrd="0" destOrd="0" presId="urn:microsoft.com/office/officeart/2018/5/layout/CenteredIconLabelDescriptionList"/>
    <dgm:cxn modelId="{D79CEB25-B65C-4363-83EA-B39AA5BC28D2}" type="presOf" srcId="{D8EB28FB-FDE1-4CF5-92E7-EFB29B27C159}" destId="{3F89BF6B-A6D0-4762-94BE-D3A0815058EC}" srcOrd="0" destOrd="2" presId="urn:microsoft.com/office/officeart/2018/5/layout/CenteredIconLabelDescriptionList"/>
    <dgm:cxn modelId="{73668E44-675B-4667-B2DA-69F14165D7A3}" srcId="{68078B23-C833-455F-9F58-EFB3E37E40A9}" destId="{93D45907-8A40-4D8E-A157-63673113B86F}" srcOrd="1" destOrd="0" parTransId="{B79A40D0-6339-46FD-9E70-E5238EE514E1}" sibTransId="{9AE25CCA-3C26-44D4-8838-B686424EC823}"/>
    <dgm:cxn modelId="{525FA86D-1ED7-4011-A842-4665BE47732D}" srcId="{1A8593B3-0B11-4E10-B237-A3D66B87A2F8}" destId="{26D2BD60-CC74-404A-908B-AA911F0CECC5}" srcOrd="1" destOrd="0" parTransId="{138EBB6B-34E6-4CA3-AEDC-ED20638944C8}" sibTransId="{E659D6E5-EF4F-4A4F-A728-F92A9F8B9F6C}"/>
    <dgm:cxn modelId="{94A01E73-045B-49D1-90A6-6A29AE2C3E46}" type="presOf" srcId="{6D0A4486-4612-43EB-96E5-D536B68E9591}" destId="{FDE74926-6DE9-4609-A479-42D4A9CE9F20}" srcOrd="0" destOrd="0" presId="urn:microsoft.com/office/officeart/2018/5/layout/CenteredIconLabelDescriptionList"/>
    <dgm:cxn modelId="{3652A386-3590-422F-81A0-C96CBD6B8CED}" srcId="{1A8593B3-0B11-4E10-B237-A3D66B87A2F8}" destId="{6D0A4486-4612-43EB-96E5-D536B68E9591}" srcOrd="0" destOrd="0" parTransId="{70113377-D557-4E3B-A990-C9481A7ADF6B}" sibTransId="{FD4ED401-4E5A-4218-9AA3-7A8808217A3F}"/>
    <dgm:cxn modelId="{C0134D88-6817-4648-86E7-3293BBEBE242}" type="presOf" srcId="{9B9FE74F-8114-4477-8527-56BC815AB05C}" destId="{3F89BF6B-A6D0-4762-94BE-D3A0815058EC}" srcOrd="0" destOrd="0" presId="urn:microsoft.com/office/officeart/2018/5/layout/CenteredIconLabelDescriptionList"/>
    <dgm:cxn modelId="{1B6B8D94-79A7-46DD-A23C-C8145A0E4536}" srcId="{93D45907-8A40-4D8E-A157-63673113B86F}" destId="{9B9FE74F-8114-4477-8527-56BC815AB05C}" srcOrd="0" destOrd="0" parTransId="{6BFBFF4C-70E3-4E2E-AA52-E3647F6FDF0E}" sibTransId="{64CBD7AE-3435-4DE7-9664-0D79AC7C4FC0}"/>
    <dgm:cxn modelId="{0A93B096-538F-4306-BEE3-99DCB2DDA96A}" srcId="{93D45907-8A40-4D8E-A157-63673113B86F}" destId="{84AF1F5A-8F58-402D-B2B2-C0C9A069D818}" srcOrd="1" destOrd="0" parTransId="{47D51956-B9CC-4516-A63F-D7FFB1BB1193}" sibTransId="{4143D036-F546-47BC-B1A9-43D455B8819A}"/>
    <dgm:cxn modelId="{DBD3919E-8953-408B-B4EB-10C422995093}" type="presOf" srcId="{93D45907-8A40-4D8E-A157-63673113B86F}" destId="{902DD811-98FC-435B-8D8F-E6228349673B}" srcOrd="0" destOrd="0" presId="urn:microsoft.com/office/officeart/2018/5/layout/CenteredIconLabelDescriptionList"/>
    <dgm:cxn modelId="{1D9E13B2-85CB-4E74-ADE9-5E5A61A28B41}" srcId="{93D45907-8A40-4D8E-A157-63673113B86F}" destId="{D8EB28FB-FDE1-4CF5-92E7-EFB29B27C159}" srcOrd="2" destOrd="0" parTransId="{2BBF14FA-3C42-4A42-988F-620BB5AE9B83}" sibTransId="{F64A8640-926A-4E2C-9A54-2F7A8B781DC6}"/>
    <dgm:cxn modelId="{05C90AB6-793C-405A-9448-63E926903AA4}" type="presOf" srcId="{1A8593B3-0B11-4E10-B237-A3D66B87A2F8}" destId="{6E42ACD5-F34F-4A4D-9DF2-603A7853878A}" srcOrd="0" destOrd="0" presId="urn:microsoft.com/office/officeart/2018/5/layout/CenteredIconLabelDescriptionList"/>
    <dgm:cxn modelId="{5E5D8BBE-9C37-429A-BAB8-2CFB782E3D80}" type="presOf" srcId="{84AF1F5A-8F58-402D-B2B2-C0C9A069D818}" destId="{3F89BF6B-A6D0-4762-94BE-D3A0815058EC}" srcOrd="0" destOrd="1" presId="urn:microsoft.com/office/officeart/2018/5/layout/CenteredIconLabelDescriptionList"/>
    <dgm:cxn modelId="{024405DE-4E95-4C12-8903-DB3E1DBBF4D0}" srcId="{68078B23-C833-455F-9F58-EFB3E37E40A9}" destId="{1A8593B3-0B11-4E10-B237-A3D66B87A2F8}" srcOrd="0" destOrd="0" parTransId="{42854A19-ADB3-4AAB-9350-749D48B8ADC4}" sibTransId="{15FB54E3-6736-4CD2-A424-1E8D6538B5D3}"/>
    <dgm:cxn modelId="{4A0735F3-0CF4-47E8-AA61-A766998B0A8A}" type="presOf" srcId="{26D2BD60-CC74-404A-908B-AA911F0CECC5}" destId="{FDE74926-6DE9-4609-A479-42D4A9CE9F20}" srcOrd="0" destOrd="1" presId="urn:microsoft.com/office/officeart/2018/5/layout/CenteredIconLabelDescriptionList"/>
    <dgm:cxn modelId="{9A8C9A7E-EE1D-4601-BD53-960AB0E20E96}" type="presParOf" srcId="{48DA50A6-19BA-4384-A1ED-7CBA1ED0994B}" destId="{A43914A4-E3FE-4EEA-AA8C-5B9CE09F021B}" srcOrd="0" destOrd="0" presId="urn:microsoft.com/office/officeart/2018/5/layout/CenteredIconLabelDescriptionList"/>
    <dgm:cxn modelId="{645365B2-66D1-442E-ACD8-E31059DDB493}" type="presParOf" srcId="{A43914A4-E3FE-4EEA-AA8C-5B9CE09F021B}" destId="{EBDBF090-EA0C-4572-AFC6-B8E0C4E7FCA5}" srcOrd="0" destOrd="0" presId="urn:microsoft.com/office/officeart/2018/5/layout/CenteredIconLabelDescriptionList"/>
    <dgm:cxn modelId="{ECECAD1D-89F8-4E4B-98D5-E67D452453AE}" type="presParOf" srcId="{A43914A4-E3FE-4EEA-AA8C-5B9CE09F021B}" destId="{2B26A6F3-1316-4232-A185-F2A7361434A5}" srcOrd="1" destOrd="0" presId="urn:microsoft.com/office/officeart/2018/5/layout/CenteredIconLabelDescriptionList"/>
    <dgm:cxn modelId="{8ECB9902-60E8-4842-8025-273FEC9264A2}" type="presParOf" srcId="{A43914A4-E3FE-4EEA-AA8C-5B9CE09F021B}" destId="{6E42ACD5-F34F-4A4D-9DF2-603A7853878A}" srcOrd="2" destOrd="0" presId="urn:microsoft.com/office/officeart/2018/5/layout/CenteredIconLabelDescriptionList"/>
    <dgm:cxn modelId="{E358474E-B6DD-475E-8927-7E7F6B76D3BA}" type="presParOf" srcId="{A43914A4-E3FE-4EEA-AA8C-5B9CE09F021B}" destId="{9F532ED5-6815-48B3-8BF4-EEF94AAA10E6}" srcOrd="3" destOrd="0" presId="urn:microsoft.com/office/officeart/2018/5/layout/CenteredIconLabelDescriptionList"/>
    <dgm:cxn modelId="{84CD2F44-8262-48CD-BDAB-95DB565FE99D}" type="presParOf" srcId="{A43914A4-E3FE-4EEA-AA8C-5B9CE09F021B}" destId="{FDE74926-6DE9-4609-A479-42D4A9CE9F20}" srcOrd="4" destOrd="0" presId="urn:microsoft.com/office/officeart/2018/5/layout/CenteredIconLabelDescriptionList"/>
    <dgm:cxn modelId="{C93D1581-EBC8-474F-BE75-D29EC79A33FA}" type="presParOf" srcId="{48DA50A6-19BA-4384-A1ED-7CBA1ED0994B}" destId="{7F902035-BF80-4B2B-8F30-3223C2C8DE21}" srcOrd="1" destOrd="0" presId="urn:microsoft.com/office/officeart/2018/5/layout/CenteredIconLabelDescriptionList"/>
    <dgm:cxn modelId="{624E2CF9-F642-4D55-8841-A838291C69F9}" type="presParOf" srcId="{48DA50A6-19BA-4384-A1ED-7CBA1ED0994B}" destId="{C232CBD7-5867-4B93-9AFD-6145FB81A6D9}" srcOrd="2" destOrd="0" presId="urn:microsoft.com/office/officeart/2018/5/layout/CenteredIconLabelDescriptionList"/>
    <dgm:cxn modelId="{7D5FEE9E-1AD8-4F4B-B025-0906C7B53C7F}" type="presParOf" srcId="{C232CBD7-5867-4B93-9AFD-6145FB81A6D9}" destId="{E4037C89-4DB8-4D88-A295-3B5A17B84455}" srcOrd="0" destOrd="0" presId="urn:microsoft.com/office/officeart/2018/5/layout/CenteredIconLabelDescriptionList"/>
    <dgm:cxn modelId="{E3993247-FB63-45FE-8B6F-A59E91E56A1E}" type="presParOf" srcId="{C232CBD7-5867-4B93-9AFD-6145FB81A6D9}" destId="{D1A8CE07-24CA-4883-AB89-70C9B6292956}" srcOrd="1" destOrd="0" presId="urn:microsoft.com/office/officeart/2018/5/layout/CenteredIconLabelDescriptionList"/>
    <dgm:cxn modelId="{C61D2839-BFF5-4667-B568-E9E53936D529}" type="presParOf" srcId="{C232CBD7-5867-4B93-9AFD-6145FB81A6D9}" destId="{902DD811-98FC-435B-8D8F-E6228349673B}" srcOrd="2" destOrd="0" presId="urn:microsoft.com/office/officeart/2018/5/layout/CenteredIconLabelDescriptionList"/>
    <dgm:cxn modelId="{81BD66A7-9140-47E8-A91B-C4B690A6FA95}" type="presParOf" srcId="{C232CBD7-5867-4B93-9AFD-6145FB81A6D9}" destId="{BA631440-BE6C-4386-BBCF-B4DF79CEAE66}" srcOrd="3" destOrd="0" presId="urn:microsoft.com/office/officeart/2018/5/layout/CenteredIconLabelDescriptionList"/>
    <dgm:cxn modelId="{77D638BB-C4A3-4E0C-B52A-6FD1EE1B2E4F}" type="presParOf" srcId="{C232CBD7-5867-4B93-9AFD-6145FB81A6D9}" destId="{3F89BF6B-A6D0-4762-94BE-D3A0815058E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6F0D45D7-81D9-4D64-A793-84A2517CCCC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538D2AD-6FAA-46C5-8950-413854AFD7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Proof-of-Work</a:t>
          </a:r>
          <a:endParaRPr lang="en-US"/>
        </a:p>
      </dgm:t>
    </dgm:pt>
    <dgm:pt modelId="{3FEFFDF7-1EDE-4ABE-B050-5EEBE8D83140}" type="parTrans" cxnId="{D68184B0-9C3A-4B4D-BE31-4C641B0BCE1A}">
      <dgm:prSet/>
      <dgm:spPr/>
      <dgm:t>
        <a:bodyPr/>
        <a:lstStyle/>
        <a:p>
          <a:endParaRPr lang="en-US"/>
        </a:p>
      </dgm:t>
    </dgm:pt>
    <dgm:pt modelId="{37F7E772-F331-4FAC-B388-9338E027B420}" type="sibTrans" cxnId="{D68184B0-9C3A-4B4D-BE31-4C641B0BCE1A}">
      <dgm:prSet/>
      <dgm:spPr/>
      <dgm:t>
        <a:bodyPr/>
        <a:lstStyle/>
        <a:p>
          <a:endParaRPr lang="en-US"/>
        </a:p>
      </dgm:t>
    </dgm:pt>
    <dgm:pt modelId="{7C466E6A-E625-4741-A36D-2E1AB44881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Finding such a solution, the so</a:t>
          </a:r>
          <a:r>
            <a:rPr lang="tr-TR"/>
            <a:t> </a:t>
          </a:r>
          <a:r>
            <a:rPr lang="en-US"/>
            <a:t>called</a:t>
          </a:r>
          <a:r>
            <a:rPr lang="tr-TR"/>
            <a:t> </a:t>
          </a:r>
          <a:r>
            <a:rPr lang="en-US" i="1"/>
            <a:t>Proof-of-Work </a:t>
          </a:r>
          <a:r>
            <a:rPr lang="en-US"/>
            <a:t>(PoW), </a:t>
          </a:r>
        </a:p>
      </dgm:t>
    </dgm:pt>
    <dgm:pt modelId="{ACCD75B8-D977-4762-BAB1-8FC5922E7373}" type="parTrans" cxnId="{FFE84531-5FF6-4637-B085-C82EA72572A3}">
      <dgm:prSet/>
      <dgm:spPr/>
      <dgm:t>
        <a:bodyPr/>
        <a:lstStyle/>
        <a:p>
          <a:endParaRPr lang="en-US"/>
        </a:p>
      </dgm:t>
    </dgm:pt>
    <dgm:pt modelId="{FB19B67C-1830-49FB-BC6A-0ACAA473435F}" type="sibTrans" cxnId="{FFE84531-5FF6-4637-B085-C82EA72572A3}">
      <dgm:prSet/>
      <dgm:spPr/>
      <dgm:t>
        <a:bodyPr/>
        <a:lstStyle/>
        <a:p>
          <a:endParaRPr lang="en-US"/>
        </a:p>
      </dgm:t>
    </dgm:pt>
    <dgm:pt modelId="{D94C7C51-1713-4A04-8AF9-4C0E5A555A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requires </a:t>
          </a:r>
          <a:r>
            <a:rPr lang="en-US" b="1" dirty="0"/>
            <a:t>quadrillions</a:t>
          </a:r>
          <a:r>
            <a:rPr lang="en-US" dirty="0"/>
            <a:t> of hashing operations per second</a:t>
          </a:r>
          <a:r>
            <a:rPr lang="tr-TR" dirty="0"/>
            <a:t> </a:t>
          </a:r>
          <a:r>
            <a:rPr lang="en-US" dirty="0"/>
            <a:t>across the entire bitcoin network. </a:t>
          </a:r>
        </a:p>
      </dgm:t>
    </dgm:pt>
    <dgm:pt modelId="{13DF7D4D-C137-477C-8A96-2BF36163D3DB}" type="parTrans" cxnId="{A22D15C4-EDE8-4E1B-BA5F-249C49F340F4}">
      <dgm:prSet/>
      <dgm:spPr/>
      <dgm:t>
        <a:bodyPr/>
        <a:lstStyle/>
        <a:p>
          <a:endParaRPr lang="en-US"/>
        </a:p>
      </dgm:t>
    </dgm:pt>
    <dgm:pt modelId="{AEFEBBFD-A672-4376-88B9-BA80C28E26BA}" type="sibTrans" cxnId="{A22D15C4-EDE8-4E1B-BA5F-249C49F340F4}">
      <dgm:prSet/>
      <dgm:spPr/>
      <dgm:t>
        <a:bodyPr/>
        <a:lstStyle/>
        <a:p>
          <a:endParaRPr lang="en-US"/>
        </a:p>
      </dgm:t>
    </dgm:pt>
    <dgm:pt modelId="{F7055EC8-20E0-43E8-8DA0-0480FC77DB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Involves</a:t>
          </a:r>
          <a:endParaRPr lang="en-US" dirty="0"/>
        </a:p>
      </dgm:t>
    </dgm:pt>
    <dgm:pt modelId="{87916158-DA80-47DD-8A87-1B6C6A76D681}" type="parTrans" cxnId="{CCF9F3B1-3376-4453-9C9C-70D4D2EFFFD0}">
      <dgm:prSet/>
      <dgm:spPr/>
      <dgm:t>
        <a:bodyPr/>
        <a:lstStyle/>
        <a:p>
          <a:endParaRPr lang="en-US"/>
        </a:p>
      </dgm:t>
    </dgm:pt>
    <dgm:pt modelId="{A6498E39-4B76-4EEE-B0FD-59D203D2DD04}" type="sibTrans" cxnId="{CCF9F3B1-3376-4453-9C9C-70D4D2EFFFD0}">
      <dgm:prSet/>
      <dgm:spPr/>
      <dgm:t>
        <a:bodyPr/>
        <a:lstStyle/>
        <a:p>
          <a:endParaRPr lang="en-US"/>
        </a:p>
      </dgm:t>
    </dgm:pt>
    <dgm:pt modelId="{A94B778D-9878-4BB9-8798-FF7E9AFFEA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repeatedly</a:t>
          </a:r>
          <a:r>
            <a:rPr lang="tr-TR"/>
            <a:t> </a:t>
          </a:r>
          <a:r>
            <a:rPr lang="en-US"/>
            <a:t>hashing </a:t>
          </a:r>
        </a:p>
      </dgm:t>
    </dgm:pt>
    <dgm:pt modelId="{010164C8-EDF0-46B1-BDC2-7200C9FC0B43}" type="parTrans" cxnId="{6650F395-D179-480C-90C1-9AF69C6E7755}">
      <dgm:prSet/>
      <dgm:spPr/>
      <dgm:t>
        <a:bodyPr/>
        <a:lstStyle/>
        <a:p>
          <a:endParaRPr lang="en-US"/>
        </a:p>
      </dgm:t>
    </dgm:pt>
    <dgm:pt modelId="{C52570DF-7CED-4F13-A40A-41228118933E}" type="sibTrans" cxnId="{6650F395-D179-480C-90C1-9AF69C6E7755}">
      <dgm:prSet/>
      <dgm:spPr/>
      <dgm:t>
        <a:bodyPr/>
        <a:lstStyle/>
        <a:p>
          <a:endParaRPr lang="en-US"/>
        </a:p>
      </dgm:t>
    </dgm:pt>
    <dgm:pt modelId="{CCD95C28-FFCE-466E-8E83-F333610DB07D}">
      <dgm:prSet/>
      <dgm:spPr/>
      <dgm:t>
        <a:bodyPr/>
        <a:lstStyle/>
        <a:p>
          <a:r>
            <a:rPr lang="en-US" i="1"/>
            <a:t>the header of the block </a:t>
          </a:r>
          <a:endParaRPr lang="en-US"/>
        </a:p>
      </dgm:t>
    </dgm:pt>
    <dgm:pt modelId="{FE68569E-985E-4DBB-B261-5E2B92CA48EE}" type="parTrans" cxnId="{97E89CA7-9B3D-4B3F-BBE4-CFB69250D23B}">
      <dgm:prSet/>
      <dgm:spPr/>
      <dgm:t>
        <a:bodyPr/>
        <a:lstStyle/>
        <a:p>
          <a:endParaRPr lang="en-US"/>
        </a:p>
      </dgm:t>
    </dgm:pt>
    <dgm:pt modelId="{C7743D9F-E125-4972-9A93-5033EE97491F}" type="sibTrans" cxnId="{97E89CA7-9B3D-4B3F-BBE4-CFB69250D23B}">
      <dgm:prSet/>
      <dgm:spPr/>
      <dgm:t>
        <a:bodyPr/>
        <a:lstStyle/>
        <a:p>
          <a:endParaRPr lang="en-US"/>
        </a:p>
      </dgm:t>
    </dgm:pt>
    <dgm:pt modelId="{F515A6D4-BD38-40F2-A0D4-269D45390B2D}">
      <dgm:prSet/>
      <dgm:spPr/>
      <dgm:t>
        <a:bodyPr/>
        <a:lstStyle/>
        <a:p>
          <a:r>
            <a:rPr lang="en-US" i="1"/>
            <a:t>a random number with the SHA256 cryptographic</a:t>
          </a:r>
          <a:r>
            <a:rPr lang="tr-TR" i="1"/>
            <a:t> </a:t>
          </a:r>
          <a:r>
            <a:rPr lang="en-US" i="1"/>
            <a:t>algorithm </a:t>
          </a:r>
          <a:endParaRPr lang="en-US"/>
        </a:p>
      </dgm:t>
    </dgm:pt>
    <dgm:pt modelId="{3E5CF403-FE41-4F20-8646-0E2FEC294F28}" type="parTrans" cxnId="{56A310CC-1A23-4856-A8F5-B086EF6A713B}">
      <dgm:prSet/>
      <dgm:spPr/>
      <dgm:t>
        <a:bodyPr/>
        <a:lstStyle/>
        <a:p>
          <a:endParaRPr lang="en-US"/>
        </a:p>
      </dgm:t>
    </dgm:pt>
    <dgm:pt modelId="{1FC5811A-590E-45C3-B297-5AF2B8ABF64B}" type="sibTrans" cxnId="{56A310CC-1A23-4856-A8F5-B086EF6A713B}">
      <dgm:prSet/>
      <dgm:spPr/>
      <dgm:t>
        <a:bodyPr/>
        <a:lstStyle/>
        <a:p>
          <a:endParaRPr lang="en-US"/>
        </a:p>
      </dgm:t>
    </dgm:pt>
    <dgm:pt modelId="{FDEDA9E7-A818-483B-A15D-EC6775A65F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until a solution matching a predetermined pattern emerges.</a:t>
          </a:r>
        </a:p>
      </dgm:t>
    </dgm:pt>
    <dgm:pt modelId="{53816C01-AC36-419D-90D7-F93BEA6CA3B6}" type="parTrans" cxnId="{4723E0C9-B880-4549-9CE0-3C33A93A2E68}">
      <dgm:prSet/>
      <dgm:spPr/>
      <dgm:t>
        <a:bodyPr/>
        <a:lstStyle/>
        <a:p>
          <a:endParaRPr lang="en-US"/>
        </a:p>
      </dgm:t>
    </dgm:pt>
    <dgm:pt modelId="{769195B0-BC60-4B44-8FC3-7DD23B1D6BA8}" type="sibTrans" cxnId="{4723E0C9-B880-4549-9CE0-3C33A93A2E68}">
      <dgm:prSet/>
      <dgm:spPr/>
      <dgm:t>
        <a:bodyPr/>
        <a:lstStyle/>
        <a:p>
          <a:endParaRPr lang="en-US"/>
        </a:p>
      </dgm:t>
    </dgm:pt>
    <dgm:pt modelId="{553A091B-745D-41DD-A168-1BAA0E6C1F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Winner</a:t>
          </a:r>
          <a:endParaRPr lang="en-US"/>
        </a:p>
      </dgm:t>
    </dgm:pt>
    <dgm:pt modelId="{48CA4E63-F3D3-4A00-B915-F31FA737548F}" type="parTrans" cxnId="{663D1FE3-0624-495C-8125-256EDBDDFE5F}">
      <dgm:prSet/>
      <dgm:spPr/>
      <dgm:t>
        <a:bodyPr/>
        <a:lstStyle/>
        <a:p>
          <a:endParaRPr lang="en-US"/>
        </a:p>
      </dgm:t>
    </dgm:pt>
    <dgm:pt modelId="{29398F4E-FBCC-490C-93F3-9078AA4F3B32}" type="sibTrans" cxnId="{663D1FE3-0624-495C-8125-256EDBDDFE5F}">
      <dgm:prSet/>
      <dgm:spPr/>
      <dgm:t>
        <a:bodyPr/>
        <a:lstStyle/>
        <a:p>
          <a:endParaRPr lang="en-US"/>
        </a:p>
      </dgm:t>
    </dgm:pt>
    <dgm:pt modelId="{5F60EB4C-D2DF-4F67-BA7D-B95F9E1DE3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</a:t>
          </a:r>
          <a:r>
            <a:rPr lang="tr-TR" dirty="0"/>
            <a:t> </a:t>
          </a:r>
          <a:r>
            <a:rPr lang="en-US" dirty="0"/>
            <a:t>first miner to find such a solution </a:t>
          </a:r>
        </a:p>
      </dgm:t>
    </dgm:pt>
    <dgm:pt modelId="{92988020-5B71-4AF6-A47E-FB6D022E5314}" type="parTrans" cxnId="{CD9017A1-10ED-4096-B447-C18906F61C22}">
      <dgm:prSet/>
      <dgm:spPr/>
      <dgm:t>
        <a:bodyPr/>
        <a:lstStyle/>
        <a:p>
          <a:endParaRPr lang="en-US"/>
        </a:p>
      </dgm:t>
    </dgm:pt>
    <dgm:pt modelId="{7216ED4A-76D0-48BF-93B8-0BB1AC020085}" type="sibTrans" cxnId="{CD9017A1-10ED-4096-B447-C18906F61C22}">
      <dgm:prSet/>
      <dgm:spPr/>
      <dgm:t>
        <a:bodyPr/>
        <a:lstStyle/>
        <a:p>
          <a:endParaRPr lang="en-US"/>
        </a:p>
      </dgm:t>
    </dgm:pt>
    <dgm:pt modelId="{19F52145-90FB-4140-9ED7-D112A61EBA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wins the round of competition and publishes that</a:t>
          </a:r>
          <a:r>
            <a:rPr lang="tr-TR"/>
            <a:t> block into the blockchain.</a:t>
          </a:r>
          <a:endParaRPr lang="en-US"/>
        </a:p>
      </dgm:t>
    </dgm:pt>
    <dgm:pt modelId="{8874D644-9188-4827-9C5C-BA9DCAAD7C87}" type="parTrans" cxnId="{9A205218-7565-4DCB-8C01-0A1CE7011FC7}">
      <dgm:prSet/>
      <dgm:spPr/>
      <dgm:t>
        <a:bodyPr/>
        <a:lstStyle/>
        <a:p>
          <a:endParaRPr lang="en-US"/>
        </a:p>
      </dgm:t>
    </dgm:pt>
    <dgm:pt modelId="{896FBD9C-B5A2-4D3C-9211-7776159829F0}" type="sibTrans" cxnId="{9A205218-7565-4DCB-8C01-0A1CE7011FC7}">
      <dgm:prSet/>
      <dgm:spPr/>
      <dgm:t>
        <a:bodyPr/>
        <a:lstStyle/>
        <a:p>
          <a:endParaRPr lang="en-US"/>
        </a:p>
      </dgm:t>
    </dgm:pt>
    <dgm:pt modelId="{7DC49D5D-17D1-4348-874F-9C58FADEF5E2}" type="pres">
      <dgm:prSet presAssocID="{6F0D45D7-81D9-4D64-A793-84A2517CCCCA}" presName="root" presStyleCnt="0">
        <dgm:presLayoutVars>
          <dgm:dir/>
          <dgm:resizeHandles val="exact"/>
        </dgm:presLayoutVars>
      </dgm:prSet>
      <dgm:spPr/>
    </dgm:pt>
    <dgm:pt modelId="{7001B230-F045-4AD6-B9A2-9D94F4AE35E9}" type="pres">
      <dgm:prSet presAssocID="{3538D2AD-6FAA-46C5-8950-413854AFD780}" presName="compNode" presStyleCnt="0"/>
      <dgm:spPr/>
    </dgm:pt>
    <dgm:pt modelId="{426AA988-9129-456A-AAC8-56AFCB273179}" type="pres">
      <dgm:prSet presAssocID="{3538D2AD-6FAA-46C5-8950-413854AFD7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1CE9D7C-F213-4C4F-86E3-5C157012794F}" type="pres">
      <dgm:prSet presAssocID="{3538D2AD-6FAA-46C5-8950-413854AFD780}" presName="iconSpace" presStyleCnt="0"/>
      <dgm:spPr/>
    </dgm:pt>
    <dgm:pt modelId="{8FD1AACA-4A99-42FD-AE52-092DE578D3B3}" type="pres">
      <dgm:prSet presAssocID="{3538D2AD-6FAA-46C5-8950-413854AFD780}" presName="parTx" presStyleLbl="revTx" presStyleIdx="0" presStyleCnt="6">
        <dgm:presLayoutVars>
          <dgm:chMax val="0"/>
          <dgm:chPref val="0"/>
        </dgm:presLayoutVars>
      </dgm:prSet>
      <dgm:spPr/>
    </dgm:pt>
    <dgm:pt modelId="{B91F62AE-6D71-442E-8A5D-CAA5FE50C2B9}" type="pres">
      <dgm:prSet presAssocID="{3538D2AD-6FAA-46C5-8950-413854AFD780}" presName="txSpace" presStyleCnt="0"/>
      <dgm:spPr/>
    </dgm:pt>
    <dgm:pt modelId="{C83E3535-20B7-404E-A0D0-8DC224369901}" type="pres">
      <dgm:prSet presAssocID="{3538D2AD-6FAA-46C5-8950-413854AFD780}" presName="desTx" presStyleLbl="revTx" presStyleIdx="1" presStyleCnt="6">
        <dgm:presLayoutVars/>
      </dgm:prSet>
      <dgm:spPr/>
    </dgm:pt>
    <dgm:pt modelId="{2209CA12-51B7-4426-9AF8-B61C6D636365}" type="pres">
      <dgm:prSet presAssocID="{37F7E772-F331-4FAC-B388-9338E027B420}" presName="sibTrans" presStyleCnt="0"/>
      <dgm:spPr/>
    </dgm:pt>
    <dgm:pt modelId="{3885C274-F86A-416F-8567-4E90084D19E8}" type="pres">
      <dgm:prSet presAssocID="{F7055EC8-20E0-43E8-8DA0-0480FC77DBF9}" presName="compNode" presStyleCnt="0"/>
      <dgm:spPr/>
    </dgm:pt>
    <dgm:pt modelId="{474B2CF1-B3D5-4DED-9811-8A28D25D3DD9}" type="pres">
      <dgm:prSet presAssocID="{F7055EC8-20E0-43E8-8DA0-0480FC77DB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BA40271-30FC-4FF3-8376-C200F48C7FA5}" type="pres">
      <dgm:prSet presAssocID="{F7055EC8-20E0-43E8-8DA0-0480FC77DBF9}" presName="iconSpace" presStyleCnt="0"/>
      <dgm:spPr/>
    </dgm:pt>
    <dgm:pt modelId="{5AE54F89-49A5-4ABB-AC60-6363B872653E}" type="pres">
      <dgm:prSet presAssocID="{F7055EC8-20E0-43E8-8DA0-0480FC77DBF9}" presName="parTx" presStyleLbl="revTx" presStyleIdx="2" presStyleCnt="6">
        <dgm:presLayoutVars>
          <dgm:chMax val="0"/>
          <dgm:chPref val="0"/>
        </dgm:presLayoutVars>
      </dgm:prSet>
      <dgm:spPr/>
    </dgm:pt>
    <dgm:pt modelId="{3FCB020F-B397-4794-A8E8-F3C4F46BB23C}" type="pres">
      <dgm:prSet presAssocID="{F7055EC8-20E0-43E8-8DA0-0480FC77DBF9}" presName="txSpace" presStyleCnt="0"/>
      <dgm:spPr/>
    </dgm:pt>
    <dgm:pt modelId="{D34B4CE9-C715-4C1D-AA14-DEC82C4089E9}" type="pres">
      <dgm:prSet presAssocID="{F7055EC8-20E0-43E8-8DA0-0480FC77DBF9}" presName="desTx" presStyleLbl="revTx" presStyleIdx="3" presStyleCnt="6">
        <dgm:presLayoutVars/>
      </dgm:prSet>
      <dgm:spPr/>
    </dgm:pt>
    <dgm:pt modelId="{81C31E70-919D-49E0-80D1-E6DC38F69DB2}" type="pres">
      <dgm:prSet presAssocID="{A6498E39-4B76-4EEE-B0FD-59D203D2DD04}" presName="sibTrans" presStyleCnt="0"/>
      <dgm:spPr/>
    </dgm:pt>
    <dgm:pt modelId="{1699FEF5-11C9-49F1-92AF-9C49A5703003}" type="pres">
      <dgm:prSet presAssocID="{553A091B-745D-41DD-A168-1BAA0E6C1FFF}" presName="compNode" presStyleCnt="0"/>
      <dgm:spPr/>
    </dgm:pt>
    <dgm:pt modelId="{6B368888-55DA-4522-8EEB-305E1D54DC1B}" type="pres">
      <dgm:prSet presAssocID="{553A091B-745D-41DD-A168-1BAA0E6C1F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B626E209-A7E9-4210-8E5A-B36ED3467DEF}" type="pres">
      <dgm:prSet presAssocID="{553A091B-745D-41DD-A168-1BAA0E6C1FFF}" presName="iconSpace" presStyleCnt="0"/>
      <dgm:spPr/>
    </dgm:pt>
    <dgm:pt modelId="{5FCB6447-63DB-4BB2-AE88-47CCECD8F433}" type="pres">
      <dgm:prSet presAssocID="{553A091B-745D-41DD-A168-1BAA0E6C1FFF}" presName="parTx" presStyleLbl="revTx" presStyleIdx="4" presStyleCnt="6">
        <dgm:presLayoutVars>
          <dgm:chMax val="0"/>
          <dgm:chPref val="0"/>
        </dgm:presLayoutVars>
      </dgm:prSet>
      <dgm:spPr/>
    </dgm:pt>
    <dgm:pt modelId="{3074098F-C953-4C43-B5FF-29296FAACFCC}" type="pres">
      <dgm:prSet presAssocID="{553A091B-745D-41DD-A168-1BAA0E6C1FFF}" presName="txSpace" presStyleCnt="0"/>
      <dgm:spPr/>
    </dgm:pt>
    <dgm:pt modelId="{9A208C57-8398-4D2C-B0F4-1E09832D8AB9}" type="pres">
      <dgm:prSet presAssocID="{553A091B-745D-41DD-A168-1BAA0E6C1FFF}" presName="desTx" presStyleLbl="revTx" presStyleIdx="5" presStyleCnt="6">
        <dgm:presLayoutVars/>
      </dgm:prSet>
      <dgm:spPr/>
    </dgm:pt>
  </dgm:ptLst>
  <dgm:cxnLst>
    <dgm:cxn modelId="{F7125C06-5047-4B58-8ADC-7E2B7F2CEA6A}" type="presOf" srcId="{3538D2AD-6FAA-46C5-8950-413854AFD780}" destId="{8FD1AACA-4A99-42FD-AE52-092DE578D3B3}" srcOrd="0" destOrd="0" presId="urn:microsoft.com/office/officeart/2018/5/layout/CenteredIconLabelDescriptionList"/>
    <dgm:cxn modelId="{112F3308-575D-4B48-8C48-D2BAA12EE1D7}" type="presOf" srcId="{7C466E6A-E625-4741-A36D-2E1AB44881A9}" destId="{C83E3535-20B7-404E-A0D0-8DC224369901}" srcOrd="0" destOrd="0" presId="urn:microsoft.com/office/officeart/2018/5/layout/CenteredIconLabelDescriptionList"/>
    <dgm:cxn modelId="{9A205218-7565-4DCB-8C01-0A1CE7011FC7}" srcId="{553A091B-745D-41DD-A168-1BAA0E6C1FFF}" destId="{19F52145-90FB-4140-9ED7-D112A61EBACD}" srcOrd="1" destOrd="0" parTransId="{8874D644-9188-4827-9C5C-BA9DCAAD7C87}" sibTransId="{896FBD9C-B5A2-4D3C-9211-7776159829F0}"/>
    <dgm:cxn modelId="{FFE84531-5FF6-4637-B085-C82EA72572A3}" srcId="{3538D2AD-6FAA-46C5-8950-413854AFD780}" destId="{7C466E6A-E625-4741-A36D-2E1AB44881A9}" srcOrd="0" destOrd="0" parTransId="{ACCD75B8-D977-4762-BAB1-8FC5922E7373}" sibTransId="{FB19B67C-1830-49FB-BC6A-0ACAA473435F}"/>
    <dgm:cxn modelId="{9D53963E-FA1C-4DEB-85BC-A9B52A217F2D}" type="presOf" srcId="{A94B778D-9878-4BB9-8798-FF7E9AFFEAAE}" destId="{D34B4CE9-C715-4C1D-AA14-DEC82C4089E9}" srcOrd="0" destOrd="0" presId="urn:microsoft.com/office/officeart/2018/5/layout/CenteredIconLabelDescriptionList"/>
    <dgm:cxn modelId="{0ABE933F-B2E9-4284-8164-4DF5BB5469E5}" type="presOf" srcId="{6F0D45D7-81D9-4D64-A793-84A2517CCCCA}" destId="{7DC49D5D-17D1-4348-874F-9C58FADEF5E2}" srcOrd="0" destOrd="0" presId="urn:microsoft.com/office/officeart/2018/5/layout/CenteredIconLabelDescriptionList"/>
    <dgm:cxn modelId="{63D3FA3F-35E4-41E0-861B-6D630E95B255}" type="presOf" srcId="{553A091B-745D-41DD-A168-1BAA0E6C1FFF}" destId="{5FCB6447-63DB-4BB2-AE88-47CCECD8F433}" srcOrd="0" destOrd="0" presId="urn:microsoft.com/office/officeart/2018/5/layout/CenteredIconLabelDescriptionList"/>
    <dgm:cxn modelId="{937E4D43-A683-4356-969F-3FEFA6C6B20E}" type="presOf" srcId="{D94C7C51-1713-4A04-8AF9-4C0E5A555A92}" destId="{C83E3535-20B7-404E-A0D0-8DC224369901}" srcOrd="0" destOrd="1" presId="urn:microsoft.com/office/officeart/2018/5/layout/CenteredIconLabelDescriptionList"/>
    <dgm:cxn modelId="{13C88057-0894-47EC-B3BB-A34C3E2611BF}" type="presOf" srcId="{19F52145-90FB-4140-9ED7-D112A61EBACD}" destId="{9A208C57-8398-4D2C-B0F4-1E09832D8AB9}" srcOrd="0" destOrd="1" presId="urn:microsoft.com/office/officeart/2018/5/layout/CenteredIconLabelDescriptionList"/>
    <dgm:cxn modelId="{9C0A957F-EDAD-4AE4-B3CF-79BDAB2E39FF}" type="presOf" srcId="{F515A6D4-BD38-40F2-A0D4-269D45390B2D}" destId="{D34B4CE9-C715-4C1D-AA14-DEC82C4089E9}" srcOrd="0" destOrd="2" presId="urn:microsoft.com/office/officeart/2018/5/layout/CenteredIconLabelDescriptionList"/>
    <dgm:cxn modelId="{2743138E-54CF-48C5-B117-CAD3EA4071C6}" type="presOf" srcId="{CCD95C28-FFCE-466E-8E83-F333610DB07D}" destId="{D34B4CE9-C715-4C1D-AA14-DEC82C4089E9}" srcOrd="0" destOrd="1" presId="urn:microsoft.com/office/officeart/2018/5/layout/CenteredIconLabelDescriptionList"/>
    <dgm:cxn modelId="{6650F395-D179-480C-90C1-9AF69C6E7755}" srcId="{F7055EC8-20E0-43E8-8DA0-0480FC77DBF9}" destId="{A94B778D-9878-4BB9-8798-FF7E9AFFEAAE}" srcOrd="0" destOrd="0" parTransId="{010164C8-EDF0-46B1-BDC2-7200C9FC0B43}" sibTransId="{C52570DF-7CED-4F13-A40A-41228118933E}"/>
    <dgm:cxn modelId="{CD9017A1-10ED-4096-B447-C18906F61C22}" srcId="{553A091B-745D-41DD-A168-1BAA0E6C1FFF}" destId="{5F60EB4C-D2DF-4F67-BA7D-B95F9E1DE309}" srcOrd="0" destOrd="0" parTransId="{92988020-5B71-4AF6-A47E-FB6D022E5314}" sibTransId="{7216ED4A-76D0-48BF-93B8-0BB1AC020085}"/>
    <dgm:cxn modelId="{97E89CA7-9B3D-4B3F-BBE4-CFB69250D23B}" srcId="{A94B778D-9878-4BB9-8798-FF7E9AFFEAAE}" destId="{CCD95C28-FFCE-466E-8E83-F333610DB07D}" srcOrd="0" destOrd="0" parTransId="{FE68569E-985E-4DBB-B261-5E2B92CA48EE}" sibTransId="{C7743D9F-E125-4972-9A93-5033EE97491F}"/>
    <dgm:cxn modelId="{5317ADAD-C91B-4574-8AA1-7C3EC4F448B4}" type="presOf" srcId="{FDEDA9E7-A818-483B-A15D-EC6775A65FC1}" destId="{D34B4CE9-C715-4C1D-AA14-DEC82C4089E9}" srcOrd="0" destOrd="3" presId="urn:microsoft.com/office/officeart/2018/5/layout/CenteredIconLabelDescriptionList"/>
    <dgm:cxn modelId="{45F0B2AE-7EA4-4E79-9B42-520C9301769D}" type="presOf" srcId="{F7055EC8-20E0-43E8-8DA0-0480FC77DBF9}" destId="{5AE54F89-49A5-4ABB-AC60-6363B872653E}" srcOrd="0" destOrd="0" presId="urn:microsoft.com/office/officeart/2018/5/layout/CenteredIconLabelDescriptionList"/>
    <dgm:cxn modelId="{D68184B0-9C3A-4B4D-BE31-4C641B0BCE1A}" srcId="{6F0D45D7-81D9-4D64-A793-84A2517CCCCA}" destId="{3538D2AD-6FAA-46C5-8950-413854AFD780}" srcOrd="0" destOrd="0" parTransId="{3FEFFDF7-1EDE-4ABE-B050-5EEBE8D83140}" sibTransId="{37F7E772-F331-4FAC-B388-9338E027B420}"/>
    <dgm:cxn modelId="{CCF9F3B1-3376-4453-9C9C-70D4D2EFFFD0}" srcId="{6F0D45D7-81D9-4D64-A793-84A2517CCCCA}" destId="{F7055EC8-20E0-43E8-8DA0-0480FC77DBF9}" srcOrd="1" destOrd="0" parTransId="{87916158-DA80-47DD-8A87-1B6C6A76D681}" sibTransId="{A6498E39-4B76-4EEE-B0FD-59D203D2DD04}"/>
    <dgm:cxn modelId="{A22D15C4-EDE8-4E1B-BA5F-249C49F340F4}" srcId="{3538D2AD-6FAA-46C5-8950-413854AFD780}" destId="{D94C7C51-1713-4A04-8AF9-4C0E5A555A92}" srcOrd="1" destOrd="0" parTransId="{13DF7D4D-C137-477C-8A96-2BF36163D3DB}" sibTransId="{AEFEBBFD-A672-4376-88B9-BA80C28E26BA}"/>
    <dgm:cxn modelId="{4723E0C9-B880-4549-9CE0-3C33A93A2E68}" srcId="{F7055EC8-20E0-43E8-8DA0-0480FC77DBF9}" destId="{FDEDA9E7-A818-483B-A15D-EC6775A65FC1}" srcOrd="1" destOrd="0" parTransId="{53816C01-AC36-419D-90D7-F93BEA6CA3B6}" sibTransId="{769195B0-BC60-4B44-8FC3-7DD23B1D6BA8}"/>
    <dgm:cxn modelId="{56A310CC-1A23-4856-A8F5-B086EF6A713B}" srcId="{A94B778D-9878-4BB9-8798-FF7E9AFFEAAE}" destId="{F515A6D4-BD38-40F2-A0D4-269D45390B2D}" srcOrd="1" destOrd="0" parTransId="{3E5CF403-FE41-4F20-8646-0E2FEC294F28}" sibTransId="{1FC5811A-590E-45C3-B297-5AF2B8ABF64B}"/>
    <dgm:cxn modelId="{663D1FE3-0624-495C-8125-256EDBDDFE5F}" srcId="{6F0D45D7-81D9-4D64-A793-84A2517CCCCA}" destId="{553A091B-745D-41DD-A168-1BAA0E6C1FFF}" srcOrd="2" destOrd="0" parTransId="{48CA4E63-F3D3-4A00-B915-F31FA737548F}" sibTransId="{29398F4E-FBCC-490C-93F3-9078AA4F3B32}"/>
    <dgm:cxn modelId="{D6B52EFB-4BC4-4820-A003-C6FCF62224EF}" type="presOf" srcId="{5F60EB4C-D2DF-4F67-BA7D-B95F9E1DE309}" destId="{9A208C57-8398-4D2C-B0F4-1E09832D8AB9}" srcOrd="0" destOrd="0" presId="urn:microsoft.com/office/officeart/2018/5/layout/CenteredIconLabelDescriptionList"/>
    <dgm:cxn modelId="{A16B529C-9DE8-4B2E-BC6C-DD0302608438}" type="presParOf" srcId="{7DC49D5D-17D1-4348-874F-9C58FADEF5E2}" destId="{7001B230-F045-4AD6-B9A2-9D94F4AE35E9}" srcOrd="0" destOrd="0" presId="urn:microsoft.com/office/officeart/2018/5/layout/CenteredIconLabelDescriptionList"/>
    <dgm:cxn modelId="{4017C872-8C52-47E9-8EAA-B82288F10A50}" type="presParOf" srcId="{7001B230-F045-4AD6-B9A2-9D94F4AE35E9}" destId="{426AA988-9129-456A-AAC8-56AFCB273179}" srcOrd="0" destOrd="0" presId="urn:microsoft.com/office/officeart/2018/5/layout/CenteredIconLabelDescriptionList"/>
    <dgm:cxn modelId="{17DF97EB-CA97-457E-ACBE-1D3196073B86}" type="presParOf" srcId="{7001B230-F045-4AD6-B9A2-9D94F4AE35E9}" destId="{81CE9D7C-F213-4C4F-86E3-5C157012794F}" srcOrd="1" destOrd="0" presId="urn:microsoft.com/office/officeart/2018/5/layout/CenteredIconLabelDescriptionList"/>
    <dgm:cxn modelId="{08B87726-28B8-44BE-BE13-9C437BFF181E}" type="presParOf" srcId="{7001B230-F045-4AD6-B9A2-9D94F4AE35E9}" destId="{8FD1AACA-4A99-42FD-AE52-092DE578D3B3}" srcOrd="2" destOrd="0" presId="urn:microsoft.com/office/officeart/2018/5/layout/CenteredIconLabelDescriptionList"/>
    <dgm:cxn modelId="{AC34CE12-2EBE-4042-A7E9-FFEE8D762FC8}" type="presParOf" srcId="{7001B230-F045-4AD6-B9A2-9D94F4AE35E9}" destId="{B91F62AE-6D71-442E-8A5D-CAA5FE50C2B9}" srcOrd="3" destOrd="0" presId="urn:microsoft.com/office/officeart/2018/5/layout/CenteredIconLabelDescriptionList"/>
    <dgm:cxn modelId="{21694D76-6C99-44C9-A172-3C020D54CF36}" type="presParOf" srcId="{7001B230-F045-4AD6-B9A2-9D94F4AE35E9}" destId="{C83E3535-20B7-404E-A0D0-8DC224369901}" srcOrd="4" destOrd="0" presId="urn:microsoft.com/office/officeart/2018/5/layout/CenteredIconLabelDescriptionList"/>
    <dgm:cxn modelId="{22A521F4-09B8-462A-9F05-78732A7A0763}" type="presParOf" srcId="{7DC49D5D-17D1-4348-874F-9C58FADEF5E2}" destId="{2209CA12-51B7-4426-9AF8-B61C6D636365}" srcOrd="1" destOrd="0" presId="urn:microsoft.com/office/officeart/2018/5/layout/CenteredIconLabelDescriptionList"/>
    <dgm:cxn modelId="{1269B640-AAC3-4B24-A64B-522CD32717A5}" type="presParOf" srcId="{7DC49D5D-17D1-4348-874F-9C58FADEF5E2}" destId="{3885C274-F86A-416F-8567-4E90084D19E8}" srcOrd="2" destOrd="0" presId="urn:microsoft.com/office/officeart/2018/5/layout/CenteredIconLabelDescriptionList"/>
    <dgm:cxn modelId="{743969E8-04A0-4EFF-8D2C-80CD2E1E31C2}" type="presParOf" srcId="{3885C274-F86A-416F-8567-4E90084D19E8}" destId="{474B2CF1-B3D5-4DED-9811-8A28D25D3DD9}" srcOrd="0" destOrd="0" presId="urn:microsoft.com/office/officeart/2018/5/layout/CenteredIconLabelDescriptionList"/>
    <dgm:cxn modelId="{E60E26C4-1C84-44C7-A0DE-965924C9A16F}" type="presParOf" srcId="{3885C274-F86A-416F-8567-4E90084D19E8}" destId="{1BA40271-30FC-4FF3-8376-C200F48C7FA5}" srcOrd="1" destOrd="0" presId="urn:microsoft.com/office/officeart/2018/5/layout/CenteredIconLabelDescriptionList"/>
    <dgm:cxn modelId="{D1C39610-7723-458D-8489-31591F593A5A}" type="presParOf" srcId="{3885C274-F86A-416F-8567-4E90084D19E8}" destId="{5AE54F89-49A5-4ABB-AC60-6363B872653E}" srcOrd="2" destOrd="0" presId="urn:microsoft.com/office/officeart/2018/5/layout/CenteredIconLabelDescriptionList"/>
    <dgm:cxn modelId="{A22761CF-D971-4730-B87D-9021B1FAD209}" type="presParOf" srcId="{3885C274-F86A-416F-8567-4E90084D19E8}" destId="{3FCB020F-B397-4794-A8E8-F3C4F46BB23C}" srcOrd="3" destOrd="0" presId="urn:microsoft.com/office/officeart/2018/5/layout/CenteredIconLabelDescriptionList"/>
    <dgm:cxn modelId="{3EC71744-78CE-4CCD-B4E6-3F617AF811EA}" type="presParOf" srcId="{3885C274-F86A-416F-8567-4E90084D19E8}" destId="{D34B4CE9-C715-4C1D-AA14-DEC82C4089E9}" srcOrd="4" destOrd="0" presId="urn:microsoft.com/office/officeart/2018/5/layout/CenteredIconLabelDescriptionList"/>
    <dgm:cxn modelId="{1B53CD50-6A76-4D73-881A-983D9422B331}" type="presParOf" srcId="{7DC49D5D-17D1-4348-874F-9C58FADEF5E2}" destId="{81C31E70-919D-49E0-80D1-E6DC38F69DB2}" srcOrd="3" destOrd="0" presId="urn:microsoft.com/office/officeart/2018/5/layout/CenteredIconLabelDescriptionList"/>
    <dgm:cxn modelId="{DD77867A-74C5-4FC8-8E1D-A9933CAA5D5D}" type="presParOf" srcId="{7DC49D5D-17D1-4348-874F-9C58FADEF5E2}" destId="{1699FEF5-11C9-49F1-92AF-9C49A5703003}" srcOrd="4" destOrd="0" presId="urn:microsoft.com/office/officeart/2018/5/layout/CenteredIconLabelDescriptionList"/>
    <dgm:cxn modelId="{95088C7F-4179-49A2-BC61-70AA330068BE}" type="presParOf" srcId="{1699FEF5-11C9-49F1-92AF-9C49A5703003}" destId="{6B368888-55DA-4522-8EEB-305E1D54DC1B}" srcOrd="0" destOrd="0" presId="urn:microsoft.com/office/officeart/2018/5/layout/CenteredIconLabelDescriptionList"/>
    <dgm:cxn modelId="{FBDABE6E-4E74-45FC-860A-CFA6246BD92A}" type="presParOf" srcId="{1699FEF5-11C9-49F1-92AF-9C49A5703003}" destId="{B626E209-A7E9-4210-8E5A-B36ED3467DEF}" srcOrd="1" destOrd="0" presId="urn:microsoft.com/office/officeart/2018/5/layout/CenteredIconLabelDescriptionList"/>
    <dgm:cxn modelId="{73BA3533-B279-4C71-9E9C-B61AB5695106}" type="presParOf" srcId="{1699FEF5-11C9-49F1-92AF-9C49A5703003}" destId="{5FCB6447-63DB-4BB2-AE88-47CCECD8F433}" srcOrd="2" destOrd="0" presId="urn:microsoft.com/office/officeart/2018/5/layout/CenteredIconLabelDescriptionList"/>
    <dgm:cxn modelId="{C339FBCB-14D7-4E96-8C1E-AD6E1FCCA4DD}" type="presParOf" srcId="{1699FEF5-11C9-49F1-92AF-9C49A5703003}" destId="{3074098F-C953-4C43-B5FF-29296FAACFCC}" srcOrd="3" destOrd="0" presId="urn:microsoft.com/office/officeart/2018/5/layout/CenteredIconLabelDescriptionList"/>
    <dgm:cxn modelId="{AD760D7C-9215-4DC9-BB08-046424CDAFE6}" type="presParOf" srcId="{1699FEF5-11C9-49F1-92AF-9C49A5703003}" destId="{9A208C57-8398-4D2C-B0F4-1E09832D8AB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69FD0773-6897-45BC-8561-CB4AB6DD1D6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ADCEBD4-1864-4D62-878B-27A765FDBA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 2010 </a:t>
          </a:r>
        </a:p>
      </dgm:t>
    </dgm:pt>
    <dgm:pt modelId="{DBB5672F-5BF8-4B5A-849A-82F4F04BA5D4}" type="parTrans" cxnId="{9785C5A7-F775-4BC7-82E9-080AA3B5C2CB}">
      <dgm:prSet/>
      <dgm:spPr/>
      <dgm:t>
        <a:bodyPr/>
        <a:lstStyle/>
        <a:p>
          <a:endParaRPr lang="en-US" sz="3200"/>
        </a:p>
      </dgm:t>
    </dgm:pt>
    <dgm:pt modelId="{7BECB627-6DFC-4A3D-83F1-5734182EC01F}" type="sibTrans" cxnId="{9785C5A7-F775-4BC7-82E9-080AA3B5C2CB}">
      <dgm:prSet/>
      <dgm:spPr/>
      <dgm:t>
        <a:bodyPr/>
        <a:lstStyle/>
        <a:p>
          <a:endParaRPr lang="en-US"/>
        </a:p>
      </dgm:t>
    </dgm:pt>
    <dgm:pt modelId="{D0062B64-7BEE-4342-8FE2-A863801813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a very fast desktop computer </a:t>
          </a:r>
        </a:p>
      </dgm:t>
    </dgm:pt>
    <dgm:pt modelId="{CBCEAA93-4654-43DA-A563-DC279ABBBA0C}" type="parTrans" cxnId="{05D41BB7-2869-4248-8FE3-5DC99E072862}">
      <dgm:prSet/>
      <dgm:spPr/>
      <dgm:t>
        <a:bodyPr/>
        <a:lstStyle/>
        <a:p>
          <a:endParaRPr lang="en-US" sz="3200"/>
        </a:p>
      </dgm:t>
    </dgm:pt>
    <dgm:pt modelId="{1DBC8D06-2F96-4DE6-8747-ECD4781051E6}" type="sibTrans" cxnId="{05D41BB7-2869-4248-8FE3-5DC99E072862}">
      <dgm:prSet/>
      <dgm:spPr/>
      <dgm:t>
        <a:bodyPr/>
        <a:lstStyle/>
        <a:p>
          <a:endParaRPr lang="en-US"/>
        </a:p>
      </dgm:t>
    </dgm:pt>
    <dgm:pt modelId="{E76A894B-B949-445A-A6A6-FFE3003564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find a suitable</a:t>
          </a:r>
          <a:r>
            <a:rPr lang="tr-TR"/>
            <a:t> </a:t>
          </a:r>
          <a:r>
            <a:rPr lang="en-US"/>
            <a:t>Proof-of-Work for new blocks. </a:t>
          </a:r>
        </a:p>
      </dgm:t>
    </dgm:pt>
    <dgm:pt modelId="{05DBCBE7-5285-488B-B1E8-FF825178FC91}" type="parTrans" cxnId="{00545B1F-8512-412E-A160-E0B581C5BFED}">
      <dgm:prSet/>
      <dgm:spPr/>
      <dgm:t>
        <a:bodyPr/>
        <a:lstStyle/>
        <a:p>
          <a:endParaRPr lang="en-US" sz="3200"/>
        </a:p>
      </dgm:t>
    </dgm:pt>
    <dgm:pt modelId="{01166088-360C-407C-B599-6A9F10C28837}" type="sibTrans" cxnId="{00545B1F-8512-412E-A160-E0B581C5BFED}">
      <dgm:prSet/>
      <dgm:spPr/>
      <dgm:t>
        <a:bodyPr/>
        <a:lstStyle/>
        <a:p>
          <a:endParaRPr lang="en-US"/>
        </a:p>
      </dgm:t>
    </dgm:pt>
    <dgm:pt modelId="{EDAE2682-7BE7-4B2F-8654-AF3D9820EE0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More miners come</a:t>
          </a:r>
          <a:endParaRPr lang="en-US"/>
        </a:p>
      </dgm:t>
    </dgm:pt>
    <dgm:pt modelId="{5542BC7A-AAEE-40FD-B853-BB78ABADBF82}" type="parTrans" cxnId="{D765B4F1-C47F-450C-8ECD-4C239535F005}">
      <dgm:prSet/>
      <dgm:spPr/>
      <dgm:t>
        <a:bodyPr/>
        <a:lstStyle/>
        <a:p>
          <a:endParaRPr lang="en-US" sz="3200"/>
        </a:p>
      </dgm:t>
    </dgm:pt>
    <dgm:pt modelId="{16AA8D2E-E64C-4ED0-9126-21FDA91755A0}" type="sibTrans" cxnId="{D765B4F1-C47F-450C-8ECD-4C239535F005}">
      <dgm:prSet/>
      <dgm:spPr/>
      <dgm:t>
        <a:bodyPr/>
        <a:lstStyle/>
        <a:p>
          <a:endParaRPr lang="en-US"/>
        </a:p>
      </dgm:t>
    </dgm:pt>
    <dgm:pt modelId="{47440981-2D97-4434-9002-0B8D71885B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more miners started joining the bitcoin network,</a:t>
          </a:r>
          <a:r>
            <a:rPr lang="tr-TR"/>
            <a:t> </a:t>
          </a:r>
          <a:endParaRPr lang="en-US"/>
        </a:p>
      </dgm:t>
    </dgm:pt>
    <dgm:pt modelId="{4C93F26B-6A37-4C56-9166-7D8ECA866308}" type="parTrans" cxnId="{83B2EB69-2521-4F9F-9D38-EB24D8A8F8D2}">
      <dgm:prSet/>
      <dgm:spPr/>
      <dgm:t>
        <a:bodyPr/>
        <a:lstStyle/>
        <a:p>
          <a:endParaRPr lang="en-US" sz="3200"/>
        </a:p>
      </dgm:t>
    </dgm:pt>
    <dgm:pt modelId="{EAE6FBB2-08A9-465D-A377-5E82ED2396E2}" type="sibTrans" cxnId="{83B2EB69-2521-4F9F-9D38-EB24D8A8F8D2}">
      <dgm:prSet/>
      <dgm:spPr/>
      <dgm:t>
        <a:bodyPr/>
        <a:lstStyle/>
        <a:p>
          <a:endParaRPr lang="en-US"/>
        </a:p>
      </dgm:t>
    </dgm:pt>
    <dgm:pt modelId="{10632A9A-AE84-4D28-B136-974E9AEDC0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difficulty of the problem increased rapidly. </a:t>
          </a:r>
        </a:p>
      </dgm:t>
    </dgm:pt>
    <dgm:pt modelId="{6A9D2CD7-460A-4C93-9F7F-B943BA098748}" type="parTrans" cxnId="{EBDD6D43-46BD-4591-B78F-2E1284CADA5A}">
      <dgm:prSet/>
      <dgm:spPr/>
      <dgm:t>
        <a:bodyPr/>
        <a:lstStyle/>
        <a:p>
          <a:endParaRPr lang="en-US" sz="3200"/>
        </a:p>
      </dgm:t>
    </dgm:pt>
    <dgm:pt modelId="{406F8D18-9D7D-46FE-922F-6E570320488B}" type="sibTrans" cxnId="{EBDD6D43-46BD-4591-B78F-2E1284CADA5A}">
      <dgm:prSet/>
      <dgm:spPr/>
      <dgm:t>
        <a:bodyPr/>
        <a:lstStyle/>
        <a:p>
          <a:endParaRPr lang="en-US"/>
        </a:p>
      </dgm:t>
    </dgm:pt>
    <dgm:pt modelId="{95F5C054-00BE-40A6-A062-31F20D45413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Later</a:t>
          </a:r>
          <a:endParaRPr lang="en-US"/>
        </a:p>
      </dgm:t>
    </dgm:pt>
    <dgm:pt modelId="{E2BAA1F9-911F-4882-96A3-69B9485671E3}" type="parTrans" cxnId="{E11F2269-CE8C-41A1-839C-BA3738934A58}">
      <dgm:prSet/>
      <dgm:spPr/>
      <dgm:t>
        <a:bodyPr/>
        <a:lstStyle/>
        <a:p>
          <a:endParaRPr lang="en-US" sz="3200"/>
        </a:p>
      </dgm:t>
    </dgm:pt>
    <dgm:pt modelId="{DC4773A6-3DC1-4081-BA1F-E04DDD1C3ECA}" type="sibTrans" cxnId="{E11F2269-CE8C-41A1-839C-BA3738934A58}">
      <dgm:prSet/>
      <dgm:spPr/>
      <dgm:t>
        <a:bodyPr/>
        <a:lstStyle/>
        <a:p>
          <a:endParaRPr lang="en-US"/>
        </a:p>
      </dgm:t>
    </dgm:pt>
    <dgm:pt modelId="{91B3BC09-4B2D-4540-AC0F-3CA0FE5D9D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miners upgraded</a:t>
          </a:r>
          <a:r>
            <a:rPr lang="tr-TR"/>
            <a:t> </a:t>
          </a:r>
          <a:r>
            <a:rPr lang="en-US"/>
            <a:t>to more specialized hardware, </a:t>
          </a:r>
        </a:p>
      </dgm:t>
    </dgm:pt>
    <dgm:pt modelId="{C3DAF2C1-6A04-4229-B852-7DC99B80571B}" type="parTrans" cxnId="{AA8A1F6D-9979-497A-8BF6-60F492708CEE}">
      <dgm:prSet/>
      <dgm:spPr/>
      <dgm:t>
        <a:bodyPr/>
        <a:lstStyle/>
        <a:p>
          <a:endParaRPr lang="en-US" sz="3200"/>
        </a:p>
      </dgm:t>
    </dgm:pt>
    <dgm:pt modelId="{1BBEFB72-6024-49D8-9213-9407BF8E5855}" type="sibTrans" cxnId="{AA8A1F6D-9979-497A-8BF6-60F492708CEE}">
      <dgm:prSet/>
      <dgm:spPr/>
      <dgm:t>
        <a:bodyPr/>
        <a:lstStyle/>
        <a:p>
          <a:endParaRPr lang="en-US"/>
        </a:p>
      </dgm:t>
    </dgm:pt>
    <dgm:pt modelId="{A4531293-603D-41CC-83F8-7BE684002E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high-end dedicated graphical processing units</a:t>
          </a:r>
          <a:r>
            <a:rPr lang="tr-TR"/>
            <a:t> </a:t>
          </a:r>
          <a:r>
            <a:rPr lang="en-US"/>
            <a:t>(GPUs) cards</a:t>
          </a:r>
        </a:p>
      </dgm:t>
    </dgm:pt>
    <dgm:pt modelId="{C3569F61-02C2-4564-AAD0-57050D1F3E51}" type="parTrans" cxnId="{C6A57D69-AC49-44FA-B8F6-EE46F2426A73}">
      <dgm:prSet/>
      <dgm:spPr/>
      <dgm:t>
        <a:bodyPr/>
        <a:lstStyle/>
        <a:p>
          <a:endParaRPr lang="en-US" sz="3200"/>
        </a:p>
      </dgm:t>
    </dgm:pt>
    <dgm:pt modelId="{078393D7-9BC7-46F0-9311-81DCF269AC08}" type="sibTrans" cxnId="{C6A57D69-AC49-44FA-B8F6-EE46F2426A73}">
      <dgm:prSet/>
      <dgm:spPr/>
      <dgm:t>
        <a:bodyPr/>
        <a:lstStyle/>
        <a:p>
          <a:endParaRPr lang="en-US"/>
        </a:p>
      </dgm:t>
    </dgm:pt>
    <dgm:pt modelId="{8B52F047-023D-406A-902A-F2FE48673F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those used in gaming desktops or consoles.</a:t>
          </a:r>
        </a:p>
      </dgm:t>
    </dgm:pt>
    <dgm:pt modelId="{BB448216-DB77-4601-B4CB-DBA6A5438DB7}" type="parTrans" cxnId="{E36DF1BF-CFB4-4BFA-B74B-C5473C8D65B2}">
      <dgm:prSet/>
      <dgm:spPr/>
      <dgm:t>
        <a:bodyPr/>
        <a:lstStyle/>
        <a:p>
          <a:endParaRPr lang="en-US" sz="3200"/>
        </a:p>
      </dgm:t>
    </dgm:pt>
    <dgm:pt modelId="{A3DD2D39-AB91-4721-9110-DA5878128786}" type="sibTrans" cxnId="{E36DF1BF-CFB4-4BFA-B74B-C5473C8D65B2}">
      <dgm:prSet/>
      <dgm:spPr/>
      <dgm:t>
        <a:bodyPr/>
        <a:lstStyle/>
        <a:p>
          <a:endParaRPr lang="en-US"/>
        </a:p>
      </dgm:t>
    </dgm:pt>
    <dgm:pt modelId="{D294042D-B042-4DA5-8618-C31A307502C7}" type="pres">
      <dgm:prSet presAssocID="{69FD0773-6897-45BC-8561-CB4AB6DD1D66}" presName="root" presStyleCnt="0">
        <dgm:presLayoutVars>
          <dgm:dir/>
          <dgm:resizeHandles val="exact"/>
        </dgm:presLayoutVars>
      </dgm:prSet>
      <dgm:spPr/>
    </dgm:pt>
    <dgm:pt modelId="{F494A72E-8E8B-4EB5-9F6A-8A0CC7900A09}" type="pres">
      <dgm:prSet presAssocID="{6ADCEBD4-1864-4D62-878B-27A765FDBA05}" presName="compNode" presStyleCnt="0"/>
      <dgm:spPr/>
    </dgm:pt>
    <dgm:pt modelId="{5DE07F1D-F057-4EA9-B4ED-B31BCDC410B6}" type="pres">
      <dgm:prSet presAssocID="{6ADCEBD4-1864-4D62-878B-27A765FDBA0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11CC8D4-003D-4A19-804F-B747EAAC2310}" type="pres">
      <dgm:prSet presAssocID="{6ADCEBD4-1864-4D62-878B-27A765FDBA05}" presName="iconSpace" presStyleCnt="0"/>
      <dgm:spPr/>
    </dgm:pt>
    <dgm:pt modelId="{091E59C6-57B4-4922-8A6D-4C9243A7F071}" type="pres">
      <dgm:prSet presAssocID="{6ADCEBD4-1864-4D62-878B-27A765FDBA05}" presName="parTx" presStyleLbl="revTx" presStyleIdx="0" presStyleCnt="6">
        <dgm:presLayoutVars>
          <dgm:chMax val="0"/>
          <dgm:chPref val="0"/>
        </dgm:presLayoutVars>
      </dgm:prSet>
      <dgm:spPr/>
    </dgm:pt>
    <dgm:pt modelId="{EEE0EAD3-0FCA-4238-B3EA-7F3E99F154FC}" type="pres">
      <dgm:prSet presAssocID="{6ADCEBD4-1864-4D62-878B-27A765FDBA05}" presName="txSpace" presStyleCnt="0"/>
      <dgm:spPr/>
    </dgm:pt>
    <dgm:pt modelId="{A6637385-5613-4475-8985-E755CCE2D062}" type="pres">
      <dgm:prSet presAssocID="{6ADCEBD4-1864-4D62-878B-27A765FDBA05}" presName="desTx" presStyleLbl="revTx" presStyleIdx="1" presStyleCnt="6">
        <dgm:presLayoutVars/>
      </dgm:prSet>
      <dgm:spPr/>
    </dgm:pt>
    <dgm:pt modelId="{342B6307-D65C-459F-B02B-A7DE0574110E}" type="pres">
      <dgm:prSet presAssocID="{7BECB627-6DFC-4A3D-83F1-5734182EC01F}" presName="sibTrans" presStyleCnt="0"/>
      <dgm:spPr/>
    </dgm:pt>
    <dgm:pt modelId="{2E41B16C-C24C-4295-8F5D-781C18DB7D25}" type="pres">
      <dgm:prSet presAssocID="{EDAE2682-7BE7-4B2F-8654-AF3D9820EE02}" presName="compNode" presStyleCnt="0"/>
      <dgm:spPr/>
    </dgm:pt>
    <dgm:pt modelId="{D1A2CBF1-4737-4981-BE1A-74E959C4BA57}" type="pres">
      <dgm:prSet presAssocID="{EDAE2682-7BE7-4B2F-8654-AF3D9820EE0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DFA685BA-DE4F-44D9-8C8D-86A1DB804C3F}" type="pres">
      <dgm:prSet presAssocID="{EDAE2682-7BE7-4B2F-8654-AF3D9820EE02}" presName="iconSpace" presStyleCnt="0"/>
      <dgm:spPr/>
    </dgm:pt>
    <dgm:pt modelId="{B6F62E49-3248-46BA-BB75-29587B69A776}" type="pres">
      <dgm:prSet presAssocID="{EDAE2682-7BE7-4B2F-8654-AF3D9820EE02}" presName="parTx" presStyleLbl="revTx" presStyleIdx="2" presStyleCnt="6">
        <dgm:presLayoutVars>
          <dgm:chMax val="0"/>
          <dgm:chPref val="0"/>
        </dgm:presLayoutVars>
      </dgm:prSet>
      <dgm:spPr/>
    </dgm:pt>
    <dgm:pt modelId="{B25FEE75-C48B-4EFC-A37E-F646F8200ABA}" type="pres">
      <dgm:prSet presAssocID="{EDAE2682-7BE7-4B2F-8654-AF3D9820EE02}" presName="txSpace" presStyleCnt="0"/>
      <dgm:spPr/>
    </dgm:pt>
    <dgm:pt modelId="{F2D3EB8F-58B4-43C3-9E25-B44ACD442A02}" type="pres">
      <dgm:prSet presAssocID="{EDAE2682-7BE7-4B2F-8654-AF3D9820EE02}" presName="desTx" presStyleLbl="revTx" presStyleIdx="3" presStyleCnt="6">
        <dgm:presLayoutVars/>
      </dgm:prSet>
      <dgm:spPr/>
    </dgm:pt>
    <dgm:pt modelId="{D230C16F-A019-48D6-B5C6-7B5574565F69}" type="pres">
      <dgm:prSet presAssocID="{16AA8D2E-E64C-4ED0-9126-21FDA91755A0}" presName="sibTrans" presStyleCnt="0"/>
      <dgm:spPr/>
    </dgm:pt>
    <dgm:pt modelId="{B6093BAC-E2DE-4B00-BA0B-74409DA53A5E}" type="pres">
      <dgm:prSet presAssocID="{95F5C054-00BE-40A6-A062-31F20D454139}" presName="compNode" presStyleCnt="0"/>
      <dgm:spPr/>
    </dgm:pt>
    <dgm:pt modelId="{950BDBB1-4F28-49E0-8920-4A31E35F4666}" type="pres">
      <dgm:prSet presAssocID="{95F5C054-00BE-40A6-A062-31F20D4541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388B8E1-F6C6-4534-9010-7A42AA76052C}" type="pres">
      <dgm:prSet presAssocID="{95F5C054-00BE-40A6-A062-31F20D454139}" presName="iconSpace" presStyleCnt="0"/>
      <dgm:spPr/>
    </dgm:pt>
    <dgm:pt modelId="{AD9AE953-C07B-4BC2-86B2-4118B11715F6}" type="pres">
      <dgm:prSet presAssocID="{95F5C054-00BE-40A6-A062-31F20D454139}" presName="parTx" presStyleLbl="revTx" presStyleIdx="4" presStyleCnt="6">
        <dgm:presLayoutVars>
          <dgm:chMax val="0"/>
          <dgm:chPref val="0"/>
        </dgm:presLayoutVars>
      </dgm:prSet>
      <dgm:spPr/>
    </dgm:pt>
    <dgm:pt modelId="{C89158CD-2CEC-405E-AA03-3140F5377BDA}" type="pres">
      <dgm:prSet presAssocID="{95F5C054-00BE-40A6-A062-31F20D454139}" presName="txSpace" presStyleCnt="0"/>
      <dgm:spPr/>
    </dgm:pt>
    <dgm:pt modelId="{C7E5F784-16B3-4D99-9DAD-FAD0BDA31609}" type="pres">
      <dgm:prSet presAssocID="{95F5C054-00BE-40A6-A062-31F20D454139}" presName="desTx" presStyleLbl="revTx" presStyleIdx="5" presStyleCnt="6">
        <dgm:presLayoutVars/>
      </dgm:prSet>
      <dgm:spPr/>
    </dgm:pt>
  </dgm:ptLst>
  <dgm:cxnLst>
    <dgm:cxn modelId="{36936013-F7D2-4AE9-9FF1-33166B4ED4DC}" type="presOf" srcId="{47440981-2D97-4434-9002-0B8D71885BA9}" destId="{F2D3EB8F-58B4-43C3-9E25-B44ACD442A02}" srcOrd="0" destOrd="0" presId="urn:microsoft.com/office/officeart/2018/5/layout/CenteredIconLabelDescriptionList"/>
    <dgm:cxn modelId="{00545B1F-8512-412E-A160-E0B581C5BFED}" srcId="{6ADCEBD4-1864-4D62-878B-27A765FDBA05}" destId="{E76A894B-B949-445A-A6A6-FFE300356490}" srcOrd="1" destOrd="0" parTransId="{05DBCBE7-5285-488B-B1E8-FF825178FC91}" sibTransId="{01166088-360C-407C-B599-6A9F10C28837}"/>
    <dgm:cxn modelId="{46ADE227-4FF2-433C-B990-E3B78F5B6483}" type="presOf" srcId="{91B3BC09-4B2D-4540-AC0F-3CA0FE5D9D0E}" destId="{C7E5F784-16B3-4D99-9DAD-FAD0BDA31609}" srcOrd="0" destOrd="0" presId="urn:microsoft.com/office/officeart/2018/5/layout/CenteredIconLabelDescriptionList"/>
    <dgm:cxn modelId="{FBEC102C-E87A-488F-8EA2-EF4656A52377}" type="presOf" srcId="{EDAE2682-7BE7-4B2F-8654-AF3D9820EE02}" destId="{B6F62E49-3248-46BA-BB75-29587B69A776}" srcOrd="0" destOrd="0" presId="urn:microsoft.com/office/officeart/2018/5/layout/CenteredIconLabelDescriptionList"/>
    <dgm:cxn modelId="{EBDD6D43-46BD-4591-B78F-2E1284CADA5A}" srcId="{EDAE2682-7BE7-4B2F-8654-AF3D9820EE02}" destId="{10632A9A-AE84-4D28-B136-974E9AEDC0C3}" srcOrd="1" destOrd="0" parTransId="{6A9D2CD7-460A-4C93-9F7F-B943BA098748}" sibTransId="{406F8D18-9D7D-46FE-922F-6E570320488B}"/>
    <dgm:cxn modelId="{E11F2269-CE8C-41A1-839C-BA3738934A58}" srcId="{69FD0773-6897-45BC-8561-CB4AB6DD1D66}" destId="{95F5C054-00BE-40A6-A062-31F20D454139}" srcOrd="2" destOrd="0" parTransId="{E2BAA1F9-911F-4882-96A3-69B9485671E3}" sibTransId="{DC4773A6-3DC1-4081-BA1F-E04DDD1C3ECA}"/>
    <dgm:cxn modelId="{C6A57D69-AC49-44FA-B8F6-EE46F2426A73}" srcId="{95F5C054-00BE-40A6-A062-31F20D454139}" destId="{A4531293-603D-41CC-83F8-7BE684002E47}" srcOrd="1" destOrd="0" parTransId="{C3569F61-02C2-4564-AAD0-57050D1F3E51}" sibTransId="{078393D7-9BC7-46F0-9311-81DCF269AC08}"/>
    <dgm:cxn modelId="{83B2EB69-2521-4F9F-9D38-EB24D8A8F8D2}" srcId="{EDAE2682-7BE7-4B2F-8654-AF3D9820EE02}" destId="{47440981-2D97-4434-9002-0B8D71885BA9}" srcOrd="0" destOrd="0" parTransId="{4C93F26B-6A37-4C56-9166-7D8ECA866308}" sibTransId="{EAE6FBB2-08A9-465D-A377-5E82ED2396E2}"/>
    <dgm:cxn modelId="{AA8A1F6D-9979-497A-8BF6-60F492708CEE}" srcId="{95F5C054-00BE-40A6-A062-31F20D454139}" destId="{91B3BC09-4B2D-4540-AC0F-3CA0FE5D9D0E}" srcOrd="0" destOrd="0" parTransId="{C3DAF2C1-6A04-4229-B852-7DC99B80571B}" sibTransId="{1BBEFB72-6024-49D8-9213-9407BF8E5855}"/>
    <dgm:cxn modelId="{2D1F696D-B2FF-4363-AD49-F92101240A0A}" type="presOf" srcId="{6ADCEBD4-1864-4D62-878B-27A765FDBA05}" destId="{091E59C6-57B4-4922-8A6D-4C9243A7F071}" srcOrd="0" destOrd="0" presId="urn:microsoft.com/office/officeart/2018/5/layout/CenteredIconLabelDescriptionList"/>
    <dgm:cxn modelId="{180D547C-6A85-452B-8796-CDE32C50EB61}" type="presOf" srcId="{95F5C054-00BE-40A6-A062-31F20D454139}" destId="{AD9AE953-C07B-4BC2-86B2-4118B11715F6}" srcOrd="0" destOrd="0" presId="urn:microsoft.com/office/officeart/2018/5/layout/CenteredIconLabelDescriptionList"/>
    <dgm:cxn modelId="{9785C5A7-F775-4BC7-82E9-080AA3B5C2CB}" srcId="{69FD0773-6897-45BC-8561-CB4AB6DD1D66}" destId="{6ADCEBD4-1864-4D62-878B-27A765FDBA05}" srcOrd="0" destOrd="0" parTransId="{DBB5672F-5BF8-4B5A-849A-82F4F04BA5D4}" sibTransId="{7BECB627-6DFC-4A3D-83F1-5734182EC01F}"/>
    <dgm:cxn modelId="{63F6FCA7-75DC-43ED-A264-E26F72C45D97}" type="presOf" srcId="{8B52F047-023D-406A-902A-F2FE48673F31}" destId="{C7E5F784-16B3-4D99-9DAD-FAD0BDA31609}" srcOrd="0" destOrd="2" presId="urn:microsoft.com/office/officeart/2018/5/layout/CenteredIconLabelDescriptionList"/>
    <dgm:cxn modelId="{7C0E0FB4-70C3-4805-B57C-1128E2FB8791}" type="presOf" srcId="{D0062B64-7BEE-4342-8FE2-A86380181336}" destId="{A6637385-5613-4475-8985-E755CCE2D062}" srcOrd="0" destOrd="0" presId="urn:microsoft.com/office/officeart/2018/5/layout/CenteredIconLabelDescriptionList"/>
    <dgm:cxn modelId="{05D41BB7-2869-4248-8FE3-5DC99E072862}" srcId="{6ADCEBD4-1864-4D62-878B-27A765FDBA05}" destId="{D0062B64-7BEE-4342-8FE2-A86380181336}" srcOrd="0" destOrd="0" parTransId="{CBCEAA93-4654-43DA-A563-DC279ABBBA0C}" sibTransId="{1DBC8D06-2F96-4DE6-8747-ECD4781051E6}"/>
    <dgm:cxn modelId="{E36DF1BF-CFB4-4BFA-B74B-C5473C8D65B2}" srcId="{95F5C054-00BE-40A6-A062-31F20D454139}" destId="{8B52F047-023D-406A-902A-F2FE48673F31}" srcOrd="2" destOrd="0" parTransId="{BB448216-DB77-4601-B4CB-DBA6A5438DB7}" sibTransId="{A3DD2D39-AB91-4721-9110-DA5878128786}"/>
    <dgm:cxn modelId="{3DE365C9-FBC3-4137-9ABE-50877D1F71EC}" type="presOf" srcId="{10632A9A-AE84-4D28-B136-974E9AEDC0C3}" destId="{F2D3EB8F-58B4-43C3-9E25-B44ACD442A02}" srcOrd="0" destOrd="1" presId="urn:microsoft.com/office/officeart/2018/5/layout/CenteredIconLabelDescriptionList"/>
    <dgm:cxn modelId="{DEE3D0CD-8205-47EE-B89F-A0FEE8DEB025}" type="presOf" srcId="{69FD0773-6897-45BC-8561-CB4AB6DD1D66}" destId="{D294042D-B042-4DA5-8618-C31A307502C7}" srcOrd="0" destOrd="0" presId="urn:microsoft.com/office/officeart/2018/5/layout/CenteredIconLabelDescriptionList"/>
    <dgm:cxn modelId="{0E3B4EDF-3F1B-4762-9E41-CA7B59D71AE8}" type="presOf" srcId="{E76A894B-B949-445A-A6A6-FFE300356490}" destId="{A6637385-5613-4475-8985-E755CCE2D062}" srcOrd="0" destOrd="1" presId="urn:microsoft.com/office/officeart/2018/5/layout/CenteredIconLabelDescriptionList"/>
    <dgm:cxn modelId="{DFC317E4-0792-4A8D-85D8-1C6787F113C0}" type="presOf" srcId="{A4531293-603D-41CC-83F8-7BE684002E47}" destId="{C7E5F784-16B3-4D99-9DAD-FAD0BDA31609}" srcOrd="0" destOrd="1" presId="urn:microsoft.com/office/officeart/2018/5/layout/CenteredIconLabelDescriptionList"/>
    <dgm:cxn modelId="{D765B4F1-C47F-450C-8ECD-4C239535F005}" srcId="{69FD0773-6897-45BC-8561-CB4AB6DD1D66}" destId="{EDAE2682-7BE7-4B2F-8654-AF3D9820EE02}" srcOrd="1" destOrd="0" parTransId="{5542BC7A-AAEE-40FD-B853-BB78ABADBF82}" sibTransId="{16AA8D2E-E64C-4ED0-9126-21FDA91755A0}"/>
    <dgm:cxn modelId="{85F8312A-1222-464E-8490-616292FC9CA0}" type="presParOf" srcId="{D294042D-B042-4DA5-8618-C31A307502C7}" destId="{F494A72E-8E8B-4EB5-9F6A-8A0CC7900A09}" srcOrd="0" destOrd="0" presId="urn:microsoft.com/office/officeart/2018/5/layout/CenteredIconLabelDescriptionList"/>
    <dgm:cxn modelId="{A60B9CF3-756C-49A1-9FEA-BE7BD6207F6F}" type="presParOf" srcId="{F494A72E-8E8B-4EB5-9F6A-8A0CC7900A09}" destId="{5DE07F1D-F057-4EA9-B4ED-B31BCDC410B6}" srcOrd="0" destOrd="0" presId="urn:microsoft.com/office/officeart/2018/5/layout/CenteredIconLabelDescriptionList"/>
    <dgm:cxn modelId="{37EBD7E8-CD6F-45B9-87A6-C0FAF5BEED74}" type="presParOf" srcId="{F494A72E-8E8B-4EB5-9F6A-8A0CC7900A09}" destId="{911CC8D4-003D-4A19-804F-B747EAAC2310}" srcOrd="1" destOrd="0" presId="urn:microsoft.com/office/officeart/2018/5/layout/CenteredIconLabelDescriptionList"/>
    <dgm:cxn modelId="{0305F9CE-FCF6-46EB-A0F1-360D6030431C}" type="presParOf" srcId="{F494A72E-8E8B-4EB5-9F6A-8A0CC7900A09}" destId="{091E59C6-57B4-4922-8A6D-4C9243A7F071}" srcOrd="2" destOrd="0" presId="urn:microsoft.com/office/officeart/2018/5/layout/CenteredIconLabelDescriptionList"/>
    <dgm:cxn modelId="{5212F3BA-CF90-4E5A-A478-44CC40FB7364}" type="presParOf" srcId="{F494A72E-8E8B-4EB5-9F6A-8A0CC7900A09}" destId="{EEE0EAD3-0FCA-4238-B3EA-7F3E99F154FC}" srcOrd="3" destOrd="0" presId="urn:microsoft.com/office/officeart/2018/5/layout/CenteredIconLabelDescriptionList"/>
    <dgm:cxn modelId="{7899FB48-F485-4E8A-973F-D1A432D8D61C}" type="presParOf" srcId="{F494A72E-8E8B-4EB5-9F6A-8A0CC7900A09}" destId="{A6637385-5613-4475-8985-E755CCE2D062}" srcOrd="4" destOrd="0" presId="urn:microsoft.com/office/officeart/2018/5/layout/CenteredIconLabelDescriptionList"/>
    <dgm:cxn modelId="{B0B18B5E-B4C4-42AC-99CF-9DE8061C245D}" type="presParOf" srcId="{D294042D-B042-4DA5-8618-C31A307502C7}" destId="{342B6307-D65C-459F-B02B-A7DE0574110E}" srcOrd="1" destOrd="0" presId="urn:microsoft.com/office/officeart/2018/5/layout/CenteredIconLabelDescriptionList"/>
    <dgm:cxn modelId="{1229D86D-DA6B-4F7C-B867-5C1A34A27C75}" type="presParOf" srcId="{D294042D-B042-4DA5-8618-C31A307502C7}" destId="{2E41B16C-C24C-4295-8F5D-781C18DB7D25}" srcOrd="2" destOrd="0" presId="urn:microsoft.com/office/officeart/2018/5/layout/CenteredIconLabelDescriptionList"/>
    <dgm:cxn modelId="{773553EB-3AB9-434A-9166-F01F2350E890}" type="presParOf" srcId="{2E41B16C-C24C-4295-8F5D-781C18DB7D25}" destId="{D1A2CBF1-4737-4981-BE1A-74E959C4BA57}" srcOrd="0" destOrd="0" presId="urn:microsoft.com/office/officeart/2018/5/layout/CenteredIconLabelDescriptionList"/>
    <dgm:cxn modelId="{2A8E0717-B6F9-4E15-BC11-546D08E35695}" type="presParOf" srcId="{2E41B16C-C24C-4295-8F5D-781C18DB7D25}" destId="{DFA685BA-DE4F-44D9-8C8D-86A1DB804C3F}" srcOrd="1" destOrd="0" presId="urn:microsoft.com/office/officeart/2018/5/layout/CenteredIconLabelDescriptionList"/>
    <dgm:cxn modelId="{2030D75A-E445-44D0-A23E-EBC5D2E89C82}" type="presParOf" srcId="{2E41B16C-C24C-4295-8F5D-781C18DB7D25}" destId="{B6F62E49-3248-46BA-BB75-29587B69A776}" srcOrd="2" destOrd="0" presId="urn:microsoft.com/office/officeart/2018/5/layout/CenteredIconLabelDescriptionList"/>
    <dgm:cxn modelId="{21DED27A-4FBD-41DC-B304-D88D8539AAFA}" type="presParOf" srcId="{2E41B16C-C24C-4295-8F5D-781C18DB7D25}" destId="{B25FEE75-C48B-4EFC-A37E-F646F8200ABA}" srcOrd="3" destOrd="0" presId="urn:microsoft.com/office/officeart/2018/5/layout/CenteredIconLabelDescriptionList"/>
    <dgm:cxn modelId="{D4679DF1-97FC-4814-BAA5-42B427AF004F}" type="presParOf" srcId="{2E41B16C-C24C-4295-8F5D-781C18DB7D25}" destId="{F2D3EB8F-58B4-43C3-9E25-B44ACD442A02}" srcOrd="4" destOrd="0" presId="urn:microsoft.com/office/officeart/2018/5/layout/CenteredIconLabelDescriptionList"/>
    <dgm:cxn modelId="{2497B3E6-7627-4CE0-B182-D31B30276349}" type="presParOf" srcId="{D294042D-B042-4DA5-8618-C31A307502C7}" destId="{D230C16F-A019-48D6-B5C6-7B5574565F69}" srcOrd="3" destOrd="0" presId="urn:microsoft.com/office/officeart/2018/5/layout/CenteredIconLabelDescriptionList"/>
    <dgm:cxn modelId="{F9F3D45D-A659-4463-B824-71F5894FE4BB}" type="presParOf" srcId="{D294042D-B042-4DA5-8618-C31A307502C7}" destId="{B6093BAC-E2DE-4B00-BA0B-74409DA53A5E}" srcOrd="4" destOrd="0" presId="urn:microsoft.com/office/officeart/2018/5/layout/CenteredIconLabelDescriptionList"/>
    <dgm:cxn modelId="{ADE29942-2A4E-4946-A293-6FFCB30A5A55}" type="presParOf" srcId="{B6093BAC-E2DE-4B00-BA0B-74409DA53A5E}" destId="{950BDBB1-4F28-49E0-8920-4A31E35F4666}" srcOrd="0" destOrd="0" presId="urn:microsoft.com/office/officeart/2018/5/layout/CenteredIconLabelDescriptionList"/>
    <dgm:cxn modelId="{4236AD11-8345-4A48-B452-10FF71B21281}" type="presParOf" srcId="{B6093BAC-E2DE-4B00-BA0B-74409DA53A5E}" destId="{9388B8E1-F6C6-4534-9010-7A42AA76052C}" srcOrd="1" destOrd="0" presId="urn:microsoft.com/office/officeart/2018/5/layout/CenteredIconLabelDescriptionList"/>
    <dgm:cxn modelId="{B672185F-6311-4790-8DA3-18E3822BF0AB}" type="presParOf" srcId="{B6093BAC-E2DE-4B00-BA0B-74409DA53A5E}" destId="{AD9AE953-C07B-4BC2-86B2-4118B11715F6}" srcOrd="2" destOrd="0" presId="urn:microsoft.com/office/officeart/2018/5/layout/CenteredIconLabelDescriptionList"/>
    <dgm:cxn modelId="{79301ECE-4A10-4899-960D-BB53A25F55B6}" type="presParOf" srcId="{B6093BAC-E2DE-4B00-BA0B-74409DA53A5E}" destId="{C89158CD-2CEC-405E-AA03-3140F5377BDA}" srcOrd="3" destOrd="0" presId="urn:microsoft.com/office/officeart/2018/5/layout/CenteredIconLabelDescriptionList"/>
    <dgm:cxn modelId="{7083FC1A-E46A-4B72-A465-40C2104CF0E7}" type="presParOf" srcId="{B6093BAC-E2DE-4B00-BA0B-74409DA53A5E}" destId="{C7E5F784-16B3-4D99-9DAD-FAD0BDA3160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827AC30E-0E76-4A0F-81D3-AA3D2B4ACDF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C8F21C-9C34-4004-9B89-7D548D9AFF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 the time of this</a:t>
          </a:r>
          <a:r>
            <a:rPr lang="tr-TR" dirty="0"/>
            <a:t> </a:t>
          </a:r>
          <a:r>
            <a:rPr lang="en-US" dirty="0"/>
            <a:t>writing, the difficulty is so high that </a:t>
          </a:r>
        </a:p>
      </dgm:t>
    </dgm:pt>
    <dgm:pt modelId="{EAC16944-1B8D-44DC-81F6-7DA9732F0F97}" type="parTrans" cxnId="{2130B3C2-D127-4570-98DB-854719D729EA}">
      <dgm:prSet/>
      <dgm:spPr/>
      <dgm:t>
        <a:bodyPr/>
        <a:lstStyle/>
        <a:p>
          <a:endParaRPr lang="en-US"/>
        </a:p>
      </dgm:t>
    </dgm:pt>
    <dgm:pt modelId="{BE54E70D-9379-4804-BEBA-FC6DD8785E71}" type="sibTrans" cxnId="{2130B3C2-D127-4570-98DB-854719D729EA}">
      <dgm:prSet/>
      <dgm:spPr/>
      <dgm:t>
        <a:bodyPr/>
        <a:lstStyle/>
        <a:p>
          <a:endParaRPr lang="en-US"/>
        </a:p>
      </dgm:t>
    </dgm:pt>
    <dgm:pt modelId="{F5413E60-23DE-4A4F-BCC9-DF9CA1F90C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is profitable only to mine with application</a:t>
          </a:r>
          <a:r>
            <a:rPr lang="tr-TR" dirty="0"/>
            <a:t> </a:t>
          </a:r>
          <a:r>
            <a:rPr lang="en-US" dirty="0"/>
            <a:t>specific</a:t>
          </a:r>
          <a:r>
            <a:rPr lang="tr-TR" dirty="0"/>
            <a:t> </a:t>
          </a:r>
          <a:r>
            <a:rPr lang="en-US" dirty="0"/>
            <a:t>integrated circuits (ASIC), </a:t>
          </a:r>
        </a:p>
      </dgm:t>
    </dgm:pt>
    <dgm:pt modelId="{7CA41B3D-0FDD-4E31-8860-D90217F05802}" type="parTrans" cxnId="{3060A243-EFD9-45FD-A97C-3D0630B9746D}">
      <dgm:prSet/>
      <dgm:spPr/>
      <dgm:t>
        <a:bodyPr/>
        <a:lstStyle/>
        <a:p>
          <a:endParaRPr lang="en-US"/>
        </a:p>
      </dgm:t>
    </dgm:pt>
    <dgm:pt modelId="{C76D47E8-87BF-4D5C-A952-CA587BEC0EDA}" type="sibTrans" cxnId="{3060A243-EFD9-45FD-A97C-3D0630B9746D}">
      <dgm:prSet/>
      <dgm:spPr/>
      <dgm:t>
        <a:bodyPr/>
        <a:lstStyle/>
        <a:p>
          <a:endParaRPr lang="en-US"/>
        </a:p>
      </dgm:t>
    </dgm:pt>
    <dgm:pt modelId="{71CD122B-7613-40DC-AF8F-D3CD12989E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essentially </a:t>
          </a:r>
          <a:r>
            <a:rPr lang="en-US" b="1" dirty="0"/>
            <a:t>hundreds</a:t>
          </a:r>
          <a:r>
            <a:rPr lang="en-US" dirty="0"/>
            <a:t> of mining algorithms </a:t>
          </a:r>
          <a:r>
            <a:rPr lang="en-US" b="1" dirty="0"/>
            <a:t>printed</a:t>
          </a:r>
          <a:r>
            <a:rPr lang="tr-TR" b="1" dirty="0"/>
            <a:t> </a:t>
          </a:r>
          <a:r>
            <a:rPr lang="en-US" b="1" dirty="0"/>
            <a:t>in hardware</a:t>
          </a:r>
          <a:r>
            <a:rPr lang="en-US" dirty="0"/>
            <a:t>, </a:t>
          </a:r>
        </a:p>
      </dgm:t>
    </dgm:pt>
    <dgm:pt modelId="{FF78921F-3832-480E-AFCA-1D8922486251}" type="parTrans" cxnId="{CF88F1D0-66F3-4FA9-938A-C6CA9A78180E}">
      <dgm:prSet/>
      <dgm:spPr/>
      <dgm:t>
        <a:bodyPr/>
        <a:lstStyle/>
        <a:p>
          <a:endParaRPr lang="en-US"/>
        </a:p>
      </dgm:t>
    </dgm:pt>
    <dgm:pt modelId="{D4537381-3E9F-4890-8257-561EFBC5A48A}" type="sibTrans" cxnId="{CF88F1D0-66F3-4FA9-938A-C6CA9A78180E}">
      <dgm:prSet/>
      <dgm:spPr/>
      <dgm:t>
        <a:bodyPr/>
        <a:lstStyle/>
        <a:p>
          <a:endParaRPr lang="en-US"/>
        </a:p>
      </dgm:t>
    </dgm:pt>
    <dgm:pt modelId="{1B705246-2CBF-492E-8252-0F7274A4D5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running in parallel on a single silicon chip. </a:t>
          </a:r>
        </a:p>
      </dgm:t>
    </dgm:pt>
    <dgm:pt modelId="{EF7150E6-3866-4F0E-AFE4-722E0B59B8E2}" type="parTrans" cxnId="{5E6A4944-3AD9-45D6-B3CC-A9DB690B2D62}">
      <dgm:prSet/>
      <dgm:spPr/>
      <dgm:t>
        <a:bodyPr/>
        <a:lstStyle/>
        <a:p>
          <a:endParaRPr lang="en-US"/>
        </a:p>
      </dgm:t>
    </dgm:pt>
    <dgm:pt modelId="{6D0BDD3A-F099-4DAE-89D4-924DCCFF29B6}" type="sibTrans" cxnId="{5E6A4944-3AD9-45D6-B3CC-A9DB690B2D62}">
      <dgm:prSet/>
      <dgm:spPr/>
      <dgm:t>
        <a:bodyPr/>
        <a:lstStyle/>
        <a:p>
          <a:endParaRPr lang="en-US"/>
        </a:p>
      </dgm:t>
    </dgm:pt>
    <dgm:pt modelId="{136980B0-FCF5-4D96-BF60-8A49E9DDEA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ASIC Miners</a:t>
          </a:r>
          <a:endParaRPr lang="en-US"/>
        </a:p>
      </dgm:t>
    </dgm:pt>
    <dgm:pt modelId="{7FF50F0B-5E28-45A7-94EE-D11E9D484A1A}" type="parTrans" cxnId="{742375B7-4953-4F18-83E3-8AC6185CDCC1}">
      <dgm:prSet/>
      <dgm:spPr/>
      <dgm:t>
        <a:bodyPr/>
        <a:lstStyle/>
        <a:p>
          <a:endParaRPr lang="en-US"/>
        </a:p>
      </dgm:t>
    </dgm:pt>
    <dgm:pt modelId="{DA34A536-5591-4E29-A2DB-56D8BDCFCFD2}" type="sibTrans" cxnId="{742375B7-4953-4F18-83E3-8AC6185CDCC1}">
      <dgm:prSet/>
      <dgm:spPr/>
      <dgm:t>
        <a:bodyPr/>
        <a:lstStyle/>
        <a:p>
          <a:endParaRPr lang="en-US"/>
        </a:p>
      </dgm:t>
    </dgm:pt>
    <dgm:pt modelId="{3B6A700C-4B46-46D1-8E1F-A38EF0E6C3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thousands of ASIC miners to mine for bitcoin 24 hours a day.</a:t>
          </a:r>
        </a:p>
      </dgm:t>
    </dgm:pt>
    <dgm:pt modelId="{6CDE206F-F76D-4EFE-A09F-F9F4FA59349F}" type="parTrans" cxnId="{CB0B4966-F0B6-42DA-99DC-684290783CB1}">
      <dgm:prSet/>
      <dgm:spPr/>
      <dgm:t>
        <a:bodyPr/>
        <a:lstStyle/>
        <a:p>
          <a:endParaRPr lang="en-US"/>
        </a:p>
      </dgm:t>
    </dgm:pt>
    <dgm:pt modelId="{45F1C48A-C76C-4ECB-B36E-0536CCD5297A}" type="sibTrans" cxnId="{CB0B4966-F0B6-42DA-99DC-684290783CB1}">
      <dgm:prSet/>
      <dgm:spPr/>
      <dgm:t>
        <a:bodyPr/>
        <a:lstStyle/>
        <a:p>
          <a:endParaRPr lang="en-US"/>
        </a:p>
      </dgm:t>
    </dgm:pt>
    <dgm:pt modelId="{388F0E0C-ABF1-40E1-96EE-F911F2DACC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pays its</a:t>
          </a:r>
          <a:r>
            <a:rPr lang="tr-TR"/>
            <a:t> </a:t>
          </a:r>
          <a:r>
            <a:rPr lang="en-US"/>
            <a:t>electricity costs by selling the bitcoin</a:t>
          </a:r>
        </a:p>
      </dgm:t>
    </dgm:pt>
    <dgm:pt modelId="{443A5E92-B3D2-4C0C-9999-5877A64EA64F}" type="parTrans" cxnId="{A8CB4A12-84DE-4020-A8D2-805BD1DC8900}">
      <dgm:prSet/>
      <dgm:spPr/>
      <dgm:t>
        <a:bodyPr/>
        <a:lstStyle/>
        <a:p>
          <a:endParaRPr lang="en-US"/>
        </a:p>
      </dgm:t>
    </dgm:pt>
    <dgm:pt modelId="{74428E78-5375-4FB7-B906-E9DECACE503C}" type="sibTrans" cxnId="{A8CB4A12-84DE-4020-A8D2-805BD1DC8900}">
      <dgm:prSet/>
      <dgm:spPr/>
      <dgm:t>
        <a:bodyPr/>
        <a:lstStyle/>
        <a:p>
          <a:endParaRPr lang="en-US"/>
        </a:p>
      </dgm:t>
    </dgm:pt>
    <dgm:pt modelId="{BEED59C4-5E9E-40B1-B94F-131FCF2D6FF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Difficulty</a:t>
          </a:r>
          <a:endParaRPr lang="en-US"/>
        </a:p>
      </dgm:t>
    </dgm:pt>
    <dgm:pt modelId="{4FE630F5-DD0A-4311-B3CB-97C000792955}" type="parTrans" cxnId="{4EB80F1E-2308-4FDC-814D-A98B676E2A64}">
      <dgm:prSet/>
      <dgm:spPr/>
      <dgm:t>
        <a:bodyPr/>
        <a:lstStyle/>
        <a:p>
          <a:endParaRPr lang="tr-TR"/>
        </a:p>
      </dgm:t>
    </dgm:pt>
    <dgm:pt modelId="{CDA605AD-2DDF-415B-8BB6-D6CCE9E149C3}" type="sibTrans" cxnId="{4EB80F1E-2308-4FDC-814D-A98B676E2A64}">
      <dgm:prSet/>
      <dgm:spPr/>
      <dgm:t>
        <a:bodyPr/>
        <a:lstStyle/>
        <a:p>
          <a:endParaRPr lang="tr-TR"/>
        </a:p>
      </dgm:t>
    </dgm:pt>
    <dgm:pt modelId="{F5FD9BA3-48EE-4C0B-8D1F-A1B4BE77F2E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 </a:t>
          </a:r>
          <a:r>
            <a:rPr lang="tr-TR" dirty="0"/>
            <a:t>typical mining </a:t>
          </a:r>
          <a:r>
            <a:rPr lang="en-US" dirty="0"/>
            <a:t>company </a:t>
          </a:r>
          <a:r>
            <a:rPr lang="tr-TR" dirty="0"/>
            <a:t>may</a:t>
          </a:r>
          <a:r>
            <a:rPr lang="en-US" dirty="0"/>
            <a:t> run a warehouse containing</a:t>
          </a:r>
        </a:p>
      </dgm:t>
    </dgm:pt>
    <dgm:pt modelId="{58A2D857-0E8C-4B4E-B2C8-B6120538F99C}" type="parTrans" cxnId="{703194A1-B3F2-4EC0-A528-EC0FE16D52AC}">
      <dgm:prSet/>
      <dgm:spPr/>
      <dgm:t>
        <a:bodyPr/>
        <a:lstStyle/>
        <a:p>
          <a:endParaRPr lang="tr-TR"/>
        </a:p>
      </dgm:t>
    </dgm:pt>
    <dgm:pt modelId="{36589C1C-21AC-4D79-9CC5-7EA32BA66A73}" type="sibTrans" cxnId="{703194A1-B3F2-4EC0-A528-EC0FE16D52AC}">
      <dgm:prSet/>
      <dgm:spPr/>
      <dgm:t>
        <a:bodyPr/>
        <a:lstStyle/>
        <a:p>
          <a:endParaRPr lang="tr-TR"/>
        </a:p>
      </dgm:t>
    </dgm:pt>
    <dgm:pt modelId="{9342158B-B433-46CB-999D-68DE127EDA4C}" type="pres">
      <dgm:prSet presAssocID="{827AC30E-0E76-4A0F-81D3-AA3D2B4ACDF5}" presName="root" presStyleCnt="0">
        <dgm:presLayoutVars>
          <dgm:dir/>
          <dgm:resizeHandles val="exact"/>
        </dgm:presLayoutVars>
      </dgm:prSet>
      <dgm:spPr/>
    </dgm:pt>
    <dgm:pt modelId="{89870F2C-964E-4192-92C8-BA295587E8C3}" type="pres">
      <dgm:prSet presAssocID="{BEED59C4-5E9E-40B1-B94F-131FCF2D6FFB}" presName="compNode" presStyleCnt="0"/>
      <dgm:spPr/>
    </dgm:pt>
    <dgm:pt modelId="{B51009C2-708F-4AF2-850D-77F81F7219A9}" type="pres">
      <dgm:prSet presAssocID="{BEED59C4-5E9E-40B1-B94F-131FCF2D6FF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B1B757B-38C4-495D-B6FC-E2735DCF18FD}" type="pres">
      <dgm:prSet presAssocID="{BEED59C4-5E9E-40B1-B94F-131FCF2D6FFB}" presName="iconSpace" presStyleCnt="0"/>
      <dgm:spPr/>
    </dgm:pt>
    <dgm:pt modelId="{55930E46-682B-455B-A23A-E5838B62FC14}" type="pres">
      <dgm:prSet presAssocID="{BEED59C4-5E9E-40B1-B94F-131FCF2D6FFB}" presName="parTx" presStyleLbl="revTx" presStyleIdx="0" presStyleCnt="4">
        <dgm:presLayoutVars>
          <dgm:chMax val="0"/>
          <dgm:chPref val="0"/>
        </dgm:presLayoutVars>
      </dgm:prSet>
      <dgm:spPr/>
    </dgm:pt>
    <dgm:pt modelId="{F4614698-7D63-4327-8983-4C37E6730309}" type="pres">
      <dgm:prSet presAssocID="{BEED59C4-5E9E-40B1-B94F-131FCF2D6FFB}" presName="txSpace" presStyleCnt="0"/>
      <dgm:spPr/>
    </dgm:pt>
    <dgm:pt modelId="{C5F3E899-DEAC-43AF-86E4-853B80073C4F}" type="pres">
      <dgm:prSet presAssocID="{BEED59C4-5E9E-40B1-B94F-131FCF2D6FFB}" presName="desTx" presStyleLbl="revTx" presStyleIdx="1" presStyleCnt="4">
        <dgm:presLayoutVars/>
      </dgm:prSet>
      <dgm:spPr/>
    </dgm:pt>
    <dgm:pt modelId="{D5BD4E2F-5BBB-4430-8EEA-5517D6684DD6}" type="pres">
      <dgm:prSet presAssocID="{CDA605AD-2DDF-415B-8BB6-D6CCE9E149C3}" presName="sibTrans" presStyleCnt="0"/>
      <dgm:spPr/>
    </dgm:pt>
    <dgm:pt modelId="{910083FC-59C1-4FF3-88AC-36CC5C0903EB}" type="pres">
      <dgm:prSet presAssocID="{136980B0-FCF5-4D96-BF60-8A49E9DDEA34}" presName="compNode" presStyleCnt="0"/>
      <dgm:spPr/>
    </dgm:pt>
    <dgm:pt modelId="{D626126C-057D-43EE-9A63-CF520FC55872}" type="pres">
      <dgm:prSet presAssocID="{136980B0-FCF5-4D96-BF60-8A49E9DDEA3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41B7662-5EF0-4288-A20B-ACCD0D432C04}" type="pres">
      <dgm:prSet presAssocID="{136980B0-FCF5-4D96-BF60-8A49E9DDEA34}" presName="iconSpace" presStyleCnt="0"/>
      <dgm:spPr/>
    </dgm:pt>
    <dgm:pt modelId="{8FBD4F21-6FFA-489C-98E2-FB2C02BD1C3B}" type="pres">
      <dgm:prSet presAssocID="{136980B0-FCF5-4D96-BF60-8A49E9DDEA34}" presName="parTx" presStyleLbl="revTx" presStyleIdx="2" presStyleCnt="4">
        <dgm:presLayoutVars>
          <dgm:chMax val="0"/>
          <dgm:chPref val="0"/>
        </dgm:presLayoutVars>
      </dgm:prSet>
      <dgm:spPr/>
    </dgm:pt>
    <dgm:pt modelId="{8C8D589D-65F9-4FA7-A6A2-58A504D3A31A}" type="pres">
      <dgm:prSet presAssocID="{136980B0-FCF5-4D96-BF60-8A49E9DDEA34}" presName="txSpace" presStyleCnt="0"/>
      <dgm:spPr/>
    </dgm:pt>
    <dgm:pt modelId="{BAA2BAFC-B4F7-4E7F-BDE1-09B6F835D503}" type="pres">
      <dgm:prSet presAssocID="{136980B0-FCF5-4D96-BF60-8A49E9DDEA34}" presName="desTx" presStyleLbl="revTx" presStyleIdx="3" presStyleCnt="4">
        <dgm:presLayoutVars/>
      </dgm:prSet>
      <dgm:spPr/>
    </dgm:pt>
  </dgm:ptLst>
  <dgm:cxnLst>
    <dgm:cxn modelId="{1B0BA00C-CBC4-43A0-B8BC-8396D75DA6F5}" type="presOf" srcId="{3B6A700C-4B46-46D1-8E1F-A38EF0E6C3B9}" destId="{BAA2BAFC-B4F7-4E7F-BDE1-09B6F835D503}" srcOrd="0" destOrd="1" presId="urn:microsoft.com/office/officeart/2018/5/layout/CenteredIconLabelDescriptionList"/>
    <dgm:cxn modelId="{01610E10-CB0F-4B18-A27B-33E0DB87BC1F}" type="presOf" srcId="{136980B0-FCF5-4D96-BF60-8A49E9DDEA34}" destId="{8FBD4F21-6FFA-489C-98E2-FB2C02BD1C3B}" srcOrd="0" destOrd="0" presId="urn:microsoft.com/office/officeart/2018/5/layout/CenteredIconLabelDescriptionList"/>
    <dgm:cxn modelId="{A8CB4A12-84DE-4020-A8D2-805BD1DC8900}" srcId="{136980B0-FCF5-4D96-BF60-8A49E9DDEA34}" destId="{388F0E0C-ABF1-40E1-96EE-F911F2DACCF2}" srcOrd="2" destOrd="0" parTransId="{443A5E92-B3D2-4C0C-9999-5877A64EA64F}" sibTransId="{74428E78-5375-4FB7-B906-E9DECACE503C}"/>
    <dgm:cxn modelId="{4EB80F1E-2308-4FDC-814D-A98B676E2A64}" srcId="{827AC30E-0E76-4A0F-81D3-AA3D2B4ACDF5}" destId="{BEED59C4-5E9E-40B1-B94F-131FCF2D6FFB}" srcOrd="0" destOrd="0" parTransId="{4FE630F5-DD0A-4311-B3CB-97C000792955}" sibTransId="{CDA605AD-2DDF-415B-8BB6-D6CCE9E149C3}"/>
    <dgm:cxn modelId="{0441862E-8767-40ED-B65F-C538BCF736C3}" type="presOf" srcId="{F5413E60-23DE-4A4F-BCC9-DF9CA1F90C04}" destId="{C5F3E899-DEAC-43AF-86E4-853B80073C4F}" srcOrd="0" destOrd="1" presId="urn:microsoft.com/office/officeart/2018/5/layout/CenteredIconLabelDescriptionList"/>
    <dgm:cxn modelId="{5A9A753B-DCB5-4997-B3CC-D8341E3A5E08}" type="presOf" srcId="{71CD122B-7613-40DC-AF8F-D3CD12989E16}" destId="{C5F3E899-DEAC-43AF-86E4-853B80073C4F}" srcOrd="0" destOrd="2" presId="urn:microsoft.com/office/officeart/2018/5/layout/CenteredIconLabelDescriptionList"/>
    <dgm:cxn modelId="{0CBEA65C-C666-4AEA-87D7-87E08C8BA31F}" type="presOf" srcId="{827AC30E-0E76-4A0F-81D3-AA3D2B4ACDF5}" destId="{9342158B-B433-46CB-999D-68DE127EDA4C}" srcOrd="0" destOrd="0" presId="urn:microsoft.com/office/officeart/2018/5/layout/CenteredIconLabelDescriptionList"/>
    <dgm:cxn modelId="{80D3BE5F-C3A6-45F3-90F9-82B8B3792D2A}" type="presOf" srcId="{F5FD9BA3-48EE-4C0B-8D1F-A1B4BE77F2E5}" destId="{BAA2BAFC-B4F7-4E7F-BDE1-09B6F835D503}" srcOrd="0" destOrd="0" presId="urn:microsoft.com/office/officeart/2018/5/layout/CenteredIconLabelDescriptionList"/>
    <dgm:cxn modelId="{3060A243-EFD9-45FD-A97C-3D0630B9746D}" srcId="{BEED59C4-5E9E-40B1-B94F-131FCF2D6FFB}" destId="{F5413E60-23DE-4A4F-BCC9-DF9CA1F90C04}" srcOrd="1" destOrd="0" parTransId="{7CA41B3D-0FDD-4E31-8860-D90217F05802}" sibTransId="{C76D47E8-87BF-4D5C-A952-CA587BEC0EDA}"/>
    <dgm:cxn modelId="{5E6A4944-3AD9-45D6-B3CC-A9DB690B2D62}" srcId="{BEED59C4-5E9E-40B1-B94F-131FCF2D6FFB}" destId="{1B705246-2CBF-492E-8252-0F7274A4D570}" srcOrd="3" destOrd="0" parTransId="{EF7150E6-3866-4F0E-AFE4-722E0B59B8E2}" sibTransId="{6D0BDD3A-F099-4DAE-89D4-924DCCFF29B6}"/>
    <dgm:cxn modelId="{CB0B4966-F0B6-42DA-99DC-684290783CB1}" srcId="{136980B0-FCF5-4D96-BF60-8A49E9DDEA34}" destId="{3B6A700C-4B46-46D1-8E1F-A38EF0E6C3B9}" srcOrd="1" destOrd="0" parTransId="{6CDE206F-F76D-4EFE-A09F-F9F4FA59349F}" sibTransId="{45F1C48A-C76C-4ECB-B36E-0536CCD5297A}"/>
    <dgm:cxn modelId="{DE1CB974-526A-4D13-A201-426E5BA0E977}" type="presOf" srcId="{388F0E0C-ABF1-40E1-96EE-F911F2DACCF2}" destId="{BAA2BAFC-B4F7-4E7F-BDE1-09B6F835D503}" srcOrd="0" destOrd="2" presId="urn:microsoft.com/office/officeart/2018/5/layout/CenteredIconLabelDescriptionList"/>
    <dgm:cxn modelId="{70734175-9B38-4FAB-BFBF-2750D4514C7B}" type="presOf" srcId="{BEED59C4-5E9E-40B1-B94F-131FCF2D6FFB}" destId="{55930E46-682B-455B-A23A-E5838B62FC14}" srcOrd="0" destOrd="0" presId="urn:microsoft.com/office/officeart/2018/5/layout/CenteredIconLabelDescriptionList"/>
    <dgm:cxn modelId="{703194A1-B3F2-4EC0-A528-EC0FE16D52AC}" srcId="{136980B0-FCF5-4D96-BF60-8A49E9DDEA34}" destId="{F5FD9BA3-48EE-4C0B-8D1F-A1B4BE77F2E5}" srcOrd="0" destOrd="0" parTransId="{58A2D857-0E8C-4B4E-B2C8-B6120538F99C}" sibTransId="{36589C1C-21AC-4D79-9CC5-7EA32BA66A73}"/>
    <dgm:cxn modelId="{742375B7-4953-4F18-83E3-8AC6185CDCC1}" srcId="{827AC30E-0E76-4A0F-81D3-AA3D2B4ACDF5}" destId="{136980B0-FCF5-4D96-BF60-8A49E9DDEA34}" srcOrd="1" destOrd="0" parTransId="{7FF50F0B-5E28-45A7-94EE-D11E9D484A1A}" sibTransId="{DA34A536-5591-4E29-A2DB-56D8BDCFCFD2}"/>
    <dgm:cxn modelId="{2130B3C2-D127-4570-98DB-854719D729EA}" srcId="{BEED59C4-5E9E-40B1-B94F-131FCF2D6FFB}" destId="{24C8F21C-9C34-4004-9B89-7D548D9AFF47}" srcOrd="0" destOrd="0" parTransId="{EAC16944-1B8D-44DC-81F6-7DA9732F0F97}" sibTransId="{BE54E70D-9379-4804-BEBA-FC6DD8785E71}"/>
    <dgm:cxn modelId="{CF88F1D0-66F3-4FA9-938A-C6CA9A78180E}" srcId="{BEED59C4-5E9E-40B1-B94F-131FCF2D6FFB}" destId="{71CD122B-7613-40DC-AF8F-D3CD12989E16}" srcOrd="2" destOrd="0" parTransId="{FF78921F-3832-480E-AFCA-1D8922486251}" sibTransId="{D4537381-3E9F-4890-8257-561EFBC5A48A}"/>
    <dgm:cxn modelId="{905C8BEB-650B-4887-8F94-B4E977A024B4}" type="presOf" srcId="{24C8F21C-9C34-4004-9B89-7D548D9AFF47}" destId="{C5F3E899-DEAC-43AF-86E4-853B80073C4F}" srcOrd="0" destOrd="0" presId="urn:microsoft.com/office/officeart/2018/5/layout/CenteredIconLabelDescriptionList"/>
    <dgm:cxn modelId="{424134F2-7399-411B-BB3E-315126BE2682}" type="presOf" srcId="{1B705246-2CBF-492E-8252-0F7274A4D570}" destId="{C5F3E899-DEAC-43AF-86E4-853B80073C4F}" srcOrd="0" destOrd="3" presId="urn:microsoft.com/office/officeart/2018/5/layout/CenteredIconLabelDescriptionList"/>
    <dgm:cxn modelId="{275DBF2D-8529-4CC1-80B7-2ED14B5B43B5}" type="presParOf" srcId="{9342158B-B433-46CB-999D-68DE127EDA4C}" destId="{89870F2C-964E-4192-92C8-BA295587E8C3}" srcOrd="0" destOrd="0" presId="urn:microsoft.com/office/officeart/2018/5/layout/CenteredIconLabelDescriptionList"/>
    <dgm:cxn modelId="{872CEDF4-D8DF-4E51-BBF4-DED6AA426F9D}" type="presParOf" srcId="{89870F2C-964E-4192-92C8-BA295587E8C3}" destId="{B51009C2-708F-4AF2-850D-77F81F7219A9}" srcOrd="0" destOrd="0" presId="urn:microsoft.com/office/officeart/2018/5/layout/CenteredIconLabelDescriptionList"/>
    <dgm:cxn modelId="{E3376E7C-8398-4879-809E-2250908EA01F}" type="presParOf" srcId="{89870F2C-964E-4192-92C8-BA295587E8C3}" destId="{3B1B757B-38C4-495D-B6FC-E2735DCF18FD}" srcOrd="1" destOrd="0" presId="urn:microsoft.com/office/officeart/2018/5/layout/CenteredIconLabelDescriptionList"/>
    <dgm:cxn modelId="{7CB7B7F4-4C89-4D67-B93D-BEDD7FB0C21E}" type="presParOf" srcId="{89870F2C-964E-4192-92C8-BA295587E8C3}" destId="{55930E46-682B-455B-A23A-E5838B62FC14}" srcOrd="2" destOrd="0" presId="urn:microsoft.com/office/officeart/2018/5/layout/CenteredIconLabelDescriptionList"/>
    <dgm:cxn modelId="{EEE4BB6C-8925-4522-8FD3-FD4C888AC9EB}" type="presParOf" srcId="{89870F2C-964E-4192-92C8-BA295587E8C3}" destId="{F4614698-7D63-4327-8983-4C37E6730309}" srcOrd="3" destOrd="0" presId="urn:microsoft.com/office/officeart/2018/5/layout/CenteredIconLabelDescriptionList"/>
    <dgm:cxn modelId="{0762721F-1FE6-475B-8BF1-9276DB088640}" type="presParOf" srcId="{89870F2C-964E-4192-92C8-BA295587E8C3}" destId="{C5F3E899-DEAC-43AF-86E4-853B80073C4F}" srcOrd="4" destOrd="0" presId="urn:microsoft.com/office/officeart/2018/5/layout/CenteredIconLabelDescriptionList"/>
    <dgm:cxn modelId="{8E355D70-E681-406F-B454-5D396C6EFAF1}" type="presParOf" srcId="{9342158B-B433-46CB-999D-68DE127EDA4C}" destId="{D5BD4E2F-5BBB-4430-8EEA-5517D6684DD6}" srcOrd="1" destOrd="0" presId="urn:microsoft.com/office/officeart/2018/5/layout/CenteredIconLabelDescriptionList"/>
    <dgm:cxn modelId="{27C71699-0E89-41A4-825C-117837A335F1}" type="presParOf" srcId="{9342158B-B433-46CB-999D-68DE127EDA4C}" destId="{910083FC-59C1-4FF3-88AC-36CC5C0903EB}" srcOrd="2" destOrd="0" presId="urn:microsoft.com/office/officeart/2018/5/layout/CenteredIconLabelDescriptionList"/>
    <dgm:cxn modelId="{CFAF3E9A-AA6A-4D11-8B41-8F16E8B539A2}" type="presParOf" srcId="{910083FC-59C1-4FF3-88AC-36CC5C0903EB}" destId="{D626126C-057D-43EE-9A63-CF520FC55872}" srcOrd="0" destOrd="0" presId="urn:microsoft.com/office/officeart/2018/5/layout/CenteredIconLabelDescriptionList"/>
    <dgm:cxn modelId="{774D6A65-ED35-46E7-B4F6-11220F946F9D}" type="presParOf" srcId="{910083FC-59C1-4FF3-88AC-36CC5C0903EB}" destId="{841B7662-5EF0-4288-A20B-ACCD0D432C04}" srcOrd="1" destOrd="0" presId="urn:microsoft.com/office/officeart/2018/5/layout/CenteredIconLabelDescriptionList"/>
    <dgm:cxn modelId="{76995636-9D5E-42AC-AC6D-7DA77687112F}" type="presParOf" srcId="{910083FC-59C1-4FF3-88AC-36CC5C0903EB}" destId="{8FBD4F21-6FFA-489C-98E2-FB2C02BD1C3B}" srcOrd="2" destOrd="0" presId="urn:microsoft.com/office/officeart/2018/5/layout/CenteredIconLabelDescriptionList"/>
    <dgm:cxn modelId="{8AA1DF14-6905-47A1-8E86-53D3EDAC3B97}" type="presParOf" srcId="{910083FC-59C1-4FF3-88AC-36CC5C0903EB}" destId="{8C8D589D-65F9-4FA7-A6A2-58A504D3A31A}" srcOrd="3" destOrd="0" presId="urn:microsoft.com/office/officeart/2018/5/layout/CenteredIconLabelDescriptionList"/>
    <dgm:cxn modelId="{33A2D19C-A444-4EFF-9685-1C0AC1D7216A}" type="presParOf" srcId="{910083FC-59C1-4FF3-88AC-36CC5C0903EB}" destId="{BAA2BAFC-B4F7-4E7F-BDE1-09B6F835D50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74D394C0-C112-4462-926D-F9F451E811F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3947FF4-BCF1-4F17-A8F6-D5B9400057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wallets</a:t>
          </a:r>
        </a:p>
      </dgm:t>
    </dgm:pt>
    <dgm:pt modelId="{68873845-172B-4CD7-95FF-4D5D8A04B3A7}" type="parTrans" cxnId="{3677FFCB-EBF0-4B25-84AE-E9B224523179}">
      <dgm:prSet/>
      <dgm:spPr/>
      <dgm:t>
        <a:bodyPr/>
        <a:lstStyle/>
        <a:p>
          <a:endParaRPr lang="en-US"/>
        </a:p>
      </dgm:t>
    </dgm:pt>
    <dgm:pt modelId="{3722F7F3-BE6E-473C-9D37-7785B4918684}" type="sibTrans" cxnId="{3677FFCB-EBF0-4B25-84AE-E9B224523179}">
      <dgm:prSet/>
      <dgm:spPr/>
      <dgm:t>
        <a:bodyPr/>
        <a:lstStyle/>
        <a:p>
          <a:endParaRPr lang="en-US"/>
        </a:p>
      </dgm:t>
    </dgm:pt>
    <dgm:pt modelId="{D58B64F9-3203-41BC-9C6F-C54D0EFBC2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new transactions</a:t>
          </a:r>
          <a:endParaRPr lang="en-US" dirty="0"/>
        </a:p>
      </dgm:t>
    </dgm:pt>
    <dgm:pt modelId="{0DDFD35D-C83F-48B5-A6B9-482D29AFD3BD}" type="parTrans" cxnId="{B0E1E917-E6E0-4641-897F-1312F3A3BABB}">
      <dgm:prSet/>
      <dgm:spPr/>
      <dgm:t>
        <a:bodyPr/>
        <a:lstStyle/>
        <a:p>
          <a:endParaRPr lang="tr-TR"/>
        </a:p>
      </dgm:t>
    </dgm:pt>
    <dgm:pt modelId="{92702E9E-FFB8-45E8-9348-5E64B306E4FC}" type="sibTrans" cxnId="{B0E1E917-E6E0-4641-897F-1312F3A3BABB}">
      <dgm:prSet phldrT="01" phldr="0"/>
      <dgm:spPr/>
      <dgm:t>
        <a:bodyPr/>
        <a:lstStyle/>
        <a:p>
          <a:endParaRPr lang="tr-TR"/>
        </a:p>
      </dgm:t>
    </dgm:pt>
    <dgm:pt modelId="{95176A00-6DF5-4041-9499-1359058F16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constant flow</a:t>
          </a:r>
        </a:p>
      </dgm:t>
    </dgm:pt>
    <dgm:pt modelId="{8D32FFDB-4618-459D-8E74-7C5E3424FF50}" type="parTrans" cxnId="{7003AF40-2141-4694-9E90-22D8CA07FE26}">
      <dgm:prSet/>
      <dgm:spPr/>
      <dgm:t>
        <a:bodyPr/>
        <a:lstStyle/>
        <a:p>
          <a:endParaRPr lang="tr-TR"/>
        </a:p>
      </dgm:t>
    </dgm:pt>
    <dgm:pt modelId="{FB24D702-C327-4D13-B1E0-AED8EE498474}" type="sibTrans" cxnId="{7003AF40-2141-4694-9E90-22D8CA07FE26}">
      <dgm:prSet/>
      <dgm:spPr/>
      <dgm:t>
        <a:bodyPr/>
        <a:lstStyle/>
        <a:p>
          <a:endParaRPr lang="tr-TR"/>
        </a:p>
      </dgm:t>
    </dgm:pt>
    <dgm:pt modelId="{D2E9AC2D-731A-4510-B00C-FF9FDEE5B98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Originated</a:t>
          </a:r>
          <a:endParaRPr lang="en-US"/>
        </a:p>
      </dgm:t>
    </dgm:pt>
    <dgm:pt modelId="{36DD3ED3-85EE-4FAB-B772-8AE64D506BFD}" type="parTrans" cxnId="{83536A0A-7857-4A85-8969-8A2E9076178E}">
      <dgm:prSet/>
      <dgm:spPr/>
      <dgm:t>
        <a:bodyPr/>
        <a:lstStyle/>
        <a:p>
          <a:endParaRPr lang="tr-TR"/>
        </a:p>
      </dgm:t>
    </dgm:pt>
    <dgm:pt modelId="{42565E0E-7ADD-4D55-8C47-0A4F3F2307A3}" type="sibTrans" cxnId="{83536A0A-7857-4A85-8969-8A2E9076178E}">
      <dgm:prSet/>
      <dgm:spPr/>
      <dgm:t>
        <a:bodyPr/>
        <a:lstStyle/>
        <a:p>
          <a:endParaRPr lang="tr-TR"/>
        </a:p>
      </dgm:t>
    </dgm:pt>
    <dgm:pt modelId="{7B028412-E479-49A3-A9BE-12632B1A0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other</a:t>
          </a:r>
          <a:r>
            <a:rPr lang="tr-TR" dirty="0"/>
            <a:t> </a:t>
          </a:r>
          <a:r>
            <a:rPr lang="en-US" dirty="0"/>
            <a:t>applications</a:t>
          </a:r>
        </a:p>
      </dgm:t>
    </dgm:pt>
    <dgm:pt modelId="{D7E688CB-4E7A-43B5-BF0C-2E86169F8CA2}" type="parTrans" cxnId="{3C12FF85-2D32-46E7-A292-ECECA31D1821}">
      <dgm:prSet/>
      <dgm:spPr/>
      <dgm:t>
        <a:bodyPr/>
        <a:lstStyle/>
        <a:p>
          <a:endParaRPr lang="tr-TR"/>
        </a:p>
      </dgm:t>
    </dgm:pt>
    <dgm:pt modelId="{408EC1CC-B73C-4893-B936-CB6A41931FE9}" type="sibTrans" cxnId="{3C12FF85-2D32-46E7-A292-ECECA31D1821}">
      <dgm:prSet/>
      <dgm:spPr/>
      <dgm:t>
        <a:bodyPr/>
        <a:lstStyle/>
        <a:p>
          <a:endParaRPr lang="tr-TR"/>
        </a:p>
      </dgm:t>
    </dgm:pt>
    <dgm:pt modelId="{F46AA8A1-A98D-4BCA-9B0A-45C7D975E44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regularly arrive</a:t>
          </a:r>
          <a:endParaRPr lang="en-US" dirty="0"/>
        </a:p>
      </dgm:t>
    </dgm:pt>
    <dgm:pt modelId="{F47270B5-A235-491E-B7A7-7CB40FD6C6B2}" type="parTrans" cxnId="{888012D2-D7CC-4194-86CB-23BCA1AB8223}">
      <dgm:prSet/>
      <dgm:spPr/>
    </dgm:pt>
    <dgm:pt modelId="{3090BD8C-324D-40AF-B209-5C94A95FA357}" type="sibTrans" cxnId="{888012D2-D7CC-4194-86CB-23BCA1AB8223}">
      <dgm:prSet/>
      <dgm:spPr/>
    </dgm:pt>
    <dgm:pt modelId="{8753CB4C-41A2-4627-8D75-630A1C39C228}" type="pres">
      <dgm:prSet presAssocID="{74D394C0-C112-4462-926D-F9F451E811F6}" presName="root" presStyleCnt="0">
        <dgm:presLayoutVars>
          <dgm:dir/>
          <dgm:resizeHandles val="exact"/>
        </dgm:presLayoutVars>
      </dgm:prSet>
      <dgm:spPr/>
    </dgm:pt>
    <dgm:pt modelId="{8CB7C67D-501E-4D22-A63A-5203F577124A}" type="pres">
      <dgm:prSet presAssocID="{D58B64F9-3203-41BC-9C6F-C54D0EFBC20D}" presName="compNode" presStyleCnt="0"/>
      <dgm:spPr/>
    </dgm:pt>
    <dgm:pt modelId="{6D9DCEC5-32F4-42FD-B776-0DB3063A6DCD}" type="pres">
      <dgm:prSet presAssocID="{D58B64F9-3203-41BC-9C6F-C54D0EFBC20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4A8B6CA9-745E-4138-AB3D-5A7D16F301DD}" type="pres">
      <dgm:prSet presAssocID="{D58B64F9-3203-41BC-9C6F-C54D0EFBC20D}" presName="iconSpace" presStyleCnt="0"/>
      <dgm:spPr/>
    </dgm:pt>
    <dgm:pt modelId="{2282632D-B54F-4CD8-9BB6-0E665DE14629}" type="pres">
      <dgm:prSet presAssocID="{D58B64F9-3203-41BC-9C6F-C54D0EFBC20D}" presName="parTx" presStyleLbl="revTx" presStyleIdx="0" presStyleCnt="4">
        <dgm:presLayoutVars>
          <dgm:chMax val="0"/>
          <dgm:chPref val="0"/>
        </dgm:presLayoutVars>
      </dgm:prSet>
      <dgm:spPr/>
    </dgm:pt>
    <dgm:pt modelId="{67B1E85E-9DB6-4A54-BB95-20E7BDA1C846}" type="pres">
      <dgm:prSet presAssocID="{D58B64F9-3203-41BC-9C6F-C54D0EFBC20D}" presName="txSpace" presStyleCnt="0"/>
      <dgm:spPr/>
    </dgm:pt>
    <dgm:pt modelId="{AA4093D4-540F-4FB3-9251-BD321C97AC37}" type="pres">
      <dgm:prSet presAssocID="{D58B64F9-3203-41BC-9C6F-C54D0EFBC20D}" presName="desTx" presStyleLbl="revTx" presStyleIdx="1" presStyleCnt="4">
        <dgm:presLayoutVars/>
      </dgm:prSet>
      <dgm:spPr/>
    </dgm:pt>
    <dgm:pt modelId="{708345CE-E7B4-4229-8539-A59FAEBD4E16}" type="pres">
      <dgm:prSet presAssocID="{92702E9E-FFB8-45E8-9348-5E64B306E4FC}" presName="sibTrans" presStyleCnt="0"/>
      <dgm:spPr/>
    </dgm:pt>
    <dgm:pt modelId="{71795AD6-14CE-490A-811C-5878FAF83AED}" type="pres">
      <dgm:prSet presAssocID="{D2E9AC2D-731A-4510-B00C-FF9FDEE5B98A}" presName="compNode" presStyleCnt="0"/>
      <dgm:spPr/>
    </dgm:pt>
    <dgm:pt modelId="{B7C1D498-A018-448E-AFDF-C5E301A9CC79}" type="pres">
      <dgm:prSet presAssocID="{D2E9AC2D-731A-4510-B00C-FF9FDEE5B98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C7AF1782-3AA5-475D-AD05-782C788AD699}" type="pres">
      <dgm:prSet presAssocID="{D2E9AC2D-731A-4510-B00C-FF9FDEE5B98A}" presName="iconSpace" presStyleCnt="0"/>
      <dgm:spPr/>
    </dgm:pt>
    <dgm:pt modelId="{45E2C830-10AD-4D8F-97D2-280D4B9B026B}" type="pres">
      <dgm:prSet presAssocID="{D2E9AC2D-731A-4510-B00C-FF9FDEE5B98A}" presName="parTx" presStyleLbl="revTx" presStyleIdx="2" presStyleCnt="4">
        <dgm:presLayoutVars>
          <dgm:chMax val="0"/>
          <dgm:chPref val="0"/>
        </dgm:presLayoutVars>
      </dgm:prSet>
      <dgm:spPr/>
    </dgm:pt>
    <dgm:pt modelId="{F1EB186F-BB9B-48D8-9E41-C7CFCE3AA699}" type="pres">
      <dgm:prSet presAssocID="{D2E9AC2D-731A-4510-B00C-FF9FDEE5B98A}" presName="txSpace" presStyleCnt="0"/>
      <dgm:spPr/>
    </dgm:pt>
    <dgm:pt modelId="{B87EF0D4-C4B1-4EC2-AE3F-90661993AEF5}" type="pres">
      <dgm:prSet presAssocID="{D2E9AC2D-731A-4510-B00C-FF9FDEE5B98A}" presName="desTx" presStyleLbl="revTx" presStyleIdx="3" presStyleCnt="4">
        <dgm:presLayoutVars/>
      </dgm:prSet>
      <dgm:spPr/>
    </dgm:pt>
  </dgm:ptLst>
  <dgm:cxnLst>
    <dgm:cxn modelId="{83536A0A-7857-4A85-8969-8A2E9076178E}" srcId="{74D394C0-C112-4462-926D-F9F451E811F6}" destId="{D2E9AC2D-731A-4510-B00C-FF9FDEE5B98A}" srcOrd="1" destOrd="0" parTransId="{36DD3ED3-85EE-4FAB-B772-8AE64D506BFD}" sibTransId="{42565E0E-7ADD-4D55-8C47-0A4F3F2307A3}"/>
    <dgm:cxn modelId="{B0E1E917-E6E0-4641-897F-1312F3A3BABB}" srcId="{74D394C0-C112-4462-926D-F9F451E811F6}" destId="{D58B64F9-3203-41BC-9C6F-C54D0EFBC20D}" srcOrd="0" destOrd="0" parTransId="{0DDFD35D-C83F-48B5-A6B9-482D29AFD3BD}" sibTransId="{92702E9E-FFB8-45E8-9348-5E64B306E4FC}"/>
    <dgm:cxn modelId="{AD7C531E-1D0B-4C71-9961-2E9B797B1A81}" type="presOf" srcId="{95176A00-6DF5-4041-9499-1359058F1658}" destId="{AA4093D4-540F-4FB3-9251-BD321C97AC37}" srcOrd="0" destOrd="0" presId="urn:microsoft.com/office/officeart/2018/5/layout/CenteredIconLabelDescriptionList"/>
    <dgm:cxn modelId="{7003AF40-2141-4694-9E90-22D8CA07FE26}" srcId="{D58B64F9-3203-41BC-9C6F-C54D0EFBC20D}" destId="{95176A00-6DF5-4041-9499-1359058F1658}" srcOrd="0" destOrd="0" parTransId="{8D32FFDB-4618-459D-8E74-7C5E3424FF50}" sibTransId="{FB24D702-C327-4D13-B1E0-AED8EE498474}"/>
    <dgm:cxn modelId="{9B73AD65-7642-4965-965D-551E97653647}" type="presOf" srcId="{74D394C0-C112-4462-926D-F9F451E811F6}" destId="{8753CB4C-41A2-4627-8D75-630A1C39C228}" srcOrd="0" destOrd="0" presId="urn:microsoft.com/office/officeart/2018/5/layout/CenteredIconLabelDescriptionList"/>
    <dgm:cxn modelId="{1AB5BE73-8B0C-4247-966F-6433097ADA0D}" type="presOf" srcId="{F46AA8A1-A98D-4BCA-9B0A-45C7D975E440}" destId="{AA4093D4-540F-4FB3-9251-BD321C97AC37}" srcOrd="0" destOrd="1" presId="urn:microsoft.com/office/officeart/2018/5/layout/CenteredIconLabelDescriptionList"/>
    <dgm:cxn modelId="{3C12FF85-2D32-46E7-A292-ECECA31D1821}" srcId="{D2E9AC2D-731A-4510-B00C-FF9FDEE5B98A}" destId="{7B028412-E479-49A3-A9BE-12632B1A08B3}" srcOrd="1" destOrd="0" parTransId="{D7E688CB-4E7A-43B5-BF0C-2E86169F8CA2}" sibTransId="{408EC1CC-B73C-4893-B936-CB6A41931FE9}"/>
    <dgm:cxn modelId="{B8E14A95-B9F6-4C29-A920-5696E85E5B00}" type="presOf" srcId="{03947FF4-BCF1-4F17-A8F6-D5B94000578A}" destId="{B87EF0D4-C4B1-4EC2-AE3F-90661993AEF5}" srcOrd="0" destOrd="0" presId="urn:microsoft.com/office/officeart/2018/5/layout/CenteredIconLabelDescriptionList"/>
    <dgm:cxn modelId="{9E2FC59A-0702-4849-BE52-418A2F902C0F}" type="presOf" srcId="{D58B64F9-3203-41BC-9C6F-C54D0EFBC20D}" destId="{2282632D-B54F-4CD8-9BB6-0E665DE14629}" srcOrd="0" destOrd="0" presId="urn:microsoft.com/office/officeart/2018/5/layout/CenteredIconLabelDescriptionList"/>
    <dgm:cxn modelId="{7372BEA8-DE0B-42C8-BADE-316429F6B0C2}" type="presOf" srcId="{D2E9AC2D-731A-4510-B00C-FF9FDEE5B98A}" destId="{45E2C830-10AD-4D8F-97D2-280D4B9B026B}" srcOrd="0" destOrd="0" presId="urn:microsoft.com/office/officeart/2018/5/layout/CenteredIconLabelDescriptionList"/>
    <dgm:cxn modelId="{3677FFCB-EBF0-4B25-84AE-E9B224523179}" srcId="{D2E9AC2D-731A-4510-B00C-FF9FDEE5B98A}" destId="{03947FF4-BCF1-4F17-A8F6-D5B94000578A}" srcOrd="0" destOrd="0" parTransId="{68873845-172B-4CD7-95FF-4D5D8A04B3A7}" sibTransId="{3722F7F3-BE6E-473C-9D37-7785B4918684}"/>
    <dgm:cxn modelId="{888012D2-D7CC-4194-86CB-23BCA1AB8223}" srcId="{D58B64F9-3203-41BC-9C6F-C54D0EFBC20D}" destId="{F46AA8A1-A98D-4BCA-9B0A-45C7D975E440}" srcOrd="1" destOrd="0" parTransId="{F47270B5-A235-491E-B7A7-7CB40FD6C6B2}" sibTransId="{3090BD8C-324D-40AF-B209-5C94A95FA357}"/>
    <dgm:cxn modelId="{11BF3FEC-90E1-4B39-9985-BA56523C26D2}" type="presOf" srcId="{7B028412-E479-49A3-A9BE-12632B1A08B3}" destId="{B87EF0D4-C4B1-4EC2-AE3F-90661993AEF5}" srcOrd="0" destOrd="1" presId="urn:microsoft.com/office/officeart/2018/5/layout/CenteredIconLabelDescriptionList"/>
    <dgm:cxn modelId="{57DBAD73-6218-4094-ADA7-E90883735E99}" type="presParOf" srcId="{8753CB4C-41A2-4627-8D75-630A1C39C228}" destId="{8CB7C67D-501E-4D22-A63A-5203F577124A}" srcOrd="0" destOrd="0" presId="urn:microsoft.com/office/officeart/2018/5/layout/CenteredIconLabelDescriptionList"/>
    <dgm:cxn modelId="{7F1D0792-BA39-485C-B401-BD4DA8FF9A37}" type="presParOf" srcId="{8CB7C67D-501E-4D22-A63A-5203F577124A}" destId="{6D9DCEC5-32F4-42FD-B776-0DB3063A6DCD}" srcOrd="0" destOrd="0" presId="urn:microsoft.com/office/officeart/2018/5/layout/CenteredIconLabelDescriptionList"/>
    <dgm:cxn modelId="{75890C7F-03DF-4273-B976-8B36037DCDBB}" type="presParOf" srcId="{8CB7C67D-501E-4D22-A63A-5203F577124A}" destId="{4A8B6CA9-745E-4138-AB3D-5A7D16F301DD}" srcOrd="1" destOrd="0" presId="urn:microsoft.com/office/officeart/2018/5/layout/CenteredIconLabelDescriptionList"/>
    <dgm:cxn modelId="{A7C10307-1F2C-4ECA-8F5D-8DEBB10F33BA}" type="presParOf" srcId="{8CB7C67D-501E-4D22-A63A-5203F577124A}" destId="{2282632D-B54F-4CD8-9BB6-0E665DE14629}" srcOrd="2" destOrd="0" presId="urn:microsoft.com/office/officeart/2018/5/layout/CenteredIconLabelDescriptionList"/>
    <dgm:cxn modelId="{6F93783B-B024-4772-9C2E-F7A7D42C1DF0}" type="presParOf" srcId="{8CB7C67D-501E-4D22-A63A-5203F577124A}" destId="{67B1E85E-9DB6-4A54-BB95-20E7BDA1C846}" srcOrd="3" destOrd="0" presId="urn:microsoft.com/office/officeart/2018/5/layout/CenteredIconLabelDescriptionList"/>
    <dgm:cxn modelId="{8CC43ADD-CC0C-4831-963C-48CBA587C9EB}" type="presParOf" srcId="{8CB7C67D-501E-4D22-A63A-5203F577124A}" destId="{AA4093D4-540F-4FB3-9251-BD321C97AC37}" srcOrd="4" destOrd="0" presId="urn:microsoft.com/office/officeart/2018/5/layout/CenteredIconLabelDescriptionList"/>
    <dgm:cxn modelId="{E0ADE2E4-5274-4B47-9A03-DD86B4658B10}" type="presParOf" srcId="{8753CB4C-41A2-4627-8D75-630A1C39C228}" destId="{708345CE-E7B4-4229-8539-A59FAEBD4E16}" srcOrd="1" destOrd="0" presId="urn:microsoft.com/office/officeart/2018/5/layout/CenteredIconLabelDescriptionList"/>
    <dgm:cxn modelId="{1537DA20-DD3D-44E1-8398-779EBD932319}" type="presParOf" srcId="{8753CB4C-41A2-4627-8D75-630A1C39C228}" destId="{71795AD6-14CE-490A-811C-5878FAF83AED}" srcOrd="2" destOrd="0" presId="urn:microsoft.com/office/officeart/2018/5/layout/CenteredIconLabelDescriptionList"/>
    <dgm:cxn modelId="{727FF479-4669-4882-AEAD-7ED979C13718}" type="presParOf" srcId="{71795AD6-14CE-490A-811C-5878FAF83AED}" destId="{B7C1D498-A018-448E-AFDF-C5E301A9CC79}" srcOrd="0" destOrd="0" presId="urn:microsoft.com/office/officeart/2018/5/layout/CenteredIconLabelDescriptionList"/>
    <dgm:cxn modelId="{A552E571-8541-499C-8845-F2FBA8B1E8DB}" type="presParOf" srcId="{71795AD6-14CE-490A-811C-5878FAF83AED}" destId="{C7AF1782-3AA5-475D-AD05-782C788AD699}" srcOrd="1" destOrd="0" presId="urn:microsoft.com/office/officeart/2018/5/layout/CenteredIconLabelDescriptionList"/>
    <dgm:cxn modelId="{41783B32-5269-436C-9230-A10EC6C7EC2D}" type="presParOf" srcId="{71795AD6-14CE-490A-811C-5878FAF83AED}" destId="{45E2C830-10AD-4D8F-97D2-280D4B9B026B}" srcOrd="2" destOrd="0" presId="urn:microsoft.com/office/officeart/2018/5/layout/CenteredIconLabelDescriptionList"/>
    <dgm:cxn modelId="{9B072E70-079D-4B99-B4DD-DE810966A025}" type="presParOf" srcId="{71795AD6-14CE-490A-811C-5878FAF83AED}" destId="{F1EB186F-BB9B-48D8-9E41-C7CFCE3AA699}" srcOrd="3" destOrd="0" presId="urn:microsoft.com/office/officeart/2018/5/layout/CenteredIconLabelDescriptionList"/>
    <dgm:cxn modelId="{63C5B742-E75C-48C9-B758-44D8FA946833}" type="presParOf" srcId="{71795AD6-14CE-490A-811C-5878FAF83AED}" destId="{B87EF0D4-C4B1-4EC2-AE3F-90661993AEF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74D394C0-C112-4462-926D-F9F451E811F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02E0DA-B499-4B19-9110-B35D9523A6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get added </a:t>
          </a:r>
          <a:r>
            <a:rPr lang="tr-TR" dirty="0"/>
            <a:t>new transactions</a:t>
          </a:r>
          <a:endParaRPr lang="en-US" dirty="0"/>
        </a:p>
      </dgm:t>
    </dgm:pt>
    <dgm:pt modelId="{B6EE2C47-4B83-48D3-8B65-07B0A631D11E}" type="parTrans" cxnId="{FAA3F793-1B10-4218-AAB0-0473688958D4}">
      <dgm:prSet/>
      <dgm:spPr/>
      <dgm:t>
        <a:bodyPr/>
        <a:lstStyle/>
        <a:p>
          <a:endParaRPr lang="en-US"/>
        </a:p>
      </dgm:t>
    </dgm:pt>
    <dgm:pt modelId="{C1F67418-F146-4F15-B25F-69F96B5E850A}" type="sibTrans" cxnId="{FAA3F793-1B10-4218-AAB0-0473688958D4}">
      <dgm:prSet/>
      <dgm:spPr/>
      <dgm:t>
        <a:bodyPr/>
        <a:lstStyle/>
        <a:p>
          <a:endParaRPr lang="en-US"/>
        </a:p>
      </dgm:t>
    </dgm:pt>
    <dgm:pt modelId="{78DC1798-6264-4177-999B-6A6A631D75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Network nodes</a:t>
          </a:r>
          <a:endParaRPr lang="en-US"/>
        </a:p>
      </dgm:t>
    </dgm:pt>
    <dgm:pt modelId="{C25ED271-64E8-40AE-8261-4666E6F7B3D7}" type="parTrans" cxnId="{90E53F79-792A-42D4-9D38-63166DB52CE2}">
      <dgm:prSet/>
      <dgm:spPr/>
      <dgm:t>
        <a:bodyPr/>
        <a:lstStyle/>
        <a:p>
          <a:endParaRPr lang="tr-TR"/>
        </a:p>
      </dgm:t>
    </dgm:pt>
    <dgm:pt modelId="{95DAEF42-1EAB-4E48-AA6F-FCB99999706F}" type="sibTrans" cxnId="{90E53F79-792A-42D4-9D38-63166DB52CE2}">
      <dgm:prSet phldrT="02" phldr="0"/>
      <dgm:spPr/>
      <dgm:t>
        <a:bodyPr/>
        <a:lstStyle/>
        <a:p>
          <a:endParaRPr lang="tr-TR"/>
        </a:p>
      </dgm:t>
    </dgm:pt>
    <dgm:pt modelId="{4B578147-0A0C-4698-975F-63E3D5C82E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a temporary</a:t>
          </a:r>
          <a:r>
            <a:rPr lang="tr-TR" dirty="0"/>
            <a:t> </a:t>
          </a:r>
          <a:r>
            <a:rPr lang="en-US" dirty="0"/>
            <a:t>pool of</a:t>
          </a:r>
        </a:p>
      </dgm:t>
    </dgm:pt>
    <dgm:pt modelId="{54EA9372-F6C9-4ED8-86AB-0531CC71669F}" type="parTrans" cxnId="{84776942-DDB3-4470-B847-FB6306510608}">
      <dgm:prSet/>
      <dgm:spPr/>
      <dgm:t>
        <a:bodyPr/>
        <a:lstStyle/>
        <a:p>
          <a:endParaRPr lang="tr-TR"/>
        </a:p>
      </dgm:t>
    </dgm:pt>
    <dgm:pt modelId="{D4767F34-000E-4B37-B4FD-5619A6518D0F}" type="sibTrans" cxnId="{84776942-DDB3-4470-B847-FB6306510608}">
      <dgm:prSet/>
      <dgm:spPr/>
      <dgm:t>
        <a:bodyPr/>
        <a:lstStyle/>
        <a:p>
          <a:endParaRPr lang="tr-TR"/>
        </a:p>
      </dgm:t>
    </dgm:pt>
    <dgm:pt modelId="{496E4578-8EDE-4B9D-904E-5A5E0C8E06D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Temporary pool</a:t>
          </a:r>
          <a:endParaRPr lang="en-US"/>
        </a:p>
      </dgm:t>
    </dgm:pt>
    <dgm:pt modelId="{6833D0AB-4384-460F-938C-0E9A38DF0D45}" type="parTrans" cxnId="{7AFAFA92-FF27-4234-B9A8-28166E3FEB8C}">
      <dgm:prSet/>
      <dgm:spPr/>
      <dgm:t>
        <a:bodyPr/>
        <a:lstStyle/>
        <a:p>
          <a:endParaRPr lang="tr-TR"/>
        </a:p>
      </dgm:t>
    </dgm:pt>
    <dgm:pt modelId="{75DB1E5D-A161-4F38-B6E4-2B6597C86687}" type="sibTrans" cxnId="{7AFAFA92-FF27-4234-B9A8-28166E3FEB8C}">
      <dgm:prSet/>
      <dgm:spPr/>
      <dgm:t>
        <a:bodyPr/>
        <a:lstStyle/>
        <a:p>
          <a:endParaRPr lang="tr-TR"/>
        </a:p>
      </dgm:t>
    </dgm:pt>
    <dgm:pt modelId="{324D0723-BE4C-4290-80CB-C4220ECD191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contains </a:t>
          </a:r>
          <a:r>
            <a:rPr lang="en-US" dirty="0"/>
            <a:t>unverified transactions</a:t>
          </a:r>
        </a:p>
      </dgm:t>
    </dgm:pt>
    <dgm:pt modelId="{5C35598C-02A6-4222-A4DB-8FD4D28386A3}" type="parTrans" cxnId="{AE03817C-1B4E-45FD-BE3C-FA4AB5EA1384}">
      <dgm:prSet/>
      <dgm:spPr/>
      <dgm:t>
        <a:bodyPr/>
        <a:lstStyle/>
        <a:p>
          <a:endParaRPr lang="tr-TR"/>
        </a:p>
      </dgm:t>
    </dgm:pt>
    <dgm:pt modelId="{DF8B2324-DBBB-4C20-BBD8-0AA0D6741571}" type="sibTrans" cxnId="{AE03817C-1B4E-45FD-BE3C-FA4AB5EA1384}">
      <dgm:prSet/>
      <dgm:spPr/>
      <dgm:t>
        <a:bodyPr/>
        <a:lstStyle/>
        <a:p>
          <a:endParaRPr lang="tr-TR"/>
        </a:p>
      </dgm:t>
    </dgm:pt>
    <dgm:pt modelId="{940F9996-33D1-4B89-9BCB-B89B4ED613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maintained by node</a:t>
          </a:r>
          <a:endParaRPr lang="en-US" dirty="0"/>
        </a:p>
      </dgm:t>
    </dgm:pt>
    <dgm:pt modelId="{86F10408-8B2C-42B5-8F85-172B6EA13489}" type="parTrans" cxnId="{127F5377-422E-4E36-A5D0-1B2C14E6D6C9}">
      <dgm:prSet/>
      <dgm:spPr/>
      <dgm:t>
        <a:bodyPr/>
        <a:lstStyle/>
        <a:p>
          <a:endParaRPr lang="tr-TR"/>
        </a:p>
      </dgm:t>
    </dgm:pt>
    <dgm:pt modelId="{A03E210E-056A-40AC-9B57-8620A43E5A7A}" type="sibTrans" cxnId="{127F5377-422E-4E36-A5D0-1B2C14E6D6C9}">
      <dgm:prSet/>
      <dgm:spPr/>
      <dgm:t>
        <a:bodyPr/>
        <a:lstStyle/>
        <a:p>
          <a:endParaRPr lang="tr-TR"/>
        </a:p>
      </dgm:t>
    </dgm:pt>
    <dgm:pt modelId="{B1E311EA-E84D-456C-BA06-E14279BE5216}" type="pres">
      <dgm:prSet presAssocID="{74D394C0-C112-4462-926D-F9F451E811F6}" presName="root" presStyleCnt="0">
        <dgm:presLayoutVars>
          <dgm:dir/>
          <dgm:resizeHandles val="exact"/>
        </dgm:presLayoutVars>
      </dgm:prSet>
      <dgm:spPr/>
    </dgm:pt>
    <dgm:pt modelId="{F61692F6-C973-4F96-A52A-5EAA1BB56993}" type="pres">
      <dgm:prSet presAssocID="{78DC1798-6264-4177-999B-6A6A631D75CC}" presName="compNode" presStyleCnt="0"/>
      <dgm:spPr/>
    </dgm:pt>
    <dgm:pt modelId="{68468652-4B5A-49BD-8CE2-3F32C9A4D60D}" type="pres">
      <dgm:prSet presAssocID="{78DC1798-6264-4177-999B-6A6A631D75C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04E25FDC-7A9B-4058-8518-722E45C7ED3D}" type="pres">
      <dgm:prSet presAssocID="{78DC1798-6264-4177-999B-6A6A631D75CC}" presName="iconSpace" presStyleCnt="0"/>
      <dgm:spPr/>
    </dgm:pt>
    <dgm:pt modelId="{C805B88B-38B7-4B8F-8907-EEE36C134253}" type="pres">
      <dgm:prSet presAssocID="{78DC1798-6264-4177-999B-6A6A631D75CC}" presName="parTx" presStyleLbl="revTx" presStyleIdx="0" presStyleCnt="4">
        <dgm:presLayoutVars>
          <dgm:chMax val="0"/>
          <dgm:chPref val="0"/>
        </dgm:presLayoutVars>
      </dgm:prSet>
      <dgm:spPr/>
    </dgm:pt>
    <dgm:pt modelId="{EEDDD7CD-A489-4409-864F-A86C90C90E31}" type="pres">
      <dgm:prSet presAssocID="{78DC1798-6264-4177-999B-6A6A631D75CC}" presName="txSpace" presStyleCnt="0"/>
      <dgm:spPr/>
    </dgm:pt>
    <dgm:pt modelId="{79CC6D65-2EE1-4131-BA45-52F92F42A8C2}" type="pres">
      <dgm:prSet presAssocID="{78DC1798-6264-4177-999B-6A6A631D75CC}" presName="desTx" presStyleLbl="revTx" presStyleIdx="1" presStyleCnt="4">
        <dgm:presLayoutVars/>
      </dgm:prSet>
      <dgm:spPr/>
    </dgm:pt>
    <dgm:pt modelId="{FF9D570A-7736-46EB-A0B7-B0AD927D5BE2}" type="pres">
      <dgm:prSet presAssocID="{95DAEF42-1EAB-4E48-AA6F-FCB99999706F}" presName="sibTrans" presStyleCnt="0"/>
      <dgm:spPr/>
    </dgm:pt>
    <dgm:pt modelId="{A1AA7C1A-AB22-4E10-8B89-C422123C8241}" type="pres">
      <dgm:prSet presAssocID="{496E4578-8EDE-4B9D-904E-5A5E0C8E06DF}" presName="compNode" presStyleCnt="0"/>
      <dgm:spPr/>
    </dgm:pt>
    <dgm:pt modelId="{A43B1074-F140-4D8E-AD2D-D109B97E6995}" type="pres">
      <dgm:prSet presAssocID="{496E4578-8EDE-4B9D-904E-5A5E0C8E06D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rveyBalls15"/>
        </a:ext>
      </dgm:extLst>
    </dgm:pt>
    <dgm:pt modelId="{ED4BD871-2672-4E8E-8F26-72021ED79888}" type="pres">
      <dgm:prSet presAssocID="{496E4578-8EDE-4B9D-904E-5A5E0C8E06DF}" presName="iconSpace" presStyleCnt="0"/>
      <dgm:spPr/>
    </dgm:pt>
    <dgm:pt modelId="{D72F7895-E411-4FC2-AD5D-08347CC427AB}" type="pres">
      <dgm:prSet presAssocID="{496E4578-8EDE-4B9D-904E-5A5E0C8E06DF}" presName="parTx" presStyleLbl="revTx" presStyleIdx="2" presStyleCnt="4">
        <dgm:presLayoutVars>
          <dgm:chMax val="0"/>
          <dgm:chPref val="0"/>
        </dgm:presLayoutVars>
      </dgm:prSet>
      <dgm:spPr/>
    </dgm:pt>
    <dgm:pt modelId="{9EE878F8-7CCD-4CA8-84A9-09C497D98716}" type="pres">
      <dgm:prSet presAssocID="{496E4578-8EDE-4B9D-904E-5A5E0C8E06DF}" presName="txSpace" presStyleCnt="0"/>
      <dgm:spPr/>
    </dgm:pt>
    <dgm:pt modelId="{C5400FDC-11D6-43CE-8820-BB75FD6FD690}" type="pres">
      <dgm:prSet presAssocID="{496E4578-8EDE-4B9D-904E-5A5E0C8E06DF}" presName="desTx" presStyleLbl="revTx" presStyleIdx="3" presStyleCnt="4">
        <dgm:presLayoutVars/>
      </dgm:prSet>
      <dgm:spPr/>
    </dgm:pt>
  </dgm:ptLst>
  <dgm:cxnLst>
    <dgm:cxn modelId="{BC5C8B28-3F4E-4105-A72C-73911B31062D}" type="presOf" srcId="{1802E0DA-B499-4B19-9110-B35D9523A6E9}" destId="{79CC6D65-2EE1-4131-BA45-52F92F42A8C2}" srcOrd="0" destOrd="0" presId="urn:microsoft.com/office/officeart/2018/5/layout/CenteredIconLabelDescriptionList"/>
    <dgm:cxn modelId="{EF3A3240-D2DB-42F2-B434-CDA526F951E2}" type="presOf" srcId="{4B578147-0A0C-4698-975F-63E3D5C82EAD}" destId="{79CC6D65-2EE1-4131-BA45-52F92F42A8C2}" srcOrd="0" destOrd="1" presId="urn:microsoft.com/office/officeart/2018/5/layout/CenteredIconLabelDescriptionList"/>
    <dgm:cxn modelId="{84776942-DDB3-4470-B847-FB6306510608}" srcId="{78DC1798-6264-4177-999B-6A6A631D75CC}" destId="{4B578147-0A0C-4698-975F-63E3D5C82EAD}" srcOrd="1" destOrd="0" parTransId="{54EA9372-F6C9-4ED8-86AB-0531CC71669F}" sibTransId="{D4767F34-000E-4B37-B4FD-5619A6518D0F}"/>
    <dgm:cxn modelId="{B592FD70-E15F-4353-9238-FF71B518F9FE}" type="presOf" srcId="{78DC1798-6264-4177-999B-6A6A631D75CC}" destId="{C805B88B-38B7-4B8F-8907-EEE36C134253}" srcOrd="0" destOrd="0" presId="urn:microsoft.com/office/officeart/2018/5/layout/CenteredIconLabelDescriptionList"/>
    <dgm:cxn modelId="{C7F34777-E1FF-4C4D-9D64-7C8468303290}" type="presOf" srcId="{74D394C0-C112-4462-926D-F9F451E811F6}" destId="{B1E311EA-E84D-456C-BA06-E14279BE5216}" srcOrd="0" destOrd="0" presId="urn:microsoft.com/office/officeart/2018/5/layout/CenteredIconLabelDescriptionList"/>
    <dgm:cxn modelId="{127F5377-422E-4E36-A5D0-1B2C14E6D6C9}" srcId="{496E4578-8EDE-4B9D-904E-5A5E0C8E06DF}" destId="{940F9996-33D1-4B89-9BCB-B89B4ED6132F}" srcOrd="1" destOrd="0" parTransId="{86F10408-8B2C-42B5-8F85-172B6EA13489}" sibTransId="{A03E210E-056A-40AC-9B57-8620A43E5A7A}"/>
    <dgm:cxn modelId="{90E53F79-792A-42D4-9D38-63166DB52CE2}" srcId="{74D394C0-C112-4462-926D-F9F451E811F6}" destId="{78DC1798-6264-4177-999B-6A6A631D75CC}" srcOrd="0" destOrd="0" parTransId="{C25ED271-64E8-40AE-8261-4666E6F7B3D7}" sibTransId="{95DAEF42-1EAB-4E48-AA6F-FCB99999706F}"/>
    <dgm:cxn modelId="{AE03817C-1B4E-45FD-BE3C-FA4AB5EA1384}" srcId="{496E4578-8EDE-4B9D-904E-5A5E0C8E06DF}" destId="{324D0723-BE4C-4290-80CB-C4220ECD1914}" srcOrd="0" destOrd="0" parTransId="{5C35598C-02A6-4222-A4DB-8FD4D28386A3}" sibTransId="{DF8B2324-DBBB-4C20-BBD8-0AA0D6741571}"/>
    <dgm:cxn modelId="{6A83DA7F-B640-4259-B97A-D6D058C1D19B}" type="presOf" srcId="{496E4578-8EDE-4B9D-904E-5A5E0C8E06DF}" destId="{D72F7895-E411-4FC2-AD5D-08347CC427AB}" srcOrd="0" destOrd="0" presId="urn:microsoft.com/office/officeart/2018/5/layout/CenteredIconLabelDescriptionList"/>
    <dgm:cxn modelId="{7AFAFA92-FF27-4234-B9A8-28166E3FEB8C}" srcId="{74D394C0-C112-4462-926D-F9F451E811F6}" destId="{496E4578-8EDE-4B9D-904E-5A5E0C8E06DF}" srcOrd="1" destOrd="0" parTransId="{6833D0AB-4384-460F-938C-0E9A38DF0D45}" sibTransId="{75DB1E5D-A161-4F38-B6E4-2B6597C86687}"/>
    <dgm:cxn modelId="{FAA3F793-1B10-4218-AAB0-0473688958D4}" srcId="{78DC1798-6264-4177-999B-6A6A631D75CC}" destId="{1802E0DA-B499-4B19-9110-B35D9523A6E9}" srcOrd="0" destOrd="0" parTransId="{B6EE2C47-4B83-48D3-8B65-07B0A631D11E}" sibTransId="{C1F67418-F146-4F15-B25F-69F96B5E850A}"/>
    <dgm:cxn modelId="{39F57EB7-9027-421C-B16C-FF20A5E19EDC}" type="presOf" srcId="{324D0723-BE4C-4290-80CB-C4220ECD1914}" destId="{C5400FDC-11D6-43CE-8820-BB75FD6FD690}" srcOrd="0" destOrd="0" presId="urn:microsoft.com/office/officeart/2018/5/layout/CenteredIconLabelDescriptionList"/>
    <dgm:cxn modelId="{9B8B26E2-4579-4CC0-A15A-257C57D49229}" type="presOf" srcId="{940F9996-33D1-4B89-9BCB-B89B4ED6132F}" destId="{C5400FDC-11D6-43CE-8820-BB75FD6FD690}" srcOrd="0" destOrd="1" presId="urn:microsoft.com/office/officeart/2018/5/layout/CenteredIconLabelDescriptionList"/>
    <dgm:cxn modelId="{66B626C2-8DF7-4A12-98DF-12E2DFD27056}" type="presParOf" srcId="{B1E311EA-E84D-456C-BA06-E14279BE5216}" destId="{F61692F6-C973-4F96-A52A-5EAA1BB56993}" srcOrd="0" destOrd="0" presId="urn:microsoft.com/office/officeart/2018/5/layout/CenteredIconLabelDescriptionList"/>
    <dgm:cxn modelId="{AA0B7FAC-838F-432B-A6FA-CB70BC9B8162}" type="presParOf" srcId="{F61692F6-C973-4F96-A52A-5EAA1BB56993}" destId="{68468652-4B5A-49BD-8CE2-3F32C9A4D60D}" srcOrd="0" destOrd="0" presId="urn:microsoft.com/office/officeart/2018/5/layout/CenteredIconLabelDescriptionList"/>
    <dgm:cxn modelId="{DD8EA8E5-A3E6-435D-9863-61AC1356ABC4}" type="presParOf" srcId="{F61692F6-C973-4F96-A52A-5EAA1BB56993}" destId="{04E25FDC-7A9B-4058-8518-722E45C7ED3D}" srcOrd="1" destOrd="0" presId="urn:microsoft.com/office/officeart/2018/5/layout/CenteredIconLabelDescriptionList"/>
    <dgm:cxn modelId="{9121C844-E939-407A-A61E-3956F159F337}" type="presParOf" srcId="{F61692F6-C973-4F96-A52A-5EAA1BB56993}" destId="{C805B88B-38B7-4B8F-8907-EEE36C134253}" srcOrd="2" destOrd="0" presId="urn:microsoft.com/office/officeart/2018/5/layout/CenteredIconLabelDescriptionList"/>
    <dgm:cxn modelId="{2811C93F-1FDC-46A4-831C-EED99DD24F71}" type="presParOf" srcId="{F61692F6-C973-4F96-A52A-5EAA1BB56993}" destId="{EEDDD7CD-A489-4409-864F-A86C90C90E31}" srcOrd="3" destOrd="0" presId="urn:microsoft.com/office/officeart/2018/5/layout/CenteredIconLabelDescriptionList"/>
    <dgm:cxn modelId="{DD45A987-FD1D-4924-BC6D-844E112BAE49}" type="presParOf" srcId="{F61692F6-C973-4F96-A52A-5EAA1BB56993}" destId="{79CC6D65-2EE1-4131-BA45-52F92F42A8C2}" srcOrd="4" destOrd="0" presId="urn:microsoft.com/office/officeart/2018/5/layout/CenteredIconLabelDescriptionList"/>
    <dgm:cxn modelId="{10272F20-8740-40DD-81B1-240209B306CE}" type="presParOf" srcId="{B1E311EA-E84D-456C-BA06-E14279BE5216}" destId="{FF9D570A-7736-46EB-A0B7-B0AD927D5BE2}" srcOrd="1" destOrd="0" presId="urn:microsoft.com/office/officeart/2018/5/layout/CenteredIconLabelDescriptionList"/>
    <dgm:cxn modelId="{F3380FB9-B569-4B74-BD85-2756DC9E0841}" type="presParOf" srcId="{B1E311EA-E84D-456C-BA06-E14279BE5216}" destId="{A1AA7C1A-AB22-4E10-8B89-C422123C8241}" srcOrd="2" destOrd="0" presId="urn:microsoft.com/office/officeart/2018/5/layout/CenteredIconLabelDescriptionList"/>
    <dgm:cxn modelId="{1D12F2C2-18B0-48B6-A0F5-16BB05C96E8A}" type="presParOf" srcId="{A1AA7C1A-AB22-4E10-8B89-C422123C8241}" destId="{A43B1074-F140-4D8E-AD2D-D109B97E6995}" srcOrd="0" destOrd="0" presId="urn:microsoft.com/office/officeart/2018/5/layout/CenteredIconLabelDescriptionList"/>
    <dgm:cxn modelId="{BC1E9C49-0167-4CB1-9FC9-29E1BBDBEBF6}" type="presParOf" srcId="{A1AA7C1A-AB22-4E10-8B89-C422123C8241}" destId="{ED4BD871-2672-4E8E-8F26-72021ED79888}" srcOrd="1" destOrd="0" presId="urn:microsoft.com/office/officeart/2018/5/layout/CenteredIconLabelDescriptionList"/>
    <dgm:cxn modelId="{8465E849-F1E4-4837-954B-305F76832055}" type="presParOf" srcId="{A1AA7C1A-AB22-4E10-8B89-C422123C8241}" destId="{D72F7895-E411-4FC2-AD5D-08347CC427AB}" srcOrd="2" destOrd="0" presId="urn:microsoft.com/office/officeart/2018/5/layout/CenteredIconLabelDescriptionList"/>
    <dgm:cxn modelId="{BBFE1C4B-C1D1-4FBD-A6A0-ABDF89DD1567}" type="presParOf" srcId="{A1AA7C1A-AB22-4E10-8B89-C422123C8241}" destId="{9EE878F8-7CCD-4CA8-84A9-09C497D98716}" srcOrd="3" destOrd="0" presId="urn:microsoft.com/office/officeart/2018/5/layout/CenteredIconLabelDescriptionList"/>
    <dgm:cxn modelId="{903E21B9-DD27-4018-8C46-2CDEDE8C202A}" type="presParOf" srcId="{A1AA7C1A-AB22-4E10-8B89-C422123C8241}" destId="{C5400FDC-11D6-43CE-8820-BB75FD6FD69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74D394C0-C112-4462-926D-F9F451E811F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43CBCF1-57FD-4416-83F2-05D516AA40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they add unverified transactions</a:t>
          </a:r>
        </a:p>
      </dgm:t>
    </dgm:pt>
    <dgm:pt modelId="{178010EE-F64B-40C9-A3CF-CA266C9BDE9D}" type="parTrans" cxnId="{BF3D5D5A-32E9-4699-9168-E893B70E71EA}">
      <dgm:prSet/>
      <dgm:spPr/>
      <dgm:t>
        <a:bodyPr/>
        <a:lstStyle/>
        <a:p>
          <a:endParaRPr lang="en-US"/>
        </a:p>
      </dgm:t>
    </dgm:pt>
    <dgm:pt modelId="{3C428183-7A17-4CD1-80EA-7906B452CC57}" type="sibTrans" cxnId="{BF3D5D5A-32E9-4699-9168-E893B70E71EA}">
      <dgm:prSet/>
      <dgm:spPr/>
      <dgm:t>
        <a:bodyPr/>
        <a:lstStyle/>
        <a:p>
          <a:endParaRPr lang="en-US"/>
        </a:p>
      </dgm:t>
    </dgm:pt>
    <dgm:pt modelId="{BF856493-6EA7-445B-A324-2CADD11862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prove the validity of that new block</a:t>
          </a:r>
        </a:p>
      </dgm:t>
    </dgm:pt>
    <dgm:pt modelId="{9C0E5EB9-9649-42AB-A393-2E428F4D0A9A}" type="parTrans" cxnId="{6379C72D-23E0-49D4-9D57-5E51D8F4DFBB}">
      <dgm:prSet/>
      <dgm:spPr/>
      <dgm:t>
        <a:bodyPr/>
        <a:lstStyle/>
        <a:p>
          <a:endParaRPr lang="en-US"/>
        </a:p>
      </dgm:t>
    </dgm:pt>
    <dgm:pt modelId="{9AFA6A3A-275E-4AD8-94B9-3C1068D37CA6}" type="sibTrans" cxnId="{6379C72D-23E0-49D4-9D57-5E51D8F4DFBB}">
      <dgm:prSet/>
      <dgm:spPr/>
      <dgm:t>
        <a:bodyPr/>
        <a:lstStyle/>
        <a:p>
          <a:endParaRPr lang="en-US"/>
        </a:p>
      </dgm:t>
    </dgm:pt>
    <dgm:pt modelId="{4A222FEB-B72B-4837-B156-001CDE63D4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Miner</a:t>
          </a:r>
          <a:endParaRPr lang="en-US"/>
        </a:p>
      </dgm:t>
    </dgm:pt>
    <dgm:pt modelId="{8ABD3AE4-32A2-4BAA-B66C-BD1395D39252}" type="parTrans" cxnId="{8EB45F33-76AA-42E1-8570-9716F60A9A5D}">
      <dgm:prSet/>
      <dgm:spPr/>
      <dgm:t>
        <a:bodyPr/>
        <a:lstStyle/>
        <a:p>
          <a:endParaRPr lang="tr-TR"/>
        </a:p>
      </dgm:t>
    </dgm:pt>
    <dgm:pt modelId="{3F25578E-C46E-4072-A3EA-76A01BD532A3}" type="sibTrans" cxnId="{8EB45F33-76AA-42E1-8570-9716F60A9A5D}">
      <dgm:prSet phldrT="03" phldr="0"/>
      <dgm:spPr/>
      <dgm:t>
        <a:bodyPr/>
        <a:lstStyle/>
        <a:p>
          <a:endParaRPr lang="tr-TR"/>
        </a:p>
      </dgm:t>
    </dgm:pt>
    <dgm:pt modelId="{75E9847F-A81A-44C0-AB5B-1C9C3A2096C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Constructing </a:t>
          </a:r>
          <a:r>
            <a:rPr lang="tr-TR" dirty="0"/>
            <a:t>new block</a:t>
          </a:r>
          <a:endParaRPr lang="en-US" dirty="0"/>
        </a:p>
      </dgm:t>
    </dgm:pt>
    <dgm:pt modelId="{6A01FD77-F633-4C29-AFBA-B1E94F93721E}" type="parTrans" cxnId="{DF827208-A818-426C-AF34-52D98FDE4D52}">
      <dgm:prSet/>
      <dgm:spPr/>
      <dgm:t>
        <a:bodyPr/>
        <a:lstStyle/>
        <a:p>
          <a:endParaRPr lang="tr-TR"/>
        </a:p>
      </dgm:t>
    </dgm:pt>
    <dgm:pt modelId="{CB1EE725-E758-439C-B61D-B10C99FBD9BD}" type="sibTrans" cxnId="{DF827208-A818-426C-AF34-52D98FDE4D52}">
      <dgm:prSet/>
      <dgm:spPr/>
      <dgm:t>
        <a:bodyPr/>
        <a:lstStyle/>
        <a:p>
          <a:endParaRPr lang="tr-TR"/>
        </a:p>
      </dgm:t>
    </dgm:pt>
    <dgm:pt modelId="{44BD810B-A63E-45FA-85AE-E1BB40ABE0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Using transaction pool</a:t>
          </a:r>
          <a:endParaRPr lang="en-US" dirty="0"/>
        </a:p>
      </dgm:t>
    </dgm:pt>
    <dgm:pt modelId="{554ADB0C-9CF4-4940-AD00-E76187FDAF46}" type="parTrans" cxnId="{12293C1A-5E9E-4F68-B7AF-6C901E038CDD}">
      <dgm:prSet/>
      <dgm:spPr/>
      <dgm:t>
        <a:bodyPr/>
        <a:lstStyle/>
        <a:p>
          <a:endParaRPr lang="tr-TR"/>
        </a:p>
      </dgm:t>
    </dgm:pt>
    <dgm:pt modelId="{1EEC32EF-7C26-46AE-A2DC-F1D0664507E8}" type="sibTrans" cxnId="{12293C1A-5E9E-4F68-B7AF-6C901E038CDD}">
      <dgm:prSet/>
      <dgm:spPr/>
      <dgm:t>
        <a:bodyPr/>
        <a:lstStyle/>
        <a:p>
          <a:endParaRPr lang="tr-TR"/>
        </a:p>
      </dgm:t>
    </dgm:pt>
    <dgm:pt modelId="{D4F9D1B7-A4B4-489C-AF2F-861BA4BDB8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</a:t>
          </a:r>
          <a:r>
            <a:rPr lang="tr-TR" dirty="0"/>
            <a:t>the</a:t>
          </a:r>
          <a:r>
            <a:rPr lang="en-US" dirty="0"/>
            <a:t> pool to the new block </a:t>
          </a:r>
        </a:p>
      </dgm:t>
    </dgm:pt>
    <dgm:pt modelId="{655FB603-E308-4A2F-9528-90E72655B10E}" type="parTrans" cxnId="{C342394D-49CA-4A12-B3ED-893314767E5C}">
      <dgm:prSet/>
      <dgm:spPr/>
      <dgm:t>
        <a:bodyPr/>
        <a:lstStyle/>
        <a:p>
          <a:endParaRPr lang="tr-TR"/>
        </a:p>
      </dgm:t>
    </dgm:pt>
    <dgm:pt modelId="{11C5DA20-1A44-4B2D-8DFE-3E7F3FA61E4F}" type="sibTrans" cxnId="{C342394D-49CA-4A12-B3ED-893314767E5C}">
      <dgm:prSet/>
      <dgm:spPr/>
      <dgm:t>
        <a:bodyPr/>
        <a:lstStyle/>
        <a:p>
          <a:endParaRPr lang="tr-TR"/>
        </a:p>
      </dgm:t>
    </dgm:pt>
    <dgm:pt modelId="{442144F6-1373-4409-A467-C0D3E793AF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Mining</a:t>
          </a:r>
          <a:endParaRPr lang="en-US"/>
        </a:p>
      </dgm:t>
    </dgm:pt>
    <dgm:pt modelId="{922C862C-C68D-4C5A-A842-482167553272}" type="parTrans" cxnId="{4FE39790-C9AC-4BD3-BB37-2200540554FE}">
      <dgm:prSet/>
      <dgm:spPr/>
      <dgm:t>
        <a:bodyPr/>
        <a:lstStyle/>
        <a:p>
          <a:endParaRPr lang="tr-TR"/>
        </a:p>
      </dgm:t>
    </dgm:pt>
    <dgm:pt modelId="{B05D95C5-16E6-4F8B-8B49-A587CD1490F8}" type="sibTrans" cxnId="{4FE39790-C9AC-4BD3-BB37-2200540554FE}">
      <dgm:prSet/>
      <dgm:spPr/>
      <dgm:t>
        <a:bodyPr/>
        <a:lstStyle/>
        <a:p>
          <a:endParaRPr lang="tr-TR"/>
        </a:p>
      </dgm:t>
    </dgm:pt>
    <dgm:pt modelId="{EA22F276-56D7-4878-BE8D-28305598008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Execute Proof-of-Work </a:t>
          </a:r>
          <a:r>
            <a:rPr lang="en-US" dirty="0"/>
            <a:t>mining algorithm</a:t>
          </a:r>
          <a:r>
            <a:rPr lang="tr-TR" dirty="0"/>
            <a:t> </a:t>
          </a:r>
          <a:endParaRPr lang="en-US" dirty="0"/>
        </a:p>
      </dgm:t>
    </dgm:pt>
    <dgm:pt modelId="{9DAA3C71-0AD7-4EA0-A885-926A9DE85F32}" type="parTrans" cxnId="{3135F7E5-9136-45AD-A5DE-A8604BC284C8}">
      <dgm:prSet/>
      <dgm:spPr/>
      <dgm:t>
        <a:bodyPr/>
        <a:lstStyle/>
        <a:p>
          <a:endParaRPr lang="tr-TR"/>
        </a:p>
      </dgm:t>
    </dgm:pt>
    <dgm:pt modelId="{1CEFF63C-2BD4-4B01-98ED-8E3D6DD06866}" type="sibTrans" cxnId="{3135F7E5-9136-45AD-A5DE-A8604BC284C8}">
      <dgm:prSet/>
      <dgm:spPr/>
      <dgm:t>
        <a:bodyPr/>
        <a:lstStyle/>
        <a:p>
          <a:endParaRPr lang="tr-TR"/>
        </a:p>
      </dgm:t>
    </dgm:pt>
    <dgm:pt modelId="{345B2A89-BA1D-42EC-ADA3-A9543CA973BD}" type="pres">
      <dgm:prSet presAssocID="{74D394C0-C112-4462-926D-F9F451E811F6}" presName="root" presStyleCnt="0">
        <dgm:presLayoutVars>
          <dgm:dir/>
          <dgm:resizeHandles val="exact"/>
        </dgm:presLayoutVars>
      </dgm:prSet>
      <dgm:spPr/>
    </dgm:pt>
    <dgm:pt modelId="{75D60118-050F-4723-BA5B-1BC533522CA9}" type="pres">
      <dgm:prSet presAssocID="{4A222FEB-B72B-4837-B156-001CDE63D4E6}" presName="compNode" presStyleCnt="0"/>
      <dgm:spPr/>
    </dgm:pt>
    <dgm:pt modelId="{B97FF6C7-E562-4747-BE14-D6BB266B28F9}" type="pres">
      <dgm:prSet presAssocID="{4A222FEB-B72B-4837-B156-001CDE63D4E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D6ADA3B3-A893-4F0F-9EC9-34A18F558D62}" type="pres">
      <dgm:prSet presAssocID="{4A222FEB-B72B-4837-B156-001CDE63D4E6}" presName="iconSpace" presStyleCnt="0"/>
      <dgm:spPr/>
    </dgm:pt>
    <dgm:pt modelId="{DA307BDE-F1A8-41FC-9B0C-9EC55AF6025B}" type="pres">
      <dgm:prSet presAssocID="{4A222FEB-B72B-4837-B156-001CDE63D4E6}" presName="parTx" presStyleLbl="revTx" presStyleIdx="0" presStyleCnt="6">
        <dgm:presLayoutVars>
          <dgm:chMax val="0"/>
          <dgm:chPref val="0"/>
        </dgm:presLayoutVars>
      </dgm:prSet>
      <dgm:spPr/>
    </dgm:pt>
    <dgm:pt modelId="{A102CA69-0642-4BBE-9126-52604AE40EE4}" type="pres">
      <dgm:prSet presAssocID="{4A222FEB-B72B-4837-B156-001CDE63D4E6}" presName="txSpace" presStyleCnt="0"/>
      <dgm:spPr/>
    </dgm:pt>
    <dgm:pt modelId="{40716706-6ACB-4A39-9237-7AD911D0C6E4}" type="pres">
      <dgm:prSet presAssocID="{4A222FEB-B72B-4837-B156-001CDE63D4E6}" presName="desTx" presStyleLbl="revTx" presStyleIdx="1" presStyleCnt="6">
        <dgm:presLayoutVars/>
      </dgm:prSet>
      <dgm:spPr/>
    </dgm:pt>
    <dgm:pt modelId="{853DE088-B046-4DD6-BD20-AEB8A7588EA8}" type="pres">
      <dgm:prSet presAssocID="{3F25578E-C46E-4072-A3EA-76A01BD532A3}" presName="sibTrans" presStyleCnt="0"/>
      <dgm:spPr/>
    </dgm:pt>
    <dgm:pt modelId="{E1975039-CD71-4624-910C-8968245796AA}" type="pres">
      <dgm:prSet presAssocID="{44BD810B-A63E-45FA-85AE-E1BB40ABE020}" presName="compNode" presStyleCnt="0"/>
      <dgm:spPr/>
    </dgm:pt>
    <dgm:pt modelId="{ACFB5CAB-F823-40A8-9DD7-DF22AF814F89}" type="pres">
      <dgm:prSet presAssocID="{44BD810B-A63E-45FA-85AE-E1BB40ABE0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D81C8B69-078C-4121-B7CF-F61912EE230B}" type="pres">
      <dgm:prSet presAssocID="{44BD810B-A63E-45FA-85AE-E1BB40ABE020}" presName="iconSpace" presStyleCnt="0"/>
      <dgm:spPr/>
    </dgm:pt>
    <dgm:pt modelId="{0E42B094-ECD4-4D4A-B0F9-D8B0513CB6B9}" type="pres">
      <dgm:prSet presAssocID="{44BD810B-A63E-45FA-85AE-E1BB40ABE020}" presName="parTx" presStyleLbl="revTx" presStyleIdx="2" presStyleCnt="6">
        <dgm:presLayoutVars>
          <dgm:chMax val="0"/>
          <dgm:chPref val="0"/>
        </dgm:presLayoutVars>
      </dgm:prSet>
      <dgm:spPr/>
    </dgm:pt>
    <dgm:pt modelId="{37A9201E-9659-4227-B9CA-A6C6C92FF750}" type="pres">
      <dgm:prSet presAssocID="{44BD810B-A63E-45FA-85AE-E1BB40ABE020}" presName="txSpace" presStyleCnt="0"/>
      <dgm:spPr/>
    </dgm:pt>
    <dgm:pt modelId="{06694F63-FE7C-41E0-AEAF-ACFED37898F6}" type="pres">
      <dgm:prSet presAssocID="{44BD810B-A63E-45FA-85AE-E1BB40ABE020}" presName="desTx" presStyleLbl="revTx" presStyleIdx="3" presStyleCnt="6">
        <dgm:presLayoutVars/>
      </dgm:prSet>
      <dgm:spPr/>
    </dgm:pt>
    <dgm:pt modelId="{7B4BBEC5-A291-40EA-8926-D4A9FC3E42A7}" type="pres">
      <dgm:prSet presAssocID="{1EEC32EF-7C26-46AE-A2DC-F1D0664507E8}" presName="sibTrans" presStyleCnt="0"/>
      <dgm:spPr/>
    </dgm:pt>
    <dgm:pt modelId="{A7E2D044-5CF6-4B07-B861-9BF6321D6464}" type="pres">
      <dgm:prSet presAssocID="{442144F6-1373-4409-A467-C0D3E793AF5D}" presName="compNode" presStyleCnt="0"/>
      <dgm:spPr/>
    </dgm:pt>
    <dgm:pt modelId="{A6CE6083-25DD-4FA9-877D-AF2715170EEE}" type="pres">
      <dgm:prSet presAssocID="{442144F6-1373-4409-A467-C0D3E793AF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C900756E-79F3-451B-B8EF-558A391B56EA}" type="pres">
      <dgm:prSet presAssocID="{442144F6-1373-4409-A467-C0D3E793AF5D}" presName="iconSpace" presStyleCnt="0"/>
      <dgm:spPr/>
    </dgm:pt>
    <dgm:pt modelId="{B89D512E-5EB6-4F17-B6B5-EF4496ECD70D}" type="pres">
      <dgm:prSet presAssocID="{442144F6-1373-4409-A467-C0D3E793AF5D}" presName="parTx" presStyleLbl="revTx" presStyleIdx="4" presStyleCnt="6">
        <dgm:presLayoutVars>
          <dgm:chMax val="0"/>
          <dgm:chPref val="0"/>
        </dgm:presLayoutVars>
      </dgm:prSet>
      <dgm:spPr/>
    </dgm:pt>
    <dgm:pt modelId="{9877D43B-8990-4032-8D7F-E1F91B8AFF38}" type="pres">
      <dgm:prSet presAssocID="{442144F6-1373-4409-A467-C0D3E793AF5D}" presName="txSpace" presStyleCnt="0"/>
      <dgm:spPr/>
    </dgm:pt>
    <dgm:pt modelId="{0C33EA06-894D-4165-BD74-7CF9F8EE1A05}" type="pres">
      <dgm:prSet presAssocID="{442144F6-1373-4409-A467-C0D3E793AF5D}" presName="desTx" presStyleLbl="revTx" presStyleIdx="5" presStyleCnt="6">
        <dgm:presLayoutVars/>
      </dgm:prSet>
      <dgm:spPr/>
    </dgm:pt>
  </dgm:ptLst>
  <dgm:cxnLst>
    <dgm:cxn modelId="{DF827208-A818-426C-AF34-52D98FDE4D52}" srcId="{4A222FEB-B72B-4837-B156-001CDE63D4E6}" destId="{75E9847F-A81A-44C0-AB5B-1C9C3A2096C9}" srcOrd="0" destOrd="0" parTransId="{6A01FD77-F633-4C29-AFBA-B1E94F93721E}" sibTransId="{CB1EE725-E758-439C-B61D-B10C99FBD9BD}"/>
    <dgm:cxn modelId="{12293C1A-5E9E-4F68-B7AF-6C901E038CDD}" srcId="{74D394C0-C112-4462-926D-F9F451E811F6}" destId="{44BD810B-A63E-45FA-85AE-E1BB40ABE020}" srcOrd="1" destOrd="0" parTransId="{554ADB0C-9CF4-4940-AD00-E76187FDAF46}" sibTransId="{1EEC32EF-7C26-46AE-A2DC-F1D0664507E8}"/>
    <dgm:cxn modelId="{6379C72D-23E0-49D4-9D57-5E51D8F4DFBB}" srcId="{442144F6-1373-4409-A467-C0D3E793AF5D}" destId="{BF856493-6EA7-445B-A324-2CADD118622F}" srcOrd="1" destOrd="0" parTransId="{9C0E5EB9-9649-42AB-A393-2E428F4D0A9A}" sibTransId="{9AFA6A3A-275E-4AD8-94B9-3C1068D37CA6}"/>
    <dgm:cxn modelId="{8EB45F33-76AA-42E1-8570-9716F60A9A5D}" srcId="{74D394C0-C112-4462-926D-F9F451E811F6}" destId="{4A222FEB-B72B-4837-B156-001CDE63D4E6}" srcOrd="0" destOrd="0" parTransId="{8ABD3AE4-32A2-4BAA-B66C-BD1395D39252}" sibTransId="{3F25578E-C46E-4072-A3EA-76A01BD532A3}"/>
    <dgm:cxn modelId="{FC760A37-5146-47B4-BCCD-8E573EB0DDAB}" type="presOf" srcId="{BF856493-6EA7-445B-A324-2CADD118622F}" destId="{0C33EA06-894D-4165-BD74-7CF9F8EE1A05}" srcOrd="0" destOrd="1" presId="urn:microsoft.com/office/officeart/2018/5/layout/CenteredIconLabelDescriptionList"/>
    <dgm:cxn modelId="{AA11DA39-9DA1-4ABB-9140-34EFD9AE779F}" type="presOf" srcId="{D4F9D1B7-A4B4-489C-AF2F-861BA4BDB81F}" destId="{06694F63-FE7C-41E0-AEAF-ACFED37898F6}" srcOrd="0" destOrd="1" presId="urn:microsoft.com/office/officeart/2018/5/layout/CenteredIconLabelDescriptionList"/>
    <dgm:cxn modelId="{C342394D-49CA-4A12-B3ED-893314767E5C}" srcId="{44BD810B-A63E-45FA-85AE-E1BB40ABE020}" destId="{D4F9D1B7-A4B4-489C-AF2F-861BA4BDB81F}" srcOrd="1" destOrd="0" parTransId="{655FB603-E308-4A2F-9528-90E72655B10E}" sibTransId="{11C5DA20-1A44-4B2D-8DFE-3E7F3FA61E4F}"/>
    <dgm:cxn modelId="{AF79A071-B2CC-4FDE-89CF-1D55F4415957}" type="presOf" srcId="{442144F6-1373-4409-A467-C0D3E793AF5D}" destId="{B89D512E-5EB6-4F17-B6B5-EF4496ECD70D}" srcOrd="0" destOrd="0" presId="urn:microsoft.com/office/officeart/2018/5/layout/CenteredIconLabelDescriptionList"/>
    <dgm:cxn modelId="{BF3D5D5A-32E9-4699-9168-E893B70E71EA}" srcId="{44BD810B-A63E-45FA-85AE-E1BB40ABE020}" destId="{D43CBCF1-57FD-4416-83F2-05D516AA4060}" srcOrd="0" destOrd="0" parTransId="{178010EE-F64B-40C9-A3CF-CA266C9BDE9D}" sibTransId="{3C428183-7A17-4CD1-80EA-7906B452CC57}"/>
    <dgm:cxn modelId="{D2C21685-5EEE-4F3E-9A46-82AD921360AB}" type="presOf" srcId="{44BD810B-A63E-45FA-85AE-E1BB40ABE020}" destId="{0E42B094-ECD4-4D4A-B0F9-D8B0513CB6B9}" srcOrd="0" destOrd="0" presId="urn:microsoft.com/office/officeart/2018/5/layout/CenteredIconLabelDescriptionList"/>
    <dgm:cxn modelId="{A2006D8E-E204-4CA2-91EB-7C5B4CF856FA}" type="presOf" srcId="{D43CBCF1-57FD-4416-83F2-05D516AA4060}" destId="{06694F63-FE7C-41E0-AEAF-ACFED37898F6}" srcOrd="0" destOrd="0" presId="urn:microsoft.com/office/officeart/2018/5/layout/CenteredIconLabelDescriptionList"/>
    <dgm:cxn modelId="{407C6A8F-C9F5-4D8B-932E-33AC5EA52F4A}" type="presOf" srcId="{74D394C0-C112-4462-926D-F9F451E811F6}" destId="{345B2A89-BA1D-42EC-ADA3-A9543CA973BD}" srcOrd="0" destOrd="0" presId="urn:microsoft.com/office/officeart/2018/5/layout/CenteredIconLabelDescriptionList"/>
    <dgm:cxn modelId="{4FE39790-C9AC-4BD3-BB37-2200540554FE}" srcId="{74D394C0-C112-4462-926D-F9F451E811F6}" destId="{442144F6-1373-4409-A467-C0D3E793AF5D}" srcOrd="2" destOrd="0" parTransId="{922C862C-C68D-4C5A-A842-482167553272}" sibTransId="{B05D95C5-16E6-4F8B-8B49-A587CD1490F8}"/>
    <dgm:cxn modelId="{61A72291-D03D-496B-92C5-3B3803006B69}" type="presOf" srcId="{EA22F276-56D7-4878-BE8D-283055980085}" destId="{0C33EA06-894D-4165-BD74-7CF9F8EE1A05}" srcOrd="0" destOrd="0" presId="urn:microsoft.com/office/officeart/2018/5/layout/CenteredIconLabelDescriptionList"/>
    <dgm:cxn modelId="{874945DE-D93E-4F0F-8AF2-DA1033653D1E}" type="presOf" srcId="{75E9847F-A81A-44C0-AB5B-1C9C3A2096C9}" destId="{40716706-6ACB-4A39-9237-7AD911D0C6E4}" srcOrd="0" destOrd="0" presId="urn:microsoft.com/office/officeart/2018/5/layout/CenteredIconLabelDescriptionList"/>
    <dgm:cxn modelId="{3135F7E5-9136-45AD-A5DE-A8604BC284C8}" srcId="{442144F6-1373-4409-A467-C0D3E793AF5D}" destId="{EA22F276-56D7-4878-BE8D-283055980085}" srcOrd="0" destOrd="0" parTransId="{9DAA3C71-0AD7-4EA0-A885-926A9DE85F32}" sibTransId="{1CEFF63C-2BD4-4B01-98ED-8E3D6DD06866}"/>
    <dgm:cxn modelId="{A2C376E8-5E7F-4297-8519-80907BB9CB87}" type="presOf" srcId="{4A222FEB-B72B-4837-B156-001CDE63D4E6}" destId="{DA307BDE-F1A8-41FC-9B0C-9EC55AF6025B}" srcOrd="0" destOrd="0" presId="urn:microsoft.com/office/officeart/2018/5/layout/CenteredIconLabelDescriptionList"/>
    <dgm:cxn modelId="{91C9C7B6-2C6F-400F-97EB-803891E447D0}" type="presParOf" srcId="{345B2A89-BA1D-42EC-ADA3-A9543CA973BD}" destId="{75D60118-050F-4723-BA5B-1BC533522CA9}" srcOrd="0" destOrd="0" presId="urn:microsoft.com/office/officeart/2018/5/layout/CenteredIconLabelDescriptionList"/>
    <dgm:cxn modelId="{A820AFDF-E872-4DC5-B70F-0B08A57638E3}" type="presParOf" srcId="{75D60118-050F-4723-BA5B-1BC533522CA9}" destId="{B97FF6C7-E562-4747-BE14-D6BB266B28F9}" srcOrd="0" destOrd="0" presId="urn:microsoft.com/office/officeart/2018/5/layout/CenteredIconLabelDescriptionList"/>
    <dgm:cxn modelId="{0A6871AB-DD55-43C7-83AD-E30E2C36B52A}" type="presParOf" srcId="{75D60118-050F-4723-BA5B-1BC533522CA9}" destId="{D6ADA3B3-A893-4F0F-9EC9-34A18F558D62}" srcOrd="1" destOrd="0" presId="urn:microsoft.com/office/officeart/2018/5/layout/CenteredIconLabelDescriptionList"/>
    <dgm:cxn modelId="{F816C588-00C0-4E93-9092-E51E7E071460}" type="presParOf" srcId="{75D60118-050F-4723-BA5B-1BC533522CA9}" destId="{DA307BDE-F1A8-41FC-9B0C-9EC55AF6025B}" srcOrd="2" destOrd="0" presId="urn:microsoft.com/office/officeart/2018/5/layout/CenteredIconLabelDescriptionList"/>
    <dgm:cxn modelId="{F85B9212-A676-404F-B4DD-439771849BC0}" type="presParOf" srcId="{75D60118-050F-4723-BA5B-1BC533522CA9}" destId="{A102CA69-0642-4BBE-9126-52604AE40EE4}" srcOrd="3" destOrd="0" presId="urn:microsoft.com/office/officeart/2018/5/layout/CenteredIconLabelDescriptionList"/>
    <dgm:cxn modelId="{5EB59558-7206-46EC-8727-8A73AF9DDD42}" type="presParOf" srcId="{75D60118-050F-4723-BA5B-1BC533522CA9}" destId="{40716706-6ACB-4A39-9237-7AD911D0C6E4}" srcOrd="4" destOrd="0" presId="urn:microsoft.com/office/officeart/2018/5/layout/CenteredIconLabelDescriptionList"/>
    <dgm:cxn modelId="{9C16ED95-2C08-42BB-8AFA-AD20A94AE4A0}" type="presParOf" srcId="{345B2A89-BA1D-42EC-ADA3-A9543CA973BD}" destId="{853DE088-B046-4DD6-BD20-AEB8A7588EA8}" srcOrd="1" destOrd="0" presId="urn:microsoft.com/office/officeart/2018/5/layout/CenteredIconLabelDescriptionList"/>
    <dgm:cxn modelId="{36CDBD63-5851-45F6-AAB5-026CB821268F}" type="presParOf" srcId="{345B2A89-BA1D-42EC-ADA3-A9543CA973BD}" destId="{E1975039-CD71-4624-910C-8968245796AA}" srcOrd="2" destOrd="0" presId="urn:microsoft.com/office/officeart/2018/5/layout/CenteredIconLabelDescriptionList"/>
    <dgm:cxn modelId="{23B2D454-6960-423F-9AE9-88CC98E4C69E}" type="presParOf" srcId="{E1975039-CD71-4624-910C-8968245796AA}" destId="{ACFB5CAB-F823-40A8-9DD7-DF22AF814F89}" srcOrd="0" destOrd="0" presId="urn:microsoft.com/office/officeart/2018/5/layout/CenteredIconLabelDescriptionList"/>
    <dgm:cxn modelId="{40789C84-89DE-4939-8E4A-AE96B596FA19}" type="presParOf" srcId="{E1975039-CD71-4624-910C-8968245796AA}" destId="{D81C8B69-078C-4121-B7CF-F61912EE230B}" srcOrd="1" destOrd="0" presId="urn:microsoft.com/office/officeart/2018/5/layout/CenteredIconLabelDescriptionList"/>
    <dgm:cxn modelId="{B7514ADB-D955-4778-86F6-3E5295A3ED29}" type="presParOf" srcId="{E1975039-CD71-4624-910C-8968245796AA}" destId="{0E42B094-ECD4-4D4A-B0F9-D8B0513CB6B9}" srcOrd="2" destOrd="0" presId="urn:microsoft.com/office/officeart/2018/5/layout/CenteredIconLabelDescriptionList"/>
    <dgm:cxn modelId="{B447619B-A2EA-4E6E-B9F7-690A78543CAB}" type="presParOf" srcId="{E1975039-CD71-4624-910C-8968245796AA}" destId="{37A9201E-9659-4227-B9CA-A6C6C92FF750}" srcOrd="3" destOrd="0" presId="urn:microsoft.com/office/officeart/2018/5/layout/CenteredIconLabelDescriptionList"/>
    <dgm:cxn modelId="{3EB410A6-4A42-4A09-B32D-11CC09A0060C}" type="presParOf" srcId="{E1975039-CD71-4624-910C-8968245796AA}" destId="{06694F63-FE7C-41E0-AEAF-ACFED37898F6}" srcOrd="4" destOrd="0" presId="urn:microsoft.com/office/officeart/2018/5/layout/CenteredIconLabelDescriptionList"/>
    <dgm:cxn modelId="{F36630D6-29AD-4EE7-B1E5-162FFAF5EFB0}" type="presParOf" srcId="{345B2A89-BA1D-42EC-ADA3-A9543CA973BD}" destId="{7B4BBEC5-A291-40EA-8926-D4A9FC3E42A7}" srcOrd="3" destOrd="0" presId="urn:microsoft.com/office/officeart/2018/5/layout/CenteredIconLabelDescriptionList"/>
    <dgm:cxn modelId="{973909CA-B36B-4677-8CFA-AFCBD7C6E40D}" type="presParOf" srcId="{345B2A89-BA1D-42EC-ADA3-A9543CA973BD}" destId="{A7E2D044-5CF6-4B07-B861-9BF6321D6464}" srcOrd="4" destOrd="0" presId="urn:microsoft.com/office/officeart/2018/5/layout/CenteredIconLabelDescriptionList"/>
    <dgm:cxn modelId="{C4A4E3B1-FDDD-4B23-930F-51B5EAF33FF1}" type="presParOf" srcId="{A7E2D044-5CF6-4B07-B861-9BF6321D6464}" destId="{A6CE6083-25DD-4FA9-877D-AF2715170EEE}" srcOrd="0" destOrd="0" presId="urn:microsoft.com/office/officeart/2018/5/layout/CenteredIconLabelDescriptionList"/>
    <dgm:cxn modelId="{F6F0F319-4355-4266-A7D6-B8EA972E7D84}" type="presParOf" srcId="{A7E2D044-5CF6-4B07-B861-9BF6321D6464}" destId="{C900756E-79F3-451B-B8EF-558A391B56EA}" srcOrd="1" destOrd="0" presId="urn:microsoft.com/office/officeart/2018/5/layout/CenteredIconLabelDescriptionList"/>
    <dgm:cxn modelId="{37321C22-CB29-45D9-A1E4-E066717148CE}" type="presParOf" srcId="{A7E2D044-5CF6-4B07-B861-9BF6321D6464}" destId="{B89D512E-5EB6-4F17-B6B5-EF4496ECD70D}" srcOrd="2" destOrd="0" presId="urn:microsoft.com/office/officeart/2018/5/layout/CenteredIconLabelDescriptionList"/>
    <dgm:cxn modelId="{D9D98D00-6497-40EA-B6D1-F37A6B6BAF72}" type="presParOf" srcId="{A7E2D044-5CF6-4B07-B861-9BF6321D6464}" destId="{9877D43B-8990-4032-8D7F-E1F91B8AFF38}" srcOrd="3" destOrd="0" presId="urn:microsoft.com/office/officeart/2018/5/layout/CenteredIconLabelDescriptionList"/>
    <dgm:cxn modelId="{B97CCB83-3157-4ECE-8BAF-AABCE0D86A94}" type="presParOf" srcId="{A7E2D044-5CF6-4B07-B861-9BF6321D6464}" destId="{0C33EA06-894D-4165-BD74-7CF9F8EE1A0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7243E6B-9D99-4BC2-AEC3-A6905019D9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Transactions are added to the new block </a:t>
          </a:r>
        </a:p>
      </dgm:t>
    </dgm:pt>
    <dgm:pt modelId="{7199C5BB-658A-40DF-AC49-56ED9B6B2A61}" type="parTrans" cxnId="{F3160F40-694A-4F84-B45D-E08480A0EA1D}">
      <dgm:prSet/>
      <dgm:spPr/>
      <dgm:t>
        <a:bodyPr/>
        <a:lstStyle/>
        <a:p>
          <a:endParaRPr lang="en-US"/>
        </a:p>
      </dgm:t>
    </dgm:pt>
    <dgm:pt modelId="{C1A8D779-1C35-439E-965F-23D3DC7F1DB9}" type="sibTrans" cxnId="{F3160F40-694A-4F84-B45D-E08480A0EA1D}">
      <dgm:prSet/>
      <dgm:spPr/>
      <dgm:t>
        <a:bodyPr/>
        <a:lstStyle/>
        <a:p>
          <a:endParaRPr lang="en-US"/>
        </a:p>
      </dgm:t>
    </dgm:pt>
    <dgm:pt modelId="{9115576D-E16F-457F-840B-586AB08A83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prioritized by the highest-fee transactions</a:t>
          </a:r>
          <a:r>
            <a:rPr lang="tr-TR" dirty="0"/>
            <a:t> </a:t>
          </a:r>
          <a:r>
            <a:rPr lang="en-US" dirty="0"/>
            <a:t>first</a:t>
          </a:r>
        </a:p>
      </dgm:t>
    </dgm:pt>
    <dgm:pt modelId="{7C9510AB-83E2-4503-95AA-974778F030B8}" type="parTrans" cxnId="{AB7C82C0-0602-4DB0-B3F0-ED0627AB45AB}">
      <dgm:prSet/>
      <dgm:spPr/>
      <dgm:t>
        <a:bodyPr/>
        <a:lstStyle/>
        <a:p>
          <a:endParaRPr lang="tr-TR"/>
        </a:p>
      </dgm:t>
    </dgm:pt>
    <dgm:pt modelId="{9B93C7C5-2DFB-44F2-A207-567D44E6AF34}" type="sibTrans" cxnId="{AB7C82C0-0602-4DB0-B3F0-ED0627AB45AB}">
      <dgm:prSet/>
      <dgm:spPr/>
      <dgm:t>
        <a:bodyPr/>
        <a:lstStyle/>
        <a:p>
          <a:endParaRPr lang="tr-TR"/>
        </a:p>
      </dgm:t>
    </dgm:pt>
    <dgm:pt modelId="{55B0B3C0-E979-46B7-B681-C50E7D23CC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</a:t>
          </a:r>
          <a:r>
            <a:rPr lang="en-US" dirty="0"/>
            <a:t>a few other criteria. </a:t>
          </a:r>
        </a:p>
      </dgm:t>
    </dgm:pt>
    <dgm:pt modelId="{97FFF9C6-7A4D-42AA-BF40-ABC61D91494F}" type="parTrans" cxnId="{CC199D06-821D-49C7-8010-5A02473459B8}">
      <dgm:prSet/>
      <dgm:spPr/>
      <dgm:t>
        <a:bodyPr/>
        <a:lstStyle/>
        <a:p>
          <a:endParaRPr lang="tr-TR"/>
        </a:p>
      </dgm:t>
    </dgm:pt>
    <dgm:pt modelId="{7A41426B-B1A7-41EA-BD70-69944B3CAA90}" type="sibTrans" cxnId="{CC199D06-821D-49C7-8010-5A02473459B8}">
      <dgm:prSet/>
      <dgm:spPr/>
      <dgm:t>
        <a:bodyPr/>
        <a:lstStyle/>
        <a:p>
          <a:endParaRPr lang="tr-TR"/>
        </a:p>
      </dgm:t>
    </dgm:pt>
    <dgm:pt modelId="{E764B02E-38C1-4F43-B89B-CC6EC6EB10D4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A0379154-5007-46E4-BBC9-C8F6C9A7EA20}" type="pres">
      <dgm:prSet presAssocID="{D7243E6B-9D99-4BC2-AEC3-A6905019D932}" presName="compNode" presStyleCnt="0"/>
      <dgm:spPr/>
    </dgm:pt>
    <dgm:pt modelId="{B83776AC-70C8-4BC3-824B-0433DC68EA73}" type="pres">
      <dgm:prSet presAssocID="{D7243E6B-9D99-4BC2-AEC3-A6905019D93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D01B6C6-705F-43FE-B57F-E4A5F4B4FEBF}" type="pres">
      <dgm:prSet presAssocID="{D7243E6B-9D99-4BC2-AEC3-A6905019D932}" presName="spaceRect" presStyleCnt="0"/>
      <dgm:spPr/>
    </dgm:pt>
    <dgm:pt modelId="{3C42D2CD-7980-46F4-A8A8-E24CEC093A6A}" type="pres">
      <dgm:prSet presAssocID="{D7243E6B-9D99-4BC2-AEC3-A6905019D932}" presName="textRect" presStyleLbl="revTx" presStyleIdx="0" presStyleCnt="3">
        <dgm:presLayoutVars>
          <dgm:chMax val="1"/>
          <dgm:chPref val="1"/>
        </dgm:presLayoutVars>
      </dgm:prSet>
      <dgm:spPr/>
    </dgm:pt>
    <dgm:pt modelId="{168703B7-8805-4EDF-A92D-021D93817FE6}" type="pres">
      <dgm:prSet presAssocID="{C1A8D779-1C35-439E-965F-23D3DC7F1DB9}" presName="sibTrans" presStyleCnt="0"/>
      <dgm:spPr/>
    </dgm:pt>
    <dgm:pt modelId="{10C3EA54-DC52-46DA-BC3C-C1D6ADDEF0C1}" type="pres">
      <dgm:prSet presAssocID="{9115576D-E16F-457F-840B-586AB08A833F}" presName="compNode" presStyleCnt="0"/>
      <dgm:spPr/>
    </dgm:pt>
    <dgm:pt modelId="{64CFB1A8-7EFA-410B-92B6-B4C757FBC092}" type="pres">
      <dgm:prSet presAssocID="{9115576D-E16F-457F-840B-586AB08A83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62B97004-D0B8-4251-99F6-E8192959750E}" type="pres">
      <dgm:prSet presAssocID="{9115576D-E16F-457F-840B-586AB08A833F}" presName="spaceRect" presStyleCnt="0"/>
      <dgm:spPr/>
    </dgm:pt>
    <dgm:pt modelId="{8781A4D7-F350-4EF0-8F87-F58FD5F1BA0E}" type="pres">
      <dgm:prSet presAssocID="{9115576D-E16F-457F-840B-586AB08A833F}" presName="textRect" presStyleLbl="revTx" presStyleIdx="1" presStyleCnt="3">
        <dgm:presLayoutVars>
          <dgm:chMax val="1"/>
          <dgm:chPref val="1"/>
        </dgm:presLayoutVars>
      </dgm:prSet>
      <dgm:spPr/>
    </dgm:pt>
    <dgm:pt modelId="{ADF7ED3D-0A43-4F98-B9C9-B3E19E8FCAA7}" type="pres">
      <dgm:prSet presAssocID="{9B93C7C5-2DFB-44F2-A207-567D44E6AF34}" presName="sibTrans" presStyleCnt="0"/>
      <dgm:spPr/>
    </dgm:pt>
    <dgm:pt modelId="{7A768285-7111-401C-B0EF-6163FF07F367}" type="pres">
      <dgm:prSet presAssocID="{55B0B3C0-E979-46B7-B681-C50E7D23CCD0}" presName="compNode" presStyleCnt="0"/>
      <dgm:spPr/>
    </dgm:pt>
    <dgm:pt modelId="{A4A7109C-BDF2-4D72-97FF-9A16C280EF08}" type="pres">
      <dgm:prSet presAssocID="{55B0B3C0-E979-46B7-B681-C50E7D23CC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B26710CE-F448-49E9-9733-C2CEAAE76F2F}" type="pres">
      <dgm:prSet presAssocID="{55B0B3C0-E979-46B7-B681-C50E7D23CCD0}" presName="spaceRect" presStyleCnt="0"/>
      <dgm:spPr/>
    </dgm:pt>
    <dgm:pt modelId="{444F604A-4713-4BD7-AFE0-3947BD0B5319}" type="pres">
      <dgm:prSet presAssocID="{55B0B3C0-E979-46B7-B681-C50E7D23CCD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C199D06-821D-49C7-8010-5A02473459B8}" srcId="{B66D4631-5E74-4F65-A471-0F191025E1B3}" destId="{55B0B3C0-E979-46B7-B681-C50E7D23CCD0}" srcOrd="2" destOrd="0" parTransId="{97FFF9C6-7A4D-42AA-BF40-ABC61D91494F}" sibTransId="{7A41426B-B1A7-41EA-BD70-69944B3CAA90}"/>
    <dgm:cxn modelId="{F3160F40-694A-4F84-B45D-E08480A0EA1D}" srcId="{B66D4631-5E74-4F65-A471-0F191025E1B3}" destId="{D7243E6B-9D99-4BC2-AEC3-A6905019D932}" srcOrd="0" destOrd="0" parTransId="{7199C5BB-658A-40DF-AC49-56ED9B6B2A61}" sibTransId="{C1A8D779-1C35-439E-965F-23D3DC7F1DB9}"/>
    <dgm:cxn modelId="{A32EB349-235F-41B1-B84C-2E7041A773EE}" type="presOf" srcId="{B66D4631-5E74-4F65-A471-0F191025E1B3}" destId="{E764B02E-38C1-4F43-B89B-CC6EC6EB10D4}" srcOrd="0" destOrd="0" presId="urn:microsoft.com/office/officeart/2018/2/layout/IconLabelList"/>
    <dgm:cxn modelId="{5FF6074D-BFD0-4AE5-B4EB-94BB23ED95F2}" type="presOf" srcId="{D7243E6B-9D99-4BC2-AEC3-A6905019D932}" destId="{3C42D2CD-7980-46F4-A8A8-E24CEC093A6A}" srcOrd="0" destOrd="0" presId="urn:microsoft.com/office/officeart/2018/2/layout/IconLabelList"/>
    <dgm:cxn modelId="{D222BE4E-EC75-468E-8DC1-F28A8530DFCB}" type="presOf" srcId="{55B0B3C0-E979-46B7-B681-C50E7D23CCD0}" destId="{444F604A-4713-4BD7-AFE0-3947BD0B5319}" srcOrd="0" destOrd="0" presId="urn:microsoft.com/office/officeart/2018/2/layout/IconLabelList"/>
    <dgm:cxn modelId="{8A8D5572-7B21-48CD-AC25-FD3072F2A474}" type="presOf" srcId="{9115576D-E16F-457F-840B-586AB08A833F}" destId="{8781A4D7-F350-4EF0-8F87-F58FD5F1BA0E}" srcOrd="0" destOrd="0" presId="urn:microsoft.com/office/officeart/2018/2/layout/IconLabelList"/>
    <dgm:cxn modelId="{AB7C82C0-0602-4DB0-B3F0-ED0627AB45AB}" srcId="{B66D4631-5E74-4F65-A471-0F191025E1B3}" destId="{9115576D-E16F-457F-840B-586AB08A833F}" srcOrd="1" destOrd="0" parTransId="{7C9510AB-83E2-4503-95AA-974778F030B8}" sibTransId="{9B93C7C5-2DFB-44F2-A207-567D44E6AF34}"/>
    <dgm:cxn modelId="{EC298BDC-FE76-4739-93C0-487E74EBCD31}" type="presParOf" srcId="{E764B02E-38C1-4F43-B89B-CC6EC6EB10D4}" destId="{A0379154-5007-46E4-BBC9-C8F6C9A7EA20}" srcOrd="0" destOrd="0" presId="urn:microsoft.com/office/officeart/2018/2/layout/IconLabelList"/>
    <dgm:cxn modelId="{CA90ABF6-0337-4141-AB04-1619A5844662}" type="presParOf" srcId="{A0379154-5007-46E4-BBC9-C8F6C9A7EA20}" destId="{B83776AC-70C8-4BC3-824B-0433DC68EA73}" srcOrd="0" destOrd="0" presId="urn:microsoft.com/office/officeart/2018/2/layout/IconLabelList"/>
    <dgm:cxn modelId="{7325963E-5AAD-400E-A126-5F14E5E25D3A}" type="presParOf" srcId="{A0379154-5007-46E4-BBC9-C8F6C9A7EA20}" destId="{ED01B6C6-705F-43FE-B57F-E4A5F4B4FEBF}" srcOrd="1" destOrd="0" presId="urn:microsoft.com/office/officeart/2018/2/layout/IconLabelList"/>
    <dgm:cxn modelId="{3350A4B3-42F4-4C31-9BB7-B65F690DC4EA}" type="presParOf" srcId="{A0379154-5007-46E4-BBC9-C8F6C9A7EA20}" destId="{3C42D2CD-7980-46F4-A8A8-E24CEC093A6A}" srcOrd="2" destOrd="0" presId="urn:microsoft.com/office/officeart/2018/2/layout/IconLabelList"/>
    <dgm:cxn modelId="{E8EF0002-F390-4A18-9E14-A66B7BAFBCD5}" type="presParOf" srcId="{E764B02E-38C1-4F43-B89B-CC6EC6EB10D4}" destId="{168703B7-8805-4EDF-A92D-021D93817FE6}" srcOrd="1" destOrd="0" presId="urn:microsoft.com/office/officeart/2018/2/layout/IconLabelList"/>
    <dgm:cxn modelId="{3A371C29-934A-4182-99B8-C6624AC581E4}" type="presParOf" srcId="{E764B02E-38C1-4F43-B89B-CC6EC6EB10D4}" destId="{10C3EA54-DC52-46DA-BC3C-C1D6ADDEF0C1}" srcOrd="2" destOrd="0" presId="urn:microsoft.com/office/officeart/2018/2/layout/IconLabelList"/>
    <dgm:cxn modelId="{FC203C8C-D67F-4B49-B859-179977A2683E}" type="presParOf" srcId="{10C3EA54-DC52-46DA-BC3C-C1D6ADDEF0C1}" destId="{64CFB1A8-7EFA-410B-92B6-B4C757FBC092}" srcOrd="0" destOrd="0" presId="urn:microsoft.com/office/officeart/2018/2/layout/IconLabelList"/>
    <dgm:cxn modelId="{04881790-3228-40D1-B727-8D1F0792BE36}" type="presParOf" srcId="{10C3EA54-DC52-46DA-BC3C-C1D6ADDEF0C1}" destId="{62B97004-D0B8-4251-99F6-E8192959750E}" srcOrd="1" destOrd="0" presId="urn:microsoft.com/office/officeart/2018/2/layout/IconLabelList"/>
    <dgm:cxn modelId="{F3C5A4FB-D018-4660-9C51-C7E4D6DF78C8}" type="presParOf" srcId="{10C3EA54-DC52-46DA-BC3C-C1D6ADDEF0C1}" destId="{8781A4D7-F350-4EF0-8F87-F58FD5F1BA0E}" srcOrd="2" destOrd="0" presId="urn:microsoft.com/office/officeart/2018/2/layout/IconLabelList"/>
    <dgm:cxn modelId="{68A2B83D-F801-40EB-BE65-78443A01C4CD}" type="presParOf" srcId="{E764B02E-38C1-4F43-B89B-CC6EC6EB10D4}" destId="{ADF7ED3D-0A43-4F98-B9C9-B3E19E8FCAA7}" srcOrd="3" destOrd="0" presId="urn:microsoft.com/office/officeart/2018/2/layout/IconLabelList"/>
    <dgm:cxn modelId="{44130699-5C48-49FB-AF0E-EAB485972008}" type="presParOf" srcId="{E764B02E-38C1-4F43-B89B-CC6EC6EB10D4}" destId="{7A768285-7111-401C-B0EF-6163FF07F367}" srcOrd="4" destOrd="0" presId="urn:microsoft.com/office/officeart/2018/2/layout/IconLabelList"/>
    <dgm:cxn modelId="{4BF86407-32D4-409A-A872-738E601E8B2E}" type="presParOf" srcId="{7A768285-7111-401C-B0EF-6163FF07F367}" destId="{A4A7109C-BDF2-4D72-97FF-9A16C280EF08}" srcOrd="0" destOrd="0" presId="urn:microsoft.com/office/officeart/2018/2/layout/IconLabelList"/>
    <dgm:cxn modelId="{D124DC9D-810B-4E94-BA9C-E049E69447FC}" type="presParOf" srcId="{7A768285-7111-401C-B0EF-6163FF07F367}" destId="{B26710CE-F448-49E9-9733-C2CEAAE76F2F}" srcOrd="1" destOrd="0" presId="urn:microsoft.com/office/officeart/2018/2/layout/IconLabelList"/>
    <dgm:cxn modelId="{E08F0724-A356-4350-8E5E-02AF0EC3CED0}" type="presParOf" srcId="{7A768285-7111-401C-B0EF-6163FF07F367}" destId="{444F604A-4713-4BD7-AFE0-3947BD0B531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21CFDB-24E7-4929-B436-B7B9CFD31C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miner starts the process of mining a new block of</a:t>
          </a:r>
          <a:r>
            <a:rPr lang="tr-TR" dirty="0"/>
            <a:t> </a:t>
          </a:r>
          <a:r>
            <a:rPr lang="en-US" dirty="0"/>
            <a:t>transactions</a:t>
          </a:r>
        </a:p>
      </dgm:t>
    </dgm:pt>
    <dgm:pt modelId="{8B1472EB-A6B8-4BF4-A5B8-7EBA04CF955C}" type="parTrans" cxnId="{CCEFFE4F-26B5-4487-A4F9-A3D4E830148C}">
      <dgm:prSet/>
      <dgm:spPr/>
      <dgm:t>
        <a:bodyPr/>
        <a:lstStyle/>
        <a:p>
          <a:endParaRPr lang="en-US"/>
        </a:p>
      </dgm:t>
    </dgm:pt>
    <dgm:pt modelId="{F83275F8-C261-443A-B6DC-B6DE4D1082C3}" type="sibTrans" cxnId="{CCEFFE4F-26B5-4487-A4F9-A3D4E830148C}">
      <dgm:prSet phldrT="01"/>
      <dgm:spPr/>
      <dgm:t>
        <a:bodyPr/>
        <a:lstStyle/>
        <a:p>
          <a:endParaRPr lang="en-US"/>
        </a:p>
      </dgm:t>
    </dgm:pt>
    <dgm:pt modelId="{7E4478AE-4FB9-4D2A-B88E-4E83B69091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soon as he receives the previous block from the network, </a:t>
          </a:r>
        </a:p>
      </dgm:t>
    </dgm:pt>
    <dgm:pt modelId="{32D6C0E2-5543-40E2-B828-F44602B93592}" type="parTrans" cxnId="{E14E82F1-2947-46E0-B10B-22FF04BC9D19}">
      <dgm:prSet/>
      <dgm:spPr/>
      <dgm:t>
        <a:bodyPr/>
        <a:lstStyle/>
        <a:p>
          <a:endParaRPr lang="tr-TR"/>
        </a:p>
      </dgm:t>
    </dgm:pt>
    <dgm:pt modelId="{893A4438-E361-4F13-B28C-0DB6944866A1}" type="sibTrans" cxnId="{E14E82F1-2947-46E0-B10B-22FF04BC9D19}">
      <dgm:prSet phldrT="02"/>
      <dgm:spPr/>
      <dgm:t>
        <a:bodyPr/>
        <a:lstStyle/>
        <a:p>
          <a:endParaRPr lang="tr-TR"/>
        </a:p>
      </dgm:t>
    </dgm:pt>
    <dgm:pt modelId="{A2D19326-0CD6-413E-9A3C-924FDEF352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knowing </a:t>
          </a:r>
          <a:r>
            <a:rPr lang="en-US" dirty="0"/>
            <a:t>he</a:t>
          </a:r>
          <a:r>
            <a:rPr lang="tr-TR" dirty="0"/>
            <a:t> </a:t>
          </a:r>
          <a:r>
            <a:rPr lang="en-US" dirty="0"/>
            <a:t>has lost that previous round of competition.</a:t>
          </a:r>
        </a:p>
      </dgm:t>
    </dgm:pt>
    <dgm:pt modelId="{F43C8312-DAD7-45AC-9DF0-E06FDB03D544}" type="parTrans" cxnId="{40EFBEC4-A942-4D7C-8B81-BC8EA9165F1B}">
      <dgm:prSet/>
      <dgm:spPr/>
      <dgm:t>
        <a:bodyPr/>
        <a:lstStyle/>
        <a:p>
          <a:endParaRPr lang="tr-TR"/>
        </a:p>
      </dgm:t>
    </dgm:pt>
    <dgm:pt modelId="{E697B8A3-2CB2-4FB9-970C-1FC115446A2F}" type="sibTrans" cxnId="{40EFBEC4-A942-4D7C-8B81-BC8EA9165F1B}">
      <dgm:prSet phldrT="03"/>
      <dgm:spPr/>
      <dgm:t>
        <a:bodyPr/>
        <a:lstStyle/>
        <a:p>
          <a:endParaRPr lang="tr-TR"/>
        </a:p>
      </dgm:t>
    </dgm:pt>
    <dgm:pt modelId="{A38EF16B-980F-4813-8393-3BF6173CC03D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8319E191-FF81-4B7C-99D4-286230EEC4F4}" type="pres">
      <dgm:prSet presAssocID="{1521CFDB-24E7-4929-B436-B7B9CFD31CB4}" presName="compNode" presStyleCnt="0"/>
      <dgm:spPr/>
    </dgm:pt>
    <dgm:pt modelId="{ED50C569-5F4E-4F5E-836A-2638FF1959A3}" type="pres">
      <dgm:prSet presAssocID="{1521CFDB-24E7-4929-B436-B7B9CFD31CB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BD28C096-D304-410F-BA40-411594008E49}" type="pres">
      <dgm:prSet presAssocID="{1521CFDB-24E7-4929-B436-B7B9CFD31CB4}" presName="spaceRect" presStyleCnt="0"/>
      <dgm:spPr/>
    </dgm:pt>
    <dgm:pt modelId="{4BB55BEE-020C-429F-A0F3-57F2382EA4A5}" type="pres">
      <dgm:prSet presAssocID="{1521CFDB-24E7-4929-B436-B7B9CFD31CB4}" presName="textRect" presStyleLbl="revTx" presStyleIdx="0" presStyleCnt="3">
        <dgm:presLayoutVars>
          <dgm:chMax val="1"/>
          <dgm:chPref val="1"/>
        </dgm:presLayoutVars>
      </dgm:prSet>
      <dgm:spPr/>
    </dgm:pt>
    <dgm:pt modelId="{78D80E15-0167-498C-A012-EEC5BDB8AFB7}" type="pres">
      <dgm:prSet presAssocID="{F83275F8-C261-443A-B6DC-B6DE4D1082C3}" presName="sibTrans" presStyleCnt="0"/>
      <dgm:spPr/>
    </dgm:pt>
    <dgm:pt modelId="{FFD9F6D4-C462-4BDD-8421-5071D10DE791}" type="pres">
      <dgm:prSet presAssocID="{7E4478AE-4FB9-4D2A-B88E-4E83B690910D}" presName="compNode" presStyleCnt="0"/>
      <dgm:spPr/>
    </dgm:pt>
    <dgm:pt modelId="{70496F3A-0079-4D45-836D-1A19F2A27CAF}" type="pres">
      <dgm:prSet presAssocID="{7E4478AE-4FB9-4D2A-B88E-4E83B690910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CDBFA6E-D7B0-4CBF-8772-31A644315603}" type="pres">
      <dgm:prSet presAssocID="{7E4478AE-4FB9-4D2A-B88E-4E83B690910D}" presName="spaceRect" presStyleCnt="0"/>
      <dgm:spPr/>
    </dgm:pt>
    <dgm:pt modelId="{F5050F28-593D-4610-872E-5ED10195917A}" type="pres">
      <dgm:prSet presAssocID="{7E4478AE-4FB9-4D2A-B88E-4E83B690910D}" presName="textRect" presStyleLbl="revTx" presStyleIdx="1" presStyleCnt="3">
        <dgm:presLayoutVars>
          <dgm:chMax val="1"/>
          <dgm:chPref val="1"/>
        </dgm:presLayoutVars>
      </dgm:prSet>
      <dgm:spPr/>
    </dgm:pt>
    <dgm:pt modelId="{92127D70-2A41-4154-9150-CDFD90B7324A}" type="pres">
      <dgm:prSet presAssocID="{893A4438-E361-4F13-B28C-0DB6944866A1}" presName="sibTrans" presStyleCnt="0"/>
      <dgm:spPr/>
    </dgm:pt>
    <dgm:pt modelId="{CD99212D-C327-4D93-9EF1-5A298E5B2175}" type="pres">
      <dgm:prSet presAssocID="{A2D19326-0CD6-413E-9A3C-924FDEF3529A}" presName="compNode" presStyleCnt="0"/>
      <dgm:spPr/>
    </dgm:pt>
    <dgm:pt modelId="{EA2A1143-834F-49B6-BC9D-3ACBA22F14B4}" type="pres">
      <dgm:prSet presAssocID="{A2D19326-0CD6-413E-9A3C-924FDEF352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53030D31-B790-4316-A8DA-AB77D576E44F}" type="pres">
      <dgm:prSet presAssocID="{A2D19326-0CD6-413E-9A3C-924FDEF3529A}" presName="spaceRect" presStyleCnt="0"/>
      <dgm:spPr/>
    </dgm:pt>
    <dgm:pt modelId="{17740E40-954A-4F1F-9BA5-123AEEB351A5}" type="pres">
      <dgm:prSet presAssocID="{A2D19326-0CD6-413E-9A3C-924FDEF352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8E6835D-7F2F-4EA9-BD0D-BD2FD0B27D8D}" type="presOf" srcId="{1521CFDB-24E7-4929-B436-B7B9CFD31CB4}" destId="{4BB55BEE-020C-429F-A0F3-57F2382EA4A5}" srcOrd="0" destOrd="0" presId="urn:microsoft.com/office/officeart/2018/2/layout/IconLabelList"/>
    <dgm:cxn modelId="{8377355F-0924-4851-A58F-133F5AF411A6}" type="presOf" srcId="{B66D4631-5E74-4F65-A471-0F191025E1B3}" destId="{A38EF16B-980F-4813-8393-3BF6173CC03D}" srcOrd="0" destOrd="0" presId="urn:microsoft.com/office/officeart/2018/2/layout/IconLabelList"/>
    <dgm:cxn modelId="{CCEFFE4F-26B5-4487-A4F9-A3D4E830148C}" srcId="{B66D4631-5E74-4F65-A471-0F191025E1B3}" destId="{1521CFDB-24E7-4929-B436-B7B9CFD31CB4}" srcOrd="0" destOrd="0" parTransId="{8B1472EB-A6B8-4BF4-A5B8-7EBA04CF955C}" sibTransId="{F83275F8-C261-443A-B6DC-B6DE4D1082C3}"/>
    <dgm:cxn modelId="{AED5B47D-840D-4DB8-BF32-DF8D4B895E19}" type="presOf" srcId="{7E4478AE-4FB9-4D2A-B88E-4E83B690910D}" destId="{F5050F28-593D-4610-872E-5ED10195917A}" srcOrd="0" destOrd="0" presId="urn:microsoft.com/office/officeart/2018/2/layout/IconLabelList"/>
    <dgm:cxn modelId="{759430AD-747A-499C-A8A4-8E104B1C298E}" type="presOf" srcId="{A2D19326-0CD6-413E-9A3C-924FDEF3529A}" destId="{17740E40-954A-4F1F-9BA5-123AEEB351A5}" srcOrd="0" destOrd="0" presId="urn:microsoft.com/office/officeart/2018/2/layout/IconLabelList"/>
    <dgm:cxn modelId="{40EFBEC4-A942-4D7C-8B81-BC8EA9165F1B}" srcId="{B66D4631-5E74-4F65-A471-0F191025E1B3}" destId="{A2D19326-0CD6-413E-9A3C-924FDEF3529A}" srcOrd="2" destOrd="0" parTransId="{F43C8312-DAD7-45AC-9DF0-E06FDB03D544}" sibTransId="{E697B8A3-2CB2-4FB9-970C-1FC115446A2F}"/>
    <dgm:cxn modelId="{E14E82F1-2947-46E0-B10B-22FF04BC9D19}" srcId="{B66D4631-5E74-4F65-A471-0F191025E1B3}" destId="{7E4478AE-4FB9-4D2A-B88E-4E83B690910D}" srcOrd="1" destOrd="0" parTransId="{32D6C0E2-5543-40E2-B828-F44602B93592}" sibTransId="{893A4438-E361-4F13-B28C-0DB6944866A1}"/>
    <dgm:cxn modelId="{5173B9FA-F769-4DC1-9B98-9F8C5ADCEE9D}" type="presParOf" srcId="{A38EF16B-980F-4813-8393-3BF6173CC03D}" destId="{8319E191-FF81-4B7C-99D4-286230EEC4F4}" srcOrd="0" destOrd="0" presId="urn:microsoft.com/office/officeart/2018/2/layout/IconLabelList"/>
    <dgm:cxn modelId="{0A47BC8D-4B1D-40D5-8403-58B9B9BC62CE}" type="presParOf" srcId="{8319E191-FF81-4B7C-99D4-286230EEC4F4}" destId="{ED50C569-5F4E-4F5E-836A-2638FF1959A3}" srcOrd="0" destOrd="0" presId="urn:microsoft.com/office/officeart/2018/2/layout/IconLabelList"/>
    <dgm:cxn modelId="{4A59D7D1-F994-4808-8FB4-E7A798DC0BB3}" type="presParOf" srcId="{8319E191-FF81-4B7C-99D4-286230EEC4F4}" destId="{BD28C096-D304-410F-BA40-411594008E49}" srcOrd="1" destOrd="0" presId="urn:microsoft.com/office/officeart/2018/2/layout/IconLabelList"/>
    <dgm:cxn modelId="{1B75EAB5-97D8-4006-86D7-E2715FB04560}" type="presParOf" srcId="{8319E191-FF81-4B7C-99D4-286230EEC4F4}" destId="{4BB55BEE-020C-429F-A0F3-57F2382EA4A5}" srcOrd="2" destOrd="0" presId="urn:microsoft.com/office/officeart/2018/2/layout/IconLabelList"/>
    <dgm:cxn modelId="{B47429F6-19B8-4F0B-8976-47B4A2EC1872}" type="presParOf" srcId="{A38EF16B-980F-4813-8393-3BF6173CC03D}" destId="{78D80E15-0167-498C-A012-EEC5BDB8AFB7}" srcOrd="1" destOrd="0" presId="urn:microsoft.com/office/officeart/2018/2/layout/IconLabelList"/>
    <dgm:cxn modelId="{CD6A5E12-EECE-4755-977A-949629675FBA}" type="presParOf" srcId="{A38EF16B-980F-4813-8393-3BF6173CC03D}" destId="{FFD9F6D4-C462-4BDD-8421-5071D10DE791}" srcOrd="2" destOrd="0" presId="urn:microsoft.com/office/officeart/2018/2/layout/IconLabelList"/>
    <dgm:cxn modelId="{363434C2-1497-4D60-9398-102D9C1B42B8}" type="presParOf" srcId="{FFD9F6D4-C462-4BDD-8421-5071D10DE791}" destId="{70496F3A-0079-4D45-836D-1A19F2A27CAF}" srcOrd="0" destOrd="0" presId="urn:microsoft.com/office/officeart/2018/2/layout/IconLabelList"/>
    <dgm:cxn modelId="{ECB83147-639A-46C5-83DB-C84D97007147}" type="presParOf" srcId="{FFD9F6D4-C462-4BDD-8421-5071D10DE791}" destId="{8CDBFA6E-D7B0-4CBF-8772-31A644315603}" srcOrd="1" destOrd="0" presId="urn:microsoft.com/office/officeart/2018/2/layout/IconLabelList"/>
    <dgm:cxn modelId="{E5DB6E42-E0AE-4A1C-B2D2-926EFE7CD7B0}" type="presParOf" srcId="{FFD9F6D4-C462-4BDD-8421-5071D10DE791}" destId="{F5050F28-593D-4610-872E-5ED10195917A}" srcOrd="2" destOrd="0" presId="urn:microsoft.com/office/officeart/2018/2/layout/IconLabelList"/>
    <dgm:cxn modelId="{6B231AAB-92FE-4E18-9B15-8295B5470555}" type="presParOf" srcId="{A38EF16B-980F-4813-8393-3BF6173CC03D}" destId="{92127D70-2A41-4154-9150-CDFD90B7324A}" srcOrd="3" destOrd="0" presId="urn:microsoft.com/office/officeart/2018/2/layout/IconLabelList"/>
    <dgm:cxn modelId="{A0F95761-A0CC-460F-A8A0-07FA5FB14219}" type="presParOf" srcId="{A38EF16B-980F-4813-8393-3BF6173CC03D}" destId="{CD99212D-C327-4D93-9EF1-5A298E5B2175}" srcOrd="4" destOrd="0" presId="urn:microsoft.com/office/officeart/2018/2/layout/IconLabelList"/>
    <dgm:cxn modelId="{466AD535-958C-41BE-A795-BF743C5DC824}" type="presParOf" srcId="{CD99212D-C327-4D93-9EF1-5A298E5B2175}" destId="{EA2A1143-834F-49B6-BC9D-3ACBA22F14B4}" srcOrd="0" destOrd="0" presId="urn:microsoft.com/office/officeart/2018/2/layout/IconLabelList"/>
    <dgm:cxn modelId="{89DCB728-C8F0-4B27-81B6-92B794E6B795}" type="presParOf" srcId="{CD99212D-C327-4D93-9EF1-5A298E5B2175}" destId="{53030D31-B790-4316-A8DA-AB77D576E44F}" srcOrd="1" destOrd="0" presId="urn:microsoft.com/office/officeart/2018/2/layout/IconLabelList"/>
    <dgm:cxn modelId="{E94D5DAC-C76E-4665-BAAD-8851A4D74ADE}" type="presParOf" srcId="{CD99212D-C327-4D93-9EF1-5A298E5B2175}" destId="{17740E40-954A-4F1F-9BA5-123AEEB351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87E7FAB-489E-4C96-8E57-6EB4C82F98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He immediately creates a new block,</a:t>
          </a:r>
        </a:p>
      </dgm:t>
    </dgm:pt>
    <dgm:pt modelId="{731A9667-AD3A-43AC-93F4-8F52CAEFC2B6}" type="parTrans" cxnId="{DC010C15-DEB8-473A-A54E-2124751485D1}">
      <dgm:prSet/>
      <dgm:spPr/>
      <dgm:t>
        <a:bodyPr/>
        <a:lstStyle/>
        <a:p>
          <a:endParaRPr lang="en-US"/>
        </a:p>
      </dgm:t>
    </dgm:pt>
    <dgm:pt modelId="{971A3560-16C2-4921-A990-78C9C58CB588}" type="sibTrans" cxnId="{DC010C15-DEB8-473A-A54E-2124751485D1}">
      <dgm:prSet/>
      <dgm:spPr/>
      <dgm:t>
        <a:bodyPr/>
        <a:lstStyle/>
        <a:p>
          <a:endParaRPr lang="en-US"/>
        </a:p>
      </dgm:t>
    </dgm:pt>
    <dgm:pt modelId="{E28ED075-06AA-47B6-A93B-031A7216CA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fills</a:t>
          </a:r>
          <a:r>
            <a:rPr lang="tr-TR" dirty="0"/>
            <a:t> </a:t>
          </a:r>
          <a:r>
            <a:rPr lang="en-US" dirty="0"/>
            <a:t>it with transactions and the fingerprint of the previous block, </a:t>
          </a:r>
        </a:p>
      </dgm:t>
    </dgm:pt>
    <dgm:pt modelId="{51D9E0EB-F7C2-4F50-8E6E-D6D15091AFFF}" type="parTrans" cxnId="{D0CA7918-6900-4C7B-8F17-8E08BF561DA0}">
      <dgm:prSet/>
      <dgm:spPr/>
      <dgm:t>
        <a:bodyPr/>
        <a:lstStyle/>
        <a:p>
          <a:endParaRPr lang="tr-TR"/>
        </a:p>
      </dgm:t>
    </dgm:pt>
    <dgm:pt modelId="{30125847-6D1E-4DF9-9F72-76A071112D2A}" type="sibTrans" cxnId="{D0CA7918-6900-4C7B-8F17-8E08BF561DA0}">
      <dgm:prSet/>
      <dgm:spPr/>
      <dgm:t>
        <a:bodyPr/>
        <a:lstStyle/>
        <a:p>
          <a:endParaRPr lang="tr-TR"/>
        </a:p>
      </dgm:t>
    </dgm:pt>
    <dgm:pt modelId="{2D66ABC8-338B-4BAD-8AF6-D9DBF269CD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starts calculating</a:t>
          </a:r>
          <a:r>
            <a:rPr lang="tr-TR" dirty="0"/>
            <a:t> </a:t>
          </a:r>
          <a:r>
            <a:rPr lang="en-US" dirty="0"/>
            <a:t>the Proof-of-Work for the new block..</a:t>
          </a:r>
        </a:p>
      </dgm:t>
    </dgm:pt>
    <dgm:pt modelId="{C919E0E4-06E1-424C-AA05-B7262FB841C0}" type="parTrans" cxnId="{7D3B4CD1-9F3C-4E23-B69B-59052077926B}">
      <dgm:prSet/>
      <dgm:spPr/>
      <dgm:t>
        <a:bodyPr/>
        <a:lstStyle/>
        <a:p>
          <a:endParaRPr lang="tr-TR"/>
        </a:p>
      </dgm:t>
    </dgm:pt>
    <dgm:pt modelId="{B3C68EAD-8BA9-40EC-A1C8-4C085DA396DA}" type="sibTrans" cxnId="{7D3B4CD1-9F3C-4E23-B69B-59052077926B}">
      <dgm:prSet/>
      <dgm:spPr/>
      <dgm:t>
        <a:bodyPr/>
        <a:lstStyle/>
        <a:p>
          <a:endParaRPr lang="tr-TR"/>
        </a:p>
      </dgm:t>
    </dgm:pt>
    <dgm:pt modelId="{59C5E065-76AE-4AAC-871B-ED7A264C67B0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E321C1C0-DBC1-4E98-B1E9-032A2598F8A8}" type="pres">
      <dgm:prSet presAssocID="{C87E7FAB-489E-4C96-8E57-6EB4C82F9892}" presName="compNode" presStyleCnt="0"/>
      <dgm:spPr/>
    </dgm:pt>
    <dgm:pt modelId="{9286A476-3909-441B-A864-121FD1534FE8}" type="pres">
      <dgm:prSet presAssocID="{C87E7FAB-489E-4C96-8E57-6EB4C82F98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5958AB5F-09B6-4072-87A9-B49BEEFBAFDD}" type="pres">
      <dgm:prSet presAssocID="{C87E7FAB-489E-4C96-8E57-6EB4C82F9892}" presName="spaceRect" presStyleCnt="0"/>
      <dgm:spPr/>
    </dgm:pt>
    <dgm:pt modelId="{C6EFEE75-9C8B-4E46-8A23-3E75B8969C1F}" type="pres">
      <dgm:prSet presAssocID="{C87E7FAB-489E-4C96-8E57-6EB4C82F9892}" presName="textRect" presStyleLbl="revTx" presStyleIdx="0" presStyleCnt="3">
        <dgm:presLayoutVars>
          <dgm:chMax val="1"/>
          <dgm:chPref val="1"/>
        </dgm:presLayoutVars>
      </dgm:prSet>
      <dgm:spPr/>
    </dgm:pt>
    <dgm:pt modelId="{2F3A6F3A-1B54-4ED4-ADF6-F4CDB7D7535D}" type="pres">
      <dgm:prSet presAssocID="{971A3560-16C2-4921-A990-78C9C58CB588}" presName="sibTrans" presStyleCnt="0"/>
      <dgm:spPr/>
    </dgm:pt>
    <dgm:pt modelId="{8A550875-21BB-4CDD-823F-97ED03BD46D3}" type="pres">
      <dgm:prSet presAssocID="{E28ED075-06AA-47B6-A93B-031A7216CA63}" presName="compNode" presStyleCnt="0"/>
      <dgm:spPr/>
    </dgm:pt>
    <dgm:pt modelId="{FE786772-66DB-4130-9E5F-B955B7731C28}" type="pres">
      <dgm:prSet presAssocID="{E28ED075-06AA-47B6-A93B-031A7216CA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6BB43DC-6F23-485E-9AB3-AFC725541709}" type="pres">
      <dgm:prSet presAssocID="{E28ED075-06AA-47B6-A93B-031A7216CA63}" presName="spaceRect" presStyleCnt="0"/>
      <dgm:spPr/>
    </dgm:pt>
    <dgm:pt modelId="{73A2F4D9-931B-4CCC-9689-A42869942322}" type="pres">
      <dgm:prSet presAssocID="{E28ED075-06AA-47B6-A93B-031A7216CA63}" presName="textRect" presStyleLbl="revTx" presStyleIdx="1" presStyleCnt="3">
        <dgm:presLayoutVars>
          <dgm:chMax val="1"/>
          <dgm:chPref val="1"/>
        </dgm:presLayoutVars>
      </dgm:prSet>
      <dgm:spPr/>
    </dgm:pt>
    <dgm:pt modelId="{752C8AE9-61B4-4C5C-86DD-6A51C75D1FD6}" type="pres">
      <dgm:prSet presAssocID="{30125847-6D1E-4DF9-9F72-76A071112D2A}" presName="sibTrans" presStyleCnt="0"/>
      <dgm:spPr/>
    </dgm:pt>
    <dgm:pt modelId="{11D08514-33D8-46D7-9891-276DC5F67D10}" type="pres">
      <dgm:prSet presAssocID="{2D66ABC8-338B-4BAD-8AF6-D9DBF269CD3F}" presName="compNode" presStyleCnt="0"/>
      <dgm:spPr/>
    </dgm:pt>
    <dgm:pt modelId="{632FF139-B369-4B59-AD0E-F1449397B5A6}" type="pres">
      <dgm:prSet presAssocID="{2D66ABC8-338B-4BAD-8AF6-D9DBF269CD3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5DAC04B-DD5C-4AEB-8718-E100B3DDC081}" type="pres">
      <dgm:prSet presAssocID="{2D66ABC8-338B-4BAD-8AF6-D9DBF269CD3F}" presName="spaceRect" presStyleCnt="0"/>
      <dgm:spPr/>
    </dgm:pt>
    <dgm:pt modelId="{44E3CA45-2FDF-4CC4-9451-B659AF220A8A}" type="pres">
      <dgm:prSet presAssocID="{2D66ABC8-338B-4BAD-8AF6-D9DBF269CD3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C010C15-DEB8-473A-A54E-2124751485D1}" srcId="{B66D4631-5E74-4F65-A471-0F191025E1B3}" destId="{C87E7FAB-489E-4C96-8E57-6EB4C82F9892}" srcOrd="0" destOrd="0" parTransId="{731A9667-AD3A-43AC-93F4-8F52CAEFC2B6}" sibTransId="{971A3560-16C2-4921-A990-78C9C58CB588}"/>
    <dgm:cxn modelId="{D0CA7918-6900-4C7B-8F17-8E08BF561DA0}" srcId="{B66D4631-5E74-4F65-A471-0F191025E1B3}" destId="{E28ED075-06AA-47B6-A93B-031A7216CA63}" srcOrd="1" destOrd="0" parTransId="{51D9E0EB-F7C2-4F50-8E6E-D6D15091AFFF}" sibTransId="{30125847-6D1E-4DF9-9F72-76A071112D2A}"/>
    <dgm:cxn modelId="{B116AD1F-F274-471B-81EB-A6BEDDA8C527}" type="presOf" srcId="{2D66ABC8-338B-4BAD-8AF6-D9DBF269CD3F}" destId="{44E3CA45-2FDF-4CC4-9451-B659AF220A8A}" srcOrd="0" destOrd="0" presId="urn:microsoft.com/office/officeart/2018/2/layout/IconLabelList"/>
    <dgm:cxn modelId="{9DAAF985-5A58-4365-9DE8-2B7292BABF48}" type="presOf" srcId="{B66D4631-5E74-4F65-A471-0F191025E1B3}" destId="{59C5E065-76AE-4AAC-871B-ED7A264C67B0}" srcOrd="0" destOrd="0" presId="urn:microsoft.com/office/officeart/2018/2/layout/IconLabelList"/>
    <dgm:cxn modelId="{E040529A-B881-40AE-822B-9530A83AFB59}" type="presOf" srcId="{E28ED075-06AA-47B6-A93B-031A7216CA63}" destId="{73A2F4D9-931B-4CCC-9689-A42869942322}" srcOrd="0" destOrd="0" presId="urn:microsoft.com/office/officeart/2018/2/layout/IconLabelList"/>
    <dgm:cxn modelId="{7D3B4CD1-9F3C-4E23-B69B-59052077926B}" srcId="{B66D4631-5E74-4F65-A471-0F191025E1B3}" destId="{2D66ABC8-338B-4BAD-8AF6-D9DBF269CD3F}" srcOrd="2" destOrd="0" parTransId="{C919E0E4-06E1-424C-AA05-B7262FB841C0}" sibTransId="{B3C68EAD-8BA9-40EC-A1C8-4C085DA396DA}"/>
    <dgm:cxn modelId="{0BCDE2D5-8F09-46BE-B5F7-6EC90F33E915}" type="presOf" srcId="{C87E7FAB-489E-4C96-8E57-6EB4C82F9892}" destId="{C6EFEE75-9C8B-4E46-8A23-3E75B8969C1F}" srcOrd="0" destOrd="0" presId="urn:microsoft.com/office/officeart/2018/2/layout/IconLabelList"/>
    <dgm:cxn modelId="{3F912424-7F6C-4331-A97A-1621D534439A}" type="presParOf" srcId="{59C5E065-76AE-4AAC-871B-ED7A264C67B0}" destId="{E321C1C0-DBC1-4E98-B1E9-032A2598F8A8}" srcOrd="0" destOrd="0" presId="urn:microsoft.com/office/officeart/2018/2/layout/IconLabelList"/>
    <dgm:cxn modelId="{00125E7D-F97C-47E0-B3E8-7643C3639F31}" type="presParOf" srcId="{E321C1C0-DBC1-4E98-B1E9-032A2598F8A8}" destId="{9286A476-3909-441B-A864-121FD1534FE8}" srcOrd="0" destOrd="0" presId="urn:microsoft.com/office/officeart/2018/2/layout/IconLabelList"/>
    <dgm:cxn modelId="{949A695C-6115-4233-A3CD-F1FB14724CAA}" type="presParOf" srcId="{E321C1C0-DBC1-4E98-B1E9-032A2598F8A8}" destId="{5958AB5F-09B6-4072-87A9-B49BEEFBAFDD}" srcOrd="1" destOrd="0" presId="urn:microsoft.com/office/officeart/2018/2/layout/IconLabelList"/>
    <dgm:cxn modelId="{89E55431-F7AE-4207-B420-9EF0EA270866}" type="presParOf" srcId="{E321C1C0-DBC1-4E98-B1E9-032A2598F8A8}" destId="{C6EFEE75-9C8B-4E46-8A23-3E75B8969C1F}" srcOrd="2" destOrd="0" presId="urn:microsoft.com/office/officeart/2018/2/layout/IconLabelList"/>
    <dgm:cxn modelId="{C1870B6D-5D85-40E0-8116-FC6346E6679B}" type="presParOf" srcId="{59C5E065-76AE-4AAC-871B-ED7A264C67B0}" destId="{2F3A6F3A-1B54-4ED4-ADF6-F4CDB7D7535D}" srcOrd="1" destOrd="0" presId="urn:microsoft.com/office/officeart/2018/2/layout/IconLabelList"/>
    <dgm:cxn modelId="{AFF4357C-D2B7-451D-B28C-F1EC7C08052A}" type="presParOf" srcId="{59C5E065-76AE-4AAC-871B-ED7A264C67B0}" destId="{8A550875-21BB-4CDD-823F-97ED03BD46D3}" srcOrd="2" destOrd="0" presId="urn:microsoft.com/office/officeart/2018/2/layout/IconLabelList"/>
    <dgm:cxn modelId="{CCDCE3F7-0D96-4036-B457-3C6ED78AD05B}" type="presParOf" srcId="{8A550875-21BB-4CDD-823F-97ED03BD46D3}" destId="{FE786772-66DB-4130-9E5F-B955B7731C28}" srcOrd="0" destOrd="0" presId="urn:microsoft.com/office/officeart/2018/2/layout/IconLabelList"/>
    <dgm:cxn modelId="{64606D8A-E8D9-418A-8E69-05B9E998A4AC}" type="presParOf" srcId="{8A550875-21BB-4CDD-823F-97ED03BD46D3}" destId="{36BB43DC-6F23-485E-9AB3-AFC725541709}" srcOrd="1" destOrd="0" presId="urn:microsoft.com/office/officeart/2018/2/layout/IconLabelList"/>
    <dgm:cxn modelId="{2A424767-102C-4F56-9767-12DAD65DEB9F}" type="presParOf" srcId="{8A550875-21BB-4CDD-823F-97ED03BD46D3}" destId="{73A2F4D9-931B-4CCC-9689-A42869942322}" srcOrd="2" destOrd="0" presId="urn:microsoft.com/office/officeart/2018/2/layout/IconLabelList"/>
    <dgm:cxn modelId="{EC408499-FFF3-4072-91E1-F15AE6FF38B2}" type="presParOf" srcId="{59C5E065-76AE-4AAC-871B-ED7A264C67B0}" destId="{752C8AE9-61B4-4C5C-86DD-6A51C75D1FD6}" srcOrd="3" destOrd="0" presId="urn:microsoft.com/office/officeart/2018/2/layout/IconLabelList"/>
    <dgm:cxn modelId="{D2417BB4-1A3A-4499-9968-5AA06ECEEA30}" type="presParOf" srcId="{59C5E065-76AE-4AAC-871B-ED7A264C67B0}" destId="{11D08514-33D8-46D7-9891-276DC5F67D10}" srcOrd="4" destOrd="0" presId="urn:microsoft.com/office/officeart/2018/2/layout/IconLabelList"/>
    <dgm:cxn modelId="{B869089D-6D4A-4810-9E2C-12A4F9CC550A}" type="presParOf" srcId="{11D08514-33D8-46D7-9891-276DC5F67D10}" destId="{632FF139-B369-4B59-AD0E-F1449397B5A6}" srcOrd="0" destOrd="0" presId="urn:microsoft.com/office/officeart/2018/2/layout/IconLabelList"/>
    <dgm:cxn modelId="{77DB6EE1-FA04-474A-BBE6-E0A78E041A48}" type="presParOf" srcId="{11D08514-33D8-46D7-9891-276DC5F67D10}" destId="{25DAC04B-DD5C-4AEB-8718-E100B3DDC081}" srcOrd="1" destOrd="0" presId="urn:microsoft.com/office/officeart/2018/2/layout/IconLabelList"/>
    <dgm:cxn modelId="{6D8F7653-C39E-48CC-B10A-5BFF77C5C12F}" type="presParOf" srcId="{11D08514-33D8-46D7-9891-276DC5F67D10}" destId="{44E3CA45-2FDF-4CC4-9451-B659AF220A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F5BFF025-1802-471F-A946-E4ECD8B9B299}">
      <dgm:prSet/>
      <dgm:spPr/>
      <dgm:t>
        <a:bodyPr/>
        <a:lstStyle/>
        <a:p>
          <a:r>
            <a:rPr lang="en-US"/>
            <a:t>Each miner includes a special transaction in his</a:t>
          </a:r>
          <a:r>
            <a:rPr lang="tr-TR"/>
            <a:t> </a:t>
          </a:r>
          <a:r>
            <a:rPr lang="en-US"/>
            <a:t>block</a:t>
          </a:r>
        </a:p>
      </dgm:t>
    </dgm:pt>
    <dgm:pt modelId="{11BE0E53-A57D-45FA-AAA8-979252EACFE0}" type="parTrans" cxnId="{54526D2E-14FA-4BC6-BEAC-23E2A3A574D4}">
      <dgm:prSet/>
      <dgm:spPr/>
      <dgm:t>
        <a:bodyPr/>
        <a:lstStyle/>
        <a:p>
          <a:endParaRPr lang="en-US" sz="2400"/>
        </a:p>
      </dgm:t>
    </dgm:pt>
    <dgm:pt modelId="{F33F9361-F2E5-4376-849F-EF8F6E697C82}" type="sibTrans" cxnId="{54526D2E-14FA-4BC6-BEAC-23E2A3A574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004668-DCE7-4EFC-BE6C-3648205FA97D}">
      <dgm:prSet/>
      <dgm:spPr/>
      <dgm:t>
        <a:bodyPr/>
        <a:lstStyle/>
        <a:p>
          <a:r>
            <a:rPr lang="en-US"/>
            <a:t>one that pays his own bitcoin address the block reward</a:t>
          </a:r>
        </a:p>
      </dgm:t>
    </dgm:pt>
    <dgm:pt modelId="{0941056C-F108-430B-A20D-9D2AAC40BB9E}" type="parTrans" cxnId="{9C7D523A-D715-4CDF-A7F1-C43D7A6CAF19}">
      <dgm:prSet/>
      <dgm:spPr/>
      <dgm:t>
        <a:bodyPr/>
        <a:lstStyle/>
        <a:p>
          <a:endParaRPr lang="tr-TR" sz="2400"/>
        </a:p>
      </dgm:t>
    </dgm:pt>
    <dgm:pt modelId="{0B2B907B-F8A5-4B8F-8E6C-9EB72E7822D2}" type="sibTrans" cxnId="{9C7D523A-D715-4CDF-A7F1-C43D7A6CAF19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7DF51E88-EC42-440F-AAB0-E3EDAEB29D62}">
      <dgm:prSet/>
      <dgm:spPr/>
      <dgm:t>
        <a:bodyPr/>
        <a:lstStyle/>
        <a:p>
          <a:r>
            <a:rPr lang="en-US"/>
            <a:t>plus the sum of transaction fees</a:t>
          </a:r>
        </a:p>
      </dgm:t>
    </dgm:pt>
    <dgm:pt modelId="{1A903C7C-2D5C-45E5-988E-F43BB5986385}" type="parTrans" cxnId="{E6708FDA-AE48-41DE-A5C0-7E53BB1EFF18}">
      <dgm:prSet/>
      <dgm:spPr/>
      <dgm:t>
        <a:bodyPr/>
        <a:lstStyle/>
        <a:p>
          <a:endParaRPr lang="tr-TR" sz="2400"/>
        </a:p>
      </dgm:t>
    </dgm:pt>
    <dgm:pt modelId="{7206EF51-6FB4-4BDD-910E-B4AD4DF9623B}" type="sibTrans" cxnId="{E6708FDA-AE48-41DE-A5C0-7E53BB1EFF18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F33CB5B0-A313-44F0-94D3-9EC0C9572163}">
      <dgm:prSet/>
      <dgm:spPr/>
      <dgm:t>
        <a:bodyPr/>
        <a:lstStyle/>
        <a:p>
          <a:r>
            <a:rPr lang="en-US" dirty="0"/>
            <a:t>currently </a:t>
          </a:r>
          <a:r>
            <a:rPr lang="tr-TR" dirty="0"/>
            <a:t>6.</a:t>
          </a:r>
          <a:r>
            <a:rPr lang="en-US" dirty="0"/>
            <a:t>25 newly</a:t>
          </a:r>
          <a:r>
            <a:rPr lang="tr-TR" dirty="0"/>
            <a:t> </a:t>
          </a:r>
          <a:r>
            <a:rPr lang="en-US" dirty="0"/>
            <a:t>created bitcoin</a:t>
          </a:r>
        </a:p>
      </dgm:t>
    </dgm:pt>
    <dgm:pt modelId="{328DAA2E-4844-4556-963D-15811FAC3921}" type="parTrans" cxnId="{3DE36DC6-69BC-426C-B394-AACC1A0F500B}">
      <dgm:prSet/>
      <dgm:spPr/>
      <dgm:t>
        <a:bodyPr/>
        <a:lstStyle/>
        <a:p>
          <a:endParaRPr lang="tr-TR"/>
        </a:p>
      </dgm:t>
    </dgm:pt>
    <dgm:pt modelId="{F4AA11B7-F6FA-4D84-95D4-6166F5FB143A}" type="sibTrans" cxnId="{3DE36DC6-69BC-426C-B394-AACC1A0F500B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A2DF4C34-7E65-4294-8590-3E7DD656C2DF}">
      <dgm:prSet/>
      <dgm:spPr/>
      <dgm:t>
        <a:bodyPr/>
        <a:lstStyle/>
        <a:p>
          <a:r>
            <a:rPr lang="en-US"/>
            <a:t>from all the transactions</a:t>
          </a:r>
        </a:p>
      </dgm:t>
    </dgm:pt>
    <dgm:pt modelId="{F92DE704-5EF1-4EA8-9B5C-E861FE4AB6CD}" type="parTrans" cxnId="{82CBBA36-BEA1-4375-9953-B71B04D9971C}">
      <dgm:prSet/>
      <dgm:spPr/>
      <dgm:t>
        <a:bodyPr/>
        <a:lstStyle/>
        <a:p>
          <a:endParaRPr lang="tr-TR"/>
        </a:p>
      </dgm:t>
    </dgm:pt>
    <dgm:pt modelId="{83596A38-670F-46E6-9117-B15110645306}" type="sibTrans" cxnId="{82CBBA36-BEA1-4375-9953-B71B04D9971C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C8518238-AAED-4189-B9E7-47DFF217EB2F}">
      <dgm:prSet/>
      <dgm:spPr/>
      <dgm:t>
        <a:bodyPr/>
        <a:lstStyle/>
        <a:p>
          <a:r>
            <a:rPr lang="en-US"/>
            <a:t>included in</a:t>
          </a:r>
          <a:r>
            <a:rPr lang="tr-TR"/>
            <a:t> </a:t>
          </a:r>
          <a:r>
            <a:rPr lang="en-US"/>
            <a:t>the block.</a:t>
          </a:r>
        </a:p>
      </dgm:t>
    </dgm:pt>
    <dgm:pt modelId="{C0B239D9-3B90-4FCF-A1A9-312B03E0EFD7}" type="parTrans" cxnId="{2AC5B7DA-C09B-463D-9019-784C37D18658}">
      <dgm:prSet/>
      <dgm:spPr/>
      <dgm:t>
        <a:bodyPr/>
        <a:lstStyle/>
        <a:p>
          <a:endParaRPr lang="tr-TR"/>
        </a:p>
      </dgm:t>
    </dgm:pt>
    <dgm:pt modelId="{7CC02F89-C427-4EE8-8453-E3C3C7C550A5}" type="sibTrans" cxnId="{2AC5B7DA-C09B-463D-9019-784C37D18658}">
      <dgm:prSet/>
      <dgm:spPr/>
      <dgm:t>
        <a:bodyPr/>
        <a:lstStyle/>
        <a:p>
          <a:endParaRPr lang="en-US"/>
        </a:p>
      </dgm:t>
    </dgm:pt>
    <dgm:pt modelId="{D8AADD35-9668-41B6-84E4-C06595FF0964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70DF4C4B-6E70-4994-8198-7E882DFF9AC3}" type="pres">
      <dgm:prSet presAssocID="{F5BFF025-1802-471F-A946-E4ECD8B9B299}" presName="compNode" presStyleCnt="0"/>
      <dgm:spPr/>
    </dgm:pt>
    <dgm:pt modelId="{B39F6FF1-4829-404D-ACCD-1CF80B7ACB9E}" type="pres">
      <dgm:prSet presAssocID="{F5BFF025-1802-471F-A946-E4ECD8B9B299}" presName="bgRect" presStyleLbl="bgShp" presStyleIdx="0" presStyleCnt="6"/>
      <dgm:spPr/>
    </dgm:pt>
    <dgm:pt modelId="{035032CF-C568-486C-8B7A-F6B39E9443E5}" type="pres">
      <dgm:prSet presAssocID="{F5BFF025-1802-471F-A946-E4ECD8B9B29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1EDD754-8550-4FF6-8C2C-3CD95BC255EF}" type="pres">
      <dgm:prSet presAssocID="{F5BFF025-1802-471F-A946-E4ECD8B9B299}" presName="spaceRect" presStyleCnt="0"/>
      <dgm:spPr/>
    </dgm:pt>
    <dgm:pt modelId="{5C007097-0131-4F0A-A080-7FDFCD9F1B02}" type="pres">
      <dgm:prSet presAssocID="{F5BFF025-1802-471F-A946-E4ECD8B9B299}" presName="parTx" presStyleLbl="revTx" presStyleIdx="0" presStyleCnt="6">
        <dgm:presLayoutVars>
          <dgm:chMax val="0"/>
          <dgm:chPref val="0"/>
        </dgm:presLayoutVars>
      </dgm:prSet>
      <dgm:spPr/>
    </dgm:pt>
    <dgm:pt modelId="{776C7BFD-2489-4C90-9B0A-D41D6F802BDF}" type="pres">
      <dgm:prSet presAssocID="{F33F9361-F2E5-4376-849F-EF8F6E697C82}" presName="sibTrans" presStyleCnt="0"/>
      <dgm:spPr/>
    </dgm:pt>
    <dgm:pt modelId="{F9D99B11-BF6D-4E8D-BB49-407087218398}" type="pres">
      <dgm:prSet presAssocID="{38004668-DCE7-4EFC-BE6C-3648205FA97D}" presName="compNode" presStyleCnt="0"/>
      <dgm:spPr/>
    </dgm:pt>
    <dgm:pt modelId="{443D951A-CBF7-4F35-8246-21C7AD91F0EA}" type="pres">
      <dgm:prSet presAssocID="{38004668-DCE7-4EFC-BE6C-3648205FA97D}" presName="bgRect" presStyleLbl="bgShp" presStyleIdx="1" presStyleCnt="6"/>
      <dgm:spPr/>
    </dgm:pt>
    <dgm:pt modelId="{179A7DAC-CCD2-443B-8091-DC3E235AA5CE}" type="pres">
      <dgm:prSet presAssocID="{38004668-DCE7-4EFC-BE6C-3648205FA97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3BCBDF15-8523-4B33-B5C1-0246A694F140}" type="pres">
      <dgm:prSet presAssocID="{38004668-DCE7-4EFC-BE6C-3648205FA97D}" presName="spaceRect" presStyleCnt="0"/>
      <dgm:spPr/>
    </dgm:pt>
    <dgm:pt modelId="{8538EC47-1A40-429F-A42F-ADD530AA6AFD}" type="pres">
      <dgm:prSet presAssocID="{38004668-DCE7-4EFC-BE6C-3648205FA97D}" presName="parTx" presStyleLbl="revTx" presStyleIdx="1" presStyleCnt="6">
        <dgm:presLayoutVars>
          <dgm:chMax val="0"/>
          <dgm:chPref val="0"/>
        </dgm:presLayoutVars>
      </dgm:prSet>
      <dgm:spPr/>
    </dgm:pt>
    <dgm:pt modelId="{F9E88681-9670-4520-8622-817ED9F08063}" type="pres">
      <dgm:prSet presAssocID="{0B2B907B-F8A5-4B8F-8E6C-9EB72E7822D2}" presName="sibTrans" presStyleCnt="0"/>
      <dgm:spPr/>
    </dgm:pt>
    <dgm:pt modelId="{B0AAC814-D529-44FF-BD9B-CC6C64CD0DD3}" type="pres">
      <dgm:prSet presAssocID="{F33CB5B0-A313-44F0-94D3-9EC0C9572163}" presName="compNode" presStyleCnt="0"/>
      <dgm:spPr/>
    </dgm:pt>
    <dgm:pt modelId="{28F0A3F1-6402-494B-8E80-1A39B244F68A}" type="pres">
      <dgm:prSet presAssocID="{F33CB5B0-A313-44F0-94D3-9EC0C9572163}" presName="bgRect" presStyleLbl="bgShp" presStyleIdx="2" presStyleCnt="6"/>
      <dgm:spPr/>
    </dgm:pt>
    <dgm:pt modelId="{75765290-CA4E-410F-A114-31C0AD1C3EA6}" type="pres">
      <dgm:prSet presAssocID="{F33CB5B0-A313-44F0-94D3-9EC0C957216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5F6B1C3-3036-4A0D-A1F0-C3C06D763A3D}" type="pres">
      <dgm:prSet presAssocID="{F33CB5B0-A313-44F0-94D3-9EC0C9572163}" presName="spaceRect" presStyleCnt="0"/>
      <dgm:spPr/>
    </dgm:pt>
    <dgm:pt modelId="{1497211A-6DF1-43F1-B15C-D3756247970B}" type="pres">
      <dgm:prSet presAssocID="{F33CB5B0-A313-44F0-94D3-9EC0C9572163}" presName="parTx" presStyleLbl="revTx" presStyleIdx="2" presStyleCnt="6">
        <dgm:presLayoutVars>
          <dgm:chMax val="0"/>
          <dgm:chPref val="0"/>
        </dgm:presLayoutVars>
      </dgm:prSet>
      <dgm:spPr/>
    </dgm:pt>
    <dgm:pt modelId="{3A7FBBBF-9EC4-411C-9105-C4AF884D0AC9}" type="pres">
      <dgm:prSet presAssocID="{F4AA11B7-F6FA-4D84-95D4-6166F5FB143A}" presName="sibTrans" presStyleCnt="0"/>
      <dgm:spPr/>
    </dgm:pt>
    <dgm:pt modelId="{F91604C1-B359-4EEC-98C9-3AB35EE32ECF}" type="pres">
      <dgm:prSet presAssocID="{7DF51E88-EC42-440F-AAB0-E3EDAEB29D62}" presName="compNode" presStyleCnt="0"/>
      <dgm:spPr/>
    </dgm:pt>
    <dgm:pt modelId="{5C9596DA-F970-4D51-88DC-23D0A4179F1C}" type="pres">
      <dgm:prSet presAssocID="{7DF51E88-EC42-440F-AAB0-E3EDAEB29D62}" presName="bgRect" presStyleLbl="bgShp" presStyleIdx="3" presStyleCnt="6"/>
      <dgm:spPr/>
    </dgm:pt>
    <dgm:pt modelId="{BFF5DC19-8CE3-4493-8E13-A788DFAA6BC5}" type="pres">
      <dgm:prSet presAssocID="{7DF51E88-EC42-440F-AAB0-E3EDAEB29D6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A344E5D-A834-42B2-BA52-C059CB7CD025}" type="pres">
      <dgm:prSet presAssocID="{7DF51E88-EC42-440F-AAB0-E3EDAEB29D62}" presName="spaceRect" presStyleCnt="0"/>
      <dgm:spPr/>
    </dgm:pt>
    <dgm:pt modelId="{572D9D92-79A9-46D9-A4DC-FE38B761A1EB}" type="pres">
      <dgm:prSet presAssocID="{7DF51E88-EC42-440F-AAB0-E3EDAEB29D62}" presName="parTx" presStyleLbl="revTx" presStyleIdx="3" presStyleCnt="6">
        <dgm:presLayoutVars>
          <dgm:chMax val="0"/>
          <dgm:chPref val="0"/>
        </dgm:presLayoutVars>
      </dgm:prSet>
      <dgm:spPr/>
    </dgm:pt>
    <dgm:pt modelId="{42A3D15B-49DF-41F6-9B08-4CCB5818F8F2}" type="pres">
      <dgm:prSet presAssocID="{7206EF51-6FB4-4BDD-910E-B4AD4DF9623B}" presName="sibTrans" presStyleCnt="0"/>
      <dgm:spPr/>
    </dgm:pt>
    <dgm:pt modelId="{F3488D33-42C8-4875-9719-0EF9B3CEDFBD}" type="pres">
      <dgm:prSet presAssocID="{A2DF4C34-7E65-4294-8590-3E7DD656C2DF}" presName="compNode" presStyleCnt="0"/>
      <dgm:spPr/>
    </dgm:pt>
    <dgm:pt modelId="{CFCF1FC8-B43B-4469-A44D-32802C72A3A8}" type="pres">
      <dgm:prSet presAssocID="{A2DF4C34-7E65-4294-8590-3E7DD656C2DF}" presName="bgRect" presStyleLbl="bgShp" presStyleIdx="4" presStyleCnt="6"/>
      <dgm:spPr/>
    </dgm:pt>
    <dgm:pt modelId="{EE52BF0A-748B-413C-96E6-84B6755D60FC}" type="pres">
      <dgm:prSet presAssocID="{A2DF4C34-7E65-4294-8590-3E7DD656C2D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4BFF2885-4657-4A4A-AFF6-29E0799E6AEB}" type="pres">
      <dgm:prSet presAssocID="{A2DF4C34-7E65-4294-8590-3E7DD656C2DF}" presName="spaceRect" presStyleCnt="0"/>
      <dgm:spPr/>
    </dgm:pt>
    <dgm:pt modelId="{104CABE5-ADE5-4873-87B9-4CF46B931845}" type="pres">
      <dgm:prSet presAssocID="{A2DF4C34-7E65-4294-8590-3E7DD656C2DF}" presName="parTx" presStyleLbl="revTx" presStyleIdx="4" presStyleCnt="6">
        <dgm:presLayoutVars>
          <dgm:chMax val="0"/>
          <dgm:chPref val="0"/>
        </dgm:presLayoutVars>
      </dgm:prSet>
      <dgm:spPr/>
    </dgm:pt>
    <dgm:pt modelId="{650CE0BD-423E-4D6D-A8A6-99235A7FD553}" type="pres">
      <dgm:prSet presAssocID="{83596A38-670F-46E6-9117-B15110645306}" presName="sibTrans" presStyleCnt="0"/>
      <dgm:spPr/>
    </dgm:pt>
    <dgm:pt modelId="{F840D06B-FC71-49E5-86AA-93A0033A1CA6}" type="pres">
      <dgm:prSet presAssocID="{C8518238-AAED-4189-B9E7-47DFF217EB2F}" presName="compNode" presStyleCnt="0"/>
      <dgm:spPr/>
    </dgm:pt>
    <dgm:pt modelId="{B904B45E-E480-4664-A8B1-F8EF444772F8}" type="pres">
      <dgm:prSet presAssocID="{C8518238-AAED-4189-B9E7-47DFF217EB2F}" presName="bgRect" presStyleLbl="bgShp" presStyleIdx="5" presStyleCnt="6"/>
      <dgm:spPr/>
    </dgm:pt>
    <dgm:pt modelId="{AE7318D1-527A-410D-9DF1-6AC5675663C8}" type="pres">
      <dgm:prSet presAssocID="{C8518238-AAED-4189-B9E7-47DFF217EB2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A0559C1B-E143-4934-9C33-7F7A32AEF82F}" type="pres">
      <dgm:prSet presAssocID="{C8518238-AAED-4189-B9E7-47DFF217EB2F}" presName="spaceRect" presStyleCnt="0"/>
      <dgm:spPr/>
    </dgm:pt>
    <dgm:pt modelId="{38912B58-379E-49EF-9593-521D92EA6E68}" type="pres">
      <dgm:prSet presAssocID="{C8518238-AAED-4189-B9E7-47DFF217EB2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5900309-E3E9-43CC-BBB8-98B8551E4D62}" type="presOf" srcId="{F33CB5B0-A313-44F0-94D3-9EC0C9572163}" destId="{1497211A-6DF1-43F1-B15C-D3756247970B}" srcOrd="0" destOrd="0" presId="urn:microsoft.com/office/officeart/2018/2/layout/IconVerticalSolidList"/>
    <dgm:cxn modelId="{54526D2E-14FA-4BC6-BEAC-23E2A3A574D4}" srcId="{B66D4631-5E74-4F65-A471-0F191025E1B3}" destId="{F5BFF025-1802-471F-A946-E4ECD8B9B299}" srcOrd="0" destOrd="0" parTransId="{11BE0E53-A57D-45FA-AAA8-979252EACFE0}" sibTransId="{F33F9361-F2E5-4376-849F-EF8F6E697C82}"/>
    <dgm:cxn modelId="{2DABDD2F-2CBE-4B1E-A134-91CB07A45823}" type="presOf" srcId="{A2DF4C34-7E65-4294-8590-3E7DD656C2DF}" destId="{104CABE5-ADE5-4873-87B9-4CF46B931845}" srcOrd="0" destOrd="0" presId="urn:microsoft.com/office/officeart/2018/2/layout/IconVerticalSolidList"/>
    <dgm:cxn modelId="{82CBBA36-BEA1-4375-9953-B71B04D9971C}" srcId="{B66D4631-5E74-4F65-A471-0F191025E1B3}" destId="{A2DF4C34-7E65-4294-8590-3E7DD656C2DF}" srcOrd="4" destOrd="0" parTransId="{F92DE704-5EF1-4EA8-9B5C-E861FE4AB6CD}" sibTransId="{83596A38-670F-46E6-9117-B15110645306}"/>
    <dgm:cxn modelId="{9C7D523A-D715-4CDF-A7F1-C43D7A6CAF19}" srcId="{B66D4631-5E74-4F65-A471-0F191025E1B3}" destId="{38004668-DCE7-4EFC-BE6C-3648205FA97D}" srcOrd="1" destOrd="0" parTransId="{0941056C-F108-430B-A20D-9D2AAC40BB9E}" sibTransId="{0B2B907B-F8A5-4B8F-8E6C-9EB72E7822D2}"/>
    <dgm:cxn modelId="{10B4A93D-2939-402D-BFBB-4B594254C965}" type="presOf" srcId="{7DF51E88-EC42-440F-AAB0-E3EDAEB29D62}" destId="{572D9D92-79A9-46D9-A4DC-FE38B761A1EB}" srcOrd="0" destOrd="0" presId="urn:microsoft.com/office/officeart/2018/2/layout/IconVerticalSolidList"/>
    <dgm:cxn modelId="{53BD9B8B-B321-48F5-8E45-A385DDB11F81}" type="presOf" srcId="{B66D4631-5E74-4F65-A471-0F191025E1B3}" destId="{D8AADD35-9668-41B6-84E4-C06595FF0964}" srcOrd="0" destOrd="0" presId="urn:microsoft.com/office/officeart/2018/2/layout/IconVerticalSolidList"/>
    <dgm:cxn modelId="{B86830B1-E40E-4EDF-A0A9-D3A7A937FFA1}" type="presOf" srcId="{C8518238-AAED-4189-B9E7-47DFF217EB2F}" destId="{38912B58-379E-49EF-9593-521D92EA6E68}" srcOrd="0" destOrd="0" presId="urn:microsoft.com/office/officeart/2018/2/layout/IconVerticalSolidList"/>
    <dgm:cxn modelId="{3A4930BC-726F-47EA-878A-D26D79769ECF}" type="presOf" srcId="{F5BFF025-1802-471F-A946-E4ECD8B9B299}" destId="{5C007097-0131-4F0A-A080-7FDFCD9F1B02}" srcOrd="0" destOrd="0" presId="urn:microsoft.com/office/officeart/2018/2/layout/IconVerticalSolidList"/>
    <dgm:cxn modelId="{3DE36DC6-69BC-426C-B394-AACC1A0F500B}" srcId="{B66D4631-5E74-4F65-A471-0F191025E1B3}" destId="{F33CB5B0-A313-44F0-94D3-9EC0C9572163}" srcOrd="2" destOrd="0" parTransId="{328DAA2E-4844-4556-963D-15811FAC3921}" sibTransId="{F4AA11B7-F6FA-4D84-95D4-6166F5FB143A}"/>
    <dgm:cxn modelId="{E6708FDA-AE48-41DE-A5C0-7E53BB1EFF18}" srcId="{B66D4631-5E74-4F65-A471-0F191025E1B3}" destId="{7DF51E88-EC42-440F-AAB0-E3EDAEB29D62}" srcOrd="3" destOrd="0" parTransId="{1A903C7C-2D5C-45E5-988E-F43BB5986385}" sibTransId="{7206EF51-6FB4-4BDD-910E-B4AD4DF9623B}"/>
    <dgm:cxn modelId="{2AC5B7DA-C09B-463D-9019-784C37D18658}" srcId="{B66D4631-5E74-4F65-A471-0F191025E1B3}" destId="{C8518238-AAED-4189-B9E7-47DFF217EB2F}" srcOrd="5" destOrd="0" parTransId="{C0B239D9-3B90-4FCF-A1A9-312B03E0EFD7}" sibTransId="{7CC02F89-C427-4EE8-8453-E3C3C7C550A5}"/>
    <dgm:cxn modelId="{CB49AADD-C5CF-4BC5-B33B-634E06D13178}" type="presOf" srcId="{38004668-DCE7-4EFC-BE6C-3648205FA97D}" destId="{8538EC47-1A40-429F-A42F-ADD530AA6AFD}" srcOrd="0" destOrd="0" presId="urn:microsoft.com/office/officeart/2018/2/layout/IconVerticalSolidList"/>
    <dgm:cxn modelId="{FBEA017D-342F-4ED9-AAE3-58272FAF445E}" type="presParOf" srcId="{D8AADD35-9668-41B6-84E4-C06595FF0964}" destId="{70DF4C4B-6E70-4994-8198-7E882DFF9AC3}" srcOrd="0" destOrd="0" presId="urn:microsoft.com/office/officeart/2018/2/layout/IconVerticalSolidList"/>
    <dgm:cxn modelId="{6E9A97BF-855F-4521-9332-8B23FA45A6BB}" type="presParOf" srcId="{70DF4C4B-6E70-4994-8198-7E882DFF9AC3}" destId="{B39F6FF1-4829-404D-ACCD-1CF80B7ACB9E}" srcOrd="0" destOrd="0" presId="urn:microsoft.com/office/officeart/2018/2/layout/IconVerticalSolidList"/>
    <dgm:cxn modelId="{161FD13A-A0BD-469F-9A00-E8A9F79BE4DF}" type="presParOf" srcId="{70DF4C4B-6E70-4994-8198-7E882DFF9AC3}" destId="{035032CF-C568-486C-8B7A-F6B39E9443E5}" srcOrd="1" destOrd="0" presId="urn:microsoft.com/office/officeart/2018/2/layout/IconVerticalSolidList"/>
    <dgm:cxn modelId="{EF5E9477-6B80-4A92-A31F-B8AA350A57D9}" type="presParOf" srcId="{70DF4C4B-6E70-4994-8198-7E882DFF9AC3}" destId="{91EDD754-8550-4FF6-8C2C-3CD95BC255EF}" srcOrd="2" destOrd="0" presId="urn:microsoft.com/office/officeart/2018/2/layout/IconVerticalSolidList"/>
    <dgm:cxn modelId="{9D35C23A-3F6D-4FDF-805D-9E272B175F38}" type="presParOf" srcId="{70DF4C4B-6E70-4994-8198-7E882DFF9AC3}" destId="{5C007097-0131-4F0A-A080-7FDFCD9F1B02}" srcOrd="3" destOrd="0" presId="urn:microsoft.com/office/officeart/2018/2/layout/IconVerticalSolidList"/>
    <dgm:cxn modelId="{1057C004-6918-4616-88F6-E65028CA477C}" type="presParOf" srcId="{D8AADD35-9668-41B6-84E4-C06595FF0964}" destId="{776C7BFD-2489-4C90-9B0A-D41D6F802BDF}" srcOrd="1" destOrd="0" presId="urn:microsoft.com/office/officeart/2018/2/layout/IconVerticalSolidList"/>
    <dgm:cxn modelId="{4A281F02-84CC-4841-8BD4-8E7A46C70F89}" type="presParOf" srcId="{D8AADD35-9668-41B6-84E4-C06595FF0964}" destId="{F9D99B11-BF6D-4E8D-BB49-407087218398}" srcOrd="2" destOrd="0" presId="urn:microsoft.com/office/officeart/2018/2/layout/IconVerticalSolidList"/>
    <dgm:cxn modelId="{5DF9D27A-97EB-48C6-A7D6-03335F0394AD}" type="presParOf" srcId="{F9D99B11-BF6D-4E8D-BB49-407087218398}" destId="{443D951A-CBF7-4F35-8246-21C7AD91F0EA}" srcOrd="0" destOrd="0" presId="urn:microsoft.com/office/officeart/2018/2/layout/IconVerticalSolidList"/>
    <dgm:cxn modelId="{A524412B-A0DF-4359-9DD6-2D741D5F11F2}" type="presParOf" srcId="{F9D99B11-BF6D-4E8D-BB49-407087218398}" destId="{179A7DAC-CCD2-443B-8091-DC3E235AA5CE}" srcOrd="1" destOrd="0" presId="urn:microsoft.com/office/officeart/2018/2/layout/IconVerticalSolidList"/>
    <dgm:cxn modelId="{4A6398C9-CBDB-4C2B-A159-DE6AAE03E187}" type="presParOf" srcId="{F9D99B11-BF6D-4E8D-BB49-407087218398}" destId="{3BCBDF15-8523-4B33-B5C1-0246A694F140}" srcOrd="2" destOrd="0" presId="urn:microsoft.com/office/officeart/2018/2/layout/IconVerticalSolidList"/>
    <dgm:cxn modelId="{56278287-0F86-4477-9463-DD0375196434}" type="presParOf" srcId="{F9D99B11-BF6D-4E8D-BB49-407087218398}" destId="{8538EC47-1A40-429F-A42F-ADD530AA6AFD}" srcOrd="3" destOrd="0" presId="urn:microsoft.com/office/officeart/2018/2/layout/IconVerticalSolidList"/>
    <dgm:cxn modelId="{40FB6052-2045-4088-AD82-887CD5EBBA47}" type="presParOf" srcId="{D8AADD35-9668-41B6-84E4-C06595FF0964}" destId="{F9E88681-9670-4520-8622-817ED9F08063}" srcOrd="3" destOrd="0" presId="urn:microsoft.com/office/officeart/2018/2/layout/IconVerticalSolidList"/>
    <dgm:cxn modelId="{8C5D614E-497A-4220-9EBE-5D846432D440}" type="presParOf" srcId="{D8AADD35-9668-41B6-84E4-C06595FF0964}" destId="{B0AAC814-D529-44FF-BD9B-CC6C64CD0DD3}" srcOrd="4" destOrd="0" presId="urn:microsoft.com/office/officeart/2018/2/layout/IconVerticalSolidList"/>
    <dgm:cxn modelId="{4D9F7A4B-31E7-4B07-8EBF-D561E541ED94}" type="presParOf" srcId="{B0AAC814-D529-44FF-BD9B-CC6C64CD0DD3}" destId="{28F0A3F1-6402-494B-8E80-1A39B244F68A}" srcOrd="0" destOrd="0" presId="urn:microsoft.com/office/officeart/2018/2/layout/IconVerticalSolidList"/>
    <dgm:cxn modelId="{A57CF925-98DB-4F31-BEC4-4528824F24EE}" type="presParOf" srcId="{B0AAC814-D529-44FF-BD9B-CC6C64CD0DD3}" destId="{75765290-CA4E-410F-A114-31C0AD1C3EA6}" srcOrd="1" destOrd="0" presId="urn:microsoft.com/office/officeart/2018/2/layout/IconVerticalSolidList"/>
    <dgm:cxn modelId="{16E1182E-46C8-4487-8E6E-F0C93DB5FF67}" type="presParOf" srcId="{B0AAC814-D529-44FF-BD9B-CC6C64CD0DD3}" destId="{05F6B1C3-3036-4A0D-A1F0-C3C06D763A3D}" srcOrd="2" destOrd="0" presId="urn:microsoft.com/office/officeart/2018/2/layout/IconVerticalSolidList"/>
    <dgm:cxn modelId="{8ACF817B-3F12-40EE-9AAB-EB9B4AE8608C}" type="presParOf" srcId="{B0AAC814-D529-44FF-BD9B-CC6C64CD0DD3}" destId="{1497211A-6DF1-43F1-B15C-D3756247970B}" srcOrd="3" destOrd="0" presId="urn:microsoft.com/office/officeart/2018/2/layout/IconVerticalSolidList"/>
    <dgm:cxn modelId="{8574C430-B0A2-4428-8CB2-8E264F35907C}" type="presParOf" srcId="{D8AADD35-9668-41B6-84E4-C06595FF0964}" destId="{3A7FBBBF-9EC4-411C-9105-C4AF884D0AC9}" srcOrd="5" destOrd="0" presId="urn:microsoft.com/office/officeart/2018/2/layout/IconVerticalSolidList"/>
    <dgm:cxn modelId="{299A945E-DBFA-40E0-BDA5-81ED4683942A}" type="presParOf" srcId="{D8AADD35-9668-41B6-84E4-C06595FF0964}" destId="{F91604C1-B359-4EEC-98C9-3AB35EE32ECF}" srcOrd="6" destOrd="0" presId="urn:microsoft.com/office/officeart/2018/2/layout/IconVerticalSolidList"/>
    <dgm:cxn modelId="{42341E86-66A8-41ED-9375-EA6AAC433028}" type="presParOf" srcId="{F91604C1-B359-4EEC-98C9-3AB35EE32ECF}" destId="{5C9596DA-F970-4D51-88DC-23D0A4179F1C}" srcOrd="0" destOrd="0" presId="urn:microsoft.com/office/officeart/2018/2/layout/IconVerticalSolidList"/>
    <dgm:cxn modelId="{864128B0-ED00-4A6F-BF5E-65A24D37BA5B}" type="presParOf" srcId="{F91604C1-B359-4EEC-98C9-3AB35EE32ECF}" destId="{BFF5DC19-8CE3-4493-8E13-A788DFAA6BC5}" srcOrd="1" destOrd="0" presId="urn:microsoft.com/office/officeart/2018/2/layout/IconVerticalSolidList"/>
    <dgm:cxn modelId="{4C2FA5D8-A472-4F11-82ED-64AED401070D}" type="presParOf" srcId="{F91604C1-B359-4EEC-98C9-3AB35EE32ECF}" destId="{FA344E5D-A834-42B2-BA52-C059CB7CD025}" srcOrd="2" destOrd="0" presId="urn:microsoft.com/office/officeart/2018/2/layout/IconVerticalSolidList"/>
    <dgm:cxn modelId="{A1D21774-5382-4894-B9D8-37363FE069EC}" type="presParOf" srcId="{F91604C1-B359-4EEC-98C9-3AB35EE32ECF}" destId="{572D9D92-79A9-46D9-A4DC-FE38B761A1EB}" srcOrd="3" destOrd="0" presId="urn:microsoft.com/office/officeart/2018/2/layout/IconVerticalSolidList"/>
    <dgm:cxn modelId="{E56B1B40-D4E5-4064-859E-00798FA7B74B}" type="presParOf" srcId="{D8AADD35-9668-41B6-84E4-C06595FF0964}" destId="{42A3D15B-49DF-41F6-9B08-4CCB5818F8F2}" srcOrd="7" destOrd="0" presId="urn:microsoft.com/office/officeart/2018/2/layout/IconVerticalSolidList"/>
    <dgm:cxn modelId="{EC9CB309-449F-4642-9669-809AE06CDFA7}" type="presParOf" srcId="{D8AADD35-9668-41B6-84E4-C06595FF0964}" destId="{F3488D33-42C8-4875-9719-0EF9B3CEDFBD}" srcOrd="8" destOrd="0" presId="urn:microsoft.com/office/officeart/2018/2/layout/IconVerticalSolidList"/>
    <dgm:cxn modelId="{49D1B378-002C-479F-810E-FAB7B4A6C010}" type="presParOf" srcId="{F3488D33-42C8-4875-9719-0EF9B3CEDFBD}" destId="{CFCF1FC8-B43B-4469-A44D-32802C72A3A8}" srcOrd="0" destOrd="0" presId="urn:microsoft.com/office/officeart/2018/2/layout/IconVerticalSolidList"/>
    <dgm:cxn modelId="{D8895063-52FF-49DA-8600-FD59CCDF00B5}" type="presParOf" srcId="{F3488D33-42C8-4875-9719-0EF9B3CEDFBD}" destId="{EE52BF0A-748B-413C-96E6-84B6755D60FC}" srcOrd="1" destOrd="0" presId="urn:microsoft.com/office/officeart/2018/2/layout/IconVerticalSolidList"/>
    <dgm:cxn modelId="{AF142A67-C6CE-4D36-B0CF-E6FAAFB24E8B}" type="presParOf" srcId="{F3488D33-42C8-4875-9719-0EF9B3CEDFBD}" destId="{4BFF2885-4657-4A4A-AFF6-29E0799E6AEB}" srcOrd="2" destOrd="0" presId="urn:microsoft.com/office/officeart/2018/2/layout/IconVerticalSolidList"/>
    <dgm:cxn modelId="{D0F5AF82-E11E-4607-92E5-6DCA2B5D820B}" type="presParOf" srcId="{F3488D33-42C8-4875-9719-0EF9B3CEDFBD}" destId="{104CABE5-ADE5-4873-87B9-4CF46B931845}" srcOrd="3" destOrd="0" presId="urn:microsoft.com/office/officeart/2018/2/layout/IconVerticalSolidList"/>
    <dgm:cxn modelId="{90E7DCE5-DD5B-427A-88C8-D1CD47F3CE99}" type="presParOf" srcId="{D8AADD35-9668-41B6-84E4-C06595FF0964}" destId="{650CE0BD-423E-4D6D-A8A6-99235A7FD553}" srcOrd="9" destOrd="0" presId="urn:microsoft.com/office/officeart/2018/2/layout/IconVerticalSolidList"/>
    <dgm:cxn modelId="{083417BF-1ECA-49DE-921F-4D48AFA49325}" type="presParOf" srcId="{D8AADD35-9668-41B6-84E4-C06595FF0964}" destId="{F840D06B-FC71-49E5-86AA-93A0033A1CA6}" srcOrd="10" destOrd="0" presId="urn:microsoft.com/office/officeart/2018/2/layout/IconVerticalSolidList"/>
    <dgm:cxn modelId="{89F26CC8-7E73-4E9D-8367-8BDB45E1E3F9}" type="presParOf" srcId="{F840D06B-FC71-49E5-86AA-93A0033A1CA6}" destId="{B904B45E-E480-4664-A8B1-F8EF444772F8}" srcOrd="0" destOrd="0" presId="urn:microsoft.com/office/officeart/2018/2/layout/IconVerticalSolidList"/>
    <dgm:cxn modelId="{5A180414-6057-4E20-8EDD-C5BDF2F59C76}" type="presParOf" srcId="{F840D06B-FC71-49E5-86AA-93A0033A1CA6}" destId="{AE7318D1-527A-410D-9DF1-6AC5675663C8}" srcOrd="1" destOrd="0" presId="urn:microsoft.com/office/officeart/2018/2/layout/IconVerticalSolidList"/>
    <dgm:cxn modelId="{D0D241E4-270F-4804-86AC-5B30FCA100CA}" type="presParOf" srcId="{F840D06B-FC71-49E5-86AA-93A0033A1CA6}" destId="{A0559C1B-E143-4934-9C33-7F7A32AEF82F}" srcOrd="2" destOrd="0" presId="urn:microsoft.com/office/officeart/2018/2/layout/IconVerticalSolidList"/>
    <dgm:cxn modelId="{E51A8CC5-938D-4B3B-9784-C754D088AE6B}" type="presParOf" srcId="{F840D06B-FC71-49E5-86AA-93A0033A1CA6}" destId="{38912B58-379E-49EF-9593-521D92EA6E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5BFF025-1802-471F-A946-E4ECD8B9B299}">
      <dgm:prSet/>
      <dgm:spPr/>
      <dgm:t>
        <a:bodyPr/>
        <a:lstStyle/>
        <a:p>
          <a:r>
            <a:rPr lang="en-US"/>
            <a:t>If he finds a solution</a:t>
          </a:r>
        </a:p>
      </dgm:t>
    </dgm:pt>
    <dgm:pt modelId="{11BE0E53-A57D-45FA-AAA8-979252EACFE0}" type="parTrans" cxnId="{54526D2E-14FA-4BC6-BEAC-23E2A3A574D4}">
      <dgm:prSet/>
      <dgm:spPr/>
      <dgm:t>
        <a:bodyPr/>
        <a:lstStyle/>
        <a:p>
          <a:endParaRPr lang="en-US"/>
        </a:p>
      </dgm:t>
    </dgm:pt>
    <dgm:pt modelId="{F33F9361-F2E5-4376-849F-EF8F6E697C82}" type="sibTrans" cxnId="{54526D2E-14FA-4BC6-BEAC-23E2A3A574D4}">
      <dgm:prSet/>
      <dgm:spPr/>
      <dgm:t>
        <a:bodyPr/>
        <a:lstStyle/>
        <a:p>
          <a:endParaRPr lang="en-US"/>
        </a:p>
      </dgm:t>
    </dgm:pt>
    <dgm:pt modelId="{9FB52506-A653-46FC-A967-B6C0435F9235}">
      <dgm:prSet/>
      <dgm:spPr/>
      <dgm:t>
        <a:bodyPr/>
        <a:lstStyle/>
        <a:p>
          <a:r>
            <a:rPr lang="en-US"/>
            <a:t>he “wins” this reward</a:t>
          </a:r>
        </a:p>
      </dgm:t>
    </dgm:pt>
    <dgm:pt modelId="{C27A4E39-0A91-4798-8898-BF54C8966CC5}" type="parTrans" cxnId="{22E281EF-6CCC-46CC-82CF-4AC119C536A6}">
      <dgm:prSet/>
      <dgm:spPr/>
      <dgm:t>
        <a:bodyPr/>
        <a:lstStyle/>
        <a:p>
          <a:endParaRPr lang="tr-TR"/>
        </a:p>
      </dgm:t>
    </dgm:pt>
    <dgm:pt modelId="{06C3F45A-AAAD-4433-9E31-B2D2CCF1E3DA}" type="sibTrans" cxnId="{22E281EF-6CCC-46CC-82CF-4AC119C536A6}">
      <dgm:prSet/>
      <dgm:spPr/>
      <dgm:t>
        <a:bodyPr/>
        <a:lstStyle/>
        <a:p>
          <a:endParaRPr lang="tr-TR"/>
        </a:p>
      </dgm:t>
    </dgm:pt>
    <dgm:pt modelId="{C2DEF282-D35E-4B72-AF4D-5DDD2CF995B7}">
      <dgm:prSet/>
      <dgm:spPr/>
      <dgm:t>
        <a:bodyPr/>
        <a:lstStyle/>
        <a:p>
          <a:r>
            <a:rPr lang="tr-TR"/>
            <a:t>This</a:t>
          </a:r>
          <a:r>
            <a:rPr lang="en-US"/>
            <a:t> successful block</a:t>
          </a:r>
        </a:p>
      </dgm:t>
    </dgm:pt>
    <dgm:pt modelId="{24A66E49-F798-471F-9B9A-B103D0AADFDB}" type="parTrans" cxnId="{E50EDCAF-645C-4551-B3A0-C5451200569C}">
      <dgm:prSet/>
      <dgm:spPr/>
      <dgm:t>
        <a:bodyPr/>
        <a:lstStyle/>
        <a:p>
          <a:endParaRPr lang="tr-TR"/>
        </a:p>
      </dgm:t>
    </dgm:pt>
    <dgm:pt modelId="{1C6F4F76-EA31-4CFD-A912-3124F57E119F}" type="sibTrans" cxnId="{E50EDCAF-645C-4551-B3A0-C5451200569C}">
      <dgm:prSet/>
      <dgm:spPr/>
      <dgm:t>
        <a:bodyPr/>
        <a:lstStyle/>
        <a:p>
          <a:endParaRPr lang="tr-TR"/>
        </a:p>
      </dgm:t>
    </dgm:pt>
    <dgm:pt modelId="{8018FA79-EB81-4772-9C4C-E455BBB450EE}">
      <dgm:prSet/>
      <dgm:spPr/>
      <dgm:t>
        <a:bodyPr/>
        <a:lstStyle/>
        <a:p>
          <a:r>
            <a:rPr lang="en-US"/>
            <a:t>the reward transaction</a:t>
          </a:r>
        </a:p>
      </dgm:t>
    </dgm:pt>
    <dgm:pt modelId="{CF259F06-8F1A-4B09-8A6E-37FF863E6DE9}" type="parTrans" cxnId="{7A0B798E-81F5-4F2F-B485-FA8C8A9AF797}">
      <dgm:prSet/>
      <dgm:spPr/>
      <dgm:t>
        <a:bodyPr/>
        <a:lstStyle/>
        <a:p>
          <a:endParaRPr lang="tr-TR"/>
        </a:p>
      </dgm:t>
    </dgm:pt>
    <dgm:pt modelId="{C6219810-0987-42EC-AA33-B7529F07AF92}" type="sibTrans" cxnId="{7A0B798E-81F5-4F2F-B485-FA8C8A9AF797}">
      <dgm:prSet/>
      <dgm:spPr/>
      <dgm:t>
        <a:bodyPr/>
        <a:lstStyle/>
        <a:p>
          <a:endParaRPr lang="tr-TR"/>
        </a:p>
      </dgm:t>
    </dgm:pt>
    <dgm:pt modelId="{713C5A59-F90F-4E4D-AC9F-CAE7509CD31D}">
      <dgm:prSet/>
      <dgm:spPr/>
      <dgm:t>
        <a:bodyPr/>
        <a:lstStyle/>
        <a:p>
          <a:r>
            <a:rPr lang="en-US"/>
            <a:t>makes that block valid</a:t>
          </a:r>
        </a:p>
      </dgm:t>
    </dgm:pt>
    <dgm:pt modelId="{1B9253C8-F828-4C9E-ADD8-29DD8E9FD109}" type="parTrans" cxnId="{5E6AD691-85CE-43AA-BF55-7D1E2282FB9F}">
      <dgm:prSet/>
      <dgm:spPr/>
      <dgm:t>
        <a:bodyPr/>
        <a:lstStyle/>
        <a:p>
          <a:endParaRPr lang="tr-TR"/>
        </a:p>
      </dgm:t>
    </dgm:pt>
    <dgm:pt modelId="{B62FBF69-5A33-4D18-A674-98746527545F}" type="sibTrans" cxnId="{5E6AD691-85CE-43AA-BF55-7D1E2282FB9F}">
      <dgm:prSet/>
      <dgm:spPr/>
      <dgm:t>
        <a:bodyPr/>
        <a:lstStyle/>
        <a:p>
          <a:endParaRPr lang="tr-TR"/>
        </a:p>
      </dgm:t>
    </dgm:pt>
    <dgm:pt modelId="{A7A3C22C-96AD-4DB5-831B-410C8DB44600}">
      <dgm:prSet/>
      <dgm:spPr/>
      <dgm:t>
        <a:bodyPr/>
        <a:lstStyle/>
        <a:p>
          <a:r>
            <a:rPr lang="en-US"/>
            <a:t> is added</a:t>
          </a:r>
        </a:p>
      </dgm:t>
    </dgm:pt>
    <dgm:pt modelId="{7332E1CB-2F5C-42A8-B501-DB1B81C2C7E0}" type="parTrans" cxnId="{817E530C-E1DB-4853-9379-4946D97E99F5}">
      <dgm:prSet/>
      <dgm:spPr/>
      <dgm:t>
        <a:bodyPr/>
        <a:lstStyle/>
        <a:p>
          <a:endParaRPr lang="tr-TR"/>
        </a:p>
      </dgm:t>
    </dgm:pt>
    <dgm:pt modelId="{35A2E74D-A47D-4CA1-8AA2-1B94124B0953}" type="sibTrans" cxnId="{817E530C-E1DB-4853-9379-4946D97E99F5}">
      <dgm:prSet/>
      <dgm:spPr/>
      <dgm:t>
        <a:bodyPr/>
        <a:lstStyle/>
        <a:p>
          <a:endParaRPr lang="tr-TR"/>
        </a:p>
      </dgm:t>
    </dgm:pt>
    <dgm:pt modelId="{B802E7E1-1C81-4A07-98BE-259297A8A600}">
      <dgm:prSet/>
      <dgm:spPr/>
      <dgm:t>
        <a:bodyPr/>
        <a:lstStyle/>
        <a:p>
          <a:r>
            <a:rPr lang="en-US"/>
            <a:t>to the global blockchain</a:t>
          </a:r>
        </a:p>
      </dgm:t>
    </dgm:pt>
    <dgm:pt modelId="{E06B3AFC-7D97-4D24-B91B-A2797263C177}" type="parTrans" cxnId="{949E29C1-03F4-443C-BE21-7096E62FABE1}">
      <dgm:prSet/>
      <dgm:spPr/>
      <dgm:t>
        <a:bodyPr/>
        <a:lstStyle/>
        <a:p>
          <a:endParaRPr lang="tr-TR"/>
        </a:p>
      </dgm:t>
    </dgm:pt>
    <dgm:pt modelId="{1CC4CD6B-AB75-4981-87E7-E58B289D3498}" type="sibTrans" cxnId="{949E29C1-03F4-443C-BE21-7096E62FABE1}">
      <dgm:prSet/>
      <dgm:spPr/>
      <dgm:t>
        <a:bodyPr/>
        <a:lstStyle/>
        <a:p>
          <a:endParaRPr lang="tr-TR"/>
        </a:p>
      </dgm:t>
    </dgm:pt>
    <dgm:pt modelId="{5B82B2F8-7B44-46C6-B154-6A9D2570D37B}">
      <dgm:prSet/>
      <dgm:spPr/>
      <dgm:t>
        <a:bodyPr/>
        <a:lstStyle/>
        <a:p>
          <a:r>
            <a:rPr lang="en-US"/>
            <a:t>included</a:t>
          </a:r>
        </a:p>
      </dgm:t>
    </dgm:pt>
    <dgm:pt modelId="{663BE7DB-E11B-49F7-A522-BF152A0F8E2E}" type="parTrans" cxnId="{21E4B319-A020-4AE2-B2C1-D7A66AABE604}">
      <dgm:prSet/>
      <dgm:spPr/>
      <dgm:t>
        <a:bodyPr/>
        <a:lstStyle/>
        <a:p>
          <a:endParaRPr lang="tr-TR"/>
        </a:p>
      </dgm:t>
    </dgm:pt>
    <dgm:pt modelId="{287EF370-9826-4B29-B134-F1EB801E22D1}" type="sibTrans" cxnId="{21E4B319-A020-4AE2-B2C1-D7A66AABE604}">
      <dgm:prSet/>
      <dgm:spPr/>
      <dgm:t>
        <a:bodyPr/>
        <a:lstStyle/>
        <a:p>
          <a:endParaRPr lang="tr-TR"/>
        </a:p>
      </dgm:t>
    </dgm:pt>
    <dgm:pt modelId="{BF8F874F-AB0E-477C-B075-211EBD099A27}">
      <dgm:prSet/>
      <dgm:spPr/>
      <dgm:t>
        <a:bodyPr/>
        <a:lstStyle/>
        <a:p>
          <a:r>
            <a:rPr lang="en-US"/>
            <a:t>becomes spendable.</a:t>
          </a:r>
        </a:p>
      </dgm:t>
    </dgm:pt>
    <dgm:pt modelId="{DDE5E17E-2FC5-48F7-83EA-CBFE09A52B2F}" type="parTrans" cxnId="{3BDA6297-5636-436B-BC96-2108686C3CE4}">
      <dgm:prSet/>
      <dgm:spPr/>
      <dgm:t>
        <a:bodyPr/>
        <a:lstStyle/>
        <a:p>
          <a:endParaRPr lang="tr-TR"/>
        </a:p>
      </dgm:t>
    </dgm:pt>
    <dgm:pt modelId="{4B60AF11-DF49-44AE-B922-FAF4A306F28B}" type="sibTrans" cxnId="{3BDA6297-5636-436B-BC96-2108686C3CE4}">
      <dgm:prSet/>
      <dgm:spPr/>
      <dgm:t>
        <a:bodyPr/>
        <a:lstStyle/>
        <a:p>
          <a:endParaRPr lang="tr-TR"/>
        </a:p>
      </dgm:t>
    </dgm:pt>
    <dgm:pt modelId="{D31B7122-242E-436E-A0B6-2920B7A6EA02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6C2D37EA-0B28-4D00-93FA-CF7B76B67DCD}" type="pres">
      <dgm:prSet presAssocID="{F5BFF025-1802-471F-A946-E4ECD8B9B299}" presName="compNode" presStyleCnt="0"/>
      <dgm:spPr/>
    </dgm:pt>
    <dgm:pt modelId="{CDB91555-341A-4C01-8E47-5918FB6DCB13}" type="pres">
      <dgm:prSet presAssocID="{F5BFF025-1802-471F-A946-E4ECD8B9B299}" presName="bgRect" presStyleLbl="bgShp" presStyleIdx="0" presStyleCnt="3"/>
      <dgm:spPr/>
    </dgm:pt>
    <dgm:pt modelId="{5665B855-5CAF-4DF5-9200-584FEBD9FCE0}" type="pres">
      <dgm:prSet presAssocID="{F5BFF025-1802-471F-A946-E4ECD8B9B2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F7186A1-D34A-490A-9EDC-76FC1451209D}" type="pres">
      <dgm:prSet presAssocID="{F5BFF025-1802-471F-A946-E4ECD8B9B299}" presName="spaceRect" presStyleCnt="0"/>
      <dgm:spPr/>
    </dgm:pt>
    <dgm:pt modelId="{75D7F85F-4C61-4A48-87C6-CDF3CB681C10}" type="pres">
      <dgm:prSet presAssocID="{F5BFF025-1802-471F-A946-E4ECD8B9B299}" presName="parTx" presStyleLbl="revTx" presStyleIdx="0" presStyleCnt="6">
        <dgm:presLayoutVars>
          <dgm:chMax val="0"/>
          <dgm:chPref val="0"/>
        </dgm:presLayoutVars>
      </dgm:prSet>
      <dgm:spPr/>
    </dgm:pt>
    <dgm:pt modelId="{9B40E291-9E19-4BAB-886E-29CDB56E5A2A}" type="pres">
      <dgm:prSet presAssocID="{F5BFF025-1802-471F-A946-E4ECD8B9B299}" presName="desTx" presStyleLbl="revTx" presStyleIdx="1" presStyleCnt="6">
        <dgm:presLayoutVars/>
      </dgm:prSet>
      <dgm:spPr/>
    </dgm:pt>
    <dgm:pt modelId="{FFE01796-3469-4470-B514-BB14DACBCA84}" type="pres">
      <dgm:prSet presAssocID="{F33F9361-F2E5-4376-849F-EF8F6E697C82}" presName="sibTrans" presStyleCnt="0"/>
      <dgm:spPr/>
    </dgm:pt>
    <dgm:pt modelId="{D9145829-F85C-415F-8DBD-C11E41D7A2A1}" type="pres">
      <dgm:prSet presAssocID="{C2DEF282-D35E-4B72-AF4D-5DDD2CF995B7}" presName="compNode" presStyleCnt="0"/>
      <dgm:spPr/>
    </dgm:pt>
    <dgm:pt modelId="{911395AF-1FE3-49CA-843F-E6D6448031A8}" type="pres">
      <dgm:prSet presAssocID="{C2DEF282-D35E-4B72-AF4D-5DDD2CF995B7}" presName="bgRect" presStyleLbl="bgShp" presStyleIdx="1" presStyleCnt="3"/>
      <dgm:spPr/>
    </dgm:pt>
    <dgm:pt modelId="{1B1DAD6E-368C-40D1-AFF2-CC01CF8DED70}" type="pres">
      <dgm:prSet presAssocID="{C2DEF282-D35E-4B72-AF4D-5DDD2CF995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ld"/>
        </a:ext>
      </dgm:extLst>
    </dgm:pt>
    <dgm:pt modelId="{15ED6B7B-FA04-4756-8DCB-26564629D9FC}" type="pres">
      <dgm:prSet presAssocID="{C2DEF282-D35E-4B72-AF4D-5DDD2CF995B7}" presName="spaceRect" presStyleCnt="0"/>
      <dgm:spPr/>
    </dgm:pt>
    <dgm:pt modelId="{57C578BB-EC85-44D8-8881-B47CCFE335C9}" type="pres">
      <dgm:prSet presAssocID="{C2DEF282-D35E-4B72-AF4D-5DDD2CF995B7}" presName="parTx" presStyleLbl="revTx" presStyleIdx="2" presStyleCnt="6">
        <dgm:presLayoutVars>
          <dgm:chMax val="0"/>
          <dgm:chPref val="0"/>
        </dgm:presLayoutVars>
      </dgm:prSet>
      <dgm:spPr/>
    </dgm:pt>
    <dgm:pt modelId="{178B1106-F474-4001-8526-173A9591BBB9}" type="pres">
      <dgm:prSet presAssocID="{C2DEF282-D35E-4B72-AF4D-5DDD2CF995B7}" presName="desTx" presStyleLbl="revTx" presStyleIdx="3" presStyleCnt="6">
        <dgm:presLayoutVars/>
      </dgm:prSet>
      <dgm:spPr/>
    </dgm:pt>
    <dgm:pt modelId="{AA0BF536-1AD9-4847-9BE4-5CCF598EC7C7}" type="pres">
      <dgm:prSet presAssocID="{1C6F4F76-EA31-4CFD-A912-3124F57E119F}" presName="sibTrans" presStyleCnt="0"/>
      <dgm:spPr/>
    </dgm:pt>
    <dgm:pt modelId="{82397DE1-C74E-4E67-8BED-080C3200987D}" type="pres">
      <dgm:prSet presAssocID="{8018FA79-EB81-4772-9C4C-E455BBB450EE}" presName="compNode" presStyleCnt="0"/>
      <dgm:spPr/>
    </dgm:pt>
    <dgm:pt modelId="{BB8C0139-1DDD-41DF-84FB-21F56E34CC03}" type="pres">
      <dgm:prSet presAssocID="{8018FA79-EB81-4772-9C4C-E455BBB450EE}" presName="bgRect" presStyleLbl="bgShp" presStyleIdx="2" presStyleCnt="3"/>
      <dgm:spPr/>
    </dgm:pt>
    <dgm:pt modelId="{36591C4C-058E-45B2-AD0F-22630A43720C}" type="pres">
      <dgm:prSet presAssocID="{8018FA79-EB81-4772-9C4C-E455BBB450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7D3A6C1-4C45-4798-BE14-C132CC42D3DD}" type="pres">
      <dgm:prSet presAssocID="{8018FA79-EB81-4772-9C4C-E455BBB450EE}" presName="spaceRect" presStyleCnt="0"/>
      <dgm:spPr/>
    </dgm:pt>
    <dgm:pt modelId="{7CF7B077-ACE1-46F0-A1EC-51AAD81FC7C3}" type="pres">
      <dgm:prSet presAssocID="{8018FA79-EB81-4772-9C4C-E455BBB450EE}" presName="parTx" presStyleLbl="revTx" presStyleIdx="4" presStyleCnt="6">
        <dgm:presLayoutVars>
          <dgm:chMax val="0"/>
          <dgm:chPref val="0"/>
        </dgm:presLayoutVars>
      </dgm:prSet>
      <dgm:spPr/>
    </dgm:pt>
    <dgm:pt modelId="{B1E33102-FF80-43DC-80AE-C64E1328357B}" type="pres">
      <dgm:prSet presAssocID="{8018FA79-EB81-4772-9C4C-E455BBB450EE}" presName="desTx" presStyleLbl="revTx" presStyleIdx="5" presStyleCnt="6">
        <dgm:presLayoutVars/>
      </dgm:prSet>
      <dgm:spPr/>
    </dgm:pt>
  </dgm:ptLst>
  <dgm:cxnLst>
    <dgm:cxn modelId="{4127400A-E027-403D-B0F5-8AB4082442EA}" type="presOf" srcId="{8018FA79-EB81-4772-9C4C-E455BBB450EE}" destId="{7CF7B077-ACE1-46F0-A1EC-51AAD81FC7C3}" srcOrd="0" destOrd="0" presId="urn:microsoft.com/office/officeart/2018/2/layout/IconVerticalSolidList"/>
    <dgm:cxn modelId="{817E530C-E1DB-4853-9379-4946D97E99F5}" srcId="{C2DEF282-D35E-4B72-AF4D-5DDD2CF995B7}" destId="{A7A3C22C-96AD-4DB5-831B-410C8DB44600}" srcOrd="0" destOrd="0" parTransId="{7332E1CB-2F5C-42A8-B501-DB1B81C2C7E0}" sibTransId="{35A2E74D-A47D-4CA1-8AA2-1B94124B0953}"/>
    <dgm:cxn modelId="{5345F411-A5B4-4014-B6BA-F2AFAC1B7089}" type="presOf" srcId="{B66D4631-5E74-4F65-A471-0F191025E1B3}" destId="{D31B7122-242E-436E-A0B6-2920B7A6EA02}" srcOrd="0" destOrd="0" presId="urn:microsoft.com/office/officeart/2018/2/layout/IconVerticalSolidList"/>
    <dgm:cxn modelId="{21E4B319-A020-4AE2-B2C1-D7A66AABE604}" srcId="{8018FA79-EB81-4772-9C4C-E455BBB450EE}" destId="{5B82B2F8-7B44-46C6-B154-6A9D2570D37B}" srcOrd="0" destOrd="0" parTransId="{663BE7DB-E11B-49F7-A522-BF152A0F8E2E}" sibTransId="{287EF370-9826-4B29-B134-F1EB801E22D1}"/>
    <dgm:cxn modelId="{F95C4423-6594-4C76-B694-7B13E33D85F4}" type="presOf" srcId="{BF8F874F-AB0E-477C-B075-211EBD099A27}" destId="{B1E33102-FF80-43DC-80AE-C64E1328357B}" srcOrd="0" destOrd="1" presId="urn:microsoft.com/office/officeart/2018/2/layout/IconVerticalSolidList"/>
    <dgm:cxn modelId="{54526D2E-14FA-4BC6-BEAC-23E2A3A574D4}" srcId="{B66D4631-5E74-4F65-A471-0F191025E1B3}" destId="{F5BFF025-1802-471F-A946-E4ECD8B9B299}" srcOrd="0" destOrd="0" parTransId="{11BE0E53-A57D-45FA-AAA8-979252EACFE0}" sibTransId="{F33F9361-F2E5-4376-849F-EF8F6E697C82}"/>
    <dgm:cxn modelId="{C3769346-4033-40C2-A8CC-48B830F66657}" type="presOf" srcId="{5B82B2F8-7B44-46C6-B154-6A9D2570D37B}" destId="{B1E33102-FF80-43DC-80AE-C64E1328357B}" srcOrd="0" destOrd="0" presId="urn:microsoft.com/office/officeart/2018/2/layout/IconVerticalSolidList"/>
    <dgm:cxn modelId="{78C6A07E-DF72-469D-8DEF-FA595A151971}" type="presOf" srcId="{713C5A59-F90F-4E4D-AC9F-CAE7509CD31D}" destId="{9B40E291-9E19-4BAB-886E-29CDB56E5A2A}" srcOrd="0" destOrd="0" presId="urn:microsoft.com/office/officeart/2018/2/layout/IconVerticalSolidList"/>
    <dgm:cxn modelId="{7A0B798E-81F5-4F2F-B485-FA8C8A9AF797}" srcId="{B66D4631-5E74-4F65-A471-0F191025E1B3}" destId="{8018FA79-EB81-4772-9C4C-E455BBB450EE}" srcOrd="2" destOrd="0" parTransId="{CF259F06-8F1A-4B09-8A6E-37FF863E6DE9}" sibTransId="{C6219810-0987-42EC-AA33-B7529F07AF92}"/>
    <dgm:cxn modelId="{5E6AD691-85CE-43AA-BF55-7D1E2282FB9F}" srcId="{F5BFF025-1802-471F-A946-E4ECD8B9B299}" destId="{713C5A59-F90F-4E4D-AC9F-CAE7509CD31D}" srcOrd="0" destOrd="0" parTransId="{1B9253C8-F828-4C9E-ADD8-29DD8E9FD109}" sibTransId="{B62FBF69-5A33-4D18-A674-98746527545F}"/>
    <dgm:cxn modelId="{895AC495-8B25-46D6-9792-E2F1E9E0D12D}" type="presOf" srcId="{A7A3C22C-96AD-4DB5-831B-410C8DB44600}" destId="{178B1106-F474-4001-8526-173A9591BBB9}" srcOrd="0" destOrd="0" presId="urn:microsoft.com/office/officeart/2018/2/layout/IconVerticalSolidList"/>
    <dgm:cxn modelId="{3BDA6297-5636-436B-BC96-2108686C3CE4}" srcId="{8018FA79-EB81-4772-9C4C-E455BBB450EE}" destId="{BF8F874F-AB0E-477C-B075-211EBD099A27}" srcOrd="1" destOrd="0" parTransId="{DDE5E17E-2FC5-48F7-83EA-CBFE09A52B2F}" sibTransId="{4B60AF11-DF49-44AE-B922-FAF4A306F28B}"/>
    <dgm:cxn modelId="{9CD3299D-5350-458C-8C6E-CD9281B7A784}" type="presOf" srcId="{F5BFF025-1802-471F-A946-E4ECD8B9B299}" destId="{75D7F85F-4C61-4A48-87C6-CDF3CB681C10}" srcOrd="0" destOrd="0" presId="urn:microsoft.com/office/officeart/2018/2/layout/IconVerticalSolidList"/>
    <dgm:cxn modelId="{0D5623A5-A90F-4C61-A7FC-EA39D5FA0330}" type="presOf" srcId="{C2DEF282-D35E-4B72-AF4D-5DDD2CF995B7}" destId="{57C578BB-EC85-44D8-8881-B47CCFE335C9}" srcOrd="0" destOrd="0" presId="urn:microsoft.com/office/officeart/2018/2/layout/IconVerticalSolidList"/>
    <dgm:cxn modelId="{E50EDCAF-645C-4551-B3A0-C5451200569C}" srcId="{B66D4631-5E74-4F65-A471-0F191025E1B3}" destId="{C2DEF282-D35E-4B72-AF4D-5DDD2CF995B7}" srcOrd="1" destOrd="0" parTransId="{24A66E49-F798-471F-9B9A-B103D0AADFDB}" sibTransId="{1C6F4F76-EA31-4CFD-A912-3124F57E119F}"/>
    <dgm:cxn modelId="{52244AB0-314D-4299-9988-656F6DFCAD5A}" type="presOf" srcId="{B802E7E1-1C81-4A07-98BE-259297A8A600}" destId="{178B1106-F474-4001-8526-173A9591BBB9}" srcOrd="0" destOrd="1" presId="urn:microsoft.com/office/officeart/2018/2/layout/IconVerticalSolidList"/>
    <dgm:cxn modelId="{949E29C1-03F4-443C-BE21-7096E62FABE1}" srcId="{C2DEF282-D35E-4B72-AF4D-5DDD2CF995B7}" destId="{B802E7E1-1C81-4A07-98BE-259297A8A600}" srcOrd="1" destOrd="0" parTransId="{E06B3AFC-7D97-4D24-B91B-A2797263C177}" sibTransId="{1CC4CD6B-AB75-4981-87E7-E58B289D3498}"/>
    <dgm:cxn modelId="{22E281EF-6CCC-46CC-82CF-4AC119C536A6}" srcId="{F5BFF025-1802-471F-A946-E4ECD8B9B299}" destId="{9FB52506-A653-46FC-A967-B6C0435F9235}" srcOrd="1" destOrd="0" parTransId="{C27A4E39-0A91-4798-8898-BF54C8966CC5}" sibTransId="{06C3F45A-AAAD-4433-9E31-B2D2CCF1E3DA}"/>
    <dgm:cxn modelId="{A1874BFA-323D-4A20-91E9-C81C35DCE185}" type="presOf" srcId="{9FB52506-A653-46FC-A967-B6C0435F9235}" destId="{9B40E291-9E19-4BAB-886E-29CDB56E5A2A}" srcOrd="0" destOrd="1" presId="urn:microsoft.com/office/officeart/2018/2/layout/IconVerticalSolidList"/>
    <dgm:cxn modelId="{F4A03F66-F4FF-4B30-8D5B-A9C02AEC9D05}" type="presParOf" srcId="{D31B7122-242E-436E-A0B6-2920B7A6EA02}" destId="{6C2D37EA-0B28-4D00-93FA-CF7B76B67DCD}" srcOrd="0" destOrd="0" presId="urn:microsoft.com/office/officeart/2018/2/layout/IconVerticalSolidList"/>
    <dgm:cxn modelId="{D27F34C0-CBAB-4A7E-8369-859CD71B7E61}" type="presParOf" srcId="{6C2D37EA-0B28-4D00-93FA-CF7B76B67DCD}" destId="{CDB91555-341A-4C01-8E47-5918FB6DCB13}" srcOrd="0" destOrd="0" presId="urn:microsoft.com/office/officeart/2018/2/layout/IconVerticalSolidList"/>
    <dgm:cxn modelId="{E1A0E55F-A9B9-4546-AAA9-C5D0A537BFC0}" type="presParOf" srcId="{6C2D37EA-0B28-4D00-93FA-CF7B76B67DCD}" destId="{5665B855-5CAF-4DF5-9200-584FEBD9FCE0}" srcOrd="1" destOrd="0" presId="urn:microsoft.com/office/officeart/2018/2/layout/IconVerticalSolidList"/>
    <dgm:cxn modelId="{BF2D8EA0-28A1-468F-A682-4ACE95A36462}" type="presParOf" srcId="{6C2D37EA-0B28-4D00-93FA-CF7B76B67DCD}" destId="{CF7186A1-D34A-490A-9EDC-76FC1451209D}" srcOrd="2" destOrd="0" presId="urn:microsoft.com/office/officeart/2018/2/layout/IconVerticalSolidList"/>
    <dgm:cxn modelId="{D1C65D69-24F7-4A84-9C54-1FFBFA7A1B4C}" type="presParOf" srcId="{6C2D37EA-0B28-4D00-93FA-CF7B76B67DCD}" destId="{75D7F85F-4C61-4A48-87C6-CDF3CB681C10}" srcOrd="3" destOrd="0" presId="urn:microsoft.com/office/officeart/2018/2/layout/IconVerticalSolidList"/>
    <dgm:cxn modelId="{5EED36E5-0A8F-4F14-AA35-845116A687C5}" type="presParOf" srcId="{6C2D37EA-0B28-4D00-93FA-CF7B76B67DCD}" destId="{9B40E291-9E19-4BAB-886E-29CDB56E5A2A}" srcOrd="4" destOrd="0" presId="urn:microsoft.com/office/officeart/2018/2/layout/IconVerticalSolidList"/>
    <dgm:cxn modelId="{16FE57DD-C4B8-42DB-AD9B-8B74435F41D5}" type="presParOf" srcId="{D31B7122-242E-436E-A0B6-2920B7A6EA02}" destId="{FFE01796-3469-4470-B514-BB14DACBCA84}" srcOrd="1" destOrd="0" presId="urn:microsoft.com/office/officeart/2018/2/layout/IconVerticalSolidList"/>
    <dgm:cxn modelId="{EE7F360B-33D7-42EB-8E35-26CE471CC1F2}" type="presParOf" srcId="{D31B7122-242E-436E-A0B6-2920B7A6EA02}" destId="{D9145829-F85C-415F-8DBD-C11E41D7A2A1}" srcOrd="2" destOrd="0" presId="urn:microsoft.com/office/officeart/2018/2/layout/IconVerticalSolidList"/>
    <dgm:cxn modelId="{FFB8DDEC-05CB-494A-990F-91C5342190CE}" type="presParOf" srcId="{D9145829-F85C-415F-8DBD-C11E41D7A2A1}" destId="{911395AF-1FE3-49CA-843F-E6D6448031A8}" srcOrd="0" destOrd="0" presId="urn:microsoft.com/office/officeart/2018/2/layout/IconVerticalSolidList"/>
    <dgm:cxn modelId="{F334E5E2-A710-4FFB-BD92-C334B71CF4BF}" type="presParOf" srcId="{D9145829-F85C-415F-8DBD-C11E41D7A2A1}" destId="{1B1DAD6E-368C-40D1-AFF2-CC01CF8DED70}" srcOrd="1" destOrd="0" presId="urn:microsoft.com/office/officeart/2018/2/layout/IconVerticalSolidList"/>
    <dgm:cxn modelId="{E3D501FE-D2E9-413E-96C4-EDC51BEE4067}" type="presParOf" srcId="{D9145829-F85C-415F-8DBD-C11E41D7A2A1}" destId="{15ED6B7B-FA04-4756-8DCB-26564629D9FC}" srcOrd="2" destOrd="0" presId="urn:microsoft.com/office/officeart/2018/2/layout/IconVerticalSolidList"/>
    <dgm:cxn modelId="{194B74C5-6201-4654-84C6-1AD7341B8EDD}" type="presParOf" srcId="{D9145829-F85C-415F-8DBD-C11E41D7A2A1}" destId="{57C578BB-EC85-44D8-8881-B47CCFE335C9}" srcOrd="3" destOrd="0" presId="urn:microsoft.com/office/officeart/2018/2/layout/IconVerticalSolidList"/>
    <dgm:cxn modelId="{4190AB2B-06F1-4766-8FB9-9EBB0F897F5B}" type="presParOf" srcId="{D9145829-F85C-415F-8DBD-C11E41D7A2A1}" destId="{178B1106-F474-4001-8526-173A9591BBB9}" srcOrd="4" destOrd="0" presId="urn:microsoft.com/office/officeart/2018/2/layout/IconVerticalSolidList"/>
    <dgm:cxn modelId="{56367FE1-3402-4179-A532-ED902EE3F38E}" type="presParOf" srcId="{D31B7122-242E-436E-A0B6-2920B7A6EA02}" destId="{AA0BF536-1AD9-4847-9BE4-5CCF598EC7C7}" srcOrd="3" destOrd="0" presId="urn:microsoft.com/office/officeart/2018/2/layout/IconVerticalSolidList"/>
    <dgm:cxn modelId="{C916E924-1524-4B10-8000-EB6CBE1DA12F}" type="presParOf" srcId="{D31B7122-242E-436E-A0B6-2920B7A6EA02}" destId="{82397DE1-C74E-4E67-8BED-080C3200987D}" srcOrd="4" destOrd="0" presId="urn:microsoft.com/office/officeart/2018/2/layout/IconVerticalSolidList"/>
    <dgm:cxn modelId="{E69D1341-1B1B-45FA-A7AA-85E11C1559CB}" type="presParOf" srcId="{82397DE1-C74E-4E67-8BED-080C3200987D}" destId="{BB8C0139-1DDD-41DF-84FB-21F56E34CC03}" srcOrd="0" destOrd="0" presId="urn:microsoft.com/office/officeart/2018/2/layout/IconVerticalSolidList"/>
    <dgm:cxn modelId="{0F104E2C-D160-414E-AB1F-FDD007C326F3}" type="presParOf" srcId="{82397DE1-C74E-4E67-8BED-080C3200987D}" destId="{36591C4C-058E-45B2-AD0F-22630A43720C}" srcOrd="1" destOrd="0" presId="urn:microsoft.com/office/officeart/2018/2/layout/IconVerticalSolidList"/>
    <dgm:cxn modelId="{E434D1A8-0917-4BAB-A7A2-8B06CA721EF2}" type="presParOf" srcId="{82397DE1-C74E-4E67-8BED-080C3200987D}" destId="{B7D3A6C1-4C45-4798-BE14-C132CC42D3DD}" srcOrd="2" destOrd="0" presId="urn:microsoft.com/office/officeart/2018/2/layout/IconVerticalSolidList"/>
    <dgm:cxn modelId="{2BF20387-414B-49F5-9B39-B46A75105A8C}" type="presParOf" srcId="{82397DE1-C74E-4E67-8BED-080C3200987D}" destId="{7CF7B077-ACE1-46F0-A1EC-51AAD81FC7C3}" srcOrd="3" destOrd="0" presId="urn:microsoft.com/office/officeart/2018/2/layout/IconVerticalSolidList"/>
    <dgm:cxn modelId="{1EA39A93-8370-4604-BA4A-F5897837F4C2}" type="presParOf" srcId="{82397DE1-C74E-4E67-8BED-080C3200987D}" destId="{B1E33102-FF80-43DC-80AE-C64E1328357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033E6788-6969-4BE6-B53E-CB4F9112949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42A7D49-35F5-4D99-847B-1F01942B58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Validation</a:t>
          </a:r>
          <a:endParaRPr lang="en-US"/>
        </a:p>
      </dgm:t>
    </dgm:pt>
    <dgm:pt modelId="{8CBDB8B2-D9BE-464E-951D-BDB969CB818D}" type="parTrans" cxnId="{97C47746-1251-42E9-82B0-14BAEBD62D76}">
      <dgm:prSet/>
      <dgm:spPr/>
      <dgm:t>
        <a:bodyPr/>
        <a:lstStyle/>
        <a:p>
          <a:endParaRPr lang="en-US"/>
        </a:p>
      </dgm:t>
    </dgm:pt>
    <dgm:pt modelId="{6FD18DFA-756A-4E77-92F3-08E7995B94ED}" type="sibTrans" cxnId="{97C47746-1251-42E9-82B0-14BAEBD62D76}">
      <dgm:prSet/>
      <dgm:spPr/>
      <dgm:t>
        <a:bodyPr/>
        <a:lstStyle/>
        <a:p>
          <a:endParaRPr lang="en-US"/>
        </a:p>
      </dgm:t>
    </dgm:pt>
    <dgm:pt modelId="{37FE796C-EE40-4B85-9D32-9922DCD7C6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bitcoin client</a:t>
          </a:r>
        </a:p>
      </dgm:t>
    </dgm:pt>
    <dgm:pt modelId="{B80B7139-D58C-48A1-81B6-CCE73C7E892F}" type="parTrans" cxnId="{C3BDD71E-049F-4DD1-B5F2-535E766A9B1B}">
      <dgm:prSet/>
      <dgm:spPr/>
      <dgm:t>
        <a:bodyPr/>
        <a:lstStyle/>
        <a:p>
          <a:endParaRPr lang="en-US"/>
        </a:p>
      </dgm:t>
    </dgm:pt>
    <dgm:pt modelId="{ED21D9B7-EC11-43C1-82C6-7204EFA9933D}" type="sibTrans" cxnId="{C3BDD71E-049F-4DD1-B5F2-535E766A9B1B}">
      <dgm:prSet/>
      <dgm:spPr/>
      <dgm:t>
        <a:bodyPr/>
        <a:lstStyle/>
        <a:p>
          <a:endParaRPr lang="en-US"/>
        </a:p>
      </dgm:t>
    </dgm:pt>
    <dgm:pt modelId="{583B1EAB-1E68-41EC-B6C6-707E8900F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independently verify the transaction</a:t>
          </a:r>
        </a:p>
      </dgm:t>
    </dgm:pt>
    <dgm:pt modelId="{EB4B5433-CE81-42C8-A323-313E744C07F8}" type="parTrans" cxnId="{387AC261-8458-4A28-83BB-9D661E4B9696}">
      <dgm:prSet/>
      <dgm:spPr/>
      <dgm:t>
        <a:bodyPr/>
        <a:lstStyle/>
        <a:p>
          <a:endParaRPr lang="tr-TR"/>
        </a:p>
      </dgm:t>
    </dgm:pt>
    <dgm:pt modelId="{EABCD3C9-F7C2-4DD9-BD8E-0CCEB0CF6C0E}" type="sibTrans" cxnId="{387AC261-8458-4A28-83BB-9D661E4B9696}">
      <dgm:prSet/>
      <dgm:spPr/>
      <dgm:t>
        <a:bodyPr/>
        <a:lstStyle/>
        <a:p>
          <a:endParaRPr lang="tr-TR"/>
        </a:p>
      </dgm:t>
    </dgm:pt>
    <dgm:pt modelId="{568646AF-B211-49EB-99B0-BE699F9875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valid and spendable</a:t>
          </a:r>
        </a:p>
      </dgm:t>
    </dgm:pt>
    <dgm:pt modelId="{6D19F897-8E93-4219-A565-00C9766561DB}" type="parTrans" cxnId="{482EE904-5EF7-42F6-9B82-ADDE40E9E018}">
      <dgm:prSet/>
      <dgm:spPr/>
      <dgm:t>
        <a:bodyPr/>
        <a:lstStyle/>
        <a:p>
          <a:endParaRPr lang="tr-TR"/>
        </a:p>
      </dgm:t>
    </dgm:pt>
    <dgm:pt modelId="{1A7F5053-F1A3-4F48-8759-AFD4ED876B84}" type="sibTrans" cxnId="{482EE904-5EF7-42F6-9B82-ADDE40E9E018}">
      <dgm:prSet/>
      <dgm:spPr/>
      <dgm:t>
        <a:bodyPr/>
        <a:lstStyle/>
        <a:p>
          <a:endParaRPr lang="tr-TR"/>
        </a:p>
      </dgm:t>
    </dgm:pt>
    <dgm:pt modelId="{18F76242-81DC-4C3B-B09D-3FF8412DD471}" type="pres">
      <dgm:prSet presAssocID="{033E6788-6969-4BE6-B53E-CB4F91129493}" presName="root" presStyleCnt="0">
        <dgm:presLayoutVars>
          <dgm:dir/>
          <dgm:resizeHandles val="exact"/>
        </dgm:presLayoutVars>
      </dgm:prSet>
      <dgm:spPr/>
    </dgm:pt>
    <dgm:pt modelId="{BC6BD246-CB30-43FA-BEB6-5B0DEF53A4C0}" type="pres">
      <dgm:prSet presAssocID="{F42A7D49-35F5-4D99-847B-1F01942B58E9}" presName="compNode" presStyleCnt="0"/>
      <dgm:spPr/>
    </dgm:pt>
    <dgm:pt modelId="{6194E8B3-ED11-4FE8-849B-0441146EA299}" type="pres">
      <dgm:prSet presAssocID="{F42A7D49-35F5-4D99-847B-1F01942B58E9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A4CB88EF-7589-45B8-83C2-C899BE368728}" type="pres">
      <dgm:prSet presAssocID="{F42A7D49-35F5-4D99-847B-1F01942B58E9}" presName="iconSpace" presStyleCnt="0"/>
      <dgm:spPr/>
    </dgm:pt>
    <dgm:pt modelId="{3DAA0E8D-6D4B-425D-BF5F-694FBB2B231C}" type="pres">
      <dgm:prSet presAssocID="{F42A7D49-35F5-4D99-847B-1F01942B58E9}" presName="parTx" presStyleLbl="revTx" presStyleIdx="0" presStyleCnt="2">
        <dgm:presLayoutVars>
          <dgm:chMax val="0"/>
          <dgm:chPref val="0"/>
        </dgm:presLayoutVars>
      </dgm:prSet>
      <dgm:spPr/>
    </dgm:pt>
    <dgm:pt modelId="{CF59A456-988F-48BB-A145-EE242C8DDD04}" type="pres">
      <dgm:prSet presAssocID="{F42A7D49-35F5-4D99-847B-1F01942B58E9}" presName="txSpace" presStyleCnt="0"/>
      <dgm:spPr/>
    </dgm:pt>
    <dgm:pt modelId="{F23F5A85-7623-44C0-8DE2-575C44FC7C91}" type="pres">
      <dgm:prSet presAssocID="{F42A7D49-35F5-4D99-847B-1F01942B58E9}" presName="desTx" presStyleLbl="revTx" presStyleIdx="1" presStyleCnt="2">
        <dgm:presLayoutVars/>
      </dgm:prSet>
      <dgm:spPr/>
    </dgm:pt>
  </dgm:ptLst>
  <dgm:cxnLst>
    <dgm:cxn modelId="{482EE904-5EF7-42F6-9B82-ADDE40E9E018}" srcId="{F42A7D49-35F5-4D99-847B-1F01942B58E9}" destId="{568646AF-B211-49EB-99B0-BE699F98750D}" srcOrd="2" destOrd="0" parTransId="{6D19F897-8E93-4219-A565-00C9766561DB}" sibTransId="{1A7F5053-F1A3-4F48-8759-AFD4ED876B84}"/>
    <dgm:cxn modelId="{C3BDD71E-049F-4DD1-B5F2-535E766A9B1B}" srcId="{F42A7D49-35F5-4D99-847B-1F01942B58E9}" destId="{37FE796C-EE40-4B85-9D32-9922DCD7C627}" srcOrd="0" destOrd="0" parTransId="{B80B7139-D58C-48A1-81B6-CCE73C7E892F}" sibTransId="{ED21D9B7-EC11-43C1-82C6-7204EFA9933D}"/>
    <dgm:cxn modelId="{0745332F-DF94-4C86-A5E6-9309E3F69800}" type="presOf" srcId="{033E6788-6969-4BE6-B53E-CB4F91129493}" destId="{18F76242-81DC-4C3B-B09D-3FF8412DD471}" srcOrd="0" destOrd="0" presId="urn:microsoft.com/office/officeart/2018/2/layout/IconLabelDescriptionList"/>
    <dgm:cxn modelId="{2B2A8E5E-739F-4582-8548-94EB6D2029B4}" type="presOf" srcId="{37FE796C-EE40-4B85-9D32-9922DCD7C627}" destId="{F23F5A85-7623-44C0-8DE2-575C44FC7C91}" srcOrd="0" destOrd="0" presId="urn:microsoft.com/office/officeart/2018/2/layout/IconLabelDescriptionList"/>
    <dgm:cxn modelId="{387AC261-8458-4A28-83BB-9D661E4B9696}" srcId="{F42A7D49-35F5-4D99-847B-1F01942B58E9}" destId="{583B1EAB-1E68-41EC-B6C6-707E8900FC21}" srcOrd="1" destOrd="0" parTransId="{EB4B5433-CE81-42C8-A323-313E744C07F8}" sibTransId="{EABCD3C9-F7C2-4DD9-BD8E-0CCEB0CF6C0E}"/>
    <dgm:cxn modelId="{97C47746-1251-42E9-82B0-14BAEBD62D76}" srcId="{033E6788-6969-4BE6-B53E-CB4F91129493}" destId="{F42A7D49-35F5-4D99-847B-1F01942B58E9}" srcOrd="0" destOrd="0" parTransId="{8CBDB8B2-D9BE-464E-951D-BDB969CB818D}" sibTransId="{6FD18DFA-756A-4E77-92F3-08E7995B94ED}"/>
    <dgm:cxn modelId="{64FEC175-F837-4FFA-A67E-3ED32C4EFD78}" type="presOf" srcId="{568646AF-B211-49EB-99B0-BE699F98750D}" destId="{F23F5A85-7623-44C0-8DE2-575C44FC7C91}" srcOrd="0" destOrd="2" presId="urn:microsoft.com/office/officeart/2018/2/layout/IconLabelDescriptionList"/>
    <dgm:cxn modelId="{B7331EA4-8E23-409E-8E3B-1E3B040F38EA}" type="presOf" srcId="{F42A7D49-35F5-4D99-847B-1F01942B58E9}" destId="{3DAA0E8D-6D4B-425D-BF5F-694FBB2B231C}" srcOrd="0" destOrd="0" presId="urn:microsoft.com/office/officeart/2018/2/layout/IconLabelDescriptionList"/>
    <dgm:cxn modelId="{B220D3F7-6A09-4088-A159-094C4613D959}" type="presOf" srcId="{583B1EAB-1E68-41EC-B6C6-707E8900FC21}" destId="{F23F5A85-7623-44C0-8DE2-575C44FC7C91}" srcOrd="0" destOrd="1" presId="urn:microsoft.com/office/officeart/2018/2/layout/IconLabelDescriptionList"/>
    <dgm:cxn modelId="{36C06183-44BD-4B98-B004-09D9287BF4FB}" type="presParOf" srcId="{18F76242-81DC-4C3B-B09D-3FF8412DD471}" destId="{BC6BD246-CB30-43FA-BEB6-5B0DEF53A4C0}" srcOrd="0" destOrd="0" presId="urn:microsoft.com/office/officeart/2018/2/layout/IconLabelDescriptionList"/>
    <dgm:cxn modelId="{9E856007-5455-452F-8543-2B530ECE5801}" type="presParOf" srcId="{BC6BD246-CB30-43FA-BEB6-5B0DEF53A4C0}" destId="{6194E8B3-ED11-4FE8-849B-0441146EA299}" srcOrd="0" destOrd="0" presId="urn:microsoft.com/office/officeart/2018/2/layout/IconLabelDescriptionList"/>
    <dgm:cxn modelId="{2B1A850F-6635-4120-9E0D-67865A6D2D16}" type="presParOf" srcId="{BC6BD246-CB30-43FA-BEB6-5B0DEF53A4C0}" destId="{A4CB88EF-7589-45B8-83C2-C899BE368728}" srcOrd="1" destOrd="0" presId="urn:microsoft.com/office/officeart/2018/2/layout/IconLabelDescriptionList"/>
    <dgm:cxn modelId="{D41FA366-7A88-427F-BDA8-D88A673D028A}" type="presParOf" srcId="{BC6BD246-CB30-43FA-BEB6-5B0DEF53A4C0}" destId="{3DAA0E8D-6D4B-425D-BF5F-694FBB2B231C}" srcOrd="2" destOrd="0" presId="urn:microsoft.com/office/officeart/2018/2/layout/IconLabelDescriptionList"/>
    <dgm:cxn modelId="{B7DFA671-14E6-4A1A-8952-1DB503781C32}" type="presParOf" srcId="{BC6BD246-CB30-43FA-BEB6-5B0DEF53A4C0}" destId="{CF59A456-988F-48BB-A145-EE242C8DDD04}" srcOrd="3" destOrd="0" presId="urn:microsoft.com/office/officeart/2018/2/layout/IconLabelDescriptionList"/>
    <dgm:cxn modelId="{95D9FC7F-F546-4DC7-A152-746C71916CD0}" type="presParOf" srcId="{BC6BD246-CB30-43FA-BEB6-5B0DEF53A4C0}" destId="{F23F5A85-7623-44C0-8DE2-575C44FC7C9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033E6788-6969-4BE6-B53E-CB4F9112949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019846-69D1-4187-9153-0936FBEEC5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Full-node clients </a:t>
          </a:r>
        </a:p>
      </dgm:t>
    </dgm:pt>
    <dgm:pt modelId="{13135FED-4D73-4273-A28D-F4CD97FFE3B4}" type="parTrans" cxnId="{2C96DED7-997C-4626-813E-D26D56D99737}">
      <dgm:prSet/>
      <dgm:spPr/>
      <dgm:t>
        <a:bodyPr/>
        <a:lstStyle/>
        <a:p>
          <a:endParaRPr lang="en-US"/>
        </a:p>
      </dgm:t>
    </dgm:pt>
    <dgm:pt modelId="{5EC735E7-2C56-4D3E-AD65-447EDAE12D9A}" type="sibTrans" cxnId="{2C96DED7-997C-4626-813E-D26D56D99737}">
      <dgm:prSet/>
      <dgm:spPr/>
      <dgm:t>
        <a:bodyPr/>
        <a:lstStyle/>
        <a:p>
          <a:endParaRPr lang="en-US"/>
        </a:p>
      </dgm:t>
    </dgm:pt>
    <dgm:pt modelId="{7CA99AB8-1720-4B25-8964-98090C0C24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track the source of the funds</a:t>
          </a:r>
        </a:p>
      </dgm:t>
    </dgm:pt>
    <dgm:pt modelId="{103435FF-5422-4BAF-8C8F-E3523DECFF20}" type="parTrans" cxnId="{B08FCB4D-20B6-4CD0-AEE8-8E480ABD7856}">
      <dgm:prSet/>
      <dgm:spPr/>
      <dgm:t>
        <a:bodyPr/>
        <a:lstStyle/>
        <a:p>
          <a:endParaRPr lang="en-US"/>
        </a:p>
      </dgm:t>
    </dgm:pt>
    <dgm:pt modelId="{C89B66AB-67FD-430F-A5B7-181FACCF0E08}" type="sibTrans" cxnId="{B08FCB4D-20B6-4CD0-AEE8-8E480ABD7856}">
      <dgm:prSet/>
      <dgm:spPr/>
      <dgm:t>
        <a:bodyPr/>
        <a:lstStyle/>
        <a:p>
          <a:endParaRPr lang="en-US"/>
        </a:p>
      </dgm:t>
    </dgm:pt>
    <dgm:pt modelId="{CC751620-0842-4137-8EFE-54A390DBD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incrementally from transaction to transaction</a:t>
          </a:r>
        </a:p>
      </dgm:t>
    </dgm:pt>
    <dgm:pt modelId="{4A444141-5F50-4360-BA7C-3CEF099438AA}" type="parTrans" cxnId="{5F7C9F62-79C7-4A1D-AED0-12869647B6A4}">
      <dgm:prSet/>
      <dgm:spPr/>
      <dgm:t>
        <a:bodyPr/>
        <a:lstStyle/>
        <a:p>
          <a:endParaRPr lang="en-US"/>
        </a:p>
      </dgm:t>
    </dgm:pt>
    <dgm:pt modelId="{34EEA248-E2C7-4F15-B265-F655BCD59971}" type="sibTrans" cxnId="{5F7C9F62-79C7-4A1D-AED0-12869647B6A4}">
      <dgm:prSet/>
      <dgm:spPr/>
      <dgm:t>
        <a:bodyPr/>
        <a:lstStyle/>
        <a:p>
          <a:endParaRPr lang="en-US"/>
        </a:p>
      </dgm:t>
    </dgm:pt>
    <dgm:pt modelId="{3738CA3A-EBD9-44F8-8412-A62DEC7997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from</a:t>
          </a:r>
        </a:p>
      </dgm:t>
    </dgm:pt>
    <dgm:pt modelId="{2BCBEDA5-9323-44F7-8691-78473A4D9826}" type="parTrans" cxnId="{0E4F1B90-12F5-4D64-8964-B44017A2E46D}">
      <dgm:prSet/>
      <dgm:spPr/>
    </dgm:pt>
    <dgm:pt modelId="{D7637435-1299-4208-B195-1F7026E618FB}" type="sibTrans" cxnId="{0E4F1B90-12F5-4D64-8964-B44017A2E46D}">
      <dgm:prSet/>
      <dgm:spPr/>
    </dgm:pt>
    <dgm:pt modelId="{B47F78FF-9E0E-4484-AF83-1B9239CAE5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moment the bitcoin</a:t>
          </a:r>
        </a:p>
      </dgm:t>
    </dgm:pt>
    <dgm:pt modelId="{3F8A01E9-7F3E-449A-9FD0-6F687FC02B1A}" type="parTrans" cxnId="{45DF9191-9647-454E-BF1A-416911298B44}">
      <dgm:prSet/>
      <dgm:spPr/>
    </dgm:pt>
    <dgm:pt modelId="{5DB6B4E3-EB12-4A3F-B62B-05526E4495BC}" type="sibTrans" cxnId="{45DF9191-9647-454E-BF1A-416911298B44}">
      <dgm:prSet/>
      <dgm:spPr/>
    </dgm:pt>
    <dgm:pt modelId="{BF72B14D-77DA-4DFD-A622-3718C7723D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were</a:t>
          </a:r>
          <a:r>
            <a:rPr lang="tr-TR"/>
            <a:t> </a:t>
          </a:r>
          <a:r>
            <a:rPr lang="en-US"/>
            <a:t>first generated in a block </a:t>
          </a:r>
        </a:p>
      </dgm:t>
    </dgm:pt>
    <dgm:pt modelId="{0094147B-E9B1-4205-940D-6F5D833C8A9F}" type="parTrans" cxnId="{3B5DD7DD-C1E0-4CE8-B59B-D84AD8A5F9BA}">
      <dgm:prSet/>
      <dgm:spPr/>
    </dgm:pt>
    <dgm:pt modelId="{117AA471-6F7D-472E-A47D-5DA2B812E380}" type="sibTrans" cxnId="{3B5DD7DD-C1E0-4CE8-B59B-D84AD8A5F9BA}">
      <dgm:prSet/>
      <dgm:spPr/>
    </dgm:pt>
    <dgm:pt modelId="{D3681884-B832-40DE-9BED-A7B7CE640FBC}" type="pres">
      <dgm:prSet presAssocID="{033E6788-6969-4BE6-B53E-CB4F91129493}" presName="root" presStyleCnt="0">
        <dgm:presLayoutVars>
          <dgm:dir/>
          <dgm:resizeHandles val="exact"/>
        </dgm:presLayoutVars>
      </dgm:prSet>
      <dgm:spPr/>
    </dgm:pt>
    <dgm:pt modelId="{64E76BBC-0826-4B27-81F6-348011AFA4F3}" type="pres">
      <dgm:prSet presAssocID="{3E019846-69D1-4187-9153-0936FBEEC573}" presName="compNode" presStyleCnt="0"/>
      <dgm:spPr/>
    </dgm:pt>
    <dgm:pt modelId="{34BE1100-E028-4FB2-B67D-E73B67A932B7}" type="pres">
      <dgm:prSet presAssocID="{3E019846-69D1-4187-9153-0936FBEEC57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C3E4AFC-8310-43C5-B7CD-E9551FEA470F}" type="pres">
      <dgm:prSet presAssocID="{3E019846-69D1-4187-9153-0936FBEEC573}" presName="iconSpace" presStyleCnt="0"/>
      <dgm:spPr/>
    </dgm:pt>
    <dgm:pt modelId="{ED2F62A3-36D1-4FE1-9129-CF006FCBB2CB}" type="pres">
      <dgm:prSet presAssocID="{3E019846-69D1-4187-9153-0936FBEEC573}" presName="parTx" presStyleLbl="revTx" presStyleIdx="0" presStyleCnt="4">
        <dgm:presLayoutVars>
          <dgm:chMax val="0"/>
          <dgm:chPref val="0"/>
        </dgm:presLayoutVars>
      </dgm:prSet>
      <dgm:spPr/>
    </dgm:pt>
    <dgm:pt modelId="{EFA758F2-98E6-4718-8C91-9F9E3701605E}" type="pres">
      <dgm:prSet presAssocID="{3E019846-69D1-4187-9153-0936FBEEC573}" presName="txSpace" presStyleCnt="0"/>
      <dgm:spPr/>
    </dgm:pt>
    <dgm:pt modelId="{300726C9-9945-4848-AB5F-9C528C033702}" type="pres">
      <dgm:prSet presAssocID="{3E019846-69D1-4187-9153-0936FBEEC573}" presName="desTx" presStyleLbl="revTx" presStyleIdx="1" presStyleCnt="4">
        <dgm:presLayoutVars/>
      </dgm:prSet>
      <dgm:spPr/>
    </dgm:pt>
    <dgm:pt modelId="{496E6ACE-237C-44F3-9679-F8C517DD10AD}" type="pres">
      <dgm:prSet presAssocID="{5EC735E7-2C56-4D3E-AD65-447EDAE12D9A}" presName="sibTrans" presStyleCnt="0"/>
      <dgm:spPr/>
    </dgm:pt>
    <dgm:pt modelId="{5BDEA9FA-FA64-414B-B38A-097A50981015}" type="pres">
      <dgm:prSet presAssocID="{3738CA3A-EBD9-44F8-8412-A62DEC7997D9}" presName="compNode" presStyleCnt="0"/>
      <dgm:spPr/>
    </dgm:pt>
    <dgm:pt modelId="{F32C718D-B441-45AE-A990-FF5DFB3F3F5A}" type="pres">
      <dgm:prSet presAssocID="{3738CA3A-EBD9-44F8-8412-A62DEC7997D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8ACE54B8-B830-4E00-8271-FB4E861C64DC}" type="pres">
      <dgm:prSet presAssocID="{3738CA3A-EBD9-44F8-8412-A62DEC7997D9}" presName="iconSpace" presStyleCnt="0"/>
      <dgm:spPr/>
    </dgm:pt>
    <dgm:pt modelId="{53B433F0-20C2-4265-B45E-015BFBC2A77A}" type="pres">
      <dgm:prSet presAssocID="{3738CA3A-EBD9-44F8-8412-A62DEC7997D9}" presName="parTx" presStyleLbl="revTx" presStyleIdx="2" presStyleCnt="4">
        <dgm:presLayoutVars>
          <dgm:chMax val="0"/>
          <dgm:chPref val="0"/>
        </dgm:presLayoutVars>
      </dgm:prSet>
      <dgm:spPr/>
    </dgm:pt>
    <dgm:pt modelId="{5C081027-3764-4602-91E7-55C8D222CC78}" type="pres">
      <dgm:prSet presAssocID="{3738CA3A-EBD9-44F8-8412-A62DEC7997D9}" presName="txSpace" presStyleCnt="0"/>
      <dgm:spPr/>
    </dgm:pt>
    <dgm:pt modelId="{7FD43339-1A30-4194-8234-9BEE31152DE7}" type="pres">
      <dgm:prSet presAssocID="{3738CA3A-EBD9-44F8-8412-A62DEC7997D9}" presName="desTx" presStyleLbl="revTx" presStyleIdx="3" presStyleCnt="4">
        <dgm:presLayoutVars/>
      </dgm:prSet>
      <dgm:spPr/>
    </dgm:pt>
  </dgm:ptLst>
  <dgm:cxnLst>
    <dgm:cxn modelId="{54F4D80A-181D-4BD4-9A96-CA4F4D53135B}" type="presOf" srcId="{033E6788-6969-4BE6-B53E-CB4F91129493}" destId="{D3681884-B832-40DE-9BED-A7B7CE640FBC}" srcOrd="0" destOrd="0" presId="urn:microsoft.com/office/officeart/2018/5/layout/CenteredIconLabelDescriptionList"/>
    <dgm:cxn modelId="{B513971B-90B5-4AE0-9ADE-1AC3AB85F555}" type="presOf" srcId="{CC751620-0842-4137-8EFE-54A390DBDBFC}" destId="{7FD43339-1A30-4194-8234-9BEE31152DE7}" srcOrd="0" destOrd="2" presId="urn:microsoft.com/office/officeart/2018/5/layout/CenteredIconLabelDescriptionList"/>
    <dgm:cxn modelId="{5F7C9F62-79C7-4A1D-AED0-12869647B6A4}" srcId="{3738CA3A-EBD9-44F8-8412-A62DEC7997D9}" destId="{CC751620-0842-4137-8EFE-54A390DBDBFC}" srcOrd="2" destOrd="0" parTransId="{4A444141-5F50-4360-BA7C-3CEF099438AA}" sibTransId="{34EEA248-E2C7-4F15-B265-F655BCD59971}"/>
    <dgm:cxn modelId="{B08FCB4D-20B6-4CD0-AEE8-8E480ABD7856}" srcId="{3E019846-69D1-4187-9153-0936FBEEC573}" destId="{7CA99AB8-1720-4B25-8964-98090C0C244F}" srcOrd="0" destOrd="0" parTransId="{103435FF-5422-4BAF-8C8F-E3523DECFF20}" sibTransId="{C89B66AB-67FD-430F-A5B7-181FACCF0E08}"/>
    <dgm:cxn modelId="{2FA85973-355A-474D-A8F8-B13D6615B639}" type="presOf" srcId="{B47F78FF-9E0E-4484-AF83-1B9239CAE525}" destId="{7FD43339-1A30-4194-8234-9BEE31152DE7}" srcOrd="0" destOrd="0" presId="urn:microsoft.com/office/officeart/2018/5/layout/CenteredIconLabelDescriptionList"/>
    <dgm:cxn modelId="{4EDBD28D-7EF4-43B1-A47B-E5D329E0E78B}" type="presOf" srcId="{3E019846-69D1-4187-9153-0936FBEEC573}" destId="{ED2F62A3-36D1-4FE1-9129-CF006FCBB2CB}" srcOrd="0" destOrd="0" presId="urn:microsoft.com/office/officeart/2018/5/layout/CenteredIconLabelDescriptionList"/>
    <dgm:cxn modelId="{0E4F1B90-12F5-4D64-8964-B44017A2E46D}" srcId="{033E6788-6969-4BE6-B53E-CB4F91129493}" destId="{3738CA3A-EBD9-44F8-8412-A62DEC7997D9}" srcOrd="1" destOrd="0" parTransId="{2BCBEDA5-9323-44F7-8691-78473A4D9826}" sibTransId="{D7637435-1299-4208-B195-1F7026E618FB}"/>
    <dgm:cxn modelId="{45DF9191-9647-454E-BF1A-416911298B44}" srcId="{3738CA3A-EBD9-44F8-8412-A62DEC7997D9}" destId="{B47F78FF-9E0E-4484-AF83-1B9239CAE525}" srcOrd="0" destOrd="0" parTransId="{3F8A01E9-7F3E-449A-9FD0-6F687FC02B1A}" sibTransId="{5DB6B4E3-EB12-4A3F-B62B-05526E4495BC}"/>
    <dgm:cxn modelId="{CA5388A4-892A-4141-B374-870CFB755590}" type="presOf" srcId="{7CA99AB8-1720-4B25-8964-98090C0C244F}" destId="{300726C9-9945-4848-AB5F-9C528C033702}" srcOrd="0" destOrd="0" presId="urn:microsoft.com/office/officeart/2018/5/layout/CenteredIconLabelDescriptionList"/>
    <dgm:cxn modelId="{B99C68D2-33EE-4F2B-9052-2313739DFE3B}" type="presOf" srcId="{BF72B14D-77DA-4DFD-A622-3718C7723DB0}" destId="{7FD43339-1A30-4194-8234-9BEE31152DE7}" srcOrd="0" destOrd="1" presId="urn:microsoft.com/office/officeart/2018/5/layout/CenteredIconLabelDescriptionList"/>
    <dgm:cxn modelId="{2C96DED7-997C-4626-813E-D26D56D99737}" srcId="{033E6788-6969-4BE6-B53E-CB4F91129493}" destId="{3E019846-69D1-4187-9153-0936FBEEC573}" srcOrd="0" destOrd="0" parTransId="{13135FED-4D73-4273-A28D-F4CD97FFE3B4}" sibTransId="{5EC735E7-2C56-4D3E-AD65-447EDAE12D9A}"/>
    <dgm:cxn modelId="{3B5DD7DD-C1E0-4CE8-B59B-D84AD8A5F9BA}" srcId="{3738CA3A-EBD9-44F8-8412-A62DEC7997D9}" destId="{BF72B14D-77DA-4DFD-A622-3718C7723DB0}" srcOrd="1" destOrd="0" parTransId="{0094147B-E9B1-4205-940D-6F5D833C8A9F}" sibTransId="{117AA471-6F7D-472E-A47D-5DA2B812E380}"/>
    <dgm:cxn modelId="{7794C0FC-7DD5-4C22-8061-DF6C0515F1C6}" type="presOf" srcId="{3738CA3A-EBD9-44F8-8412-A62DEC7997D9}" destId="{53B433F0-20C2-4265-B45E-015BFBC2A77A}" srcOrd="0" destOrd="0" presId="urn:microsoft.com/office/officeart/2018/5/layout/CenteredIconLabelDescriptionList"/>
    <dgm:cxn modelId="{85D28959-2EEA-4A4E-9A3E-84CA57EF6589}" type="presParOf" srcId="{D3681884-B832-40DE-9BED-A7B7CE640FBC}" destId="{64E76BBC-0826-4B27-81F6-348011AFA4F3}" srcOrd="0" destOrd="0" presId="urn:microsoft.com/office/officeart/2018/5/layout/CenteredIconLabelDescriptionList"/>
    <dgm:cxn modelId="{C54B8BAE-884F-4EB2-9D97-0E57F647E188}" type="presParOf" srcId="{64E76BBC-0826-4B27-81F6-348011AFA4F3}" destId="{34BE1100-E028-4FB2-B67D-E73B67A932B7}" srcOrd="0" destOrd="0" presId="urn:microsoft.com/office/officeart/2018/5/layout/CenteredIconLabelDescriptionList"/>
    <dgm:cxn modelId="{FC120D81-8BBE-49B6-BD01-F84EF9079130}" type="presParOf" srcId="{64E76BBC-0826-4B27-81F6-348011AFA4F3}" destId="{0C3E4AFC-8310-43C5-B7CD-E9551FEA470F}" srcOrd="1" destOrd="0" presId="urn:microsoft.com/office/officeart/2018/5/layout/CenteredIconLabelDescriptionList"/>
    <dgm:cxn modelId="{ED42CA00-0720-4C1E-8239-6A6BC8003303}" type="presParOf" srcId="{64E76BBC-0826-4B27-81F6-348011AFA4F3}" destId="{ED2F62A3-36D1-4FE1-9129-CF006FCBB2CB}" srcOrd="2" destOrd="0" presId="urn:microsoft.com/office/officeart/2018/5/layout/CenteredIconLabelDescriptionList"/>
    <dgm:cxn modelId="{3A406406-FD38-464E-A4BE-906CA9FEA2EB}" type="presParOf" srcId="{64E76BBC-0826-4B27-81F6-348011AFA4F3}" destId="{EFA758F2-98E6-4718-8C91-9F9E3701605E}" srcOrd="3" destOrd="0" presId="urn:microsoft.com/office/officeart/2018/5/layout/CenteredIconLabelDescriptionList"/>
    <dgm:cxn modelId="{9A4A4057-B6C4-411C-8177-9FC8746EC416}" type="presParOf" srcId="{64E76BBC-0826-4B27-81F6-348011AFA4F3}" destId="{300726C9-9945-4848-AB5F-9C528C033702}" srcOrd="4" destOrd="0" presId="urn:microsoft.com/office/officeart/2018/5/layout/CenteredIconLabelDescriptionList"/>
    <dgm:cxn modelId="{E65B782B-C536-432E-8EAA-9F28095CCDD9}" type="presParOf" srcId="{D3681884-B832-40DE-9BED-A7B7CE640FBC}" destId="{496E6ACE-237C-44F3-9679-F8C517DD10AD}" srcOrd="1" destOrd="0" presId="urn:microsoft.com/office/officeart/2018/5/layout/CenteredIconLabelDescriptionList"/>
    <dgm:cxn modelId="{DDB8757C-5F7F-404F-8129-7E7A6715790E}" type="presParOf" srcId="{D3681884-B832-40DE-9BED-A7B7CE640FBC}" destId="{5BDEA9FA-FA64-414B-B38A-097A50981015}" srcOrd="2" destOrd="0" presId="urn:microsoft.com/office/officeart/2018/5/layout/CenteredIconLabelDescriptionList"/>
    <dgm:cxn modelId="{AC0F0150-D254-4A1C-9859-A4CB0700B65F}" type="presParOf" srcId="{5BDEA9FA-FA64-414B-B38A-097A50981015}" destId="{F32C718D-B441-45AE-A990-FF5DFB3F3F5A}" srcOrd="0" destOrd="0" presId="urn:microsoft.com/office/officeart/2018/5/layout/CenteredIconLabelDescriptionList"/>
    <dgm:cxn modelId="{533E231E-0368-4871-95ED-B0B323887313}" type="presParOf" srcId="{5BDEA9FA-FA64-414B-B38A-097A50981015}" destId="{8ACE54B8-B830-4E00-8271-FB4E861C64DC}" srcOrd="1" destOrd="0" presId="urn:microsoft.com/office/officeart/2018/5/layout/CenteredIconLabelDescriptionList"/>
    <dgm:cxn modelId="{1117F242-D314-44B6-AA0B-E7B1D8AD35E9}" type="presParOf" srcId="{5BDEA9FA-FA64-414B-B38A-097A50981015}" destId="{53B433F0-20C2-4265-B45E-015BFBC2A77A}" srcOrd="2" destOrd="0" presId="urn:microsoft.com/office/officeart/2018/5/layout/CenteredIconLabelDescriptionList"/>
    <dgm:cxn modelId="{5C0E3F14-6885-40A8-A564-53951FF3FED5}" type="presParOf" srcId="{5BDEA9FA-FA64-414B-B38A-097A50981015}" destId="{5C081027-3764-4602-91E7-55C8D222CC78}" srcOrd="3" destOrd="0" presId="urn:microsoft.com/office/officeart/2018/5/layout/CenteredIconLabelDescriptionList"/>
    <dgm:cxn modelId="{0B8DA579-C0FC-4E99-AB5A-4F2430E3DD87}" type="presParOf" srcId="{5BDEA9FA-FA64-414B-B38A-097A50981015}" destId="{7FD43339-1A30-4194-8234-9BEE31152D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033E6788-6969-4BE6-B53E-CB4F9112949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677388-ABDC-429D-812B-4B3383B52D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Lightweight clients </a:t>
          </a:r>
        </a:p>
      </dgm:t>
    </dgm:pt>
    <dgm:pt modelId="{87F9E650-DDC0-4EDB-B718-452CFA3B538F}" type="parTrans" cxnId="{0CB569A3-B018-4F03-BE84-7B166C4B84A9}">
      <dgm:prSet/>
      <dgm:spPr/>
      <dgm:t>
        <a:bodyPr/>
        <a:lstStyle/>
        <a:p>
          <a:endParaRPr lang="en-US"/>
        </a:p>
      </dgm:t>
    </dgm:pt>
    <dgm:pt modelId="{8BA47784-EC24-41D1-BE6C-ED22C4523AAF}" type="sibTrans" cxnId="{0CB569A3-B018-4F03-BE84-7B166C4B84A9}">
      <dgm:prSet/>
      <dgm:spPr/>
      <dgm:t>
        <a:bodyPr/>
        <a:lstStyle/>
        <a:p>
          <a:endParaRPr lang="en-US"/>
        </a:p>
      </dgm:t>
    </dgm:pt>
    <dgm:pt modelId="{ACB11581-7341-410C-A283-EE44BD94C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do</a:t>
          </a:r>
        </a:p>
      </dgm:t>
    </dgm:pt>
    <dgm:pt modelId="{1DD0CF05-6C52-4BC6-A7CA-B0B773F2B765}" type="parTrans" cxnId="{4DD9B06F-367D-4ABD-B037-1ACE809BD33E}">
      <dgm:prSet/>
      <dgm:spPr/>
      <dgm:t>
        <a:bodyPr/>
        <a:lstStyle/>
        <a:p>
          <a:endParaRPr lang="en-US"/>
        </a:p>
      </dgm:t>
    </dgm:pt>
    <dgm:pt modelId="{7B0F4657-6622-47F2-A85C-58FCF5105358}" type="sibTrans" cxnId="{4DD9B06F-367D-4ABD-B037-1ACE809BD33E}">
      <dgm:prSet/>
      <dgm:spPr/>
      <dgm:t>
        <a:bodyPr/>
        <a:lstStyle/>
        <a:p>
          <a:endParaRPr lang="en-US"/>
        </a:p>
      </dgm:t>
    </dgm:pt>
    <dgm:pt modelId="{9F12CA02-6715-46C3-94A8-DB411CF8BF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providing assurance</a:t>
          </a:r>
        </a:p>
      </dgm:t>
    </dgm:pt>
    <dgm:pt modelId="{FD2A326A-FA5E-4426-BB2A-5E4672AF4CCA}" type="parTrans" cxnId="{05A8F839-4FF4-4791-BFBA-DB3042B00063}">
      <dgm:prSet/>
      <dgm:spPr/>
      <dgm:t>
        <a:bodyPr/>
        <a:lstStyle/>
        <a:p>
          <a:endParaRPr lang="en-US"/>
        </a:p>
      </dgm:t>
    </dgm:pt>
    <dgm:pt modelId="{B116328F-65D3-4D0E-9173-9A7201B77570}" type="sibTrans" cxnId="{05A8F839-4FF4-4791-BFBA-DB3042B00063}">
      <dgm:prSet/>
      <dgm:spPr/>
      <dgm:t>
        <a:bodyPr/>
        <a:lstStyle/>
        <a:p>
          <a:endParaRPr lang="en-US"/>
        </a:p>
      </dgm:t>
    </dgm:pt>
    <dgm:pt modelId="{1D9D351C-6F27-4384-A71F-7FE1EA5893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confirming</a:t>
          </a:r>
          <a:r>
            <a:rPr lang="tr-TR"/>
            <a:t> </a:t>
          </a:r>
          <a:r>
            <a:rPr lang="en-US"/>
            <a:t>that</a:t>
          </a:r>
        </a:p>
      </dgm:t>
    </dgm:pt>
    <dgm:pt modelId="{E5380BEB-479D-405E-A030-30A1DF790882}" type="parTrans" cxnId="{B715FAB1-AC5A-40A8-8B80-1122EA0CD5A9}">
      <dgm:prSet/>
      <dgm:spPr/>
      <dgm:t>
        <a:bodyPr/>
        <a:lstStyle/>
        <a:p>
          <a:endParaRPr lang="tr-TR"/>
        </a:p>
      </dgm:t>
    </dgm:pt>
    <dgm:pt modelId="{B80F1E2C-4905-4BDD-82B8-7A823BA714BA}" type="sibTrans" cxnId="{B715FAB1-AC5A-40A8-8B80-1122EA0CD5A9}">
      <dgm:prSet/>
      <dgm:spPr/>
      <dgm:t>
        <a:bodyPr/>
        <a:lstStyle/>
        <a:p>
          <a:endParaRPr lang="tr-TR"/>
        </a:p>
      </dgm:t>
    </dgm:pt>
    <dgm:pt modelId="{BF338909-29C0-4073-8E7F-58B5840573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several blocks mined after it</a:t>
          </a:r>
        </a:p>
      </dgm:t>
    </dgm:pt>
    <dgm:pt modelId="{E51209F1-111D-489D-A3A8-5DD9F2199A16}" type="parTrans" cxnId="{40636D48-8FD6-4EDC-A073-0D10DA9AA3E2}">
      <dgm:prSet/>
      <dgm:spPr/>
      <dgm:t>
        <a:bodyPr/>
        <a:lstStyle/>
        <a:p>
          <a:endParaRPr lang="tr-TR"/>
        </a:p>
      </dgm:t>
    </dgm:pt>
    <dgm:pt modelId="{2A99684E-6237-4CD7-93C0-DAD41F6A6498}" type="sibTrans" cxnId="{40636D48-8FD6-4EDC-A073-0D10DA9AA3E2}">
      <dgm:prSet/>
      <dgm:spPr/>
      <dgm:t>
        <a:bodyPr/>
        <a:lstStyle/>
        <a:p>
          <a:endParaRPr lang="tr-TR"/>
        </a:p>
      </dgm:t>
    </dgm:pt>
    <dgm:pt modelId="{A0906A1F-E8B1-43A4-962B-A0A44A1A1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miners accepted it as valid</a:t>
          </a:r>
        </a:p>
      </dgm:t>
    </dgm:pt>
    <dgm:pt modelId="{CC03C2C2-87D0-4BEF-9EA5-71FA1035833A}" type="parTrans" cxnId="{032892BA-423F-4613-A65B-57670BCF3511}">
      <dgm:prSet/>
      <dgm:spPr/>
      <dgm:t>
        <a:bodyPr/>
        <a:lstStyle/>
        <a:p>
          <a:endParaRPr lang="tr-TR"/>
        </a:p>
      </dgm:t>
    </dgm:pt>
    <dgm:pt modelId="{B37C49F2-AEC1-4A31-B359-13B1A2F0437D}" type="sibTrans" cxnId="{032892BA-423F-4613-A65B-57670BCF3511}">
      <dgm:prSet/>
      <dgm:spPr/>
      <dgm:t>
        <a:bodyPr/>
        <a:lstStyle/>
        <a:p>
          <a:endParaRPr lang="tr-TR"/>
        </a:p>
      </dgm:t>
    </dgm:pt>
    <dgm:pt modelId="{0EFE6D85-83AA-4310-9F61-B4ACB7C7C7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simplified payment</a:t>
          </a:r>
          <a:r>
            <a:rPr lang="tr-TR"/>
            <a:t> </a:t>
          </a:r>
          <a:r>
            <a:rPr lang="en-US"/>
            <a:t>verification</a:t>
          </a:r>
        </a:p>
      </dgm:t>
    </dgm:pt>
    <dgm:pt modelId="{DD3FEFD8-8609-4310-82E9-1DAEDC4BDC61}" type="parTrans" cxnId="{7B65E333-8EA6-4CD0-A92C-8560D5B41EF3}">
      <dgm:prSet/>
      <dgm:spPr/>
      <dgm:t>
        <a:bodyPr/>
        <a:lstStyle/>
        <a:p>
          <a:endParaRPr lang="tr-TR"/>
        </a:p>
      </dgm:t>
    </dgm:pt>
    <dgm:pt modelId="{17C30C29-989C-4704-9773-3331A67D08E6}" type="sibTrans" cxnId="{7B65E333-8EA6-4CD0-A92C-8560D5B41EF3}">
      <dgm:prSet/>
      <dgm:spPr/>
      <dgm:t>
        <a:bodyPr/>
        <a:lstStyle/>
        <a:p>
          <a:endParaRPr lang="tr-TR"/>
        </a:p>
      </dgm:t>
    </dgm:pt>
    <dgm:pt modelId="{E49761CF-F941-4311-8A4A-4DF4A65D52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Verification</a:t>
          </a:r>
          <a:endParaRPr lang="en-US"/>
        </a:p>
      </dgm:t>
    </dgm:pt>
    <dgm:pt modelId="{7B3A4E19-D203-4E9D-BB79-96DCA3B923BA}" type="parTrans" cxnId="{1E422A74-9F17-4A52-AA3B-15FD58C5A2CA}">
      <dgm:prSet/>
      <dgm:spPr/>
      <dgm:t>
        <a:bodyPr/>
        <a:lstStyle/>
        <a:p>
          <a:endParaRPr lang="tr-TR"/>
        </a:p>
      </dgm:t>
    </dgm:pt>
    <dgm:pt modelId="{860A3E7B-F09C-4F64-BECE-C8B6F1EE6238}" type="sibTrans" cxnId="{1E422A74-9F17-4A52-AA3B-15FD58C5A2CA}">
      <dgm:prSet/>
      <dgm:spPr/>
      <dgm:t>
        <a:bodyPr/>
        <a:lstStyle/>
        <a:p>
          <a:endParaRPr lang="tr-TR"/>
        </a:p>
      </dgm:t>
    </dgm:pt>
    <dgm:pt modelId="{C1117F12-88A6-4EF5-B84F-6BE426CE84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transaction is in the blockchain</a:t>
          </a:r>
        </a:p>
      </dgm:t>
    </dgm:pt>
    <dgm:pt modelId="{42F656D1-2CA9-4A69-86AA-BEA90A52C10F}" type="parTrans" cxnId="{F3C2C844-D030-4D50-B57C-2CA23310F9E0}">
      <dgm:prSet/>
      <dgm:spPr/>
      <dgm:t>
        <a:bodyPr/>
        <a:lstStyle/>
        <a:p>
          <a:endParaRPr lang="tr-TR"/>
        </a:p>
      </dgm:t>
    </dgm:pt>
    <dgm:pt modelId="{510950E5-0B1B-4C42-9EA3-66BA983DAAEF}" type="sibTrans" cxnId="{F3C2C844-D030-4D50-B57C-2CA23310F9E0}">
      <dgm:prSet/>
      <dgm:spPr/>
      <dgm:t>
        <a:bodyPr/>
        <a:lstStyle/>
        <a:p>
          <a:endParaRPr lang="tr-TR"/>
        </a:p>
      </dgm:t>
    </dgm:pt>
    <dgm:pt modelId="{7EE9B1EB-D58B-479B-B0B5-F8A0014D26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Assurance</a:t>
          </a:r>
          <a:endParaRPr lang="en-US"/>
        </a:p>
      </dgm:t>
    </dgm:pt>
    <dgm:pt modelId="{CF54C693-D363-4340-B5E6-B0A67EA9351F}" type="parTrans" cxnId="{842E05B5-3AB1-4014-BB1D-BA1A82671707}">
      <dgm:prSet/>
      <dgm:spPr/>
      <dgm:t>
        <a:bodyPr/>
        <a:lstStyle/>
        <a:p>
          <a:endParaRPr lang="tr-TR"/>
        </a:p>
      </dgm:t>
    </dgm:pt>
    <dgm:pt modelId="{9E002B99-15A0-4630-8363-1B10F218E1D4}" type="sibTrans" cxnId="{842E05B5-3AB1-4014-BB1D-BA1A82671707}">
      <dgm:prSet/>
      <dgm:spPr/>
      <dgm:t>
        <a:bodyPr/>
        <a:lstStyle/>
        <a:p>
          <a:endParaRPr lang="tr-TR"/>
        </a:p>
      </dgm:t>
    </dgm:pt>
    <dgm:pt modelId="{20165AF8-A03C-4344-A506-E053A3616333}" type="pres">
      <dgm:prSet presAssocID="{033E6788-6969-4BE6-B53E-CB4F91129493}" presName="root" presStyleCnt="0">
        <dgm:presLayoutVars>
          <dgm:dir/>
          <dgm:resizeHandles val="exact"/>
        </dgm:presLayoutVars>
      </dgm:prSet>
      <dgm:spPr/>
    </dgm:pt>
    <dgm:pt modelId="{79685845-79AE-4648-AB01-E640ECD07786}" type="pres">
      <dgm:prSet presAssocID="{5B677388-ABDC-429D-812B-4B3383B52D65}" presName="compNode" presStyleCnt="0"/>
      <dgm:spPr/>
    </dgm:pt>
    <dgm:pt modelId="{262933C7-6FFA-4840-8383-07AC2A1FCD0A}" type="pres">
      <dgm:prSet presAssocID="{5B677388-ABDC-429D-812B-4B3383B52D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1F392A7-5322-4654-9191-3AD4AFF44306}" type="pres">
      <dgm:prSet presAssocID="{5B677388-ABDC-429D-812B-4B3383B52D65}" presName="iconSpace" presStyleCnt="0"/>
      <dgm:spPr/>
    </dgm:pt>
    <dgm:pt modelId="{8D361927-975C-4CDC-B38E-9CD2C4BC43E9}" type="pres">
      <dgm:prSet presAssocID="{5B677388-ABDC-429D-812B-4B3383B52D65}" presName="parTx" presStyleLbl="revTx" presStyleIdx="0" presStyleCnt="6">
        <dgm:presLayoutVars>
          <dgm:chMax val="0"/>
          <dgm:chPref val="0"/>
        </dgm:presLayoutVars>
      </dgm:prSet>
      <dgm:spPr/>
    </dgm:pt>
    <dgm:pt modelId="{F5665883-CB2E-41CD-AB68-FA6C3F51A49C}" type="pres">
      <dgm:prSet presAssocID="{5B677388-ABDC-429D-812B-4B3383B52D65}" presName="txSpace" presStyleCnt="0"/>
      <dgm:spPr/>
    </dgm:pt>
    <dgm:pt modelId="{961EE3A0-640F-4CCA-AC58-905EB59F2991}" type="pres">
      <dgm:prSet presAssocID="{5B677388-ABDC-429D-812B-4B3383B52D65}" presName="desTx" presStyleLbl="revTx" presStyleIdx="1" presStyleCnt="6">
        <dgm:presLayoutVars/>
      </dgm:prSet>
      <dgm:spPr/>
    </dgm:pt>
    <dgm:pt modelId="{5310850E-463C-4C67-803A-D1FF8FA77A46}" type="pres">
      <dgm:prSet presAssocID="{8BA47784-EC24-41D1-BE6C-ED22C4523AAF}" presName="sibTrans" presStyleCnt="0"/>
      <dgm:spPr/>
    </dgm:pt>
    <dgm:pt modelId="{F551F97D-37FF-4B0E-B535-3B4560DF3F81}" type="pres">
      <dgm:prSet presAssocID="{E49761CF-F941-4311-8A4A-4DF4A65D52D6}" presName="compNode" presStyleCnt="0"/>
      <dgm:spPr/>
    </dgm:pt>
    <dgm:pt modelId="{C466EA4F-519E-4C0C-BC8D-F8E091BF686F}" type="pres">
      <dgm:prSet presAssocID="{E49761CF-F941-4311-8A4A-4DF4A65D52D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F49FD524-3011-4ABD-A28B-BCBD270EFE66}" type="pres">
      <dgm:prSet presAssocID="{E49761CF-F941-4311-8A4A-4DF4A65D52D6}" presName="iconSpace" presStyleCnt="0"/>
      <dgm:spPr/>
    </dgm:pt>
    <dgm:pt modelId="{A306DFBE-BA69-480D-AACC-7D7048E3AB68}" type="pres">
      <dgm:prSet presAssocID="{E49761CF-F941-4311-8A4A-4DF4A65D52D6}" presName="parTx" presStyleLbl="revTx" presStyleIdx="2" presStyleCnt="6">
        <dgm:presLayoutVars>
          <dgm:chMax val="0"/>
          <dgm:chPref val="0"/>
        </dgm:presLayoutVars>
      </dgm:prSet>
      <dgm:spPr/>
    </dgm:pt>
    <dgm:pt modelId="{DED11FAC-6B9E-45B8-BE11-A4A4722476E1}" type="pres">
      <dgm:prSet presAssocID="{E49761CF-F941-4311-8A4A-4DF4A65D52D6}" presName="txSpace" presStyleCnt="0"/>
      <dgm:spPr/>
    </dgm:pt>
    <dgm:pt modelId="{40ECF814-033B-4F37-BA6F-A2FA4D8379BE}" type="pres">
      <dgm:prSet presAssocID="{E49761CF-F941-4311-8A4A-4DF4A65D52D6}" presName="desTx" presStyleLbl="revTx" presStyleIdx="3" presStyleCnt="6">
        <dgm:presLayoutVars/>
      </dgm:prSet>
      <dgm:spPr/>
    </dgm:pt>
    <dgm:pt modelId="{7C404AB3-7348-4404-9932-0EECAE6E90DE}" type="pres">
      <dgm:prSet presAssocID="{860A3E7B-F09C-4F64-BECE-C8B6F1EE6238}" presName="sibTrans" presStyleCnt="0"/>
      <dgm:spPr/>
    </dgm:pt>
    <dgm:pt modelId="{98F0381E-F238-4FA8-BF18-5105294A2A33}" type="pres">
      <dgm:prSet presAssocID="{7EE9B1EB-D58B-479B-B0B5-F8A0014D269A}" presName="compNode" presStyleCnt="0"/>
      <dgm:spPr/>
    </dgm:pt>
    <dgm:pt modelId="{4976EBAC-1C38-4190-9F1F-28AB61BC098C}" type="pres">
      <dgm:prSet presAssocID="{7EE9B1EB-D58B-479B-B0B5-F8A0014D26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56CD5DC5-C1D8-413D-9A4D-E65112BAE467}" type="pres">
      <dgm:prSet presAssocID="{7EE9B1EB-D58B-479B-B0B5-F8A0014D269A}" presName="iconSpace" presStyleCnt="0"/>
      <dgm:spPr/>
    </dgm:pt>
    <dgm:pt modelId="{007E92EE-EAAA-474B-B751-A2A3463B086A}" type="pres">
      <dgm:prSet presAssocID="{7EE9B1EB-D58B-479B-B0B5-F8A0014D269A}" presName="parTx" presStyleLbl="revTx" presStyleIdx="4" presStyleCnt="6">
        <dgm:presLayoutVars>
          <dgm:chMax val="0"/>
          <dgm:chPref val="0"/>
        </dgm:presLayoutVars>
      </dgm:prSet>
      <dgm:spPr/>
    </dgm:pt>
    <dgm:pt modelId="{B7D3B534-93D5-4688-A30F-AF33E4DF931F}" type="pres">
      <dgm:prSet presAssocID="{7EE9B1EB-D58B-479B-B0B5-F8A0014D269A}" presName="txSpace" presStyleCnt="0"/>
      <dgm:spPr/>
    </dgm:pt>
    <dgm:pt modelId="{85813146-BEB8-4915-B5C3-D2512B33B68D}" type="pres">
      <dgm:prSet presAssocID="{7EE9B1EB-D58B-479B-B0B5-F8A0014D269A}" presName="desTx" presStyleLbl="revTx" presStyleIdx="5" presStyleCnt="6">
        <dgm:presLayoutVars/>
      </dgm:prSet>
      <dgm:spPr/>
    </dgm:pt>
  </dgm:ptLst>
  <dgm:cxnLst>
    <dgm:cxn modelId="{4B5CBA08-16B8-492F-AE79-25D2F0D1EDF1}" type="presOf" srcId="{C1117F12-88A6-4EF5-B84F-6BE426CE84FB}" destId="{40ECF814-033B-4F37-BA6F-A2FA4D8379BE}" srcOrd="0" destOrd="1" presId="urn:microsoft.com/office/officeart/2018/2/layout/IconLabelDescriptionList"/>
    <dgm:cxn modelId="{E6B3BD0F-288B-40DF-A350-0AD1BDFD1F38}" type="presOf" srcId="{7EE9B1EB-D58B-479B-B0B5-F8A0014D269A}" destId="{007E92EE-EAAA-474B-B751-A2A3463B086A}" srcOrd="0" destOrd="0" presId="urn:microsoft.com/office/officeart/2018/2/layout/IconLabelDescriptionList"/>
    <dgm:cxn modelId="{7B65E333-8EA6-4CD0-A92C-8560D5B41EF3}" srcId="{5B677388-ABDC-429D-812B-4B3383B52D65}" destId="{0EFE6D85-83AA-4310-9F61-B4ACB7C7C78A}" srcOrd="1" destOrd="0" parTransId="{DD3FEFD8-8609-4310-82E9-1DAEDC4BDC61}" sibTransId="{17C30C29-989C-4704-9773-3331A67D08E6}"/>
    <dgm:cxn modelId="{05A8F839-4FF4-4791-BFBA-DB3042B00063}" srcId="{7EE9B1EB-D58B-479B-B0B5-F8A0014D269A}" destId="{9F12CA02-6715-46C3-94A8-DB411CF8BF57}" srcOrd="0" destOrd="0" parTransId="{FD2A326A-FA5E-4426-BB2A-5E4672AF4CCA}" sibTransId="{B116328F-65D3-4D0E-9173-9A7201B77570}"/>
    <dgm:cxn modelId="{70E3393B-8398-4EE9-8AFC-97DB44840779}" type="presOf" srcId="{033E6788-6969-4BE6-B53E-CB4F91129493}" destId="{20165AF8-A03C-4344-A506-E053A3616333}" srcOrd="0" destOrd="0" presId="urn:microsoft.com/office/officeart/2018/2/layout/IconLabelDescriptionList"/>
    <dgm:cxn modelId="{F3C2C844-D030-4D50-B57C-2CA23310F9E0}" srcId="{E49761CF-F941-4311-8A4A-4DF4A65D52D6}" destId="{C1117F12-88A6-4EF5-B84F-6BE426CE84FB}" srcOrd="1" destOrd="0" parTransId="{42F656D1-2CA9-4A69-86AA-BEA90A52C10F}" sibTransId="{510950E5-0B1B-4C42-9EA3-66BA983DAAEF}"/>
    <dgm:cxn modelId="{1DE78246-85C8-4440-808E-6766636BBF47}" type="presOf" srcId="{1D9D351C-6F27-4384-A71F-7FE1EA5893E9}" destId="{40ECF814-033B-4F37-BA6F-A2FA4D8379BE}" srcOrd="0" destOrd="0" presId="urn:microsoft.com/office/officeart/2018/2/layout/IconLabelDescriptionList"/>
    <dgm:cxn modelId="{40636D48-8FD6-4EDC-A073-0D10DA9AA3E2}" srcId="{E49761CF-F941-4311-8A4A-4DF4A65D52D6}" destId="{BF338909-29C0-4073-8E7F-58B584057307}" srcOrd="2" destOrd="0" parTransId="{E51209F1-111D-489D-A3A8-5DD9F2199A16}" sibTransId="{2A99684E-6237-4CD7-93C0-DAD41F6A6498}"/>
    <dgm:cxn modelId="{4DD9B06F-367D-4ABD-B037-1ACE809BD33E}" srcId="{5B677388-ABDC-429D-812B-4B3383B52D65}" destId="{ACB11581-7341-410C-A283-EE44BD94C3E4}" srcOrd="0" destOrd="0" parTransId="{1DD0CF05-6C52-4BC6-A7CA-B0B773F2B765}" sibTransId="{7B0F4657-6622-47F2-A85C-58FCF5105358}"/>
    <dgm:cxn modelId="{1E422A74-9F17-4A52-AA3B-15FD58C5A2CA}" srcId="{033E6788-6969-4BE6-B53E-CB4F91129493}" destId="{E49761CF-F941-4311-8A4A-4DF4A65D52D6}" srcOrd="1" destOrd="0" parTransId="{7B3A4E19-D203-4E9D-BB79-96DCA3B923BA}" sibTransId="{860A3E7B-F09C-4F64-BECE-C8B6F1EE6238}"/>
    <dgm:cxn modelId="{65AF4657-5CC1-4297-AB26-1AA3F0904C69}" type="presOf" srcId="{0EFE6D85-83AA-4310-9F61-B4ACB7C7C78A}" destId="{961EE3A0-640F-4CCA-AC58-905EB59F2991}" srcOrd="0" destOrd="1" presId="urn:microsoft.com/office/officeart/2018/2/layout/IconLabelDescriptionList"/>
    <dgm:cxn modelId="{1EE55591-6C4B-4568-B76B-96A466E3CB6C}" type="presOf" srcId="{E49761CF-F941-4311-8A4A-4DF4A65D52D6}" destId="{A306DFBE-BA69-480D-AACC-7D7048E3AB68}" srcOrd="0" destOrd="0" presId="urn:microsoft.com/office/officeart/2018/2/layout/IconLabelDescriptionList"/>
    <dgm:cxn modelId="{2034DE97-ED8A-478D-88FD-F820CADF51E0}" type="presOf" srcId="{BF338909-29C0-4073-8E7F-58B584057307}" destId="{40ECF814-033B-4F37-BA6F-A2FA4D8379BE}" srcOrd="0" destOrd="2" presId="urn:microsoft.com/office/officeart/2018/2/layout/IconLabelDescriptionList"/>
    <dgm:cxn modelId="{0CB569A3-B018-4F03-BE84-7B166C4B84A9}" srcId="{033E6788-6969-4BE6-B53E-CB4F91129493}" destId="{5B677388-ABDC-429D-812B-4B3383B52D65}" srcOrd="0" destOrd="0" parTransId="{87F9E650-DDC0-4EDB-B718-452CFA3B538F}" sibTransId="{8BA47784-EC24-41D1-BE6C-ED22C4523AAF}"/>
    <dgm:cxn modelId="{B715FAB1-AC5A-40A8-8B80-1122EA0CD5A9}" srcId="{E49761CF-F941-4311-8A4A-4DF4A65D52D6}" destId="{1D9D351C-6F27-4384-A71F-7FE1EA5893E9}" srcOrd="0" destOrd="0" parTransId="{E5380BEB-479D-405E-A030-30A1DF790882}" sibTransId="{B80F1E2C-4905-4BDD-82B8-7A823BA714BA}"/>
    <dgm:cxn modelId="{842E05B5-3AB1-4014-BB1D-BA1A82671707}" srcId="{033E6788-6969-4BE6-B53E-CB4F91129493}" destId="{7EE9B1EB-D58B-479B-B0B5-F8A0014D269A}" srcOrd="2" destOrd="0" parTransId="{CF54C693-D363-4340-B5E6-B0A67EA9351F}" sibTransId="{9E002B99-15A0-4630-8363-1B10F218E1D4}"/>
    <dgm:cxn modelId="{032892BA-423F-4613-A65B-57670BCF3511}" srcId="{7EE9B1EB-D58B-479B-B0B5-F8A0014D269A}" destId="{A0906A1F-E8B1-43A4-962B-A0A44A1A170C}" srcOrd="1" destOrd="0" parTransId="{CC03C2C2-87D0-4BEF-9EA5-71FA1035833A}" sibTransId="{B37C49F2-AEC1-4A31-B359-13B1A2F0437D}"/>
    <dgm:cxn modelId="{5E2465C0-2F43-4810-A502-BAB6A539E46A}" type="presOf" srcId="{9F12CA02-6715-46C3-94A8-DB411CF8BF57}" destId="{85813146-BEB8-4915-B5C3-D2512B33B68D}" srcOrd="0" destOrd="0" presId="urn:microsoft.com/office/officeart/2018/2/layout/IconLabelDescriptionList"/>
    <dgm:cxn modelId="{2F6CACCC-65DF-48A1-AAA3-A1918F9E1077}" type="presOf" srcId="{5B677388-ABDC-429D-812B-4B3383B52D65}" destId="{8D361927-975C-4CDC-B38E-9CD2C4BC43E9}" srcOrd="0" destOrd="0" presId="urn:microsoft.com/office/officeart/2018/2/layout/IconLabelDescriptionList"/>
    <dgm:cxn modelId="{647D5FDC-55EB-44AA-937A-C0EEA53CE185}" type="presOf" srcId="{A0906A1F-E8B1-43A4-962B-A0A44A1A170C}" destId="{85813146-BEB8-4915-B5C3-D2512B33B68D}" srcOrd="0" destOrd="1" presId="urn:microsoft.com/office/officeart/2018/2/layout/IconLabelDescriptionList"/>
    <dgm:cxn modelId="{D38792E4-431A-48B8-B380-8814F9D4D72D}" type="presOf" srcId="{ACB11581-7341-410C-A283-EE44BD94C3E4}" destId="{961EE3A0-640F-4CCA-AC58-905EB59F2991}" srcOrd="0" destOrd="0" presId="urn:microsoft.com/office/officeart/2018/2/layout/IconLabelDescriptionList"/>
    <dgm:cxn modelId="{F45F31C0-6AEC-4B78-A14F-87F3BA1C14A5}" type="presParOf" srcId="{20165AF8-A03C-4344-A506-E053A3616333}" destId="{79685845-79AE-4648-AB01-E640ECD07786}" srcOrd="0" destOrd="0" presId="urn:microsoft.com/office/officeart/2018/2/layout/IconLabelDescriptionList"/>
    <dgm:cxn modelId="{26FF47B4-F160-4D03-AAE7-AC42E874634F}" type="presParOf" srcId="{79685845-79AE-4648-AB01-E640ECD07786}" destId="{262933C7-6FFA-4840-8383-07AC2A1FCD0A}" srcOrd="0" destOrd="0" presId="urn:microsoft.com/office/officeart/2018/2/layout/IconLabelDescriptionList"/>
    <dgm:cxn modelId="{9B11F7B7-21DF-4828-9B77-BF088A6F0D26}" type="presParOf" srcId="{79685845-79AE-4648-AB01-E640ECD07786}" destId="{A1F392A7-5322-4654-9191-3AD4AFF44306}" srcOrd="1" destOrd="0" presId="urn:microsoft.com/office/officeart/2018/2/layout/IconLabelDescriptionList"/>
    <dgm:cxn modelId="{7EBD7949-6787-490F-82E6-79FC6D6AE2DB}" type="presParOf" srcId="{79685845-79AE-4648-AB01-E640ECD07786}" destId="{8D361927-975C-4CDC-B38E-9CD2C4BC43E9}" srcOrd="2" destOrd="0" presId="urn:microsoft.com/office/officeart/2018/2/layout/IconLabelDescriptionList"/>
    <dgm:cxn modelId="{D0CB1A68-C17D-441F-A657-28AF23F69D3B}" type="presParOf" srcId="{79685845-79AE-4648-AB01-E640ECD07786}" destId="{F5665883-CB2E-41CD-AB68-FA6C3F51A49C}" srcOrd="3" destOrd="0" presId="urn:microsoft.com/office/officeart/2018/2/layout/IconLabelDescriptionList"/>
    <dgm:cxn modelId="{55A2F339-742E-43B8-BCDF-747EE1D84522}" type="presParOf" srcId="{79685845-79AE-4648-AB01-E640ECD07786}" destId="{961EE3A0-640F-4CCA-AC58-905EB59F2991}" srcOrd="4" destOrd="0" presId="urn:microsoft.com/office/officeart/2018/2/layout/IconLabelDescriptionList"/>
    <dgm:cxn modelId="{00651E69-A715-4030-B7A3-D68D7AA8DE29}" type="presParOf" srcId="{20165AF8-A03C-4344-A506-E053A3616333}" destId="{5310850E-463C-4C67-803A-D1FF8FA77A46}" srcOrd="1" destOrd="0" presId="urn:microsoft.com/office/officeart/2018/2/layout/IconLabelDescriptionList"/>
    <dgm:cxn modelId="{6135BD75-E0D9-496F-8064-2B9515858600}" type="presParOf" srcId="{20165AF8-A03C-4344-A506-E053A3616333}" destId="{F551F97D-37FF-4B0E-B535-3B4560DF3F81}" srcOrd="2" destOrd="0" presId="urn:microsoft.com/office/officeart/2018/2/layout/IconLabelDescriptionList"/>
    <dgm:cxn modelId="{2B685F9F-20C0-4AAB-9772-589BE096C124}" type="presParOf" srcId="{F551F97D-37FF-4B0E-B535-3B4560DF3F81}" destId="{C466EA4F-519E-4C0C-BC8D-F8E091BF686F}" srcOrd="0" destOrd="0" presId="urn:microsoft.com/office/officeart/2018/2/layout/IconLabelDescriptionList"/>
    <dgm:cxn modelId="{283C3E88-5885-4D66-A850-DE9E76F01BE1}" type="presParOf" srcId="{F551F97D-37FF-4B0E-B535-3B4560DF3F81}" destId="{F49FD524-3011-4ABD-A28B-BCBD270EFE66}" srcOrd="1" destOrd="0" presId="urn:microsoft.com/office/officeart/2018/2/layout/IconLabelDescriptionList"/>
    <dgm:cxn modelId="{1955D8D5-9966-46BF-AAEC-A95DF9DEB4E5}" type="presParOf" srcId="{F551F97D-37FF-4B0E-B535-3B4560DF3F81}" destId="{A306DFBE-BA69-480D-AACC-7D7048E3AB68}" srcOrd="2" destOrd="0" presId="urn:microsoft.com/office/officeart/2018/2/layout/IconLabelDescriptionList"/>
    <dgm:cxn modelId="{057ED4E0-2337-448A-9674-EAF498048AC4}" type="presParOf" srcId="{F551F97D-37FF-4B0E-B535-3B4560DF3F81}" destId="{DED11FAC-6B9E-45B8-BE11-A4A4722476E1}" srcOrd="3" destOrd="0" presId="urn:microsoft.com/office/officeart/2018/2/layout/IconLabelDescriptionList"/>
    <dgm:cxn modelId="{374A953C-B6CA-4DA7-9592-D39707581CF9}" type="presParOf" srcId="{F551F97D-37FF-4B0E-B535-3B4560DF3F81}" destId="{40ECF814-033B-4F37-BA6F-A2FA4D8379BE}" srcOrd="4" destOrd="0" presId="urn:microsoft.com/office/officeart/2018/2/layout/IconLabelDescriptionList"/>
    <dgm:cxn modelId="{F6A8C2B0-878C-4EE5-9332-84D830E50096}" type="presParOf" srcId="{20165AF8-A03C-4344-A506-E053A3616333}" destId="{7C404AB3-7348-4404-9932-0EECAE6E90DE}" srcOrd="3" destOrd="0" presId="urn:microsoft.com/office/officeart/2018/2/layout/IconLabelDescriptionList"/>
    <dgm:cxn modelId="{7C8DA6EC-7287-48BD-BAA1-D25C1B86C723}" type="presParOf" srcId="{20165AF8-A03C-4344-A506-E053A3616333}" destId="{98F0381E-F238-4FA8-BF18-5105294A2A33}" srcOrd="4" destOrd="0" presId="urn:microsoft.com/office/officeart/2018/2/layout/IconLabelDescriptionList"/>
    <dgm:cxn modelId="{10CBFF37-3F54-4551-9EDC-6FE1E3E05A1E}" type="presParOf" srcId="{98F0381E-F238-4FA8-BF18-5105294A2A33}" destId="{4976EBAC-1C38-4190-9F1F-28AB61BC098C}" srcOrd="0" destOrd="0" presId="urn:microsoft.com/office/officeart/2018/2/layout/IconLabelDescriptionList"/>
    <dgm:cxn modelId="{853AA76F-BF8B-42B2-85E9-36B87D889755}" type="presParOf" srcId="{98F0381E-F238-4FA8-BF18-5105294A2A33}" destId="{56CD5DC5-C1D8-413D-9A4D-E65112BAE467}" srcOrd="1" destOrd="0" presId="urn:microsoft.com/office/officeart/2018/2/layout/IconLabelDescriptionList"/>
    <dgm:cxn modelId="{EF50EF4B-1BDD-440A-BB1A-F4A1737592F4}" type="presParOf" srcId="{98F0381E-F238-4FA8-BF18-5105294A2A33}" destId="{007E92EE-EAAA-474B-B751-A2A3463B086A}" srcOrd="2" destOrd="0" presId="urn:microsoft.com/office/officeart/2018/2/layout/IconLabelDescriptionList"/>
    <dgm:cxn modelId="{C82BDA70-7B35-41FA-BE00-8B869CA1BBA9}" type="presParOf" srcId="{98F0381E-F238-4FA8-BF18-5105294A2A33}" destId="{B7D3B534-93D5-4688-A30F-AF33E4DF931F}" srcOrd="3" destOrd="0" presId="urn:microsoft.com/office/officeart/2018/2/layout/IconLabelDescriptionList"/>
    <dgm:cxn modelId="{81CDFFAC-1256-4AE6-ACCC-DF2C4D39CE10}" type="presParOf" srcId="{98F0381E-F238-4FA8-BF18-5105294A2A33}" destId="{85813146-BEB8-4915-B5C3-D2512B33B68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85AE2-42DE-45D2-A0CA-712C37DD83DB}">
      <dsp:nvSpPr>
        <dsp:cNvPr id="0" name=""/>
        <dsp:cNvSpPr/>
      </dsp:nvSpPr>
      <dsp:spPr>
        <a:xfrm>
          <a:off x="0" y="240680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A6646-C4A9-4D94-A349-F3E4FA14554D}">
      <dsp:nvSpPr>
        <dsp:cNvPr id="0" name=""/>
        <dsp:cNvSpPr/>
      </dsp:nvSpPr>
      <dsp:spPr>
        <a:xfrm>
          <a:off x="336330" y="48800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Transactions, Blocks, Mining, &amp; Blockchain</a:t>
          </a:r>
          <a:endParaRPr lang="en-US" sz="1300" kern="1200" dirty="0"/>
        </a:p>
      </dsp:txBody>
      <dsp:txXfrm>
        <a:off x="355064" y="67534"/>
        <a:ext cx="4671161" cy="346292"/>
      </dsp:txXfrm>
    </dsp:sp>
    <dsp:sp modelId="{A1BF1204-6760-49F6-B93C-F28C96AFFDEF}">
      <dsp:nvSpPr>
        <dsp:cNvPr id="0" name=""/>
        <dsp:cNvSpPr/>
      </dsp:nvSpPr>
      <dsp:spPr>
        <a:xfrm>
          <a:off x="0" y="830360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01CC1E-25CE-40E5-AD98-AC97286794A8}">
      <dsp:nvSpPr>
        <dsp:cNvPr id="0" name=""/>
        <dsp:cNvSpPr/>
      </dsp:nvSpPr>
      <dsp:spPr>
        <a:xfrm>
          <a:off x="336330" y="638480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Bitcoin Transactions</a:t>
          </a:r>
          <a:endParaRPr lang="en-US" sz="1300" kern="1200" dirty="0"/>
        </a:p>
      </dsp:txBody>
      <dsp:txXfrm>
        <a:off x="355064" y="657214"/>
        <a:ext cx="4671161" cy="346292"/>
      </dsp:txXfrm>
    </dsp:sp>
    <dsp:sp modelId="{6BB16CBA-418F-4441-B133-BFA3E78DE3AD}">
      <dsp:nvSpPr>
        <dsp:cNvPr id="0" name=""/>
        <dsp:cNvSpPr/>
      </dsp:nvSpPr>
      <dsp:spPr>
        <a:xfrm>
          <a:off x="0" y="1420041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E4D82-A628-4ED6-8FBF-14DA0ED74A7C}">
      <dsp:nvSpPr>
        <dsp:cNvPr id="0" name=""/>
        <dsp:cNvSpPr/>
      </dsp:nvSpPr>
      <dsp:spPr>
        <a:xfrm>
          <a:off x="336330" y="1228161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Constructing a Transaction</a:t>
          </a:r>
          <a:endParaRPr lang="en-US" sz="1300" kern="1200" dirty="0"/>
        </a:p>
      </dsp:txBody>
      <dsp:txXfrm>
        <a:off x="355064" y="1246895"/>
        <a:ext cx="4671161" cy="346292"/>
      </dsp:txXfrm>
    </dsp:sp>
    <dsp:sp modelId="{26DC1D8B-80AA-448D-9BBB-C5380E816876}">
      <dsp:nvSpPr>
        <dsp:cNvPr id="0" name=""/>
        <dsp:cNvSpPr/>
      </dsp:nvSpPr>
      <dsp:spPr>
        <a:xfrm>
          <a:off x="0" y="2009721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C21ED-E0AF-4AC5-A310-2E43B3B55AC4}">
      <dsp:nvSpPr>
        <dsp:cNvPr id="0" name=""/>
        <dsp:cNvSpPr/>
      </dsp:nvSpPr>
      <dsp:spPr>
        <a:xfrm>
          <a:off x="336330" y="1817841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Bitcoin Mining</a:t>
          </a:r>
          <a:endParaRPr lang="en-US" sz="1300" kern="1200" dirty="0"/>
        </a:p>
      </dsp:txBody>
      <dsp:txXfrm>
        <a:off x="355064" y="1836575"/>
        <a:ext cx="4671161" cy="346292"/>
      </dsp:txXfrm>
    </dsp:sp>
    <dsp:sp modelId="{6F32C1ED-9B48-45E3-A0E2-68D353B041F8}">
      <dsp:nvSpPr>
        <dsp:cNvPr id="0" name=""/>
        <dsp:cNvSpPr/>
      </dsp:nvSpPr>
      <dsp:spPr>
        <a:xfrm>
          <a:off x="0" y="2599401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95E5B-D316-486B-8860-B446EA2F9B6C}">
      <dsp:nvSpPr>
        <dsp:cNvPr id="0" name=""/>
        <dsp:cNvSpPr/>
      </dsp:nvSpPr>
      <dsp:spPr>
        <a:xfrm>
          <a:off x="336330" y="2407521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Mining Transactions in Blocks</a:t>
          </a:r>
          <a:endParaRPr lang="en-US" sz="1300" kern="1200" dirty="0"/>
        </a:p>
      </dsp:txBody>
      <dsp:txXfrm>
        <a:off x="355064" y="2426255"/>
        <a:ext cx="4671161" cy="346292"/>
      </dsp:txXfrm>
    </dsp:sp>
    <dsp:sp modelId="{C6C4B211-04C7-4787-9D47-1BD37EE1A7E8}">
      <dsp:nvSpPr>
        <dsp:cNvPr id="0" name=""/>
        <dsp:cNvSpPr/>
      </dsp:nvSpPr>
      <dsp:spPr>
        <a:xfrm>
          <a:off x="0" y="3189081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1332A-0DD7-4F40-963E-9B81E3361CCC}">
      <dsp:nvSpPr>
        <dsp:cNvPr id="0" name=""/>
        <dsp:cNvSpPr/>
      </dsp:nvSpPr>
      <dsp:spPr>
        <a:xfrm>
          <a:off x="336330" y="2997201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Spending the Transaction</a:t>
          </a:r>
          <a:endParaRPr lang="en-US" sz="1300" kern="1200" dirty="0"/>
        </a:p>
      </dsp:txBody>
      <dsp:txXfrm>
        <a:off x="355064" y="3015935"/>
        <a:ext cx="4671161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092BD0-0A6C-4F84-B9B7-42B4FCAD7518}">
      <dsp:nvSpPr>
        <dsp:cNvPr id="0" name=""/>
        <dsp:cNvSpPr/>
      </dsp:nvSpPr>
      <dsp:spPr>
        <a:xfrm>
          <a:off x="943992" y="76862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472D7-9A5A-46AA-809D-1627B0A94196}">
      <dsp:nvSpPr>
        <dsp:cNvPr id="0" name=""/>
        <dsp:cNvSpPr/>
      </dsp:nvSpPr>
      <dsp:spPr>
        <a:xfrm>
          <a:off x="3421" y="187244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Decentralized Trust</a:t>
          </a:r>
          <a:endParaRPr lang="en-US" sz="2400" kern="1200"/>
        </a:p>
      </dsp:txBody>
      <dsp:txXfrm>
        <a:off x="3421" y="1872449"/>
        <a:ext cx="2894062" cy="434109"/>
      </dsp:txXfrm>
    </dsp:sp>
    <dsp:sp modelId="{299D0D6C-51FE-44DE-86DA-63D4EFEBE8B4}">
      <dsp:nvSpPr>
        <dsp:cNvPr id="0" name=""/>
        <dsp:cNvSpPr/>
      </dsp:nvSpPr>
      <dsp:spPr>
        <a:xfrm>
          <a:off x="3421" y="2348838"/>
          <a:ext cx="2894062" cy="53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No trusting authority</a:t>
          </a:r>
          <a:endParaRPr lang="en-US" sz="1700" kern="1200"/>
        </a:p>
      </dsp:txBody>
      <dsp:txXfrm>
        <a:off x="3421" y="2348838"/>
        <a:ext cx="2894062" cy="533785"/>
      </dsp:txXfrm>
    </dsp:sp>
    <dsp:sp modelId="{B82A10A3-E14A-491B-A6EA-7FCC9FA6B786}">
      <dsp:nvSpPr>
        <dsp:cNvPr id="0" name=""/>
        <dsp:cNvSpPr/>
      </dsp:nvSpPr>
      <dsp:spPr>
        <a:xfrm>
          <a:off x="4344515" y="76862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716BA-EE12-45B3-A253-E12A4385BBA6}">
      <dsp:nvSpPr>
        <dsp:cNvPr id="0" name=""/>
        <dsp:cNvSpPr/>
      </dsp:nvSpPr>
      <dsp:spPr>
        <a:xfrm>
          <a:off x="3403945" y="187244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Distributed Consensus</a:t>
          </a:r>
          <a:endParaRPr lang="en-US" sz="2400" kern="1200"/>
        </a:p>
      </dsp:txBody>
      <dsp:txXfrm>
        <a:off x="3403945" y="1872449"/>
        <a:ext cx="2894062" cy="434109"/>
      </dsp:txXfrm>
    </dsp:sp>
    <dsp:sp modelId="{8768E9DD-0C73-4848-AEEB-701F3F54A807}">
      <dsp:nvSpPr>
        <dsp:cNvPr id="0" name=""/>
        <dsp:cNvSpPr/>
      </dsp:nvSpPr>
      <dsp:spPr>
        <a:xfrm>
          <a:off x="3403945" y="2348838"/>
          <a:ext cx="2894062" cy="53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Trust achieved from interactions of different participants</a:t>
          </a:r>
          <a:endParaRPr lang="en-US" sz="1700" kern="1200"/>
        </a:p>
      </dsp:txBody>
      <dsp:txXfrm>
        <a:off x="3403945" y="2348838"/>
        <a:ext cx="2894062" cy="533785"/>
      </dsp:txXfrm>
    </dsp:sp>
    <dsp:sp modelId="{6CEA88DD-FF3C-4F0A-8A89-3E5B4751E221}">
      <dsp:nvSpPr>
        <dsp:cNvPr id="0" name=""/>
        <dsp:cNvSpPr/>
      </dsp:nvSpPr>
      <dsp:spPr>
        <a:xfrm>
          <a:off x="7745039" y="76862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B4D86-3C64-4AFD-A0FA-5DFEDD3C8842}">
      <dsp:nvSpPr>
        <dsp:cNvPr id="0" name=""/>
        <dsp:cNvSpPr/>
      </dsp:nvSpPr>
      <dsp:spPr>
        <a:xfrm>
          <a:off x="6804468" y="187244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Distributed Ledger</a:t>
          </a:r>
          <a:endParaRPr lang="en-US" sz="2400" kern="1200"/>
        </a:p>
      </dsp:txBody>
      <dsp:txXfrm>
        <a:off x="6804468" y="1872449"/>
        <a:ext cx="2894062" cy="434109"/>
      </dsp:txXfrm>
    </dsp:sp>
    <dsp:sp modelId="{D82EC88F-1AC8-4D8E-A2EE-2313A3AF5D9C}">
      <dsp:nvSpPr>
        <dsp:cNvPr id="0" name=""/>
        <dsp:cNvSpPr/>
      </dsp:nvSpPr>
      <dsp:spPr>
        <a:xfrm>
          <a:off x="6804468" y="2348838"/>
          <a:ext cx="2894062" cy="53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Transactions recorded to distributed ledger</a:t>
          </a:r>
          <a:endParaRPr lang="en-US" sz="1700" kern="1200"/>
        </a:p>
      </dsp:txBody>
      <dsp:txXfrm>
        <a:off x="6804468" y="2348838"/>
        <a:ext cx="2894062" cy="5337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2E8F5-02BA-4876-8D72-DAB8091DBB56}">
      <dsp:nvSpPr>
        <dsp:cNvPr id="0" name=""/>
        <dsp:cNvSpPr/>
      </dsp:nvSpPr>
      <dsp:spPr>
        <a:xfrm>
          <a:off x="1156107" y="850879"/>
          <a:ext cx="816539" cy="8165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D2379-5929-496B-BD85-E47EE1248435}">
      <dsp:nvSpPr>
        <dsp:cNvPr id="0" name=""/>
        <dsp:cNvSpPr/>
      </dsp:nvSpPr>
      <dsp:spPr>
        <a:xfrm>
          <a:off x="397900" y="1754009"/>
          <a:ext cx="2332968" cy="43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 err="1"/>
            <a:t>Search</a:t>
          </a:r>
          <a:endParaRPr lang="tr-TR" sz="1400" kern="1200" dirty="0"/>
        </a:p>
      </dsp:txBody>
      <dsp:txXfrm>
        <a:off x="397900" y="1754009"/>
        <a:ext cx="2332968" cy="437431"/>
      </dsp:txXfrm>
    </dsp:sp>
    <dsp:sp modelId="{5CBB7D4A-5281-4A12-8767-6EFE21ECD095}">
      <dsp:nvSpPr>
        <dsp:cNvPr id="0" name=""/>
        <dsp:cNvSpPr/>
      </dsp:nvSpPr>
      <dsp:spPr>
        <a:xfrm>
          <a:off x="375317" y="2144722"/>
          <a:ext cx="2332968" cy="87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Bitcoin</a:t>
          </a:r>
          <a:r>
            <a:rPr lang="tr-TR" sz="1100" kern="1200" dirty="0"/>
            <a:t> </a:t>
          </a:r>
          <a:r>
            <a:rPr lang="en-US" sz="1100" kern="1200" dirty="0"/>
            <a:t>address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transaction hash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block number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block hash </a:t>
          </a:r>
          <a:endParaRPr lang="tr-TR" sz="1100" kern="1200" dirty="0"/>
        </a:p>
      </dsp:txBody>
      <dsp:txXfrm>
        <a:off x="375317" y="2144722"/>
        <a:ext cx="2332968" cy="878853"/>
      </dsp:txXfrm>
    </dsp:sp>
    <dsp:sp modelId="{8922264A-BFE5-4D8C-9261-28612EC704B3}">
      <dsp:nvSpPr>
        <dsp:cNvPr id="0" name=""/>
        <dsp:cNvSpPr/>
      </dsp:nvSpPr>
      <dsp:spPr>
        <a:xfrm>
          <a:off x="3502312" y="896025"/>
          <a:ext cx="816539" cy="81653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E8448-5D1E-412C-8B34-426D03F978C2}">
      <dsp:nvSpPr>
        <dsp:cNvPr id="0" name=""/>
        <dsp:cNvSpPr/>
      </dsp:nvSpPr>
      <dsp:spPr>
        <a:xfrm>
          <a:off x="2744097" y="1810442"/>
          <a:ext cx="2332968" cy="43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retrieve</a:t>
          </a:r>
          <a:endParaRPr lang="tr-TR" sz="1400" kern="1200" dirty="0"/>
        </a:p>
      </dsp:txBody>
      <dsp:txXfrm>
        <a:off x="2744097" y="1810442"/>
        <a:ext cx="2332968" cy="437431"/>
      </dsp:txXfrm>
    </dsp:sp>
    <dsp:sp modelId="{4EDCF896-1FBE-4684-AD58-B8ECC80E0249}">
      <dsp:nvSpPr>
        <dsp:cNvPr id="0" name=""/>
        <dsp:cNvSpPr/>
      </dsp:nvSpPr>
      <dsp:spPr>
        <a:xfrm>
          <a:off x="2744097" y="2293398"/>
          <a:ext cx="2332968" cy="87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corresponding information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from the bitcoin</a:t>
          </a:r>
          <a:r>
            <a:rPr lang="tr-TR" sz="1100" kern="1200" dirty="0"/>
            <a:t> </a:t>
          </a:r>
          <a:r>
            <a:rPr lang="en-US" sz="1100" kern="1200" dirty="0"/>
            <a:t>network </a:t>
          </a:r>
          <a:endParaRPr lang="tr-TR" sz="1100" kern="1200" dirty="0"/>
        </a:p>
      </dsp:txBody>
      <dsp:txXfrm>
        <a:off x="2744097" y="2293398"/>
        <a:ext cx="2332968" cy="878853"/>
      </dsp:txXfrm>
    </dsp:sp>
    <dsp:sp modelId="{F8ED01F2-B4A6-4333-B0D7-45F7660946A3}">
      <dsp:nvSpPr>
        <dsp:cNvPr id="0" name=""/>
        <dsp:cNvSpPr/>
      </dsp:nvSpPr>
      <dsp:spPr>
        <a:xfrm>
          <a:off x="6243550" y="896025"/>
          <a:ext cx="816539" cy="8165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E1085-7957-40F6-8226-E2183291EC3F}">
      <dsp:nvSpPr>
        <dsp:cNvPr id="0" name=""/>
        <dsp:cNvSpPr/>
      </dsp:nvSpPr>
      <dsp:spPr>
        <a:xfrm>
          <a:off x="5485335" y="1810442"/>
          <a:ext cx="2332968" cy="43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Popular blockchain explorers include:</a:t>
          </a:r>
        </a:p>
      </dsp:txBody>
      <dsp:txXfrm>
        <a:off x="5485335" y="1810442"/>
        <a:ext cx="2332968" cy="437431"/>
      </dsp:txXfrm>
    </dsp:sp>
    <dsp:sp modelId="{6FABAA5F-B867-4453-B9C8-CF235075C126}">
      <dsp:nvSpPr>
        <dsp:cNvPr id="0" name=""/>
        <dsp:cNvSpPr/>
      </dsp:nvSpPr>
      <dsp:spPr>
        <a:xfrm>
          <a:off x="5485335" y="2293398"/>
          <a:ext cx="2332968" cy="87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>
              <a:hlinkClick xmlns:r="http://schemas.openxmlformats.org/officeDocument/2006/relationships" r:id="rId7"/>
            </a:rPr>
            <a:t>Blockchain.com</a:t>
          </a:r>
          <a:endParaRPr lang="tr-TR" sz="1100" kern="1200" dirty="0">
            <a:hlinkClick xmlns:r="http://schemas.openxmlformats.org/officeDocument/2006/relationships" r:id="rId8"/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 err="1">
              <a:hlinkClick xmlns:r="http://schemas.openxmlformats.org/officeDocument/2006/relationships" r:id="rId8"/>
            </a:rPr>
            <a:t>BlockCypher</a:t>
          </a:r>
          <a:r>
            <a:rPr lang="tr-TR" sz="1100" kern="1200" dirty="0">
              <a:hlinkClick xmlns:r="http://schemas.openxmlformats.org/officeDocument/2006/relationships" r:id="rId8"/>
            </a:rPr>
            <a:t> Explorer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>
              <a:hlinkClick xmlns:r="http://schemas.openxmlformats.org/officeDocument/2006/relationships" r:id="rId9"/>
            </a:rPr>
            <a:t>blockchain.info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 err="1">
              <a:hlinkClick xmlns:r="http://schemas.openxmlformats.org/officeDocument/2006/relationships" r:id="rId10"/>
            </a:rPr>
            <a:t>BitPay</a:t>
          </a:r>
          <a:r>
            <a:rPr lang="tr-TR" sz="1100" kern="1200" dirty="0">
              <a:hlinkClick xmlns:r="http://schemas.openxmlformats.org/officeDocument/2006/relationships" r:id="rId10"/>
            </a:rPr>
            <a:t> </a:t>
          </a:r>
          <a:r>
            <a:rPr lang="tr-TR" sz="1100" kern="1200" dirty="0" err="1">
              <a:hlinkClick xmlns:r="http://schemas.openxmlformats.org/officeDocument/2006/relationships" r:id="rId10"/>
            </a:rPr>
            <a:t>Insight</a:t>
          </a:r>
          <a:endParaRPr lang="tr-TR" sz="1100" kern="1200" dirty="0"/>
        </a:p>
      </dsp:txBody>
      <dsp:txXfrm>
        <a:off x="5485335" y="2293398"/>
        <a:ext cx="2332968" cy="8788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C3221-4E31-4754-B572-49DA9281CF7F}">
      <dsp:nvSpPr>
        <dsp:cNvPr id="0" name=""/>
        <dsp:cNvSpPr/>
      </dsp:nvSpPr>
      <dsp:spPr>
        <a:xfrm>
          <a:off x="0" y="3864236"/>
          <a:ext cx="1776663" cy="12683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56" tIns="213360" rIns="126356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000" kern="1200"/>
            <a:t>Payment</a:t>
          </a:r>
        </a:p>
      </dsp:txBody>
      <dsp:txXfrm>
        <a:off x="0" y="3864236"/>
        <a:ext cx="1776663" cy="1268328"/>
      </dsp:txXfrm>
    </dsp:sp>
    <dsp:sp modelId="{F6C3500A-7E43-4C87-A9C1-A9A4C5D291AF}">
      <dsp:nvSpPr>
        <dsp:cNvPr id="0" name=""/>
        <dsp:cNvSpPr/>
      </dsp:nvSpPr>
      <dsp:spPr>
        <a:xfrm>
          <a:off x="1776663" y="3864236"/>
          <a:ext cx="5329989" cy="126832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117" tIns="203200" rIns="108117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 err="1"/>
            <a:t>Scan</a:t>
          </a:r>
          <a:r>
            <a:rPr lang="tr-TR" sz="1600" kern="1200" dirty="0"/>
            <a:t> QR </a:t>
          </a:r>
          <a:r>
            <a:rPr lang="tr-TR" sz="1600" kern="1200" dirty="0" err="1"/>
            <a:t>Code</a:t>
          </a:r>
          <a:r>
            <a:rPr lang="tr-TR" sz="1600" kern="1200" dirty="0"/>
            <a:t> </a:t>
          </a:r>
          <a:r>
            <a:rPr lang="tr-TR" sz="1600" kern="1200" dirty="0" err="1"/>
            <a:t>With</a:t>
          </a:r>
          <a:r>
            <a:rPr lang="tr-TR" sz="1600" kern="1200" dirty="0"/>
            <a:t> </a:t>
          </a:r>
          <a:r>
            <a:rPr lang="tr-TR" sz="1600" kern="1200" dirty="0" err="1"/>
            <a:t>wallet</a:t>
          </a:r>
          <a:r>
            <a:rPr lang="tr-TR" sz="1600" kern="1200" dirty="0"/>
            <a:t> </a:t>
          </a:r>
          <a:r>
            <a:rPr lang="tr-TR" sz="1600" kern="1200" dirty="0" err="1"/>
            <a:t>application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Select </a:t>
          </a:r>
          <a:r>
            <a:rPr lang="en-US" sz="1600" kern="1200"/>
            <a:t>Send to authorize the payment</a:t>
          </a:r>
          <a:endParaRPr lang="tr-TR" sz="1600" kern="1200"/>
        </a:p>
      </dsp:txBody>
      <dsp:txXfrm>
        <a:off x="1776663" y="3864236"/>
        <a:ext cx="5329989" cy="1268328"/>
      </dsp:txXfrm>
    </dsp:sp>
    <dsp:sp modelId="{71284980-46A5-45F2-A99D-D0D34124D732}">
      <dsp:nvSpPr>
        <dsp:cNvPr id="0" name=""/>
        <dsp:cNvSpPr/>
      </dsp:nvSpPr>
      <dsp:spPr>
        <a:xfrm rot="10800000">
          <a:off x="0" y="1932572"/>
          <a:ext cx="1776663" cy="195068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3703935"/>
            <a:satOff val="-1375"/>
            <a:lumOff val="3138"/>
            <a:alphaOff val="0"/>
          </a:schemeClr>
        </a:solidFill>
        <a:ln w="12700" cap="flat" cmpd="sng" algn="ctr">
          <a:solidFill>
            <a:schemeClr val="accent2">
              <a:hueOff val="-3703935"/>
              <a:satOff val="-1375"/>
              <a:lumOff val="31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56" tIns="213360" rIns="126356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000" kern="1200"/>
            <a:t>Includes</a:t>
          </a:r>
        </a:p>
      </dsp:txBody>
      <dsp:txXfrm rot="-10800000">
        <a:off x="0" y="1932572"/>
        <a:ext cx="1776663" cy="1267948"/>
      </dsp:txXfrm>
    </dsp:sp>
    <dsp:sp modelId="{8165E2AE-CEC3-4E3D-948A-219453CF07C0}">
      <dsp:nvSpPr>
        <dsp:cNvPr id="0" name=""/>
        <dsp:cNvSpPr/>
      </dsp:nvSpPr>
      <dsp:spPr>
        <a:xfrm>
          <a:off x="1776663" y="1932572"/>
          <a:ext cx="5329989" cy="1267948"/>
        </a:xfrm>
        <a:prstGeom prst="rect">
          <a:avLst/>
        </a:prstGeom>
        <a:solidFill>
          <a:schemeClr val="accent2">
            <a:tint val="40000"/>
            <a:alpha val="90000"/>
            <a:hueOff val="-3704447"/>
            <a:satOff val="-534"/>
            <a:lumOff val="72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704447"/>
              <a:satOff val="-534"/>
              <a:lumOff val="7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117" tIns="203200" rIns="108117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destination bitcoin address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payment amount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generic description such as “Bob’s Cafe.”</a:t>
          </a:r>
          <a:endParaRPr lang="tr-TR" sz="1600" kern="1200"/>
        </a:p>
      </dsp:txBody>
      <dsp:txXfrm>
        <a:off x="1776663" y="1932572"/>
        <a:ext cx="5329989" cy="1267948"/>
      </dsp:txXfrm>
    </dsp:sp>
    <dsp:sp modelId="{EA53108D-ECFB-496D-99ED-87884DD39876}">
      <dsp:nvSpPr>
        <dsp:cNvPr id="0" name=""/>
        <dsp:cNvSpPr/>
      </dsp:nvSpPr>
      <dsp:spPr>
        <a:xfrm rot="10800000">
          <a:off x="0" y="907"/>
          <a:ext cx="1776663" cy="195068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 w="12700" cap="flat" cmpd="sng" algn="ctr">
          <a:solidFill>
            <a:schemeClr val="accent2">
              <a:hueOff val="-7407870"/>
              <a:satOff val="-2749"/>
              <a:lumOff val="6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56" tIns="213360" rIns="126356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000" kern="1200"/>
            <a:t>Payment request</a:t>
          </a:r>
        </a:p>
      </dsp:txBody>
      <dsp:txXfrm rot="-10800000">
        <a:off x="0" y="907"/>
        <a:ext cx="1776663" cy="1267948"/>
      </dsp:txXfrm>
    </dsp:sp>
    <dsp:sp modelId="{A72DC258-2D64-4BCF-88B6-1FDF689D6556}">
      <dsp:nvSpPr>
        <dsp:cNvPr id="0" name=""/>
        <dsp:cNvSpPr/>
      </dsp:nvSpPr>
      <dsp:spPr>
        <a:xfrm>
          <a:off x="1776663" y="907"/>
          <a:ext cx="5329989" cy="1267948"/>
        </a:xfrm>
        <a:prstGeom prst="rect">
          <a:avLst/>
        </a:prstGeom>
        <a:solidFill>
          <a:schemeClr val="accent2">
            <a:tint val="40000"/>
            <a:alpha val="90000"/>
            <a:hueOff val="-7408895"/>
            <a:satOff val="-1068"/>
            <a:lumOff val="145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408895"/>
              <a:satOff val="-1068"/>
              <a:lumOff val="14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117" tIns="203200" rIns="108117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 err="1"/>
            <a:t>Created</a:t>
          </a:r>
          <a:r>
            <a:rPr lang="tr-TR" sz="1600" kern="1200" dirty="0"/>
            <a:t> </a:t>
          </a:r>
          <a:r>
            <a:rPr lang="tr-TR" sz="1600" kern="1200" dirty="0" err="1"/>
            <a:t>automatically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by Point of Sell accepting Bitcoin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With a special QR code</a:t>
          </a:r>
        </a:p>
      </dsp:txBody>
      <dsp:txXfrm>
        <a:off x="1776663" y="907"/>
        <a:ext cx="5329989" cy="1267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B7E19-9C2E-497E-B307-50E7C38BA598}">
      <dsp:nvSpPr>
        <dsp:cNvPr id="0" name=""/>
        <dsp:cNvSpPr/>
      </dsp:nvSpPr>
      <dsp:spPr>
        <a:xfrm>
          <a:off x="9829" y="741040"/>
          <a:ext cx="2160657" cy="648197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34" tIns="80034" rIns="80034" bIns="800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Bitcoin</a:t>
          </a:r>
        </a:p>
      </dsp:txBody>
      <dsp:txXfrm>
        <a:off x="204288" y="741040"/>
        <a:ext cx="1771739" cy="648197"/>
      </dsp:txXfrm>
    </dsp:sp>
    <dsp:sp modelId="{7CEA6F91-AB54-4877-8A9B-4E59E5C9690B}">
      <dsp:nvSpPr>
        <dsp:cNvPr id="0" name=""/>
        <dsp:cNvSpPr/>
      </dsp:nvSpPr>
      <dsp:spPr>
        <a:xfrm>
          <a:off x="9829" y="1389237"/>
          <a:ext cx="1966198" cy="15749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73" tIns="155373" rIns="155373" bIns="310747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1 000 Bitcoin Dollar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100 000 Bitcoin Cent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100 000 000 Satoshi</a:t>
          </a:r>
        </a:p>
      </dsp:txBody>
      <dsp:txXfrm>
        <a:off x="9829" y="1389237"/>
        <a:ext cx="1966198" cy="1574924"/>
      </dsp:txXfrm>
    </dsp:sp>
    <dsp:sp modelId="{FD908ECD-D305-4373-B111-B95048417AC0}">
      <dsp:nvSpPr>
        <dsp:cNvPr id="0" name=""/>
        <dsp:cNvSpPr/>
      </dsp:nvSpPr>
      <dsp:spPr>
        <a:xfrm>
          <a:off x="2127856" y="741040"/>
          <a:ext cx="2160657" cy="648197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34" tIns="80034" rIns="80034" bIns="800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Milli</a:t>
          </a:r>
          <a:r>
            <a:rPr lang="tr-TR" sz="1700" kern="1200" dirty="0"/>
            <a:t>B</a:t>
          </a:r>
          <a:r>
            <a:rPr lang="en-US" sz="1700" kern="1200" dirty="0" err="1"/>
            <a:t>itcoin</a:t>
          </a:r>
          <a:r>
            <a:rPr lang="tr-TR" sz="1700" kern="1200" dirty="0"/>
            <a:t> (Bitcoin Dollar)</a:t>
          </a:r>
        </a:p>
      </dsp:txBody>
      <dsp:txXfrm>
        <a:off x="2322315" y="741040"/>
        <a:ext cx="1771739" cy="648197"/>
      </dsp:txXfrm>
    </dsp:sp>
    <dsp:sp modelId="{C5DA0251-303F-406D-A6CC-1ADD616560DB}">
      <dsp:nvSpPr>
        <dsp:cNvPr id="0" name=""/>
        <dsp:cNvSpPr/>
      </dsp:nvSpPr>
      <dsp:spPr>
        <a:xfrm>
          <a:off x="2127856" y="1389237"/>
          <a:ext cx="1966198" cy="15749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73" tIns="155373" rIns="155373" bIns="310747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1/1000th of a </a:t>
          </a:r>
          <a:r>
            <a:rPr lang="tr-TR" sz="1200" kern="1200" dirty="0"/>
            <a:t>B</a:t>
          </a:r>
          <a:r>
            <a:rPr lang="en-US" sz="1200" kern="1200" dirty="0" err="1"/>
            <a:t>itcoin</a:t>
          </a:r>
          <a:endParaRPr lang="tr-TR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100 </a:t>
          </a:r>
          <a:r>
            <a:rPr lang="tr-TR" sz="1200" kern="1200" dirty="0"/>
            <a:t>Bitcoin Cent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100 000 Satoshi</a:t>
          </a:r>
        </a:p>
      </dsp:txBody>
      <dsp:txXfrm>
        <a:off x="2127856" y="1389237"/>
        <a:ext cx="1966198" cy="1574924"/>
      </dsp:txXfrm>
    </dsp:sp>
    <dsp:sp modelId="{24EBDE90-F980-4378-B8EB-DE838D18CAE5}">
      <dsp:nvSpPr>
        <dsp:cNvPr id="0" name=""/>
        <dsp:cNvSpPr/>
      </dsp:nvSpPr>
      <dsp:spPr>
        <a:xfrm>
          <a:off x="4245884" y="741040"/>
          <a:ext cx="2160657" cy="648197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34" tIns="80034" rIns="80034" bIns="800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Bitcoin Cent</a:t>
          </a:r>
        </a:p>
      </dsp:txBody>
      <dsp:txXfrm>
        <a:off x="4440343" y="741040"/>
        <a:ext cx="1771739" cy="648197"/>
      </dsp:txXfrm>
    </dsp:sp>
    <dsp:sp modelId="{1AA5F8B1-3707-4685-AF16-F9CE6FC10EC7}">
      <dsp:nvSpPr>
        <dsp:cNvPr id="0" name=""/>
        <dsp:cNvSpPr/>
      </dsp:nvSpPr>
      <dsp:spPr>
        <a:xfrm>
          <a:off x="4245884" y="1389237"/>
          <a:ext cx="1966198" cy="15749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73" tIns="155373" rIns="155373" bIns="310747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1/100 000th Bitcoin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1/100th </a:t>
          </a:r>
          <a:r>
            <a:rPr lang="en-US" sz="1200" kern="1200" dirty="0"/>
            <a:t>of a </a:t>
          </a:r>
          <a:r>
            <a:rPr lang="tr-TR" sz="1200" kern="1200" dirty="0"/>
            <a:t>B</a:t>
          </a:r>
          <a:r>
            <a:rPr lang="en-US" sz="1200" kern="1200" dirty="0" err="1"/>
            <a:t>itcoin</a:t>
          </a:r>
          <a:r>
            <a:rPr lang="tr-TR" sz="1200" kern="1200" dirty="0"/>
            <a:t> Dollar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1000 Satoshi</a:t>
          </a:r>
        </a:p>
      </dsp:txBody>
      <dsp:txXfrm>
        <a:off x="4245884" y="1389237"/>
        <a:ext cx="1966198" cy="1574924"/>
      </dsp:txXfrm>
    </dsp:sp>
    <dsp:sp modelId="{179B5B1A-0DB1-4B7A-925E-0884CDEA5C7B}">
      <dsp:nvSpPr>
        <dsp:cNvPr id="0" name=""/>
        <dsp:cNvSpPr/>
      </dsp:nvSpPr>
      <dsp:spPr>
        <a:xfrm>
          <a:off x="6363911" y="741040"/>
          <a:ext cx="2160657" cy="648197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34" tIns="80034" rIns="80034" bIns="800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Satoshi</a:t>
          </a:r>
          <a:endParaRPr lang="tr-TR" sz="1700" kern="1200" dirty="0"/>
        </a:p>
      </dsp:txBody>
      <dsp:txXfrm>
        <a:off x="6558370" y="741040"/>
        <a:ext cx="1771739" cy="648197"/>
      </dsp:txXfrm>
    </dsp:sp>
    <dsp:sp modelId="{81991305-5AF9-4E54-84BF-1081A2184365}">
      <dsp:nvSpPr>
        <dsp:cNvPr id="0" name=""/>
        <dsp:cNvSpPr/>
      </dsp:nvSpPr>
      <dsp:spPr>
        <a:xfrm>
          <a:off x="6363911" y="1389237"/>
          <a:ext cx="1966198" cy="15749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73" tIns="155373" rIns="155373" bIns="310747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1/100,000,000</a:t>
          </a:r>
          <a:r>
            <a:rPr lang="tr-TR" sz="1200" kern="1200" dirty="0"/>
            <a:t> Bitcoin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1/100 000th of a Bitcoin Dollar</a:t>
          </a:r>
          <a:endParaRPr lang="tr-TR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1/1000th of a Bitcoin Cent</a:t>
          </a:r>
        </a:p>
      </dsp:txBody>
      <dsp:txXfrm>
        <a:off x="6363911" y="1389237"/>
        <a:ext cx="1966198" cy="15749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70D20-2BF1-4D26-A129-E276C326F925}">
      <dsp:nvSpPr>
        <dsp:cNvPr id="0" name=""/>
        <dsp:cNvSpPr/>
      </dsp:nvSpPr>
      <dsp:spPr>
        <a:xfrm>
          <a:off x="0" y="2312"/>
          <a:ext cx="7188200" cy="11721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85168-5BB2-41B4-B9F5-EAFAB7A65ED3}">
      <dsp:nvSpPr>
        <dsp:cNvPr id="0" name=""/>
        <dsp:cNvSpPr/>
      </dsp:nvSpPr>
      <dsp:spPr>
        <a:xfrm>
          <a:off x="354561" y="266036"/>
          <a:ext cx="644657" cy="644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C3370-DE9D-41A6-AACC-6DA99212176E}">
      <dsp:nvSpPr>
        <dsp:cNvPr id="0" name=""/>
        <dsp:cNvSpPr/>
      </dsp:nvSpPr>
      <dsp:spPr>
        <a:xfrm>
          <a:off x="1353781" y="2312"/>
          <a:ext cx="5834418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how </a:t>
          </a:r>
          <a:r>
            <a:rPr lang="tr-TR" sz="2200" kern="1200"/>
            <a:t>w</a:t>
          </a:r>
          <a:r>
            <a:rPr lang="en-US" sz="2200" kern="1200"/>
            <a:t>allet construct</a:t>
          </a:r>
          <a:r>
            <a:rPr lang="tr-TR" sz="2200" kern="1200"/>
            <a:t>s the transaction?</a:t>
          </a:r>
          <a:endParaRPr lang="en-US" sz="2200" kern="1200"/>
        </a:p>
      </dsp:txBody>
      <dsp:txXfrm>
        <a:off x="1353781" y="2312"/>
        <a:ext cx="5834418" cy="1172105"/>
      </dsp:txXfrm>
    </dsp:sp>
    <dsp:sp modelId="{E5112DE5-66F0-46AC-AE4C-A1F46DBE835B}">
      <dsp:nvSpPr>
        <dsp:cNvPr id="0" name=""/>
        <dsp:cNvSpPr/>
      </dsp:nvSpPr>
      <dsp:spPr>
        <a:xfrm>
          <a:off x="0" y="1467444"/>
          <a:ext cx="7188200" cy="11721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0B2D9-FDFB-407E-8276-046982ED4948}">
      <dsp:nvSpPr>
        <dsp:cNvPr id="0" name=""/>
        <dsp:cNvSpPr/>
      </dsp:nvSpPr>
      <dsp:spPr>
        <a:xfrm>
          <a:off x="354561" y="1731167"/>
          <a:ext cx="644657" cy="644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C88CF-F7A0-4EF3-8A4D-EB6543686CD6}">
      <dsp:nvSpPr>
        <dsp:cNvPr id="0" name=""/>
        <dsp:cNvSpPr/>
      </dsp:nvSpPr>
      <dsp:spPr>
        <a:xfrm>
          <a:off x="1353781" y="1467444"/>
          <a:ext cx="5834418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/>
            <a:t>How is </a:t>
          </a:r>
          <a:r>
            <a:rPr lang="tr-TR" sz="2200" kern="1200" dirty="0" err="1"/>
            <a:t>transaction</a:t>
          </a:r>
          <a:r>
            <a:rPr lang="tr-TR" sz="2200" kern="1200" dirty="0"/>
            <a:t> </a:t>
          </a:r>
          <a:r>
            <a:rPr lang="tr-TR" sz="2200" kern="1200" dirty="0" err="1"/>
            <a:t>propagated</a:t>
          </a:r>
          <a:r>
            <a:rPr lang="tr-TR" sz="2200" kern="1200" dirty="0"/>
            <a:t> </a:t>
          </a:r>
          <a:r>
            <a:rPr lang="tr-TR" sz="2200" kern="1200" dirty="0" err="1"/>
            <a:t>across</a:t>
          </a:r>
          <a:r>
            <a:rPr lang="tr-TR" sz="2200" kern="1200" dirty="0"/>
            <a:t> </a:t>
          </a:r>
          <a:r>
            <a:rPr lang="tr-TR" sz="2200" kern="1200" dirty="0" err="1"/>
            <a:t>the</a:t>
          </a:r>
          <a:r>
            <a:rPr lang="tr-TR" sz="2200" kern="1200" dirty="0"/>
            <a:t> network?</a:t>
          </a:r>
          <a:endParaRPr lang="en-US" sz="2200" kern="1200" dirty="0"/>
        </a:p>
      </dsp:txBody>
      <dsp:txXfrm>
        <a:off x="1353781" y="1467444"/>
        <a:ext cx="5834418" cy="1172105"/>
      </dsp:txXfrm>
    </dsp:sp>
    <dsp:sp modelId="{0DBA739D-4DC6-45D3-8F7A-B04F05ACAF3B}">
      <dsp:nvSpPr>
        <dsp:cNvPr id="0" name=""/>
        <dsp:cNvSpPr/>
      </dsp:nvSpPr>
      <dsp:spPr>
        <a:xfrm>
          <a:off x="0" y="2932575"/>
          <a:ext cx="7188200" cy="11721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1E5A1-35C1-4532-B264-8C45C78ACE48}">
      <dsp:nvSpPr>
        <dsp:cNvPr id="0" name=""/>
        <dsp:cNvSpPr/>
      </dsp:nvSpPr>
      <dsp:spPr>
        <a:xfrm>
          <a:off x="354561" y="3196299"/>
          <a:ext cx="644657" cy="644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238C8-C1B4-4BC8-9623-21D95BA984F1}">
      <dsp:nvSpPr>
        <dsp:cNvPr id="0" name=""/>
        <dsp:cNvSpPr/>
      </dsp:nvSpPr>
      <dsp:spPr>
        <a:xfrm>
          <a:off x="1353781" y="2932575"/>
          <a:ext cx="5834418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/>
            <a:t>How is it </a:t>
          </a:r>
          <a:r>
            <a:rPr lang="tr-TR" sz="2200" kern="1200" dirty="0" err="1"/>
            <a:t>verified</a:t>
          </a:r>
          <a:r>
            <a:rPr lang="tr-TR" sz="2200" kern="1200" dirty="0"/>
            <a:t>?</a:t>
          </a:r>
          <a:endParaRPr lang="en-US" sz="2200" kern="1200" dirty="0"/>
        </a:p>
      </dsp:txBody>
      <dsp:txXfrm>
        <a:off x="1353781" y="2932575"/>
        <a:ext cx="5834418" cy="1172105"/>
      </dsp:txXfrm>
    </dsp:sp>
    <dsp:sp modelId="{90CEB3E0-C9EA-48F4-A8CE-C55221C9BEB1}">
      <dsp:nvSpPr>
        <dsp:cNvPr id="0" name=""/>
        <dsp:cNvSpPr/>
      </dsp:nvSpPr>
      <dsp:spPr>
        <a:xfrm>
          <a:off x="0" y="4397707"/>
          <a:ext cx="7188200" cy="11721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D18AA-4A3C-4CE7-AEA4-1270D82991E7}">
      <dsp:nvSpPr>
        <dsp:cNvPr id="0" name=""/>
        <dsp:cNvSpPr/>
      </dsp:nvSpPr>
      <dsp:spPr>
        <a:xfrm>
          <a:off x="354561" y="4661430"/>
          <a:ext cx="644657" cy="644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62074-39C4-42E8-9F8A-C8FC09E93A35}">
      <dsp:nvSpPr>
        <dsp:cNvPr id="0" name=""/>
        <dsp:cNvSpPr/>
      </dsp:nvSpPr>
      <dsp:spPr>
        <a:xfrm>
          <a:off x="1353781" y="4397707"/>
          <a:ext cx="5834418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How to use the amount received?</a:t>
          </a:r>
          <a:endParaRPr lang="en-US" sz="2200" kern="1200"/>
        </a:p>
      </dsp:txBody>
      <dsp:txXfrm>
        <a:off x="1353781" y="4397707"/>
        <a:ext cx="5834418" cy="117210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B4485-513A-421C-A4B4-D0F93DAFECCF}">
      <dsp:nvSpPr>
        <dsp:cNvPr id="0" name=""/>
        <dsp:cNvSpPr/>
      </dsp:nvSpPr>
      <dsp:spPr>
        <a:xfrm>
          <a:off x="6885" y="393173"/>
          <a:ext cx="1144335" cy="1144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B5C74-B54B-490F-ACB3-78222AC2FE5E}">
      <dsp:nvSpPr>
        <dsp:cNvPr id="0" name=""/>
        <dsp:cNvSpPr/>
      </dsp:nvSpPr>
      <dsp:spPr>
        <a:xfrm>
          <a:off x="6885" y="1675459"/>
          <a:ext cx="3269531" cy="490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Authorization</a:t>
          </a:r>
          <a:endParaRPr lang="en-US" sz="3100" kern="1200"/>
        </a:p>
      </dsp:txBody>
      <dsp:txXfrm>
        <a:off x="6885" y="1675459"/>
        <a:ext cx="3269531" cy="490429"/>
      </dsp:txXfrm>
    </dsp:sp>
    <dsp:sp modelId="{354990A5-7DCE-4376-9924-9C0DDDBE3EFA}">
      <dsp:nvSpPr>
        <dsp:cNvPr id="0" name=""/>
        <dsp:cNvSpPr/>
      </dsp:nvSpPr>
      <dsp:spPr>
        <a:xfrm>
          <a:off x="6885" y="2230051"/>
          <a:ext cx="3269531" cy="1371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transaction tells the network</a:t>
          </a:r>
          <a:r>
            <a:rPr lang="tr-TR" sz="1700" kern="1200" dirty="0"/>
            <a:t>: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the owner of some bitcoin value</a:t>
          </a:r>
          <a:r>
            <a:rPr lang="tr-TR" sz="1700" kern="1200" dirty="0"/>
            <a:t> </a:t>
          </a:r>
          <a:r>
            <a:rPr lang="en-US" sz="1700" kern="1200" dirty="0"/>
            <a:t>has authorized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the transfer of that value to another owner. </a:t>
          </a:r>
        </a:p>
      </dsp:txBody>
      <dsp:txXfrm>
        <a:off x="6885" y="2230051"/>
        <a:ext cx="3269531" cy="1371259"/>
      </dsp:txXfrm>
    </dsp:sp>
    <dsp:sp modelId="{6A2D2D3D-C6E5-4564-8D68-7C530981FB00}">
      <dsp:nvSpPr>
        <dsp:cNvPr id="0" name=""/>
        <dsp:cNvSpPr/>
      </dsp:nvSpPr>
      <dsp:spPr>
        <a:xfrm>
          <a:off x="3848584" y="393173"/>
          <a:ext cx="1144335" cy="1144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1D0DF-F91F-4256-98BB-EE1C779B4B2E}">
      <dsp:nvSpPr>
        <dsp:cNvPr id="0" name=""/>
        <dsp:cNvSpPr/>
      </dsp:nvSpPr>
      <dsp:spPr>
        <a:xfrm>
          <a:off x="3848584" y="1675459"/>
          <a:ext cx="3269531" cy="490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Spending</a:t>
          </a:r>
          <a:endParaRPr lang="en-US" sz="3100" kern="1200"/>
        </a:p>
      </dsp:txBody>
      <dsp:txXfrm>
        <a:off x="3848584" y="1675459"/>
        <a:ext cx="3269531" cy="490429"/>
      </dsp:txXfrm>
    </dsp:sp>
    <dsp:sp modelId="{39DFE566-A8BA-465F-BB8E-35EDF212A45E}">
      <dsp:nvSpPr>
        <dsp:cNvPr id="0" name=""/>
        <dsp:cNvSpPr/>
      </dsp:nvSpPr>
      <dsp:spPr>
        <a:xfrm>
          <a:off x="3848584" y="2230051"/>
          <a:ext cx="3269531" cy="1371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new owner can now</a:t>
          </a:r>
          <a:r>
            <a:rPr lang="tr-TR" sz="1700" kern="1200"/>
            <a:t> </a:t>
          </a:r>
          <a:r>
            <a:rPr lang="en-US" sz="1700" kern="1200"/>
            <a:t>spend the bitcoin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by creating another transaction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authorizes transfer to another</a:t>
          </a:r>
          <a:r>
            <a:rPr lang="tr-TR" sz="1700" kern="1200" dirty="0"/>
            <a:t> </a:t>
          </a:r>
          <a:r>
            <a:rPr lang="en-US" sz="1700" kern="1200" dirty="0"/>
            <a:t>owner </a:t>
          </a:r>
        </a:p>
      </dsp:txBody>
      <dsp:txXfrm>
        <a:off x="3848584" y="2230051"/>
        <a:ext cx="3269531" cy="1371259"/>
      </dsp:txXfrm>
    </dsp:sp>
    <dsp:sp modelId="{5343EC33-D181-4684-8884-4DCC6F383F14}">
      <dsp:nvSpPr>
        <dsp:cNvPr id="0" name=""/>
        <dsp:cNvSpPr/>
      </dsp:nvSpPr>
      <dsp:spPr>
        <a:xfrm>
          <a:off x="7690284" y="393173"/>
          <a:ext cx="1144335" cy="1144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BC680-6E93-47FE-84CB-80B5869F5E7D}">
      <dsp:nvSpPr>
        <dsp:cNvPr id="0" name=""/>
        <dsp:cNvSpPr/>
      </dsp:nvSpPr>
      <dsp:spPr>
        <a:xfrm>
          <a:off x="7690284" y="1675459"/>
          <a:ext cx="3269531" cy="490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Chain of Ownership</a:t>
          </a:r>
          <a:endParaRPr lang="en-US" sz="3100" kern="1200"/>
        </a:p>
      </dsp:txBody>
      <dsp:txXfrm>
        <a:off x="7690284" y="1675459"/>
        <a:ext cx="3269531" cy="490429"/>
      </dsp:txXfrm>
    </dsp:sp>
    <dsp:sp modelId="{E6FFFA8F-75E3-4A0A-A8ED-70BCE153BFFB}">
      <dsp:nvSpPr>
        <dsp:cNvPr id="0" name=""/>
        <dsp:cNvSpPr/>
      </dsp:nvSpPr>
      <dsp:spPr>
        <a:xfrm>
          <a:off x="7690284" y="2230051"/>
          <a:ext cx="3269531" cy="1371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chain of ownership</a:t>
          </a:r>
          <a:r>
            <a:rPr lang="tr-TR" sz="1700" kern="1200" dirty="0"/>
            <a:t> is created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Tracebale to the minting block</a:t>
          </a:r>
          <a:endParaRPr lang="en-US" sz="1700" kern="1200" dirty="0"/>
        </a:p>
      </dsp:txBody>
      <dsp:txXfrm>
        <a:off x="7690284" y="2230051"/>
        <a:ext cx="3269531" cy="13712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E501DF-133B-48E6-A610-8C7E647F6B25}">
      <dsp:nvSpPr>
        <dsp:cNvPr id="0" name=""/>
        <dsp:cNvSpPr/>
      </dsp:nvSpPr>
      <dsp:spPr>
        <a:xfrm>
          <a:off x="947807" y="343623"/>
          <a:ext cx="1011932" cy="10119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420E7-7FAA-40ED-952B-F81A7B1275FA}">
      <dsp:nvSpPr>
        <dsp:cNvPr id="0" name=""/>
        <dsp:cNvSpPr/>
      </dsp:nvSpPr>
      <dsp:spPr>
        <a:xfrm>
          <a:off x="8155" y="148300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Transactions </a:t>
          </a:r>
        </a:p>
      </dsp:txBody>
      <dsp:txXfrm>
        <a:off x="8155" y="1483008"/>
        <a:ext cx="2891236" cy="433685"/>
      </dsp:txXfrm>
    </dsp:sp>
    <dsp:sp modelId="{B76A47BF-E5E5-4744-A614-83D5A9311B96}">
      <dsp:nvSpPr>
        <dsp:cNvPr id="0" name=""/>
        <dsp:cNvSpPr/>
      </dsp:nvSpPr>
      <dsp:spPr>
        <a:xfrm>
          <a:off x="8155" y="1975973"/>
          <a:ext cx="2891236" cy="133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are like </a:t>
          </a:r>
          <a:r>
            <a:rPr lang="en-US" sz="1700" b="1" kern="1200" dirty="0"/>
            <a:t>lines</a:t>
          </a:r>
          <a:endParaRPr lang="tr-TR" sz="1700" b="1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a double-entry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bookkeeping </a:t>
          </a:r>
          <a:r>
            <a:rPr lang="en-US" sz="1700" kern="1200" dirty="0"/>
            <a:t>ledger</a:t>
          </a:r>
        </a:p>
      </dsp:txBody>
      <dsp:txXfrm>
        <a:off x="8155" y="1975973"/>
        <a:ext cx="2891236" cy="1331653"/>
      </dsp:txXfrm>
    </dsp:sp>
    <dsp:sp modelId="{C20D6C7D-E9A1-4E67-BA3D-EC2450DF8EB2}">
      <dsp:nvSpPr>
        <dsp:cNvPr id="0" name=""/>
        <dsp:cNvSpPr/>
      </dsp:nvSpPr>
      <dsp:spPr>
        <a:xfrm>
          <a:off x="4345010" y="343623"/>
          <a:ext cx="1011932" cy="1011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25A5C-6EB7-4A6B-B2EF-611D00E2CBFC}">
      <dsp:nvSpPr>
        <dsp:cNvPr id="0" name=""/>
        <dsp:cNvSpPr/>
      </dsp:nvSpPr>
      <dsp:spPr>
        <a:xfrm>
          <a:off x="3405358" y="148300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Inputs</a:t>
          </a:r>
          <a:endParaRPr lang="en-US" sz="2700" kern="1200"/>
        </a:p>
      </dsp:txBody>
      <dsp:txXfrm>
        <a:off x="3405358" y="1483008"/>
        <a:ext cx="2891236" cy="433685"/>
      </dsp:txXfrm>
    </dsp:sp>
    <dsp:sp modelId="{71E33DEE-BE9E-4397-B027-363E3BE23401}">
      <dsp:nvSpPr>
        <dsp:cNvPr id="0" name=""/>
        <dsp:cNvSpPr/>
      </dsp:nvSpPr>
      <dsp:spPr>
        <a:xfrm>
          <a:off x="3405358" y="1975973"/>
          <a:ext cx="2891236" cy="133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 transaction</a:t>
          </a:r>
          <a:r>
            <a:rPr lang="tr-TR" sz="1700" kern="1200" dirty="0"/>
            <a:t> </a:t>
          </a:r>
          <a:r>
            <a:rPr lang="en-US" sz="1700" kern="1200" dirty="0"/>
            <a:t>contains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</a:t>
          </a:r>
          <a:r>
            <a:rPr lang="en-US" sz="1700" kern="1200" dirty="0"/>
            <a:t>or more “inputs”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 like </a:t>
          </a:r>
          <a:r>
            <a:rPr lang="en-US" sz="1700" b="1" kern="1200"/>
            <a:t>debits</a:t>
          </a:r>
          <a:r>
            <a:rPr lang="en-US" sz="1700" kern="1200"/>
            <a:t> against a</a:t>
          </a:r>
          <a:r>
            <a:rPr lang="tr-TR" sz="1700" kern="1200"/>
            <a:t>n</a:t>
          </a:r>
          <a:r>
            <a:rPr lang="en-US" sz="1700" kern="1200"/>
            <a:t> account</a:t>
          </a:r>
        </a:p>
      </dsp:txBody>
      <dsp:txXfrm>
        <a:off x="3405358" y="1975973"/>
        <a:ext cx="2891236" cy="1331653"/>
      </dsp:txXfrm>
    </dsp:sp>
    <dsp:sp modelId="{0A1331D7-80DD-4797-8640-0A14F567C30F}">
      <dsp:nvSpPr>
        <dsp:cNvPr id="0" name=""/>
        <dsp:cNvSpPr/>
      </dsp:nvSpPr>
      <dsp:spPr>
        <a:xfrm>
          <a:off x="7742212" y="343623"/>
          <a:ext cx="1011932" cy="1011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78593-8255-4ADB-BBBE-90C58F5F55DA}">
      <dsp:nvSpPr>
        <dsp:cNvPr id="0" name=""/>
        <dsp:cNvSpPr/>
      </dsp:nvSpPr>
      <dsp:spPr>
        <a:xfrm>
          <a:off x="6802560" y="148300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Outputs</a:t>
          </a:r>
          <a:endParaRPr lang="en-US" sz="2700" kern="1200"/>
        </a:p>
      </dsp:txBody>
      <dsp:txXfrm>
        <a:off x="6802560" y="1483008"/>
        <a:ext cx="2891236" cy="433685"/>
      </dsp:txXfrm>
    </dsp:sp>
    <dsp:sp modelId="{40871C13-43AF-4E32-9A25-E22BBA689EBA}">
      <dsp:nvSpPr>
        <dsp:cNvPr id="0" name=""/>
        <dsp:cNvSpPr/>
      </dsp:nvSpPr>
      <dsp:spPr>
        <a:xfrm>
          <a:off x="6802560" y="1975973"/>
          <a:ext cx="2891236" cy="133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there are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</a:t>
          </a:r>
          <a:r>
            <a:rPr lang="en-US" sz="1700" kern="1200" dirty="0"/>
            <a:t>or more “outputs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are like </a:t>
          </a:r>
          <a:r>
            <a:rPr lang="en-US" sz="1700" b="1" kern="1200"/>
            <a:t>credits</a:t>
          </a:r>
          <a:r>
            <a:rPr lang="tr-TR" sz="1700" kern="1200"/>
            <a:t> </a:t>
          </a:r>
          <a:r>
            <a:rPr lang="en-US" sz="1700" kern="1200"/>
            <a:t>added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a bitcoin account</a:t>
          </a:r>
        </a:p>
      </dsp:txBody>
      <dsp:txXfrm>
        <a:off x="6802560" y="1975973"/>
        <a:ext cx="2891236" cy="133165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E8D99-CD2F-438D-A7A8-5E1CD46AA46B}">
      <dsp:nvSpPr>
        <dsp:cNvPr id="0" name=""/>
        <dsp:cNvSpPr/>
      </dsp:nvSpPr>
      <dsp:spPr>
        <a:xfrm>
          <a:off x="8312" y="63729"/>
          <a:ext cx="1408740" cy="1359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E1A0A-C297-4C22-9977-35FC372FA9DB}">
      <dsp:nvSpPr>
        <dsp:cNvPr id="0" name=""/>
        <dsp:cNvSpPr/>
      </dsp:nvSpPr>
      <dsp:spPr>
        <a:xfrm>
          <a:off x="8312" y="1574815"/>
          <a:ext cx="4024971" cy="582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Transaction fee</a:t>
          </a:r>
          <a:endParaRPr lang="en-US" sz="3600" kern="1200"/>
        </a:p>
      </dsp:txBody>
      <dsp:txXfrm>
        <a:off x="8312" y="1574815"/>
        <a:ext cx="4024971" cy="582670"/>
      </dsp:txXfrm>
    </dsp:sp>
    <dsp:sp modelId="{C2C7140C-7F0C-4EEC-BCEC-1B2B4A27ED31}">
      <dsp:nvSpPr>
        <dsp:cNvPr id="0" name=""/>
        <dsp:cNvSpPr/>
      </dsp:nvSpPr>
      <dsp:spPr>
        <a:xfrm>
          <a:off x="8312" y="2227961"/>
          <a:ext cx="4024971" cy="1359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difference represents an implied transaction fee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small payment collected</a:t>
          </a:r>
          <a:r>
            <a:rPr lang="tr-TR" sz="1700" kern="1200" dirty="0"/>
            <a:t> </a:t>
          </a:r>
          <a:r>
            <a:rPr lang="en-US" sz="1700" kern="1200" dirty="0"/>
            <a:t>by the miner </a:t>
          </a:r>
        </a:p>
      </dsp:txBody>
      <dsp:txXfrm>
        <a:off x="8312" y="2227961"/>
        <a:ext cx="4024971" cy="1359558"/>
      </dsp:txXfrm>
    </dsp:sp>
    <dsp:sp modelId="{251E39D9-7F69-4EBA-BB36-DB963D2B5275}">
      <dsp:nvSpPr>
        <dsp:cNvPr id="0" name=""/>
        <dsp:cNvSpPr/>
      </dsp:nvSpPr>
      <dsp:spPr>
        <a:xfrm>
          <a:off x="4737654" y="63729"/>
          <a:ext cx="1408740" cy="1359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B5188-D297-40E9-8DD3-2327DD7B15DE}">
      <dsp:nvSpPr>
        <dsp:cNvPr id="0" name=""/>
        <dsp:cNvSpPr/>
      </dsp:nvSpPr>
      <dsp:spPr>
        <a:xfrm>
          <a:off x="4737654" y="1574815"/>
          <a:ext cx="4024971" cy="582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Comes from</a:t>
          </a:r>
          <a:endParaRPr lang="en-US" sz="3600" kern="1200"/>
        </a:p>
      </dsp:txBody>
      <dsp:txXfrm>
        <a:off x="4737654" y="1574815"/>
        <a:ext cx="4024971" cy="582670"/>
      </dsp:txXfrm>
    </dsp:sp>
    <dsp:sp modelId="{C36319A9-D83C-4BEA-A8DE-B7D7A10DF2BE}">
      <dsp:nvSpPr>
        <dsp:cNvPr id="0" name=""/>
        <dsp:cNvSpPr/>
      </dsp:nvSpPr>
      <dsp:spPr>
        <a:xfrm>
          <a:off x="4737654" y="2227961"/>
          <a:ext cx="4024971" cy="1359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inputs and outputs (debits and credits)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do not necessarily</a:t>
          </a:r>
          <a:r>
            <a:rPr lang="tr-TR" sz="1700" kern="1200" dirty="0"/>
            <a:t> </a:t>
          </a:r>
          <a:r>
            <a:rPr lang="en-US" sz="1700" kern="1200" dirty="0"/>
            <a:t>add up to the same amount.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Instead, outputs add up to slightly less than inputs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4737654" y="2227961"/>
        <a:ext cx="4024971" cy="13595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7B238-485E-4492-8079-44B5B5D2127B}">
      <dsp:nvSpPr>
        <dsp:cNvPr id="0" name=""/>
        <dsp:cNvSpPr/>
      </dsp:nvSpPr>
      <dsp:spPr>
        <a:xfrm>
          <a:off x="1556976" y="15232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0B084-2126-4E2F-B3E7-572A2C13857E}">
      <dsp:nvSpPr>
        <dsp:cNvPr id="0" name=""/>
        <dsp:cNvSpPr/>
      </dsp:nvSpPr>
      <dsp:spPr>
        <a:xfrm>
          <a:off x="152976" y="180822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Ownership of amount</a:t>
          </a:r>
          <a:endParaRPr lang="en-US" sz="3600" kern="1200"/>
        </a:p>
      </dsp:txBody>
      <dsp:txXfrm>
        <a:off x="152976" y="1808225"/>
        <a:ext cx="4320000" cy="648000"/>
      </dsp:txXfrm>
    </dsp:sp>
    <dsp:sp modelId="{3D4E5AC5-B7CA-4510-B253-0DA70A9A6905}">
      <dsp:nvSpPr>
        <dsp:cNvPr id="0" name=""/>
        <dsp:cNvSpPr/>
      </dsp:nvSpPr>
      <dsp:spPr>
        <a:xfrm>
          <a:off x="152976" y="2523157"/>
          <a:ext cx="4320000" cy="97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digital signature </a:t>
          </a:r>
          <a:r>
            <a:rPr lang="tr-TR" sz="1700" kern="1200" dirty="0"/>
            <a:t>as a</a:t>
          </a:r>
          <a:r>
            <a:rPr lang="en-US" sz="1700" kern="1200" dirty="0"/>
            <a:t> proof of ownership</a:t>
          </a:r>
          <a:r>
            <a:rPr lang="tr-TR" sz="1700" kern="1200" dirty="0"/>
            <a:t> </a:t>
          </a:r>
          <a:r>
            <a:rPr lang="en-US" sz="1700" kern="1200" dirty="0"/>
            <a:t>from the owner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in a transaction </a:t>
          </a:r>
          <a:r>
            <a:rPr lang="en-US" sz="1700" kern="1200" dirty="0"/>
            <a:t>for each bitcoin</a:t>
          </a:r>
        </a:p>
      </dsp:txBody>
      <dsp:txXfrm>
        <a:off x="152976" y="2523157"/>
        <a:ext cx="4320000" cy="975770"/>
      </dsp:txXfrm>
    </dsp:sp>
    <dsp:sp modelId="{F514A032-47DB-4BA1-997A-A3663A63020B}">
      <dsp:nvSpPr>
        <dsp:cNvPr id="0" name=""/>
        <dsp:cNvSpPr/>
      </dsp:nvSpPr>
      <dsp:spPr>
        <a:xfrm>
          <a:off x="6632976" y="15232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7CF26-7CD8-481F-BED1-85C8FCF93BFD}">
      <dsp:nvSpPr>
        <dsp:cNvPr id="0" name=""/>
        <dsp:cNvSpPr/>
      </dsp:nvSpPr>
      <dsp:spPr>
        <a:xfrm>
          <a:off x="5228976" y="180822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Spending</a:t>
          </a:r>
          <a:endParaRPr lang="en-US" sz="3600" kern="1200"/>
        </a:p>
      </dsp:txBody>
      <dsp:txXfrm>
        <a:off x="5228976" y="1808225"/>
        <a:ext cx="4320000" cy="648000"/>
      </dsp:txXfrm>
    </dsp:sp>
    <dsp:sp modelId="{D6F695E2-1509-4A18-92C9-40432FB1C96C}">
      <dsp:nvSpPr>
        <dsp:cNvPr id="0" name=""/>
        <dsp:cNvSpPr/>
      </dsp:nvSpPr>
      <dsp:spPr>
        <a:xfrm>
          <a:off x="5228976" y="2523157"/>
          <a:ext cx="4320000" cy="97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signing </a:t>
          </a:r>
          <a:r>
            <a:rPr lang="tr-TR" sz="1700" kern="1200" dirty="0"/>
            <a:t>a </a:t>
          </a:r>
          <a:r>
            <a:rPr lang="en-US" sz="1700" kern="1200" dirty="0"/>
            <a:t>transaction </a:t>
          </a:r>
          <a:r>
            <a:rPr lang="tr-TR" sz="1700" kern="1200" dirty="0"/>
            <a:t>to </a:t>
          </a:r>
          <a:r>
            <a:rPr lang="en-US" sz="1700" kern="1200" dirty="0"/>
            <a:t>transfer value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from a previous transaction over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</a:t>
          </a:r>
          <a:r>
            <a:rPr lang="en-US" sz="1700" kern="1200" dirty="0"/>
            <a:t>to a new owner</a:t>
          </a:r>
        </a:p>
      </dsp:txBody>
      <dsp:txXfrm>
        <a:off x="5228976" y="2523157"/>
        <a:ext cx="4320000" cy="97577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63E2A1-BE07-474A-AAB3-000996B0BDDC}">
      <dsp:nvSpPr>
        <dsp:cNvPr id="0" name=""/>
        <dsp:cNvSpPr/>
      </dsp:nvSpPr>
      <dsp:spPr>
        <a:xfrm>
          <a:off x="947807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95292-0EAE-4919-918E-4C881A609931}">
      <dsp:nvSpPr>
        <dsp:cNvPr id="0" name=""/>
        <dsp:cNvSpPr/>
      </dsp:nvSpPr>
      <dsp:spPr>
        <a:xfrm>
          <a:off x="8155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Transaction chains</a:t>
          </a:r>
          <a:endParaRPr lang="en-US" sz="2700" kern="1200"/>
        </a:p>
      </dsp:txBody>
      <dsp:txXfrm>
        <a:off x="8155" y="1179855"/>
        <a:ext cx="2891236" cy="426474"/>
      </dsp:txXfrm>
    </dsp:sp>
    <dsp:sp modelId="{1E6027D3-E5EE-47A1-8287-0B095BB8E92D}">
      <dsp:nvSpPr>
        <dsp:cNvPr id="0" name=""/>
        <dsp:cNvSpPr/>
      </dsp:nvSpPr>
      <dsp:spPr>
        <a:xfrm>
          <a:off x="8155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transactions form a chain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The </a:t>
          </a:r>
          <a:r>
            <a:rPr lang="en-US" sz="1700" kern="1200"/>
            <a:t>inputs from the latest transaction correspond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outputs from previous transactions</a:t>
          </a:r>
        </a:p>
      </dsp:txBody>
      <dsp:txXfrm>
        <a:off x="8155" y="1678140"/>
        <a:ext cx="2891236" cy="1942753"/>
      </dsp:txXfrm>
    </dsp:sp>
    <dsp:sp modelId="{B25066D2-9ED0-4B08-93A2-E05B0F89A0A7}">
      <dsp:nvSpPr>
        <dsp:cNvPr id="0" name=""/>
        <dsp:cNvSpPr/>
      </dsp:nvSpPr>
      <dsp:spPr>
        <a:xfrm>
          <a:off x="4345010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ACCCE-927F-47C9-A092-A48BF4010E12}">
      <dsp:nvSpPr>
        <dsp:cNvPr id="0" name=""/>
        <dsp:cNvSpPr/>
      </dsp:nvSpPr>
      <dsp:spPr>
        <a:xfrm>
          <a:off x="3405358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Key</a:t>
          </a:r>
          <a:endParaRPr lang="en-US" sz="2700" kern="1200"/>
        </a:p>
      </dsp:txBody>
      <dsp:txXfrm>
        <a:off x="3405358" y="1179855"/>
        <a:ext cx="2891236" cy="426474"/>
      </dsp:txXfrm>
    </dsp:sp>
    <dsp:sp modelId="{641B81B4-FA14-4C2A-B488-7425301E1FEE}">
      <dsp:nvSpPr>
        <dsp:cNvPr id="0" name=""/>
        <dsp:cNvSpPr/>
      </dsp:nvSpPr>
      <dsp:spPr>
        <a:xfrm>
          <a:off x="3405358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The value in wallet is locked by personal Keys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Key provides a signature to unlock previous transaction outputs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Prove the network the fund is owned by the person</a:t>
          </a:r>
          <a:endParaRPr lang="en-US" sz="1700" kern="1200"/>
        </a:p>
      </dsp:txBody>
      <dsp:txXfrm>
        <a:off x="3405358" y="1678140"/>
        <a:ext cx="2891236" cy="1942753"/>
      </dsp:txXfrm>
    </dsp:sp>
    <dsp:sp modelId="{B3050DE0-BA72-404F-AD10-AA19ACFE6E4F}">
      <dsp:nvSpPr>
        <dsp:cNvPr id="0" name=""/>
        <dsp:cNvSpPr/>
      </dsp:nvSpPr>
      <dsp:spPr>
        <a:xfrm>
          <a:off x="7742212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6606B-3E09-41F8-9E70-2F3CDC1D7063}">
      <dsp:nvSpPr>
        <dsp:cNvPr id="0" name=""/>
        <dsp:cNvSpPr/>
      </dsp:nvSpPr>
      <dsp:spPr>
        <a:xfrm>
          <a:off x="6802560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Payment</a:t>
          </a:r>
          <a:endParaRPr lang="en-US" sz="2700" kern="1200"/>
        </a:p>
      </dsp:txBody>
      <dsp:txXfrm>
        <a:off x="6802560" y="1179855"/>
        <a:ext cx="2891236" cy="426474"/>
      </dsp:txXfrm>
    </dsp:sp>
    <dsp:sp modelId="{CB71E9C6-2AC6-4A3B-BB97-B1C40E24A003}">
      <dsp:nvSpPr>
        <dsp:cNvPr id="0" name=""/>
        <dsp:cNvSpPr/>
      </dsp:nvSpPr>
      <dsp:spPr>
        <a:xfrm>
          <a:off x="6802560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Contains the information of the receiver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Reciever can spend the amount attaching own signature</a:t>
          </a:r>
          <a:endParaRPr lang="en-US" sz="1700" kern="1200"/>
        </a:p>
      </dsp:txBody>
      <dsp:txXfrm>
        <a:off x="6802560" y="1678140"/>
        <a:ext cx="2891236" cy="19427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5A868-A9D6-4873-AD1F-043B14E6D661}">
      <dsp:nvSpPr>
        <dsp:cNvPr id="0" name=""/>
        <dsp:cNvSpPr/>
      </dsp:nvSpPr>
      <dsp:spPr>
        <a:xfrm>
          <a:off x="4033" y="84684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CD3E1-838F-4695-A50A-E5831746A7F7}">
      <dsp:nvSpPr>
        <dsp:cNvPr id="0" name=""/>
        <dsp:cNvSpPr/>
      </dsp:nvSpPr>
      <dsp:spPr>
        <a:xfrm>
          <a:off x="4033" y="1644522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Change Address</a:t>
          </a:r>
          <a:endParaRPr lang="en-US" sz="3600" kern="1200"/>
        </a:p>
      </dsp:txBody>
      <dsp:txXfrm>
        <a:off x="4033" y="1644522"/>
        <a:ext cx="4028906" cy="604335"/>
      </dsp:txXfrm>
    </dsp:sp>
    <dsp:sp modelId="{CED31C6A-4372-48CA-9E12-DF5BD2C463B7}">
      <dsp:nvSpPr>
        <dsp:cNvPr id="0" name=""/>
        <dsp:cNvSpPr/>
      </dsp:nvSpPr>
      <dsp:spPr>
        <a:xfrm>
          <a:off x="4033" y="2318496"/>
          <a:ext cx="4028906" cy="1248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bitcoin transactions include outputs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reference both an address of the</a:t>
          </a:r>
          <a:r>
            <a:rPr lang="tr-TR" sz="1700" kern="1200"/>
            <a:t> </a:t>
          </a:r>
          <a:r>
            <a:rPr lang="en-US" sz="1700" kern="1200"/>
            <a:t>new owner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and an address of the current owner, called the </a:t>
          </a:r>
          <a:r>
            <a:rPr lang="en-US" sz="1700" i="1" kern="1200"/>
            <a:t>change </a:t>
          </a:r>
          <a:r>
            <a:rPr lang="en-US" sz="1700" kern="1200"/>
            <a:t>address.</a:t>
          </a:r>
        </a:p>
      </dsp:txBody>
      <dsp:txXfrm>
        <a:off x="4033" y="2318496"/>
        <a:ext cx="4028906" cy="1248068"/>
      </dsp:txXfrm>
    </dsp:sp>
    <dsp:sp modelId="{302847E5-4F44-4274-95B4-7563DC555E6B}">
      <dsp:nvSpPr>
        <dsp:cNvPr id="0" name=""/>
        <dsp:cNvSpPr/>
      </dsp:nvSpPr>
      <dsp:spPr>
        <a:xfrm>
          <a:off x="4737998" y="84684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6798B-09E3-446C-A549-D04403A682A4}">
      <dsp:nvSpPr>
        <dsp:cNvPr id="0" name=""/>
        <dsp:cNvSpPr/>
      </dsp:nvSpPr>
      <dsp:spPr>
        <a:xfrm>
          <a:off x="4737998" y="1644522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No Division of inputs</a:t>
          </a:r>
          <a:endParaRPr lang="en-US" sz="3600" kern="1200"/>
        </a:p>
      </dsp:txBody>
      <dsp:txXfrm>
        <a:off x="4737998" y="1644522"/>
        <a:ext cx="4028906" cy="604335"/>
      </dsp:txXfrm>
    </dsp:sp>
    <dsp:sp modelId="{8EA42BA7-E849-4CF3-9F9E-C2328E781E90}">
      <dsp:nvSpPr>
        <dsp:cNvPr id="0" name=""/>
        <dsp:cNvSpPr/>
      </dsp:nvSpPr>
      <dsp:spPr>
        <a:xfrm>
          <a:off x="4737998" y="2318496"/>
          <a:ext cx="4028906" cy="1248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transaction inputs, like currency notes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cannot </a:t>
          </a:r>
          <a:r>
            <a:rPr lang="en-US" sz="1700" kern="1200" dirty="0"/>
            <a:t>be divided. </a:t>
          </a:r>
        </a:p>
      </dsp:txBody>
      <dsp:txXfrm>
        <a:off x="4737998" y="2318496"/>
        <a:ext cx="4028906" cy="124806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21318-C2A0-45CF-B729-01D972274EC0}">
      <dsp:nvSpPr>
        <dsp:cNvPr id="0" name=""/>
        <dsp:cNvSpPr/>
      </dsp:nvSpPr>
      <dsp:spPr>
        <a:xfrm>
          <a:off x="1560193" y="224989"/>
          <a:ext cx="1510523" cy="1324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40A98-1B36-4D0C-A9E0-4229233D0DC3}">
      <dsp:nvSpPr>
        <dsp:cNvPr id="0" name=""/>
        <dsp:cNvSpPr/>
      </dsp:nvSpPr>
      <dsp:spPr>
        <a:xfrm>
          <a:off x="157564" y="1687011"/>
          <a:ext cx="4315781" cy="567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Spending </a:t>
          </a:r>
          <a:r>
            <a:rPr lang="en-US" sz="3500" b="1" kern="1200"/>
            <a:t>$5</a:t>
          </a:r>
          <a:r>
            <a:rPr lang="tr-TR" sz="3500" kern="1200"/>
            <a:t> out of </a:t>
          </a:r>
          <a:r>
            <a:rPr lang="en-US" sz="3500" b="1" kern="1200"/>
            <a:t>$</a:t>
          </a:r>
          <a:r>
            <a:rPr lang="tr-TR" sz="3500" b="1" kern="1200"/>
            <a:t>20</a:t>
          </a:r>
          <a:endParaRPr lang="en-US" sz="3500" b="1" kern="1200"/>
        </a:p>
      </dsp:txBody>
      <dsp:txXfrm>
        <a:off x="157564" y="1687011"/>
        <a:ext cx="4315781" cy="567585"/>
      </dsp:txXfrm>
    </dsp:sp>
    <dsp:sp modelId="{6BAB2349-4375-4F4D-94EC-A0AEC8DEB668}">
      <dsp:nvSpPr>
        <dsp:cNvPr id="0" name=""/>
        <dsp:cNvSpPr/>
      </dsp:nvSpPr>
      <dsp:spPr>
        <a:xfrm>
          <a:off x="157564" y="2318622"/>
          <a:ext cx="4315781" cy="1107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If you purchase a</a:t>
          </a:r>
          <a:r>
            <a:rPr lang="tr-TR" sz="1700" kern="1200" dirty="0"/>
            <a:t> </a:t>
          </a:r>
          <a:r>
            <a:rPr lang="en-US" sz="1700" b="1" kern="1200" dirty="0"/>
            <a:t>$5</a:t>
          </a:r>
          <a:r>
            <a:rPr lang="en-US" sz="1700" kern="1200" dirty="0"/>
            <a:t> item in a store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but use a </a:t>
          </a:r>
          <a:r>
            <a:rPr lang="en-US" sz="1700" b="1" kern="1200" dirty="0"/>
            <a:t>$20 </a:t>
          </a:r>
          <a:r>
            <a:rPr lang="en-US" sz="1700" kern="1200" dirty="0"/>
            <a:t>US dollar bill to pay for the item,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you expect</a:t>
          </a:r>
          <a:r>
            <a:rPr lang="tr-TR" sz="1700" kern="1200" dirty="0"/>
            <a:t> </a:t>
          </a:r>
          <a:r>
            <a:rPr lang="en-US" sz="1700" kern="1200" dirty="0"/>
            <a:t>to receive </a:t>
          </a:r>
          <a:r>
            <a:rPr lang="en-US" sz="1700" b="1" kern="1200" dirty="0"/>
            <a:t>$15 </a:t>
          </a:r>
          <a:r>
            <a:rPr lang="en-US" sz="1700" kern="1200" dirty="0"/>
            <a:t>US dollars in change.</a:t>
          </a:r>
        </a:p>
      </dsp:txBody>
      <dsp:txXfrm>
        <a:off x="157564" y="2318622"/>
        <a:ext cx="4315781" cy="1107638"/>
      </dsp:txXfrm>
    </dsp:sp>
    <dsp:sp modelId="{37352189-FB40-40E2-89B7-BDF80BE9ABD2}">
      <dsp:nvSpPr>
        <dsp:cNvPr id="0" name=""/>
        <dsp:cNvSpPr/>
      </dsp:nvSpPr>
      <dsp:spPr>
        <a:xfrm>
          <a:off x="6631236" y="224989"/>
          <a:ext cx="1510523" cy="1324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2E306-EE4F-4B8D-BC7B-6D7A2D407697}">
      <dsp:nvSpPr>
        <dsp:cNvPr id="0" name=""/>
        <dsp:cNvSpPr/>
      </dsp:nvSpPr>
      <dsp:spPr>
        <a:xfrm>
          <a:off x="5228607" y="1687011"/>
          <a:ext cx="4315781" cy="567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Keep the change</a:t>
          </a:r>
          <a:endParaRPr lang="en-US" sz="3500" kern="1200"/>
        </a:p>
      </dsp:txBody>
      <dsp:txXfrm>
        <a:off x="5228607" y="1687011"/>
        <a:ext cx="4315781" cy="567585"/>
      </dsp:txXfrm>
    </dsp:sp>
    <dsp:sp modelId="{18550179-7A43-434C-9A2E-F45A4D1B24A9}">
      <dsp:nvSpPr>
        <dsp:cNvPr id="0" name=""/>
        <dsp:cNvSpPr/>
      </dsp:nvSpPr>
      <dsp:spPr>
        <a:xfrm>
          <a:off x="5228607" y="2318622"/>
          <a:ext cx="4315781" cy="1107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If you purchased an item that costs </a:t>
          </a:r>
          <a:r>
            <a:rPr lang="en-US" sz="1700" b="1" kern="1200" dirty="0"/>
            <a:t>5</a:t>
          </a:r>
          <a:r>
            <a:rPr lang="en-US" sz="1700" kern="1200" dirty="0"/>
            <a:t> bitcoin</a:t>
          </a:r>
          <a:r>
            <a:rPr lang="tr-TR" sz="1700" kern="1200" dirty="0"/>
            <a:t> from </a:t>
          </a:r>
          <a:r>
            <a:rPr lang="en-US" sz="1700" kern="1200" dirty="0"/>
            <a:t> a </a:t>
          </a:r>
          <a:r>
            <a:rPr lang="en-US" sz="1700" b="1" kern="1200" dirty="0"/>
            <a:t>20</a:t>
          </a:r>
          <a:r>
            <a:rPr lang="en-US" sz="1700" kern="1200" dirty="0"/>
            <a:t> bitcoin</a:t>
          </a:r>
          <a:r>
            <a:rPr lang="tr-TR" sz="1700" kern="1200" dirty="0"/>
            <a:t> </a:t>
          </a:r>
          <a:r>
            <a:rPr lang="en-US" sz="1700" kern="1200" dirty="0"/>
            <a:t>input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you would send one output of </a:t>
          </a:r>
          <a:r>
            <a:rPr lang="en-US" sz="1700" b="1" kern="1200" dirty="0"/>
            <a:t>5</a:t>
          </a:r>
          <a:r>
            <a:rPr lang="en-US" sz="1700" kern="1200" dirty="0"/>
            <a:t> bitcoin </a:t>
          </a:r>
          <a:r>
            <a:rPr lang="en-US" sz="1700" b="1" kern="1200" dirty="0"/>
            <a:t>to the store owner</a:t>
          </a:r>
          <a:r>
            <a:rPr lang="en-US" sz="1700" kern="1200" dirty="0"/>
            <a:t>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one output</a:t>
          </a:r>
          <a:r>
            <a:rPr lang="tr-TR" sz="1700" kern="1200" dirty="0"/>
            <a:t> </a:t>
          </a:r>
          <a:r>
            <a:rPr lang="en-US" sz="1700" kern="1200" dirty="0"/>
            <a:t>of </a:t>
          </a:r>
          <a:r>
            <a:rPr lang="en-US" sz="1700" b="1" kern="1200" dirty="0"/>
            <a:t>15</a:t>
          </a:r>
          <a:r>
            <a:rPr lang="en-US" sz="1700" kern="1200" dirty="0"/>
            <a:t> bitcoin </a:t>
          </a:r>
          <a:r>
            <a:rPr lang="en-US" sz="1700" b="1" kern="1200" dirty="0"/>
            <a:t>back to yourself </a:t>
          </a:r>
          <a:r>
            <a:rPr lang="en-US" sz="1700" kern="1200" dirty="0"/>
            <a:t>as change</a:t>
          </a:r>
        </a:p>
      </dsp:txBody>
      <dsp:txXfrm>
        <a:off x="5228607" y="2318622"/>
        <a:ext cx="4315781" cy="110763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36B90-6120-4FB7-B56F-88C2AB31B78C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48490-AB40-4CC0-9BED-803BE3FA9BEB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Simple payment</a:t>
          </a:r>
        </a:p>
      </dsp:txBody>
      <dsp:txXfrm>
        <a:off x="181505" y="2267121"/>
        <a:ext cx="2787744" cy="720000"/>
      </dsp:txXfrm>
    </dsp:sp>
    <dsp:sp modelId="{BDEA4448-DE0A-4E29-ACBA-AEB038377DB7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8F386-2ACF-46F6-B7FF-C3227462943E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Aggregating Funds</a:t>
          </a:r>
        </a:p>
      </dsp:txBody>
      <dsp:txXfrm>
        <a:off x="3457104" y="2267121"/>
        <a:ext cx="2787744" cy="720000"/>
      </dsp:txXfrm>
    </dsp:sp>
    <dsp:sp modelId="{99669851-3245-46E4-AF3E-3F64923669DF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CEC80-6E34-46A5-9D85-E571453E430A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Distributing Funds</a:t>
          </a:r>
          <a:endParaRPr lang="tr-TR" sz="2900" kern="1200" dirty="0"/>
        </a:p>
      </dsp:txBody>
      <dsp:txXfrm>
        <a:off x="6732703" y="2267121"/>
        <a:ext cx="2787744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F3A1F-3B1C-46AE-BB83-84DD482992D4}">
      <dsp:nvSpPr>
        <dsp:cNvPr id="0" name=""/>
        <dsp:cNvSpPr/>
      </dsp:nvSpPr>
      <dsp:spPr>
        <a:xfrm>
          <a:off x="0" y="367577"/>
          <a:ext cx="6755199" cy="1398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499872" rIns="524279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payment from one address</a:t>
          </a:r>
          <a:endParaRPr lang="tr-T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to</a:t>
          </a:r>
          <a:r>
            <a:rPr lang="tr-TR" sz="2400" kern="1200" dirty="0"/>
            <a:t> </a:t>
          </a:r>
          <a:r>
            <a:rPr lang="en-US" sz="2400" kern="1200" dirty="0"/>
            <a:t>another, </a:t>
          </a:r>
          <a:endParaRPr lang="tr-TR" sz="2400" kern="1200" dirty="0"/>
        </a:p>
      </dsp:txBody>
      <dsp:txXfrm>
        <a:off x="0" y="367577"/>
        <a:ext cx="6755199" cy="1398600"/>
      </dsp:txXfrm>
    </dsp:sp>
    <dsp:sp modelId="{F2DE5D50-8B29-4A2A-85F8-8B7E4462C259}">
      <dsp:nvSpPr>
        <dsp:cNvPr id="0" name=""/>
        <dsp:cNvSpPr/>
      </dsp:nvSpPr>
      <dsp:spPr>
        <a:xfrm>
          <a:off x="337759" y="13337"/>
          <a:ext cx="4728639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/>
            <a:t>Simple payment</a:t>
          </a:r>
        </a:p>
      </dsp:txBody>
      <dsp:txXfrm>
        <a:off x="372344" y="47922"/>
        <a:ext cx="4659469" cy="639310"/>
      </dsp:txXfrm>
    </dsp:sp>
    <dsp:sp modelId="{C818589E-371A-4A2C-8895-68C56E4B4DDE}">
      <dsp:nvSpPr>
        <dsp:cNvPr id="0" name=""/>
        <dsp:cNvSpPr/>
      </dsp:nvSpPr>
      <dsp:spPr>
        <a:xfrm>
          <a:off x="0" y="2250017"/>
          <a:ext cx="6755199" cy="1398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499872" rIns="524279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some “change”</a:t>
          </a:r>
          <a:endParaRPr lang="tr-T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returned </a:t>
          </a:r>
          <a:r>
            <a:rPr lang="en-US" sz="2400" kern="1200" dirty="0"/>
            <a:t>to the original owner.</a:t>
          </a:r>
          <a:endParaRPr lang="tr-TR" sz="2400" kern="1200" dirty="0"/>
        </a:p>
      </dsp:txBody>
      <dsp:txXfrm>
        <a:off x="0" y="2250017"/>
        <a:ext cx="6755199" cy="1398600"/>
      </dsp:txXfrm>
    </dsp:sp>
    <dsp:sp modelId="{B5AC70DD-833C-4BE3-BEC1-86F17C9E2A8C}">
      <dsp:nvSpPr>
        <dsp:cNvPr id="0" name=""/>
        <dsp:cNvSpPr/>
      </dsp:nvSpPr>
      <dsp:spPr>
        <a:xfrm>
          <a:off x="337759" y="1895777"/>
          <a:ext cx="4728639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often includes</a:t>
          </a:r>
          <a:endParaRPr lang="tr-TR" sz="2400" kern="1200" dirty="0"/>
        </a:p>
      </dsp:txBody>
      <dsp:txXfrm>
        <a:off x="372344" y="1930362"/>
        <a:ext cx="4659469" cy="63931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274ED-DFE5-43E0-BB64-524D85248ABF}">
      <dsp:nvSpPr>
        <dsp:cNvPr id="0" name=""/>
        <dsp:cNvSpPr/>
      </dsp:nvSpPr>
      <dsp:spPr>
        <a:xfrm>
          <a:off x="0" y="567039"/>
          <a:ext cx="6755199" cy="8930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437388" rIns="524279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payment from </a:t>
          </a:r>
          <a:r>
            <a:rPr lang="tr-TR" sz="2100" kern="1200" dirty="0"/>
            <a:t>many</a:t>
          </a:r>
          <a:r>
            <a:rPr lang="en-US" sz="2100" kern="1200" dirty="0"/>
            <a:t> address</a:t>
          </a:r>
          <a:r>
            <a:rPr lang="tr-TR" sz="2100" kern="1200" dirty="0"/>
            <a:t>es</a:t>
          </a:r>
          <a:r>
            <a:rPr lang="en-US" sz="2100" kern="1200" dirty="0"/>
            <a:t> </a:t>
          </a:r>
          <a:r>
            <a:rPr lang="tr-TR" sz="2100" kern="1200" dirty="0"/>
            <a:t>into single output</a:t>
          </a:r>
          <a:r>
            <a:rPr lang="en-US" sz="2100" kern="1200" dirty="0"/>
            <a:t>.</a:t>
          </a:r>
          <a:endParaRPr lang="tr-TR" sz="2100" kern="1200" dirty="0"/>
        </a:p>
      </dsp:txBody>
      <dsp:txXfrm>
        <a:off x="0" y="567039"/>
        <a:ext cx="6755199" cy="893025"/>
      </dsp:txXfrm>
    </dsp:sp>
    <dsp:sp modelId="{8974D5FC-4060-4FEB-A792-11D921DB1A0A}">
      <dsp:nvSpPr>
        <dsp:cNvPr id="0" name=""/>
        <dsp:cNvSpPr/>
      </dsp:nvSpPr>
      <dsp:spPr>
        <a:xfrm>
          <a:off x="337759" y="257079"/>
          <a:ext cx="4728639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Aggregating Funds</a:t>
          </a:r>
        </a:p>
      </dsp:txBody>
      <dsp:txXfrm>
        <a:off x="368021" y="287341"/>
        <a:ext cx="4668115" cy="559396"/>
      </dsp:txXfrm>
    </dsp:sp>
    <dsp:sp modelId="{D171BB74-5F47-44D3-AE50-A7617E6EC4A2}">
      <dsp:nvSpPr>
        <dsp:cNvPr id="0" name=""/>
        <dsp:cNvSpPr/>
      </dsp:nvSpPr>
      <dsp:spPr>
        <a:xfrm>
          <a:off x="0" y="1883425"/>
          <a:ext cx="6755199" cy="1521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437388" rIns="524279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/>
            <a:t>Transactions are </a:t>
          </a:r>
          <a:r>
            <a:rPr lang="en-US" sz="2100" kern="1200"/>
            <a:t>generated by wallet applications </a:t>
          </a:r>
          <a:endParaRPr lang="tr-TR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to clean up lots of smaller amounts that</a:t>
          </a:r>
          <a:r>
            <a:rPr lang="tr-TR" sz="2100" kern="1200"/>
            <a:t> </a:t>
          </a:r>
          <a:r>
            <a:rPr lang="en-US" sz="2100" kern="1200"/>
            <a:t>were received as change for payments.</a:t>
          </a:r>
          <a:endParaRPr lang="tr-TR" sz="2100" kern="1200"/>
        </a:p>
      </dsp:txBody>
      <dsp:txXfrm>
        <a:off x="0" y="1883425"/>
        <a:ext cx="6755199" cy="1521449"/>
      </dsp:txXfrm>
    </dsp:sp>
    <dsp:sp modelId="{66EBB8A0-5679-43A9-AB63-4BAA6550B237}">
      <dsp:nvSpPr>
        <dsp:cNvPr id="0" name=""/>
        <dsp:cNvSpPr/>
      </dsp:nvSpPr>
      <dsp:spPr>
        <a:xfrm>
          <a:off x="337759" y="1573465"/>
          <a:ext cx="4728639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Usage</a:t>
          </a:r>
        </a:p>
      </dsp:txBody>
      <dsp:txXfrm>
        <a:off x="368021" y="1603727"/>
        <a:ext cx="4668115" cy="55939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41E9F5-16E9-49CA-B987-5B64B9F8FD62}">
      <dsp:nvSpPr>
        <dsp:cNvPr id="0" name=""/>
        <dsp:cNvSpPr/>
      </dsp:nvSpPr>
      <dsp:spPr>
        <a:xfrm>
          <a:off x="0" y="469727"/>
          <a:ext cx="6161184" cy="1165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8176" tIns="416560" rIns="47817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distributes one input to multiple outputs </a:t>
          </a:r>
          <a:endParaRPr lang="tr-T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representing multiple recipients</a:t>
          </a:r>
          <a:endParaRPr lang="tr-TR" sz="2000" kern="1200"/>
        </a:p>
      </dsp:txBody>
      <dsp:txXfrm>
        <a:off x="0" y="469727"/>
        <a:ext cx="6161184" cy="1165500"/>
      </dsp:txXfrm>
    </dsp:sp>
    <dsp:sp modelId="{45AA01BD-817F-4765-9F6C-3A5DC94852B9}">
      <dsp:nvSpPr>
        <dsp:cNvPr id="0" name=""/>
        <dsp:cNvSpPr/>
      </dsp:nvSpPr>
      <dsp:spPr>
        <a:xfrm>
          <a:off x="308059" y="174527"/>
          <a:ext cx="4312828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015" tIns="0" rIns="16301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Distributing Funds</a:t>
          </a:r>
        </a:p>
      </dsp:txBody>
      <dsp:txXfrm>
        <a:off x="336880" y="203348"/>
        <a:ext cx="4255186" cy="532758"/>
      </dsp:txXfrm>
    </dsp:sp>
    <dsp:sp modelId="{2059F872-E0BF-4E32-8BCA-DCE317208301}">
      <dsp:nvSpPr>
        <dsp:cNvPr id="0" name=""/>
        <dsp:cNvSpPr/>
      </dsp:nvSpPr>
      <dsp:spPr>
        <a:xfrm>
          <a:off x="0" y="2038427"/>
          <a:ext cx="6161184" cy="1449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8176" tIns="416560" rIns="47817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used by commercial entities to</a:t>
          </a:r>
          <a:r>
            <a:rPr lang="tr-TR" sz="2000" kern="1200"/>
            <a:t>c</a:t>
          </a:r>
          <a:r>
            <a:rPr lang="en-US" sz="2000" kern="1200"/>
            <a:t>distribute funds, </a:t>
          </a:r>
          <a:endParaRPr lang="tr-T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such as when processing payroll payments to multiple employees</a:t>
          </a:r>
          <a:endParaRPr lang="tr-TR" sz="2000" kern="1200"/>
        </a:p>
      </dsp:txBody>
      <dsp:txXfrm>
        <a:off x="0" y="2038427"/>
        <a:ext cx="6161184" cy="1449000"/>
      </dsp:txXfrm>
    </dsp:sp>
    <dsp:sp modelId="{7A2C9A3D-3435-44FB-9891-DFC0A4AA2BEA}">
      <dsp:nvSpPr>
        <dsp:cNvPr id="0" name=""/>
        <dsp:cNvSpPr/>
      </dsp:nvSpPr>
      <dsp:spPr>
        <a:xfrm>
          <a:off x="308059" y="1743227"/>
          <a:ext cx="4312828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015" tIns="0" rIns="16301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Usage</a:t>
          </a:r>
        </a:p>
      </dsp:txBody>
      <dsp:txXfrm>
        <a:off x="336880" y="1772048"/>
        <a:ext cx="4255186" cy="53275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045C6-D73E-42A0-B4A2-6606D88E02A7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80E9A-C1F1-4E81-A655-4A5A7CC184D4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Transactions are created by Wallet</a:t>
          </a:r>
          <a:endParaRPr lang="en-US" sz="2300" kern="1200"/>
        </a:p>
      </dsp:txBody>
      <dsp:txXfrm>
        <a:off x="152976" y="1981055"/>
        <a:ext cx="4320000" cy="648000"/>
      </dsp:txXfrm>
    </dsp:sp>
    <dsp:sp modelId="{9F4D66A6-AE39-4539-AAFC-E551B8EB03EE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Selecting appropriate inputs and outputs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build a transaction specified by the owner</a:t>
          </a:r>
          <a:endParaRPr lang="en-US" sz="1700" kern="1200" dirty="0"/>
        </a:p>
      </dsp:txBody>
      <dsp:txXfrm>
        <a:off x="152976" y="2688423"/>
        <a:ext cx="4320000" cy="621412"/>
      </dsp:txXfrm>
    </dsp:sp>
    <dsp:sp modelId="{FAE211B9-8E10-408D-AF6A-4520A2DD60CA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DBA96-D0F4-426E-A77B-75C5B74C24F0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Offline/online</a:t>
          </a:r>
          <a:endParaRPr lang="en-US" sz="2300" kern="1200"/>
        </a:p>
      </dsp:txBody>
      <dsp:txXfrm>
        <a:off x="5228976" y="1981055"/>
        <a:ext cx="4320000" cy="648000"/>
      </dsp:txXfrm>
    </dsp:sp>
    <dsp:sp modelId="{8D12BAAD-C3B5-4D8A-8A14-2B1C879EC92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Wallets can construct transactions 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even if it is completely offline</a:t>
          </a:r>
          <a:endParaRPr lang="en-US" sz="1700" kern="1200"/>
        </a:p>
      </dsp:txBody>
      <dsp:txXfrm>
        <a:off x="5228976" y="2688423"/>
        <a:ext cx="4320000" cy="62141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A0E22-20A0-45E1-BDDB-F8957FA8E536}">
      <dsp:nvSpPr>
        <dsp:cNvPr id="0" name=""/>
        <dsp:cNvSpPr/>
      </dsp:nvSpPr>
      <dsp:spPr>
        <a:xfrm>
          <a:off x="1556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BF0D9-9BF9-4E4F-B0D8-327316097F7B}">
      <dsp:nvSpPr>
        <dsp:cNvPr id="0" name=""/>
        <dsp:cNvSpPr/>
      </dsp:nvSpPr>
      <dsp:spPr>
        <a:xfrm>
          <a:off x="152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Finding input</a:t>
          </a:r>
          <a:endParaRPr lang="en-US" sz="2900" kern="1200"/>
        </a:p>
      </dsp:txBody>
      <dsp:txXfrm>
        <a:off x="152976" y="1848429"/>
        <a:ext cx="4320000" cy="648000"/>
      </dsp:txXfrm>
    </dsp:sp>
    <dsp:sp modelId="{0556A0A8-E26A-4817-AC28-DD1B167896A8}">
      <dsp:nvSpPr>
        <dsp:cNvPr id="0" name=""/>
        <dsp:cNvSpPr/>
      </dsp:nvSpPr>
      <dsp:spPr>
        <a:xfrm>
          <a:off x="152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 finds input to</a:t>
          </a:r>
          <a:r>
            <a:rPr lang="en-US" sz="1700" kern="1200" dirty="0"/>
            <a:t> pay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the amount </a:t>
          </a:r>
          <a:r>
            <a:rPr lang="tr-TR" sz="1700" kern="1200" dirty="0"/>
            <a:t>the owner </a:t>
          </a:r>
          <a:r>
            <a:rPr lang="en-US" sz="1700" kern="1200" dirty="0"/>
            <a:t>wants to send</a:t>
          </a:r>
        </a:p>
      </dsp:txBody>
      <dsp:txXfrm>
        <a:off x="152976" y="2561601"/>
        <a:ext cx="4320000" cy="893340"/>
      </dsp:txXfrm>
    </dsp:sp>
    <dsp:sp modelId="{248B33AB-1B47-4A5E-939D-A4D6C1476A8C}">
      <dsp:nvSpPr>
        <dsp:cNvPr id="0" name=""/>
        <dsp:cNvSpPr/>
      </dsp:nvSpPr>
      <dsp:spPr>
        <a:xfrm>
          <a:off x="6632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33B8B-4F73-4D59-B980-553FD81564DF}">
      <dsp:nvSpPr>
        <dsp:cNvPr id="0" name=""/>
        <dsp:cNvSpPr/>
      </dsp:nvSpPr>
      <dsp:spPr>
        <a:xfrm>
          <a:off x="5228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Keeping transaction outputs</a:t>
          </a:r>
          <a:endParaRPr lang="en-US" sz="2900" kern="1200"/>
        </a:p>
      </dsp:txBody>
      <dsp:txXfrm>
        <a:off x="5228976" y="1848429"/>
        <a:ext cx="4320000" cy="648000"/>
      </dsp:txXfrm>
    </dsp:sp>
    <dsp:sp modelId="{8AEA8F17-3CE4-4976-987E-F8DC6EE05D14}">
      <dsp:nvSpPr>
        <dsp:cNvPr id="0" name=""/>
        <dsp:cNvSpPr/>
      </dsp:nvSpPr>
      <dsp:spPr>
        <a:xfrm>
          <a:off x="5228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Most wallets keep track of all the available outputs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belonging to</a:t>
          </a:r>
          <a:r>
            <a:rPr lang="tr-TR" sz="1700" kern="1200"/>
            <a:t> addresses in the wallet</a:t>
          </a:r>
          <a:endParaRPr lang="en-US" sz="1700" kern="1200"/>
        </a:p>
      </dsp:txBody>
      <dsp:txXfrm>
        <a:off x="5228976" y="2561601"/>
        <a:ext cx="4320000" cy="89334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71DE8-FEDE-4006-9987-2E59106AA69B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DEFF1-70C5-4AFD-BF93-5B74D2E11916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Full node client wallet</a:t>
          </a:r>
          <a:endParaRPr lang="en-US" sz="2400" kern="1200"/>
        </a:p>
      </dsp:txBody>
      <dsp:txXfrm>
        <a:off x="3421" y="1568504"/>
        <a:ext cx="2894062" cy="434109"/>
      </dsp:txXfrm>
    </dsp:sp>
    <dsp:sp modelId="{5F930D3E-6365-4CEC-90CD-CFE0D0B178EA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contains a copy of every unspent output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every transaction</a:t>
          </a:r>
          <a:r>
            <a:rPr lang="tr-TR" sz="1700" kern="1200"/>
            <a:t> in the blockchain.</a:t>
          </a:r>
          <a:endParaRPr lang="en-US" sz="1700" kern="1200"/>
        </a:p>
      </dsp:txBody>
      <dsp:txXfrm>
        <a:off x="3421" y="2058195"/>
        <a:ext cx="2894062" cy="1156972"/>
      </dsp:txXfrm>
    </dsp:sp>
    <dsp:sp modelId="{3B3D74E2-BDA1-48D7-94A4-342415AC491F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8AFD8-A19A-458F-B1E2-4337ADF97C6A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Lightweight clients</a:t>
          </a:r>
          <a:endParaRPr lang="en-US" sz="2400" kern="1200"/>
        </a:p>
      </dsp:txBody>
      <dsp:txXfrm>
        <a:off x="3403945" y="1568504"/>
        <a:ext cx="2894062" cy="434109"/>
      </dsp:txXfrm>
    </dsp:sp>
    <dsp:sp modelId="{85A75BA9-19AB-465E-BE41-53FDEC999FB0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Track only owner’s unspent outputs</a:t>
          </a:r>
          <a:endParaRPr lang="en-US" sz="1700" kern="1200" dirty="0"/>
        </a:p>
      </dsp:txBody>
      <dsp:txXfrm>
        <a:off x="3403945" y="2058195"/>
        <a:ext cx="2894062" cy="1156972"/>
      </dsp:txXfrm>
    </dsp:sp>
    <dsp:sp modelId="{1518A962-6F0F-4A1A-A89F-AF7C28061B80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93BEC-9412-4939-9628-CDB7B13360B6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Provider API</a:t>
          </a:r>
          <a:endParaRPr lang="en-US" sz="2400" kern="1200"/>
        </a:p>
      </dsp:txBody>
      <dsp:txXfrm>
        <a:off x="6804468" y="1568504"/>
        <a:ext cx="2894062" cy="434109"/>
      </dsp:txXfrm>
    </dsp:sp>
    <dsp:sp modelId="{69B4BABF-9C45-488D-B420-1E14A8FD4788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 can query </a:t>
          </a:r>
          <a:r>
            <a:rPr lang="en-US" sz="1700" kern="1200" dirty="0"/>
            <a:t>using a variety of </a:t>
          </a:r>
          <a:r>
            <a:rPr lang="tr-TR" sz="1700" kern="1200" dirty="0"/>
            <a:t>provider </a:t>
          </a:r>
          <a:r>
            <a:rPr lang="en-US" sz="1700" kern="1200" dirty="0"/>
            <a:t>APIs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To retrieve owners unspent outputs</a:t>
          </a:r>
          <a:endParaRPr lang="en-US" sz="1700" kern="1200"/>
        </a:p>
      </dsp:txBody>
      <dsp:txXfrm>
        <a:off x="6804468" y="2058195"/>
        <a:ext cx="2894062" cy="115697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5A376-2B26-435C-A887-23CD67DC610C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0557F-D91B-4597-9597-E4AB469C71CE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Lock the value</a:t>
          </a:r>
          <a:endParaRPr lang="en-US" sz="2800" kern="1200"/>
        </a:p>
      </dsp:txBody>
      <dsp:txXfrm>
        <a:off x="3421" y="1568504"/>
        <a:ext cx="2894062" cy="434109"/>
      </dsp:txXfrm>
    </dsp:sp>
    <dsp:sp modelId="{86F48D3A-96C8-4AAD-99D3-8A769B7EF64B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Owner’s transaction locks the value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can only be spent by the owner having the signature</a:t>
          </a:r>
          <a:endParaRPr lang="en-US" sz="1700" kern="1200" dirty="0"/>
        </a:p>
      </dsp:txBody>
      <dsp:txXfrm>
        <a:off x="3421" y="2058195"/>
        <a:ext cx="2894062" cy="1156972"/>
      </dsp:txXfrm>
    </dsp:sp>
    <dsp:sp modelId="{1FF24311-A777-4306-A42D-1F3D66781789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FE7AF-0EF9-474E-8827-F47BE52ACEF6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Signature</a:t>
          </a:r>
          <a:endParaRPr lang="en-US" sz="2800" kern="1200"/>
        </a:p>
      </dsp:txBody>
      <dsp:txXfrm>
        <a:off x="3403945" y="1568504"/>
        <a:ext cx="2894062" cy="434109"/>
      </dsp:txXfrm>
    </dsp:sp>
    <dsp:sp modelId="{9A99552C-2EEF-4CD5-8340-88525BA684CE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Produced using receiver’s public address</a:t>
          </a:r>
          <a:endParaRPr lang="en-US" sz="1700" kern="1200" dirty="0"/>
        </a:p>
      </dsp:txBody>
      <dsp:txXfrm>
        <a:off x="3403945" y="2058195"/>
        <a:ext cx="2894062" cy="1156972"/>
      </dsp:txXfrm>
    </dsp:sp>
    <dsp:sp modelId="{3E75649B-B326-43ED-B19D-57D7FE1AC903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81D8D-249B-4BE0-ACC5-BB6F18F66CC4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Keys</a:t>
          </a:r>
          <a:endParaRPr lang="en-US" sz="2800" kern="1200"/>
        </a:p>
      </dsp:txBody>
      <dsp:txXfrm>
        <a:off x="6804468" y="1568504"/>
        <a:ext cx="2894062" cy="434109"/>
      </dsp:txXfrm>
    </dsp:sp>
    <dsp:sp modelId="{E7ED7CE4-BDD8-4194-9565-DD504E4738DE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Receiver’s wallet has the keys to produce such signatures</a:t>
          </a:r>
          <a:endParaRPr lang="en-US" sz="1700" kern="1200" dirty="0"/>
        </a:p>
      </dsp:txBody>
      <dsp:txXfrm>
        <a:off x="6804468" y="2058195"/>
        <a:ext cx="2894062" cy="115697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C1D65-F37A-4970-B766-45F04C7F5E58}">
      <dsp:nvSpPr>
        <dsp:cNvPr id="0" name=""/>
        <dsp:cNvSpPr/>
      </dsp:nvSpPr>
      <dsp:spPr>
        <a:xfrm>
          <a:off x="1437640" y="1741"/>
          <a:ext cx="5750560" cy="178482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77" tIns="453345" rIns="111577" bIns="453345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Owner’s wallet breaks the fund into two payments: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tr-TR" sz="1300" kern="1200" dirty="0"/>
            <a:t>Receiver for the spent amount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tr-TR" sz="1300" kern="1200" dirty="0"/>
            <a:t>Back to the owner if there is a change</a:t>
          </a:r>
          <a:endParaRPr lang="en-US" sz="1300" kern="1200" dirty="0"/>
        </a:p>
      </dsp:txBody>
      <dsp:txXfrm>
        <a:off x="1437640" y="1741"/>
        <a:ext cx="5750560" cy="1784821"/>
      </dsp:txXfrm>
    </dsp:sp>
    <dsp:sp modelId="{38203A5D-8451-424E-B7F7-4DC9363C3FEE}">
      <dsp:nvSpPr>
        <dsp:cNvPr id="0" name=""/>
        <dsp:cNvSpPr/>
      </dsp:nvSpPr>
      <dsp:spPr>
        <a:xfrm>
          <a:off x="0" y="1741"/>
          <a:ext cx="1437640" cy="17848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075" tIns="176301" rIns="76075" bIns="17630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Change</a:t>
          </a:r>
          <a:endParaRPr lang="en-US" sz="2100" kern="1200"/>
        </a:p>
      </dsp:txBody>
      <dsp:txXfrm>
        <a:off x="0" y="1741"/>
        <a:ext cx="1437640" cy="1784821"/>
      </dsp:txXfrm>
    </dsp:sp>
    <dsp:sp modelId="{4A56F19B-A435-42E8-A14C-2EB548EBC8EA}">
      <dsp:nvSpPr>
        <dsp:cNvPr id="0" name=""/>
        <dsp:cNvSpPr/>
      </dsp:nvSpPr>
      <dsp:spPr>
        <a:xfrm>
          <a:off x="1437640" y="1893651"/>
          <a:ext cx="5750560" cy="178482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77" tIns="453345" rIns="111577" bIns="45334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Implied by the difference between inputs and outputs</a:t>
          </a:r>
          <a:endParaRPr lang="en-US" sz="1700" kern="1200" dirty="0"/>
        </a:p>
      </dsp:txBody>
      <dsp:txXfrm>
        <a:off x="1437640" y="1893651"/>
        <a:ext cx="5750560" cy="1784821"/>
      </dsp:txXfrm>
    </dsp:sp>
    <dsp:sp modelId="{4A033C5E-B788-4F51-837E-53B66C1C63C1}">
      <dsp:nvSpPr>
        <dsp:cNvPr id="0" name=""/>
        <dsp:cNvSpPr/>
      </dsp:nvSpPr>
      <dsp:spPr>
        <a:xfrm>
          <a:off x="0" y="1893651"/>
          <a:ext cx="1437640" cy="17848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075" tIns="176301" rIns="76075" bIns="17630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Transaction fee</a:t>
          </a:r>
          <a:endParaRPr lang="en-US" sz="2100" kern="1200"/>
        </a:p>
      </dsp:txBody>
      <dsp:txXfrm>
        <a:off x="0" y="1893651"/>
        <a:ext cx="1437640" cy="1784821"/>
      </dsp:txXfrm>
    </dsp:sp>
    <dsp:sp modelId="{78500600-B9D5-435B-AB08-3F6B298E2669}">
      <dsp:nvSpPr>
        <dsp:cNvPr id="0" name=""/>
        <dsp:cNvSpPr/>
      </dsp:nvSpPr>
      <dsp:spPr>
        <a:xfrm>
          <a:off x="1437640" y="3785562"/>
          <a:ext cx="5750560" cy="178482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77" tIns="453345" rIns="111577" bIns="45334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Collected by the miners as a fee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for </a:t>
          </a:r>
          <a:r>
            <a:rPr lang="tr-TR" sz="1700" kern="1200" dirty="0"/>
            <a:t>validation and recording in blockchain</a:t>
          </a:r>
          <a:endParaRPr lang="en-US" sz="1700" kern="1200" dirty="0"/>
        </a:p>
      </dsp:txBody>
      <dsp:txXfrm>
        <a:off x="1437640" y="3785562"/>
        <a:ext cx="5750560" cy="1784821"/>
      </dsp:txXfrm>
    </dsp:sp>
    <dsp:sp modelId="{D18A00DB-E891-4C85-9B23-1ED7799C77C8}">
      <dsp:nvSpPr>
        <dsp:cNvPr id="0" name=""/>
        <dsp:cNvSpPr/>
      </dsp:nvSpPr>
      <dsp:spPr>
        <a:xfrm>
          <a:off x="0" y="3785562"/>
          <a:ext cx="1437640" cy="17848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075" tIns="176301" rIns="76075" bIns="17630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Validation by Miner</a:t>
          </a:r>
          <a:endParaRPr lang="en-US" sz="2100" kern="1200" dirty="0"/>
        </a:p>
      </dsp:txBody>
      <dsp:txXfrm>
        <a:off x="0" y="3785562"/>
        <a:ext cx="1437640" cy="178482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14F41-6AA4-4B81-B6B6-14508934E106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43DD8-8DD7-41CE-B4B2-D6EF213745C8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Node</a:t>
          </a:r>
          <a:endParaRPr lang="en-US" sz="3600" kern="1200"/>
        </a:p>
      </dsp:txBody>
      <dsp:txXfrm>
        <a:off x="152976" y="1801062"/>
        <a:ext cx="4320000" cy="648000"/>
      </dsp:txXfrm>
    </dsp:sp>
    <dsp:sp modelId="{78130976-8F15-45B0-AE30-ED2CBC3D99E6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Any system in the</a:t>
          </a:r>
          <a:r>
            <a:rPr lang="tr-TR" sz="1700" kern="1200"/>
            <a:t> </a:t>
          </a:r>
          <a:r>
            <a:rPr lang="en-US" sz="1700" kern="1200"/>
            <a:t>bitcoin network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“speaking” the bitcoin protocol</a:t>
          </a:r>
        </a:p>
      </dsp:txBody>
      <dsp:txXfrm>
        <a:off x="152976" y="2516307"/>
        <a:ext cx="4320000" cy="990458"/>
      </dsp:txXfrm>
    </dsp:sp>
    <dsp:sp modelId="{99B9E1F7-5ACF-4411-84EB-C7E38D153CC4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DCDF0-E9F2-4F6C-B243-D34CE6E72EF9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Types</a:t>
          </a:r>
          <a:endParaRPr lang="en-US" sz="3600" kern="1200"/>
        </a:p>
      </dsp:txBody>
      <dsp:txXfrm>
        <a:off x="5228976" y="1801062"/>
        <a:ext cx="4320000" cy="648000"/>
      </dsp:txXfrm>
    </dsp:sp>
    <dsp:sp modelId="{AC4B0FF6-8B67-4E45-B58E-B5B12D5523F6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server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desktop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laptop</a:t>
          </a:r>
          <a:endParaRPr lang="en-US" sz="1700" kern="1200"/>
        </a:p>
      </dsp:txBody>
      <dsp:txXfrm>
        <a:off x="5228976" y="2516307"/>
        <a:ext cx="4320000" cy="99045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5AD8B-7F10-440D-A512-D40518071C9E}">
      <dsp:nvSpPr>
        <dsp:cNvPr id="0" name=""/>
        <dsp:cNvSpPr/>
      </dsp:nvSpPr>
      <dsp:spPr>
        <a:xfrm>
          <a:off x="943992" y="62822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21F08-513A-4398-AAE8-0FB877BC01F2}">
      <dsp:nvSpPr>
        <dsp:cNvPr id="0" name=""/>
        <dsp:cNvSpPr/>
      </dsp:nvSpPr>
      <dsp:spPr>
        <a:xfrm>
          <a:off x="3421" y="174412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Transmitting the transaction</a:t>
          </a:r>
          <a:endParaRPr lang="en-US" sz="1900" kern="1200"/>
        </a:p>
      </dsp:txBody>
      <dsp:txXfrm>
        <a:off x="3421" y="1744125"/>
        <a:ext cx="2894062" cy="434109"/>
      </dsp:txXfrm>
    </dsp:sp>
    <dsp:sp modelId="{0D84A228-53C7-40DA-8E73-D578CF948FD5}">
      <dsp:nvSpPr>
        <dsp:cNvPr id="0" name=""/>
        <dsp:cNvSpPr/>
      </dsp:nvSpPr>
      <dsp:spPr>
        <a:xfrm>
          <a:off x="3421" y="2226130"/>
          <a:ext cx="2894062" cy="796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it does not</a:t>
          </a:r>
          <a:r>
            <a:rPr lang="tr-TR" sz="1500" kern="1200"/>
            <a:t> </a:t>
          </a:r>
          <a:r>
            <a:rPr lang="en-US" sz="1500" kern="1200"/>
            <a:t>matter how or where it is transmitted </a:t>
          </a:r>
        </a:p>
      </dsp:txBody>
      <dsp:txXfrm>
        <a:off x="3421" y="2226130"/>
        <a:ext cx="2894062" cy="796892"/>
      </dsp:txXfrm>
    </dsp:sp>
    <dsp:sp modelId="{12CA6458-67BD-4F8F-AE1A-B1C9D91F88F3}">
      <dsp:nvSpPr>
        <dsp:cNvPr id="0" name=""/>
        <dsp:cNvSpPr/>
      </dsp:nvSpPr>
      <dsp:spPr>
        <a:xfrm>
          <a:off x="4344515" y="62822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59D1F-9587-4F69-84CE-1E6AD3DADC76}">
      <dsp:nvSpPr>
        <dsp:cNvPr id="0" name=""/>
        <dsp:cNvSpPr/>
      </dsp:nvSpPr>
      <dsp:spPr>
        <a:xfrm>
          <a:off x="3403945" y="174412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Peers</a:t>
          </a:r>
          <a:endParaRPr lang="en-US" sz="1900" kern="1200"/>
        </a:p>
      </dsp:txBody>
      <dsp:txXfrm>
        <a:off x="3403945" y="1744125"/>
        <a:ext cx="2894062" cy="434109"/>
      </dsp:txXfrm>
    </dsp:sp>
    <dsp:sp modelId="{84C5FFEA-D2D6-4E4E-90D6-F601B046D34B}">
      <dsp:nvSpPr>
        <dsp:cNvPr id="0" name=""/>
        <dsp:cNvSpPr/>
      </dsp:nvSpPr>
      <dsp:spPr>
        <a:xfrm>
          <a:off x="3403945" y="2226130"/>
          <a:ext cx="2894062" cy="796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bitcoin network is a</a:t>
          </a:r>
          <a:r>
            <a:rPr lang="tr-TR" sz="1500" kern="1200"/>
            <a:t> </a:t>
          </a:r>
          <a:r>
            <a:rPr lang="en-US" sz="1500" kern="1200"/>
            <a:t>peer-to-peer network </a:t>
          </a:r>
        </a:p>
      </dsp:txBody>
      <dsp:txXfrm>
        <a:off x="3403945" y="2226130"/>
        <a:ext cx="2894062" cy="796892"/>
      </dsp:txXfrm>
    </dsp:sp>
    <dsp:sp modelId="{87368DA7-5D89-4D0C-88AD-3C46376FD359}">
      <dsp:nvSpPr>
        <dsp:cNvPr id="0" name=""/>
        <dsp:cNvSpPr/>
      </dsp:nvSpPr>
      <dsp:spPr>
        <a:xfrm>
          <a:off x="7745039" y="62822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AEBD9-D3DC-4710-8F14-EC3BF58A3440}">
      <dsp:nvSpPr>
        <dsp:cNvPr id="0" name=""/>
        <dsp:cNvSpPr/>
      </dsp:nvSpPr>
      <dsp:spPr>
        <a:xfrm>
          <a:off x="6804468" y="174412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Number of connections</a:t>
          </a:r>
          <a:endParaRPr lang="en-US" sz="1900" kern="1200"/>
        </a:p>
      </dsp:txBody>
      <dsp:txXfrm>
        <a:off x="6804468" y="1744125"/>
        <a:ext cx="2894062" cy="434109"/>
      </dsp:txXfrm>
    </dsp:sp>
    <dsp:sp modelId="{4CA91F41-4291-4385-A3C2-4C75F2AE25A4}">
      <dsp:nvSpPr>
        <dsp:cNvPr id="0" name=""/>
        <dsp:cNvSpPr/>
      </dsp:nvSpPr>
      <dsp:spPr>
        <a:xfrm>
          <a:off x="6804468" y="2226130"/>
          <a:ext cx="2894062" cy="796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each bitcoin client participat</a:t>
          </a:r>
          <a:r>
            <a:rPr lang="tr-TR" sz="1500" kern="1200"/>
            <a:t>es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connecting to several</a:t>
          </a:r>
          <a:r>
            <a:rPr lang="tr-TR" sz="1500" kern="1200"/>
            <a:t> </a:t>
          </a:r>
          <a:r>
            <a:rPr lang="en-US" sz="1500" kern="1200"/>
            <a:t>other bitcoin clients</a:t>
          </a:r>
        </a:p>
      </dsp:txBody>
      <dsp:txXfrm>
        <a:off x="6804468" y="2226130"/>
        <a:ext cx="2894062" cy="79689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15981-0D62-4E47-8BBD-16ACC2683BE7}">
      <dsp:nvSpPr>
        <dsp:cNvPr id="0" name=""/>
        <dsp:cNvSpPr/>
      </dsp:nvSpPr>
      <dsp:spPr>
        <a:xfrm>
          <a:off x="943992" y="572412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23F00-0BC3-4ABE-9CDF-12EF7CB3A47C}">
      <dsp:nvSpPr>
        <dsp:cNvPr id="0" name=""/>
        <dsp:cNvSpPr/>
      </dsp:nvSpPr>
      <dsp:spPr>
        <a:xfrm>
          <a:off x="3421" y="169311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Flooding</a:t>
          </a:r>
        </a:p>
      </dsp:txBody>
      <dsp:txXfrm>
        <a:off x="3421" y="1693110"/>
        <a:ext cx="2894062" cy="434109"/>
      </dsp:txXfrm>
    </dsp:sp>
    <dsp:sp modelId="{DF81B951-A0CC-4FDF-9E48-FE8D5F80F605}">
      <dsp:nvSpPr>
        <dsp:cNvPr id="0" name=""/>
        <dsp:cNvSpPr/>
      </dsp:nvSpPr>
      <dsp:spPr>
        <a:xfrm>
          <a:off x="3421" y="2177348"/>
          <a:ext cx="2894062" cy="901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propagation technique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to forward </a:t>
          </a:r>
          <a:r>
            <a:rPr lang="en-US" sz="1700" kern="1200"/>
            <a:t>a valid transaction</a:t>
          </a:r>
        </a:p>
      </dsp:txBody>
      <dsp:txXfrm>
        <a:off x="3421" y="2177348"/>
        <a:ext cx="2894062" cy="901488"/>
      </dsp:txXfrm>
    </dsp:sp>
    <dsp:sp modelId="{E9A7BBF6-878B-4CDC-ABAB-45E0CFA5E35D}">
      <dsp:nvSpPr>
        <dsp:cNvPr id="0" name=""/>
        <dsp:cNvSpPr/>
      </dsp:nvSpPr>
      <dsp:spPr>
        <a:xfrm>
          <a:off x="4344515" y="572412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5F103-47C7-46DD-AB3E-4F243BA6A197}">
      <dsp:nvSpPr>
        <dsp:cNvPr id="0" name=""/>
        <dsp:cNvSpPr/>
      </dsp:nvSpPr>
      <dsp:spPr>
        <a:xfrm>
          <a:off x="3403945" y="169311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Direction</a:t>
          </a:r>
          <a:endParaRPr lang="en-US" sz="2800" kern="1200"/>
        </a:p>
      </dsp:txBody>
      <dsp:txXfrm>
        <a:off x="3403945" y="1693110"/>
        <a:ext cx="2894062" cy="434109"/>
      </dsp:txXfrm>
    </dsp:sp>
    <dsp:sp modelId="{C4F1D705-D168-43A3-A2E5-5B67C57FE052}">
      <dsp:nvSpPr>
        <dsp:cNvPr id="0" name=""/>
        <dsp:cNvSpPr/>
      </dsp:nvSpPr>
      <dsp:spPr>
        <a:xfrm>
          <a:off x="3403945" y="2177348"/>
          <a:ext cx="2894062" cy="901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From a</a:t>
          </a:r>
          <a:r>
            <a:rPr lang="en-US" sz="1700" kern="1200"/>
            <a:t> bitcoin node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to connected other nodes</a:t>
          </a:r>
          <a:endParaRPr lang="en-US" sz="1700" kern="1200"/>
        </a:p>
      </dsp:txBody>
      <dsp:txXfrm>
        <a:off x="3403945" y="2177348"/>
        <a:ext cx="2894062" cy="901488"/>
      </dsp:txXfrm>
    </dsp:sp>
    <dsp:sp modelId="{BCEFC4F3-D7A1-48E3-9009-8B8C1E706EA0}">
      <dsp:nvSpPr>
        <dsp:cNvPr id="0" name=""/>
        <dsp:cNvSpPr/>
      </dsp:nvSpPr>
      <dsp:spPr>
        <a:xfrm>
          <a:off x="7745039" y="572412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03B90-520B-4315-8B30-A394EF5135D1}">
      <dsp:nvSpPr>
        <dsp:cNvPr id="0" name=""/>
        <dsp:cNvSpPr/>
      </dsp:nvSpPr>
      <dsp:spPr>
        <a:xfrm>
          <a:off x="6804468" y="169311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Speed</a:t>
          </a:r>
          <a:endParaRPr lang="en-US" sz="2800" kern="1200"/>
        </a:p>
      </dsp:txBody>
      <dsp:txXfrm>
        <a:off x="6804468" y="1693110"/>
        <a:ext cx="2894062" cy="434109"/>
      </dsp:txXfrm>
    </dsp:sp>
    <dsp:sp modelId="{AA9C66CE-94CF-48A6-A907-92BF37DEE826}">
      <dsp:nvSpPr>
        <dsp:cNvPr id="0" name=""/>
        <dsp:cNvSpPr/>
      </dsp:nvSpPr>
      <dsp:spPr>
        <a:xfrm>
          <a:off x="6804468" y="2177348"/>
          <a:ext cx="2894062" cy="901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Very fast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reaching a </a:t>
          </a:r>
          <a:r>
            <a:rPr lang="en-US" sz="1700" kern="1200"/>
            <a:t>large percentage of the nodes within </a:t>
          </a:r>
          <a:r>
            <a:rPr lang="en-US" sz="1700" b="1" kern="1200"/>
            <a:t>a few seconds</a:t>
          </a:r>
        </a:p>
      </dsp:txBody>
      <dsp:txXfrm>
        <a:off x="6804468" y="2177348"/>
        <a:ext cx="2894062" cy="90148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77CBB-E5DF-413D-AA4B-65A5FB256DAE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1A821-60BE-4043-B54E-98B4734D6E89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10 Minutes</a:t>
          </a:r>
        </a:p>
      </dsp:txBody>
      <dsp:txXfrm>
        <a:off x="3421" y="1568504"/>
        <a:ext cx="2894062" cy="434109"/>
      </dsp:txXfrm>
    </dsp:sp>
    <dsp:sp modelId="{154905C7-D607-4B68-80E1-379C1F8C92B5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Transactions</a:t>
          </a:r>
          <a:r>
            <a:rPr lang="tr-TR" sz="1700" kern="1200" dirty="0"/>
            <a:t> </a:t>
          </a:r>
          <a:r>
            <a:rPr lang="en-US" sz="1700" kern="1200" dirty="0"/>
            <a:t>must be “confirmed”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waiting 10 minutes for a new block </a:t>
          </a:r>
          <a:endParaRPr lang="tr-TR" sz="1700" kern="1200" dirty="0"/>
        </a:p>
      </dsp:txBody>
      <dsp:txXfrm>
        <a:off x="3421" y="2058195"/>
        <a:ext cx="2894062" cy="1156972"/>
      </dsp:txXfrm>
    </dsp:sp>
    <dsp:sp modelId="{DE2BCC4C-65BA-4E52-97BB-B93BFF29C98F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5DEB9-B3E1-4D08-B796-9B0C453109EF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6 Confirmations</a:t>
          </a:r>
        </a:p>
      </dsp:txBody>
      <dsp:txXfrm>
        <a:off x="3403945" y="1568504"/>
        <a:ext cx="2894062" cy="434109"/>
      </dsp:txXfrm>
    </dsp:sp>
    <dsp:sp modelId="{9A80F305-2A2C-4EDB-9683-7B87DB6DABED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up</a:t>
          </a:r>
          <a:r>
            <a:rPr lang="tr-TR" sz="1700" kern="1200" dirty="0"/>
            <a:t> </a:t>
          </a:r>
          <a:r>
            <a:rPr lang="en-US" sz="1700" kern="1200" dirty="0"/>
            <a:t>to 60 minutes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a full six confirmations </a:t>
          </a:r>
          <a:endParaRPr lang="tr-TR" sz="1700" kern="1200" dirty="0"/>
        </a:p>
      </dsp:txBody>
      <dsp:txXfrm>
        <a:off x="3403945" y="2058195"/>
        <a:ext cx="2894062" cy="1156972"/>
      </dsp:txXfrm>
    </dsp:sp>
    <dsp:sp modelId="{58B87636-A0A4-4E32-AA41-170FAD83A3E2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37EA1-ECB1-4B21-84B0-6BC4E4836187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Reason</a:t>
          </a:r>
        </a:p>
      </dsp:txBody>
      <dsp:txXfrm>
        <a:off x="6804468" y="1568504"/>
        <a:ext cx="2894062" cy="434109"/>
      </dsp:txXfrm>
    </dsp:sp>
    <dsp:sp modelId="{87C090D1-09A2-4B29-B5CB-00DFF7AAA8DD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Confirmations</a:t>
          </a:r>
          <a:r>
            <a:rPr lang="tr-TR" sz="1700" kern="1200" dirty="0"/>
            <a:t> </a:t>
          </a:r>
          <a:r>
            <a:rPr lang="en-US" sz="1700" kern="1200" dirty="0"/>
            <a:t>ensure the transaction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has been accepted by </a:t>
          </a:r>
          <a:r>
            <a:rPr lang="en-US" sz="1700" b="1" kern="1200" dirty="0"/>
            <a:t>the whole network</a:t>
          </a:r>
          <a:endParaRPr lang="tr-TR" sz="1700" b="1" kern="1200" dirty="0"/>
        </a:p>
      </dsp:txBody>
      <dsp:txXfrm>
        <a:off x="6804468" y="2058195"/>
        <a:ext cx="2894062" cy="115697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73C7E-5EE6-43DB-A189-DCC0D2D542F4}">
      <dsp:nvSpPr>
        <dsp:cNvPr id="0" name=""/>
        <dsp:cNvSpPr/>
      </dsp:nvSpPr>
      <dsp:spPr>
        <a:xfrm>
          <a:off x="943992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F905D-3DD0-4942-8C01-C7FE1585B604}">
      <dsp:nvSpPr>
        <dsp:cNvPr id="0" name=""/>
        <dsp:cNvSpPr/>
      </dsp:nvSpPr>
      <dsp:spPr>
        <a:xfrm>
          <a:off x="3421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Small value items</a:t>
          </a:r>
        </a:p>
      </dsp:txBody>
      <dsp:txXfrm>
        <a:off x="3421" y="1647698"/>
        <a:ext cx="2894062" cy="434109"/>
      </dsp:txXfrm>
    </dsp:sp>
    <dsp:sp modelId="{6CC82376-BD6C-4443-9121-0CEBF76D1227}">
      <dsp:nvSpPr>
        <dsp:cNvPr id="0" name=""/>
        <dsp:cNvSpPr/>
      </dsp:nvSpPr>
      <dsp:spPr>
        <a:xfrm>
          <a:off x="3421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10 miutes </a:t>
          </a:r>
          <a:r>
            <a:rPr lang="en-US" sz="1700" kern="1200"/>
            <a:t>delay is unnecessary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small-value items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such as a cup of</a:t>
          </a:r>
          <a:r>
            <a:rPr lang="tr-TR" sz="1700" kern="1200"/>
            <a:t> </a:t>
          </a:r>
          <a:r>
            <a:rPr lang="en-US" sz="1700" kern="1200"/>
            <a:t>coffee </a:t>
          </a:r>
          <a:endParaRPr lang="tr-TR" sz="1700" kern="1200"/>
        </a:p>
      </dsp:txBody>
      <dsp:txXfrm>
        <a:off x="3421" y="2133924"/>
        <a:ext cx="2894062" cy="994598"/>
      </dsp:txXfrm>
    </dsp:sp>
    <dsp:sp modelId="{D80AA916-A531-41AE-B05D-5E12C2C768C0}">
      <dsp:nvSpPr>
        <dsp:cNvPr id="0" name=""/>
        <dsp:cNvSpPr/>
      </dsp:nvSpPr>
      <dsp:spPr>
        <a:xfrm>
          <a:off x="4344515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45281-4692-4112-8028-86CF842CA99F}">
      <dsp:nvSpPr>
        <dsp:cNvPr id="0" name=""/>
        <dsp:cNvSpPr/>
      </dsp:nvSpPr>
      <dsp:spPr>
        <a:xfrm>
          <a:off x="3403945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Simplify</a:t>
          </a:r>
        </a:p>
      </dsp:txBody>
      <dsp:txXfrm>
        <a:off x="3403945" y="1647698"/>
        <a:ext cx="2894062" cy="434109"/>
      </dsp:txXfrm>
    </dsp:sp>
    <dsp:sp modelId="{F6BC7FBD-F79D-4B87-A9EB-295565FBC716}">
      <dsp:nvSpPr>
        <dsp:cNvPr id="0" name=""/>
        <dsp:cNvSpPr/>
      </dsp:nvSpPr>
      <dsp:spPr>
        <a:xfrm>
          <a:off x="3403945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merchant may accept a valid small-value transaction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</a:t>
          </a:r>
          <a:r>
            <a:rPr lang="tr-TR" sz="1700" kern="1200"/>
            <a:t> </a:t>
          </a:r>
          <a:r>
            <a:rPr lang="en-US" sz="1700" kern="1200"/>
            <a:t>no confirmations</a:t>
          </a:r>
          <a:endParaRPr lang="tr-TR" sz="1700" kern="1200"/>
        </a:p>
      </dsp:txBody>
      <dsp:txXfrm>
        <a:off x="3403945" y="2133924"/>
        <a:ext cx="2894062" cy="994598"/>
      </dsp:txXfrm>
    </dsp:sp>
    <dsp:sp modelId="{557CC395-E8DF-4D2C-A49B-69EF415EC53E}">
      <dsp:nvSpPr>
        <dsp:cNvPr id="0" name=""/>
        <dsp:cNvSpPr/>
      </dsp:nvSpPr>
      <dsp:spPr>
        <a:xfrm>
          <a:off x="7745039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B6E4D-5BDE-4BBA-9D25-ABC2789C73A0}">
      <dsp:nvSpPr>
        <dsp:cNvPr id="0" name=""/>
        <dsp:cNvSpPr/>
      </dsp:nvSpPr>
      <dsp:spPr>
        <a:xfrm>
          <a:off x="6804468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Risk</a:t>
          </a:r>
        </a:p>
      </dsp:txBody>
      <dsp:txXfrm>
        <a:off x="6804468" y="1647698"/>
        <a:ext cx="2894062" cy="434109"/>
      </dsp:txXfrm>
    </dsp:sp>
    <dsp:sp modelId="{066D8D21-ABF6-400E-A5AB-9109D06D4D34}">
      <dsp:nvSpPr>
        <dsp:cNvPr id="0" name=""/>
        <dsp:cNvSpPr/>
      </dsp:nvSpPr>
      <dsp:spPr>
        <a:xfrm>
          <a:off x="6804468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more risk</a:t>
          </a:r>
          <a:r>
            <a:rPr lang="tr-TR" sz="1700" kern="1200"/>
            <a:t>y</a:t>
          </a:r>
          <a:r>
            <a:rPr lang="en-US" sz="1700" kern="1200"/>
            <a:t> than a credit card payment</a:t>
          </a:r>
          <a:r>
            <a:rPr lang="tr-TR" sz="1700" kern="1200"/>
            <a:t> </a:t>
          </a:r>
          <a:r>
            <a:rPr lang="en-US" sz="1700" kern="1200"/>
            <a:t>made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without an ID or a signature, </a:t>
          </a:r>
          <a:endParaRPr lang="tr-TR" sz="1700" kern="1200"/>
        </a:p>
      </dsp:txBody>
      <dsp:txXfrm>
        <a:off x="6804468" y="2133924"/>
        <a:ext cx="2894062" cy="994598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A6780-46FC-4A78-8828-6DE7803CA5B3}">
      <dsp:nvSpPr>
        <dsp:cNvPr id="0" name=""/>
        <dsp:cNvSpPr/>
      </dsp:nvSpPr>
      <dsp:spPr>
        <a:xfrm>
          <a:off x="947807" y="144794"/>
          <a:ext cx="1011932" cy="10119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EA024-696D-4D6D-A3D2-809E05EEE063}">
      <dsp:nvSpPr>
        <dsp:cNvPr id="0" name=""/>
        <dsp:cNvSpPr/>
      </dsp:nvSpPr>
      <dsp:spPr>
        <a:xfrm>
          <a:off x="8155" y="130127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Trust on computation</a:t>
          </a:r>
          <a:endParaRPr lang="en-US" sz="2500" kern="1200"/>
        </a:p>
      </dsp:txBody>
      <dsp:txXfrm>
        <a:off x="8155" y="1301278"/>
        <a:ext cx="2891236" cy="433685"/>
      </dsp:txXfrm>
    </dsp:sp>
    <dsp:sp modelId="{070E9977-4D49-4881-B010-ABE9820E39BA}">
      <dsp:nvSpPr>
        <dsp:cNvPr id="0" name=""/>
        <dsp:cNvSpPr/>
      </dsp:nvSpPr>
      <dsp:spPr>
        <a:xfrm>
          <a:off x="8155" y="1802197"/>
          <a:ext cx="2891236" cy="1704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bitcoin system of trust is based on computation</a:t>
          </a:r>
        </a:p>
      </dsp:txBody>
      <dsp:txXfrm>
        <a:off x="8155" y="1802197"/>
        <a:ext cx="2891236" cy="1704258"/>
      </dsp:txXfrm>
    </dsp:sp>
    <dsp:sp modelId="{F0242EE6-BA7E-4517-B30E-375AFD60ECAC}">
      <dsp:nvSpPr>
        <dsp:cNvPr id="0" name=""/>
        <dsp:cNvSpPr/>
      </dsp:nvSpPr>
      <dsp:spPr>
        <a:xfrm>
          <a:off x="4345010" y="144794"/>
          <a:ext cx="1011932" cy="1011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2F89D-DDED-40B3-A1F3-4A0C93A42751}">
      <dsp:nvSpPr>
        <dsp:cNvPr id="0" name=""/>
        <dsp:cNvSpPr/>
      </dsp:nvSpPr>
      <dsp:spPr>
        <a:xfrm>
          <a:off x="3405358" y="130127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Validation</a:t>
          </a:r>
          <a:endParaRPr lang="en-US" sz="2500" kern="1200"/>
        </a:p>
      </dsp:txBody>
      <dsp:txXfrm>
        <a:off x="3405358" y="1301278"/>
        <a:ext cx="2891236" cy="433685"/>
      </dsp:txXfrm>
    </dsp:sp>
    <dsp:sp modelId="{A850751C-9249-4085-8617-813E437DB835}">
      <dsp:nvSpPr>
        <dsp:cNvPr id="0" name=""/>
        <dsp:cNvSpPr/>
      </dsp:nvSpPr>
      <dsp:spPr>
        <a:xfrm>
          <a:off x="3405358" y="1802197"/>
          <a:ext cx="2891236" cy="1704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transaction is now propagated on the bitcoin network</a:t>
          </a:r>
          <a:r>
            <a:rPr lang="tr-TR" sz="1700" kern="1200"/>
            <a:t> cannot </a:t>
          </a:r>
          <a:r>
            <a:rPr lang="en-US" sz="1700" kern="1200"/>
            <a:t>become part</a:t>
          </a:r>
          <a:r>
            <a:rPr lang="tr-TR" sz="1700" kern="1200"/>
            <a:t> </a:t>
          </a:r>
          <a:r>
            <a:rPr lang="en-US" sz="1700" kern="1200"/>
            <a:t>of the blockchain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until it is verified and included in a block by a process called mining</a:t>
          </a:r>
        </a:p>
      </dsp:txBody>
      <dsp:txXfrm>
        <a:off x="3405358" y="1802197"/>
        <a:ext cx="2891236" cy="1704258"/>
      </dsp:txXfrm>
    </dsp:sp>
    <dsp:sp modelId="{27214DDE-1086-4B33-AF9E-3F6DF595A6AE}">
      <dsp:nvSpPr>
        <dsp:cNvPr id="0" name=""/>
        <dsp:cNvSpPr/>
      </dsp:nvSpPr>
      <dsp:spPr>
        <a:xfrm>
          <a:off x="7742212" y="144794"/>
          <a:ext cx="1011932" cy="1011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3D60D-3700-4EDE-9233-42BA80315F76}">
      <dsp:nvSpPr>
        <dsp:cNvPr id="0" name=""/>
        <dsp:cNvSpPr/>
      </dsp:nvSpPr>
      <dsp:spPr>
        <a:xfrm>
          <a:off x="6802560" y="130127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Prove vs verification</a:t>
          </a:r>
          <a:endParaRPr lang="en-US" sz="2500" kern="1200"/>
        </a:p>
      </dsp:txBody>
      <dsp:txXfrm>
        <a:off x="6802560" y="1301278"/>
        <a:ext cx="2891236" cy="433685"/>
      </dsp:txXfrm>
    </dsp:sp>
    <dsp:sp modelId="{843B7C44-0253-47E4-8CDA-6863DF771231}">
      <dsp:nvSpPr>
        <dsp:cNvPr id="0" name=""/>
        <dsp:cNvSpPr/>
      </dsp:nvSpPr>
      <dsp:spPr>
        <a:xfrm>
          <a:off x="6802560" y="1802197"/>
          <a:ext cx="2891236" cy="1704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Transactions are bundled into </a:t>
          </a:r>
          <a:r>
            <a:rPr lang="en-US" sz="1700" i="1" kern="1200"/>
            <a:t>blocks</a:t>
          </a:r>
          <a:r>
            <a:rPr lang="en-US" sz="1700" kern="1200"/>
            <a:t>,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/>
            <a:t>require an enormous amount of computation to prove, 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/>
            <a:t>but only a small</a:t>
          </a:r>
          <a:r>
            <a:rPr lang="tr-TR" sz="1700" i="1" kern="1200" dirty="0"/>
            <a:t> </a:t>
          </a:r>
          <a:r>
            <a:rPr lang="en-US" sz="1700" i="1" kern="1200" dirty="0"/>
            <a:t>amount of computation to verify</a:t>
          </a:r>
          <a:endParaRPr lang="en-US" sz="1700" kern="1200" dirty="0"/>
        </a:p>
      </dsp:txBody>
      <dsp:txXfrm>
        <a:off x="6802560" y="1802197"/>
        <a:ext cx="2891236" cy="170425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515CB-BC61-417D-A545-2AA3F3E75291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7BACF-E2D6-4810-B0F2-3AD0806AB165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Validation</a:t>
          </a:r>
          <a:endParaRPr lang="en-US" sz="2300" kern="1200"/>
        </a:p>
      </dsp:txBody>
      <dsp:txXfrm>
        <a:off x="3421" y="1568504"/>
        <a:ext cx="2894062" cy="434109"/>
      </dsp:txXfrm>
    </dsp:sp>
    <dsp:sp modelId="{14B245B5-881A-4478-9CBE-12144F6E35A2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Mining nodes validate all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reference to bitcoin’s consensus rules.</a:t>
          </a:r>
        </a:p>
      </dsp:txBody>
      <dsp:txXfrm>
        <a:off x="3421" y="2058195"/>
        <a:ext cx="2894062" cy="1156972"/>
      </dsp:txXfrm>
    </dsp:sp>
    <dsp:sp modelId="{BF818E3F-6039-484D-98BF-C1EED86B6FAE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AD5E9-0E5F-4A9B-A40C-986A1556D0DF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Security for Transaction</a:t>
          </a:r>
          <a:endParaRPr lang="en-US" sz="2300" kern="1200"/>
        </a:p>
      </dsp:txBody>
      <dsp:txXfrm>
        <a:off x="3403945" y="1568504"/>
        <a:ext cx="2894062" cy="434109"/>
      </dsp:txXfrm>
    </dsp:sp>
    <dsp:sp modelId="{52E9E43F-7178-4419-A371-80A756D2E60F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mining provides security for bitcoin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</a:t>
          </a:r>
          <a:r>
            <a:rPr lang="en-US" sz="1700" kern="1200" dirty="0"/>
            <a:t>rejecting invalid</a:t>
          </a:r>
          <a:r>
            <a:rPr lang="tr-TR" sz="1700" kern="1200" dirty="0"/>
            <a:t> </a:t>
          </a:r>
          <a:r>
            <a:rPr lang="en-US" sz="1700" kern="1200" dirty="0"/>
            <a:t>or malformed transactions</a:t>
          </a:r>
        </a:p>
      </dsp:txBody>
      <dsp:txXfrm>
        <a:off x="3403945" y="2058195"/>
        <a:ext cx="2894062" cy="1156972"/>
      </dsp:txXfrm>
    </dsp:sp>
    <dsp:sp modelId="{1533E292-33E3-406E-A351-748D04657FA4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6662A-1C14-4AF5-8C21-B6673B34AD51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New Bitcoins</a:t>
          </a:r>
          <a:endParaRPr lang="en-US" sz="2300" kern="1200"/>
        </a:p>
      </dsp:txBody>
      <dsp:txXfrm>
        <a:off x="6804468" y="1568504"/>
        <a:ext cx="2894062" cy="434109"/>
      </dsp:txXfrm>
    </dsp:sp>
    <dsp:sp modelId="{E23F3E28-87CA-4E36-A27B-CC75343EA774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Mining creates new bitcoin in each block,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like a central bank printing new</a:t>
          </a:r>
          <a:r>
            <a:rPr lang="tr-TR" sz="1700" kern="1200" dirty="0"/>
            <a:t> </a:t>
          </a:r>
          <a:r>
            <a:rPr lang="en-US" sz="1700" kern="1200" dirty="0"/>
            <a:t>money. </a:t>
          </a:r>
        </a:p>
      </dsp:txBody>
      <dsp:txXfrm>
        <a:off x="6804468" y="2058195"/>
        <a:ext cx="2894062" cy="115697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B74E6-BC2B-4B00-8E80-B848BFA9E82F}">
      <dsp:nvSpPr>
        <dsp:cNvPr id="0" name=""/>
        <dsp:cNvSpPr/>
      </dsp:nvSpPr>
      <dsp:spPr>
        <a:xfrm>
          <a:off x="1601" y="782571"/>
          <a:ext cx="884460" cy="8844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C9A44-A180-4FC8-98AD-91945D3FD3CF}">
      <dsp:nvSpPr>
        <dsp:cNvPr id="0" name=""/>
        <dsp:cNvSpPr/>
      </dsp:nvSpPr>
      <dsp:spPr>
        <a:xfrm>
          <a:off x="1601" y="1778391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Cost-Reward balance</a:t>
          </a:r>
          <a:endParaRPr lang="en-US" sz="1800" kern="1200"/>
        </a:p>
      </dsp:txBody>
      <dsp:txXfrm>
        <a:off x="1601" y="1778391"/>
        <a:ext cx="2527031" cy="379054"/>
      </dsp:txXfrm>
    </dsp:sp>
    <dsp:sp modelId="{7299556C-605C-4D58-B877-5243C38A77F8}">
      <dsp:nvSpPr>
        <dsp:cNvPr id="0" name=""/>
        <dsp:cNvSpPr/>
      </dsp:nvSpPr>
      <dsp:spPr>
        <a:xfrm>
          <a:off x="1601" y="2209241"/>
          <a:ext cx="2527031" cy="116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Mining achieves a fine balance between cost and reward.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Mining uses electricity to</a:t>
          </a:r>
          <a:r>
            <a:rPr lang="tr-TR" sz="1300" kern="1200" dirty="0"/>
            <a:t> </a:t>
          </a:r>
          <a:r>
            <a:rPr lang="en-US" sz="1300" kern="1200" dirty="0"/>
            <a:t>solve a mathematical problem. </a:t>
          </a:r>
        </a:p>
      </dsp:txBody>
      <dsp:txXfrm>
        <a:off x="1601" y="2209241"/>
        <a:ext cx="2527031" cy="1163092"/>
      </dsp:txXfrm>
    </dsp:sp>
    <dsp:sp modelId="{52B7E8AC-FF8F-41A2-AF63-9A3505D91178}">
      <dsp:nvSpPr>
        <dsp:cNvPr id="0" name=""/>
        <dsp:cNvSpPr/>
      </dsp:nvSpPr>
      <dsp:spPr>
        <a:xfrm>
          <a:off x="2970863" y="782571"/>
          <a:ext cx="884460" cy="8844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F31A7-9C38-444E-9275-94EBE7C5A27D}">
      <dsp:nvSpPr>
        <dsp:cNvPr id="0" name=""/>
        <dsp:cNvSpPr/>
      </dsp:nvSpPr>
      <dsp:spPr>
        <a:xfrm>
          <a:off x="2970863" y="1778391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Miner earnings</a:t>
          </a:r>
          <a:endParaRPr lang="en-US" sz="1800" kern="1200"/>
        </a:p>
      </dsp:txBody>
      <dsp:txXfrm>
        <a:off x="2970863" y="1778391"/>
        <a:ext cx="2527031" cy="379054"/>
      </dsp:txXfrm>
    </dsp:sp>
    <dsp:sp modelId="{D85D7BA4-0FE3-4400-9F77-4693ADB45553}">
      <dsp:nvSpPr>
        <dsp:cNvPr id="0" name=""/>
        <dsp:cNvSpPr/>
      </dsp:nvSpPr>
      <dsp:spPr>
        <a:xfrm>
          <a:off x="2970863" y="2209241"/>
          <a:ext cx="2527031" cy="116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successful miner will collect a reward in the form of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new bitcoin and transaction fees. </a:t>
          </a:r>
        </a:p>
      </dsp:txBody>
      <dsp:txXfrm>
        <a:off x="2970863" y="2209241"/>
        <a:ext cx="2527031" cy="1163092"/>
      </dsp:txXfrm>
    </dsp:sp>
    <dsp:sp modelId="{CC51E889-59D4-43D9-8878-45BE8DCCABC1}">
      <dsp:nvSpPr>
        <dsp:cNvPr id="0" name=""/>
        <dsp:cNvSpPr/>
      </dsp:nvSpPr>
      <dsp:spPr>
        <a:xfrm>
          <a:off x="5940125" y="782571"/>
          <a:ext cx="884460" cy="8844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283F8-3E61-4725-947B-CAB8BADA5A78}">
      <dsp:nvSpPr>
        <dsp:cNvPr id="0" name=""/>
        <dsp:cNvSpPr/>
      </dsp:nvSpPr>
      <dsp:spPr>
        <a:xfrm>
          <a:off x="5940125" y="1778391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Conditions be rewarded</a:t>
          </a:r>
          <a:endParaRPr lang="en-US" sz="1800" kern="1200"/>
        </a:p>
      </dsp:txBody>
      <dsp:txXfrm>
        <a:off x="5940125" y="1778391"/>
        <a:ext cx="2527031" cy="379054"/>
      </dsp:txXfrm>
    </dsp:sp>
    <dsp:sp modelId="{DAB702CA-8D51-4DC8-9796-548F169E4AAA}">
      <dsp:nvSpPr>
        <dsp:cNvPr id="0" name=""/>
        <dsp:cNvSpPr/>
      </dsp:nvSpPr>
      <dsp:spPr>
        <a:xfrm>
          <a:off x="5940125" y="2209241"/>
          <a:ext cx="2527031" cy="116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reward will only be collected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if the</a:t>
          </a:r>
          <a:r>
            <a:rPr lang="tr-TR" sz="1300" kern="1200"/>
            <a:t> </a:t>
          </a:r>
          <a:r>
            <a:rPr lang="en-US" sz="1300" kern="1200"/>
            <a:t>miner has correctly validated all the transactions, 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 the satisfaction of the rules of</a:t>
          </a:r>
          <a:r>
            <a:rPr lang="tr-TR" sz="1300" kern="1200"/>
            <a:t> </a:t>
          </a:r>
          <a:r>
            <a:rPr lang="en-US" sz="1300" kern="1200"/>
            <a:t>consensus. </a:t>
          </a:r>
        </a:p>
      </dsp:txBody>
      <dsp:txXfrm>
        <a:off x="5940125" y="2209241"/>
        <a:ext cx="2527031" cy="1163092"/>
      </dsp:txXfrm>
    </dsp:sp>
    <dsp:sp modelId="{3B179A77-A95E-4A4D-B64E-1E427C25B434}">
      <dsp:nvSpPr>
        <dsp:cNvPr id="0" name=""/>
        <dsp:cNvSpPr/>
      </dsp:nvSpPr>
      <dsp:spPr>
        <a:xfrm>
          <a:off x="8909386" y="782571"/>
          <a:ext cx="884460" cy="8844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0123A-3C65-4723-9D16-0E55BED2E646}">
      <dsp:nvSpPr>
        <dsp:cNvPr id="0" name=""/>
        <dsp:cNvSpPr/>
      </dsp:nvSpPr>
      <dsp:spPr>
        <a:xfrm>
          <a:off x="8909386" y="1778391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Security with no Authority</a:t>
          </a:r>
          <a:endParaRPr lang="en-US" sz="1800" kern="1200"/>
        </a:p>
      </dsp:txBody>
      <dsp:txXfrm>
        <a:off x="8909386" y="1778391"/>
        <a:ext cx="2527031" cy="379054"/>
      </dsp:txXfrm>
    </dsp:sp>
    <dsp:sp modelId="{AF369BB8-6B07-4928-AABB-66D4C819EBB5}">
      <dsp:nvSpPr>
        <dsp:cNvPr id="0" name=""/>
        <dsp:cNvSpPr/>
      </dsp:nvSpPr>
      <dsp:spPr>
        <a:xfrm>
          <a:off x="8909386" y="2209241"/>
          <a:ext cx="2527031" cy="116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This delicate balance provides security for bitcoin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without a central</a:t>
          </a:r>
          <a:r>
            <a:rPr lang="tr-TR" sz="1300" kern="1200"/>
            <a:t> </a:t>
          </a:r>
          <a:r>
            <a:rPr lang="en-US" sz="1300" kern="1200"/>
            <a:t>authority.</a:t>
          </a:r>
        </a:p>
      </dsp:txBody>
      <dsp:txXfrm>
        <a:off x="8909386" y="2209241"/>
        <a:ext cx="2527031" cy="116309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041F7-F4E5-420F-AD57-5E13057593E9}">
      <dsp:nvSpPr>
        <dsp:cNvPr id="0" name=""/>
        <dsp:cNvSpPr/>
      </dsp:nvSpPr>
      <dsp:spPr>
        <a:xfrm>
          <a:off x="943992" y="23787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87D6B-CA97-4844-A779-961FAE4932D1}">
      <dsp:nvSpPr>
        <dsp:cNvPr id="0" name=""/>
        <dsp:cNvSpPr/>
      </dsp:nvSpPr>
      <dsp:spPr>
        <a:xfrm>
          <a:off x="3421" y="138734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Sudoku Analogy</a:t>
          </a:r>
          <a:endParaRPr lang="en-US" sz="2800" kern="1200"/>
        </a:p>
      </dsp:txBody>
      <dsp:txXfrm>
        <a:off x="3421" y="1387345"/>
        <a:ext cx="2894062" cy="434109"/>
      </dsp:txXfrm>
    </dsp:sp>
    <dsp:sp modelId="{40BB5A87-B261-40F4-8C4D-A0D16FDA9C56}">
      <dsp:nvSpPr>
        <dsp:cNvPr id="0" name=""/>
        <dsp:cNvSpPr/>
      </dsp:nvSpPr>
      <dsp:spPr>
        <a:xfrm>
          <a:off x="3421" y="1884964"/>
          <a:ext cx="2894062" cy="152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good way to describe mining is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like a giant competitive game of sudoku</a:t>
          </a:r>
        </a:p>
      </dsp:txBody>
      <dsp:txXfrm>
        <a:off x="3421" y="1884964"/>
        <a:ext cx="2894062" cy="1528408"/>
      </dsp:txXfrm>
    </dsp:sp>
    <dsp:sp modelId="{E01DCDC1-BCA5-4351-A87D-6364A148227D}">
      <dsp:nvSpPr>
        <dsp:cNvPr id="0" name=""/>
        <dsp:cNvSpPr/>
      </dsp:nvSpPr>
      <dsp:spPr>
        <a:xfrm>
          <a:off x="4344515" y="23787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B7AEF-3575-4019-B55C-016B5E6579B4}">
      <dsp:nvSpPr>
        <dsp:cNvPr id="0" name=""/>
        <dsp:cNvSpPr/>
      </dsp:nvSpPr>
      <dsp:spPr>
        <a:xfrm>
          <a:off x="3403945" y="138734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Reset</a:t>
          </a:r>
          <a:endParaRPr lang="en-US" sz="2800" kern="1200"/>
        </a:p>
      </dsp:txBody>
      <dsp:txXfrm>
        <a:off x="3403945" y="1387345"/>
        <a:ext cx="2894062" cy="434109"/>
      </dsp:txXfrm>
    </dsp:sp>
    <dsp:sp modelId="{19912714-D4E8-4B79-A89B-7EEB242D7C76}">
      <dsp:nvSpPr>
        <dsp:cNvPr id="0" name=""/>
        <dsp:cNvSpPr/>
      </dsp:nvSpPr>
      <dsp:spPr>
        <a:xfrm>
          <a:off x="3403945" y="1884964"/>
          <a:ext cx="2894062" cy="152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resets</a:t>
          </a:r>
          <a:r>
            <a:rPr lang="tr-TR" sz="1700" kern="1200"/>
            <a:t> </a:t>
          </a:r>
          <a:r>
            <a:rPr lang="en-US" sz="1700" kern="1200"/>
            <a:t>every time someone finds a solution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difficulty automatically adjusts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</a:t>
          </a:r>
          <a:r>
            <a:rPr lang="tr-TR" sz="1700" kern="1200"/>
            <a:t> </a:t>
          </a:r>
          <a:r>
            <a:rPr lang="en-US" sz="1700" kern="1200"/>
            <a:t>it takes approximately 10 minutes to find a solution</a:t>
          </a:r>
        </a:p>
      </dsp:txBody>
      <dsp:txXfrm>
        <a:off x="3403945" y="1884964"/>
        <a:ext cx="2894062" cy="1528408"/>
      </dsp:txXfrm>
    </dsp:sp>
    <dsp:sp modelId="{D65E579D-8343-4330-B498-8A0E4E31383D}">
      <dsp:nvSpPr>
        <dsp:cNvPr id="0" name=""/>
        <dsp:cNvSpPr/>
      </dsp:nvSpPr>
      <dsp:spPr>
        <a:xfrm>
          <a:off x="7745039" y="23787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22745-7EFA-4997-9519-06B055327066}">
      <dsp:nvSpPr>
        <dsp:cNvPr id="0" name=""/>
        <dsp:cNvSpPr/>
      </dsp:nvSpPr>
      <dsp:spPr>
        <a:xfrm>
          <a:off x="6804468" y="138734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Size</a:t>
          </a:r>
          <a:endParaRPr lang="en-US" sz="2800" kern="1200"/>
        </a:p>
      </dsp:txBody>
      <dsp:txXfrm>
        <a:off x="6804468" y="1387345"/>
        <a:ext cx="2894062" cy="434109"/>
      </dsp:txXfrm>
    </dsp:sp>
    <dsp:sp modelId="{C15E5DA2-500F-4B08-84C7-FB0CF0FEE14C}">
      <dsp:nvSpPr>
        <dsp:cNvPr id="0" name=""/>
        <dsp:cNvSpPr/>
      </dsp:nvSpPr>
      <dsp:spPr>
        <a:xfrm>
          <a:off x="6804468" y="1884964"/>
          <a:ext cx="2894062" cy="152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several thousand rows and columns in size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If I sow you a completed puzzle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you</a:t>
          </a:r>
          <a:r>
            <a:rPr lang="tr-TR" sz="1700" kern="1200"/>
            <a:t> </a:t>
          </a:r>
          <a:r>
            <a:rPr lang="en-US" sz="1700" kern="1200"/>
            <a:t>can verify it quite quickly</a:t>
          </a:r>
        </a:p>
      </dsp:txBody>
      <dsp:txXfrm>
        <a:off x="6804468" y="1884964"/>
        <a:ext cx="2894062" cy="152840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911E9-DE5A-42BE-BA3D-5A8C66F36FFA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3FD95-5DE7-4A45-AE36-884314662FC3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Adjust the difficulty</a:t>
          </a:r>
          <a:endParaRPr lang="en-US" sz="3600" kern="1200"/>
        </a:p>
      </dsp:txBody>
      <dsp:txXfrm>
        <a:off x="152976" y="1800668"/>
        <a:ext cx="4320000" cy="648000"/>
      </dsp:txXfrm>
    </dsp:sp>
    <dsp:sp modelId="{A6969EA9-76EF-4F4D-8C3C-8AB012ECBFF8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difficulty of the sudoku can be adjusted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changing its size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more or fewer rows and columns</a:t>
          </a:r>
        </a:p>
      </dsp:txBody>
      <dsp:txXfrm>
        <a:off x="152976" y="2515931"/>
        <a:ext cx="4320000" cy="991265"/>
      </dsp:txXfrm>
    </dsp:sp>
    <dsp:sp modelId="{78C57523-BDCE-4D23-B3B4-3E9368A4ABF6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CD277-4EE8-4CB0-9C55-5F0D5A1E9099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Easy to verify</a:t>
          </a:r>
          <a:endParaRPr lang="en-US" sz="3600" kern="1200"/>
        </a:p>
      </dsp:txBody>
      <dsp:txXfrm>
        <a:off x="5228976" y="1800668"/>
        <a:ext cx="4320000" cy="648000"/>
      </dsp:txXfrm>
    </dsp:sp>
    <dsp:sp modelId="{FE7AA53E-DEA9-4B47-AEF4-C8B16CDD8C31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still be verified</a:t>
          </a:r>
          <a:r>
            <a:rPr lang="tr-TR" sz="1700" kern="1200"/>
            <a:t> </a:t>
          </a:r>
          <a:r>
            <a:rPr lang="en-US" sz="1700" kern="1200"/>
            <a:t>quite easily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even if it is </a:t>
          </a:r>
          <a:r>
            <a:rPr lang="en-US" sz="1700" kern="1200"/>
            <a:t>very large</a:t>
          </a:r>
          <a:endParaRPr lang="en-US" sz="1700" kern="1200" dirty="0"/>
        </a:p>
      </dsp:txBody>
      <dsp:txXfrm>
        <a:off x="5228976" y="2515931"/>
        <a:ext cx="4320000" cy="991265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BF090-EA0C-4572-AFC6-B8E0C4E7FCA5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2ACD5-F34F-4A4D-9DF2-603A7853878A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Bitcoin puzzle</a:t>
          </a:r>
          <a:endParaRPr lang="en-US" sz="3600" kern="1200"/>
        </a:p>
      </dsp:txBody>
      <dsp:txXfrm>
        <a:off x="152976" y="1801062"/>
        <a:ext cx="4320000" cy="648000"/>
      </dsp:txXfrm>
    </dsp:sp>
    <dsp:sp modelId="{FDE74926-6DE9-4609-A479-42D4A9CE9F20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based on a cryptographic</a:t>
          </a:r>
          <a:r>
            <a:rPr lang="tr-TR" sz="1700" kern="1200"/>
            <a:t> </a:t>
          </a:r>
          <a:r>
            <a:rPr lang="en-US" sz="1700" kern="1200"/>
            <a:t>hash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exhibits similar characteristics:</a:t>
          </a:r>
        </a:p>
      </dsp:txBody>
      <dsp:txXfrm>
        <a:off x="152976" y="2516307"/>
        <a:ext cx="4320000" cy="990458"/>
      </dsp:txXfrm>
    </dsp:sp>
    <dsp:sp modelId="{E4037C89-4DB8-4D88-A295-3B5A17B84455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DD811-98FC-435B-8D8F-E6228349673B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Exclusive property</a:t>
          </a:r>
          <a:endParaRPr lang="en-US" sz="3600" kern="1200"/>
        </a:p>
      </dsp:txBody>
      <dsp:txXfrm>
        <a:off x="5228976" y="1801062"/>
        <a:ext cx="4320000" cy="648000"/>
      </dsp:txXfrm>
    </dsp:sp>
    <dsp:sp modelId="{3F89BF6B-A6D0-4762-94BE-D3A0815058EC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is asymmetrically hard to solve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easy to verify,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its difficulty can be adjusted.</a:t>
          </a:r>
        </a:p>
      </dsp:txBody>
      <dsp:txXfrm>
        <a:off x="5228976" y="2516307"/>
        <a:ext cx="4320000" cy="990458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AA988-9129-456A-AAC8-56AFCB273179}">
      <dsp:nvSpPr>
        <dsp:cNvPr id="0" name=""/>
        <dsp:cNvSpPr/>
      </dsp:nvSpPr>
      <dsp:spPr>
        <a:xfrm>
          <a:off x="1101736" y="238689"/>
          <a:ext cx="1174195" cy="11741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1AACA-4A99-42FD-AE52-092DE578D3B3}">
      <dsp:nvSpPr>
        <dsp:cNvPr id="0" name=""/>
        <dsp:cNvSpPr/>
      </dsp:nvSpPr>
      <dsp:spPr>
        <a:xfrm>
          <a:off x="11412" y="1567570"/>
          <a:ext cx="3354845" cy="503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Proof-of-Work</a:t>
          </a:r>
          <a:endParaRPr lang="en-US" sz="3200" kern="1200"/>
        </a:p>
      </dsp:txBody>
      <dsp:txXfrm>
        <a:off x="11412" y="1567570"/>
        <a:ext cx="3354845" cy="503226"/>
      </dsp:txXfrm>
    </dsp:sp>
    <dsp:sp modelId="{C83E3535-20B7-404E-A0D0-8DC224369901}">
      <dsp:nvSpPr>
        <dsp:cNvPr id="0" name=""/>
        <dsp:cNvSpPr/>
      </dsp:nvSpPr>
      <dsp:spPr>
        <a:xfrm>
          <a:off x="11412" y="2142743"/>
          <a:ext cx="3354845" cy="16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Finding such a solution, the so</a:t>
          </a:r>
          <a:r>
            <a:rPr lang="tr-TR" sz="1700" kern="1200"/>
            <a:t> </a:t>
          </a:r>
          <a:r>
            <a:rPr lang="en-US" sz="1700" kern="1200"/>
            <a:t>called</a:t>
          </a:r>
          <a:r>
            <a:rPr lang="tr-TR" sz="1700" kern="1200"/>
            <a:t> </a:t>
          </a:r>
          <a:r>
            <a:rPr lang="en-US" sz="1700" i="1" kern="1200"/>
            <a:t>Proof-of-Work </a:t>
          </a:r>
          <a:r>
            <a:rPr lang="en-US" sz="1700" kern="1200"/>
            <a:t>(PoW),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requires </a:t>
          </a:r>
          <a:r>
            <a:rPr lang="en-US" sz="1700" b="1" kern="1200" dirty="0"/>
            <a:t>quadrillions</a:t>
          </a:r>
          <a:r>
            <a:rPr lang="en-US" sz="1700" kern="1200" dirty="0"/>
            <a:t> of hashing operations per second</a:t>
          </a:r>
          <a:r>
            <a:rPr lang="tr-TR" sz="1700" kern="1200" dirty="0"/>
            <a:t> </a:t>
          </a:r>
          <a:r>
            <a:rPr lang="en-US" sz="1700" kern="1200" dirty="0"/>
            <a:t>across the entire bitcoin network. </a:t>
          </a:r>
        </a:p>
      </dsp:txBody>
      <dsp:txXfrm>
        <a:off x="11412" y="2142743"/>
        <a:ext cx="3354845" cy="1693262"/>
      </dsp:txXfrm>
    </dsp:sp>
    <dsp:sp modelId="{474B2CF1-B3D5-4DED-9811-8A28D25D3DD9}">
      <dsp:nvSpPr>
        <dsp:cNvPr id="0" name=""/>
        <dsp:cNvSpPr/>
      </dsp:nvSpPr>
      <dsp:spPr>
        <a:xfrm>
          <a:off x="5043680" y="238689"/>
          <a:ext cx="1174195" cy="11741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54F89-49A5-4ABB-AC60-6363B872653E}">
      <dsp:nvSpPr>
        <dsp:cNvPr id="0" name=""/>
        <dsp:cNvSpPr/>
      </dsp:nvSpPr>
      <dsp:spPr>
        <a:xfrm>
          <a:off x="3953355" y="1567570"/>
          <a:ext cx="3354845" cy="503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 dirty="0" err="1"/>
            <a:t>Involves</a:t>
          </a:r>
          <a:endParaRPr lang="en-US" sz="3200" kern="1200" dirty="0"/>
        </a:p>
      </dsp:txBody>
      <dsp:txXfrm>
        <a:off x="3953355" y="1567570"/>
        <a:ext cx="3354845" cy="503226"/>
      </dsp:txXfrm>
    </dsp:sp>
    <dsp:sp modelId="{D34B4CE9-C715-4C1D-AA14-DEC82C4089E9}">
      <dsp:nvSpPr>
        <dsp:cNvPr id="0" name=""/>
        <dsp:cNvSpPr/>
      </dsp:nvSpPr>
      <dsp:spPr>
        <a:xfrm>
          <a:off x="3953355" y="2142743"/>
          <a:ext cx="3354845" cy="16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repeatedly</a:t>
          </a:r>
          <a:r>
            <a:rPr lang="tr-TR" sz="1700" kern="1200"/>
            <a:t> </a:t>
          </a:r>
          <a:r>
            <a:rPr lang="en-US" sz="1700" kern="1200"/>
            <a:t>hashing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/>
            <a:t>the header of the block 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/>
            <a:t>a random number with the SHA256 cryptographic</a:t>
          </a:r>
          <a:r>
            <a:rPr lang="tr-TR" sz="1700" i="1" kern="1200"/>
            <a:t> </a:t>
          </a:r>
          <a:r>
            <a:rPr lang="en-US" sz="1700" i="1" kern="1200"/>
            <a:t>algorithm 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until a solution matching a predetermined pattern emerges.</a:t>
          </a:r>
        </a:p>
      </dsp:txBody>
      <dsp:txXfrm>
        <a:off x="3953355" y="2142743"/>
        <a:ext cx="3354845" cy="1693262"/>
      </dsp:txXfrm>
    </dsp:sp>
    <dsp:sp modelId="{6B368888-55DA-4522-8EEB-305E1D54DC1B}">
      <dsp:nvSpPr>
        <dsp:cNvPr id="0" name=""/>
        <dsp:cNvSpPr/>
      </dsp:nvSpPr>
      <dsp:spPr>
        <a:xfrm>
          <a:off x="8985624" y="238689"/>
          <a:ext cx="1174195" cy="11741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B6447-63DB-4BB2-AE88-47CCECD8F433}">
      <dsp:nvSpPr>
        <dsp:cNvPr id="0" name=""/>
        <dsp:cNvSpPr/>
      </dsp:nvSpPr>
      <dsp:spPr>
        <a:xfrm>
          <a:off x="7895299" y="1567570"/>
          <a:ext cx="3354845" cy="503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Winner</a:t>
          </a:r>
          <a:endParaRPr lang="en-US" sz="3200" kern="1200"/>
        </a:p>
      </dsp:txBody>
      <dsp:txXfrm>
        <a:off x="7895299" y="1567570"/>
        <a:ext cx="3354845" cy="503226"/>
      </dsp:txXfrm>
    </dsp:sp>
    <dsp:sp modelId="{9A208C57-8398-4D2C-B0F4-1E09832D8AB9}">
      <dsp:nvSpPr>
        <dsp:cNvPr id="0" name=""/>
        <dsp:cNvSpPr/>
      </dsp:nvSpPr>
      <dsp:spPr>
        <a:xfrm>
          <a:off x="7895299" y="2142743"/>
          <a:ext cx="3354845" cy="16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</a:t>
          </a:r>
          <a:r>
            <a:rPr lang="tr-TR" sz="1700" kern="1200" dirty="0"/>
            <a:t> </a:t>
          </a:r>
          <a:r>
            <a:rPr lang="en-US" sz="1700" kern="1200" dirty="0"/>
            <a:t>first miner to find such a solution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wins the round of competition and publishes that</a:t>
          </a:r>
          <a:r>
            <a:rPr lang="tr-TR" sz="1700" kern="1200"/>
            <a:t> block into the blockchain.</a:t>
          </a:r>
          <a:endParaRPr lang="en-US" sz="1700" kern="1200"/>
        </a:p>
      </dsp:txBody>
      <dsp:txXfrm>
        <a:off x="7895299" y="2142743"/>
        <a:ext cx="3354845" cy="169326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E07F1D-F057-4EA9-B4ED-B31BCDC410B6}">
      <dsp:nvSpPr>
        <dsp:cNvPr id="0" name=""/>
        <dsp:cNvSpPr/>
      </dsp:nvSpPr>
      <dsp:spPr>
        <a:xfrm>
          <a:off x="947807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E59C6-57B4-4922-8A6D-4C9243A7F071}">
      <dsp:nvSpPr>
        <dsp:cNvPr id="0" name=""/>
        <dsp:cNvSpPr/>
      </dsp:nvSpPr>
      <dsp:spPr>
        <a:xfrm>
          <a:off x="8155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in 2010 </a:t>
          </a:r>
        </a:p>
      </dsp:txBody>
      <dsp:txXfrm>
        <a:off x="8155" y="1179855"/>
        <a:ext cx="2891236" cy="426474"/>
      </dsp:txXfrm>
    </dsp:sp>
    <dsp:sp modelId="{A6637385-5613-4475-8985-E755CCE2D062}">
      <dsp:nvSpPr>
        <dsp:cNvPr id="0" name=""/>
        <dsp:cNvSpPr/>
      </dsp:nvSpPr>
      <dsp:spPr>
        <a:xfrm>
          <a:off x="8155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using a very fast desktop computer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find a suitable</a:t>
          </a:r>
          <a:r>
            <a:rPr lang="tr-TR" sz="1700" kern="1200"/>
            <a:t> </a:t>
          </a:r>
          <a:r>
            <a:rPr lang="en-US" sz="1700" kern="1200"/>
            <a:t>Proof-of-Work for new blocks. </a:t>
          </a:r>
        </a:p>
      </dsp:txBody>
      <dsp:txXfrm>
        <a:off x="8155" y="1678140"/>
        <a:ext cx="2891236" cy="1942753"/>
      </dsp:txXfrm>
    </dsp:sp>
    <dsp:sp modelId="{D1A2CBF1-4737-4981-BE1A-74E959C4BA57}">
      <dsp:nvSpPr>
        <dsp:cNvPr id="0" name=""/>
        <dsp:cNvSpPr/>
      </dsp:nvSpPr>
      <dsp:spPr>
        <a:xfrm>
          <a:off x="4345010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62E49-3248-46BA-BB75-29587B69A776}">
      <dsp:nvSpPr>
        <dsp:cNvPr id="0" name=""/>
        <dsp:cNvSpPr/>
      </dsp:nvSpPr>
      <dsp:spPr>
        <a:xfrm>
          <a:off x="3405358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More miners come</a:t>
          </a:r>
          <a:endParaRPr lang="en-US" sz="2700" kern="1200"/>
        </a:p>
      </dsp:txBody>
      <dsp:txXfrm>
        <a:off x="3405358" y="1179855"/>
        <a:ext cx="2891236" cy="426474"/>
      </dsp:txXfrm>
    </dsp:sp>
    <dsp:sp modelId="{F2D3EB8F-58B4-43C3-9E25-B44ACD442A02}">
      <dsp:nvSpPr>
        <dsp:cNvPr id="0" name=""/>
        <dsp:cNvSpPr/>
      </dsp:nvSpPr>
      <dsp:spPr>
        <a:xfrm>
          <a:off x="3405358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more miners started joining the bitcoin network,</a:t>
          </a:r>
          <a:r>
            <a:rPr lang="tr-TR" sz="1700" kern="1200"/>
            <a:t>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difficulty of the problem increased rapidly. </a:t>
          </a:r>
        </a:p>
      </dsp:txBody>
      <dsp:txXfrm>
        <a:off x="3405358" y="1678140"/>
        <a:ext cx="2891236" cy="1942753"/>
      </dsp:txXfrm>
    </dsp:sp>
    <dsp:sp modelId="{950BDBB1-4F28-49E0-8920-4A31E35F4666}">
      <dsp:nvSpPr>
        <dsp:cNvPr id="0" name=""/>
        <dsp:cNvSpPr/>
      </dsp:nvSpPr>
      <dsp:spPr>
        <a:xfrm>
          <a:off x="7742212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AE953-C07B-4BC2-86B2-4118B11715F6}">
      <dsp:nvSpPr>
        <dsp:cNvPr id="0" name=""/>
        <dsp:cNvSpPr/>
      </dsp:nvSpPr>
      <dsp:spPr>
        <a:xfrm>
          <a:off x="6802560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Later</a:t>
          </a:r>
          <a:endParaRPr lang="en-US" sz="2700" kern="1200"/>
        </a:p>
      </dsp:txBody>
      <dsp:txXfrm>
        <a:off x="6802560" y="1179855"/>
        <a:ext cx="2891236" cy="426474"/>
      </dsp:txXfrm>
    </dsp:sp>
    <dsp:sp modelId="{C7E5F784-16B3-4D99-9DAD-FAD0BDA31609}">
      <dsp:nvSpPr>
        <dsp:cNvPr id="0" name=""/>
        <dsp:cNvSpPr/>
      </dsp:nvSpPr>
      <dsp:spPr>
        <a:xfrm>
          <a:off x="6802560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miners upgraded</a:t>
          </a:r>
          <a:r>
            <a:rPr lang="tr-TR" sz="1700" kern="1200"/>
            <a:t> </a:t>
          </a:r>
          <a:r>
            <a:rPr lang="en-US" sz="1700" kern="1200"/>
            <a:t>to more specialized hardware,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such as high-end dedicated graphical processing units</a:t>
          </a:r>
          <a:r>
            <a:rPr lang="tr-TR" sz="1700" kern="1200"/>
            <a:t> </a:t>
          </a:r>
          <a:r>
            <a:rPr lang="en-US" sz="1700" kern="1200"/>
            <a:t>(GPUs) cards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such as those used in gaming desktops or consoles.</a:t>
          </a:r>
        </a:p>
      </dsp:txBody>
      <dsp:txXfrm>
        <a:off x="6802560" y="1678140"/>
        <a:ext cx="2891236" cy="1942753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009C2-708F-4AF2-850D-77F81F7219A9}">
      <dsp:nvSpPr>
        <dsp:cNvPr id="0" name=""/>
        <dsp:cNvSpPr/>
      </dsp:nvSpPr>
      <dsp:spPr>
        <a:xfrm>
          <a:off x="1560193" y="0"/>
          <a:ext cx="1510523" cy="12202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30E46-682B-455B-A23A-E5838B62FC14}">
      <dsp:nvSpPr>
        <dsp:cNvPr id="0" name=""/>
        <dsp:cNvSpPr/>
      </dsp:nvSpPr>
      <dsp:spPr>
        <a:xfrm>
          <a:off x="157564" y="1347088"/>
          <a:ext cx="4315781" cy="522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Difficulty</a:t>
          </a:r>
          <a:endParaRPr lang="en-US" sz="3300" kern="1200"/>
        </a:p>
      </dsp:txBody>
      <dsp:txXfrm>
        <a:off x="157564" y="1347088"/>
        <a:ext cx="4315781" cy="522966"/>
      </dsp:txXfrm>
    </dsp:sp>
    <dsp:sp modelId="{C5F3E899-DEAC-43AF-86E4-853B80073C4F}">
      <dsp:nvSpPr>
        <dsp:cNvPr id="0" name=""/>
        <dsp:cNvSpPr/>
      </dsp:nvSpPr>
      <dsp:spPr>
        <a:xfrm>
          <a:off x="157564" y="1929047"/>
          <a:ext cx="4315781" cy="172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At the time of this</a:t>
          </a:r>
          <a:r>
            <a:rPr lang="tr-TR" sz="1700" kern="1200" dirty="0"/>
            <a:t> </a:t>
          </a:r>
          <a:r>
            <a:rPr lang="en-US" sz="1700" kern="1200" dirty="0"/>
            <a:t>writing, the difficulty is so high that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 is profitable only to mine with application</a:t>
          </a:r>
          <a:r>
            <a:rPr lang="tr-TR" sz="1700" kern="1200" dirty="0"/>
            <a:t> </a:t>
          </a:r>
          <a:r>
            <a:rPr lang="en-US" sz="1700" kern="1200" dirty="0"/>
            <a:t>specific</a:t>
          </a:r>
          <a:r>
            <a:rPr lang="tr-TR" sz="1700" kern="1200" dirty="0"/>
            <a:t> </a:t>
          </a:r>
          <a:r>
            <a:rPr lang="en-US" sz="1700" kern="1200" dirty="0"/>
            <a:t>integrated circuits (ASIC),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essentially </a:t>
          </a:r>
          <a:r>
            <a:rPr lang="en-US" sz="1700" b="1" kern="1200" dirty="0"/>
            <a:t>hundreds</a:t>
          </a:r>
          <a:r>
            <a:rPr lang="en-US" sz="1700" kern="1200" dirty="0"/>
            <a:t> of mining algorithms </a:t>
          </a:r>
          <a:r>
            <a:rPr lang="en-US" sz="1700" b="1" kern="1200" dirty="0"/>
            <a:t>printed</a:t>
          </a:r>
          <a:r>
            <a:rPr lang="tr-TR" sz="1700" b="1" kern="1200" dirty="0"/>
            <a:t> </a:t>
          </a:r>
          <a:r>
            <a:rPr lang="en-US" sz="1700" b="1" kern="1200" dirty="0"/>
            <a:t>in hardware</a:t>
          </a:r>
          <a:r>
            <a:rPr lang="en-US" sz="1700" kern="1200" dirty="0"/>
            <a:t>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running in parallel on a single silicon chip. </a:t>
          </a:r>
        </a:p>
      </dsp:txBody>
      <dsp:txXfrm>
        <a:off x="157564" y="1929047"/>
        <a:ext cx="4315781" cy="1722202"/>
      </dsp:txXfrm>
    </dsp:sp>
    <dsp:sp modelId="{D626126C-057D-43EE-9A63-CF520FC55872}">
      <dsp:nvSpPr>
        <dsp:cNvPr id="0" name=""/>
        <dsp:cNvSpPr/>
      </dsp:nvSpPr>
      <dsp:spPr>
        <a:xfrm>
          <a:off x="6631236" y="0"/>
          <a:ext cx="1510523" cy="12202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D4F21-6FFA-489C-98E2-FB2C02BD1C3B}">
      <dsp:nvSpPr>
        <dsp:cNvPr id="0" name=""/>
        <dsp:cNvSpPr/>
      </dsp:nvSpPr>
      <dsp:spPr>
        <a:xfrm>
          <a:off x="5228607" y="1347088"/>
          <a:ext cx="4315781" cy="522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ASIC Miners</a:t>
          </a:r>
          <a:endParaRPr lang="en-US" sz="3300" kern="1200"/>
        </a:p>
      </dsp:txBody>
      <dsp:txXfrm>
        <a:off x="5228607" y="1347088"/>
        <a:ext cx="4315781" cy="522966"/>
      </dsp:txXfrm>
    </dsp:sp>
    <dsp:sp modelId="{BAA2BAFC-B4F7-4E7F-BDE1-09B6F835D503}">
      <dsp:nvSpPr>
        <dsp:cNvPr id="0" name=""/>
        <dsp:cNvSpPr/>
      </dsp:nvSpPr>
      <dsp:spPr>
        <a:xfrm>
          <a:off x="5228607" y="1929047"/>
          <a:ext cx="4315781" cy="172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 </a:t>
          </a:r>
          <a:r>
            <a:rPr lang="tr-TR" sz="1700" kern="1200" dirty="0"/>
            <a:t>typical mining </a:t>
          </a:r>
          <a:r>
            <a:rPr lang="en-US" sz="1700" kern="1200" dirty="0"/>
            <a:t>company </a:t>
          </a:r>
          <a:r>
            <a:rPr lang="tr-TR" sz="1700" kern="1200" dirty="0"/>
            <a:t>may</a:t>
          </a:r>
          <a:r>
            <a:rPr lang="en-US" sz="1700" kern="1200" dirty="0"/>
            <a:t> run a warehouse containing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thousands of ASIC miners to mine for bitcoin 24 hours a day.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pays its</a:t>
          </a:r>
          <a:r>
            <a:rPr lang="tr-TR" sz="1700" kern="1200"/>
            <a:t> </a:t>
          </a:r>
          <a:r>
            <a:rPr lang="en-US" sz="1700" kern="1200"/>
            <a:t>electricity costs by selling the bitcoin</a:t>
          </a:r>
        </a:p>
      </dsp:txBody>
      <dsp:txXfrm>
        <a:off x="5228607" y="1929047"/>
        <a:ext cx="4315781" cy="172220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9DCEC5-32F4-42FD-B776-0DB3063A6DCD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2632D-B54F-4CD8-9BB6-0E665DE14629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new transactions</a:t>
          </a:r>
          <a:endParaRPr lang="en-US" sz="3600" kern="1200" dirty="0"/>
        </a:p>
      </dsp:txBody>
      <dsp:txXfrm>
        <a:off x="152976" y="1981055"/>
        <a:ext cx="4320000" cy="648000"/>
      </dsp:txXfrm>
    </dsp:sp>
    <dsp:sp modelId="{AA4093D4-540F-4FB3-9251-BD321C97AC37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constant flow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regularly arrive</a:t>
          </a:r>
          <a:endParaRPr lang="en-US" sz="1700" kern="1200" dirty="0"/>
        </a:p>
      </dsp:txBody>
      <dsp:txXfrm>
        <a:off x="152976" y="2688423"/>
        <a:ext cx="4320000" cy="621412"/>
      </dsp:txXfrm>
    </dsp:sp>
    <dsp:sp modelId="{B7C1D498-A018-448E-AFDF-C5E301A9CC79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2C830-10AD-4D8F-97D2-280D4B9B026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Originated</a:t>
          </a:r>
          <a:endParaRPr lang="en-US" sz="3600" kern="1200"/>
        </a:p>
      </dsp:txBody>
      <dsp:txXfrm>
        <a:off x="5228976" y="1981055"/>
        <a:ext cx="4320000" cy="648000"/>
      </dsp:txXfrm>
    </dsp:sp>
    <dsp:sp modelId="{B87EF0D4-C4B1-4EC2-AE3F-90661993AEF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 wallets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other</a:t>
          </a:r>
          <a:r>
            <a:rPr lang="tr-TR" sz="1700" kern="1200" dirty="0"/>
            <a:t> </a:t>
          </a:r>
          <a:r>
            <a:rPr lang="en-US" sz="1700" kern="1200" dirty="0"/>
            <a:t>applications</a:t>
          </a:r>
        </a:p>
      </dsp:txBody>
      <dsp:txXfrm>
        <a:off x="5228976" y="2688423"/>
        <a:ext cx="4320000" cy="62141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68652-4B5A-49BD-8CE2-3F32C9A4D60D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05B88B-38B7-4B8F-8907-EEE36C13425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Network nodes</a:t>
          </a:r>
          <a:endParaRPr lang="en-US" sz="3600" kern="1200"/>
        </a:p>
      </dsp:txBody>
      <dsp:txXfrm>
        <a:off x="152976" y="1981055"/>
        <a:ext cx="4320000" cy="648000"/>
      </dsp:txXfrm>
    </dsp:sp>
    <dsp:sp modelId="{79CC6D65-2EE1-4131-BA45-52F92F42A8C2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get added </a:t>
          </a:r>
          <a:r>
            <a:rPr lang="tr-TR" sz="1700" kern="1200" dirty="0"/>
            <a:t>new transactions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a temporary</a:t>
          </a:r>
          <a:r>
            <a:rPr lang="tr-TR" sz="1700" kern="1200" dirty="0"/>
            <a:t> </a:t>
          </a:r>
          <a:r>
            <a:rPr lang="en-US" sz="1700" kern="1200" dirty="0"/>
            <a:t>pool of</a:t>
          </a:r>
        </a:p>
      </dsp:txBody>
      <dsp:txXfrm>
        <a:off x="152976" y="2688423"/>
        <a:ext cx="4320000" cy="621412"/>
      </dsp:txXfrm>
    </dsp:sp>
    <dsp:sp modelId="{A43B1074-F140-4D8E-AD2D-D109B97E6995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F7895-E411-4FC2-AD5D-08347CC427A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Temporary pool</a:t>
          </a:r>
          <a:endParaRPr lang="en-US" sz="3600" kern="1200"/>
        </a:p>
      </dsp:txBody>
      <dsp:txXfrm>
        <a:off x="5228976" y="1981055"/>
        <a:ext cx="4320000" cy="648000"/>
      </dsp:txXfrm>
    </dsp:sp>
    <dsp:sp modelId="{C5400FDC-11D6-43CE-8820-BB75FD6FD690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contains </a:t>
          </a:r>
          <a:r>
            <a:rPr lang="en-US" sz="1700" kern="1200" dirty="0"/>
            <a:t>unverified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maintained by node</a:t>
          </a:r>
          <a:endParaRPr lang="en-US" sz="1700" kern="1200" dirty="0"/>
        </a:p>
      </dsp:txBody>
      <dsp:txXfrm>
        <a:off x="5228976" y="2688423"/>
        <a:ext cx="4320000" cy="62141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FF6C7-E562-4747-BE14-D6BB266B28F9}">
      <dsp:nvSpPr>
        <dsp:cNvPr id="0" name=""/>
        <dsp:cNvSpPr/>
      </dsp:nvSpPr>
      <dsp:spPr>
        <a:xfrm>
          <a:off x="943992" y="43486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07BDE-F1A8-41FC-9B0C-9EC55AF6025B}">
      <dsp:nvSpPr>
        <dsp:cNvPr id="0" name=""/>
        <dsp:cNvSpPr/>
      </dsp:nvSpPr>
      <dsp:spPr>
        <a:xfrm>
          <a:off x="3421" y="156739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Miner</a:t>
          </a:r>
          <a:endParaRPr lang="en-US" sz="2400" kern="1200"/>
        </a:p>
      </dsp:txBody>
      <dsp:txXfrm>
        <a:off x="3421" y="1567393"/>
        <a:ext cx="2894062" cy="434109"/>
      </dsp:txXfrm>
    </dsp:sp>
    <dsp:sp modelId="{40716706-6ACB-4A39-9237-7AD911D0C6E4}">
      <dsp:nvSpPr>
        <dsp:cNvPr id="0" name=""/>
        <dsp:cNvSpPr/>
      </dsp:nvSpPr>
      <dsp:spPr>
        <a:xfrm>
          <a:off x="3421" y="2057132"/>
          <a:ext cx="2894062" cy="115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Constructing </a:t>
          </a:r>
          <a:r>
            <a:rPr lang="tr-TR" sz="1700" kern="1200" dirty="0"/>
            <a:t>new block</a:t>
          </a:r>
          <a:endParaRPr lang="en-US" sz="1700" kern="1200" dirty="0"/>
        </a:p>
      </dsp:txBody>
      <dsp:txXfrm>
        <a:off x="3421" y="2057132"/>
        <a:ext cx="2894062" cy="1159251"/>
      </dsp:txXfrm>
    </dsp:sp>
    <dsp:sp modelId="{ACFB5CAB-F823-40A8-9DD7-DF22AF814F89}">
      <dsp:nvSpPr>
        <dsp:cNvPr id="0" name=""/>
        <dsp:cNvSpPr/>
      </dsp:nvSpPr>
      <dsp:spPr>
        <a:xfrm>
          <a:off x="4344515" y="43486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2B094-ECD4-4D4A-B0F9-D8B0513CB6B9}">
      <dsp:nvSpPr>
        <dsp:cNvPr id="0" name=""/>
        <dsp:cNvSpPr/>
      </dsp:nvSpPr>
      <dsp:spPr>
        <a:xfrm>
          <a:off x="3403945" y="156739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Using transaction pool</a:t>
          </a:r>
          <a:endParaRPr lang="en-US" sz="2400" kern="1200" dirty="0"/>
        </a:p>
      </dsp:txBody>
      <dsp:txXfrm>
        <a:off x="3403945" y="1567393"/>
        <a:ext cx="2894062" cy="434109"/>
      </dsp:txXfrm>
    </dsp:sp>
    <dsp:sp modelId="{06694F63-FE7C-41E0-AEAF-ACFED37898F6}">
      <dsp:nvSpPr>
        <dsp:cNvPr id="0" name=""/>
        <dsp:cNvSpPr/>
      </dsp:nvSpPr>
      <dsp:spPr>
        <a:xfrm>
          <a:off x="3403945" y="2057132"/>
          <a:ext cx="2894062" cy="115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they add unverified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from </a:t>
          </a:r>
          <a:r>
            <a:rPr lang="tr-TR" sz="1700" kern="1200" dirty="0"/>
            <a:t>the</a:t>
          </a:r>
          <a:r>
            <a:rPr lang="en-US" sz="1700" kern="1200" dirty="0"/>
            <a:t> pool to the new block </a:t>
          </a:r>
        </a:p>
      </dsp:txBody>
      <dsp:txXfrm>
        <a:off x="3403945" y="2057132"/>
        <a:ext cx="2894062" cy="1159251"/>
      </dsp:txXfrm>
    </dsp:sp>
    <dsp:sp modelId="{A6CE6083-25DD-4FA9-877D-AF2715170EEE}">
      <dsp:nvSpPr>
        <dsp:cNvPr id="0" name=""/>
        <dsp:cNvSpPr/>
      </dsp:nvSpPr>
      <dsp:spPr>
        <a:xfrm>
          <a:off x="7745039" y="43486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D512E-5EB6-4F17-B6B5-EF4496ECD70D}">
      <dsp:nvSpPr>
        <dsp:cNvPr id="0" name=""/>
        <dsp:cNvSpPr/>
      </dsp:nvSpPr>
      <dsp:spPr>
        <a:xfrm>
          <a:off x="6804468" y="156739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Mining</a:t>
          </a:r>
          <a:endParaRPr lang="en-US" sz="2400" kern="1200"/>
        </a:p>
      </dsp:txBody>
      <dsp:txXfrm>
        <a:off x="6804468" y="1567393"/>
        <a:ext cx="2894062" cy="434109"/>
      </dsp:txXfrm>
    </dsp:sp>
    <dsp:sp modelId="{0C33EA06-894D-4165-BD74-7CF9F8EE1A05}">
      <dsp:nvSpPr>
        <dsp:cNvPr id="0" name=""/>
        <dsp:cNvSpPr/>
      </dsp:nvSpPr>
      <dsp:spPr>
        <a:xfrm>
          <a:off x="6804468" y="2057132"/>
          <a:ext cx="2894062" cy="115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Execute Proof-of-Work </a:t>
          </a:r>
          <a:r>
            <a:rPr lang="en-US" sz="1700" kern="1200" dirty="0"/>
            <a:t>mining algorithm</a:t>
          </a:r>
          <a:r>
            <a:rPr lang="tr-TR" sz="1700" kern="1200" dirty="0"/>
            <a:t> 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prove the validity of that new block</a:t>
          </a:r>
        </a:p>
      </dsp:txBody>
      <dsp:txXfrm>
        <a:off x="6804468" y="2057132"/>
        <a:ext cx="2894062" cy="1159251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776AC-70C8-4BC3-824B-0433DC68EA73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2D2CD-7980-46F4-A8A8-E24CEC093A6A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Transactions are added to the new block </a:t>
          </a:r>
        </a:p>
      </dsp:txBody>
      <dsp:txXfrm>
        <a:off x="181505" y="2267121"/>
        <a:ext cx="2787744" cy="720000"/>
      </dsp:txXfrm>
    </dsp:sp>
    <dsp:sp modelId="{64CFB1A8-7EFA-410B-92B6-B4C757FBC092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81A4D7-F350-4EF0-8F87-F58FD5F1BA0E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prioritized by the highest-fee transactions</a:t>
          </a:r>
          <a:r>
            <a:rPr lang="tr-TR" sz="2100" kern="1200" dirty="0"/>
            <a:t> </a:t>
          </a:r>
          <a:r>
            <a:rPr lang="en-US" sz="2100" kern="1200" dirty="0"/>
            <a:t>first</a:t>
          </a:r>
        </a:p>
      </dsp:txBody>
      <dsp:txXfrm>
        <a:off x="3457104" y="2267121"/>
        <a:ext cx="2787744" cy="720000"/>
      </dsp:txXfrm>
    </dsp:sp>
    <dsp:sp modelId="{A4A7109C-BDF2-4D72-97FF-9A16C280EF08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F604A-4713-4BD7-AFE0-3947BD0B5319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and </a:t>
          </a:r>
          <a:r>
            <a:rPr lang="en-US" sz="2100" kern="1200" dirty="0"/>
            <a:t>a few other criteria. </a:t>
          </a:r>
        </a:p>
      </dsp:txBody>
      <dsp:txXfrm>
        <a:off x="6732703" y="2267121"/>
        <a:ext cx="2787744" cy="720000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0C569-5F4E-4F5E-836A-2638FF1959A3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55BEE-020C-429F-A0F3-57F2382EA4A5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Each miner starts the process of mining a new block of</a:t>
          </a:r>
          <a:r>
            <a:rPr lang="tr-TR" sz="1500" kern="1200" dirty="0"/>
            <a:t> </a:t>
          </a:r>
          <a:r>
            <a:rPr lang="en-US" sz="1500" kern="1200" dirty="0"/>
            <a:t>transactions</a:t>
          </a:r>
        </a:p>
      </dsp:txBody>
      <dsp:txXfrm>
        <a:off x="181505" y="2267121"/>
        <a:ext cx="2787744" cy="720000"/>
      </dsp:txXfrm>
    </dsp:sp>
    <dsp:sp modelId="{70496F3A-0079-4D45-836D-1A19F2A27CAF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50F28-593D-4610-872E-5ED10195917A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as soon as he receives the previous block from the network, </a:t>
          </a:r>
        </a:p>
      </dsp:txBody>
      <dsp:txXfrm>
        <a:off x="3457104" y="2267121"/>
        <a:ext cx="2787744" cy="720000"/>
      </dsp:txXfrm>
    </dsp:sp>
    <dsp:sp modelId="{EA2A1143-834F-49B6-BC9D-3ACBA22F14B4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40E40-954A-4F1F-9BA5-123AEEB351A5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knowing </a:t>
          </a:r>
          <a:r>
            <a:rPr lang="en-US" sz="1500" kern="1200" dirty="0"/>
            <a:t>he</a:t>
          </a:r>
          <a:r>
            <a:rPr lang="tr-TR" sz="1500" kern="1200" dirty="0"/>
            <a:t> </a:t>
          </a:r>
          <a:r>
            <a:rPr lang="en-US" sz="1500" kern="1200" dirty="0"/>
            <a:t>has lost that previous round of competition.</a:t>
          </a:r>
        </a:p>
      </dsp:txBody>
      <dsp:txXfrm>
        <a:off x="6732703" y="2267121"/>
        <a:ext cx="2787744" cy="720000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6A476-3909-441B-A864-121FD1534FE8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FEE75-9C8B-4E46-8A23-3E75B8969C1F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He immediately creates a new block,</a:t>
          </a:r>
        </a:p>
      </dsp:txBody>
      <dsp:txXfrm>
        <a:off x="181505" y="2267121"/>
        <a:ext cx="2787744" cy="720000"/>
      </dsp:txXfrm>
    </dsp:sp>
    <dsp:sp modelId="{FE786772-66DB-4130-9E5F-B955B7731C28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2F4D9-931B-4CCC-9689-A42869942322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fills</a:t>
          </a:r>
          <a:r>
            <a:rPr lang="tr-TR" sz="1600" kern="1200" dirty="0"/>
            <a:t> </a:t>
          </a:r>
          <a:r>
            <a:rPr lang="en-US" sz="1600" kern="1200" dirty="0"/>
            <a:t>it with transactions and the fingerprint of the previous block, </a:t>
          </a:r>
        </a:p>
      </dsp:txBody>
      <dsp:txXfrm>
        <a:off x="3457104" y="2267121"/>
        <a:ext cx="2787744" cy="720000"/>
      </dsp:txXfrm>
    </dsp:sp>
    <dsp:sp modelId="{632FF139-B369-4B59-AD0E-F1449397B5A6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3CA45-2FDF-4CC4-9451-B659AF220A8A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starts calculating</a:t>
          </a:r>
          <a:r>
            <a:rPr lang="tr-TR" sz="1600" kern="1200" dirty="0"/>
            <a:t> </a:t>
          </a:r>
          <a:r>
            <a:rPr lang="en-US" sz="1600" kern="1200" dirty="0"/>
            <a:t>the Proof-of-Work for the new block..</a:t>
          </a:r>
        </a:p>
      </dsp:txBody>
      <dsp:txXfrm>
        <a:off x="6732703" y="2267121"/>
        <a:ext cx="2787744" cy="720000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F6FF1-4829-404D-ACCD-1CF80B7ACB9E}">
      <dsp:nvSpPr>
        <dsp:cNvPr id="0" name=""/>
        <dsp:cNvSpPr/>
      </dsp:nvSpPr>
      <dsp:spPr>
        <a:xfrm>
          <a:off x="0" y="1181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032CF-C568-486C-8B7A-F6B39E9443E5}">
      <dsp:nvSpPr>
        <dsp:cNvPr id="0" name=""/>
        <dsp:cNvSpPr/>
      </dsp:nvSpPr>
      <dsp:spPr>
        <a:xfrm>
          <a:off x="152246" y="114422"/>
          <a:ext cx="276812" cy="276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07097-0131-4F0A-A080-7FDFCD9F1B02}">
      <dsp:nvSpPr>
        <dsp:cNvPr id="0" name=""/>
        <dsp:cNvSpPr/>
      </dsp:nvSpPr>
      <dsp:spPr>
        <a:xfrm>
          <a:off x="581305" y="1181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miner includes a special transaction in his</a:t>
          </a:r>
          <a:r>
            <a:rPr lang="tr-TR" sz="1900" kern="1200"/>
            <a:t> </a:t>
          </a:r>
          <a:r>
            <a:rPr lang="en-US" sz="1900" kern="1200"/>
            <a:t>block</a:t>
          </a:r>
        </a:p>
      </dsp:txBody>
      <dsp:txXfrm>
        <a:off x="581305" y="1181"/>
        <a:ext cx="9120647" cy="503294"/>
      </dsp:txXfrm>
    </dsp:sp>
    <dsp:sp modelId="{443D951A-CBF7-4F35-8246-21C7AD91F0EA}">
      <dsp:nvSpPr>
        <dsp:cNvPr id="0" name=""/>
        <dsp:cNvSpPr/>
      </dsp:nvSpPr>
      <dsp:spPr>
        <a:xfrm>
          <a:off x="0" y="630299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A7DAC-CCD2-443B-8091-DC3E235AA5CE}">
      <dsp:nvSpPr>
        <dsp:cNvPr id="0" name=""/>
        <dsp:cNvSpPr/>
      </dsp:nvSpPr>
      <dsp:spPr>
        <a:xfrm>
          <a:off x="152246" y="743541"/>
          <a:ext cx="276812" cy="276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8EC47-1A40-429F-A42F-ADD530AA6AFD}">
      <dsp:nvSpPr>
        <dsp:cNvPr id="0" name=""/>
        <dsp:cNvSpPr/>
      </dsp:nvSpPr>
      <dsp:spPr>
        <a:xfrm>
          <a:off x="581305" y="630299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one that pays his own bitcoin address the block reward</a:t>
          </a:r>
        </a:p>
      </dsp:txBody>
      <dsp:txXfrm>
        <a:off x="581305" y="630299"/>
        <a:ext cx="9120647" cy="503294"/>
      </dsp:txXfrm>
    </dsp:sp>
    <dsp:sp modelId="{28F0A3F1-6402-494B-8E80-1A39B244F68A}">
      <dsp:nvSpPr>
        <dsp:cNvPr id="0" name=""/>
        <dsp:cNvSpPr/>
      </dsp:nvSpPr>
      <dsp:spPr>
        <a:xfrm>
          <a:off x="0" y="1259418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65290-CA4E-410F-A114-31C0AD1C3EA6}">
      <dsp:nvSpPr>
        <dsp:cNvPr id="0" name=""/>
        <dsp:cNvSpPr/>
      </dsp:nvSpPr>
      <dsp:spPr>
        <a:xfrm>
          <a:off x="152246" y="1372659"/>
          <a:ext cx="276812" cy="276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7211A-6DF1-43F1-B15C-D3756247970B}">
      <dsp:nvSpPr>
        <dsp:cNvPr id="0" name=""/>
        <dsp:cNvSpPr/>
      </dsp:nvSpPr>
      <dsp:spPr>
        <a:xfrm>
          <a:off x="581305" y="1259418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currently </a:t>
          </a:r>
          <a:r>
            <a:rPr lang="tr-TR" sz="1900" kern="1200" dirty="0"/>
            <a:t>6.</a:t>
          </a:r>
          <a:r>
            <a:rPr lang="en-US" sz="1900" kern="1200" dirty="0"/>
            <a:t>25 newly</a:t>
          </a:r>
          <a:r>
            <a:rPr lang="tr-TR" sz="1900" kern="1200" dirty="0"/>
            <a:t> </a:t>
          </a:r>
          <a:r>
            <a:rPr lang="en-US" sz="1900" kern="1200" dirty="0"/>
            <a:t>created bitcoin</a:t>
          </a:r>
        </a:p>
      </dsp:txBody>
      <dsp:txXfrm>
        <a:off x="581305" y="1259418"/>
        <a:ext cx="9120647" cy="503294"/>
      </dsp:txXfrm>
    </dsp:sp>
    <dsp:sp modelId="{5C9596DA-F970-4D51-88DC-23D0A4179F1C}">
      <dsp:nvSpPr>
        <dsp:cNvPr id="0" name=""/>
        <dsp:cNvSpPr/>
      </dsp:nvSpPr>
      <dsp:spPr>
        <a:xfrm>
          <a:off x="0" y="1888536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5DC19-8CE3-4493-8E13-A788DFAA6BC5}">
      <dsp:nvSpPr>
        <dsp:cNvPr id="0" name=""/>
        <dsp:cNvSpPr/>
      </dsp:nvSpPr>
      <dsp:spPr>
        <a:xfrm>
          <a:off x="152246" y="2001778"/>
          <a:ext cx="276812" cy="2768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D9D92-79A9-46D9-A4DC-FE38B761A1EB}">
      <dsp:nvSpPr>
        <dsp:cNvPr id="0" name=""/>
        <dsp:cNvSpPr/>
      </dsp:nvSpPr>
      <dsp:spPr>
        <a:xfrm>
          <a:off x="581305" y="1888536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plus the sum of transaction fees</a:t>
          </a:r>
        </a:p>
      </dsp:txBody>
      <dsp:txXfrm>
        <a:off x="581305" y="1888536"/>
        <a:ext cx="9120647" cy="503294"/>
      </dsp:txXfrm>
    </dsp:sp>
    <dsp:sp modelId="{CFCF1FC8-B43B-4469-A44D-32802C72A3A8}">
      <dsp:nvSpPr>
        <dsp:cNvPr id="0" name=""/>
        <dsp:cNvSpPr/>
      </dsp:nvSpPr>
      <dsp:spPr>
        <a:xfrm>
          <a:off x="0" y="2517655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2BF0A-748B-413C-96E6-84B6755D60FC}">
      <dsp:nvSpPr>
        <dsp:cNvPr id="0" name=""/>
        <dsp:cNvSpPr/>
      </dsp:nvSpPr>
      <dsp:spPr>
        <a:xfrm>
          <a:off x="152246" y="2630896"/>
          <a:ext cx="276812" cy="2768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CABE5-ADE5-4873-87B9-4CF46B931845}">
      <dsp:nvSpPr>
        <dsp:cNvPr id="0" name=""/>
        <dsp:cNvSpPr/>
      </dsp:nvSpPr>
      <dsp:spPr>
        <a:xfrm>
          <a:off x="581305" y="2517655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from all the transactions</a:t>
          </a:r>
        </a:p>
      </dsp:txBody>
      <dsp:txXfrm>
        <a:off x="581305" y="2517655"/>
        <a:ext cx="9120647" cy="503294"/>
      </dsp:txXfrm>
    </dsp:sp>
    <dsp:sp modelId="{B904B45E-E480-4664-A8B1-F8EF444772F8}">
      <dsp:nvSpPr>
        <dsp:cNvPr id="0" name=""/>
        <dsp:cNvSpPr/>
      </dsp:nvSpPr>
      <dsp:spPr>
        <a:xfrm>
          <a:off x="0" y="3146774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318D1-527A-410D-9DF1-6AC5675663C8}">
      <dsp:nvSpPr>
        <dsp:cNvPr id="0" name=""/>
        <dsp:cNvSpPr/>
      </dsp:nvSpPr>
      <dsp:spPr>
        <a:xfrm>
          <a:off x="152246" y="3260015"/>
          <a:ext cx="276812" cy="27681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12B58-379E-49EF-9593-521D92EA6E68}">
      <dsp:nvSpPr>
        <dsp:cNvPr id="0" name=""/>
        <dsp:cNvSpPr/>
      </dsp:nvSpPr>
      <dsp:spPr>
        <a:xfrm>
          <a:off x="581305" y="3146774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included in</a:t>
          </a:r>
          <a:r>
            <a:rPr lang="tr-TR" sz="1900" kern="1200"/>
            <a:t> </a:t>
          </a:r>
          <a:r>
            <a:rPr lang="en-US" sz="1900" kern="1200"/>
            <a:t>the block.</a:t>
          </a:r>
        </a:p>
      </dsp:txBody>
      <dsp:txXfrm>
        <a:off x="581305" y="3146774"/>
        <a:ext cx="9120647" cy="503294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91555-341A-4C01-8E47-5918FB6DCB13}">
      <dsp:nvSpPr>
        <dsp:cNvPr id="0" name=""/>
        <dsp:cNvSpPr/>
      </dsp:nvSpPr>
      <dsp:spPr>
        <a:xfrm>
          <a:off x="0" y="445"/>
          <a:ext cx="9701953" cy="10429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5B855-5CAF-4DF5-9200-584FEBD9FCE0}">
      <dsp:nvSpPr>
        <dsp:cNvPr id="0" name=""/>
        <dsp:cNvSpPr/>
      </dsp:nvSpPr>
      <dsp:spPr>
        <a:xfrm>
          <a:off x="315495" y="235111"/>
          <a:ext cx="573627" cy="573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7F85F-4C61-4A48-87C6-CDF3CB681C10}">
      <dsp:nvSpPr>
        <dsp:cNvPr id="0" name=""/>
        <dsp:cNvSpPr/>
      </dsp:nvSpPr>
      <dsp:spPr>
        <a:xfrm>
          <a:off x="1204618" y="445"/>
          <a:ext cx="4365878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If he finds a solution</a:t>
          </a:r>
        </a:p>
      </dsp:txBody>
      <dsp:txXfrm>
        <a:off x="1204618" y="445"/>
        <a:ext cx="4365878" cy="1042959"/>
      </dsp:txXfrm>
    </dsp:sp>
    <dsp:sp modelId="{9B40E291-9E19-4BAB-886E-29CDB56E5A2A}">
      <dsp:nvSpPr>
        <dsp:cNvPr id="0" name=""/>
        <dsp:cNvSpPr/>
      </dsp:nvSpPr>
      <dsp:spPr>
        <a:xfrm>
          <a:off x="5570497" y="445"/>
          <a:ext cx="4131455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makes that block valid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 “wins” this reward</a:t>
          </a:r>
        </a:p>
      </dsp:txBody>
      <dsp:txXfrm>
        <a:off x="5570497" y="445"/>
        <a:ext cx="4131455" cy="1042959"/>
      </dsp:txXfrm>
    </dsp:sp>
    <dsp:sp modelId="{911395AF-1FE3-49CA-843F-E6D6448031A8}">
      <dsp:nvSpPr>
        <dsp:cNvPr id="0" name=""/>
        <dsp:cNvSpPr/>
      </dsp:nvSpPr>
      <dsp:spPr>
        <a:xfrm>
          <a:off x="0" y="1304145"/>
          <a:ext cx="9701953" cy="10429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DAD6E-368C-40D1-AFF2-CC01CF8DED70}">
      <dsp:nvSpPr>
        <dsp:cNvPr id="0" name=""/>
        <dsp:cNvSpPr/>
      </dsp:nvSpPr>
      <dsp:spPr>
        <a:xfrm>
          <a:off x="315495" y="1538811"/>
          <a:ext cx="573627" cy="573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578BB-EC85-44D8-8881-B47CCFE335C9}">
      <dsp:nvSpPr>
        <dsp:cNvPr id="0" name=""/>
        <dsp:cNvSpPr/>
      </dsp:nvSpPr>
      <dsp:spPr>
        <a:xfrm>
          <a:off x="1204618" y="1304145"/>
          <a:ext cx="4365878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This</a:t>
          </a:r>
          <a:r>
            <a:rPr lang="en-US" sz="2500" kern="1200"/>
            <a:t> successful block</a:t>
          </a:r>
        </a:p>
      </dsp:txBody>
      <dsp:txXfrm>
        <a:off x="1204618" y="1304145"/>
        <a:ext cx="4365878" cy="1042959"/>
      </dsp:txXfrm>
    </dsp:sp>
    <dsp:sp modelId="{178B1106-F474-4001-8526-173A9591BBB9}">
      <dsp:nvSpPr>
        <dsp:cNvPr id="0" name=""/>
        <dsp:cNvSpPr/>
      </dsp:nvSpPr>
      <dsp:spPr>
        <a:xfrm>
          <a:off x="5570497" y="1304145"/>
          <a:ext cx="4131455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 is added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 the global blockchain</a:t>
          </a:r>
        </a:p>
      </dsp:txBody>
      <dsp:txXfrm>
        <a:off x="5570497" y="1304145"/>
        <a:ext cx="4131455" cy="1042959"/>
      </dsp:txXfrm>
    </dsp:sp>
    <dsp:sp modelId="{BB8C0139-1DDD-41DF-84FB-21F56E34CC03}">
      <dsp:nvSpPr>
        <dsp:cNvPr id="0" name=""/>
        <dsp:cNvSpPr/>
      </dsp:nvSpPr>
      <dsp:spPr>
        <a:xfrm>
          <a:off x="0" y="2607844"/>
          <a:ext cx="9701953" cy="10429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91C4C-058E-45B2-AD0F-22630A43720C}">
      <dsp:nvSpPr>
        <dsp:cNvPr id="0" name=""/>
        <dsp:cNvSpPr/>
      </dsp:nvSpPr>
      <dsp:spPr>
        <a:xfrm>
          <a:off x="315495" y="2842510"/>
          <a:ext cx="573627" cy="5736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7B077-ACE1-46F0-A1EC-51AAD81FC7C3}">
      <dsp:nvSpPr>
        <dsp:cNvPr id="0" name=""/>
        <dsp:cNvSpPr/>
      </dsp:nvSpPr>
      <dsp:spPr>
        <a:xfrm>
          <a:off x="1204618" y="2607844"/>
          <a:ext cx="4365878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reward transaction</a:t>
          </a:r>
        </a:p>
      </dsp:txBody>
      <dsp:txXfrm>
        <a:off x="1204618" y="2607844"/>
        <a:ext cx="4365878" cy="1042959"/>
      </dsp:txXfrm>
    </dsp:sp>
    <dsp:sp modelId="{B1E33102-FF80-43DC-80AE-C64E1328357B}">
      <dsp:nvSpPr>
        <dsp:cNvPr id="0" name=""/>
        <dsp:cNvSpPr/>
      </dsp:nvSpPr>
      <dsp:spPr>
        <a:xfrm>
          <a:off x="5570497" y="2607844"/>
          <a:ext cx="4131455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included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becomes spendable.</a:t>
          </a:r>
        </a:p>
      </dsp:txBody>
      <dsp:txXfrm>
        <a:off x="5570497" y="2607844"/>
        <a:ext cx="4131455" cy="1042959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4E8B3-ED11-4FE8-849B-0441146EA299}">
      <dsp:nvSpPr>
        <dsp:cNvPr id="0" name=""/>
        <dsp:cNvSpPr/>
      </dsp:nvSpPr>
      <dsp:spPr>
        <a:xfrm>
          <a:off x="2690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A0E8D-6D4B-425D-BF5F-694FBB2B231C}">
      <dsp:nvSpPr>
        <dsp:cNvPr id="0" name=""/>
        <dsp:cNvSpPr/>
      </dsp:nvSpPr>
      <dsp:spPr>
        <a:xfrm>
          <a:off x="2690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Validation</a:t>
          </a:r>
          <a:endParaRPr lang="en-US" sz="3600" kern="1200"/>
        </a:p>
      </dsp:txBody>
      <dsp:txXfrm>
        <a:off x="2690976" y="1800668"/>
        <a:ext cx="4320000" cy="648000"/>
      </dsp:txXfrm>
    </dsp:sp>
    <dsp:sp modelId="{F23F5A85-7623-44C0-8DE2-575C44FC7C91}">
      <dsp:nvSpPr>
        <dsp:cNvPr id="0" name=""/>
        <dsp:cNvSpPr/>
      </dsp:nvSpPr>
      <dsp:spPr>
        <a:xfrm>
          <a:off x="2690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 bitcoin client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independently verify the transaction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valid and spendable</a:t>
          </a:r>
        </a:p>
      </dsp:txBody>
      <dsp:txXfrm>
        <a:off x="2690976" y="2515931"/>
        <a:ext cx="4320000" cy="991265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BE1100-E028-4FB2-B67D-E73B67A932B7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F62A3-36D1-4FE1-9129-CF006FCBB2CB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Full-node clients </a:t>
          </a:r>
        </a:p>
      </dsp:txBody>
      <dsp:txXfrm>
        <a:off x="152976" y="1801062"/>
        <a:ext cx="4320000" cy="648000"/>
      </dsp:txXfrm>
    </dsp:sp>
    <dsp:sp modelId="{300726C9-9945-4848-AB5F-9C528C033702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track the source of the funds</a:t>
          </a:r>
        </a:p>
      </dsp:txBody>
      <dsp:txXfrm>
        <a:off x="152976" y="2516307"/>
        <a:ext cx="4320000" cy="990458"/>
      </dsp:txXfrm>
    </dsp:sp>
    <dsp:sp modelId="{F32C718D-B441-45AE-A990-FF5DFB3F3F5A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433F0-20C2-4265-B45E-015BFBC2A77A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from</a:t>
          </a:r>
        </a:p>
      </dsp:txBody>
      <dsp:txXfrm>
        <a:off x="5228976" y="1801062"/>
        <a:ext cx="4320000" cy="648000"/>
      </dsp:txXfrm>
    </dsp:sp>
    <dsp:sp modelId="{7FD43339-1A30-4194-8234-9BEE31152DE7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moment the bitcoin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were</a:t>
          </a:r>
          <a:r>
            <a:rPr lang="tr-TR" sz="1700" kern="1200"/>
            <a:t> </a:t>
          </a:r>
          <a:r>
            <a:rPr lang="en-US" sz="1700" kern="1200"/>
            <a:t>first generated in a block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incrementally from transaction to transaction</a:t>
          </a:r>
        </a:p>
      </dsp:txBody>
      <dsp:txXfrm>
        <a:off x="5228976" y="2516307"/>
        <a:ext cx="4320000" cy="990458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933C7-6FFA-4840-8383-07AC2A1FCD0A}">
      <dsp:nvSpPr>
        <dsp:cNvPr id="0" name=""/>
        <dsp:cNvSpPr/>
      </dsp:nvSpPr>
      <dsp:spPr>
        <a:xfrm>
          <a:off x="3421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61927-975C-4CDC-B38E-9CD2C4BC43E9}">
      <dsp:nvSpPr>
        <dsp:cNvPr id="0" name=""/>
        <dsp:cNvSpPr/>
      </dsp:nvSpPr>
      <dsp:spPr>
        <a:xfrm>
          <a:off x="3421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Lightweight clients </a:t>
          </a:r>
        </a:p>
      </dsp:txBody>
      <dsp:txXfrm>
        <a:off x="3421" y="1515608"/>
        <a:ext cx="2894062" cy="434109"/>
      </dsp:txXfrm>
    </dsp:sp>
    <dsp:sp modelId="{961EE3A0-640F-4CCA-AC58-905EB59F2991}">
      <dsp:nvSpPr>
        <dsp:cNvPr id="0" name=""/>
        <dsp:cNvSpPr/>
      </dsp:nvSpPr>
      <dsp:spPr>
        <a:xfrm>
          <a:off x="3421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do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simplified payment</a:t>
          </a:r>
          <a:r>
            <a:rPr lang="tr-TR" sz="1700" kern="1200"/>
            <a:t> </a:t>
          </a:r>
          <a:r>
            <a:rPr lang="en-US" sz="1700" kern="1200"/>
            <a:t>verification</a:t>
          </a:r>
        </a:p>
      </dsp:txBody>
      <dsp:txXfrm>
        <a:off x="3421" y="2007614"/>
        <a:ext cx="2894062" cy="1265426"/>
      </dsp:txXfrm>
    </dsp:sp>
    <dsp:sp modelId="{C466EA4F-519E-4C0C-BC8D-F8E091BF686F}">
      <dsp:nvSpPr>
        <dsp:cNvPr id="0" name=""/>
        <dsp:cNvSpPr/>
      </dsp:nvSpPr>
      <dsp:spPr>
        <a:xfrm>
          <a:off x="3403945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6DFBE-BA69-480D-AACC-7D7048E3AB68}">
      <dsp:nvSpPr>
        <dsp:cNvPr id="0" name=""/>
        <dsp:cNvSpPr/>
      </dsp:nvSpPr>
      <dsp:spPr>
        <a:xfrm>
          <a:off x="3403945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Verification</a:t>
          </a:r>
          <a:endParaRPr lang="en-US" sz="2800" kern="1200"/>
        </a:p>
      </dsp:txBody>
      <dsp:txXfrm>
        <a:off x="3403945" y="1515608"/>
        <a:ext cx="2894062" cy="434109"/>
      </dsp:txXfrm>
    </dsp:sp>
    <dsp:sp modelId="{40ECF814-033B-4F37-BA6F-A2FA4D8379BE}">
      <dsp:nvSpPr>
        <dsp:cNvPr id="0" name=""/>
        <dsp:cNvSpPr/>
      </dsp:nvSpPr>
      <dsp:spPr>
        <a:xfrm>
          <a:off x="3403945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confirming</a:t>
          </a:r>
          <a:r>
            <a:rPr lang="tr-TR" sz="1700" kern="1200"/>
            <a:t> </a:t>
          </a:r>
          <a:r>
            <a:rPr lang="en-US" sz="1700" kern="1200"/>
            <a:t>that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transaction is in the blockchain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has several blocks mined after it</a:t>
          </a:r>
        </a:p>
      </dsp:txBody>
      <dsp:txXfrm>
        <a:off x="3403945" y="2007614"/>
        <a:ext cx="2894062" cy="1265426"/>
      </dsp:txXfrm>
    </dsp:sp>
    <dsp:sp modelId="{4976EBAC-1C38-4190-9F1F-28AB61BC098C}">
      <dsp:nvSpPr>
        <dsp:cNvPr id="0" name=""/>
        <dsp:cNvSpPr/>
      </dsp:nvSpPr>
      <dsp:spPr>
        <a:xfrm>
          <a:off x="6804468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E92EE-EAAA-474B-B751-A2A3463B086A}">
      <dsp:nvSpPr>
        <dsp:cNvPr id="0" name=""/>
        <dsp:cNvSpPr/>
      </dsp:nvSpPr>
      <dsp:spPr>
        <a:xfrm>
          <a:off x="6804468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Assurance</a:t>
          </a:r>
          <a:endParaRPr lang="en-US" sz="2800" kern="1200"/>
        </a:p>
      </dsp:txBody>
      <dsp:txXfrm>
        <a:off x="6804468" y="1515608"/>
        <a:ext cx="2894062" cy="434109"/>
      </dsp:txXfrm>
    </dsp:sp>
    <dsp:sp modelId="{85813146-BEB8-4915-B5C3-D2512B33B68D}">
      <dsp:nvSpPr>
        <dsp:cNvPr id="0" name=""/>
        <dsp:cNvSpPr/>
      </dsp:nvSpPr>
      <dsp:spPr>
        <a:xfrm>
          <a:off x="6804468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providing assurance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miners accepted it as valid</a:t>
          </a:r>
        </a:p>
      </dsp:txBody>
      <dsp:txXfrm>
        <a:off x="6804468" y="2007614"/>
        <a:ext cx="2894062" cy="12654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A620D-E0D7-4B53-8D52-AD352954AB78}" type="datetimeFigureOut">
              <a:rPr lang="tr-TR" smtClean="0"/>
              <a:t>20.07.2023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5B5F0-2C70-4A25-84A9-E7B04A9922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7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ryanmyhercrypto/bitcoin-currency-or-store-of-value-wrote-this-awhile-back-figured-i-would-publish-for-fun-lol-b4252c8d5901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stechnica.com/tech-policy/2017/12/how-bitcoin-works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Image from http://netsend.com/blog/introduction-to-blockchain-technology/attachment/introduction-to-blockchain-technology/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82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27.02.2021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702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from https://medium.com/@micheledaliessi/how-does-the-blockchain-work-98c8cd01d2ae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8713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https://commons.wikimedia.org/wiki/File:Bitcoin_Transaction_Inputs_and_Outputs.png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2807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from https://medium.com/@micheledaliessi/how-does-the-blockchain-work-98c8cd01d2ae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3707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https://developer.bitcoin.org/devguide/transactions.html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2689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is from https://bitcoin.org/en/developer-guide#transactions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927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https://developer.bitcoin.org/devguide/transactions.html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0767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https://medium.com/coinmonks/bitcoin-transactions-be401b48afe6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0887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«Creating…» from https://bitcoin.org/en/developer-guide#transactions</a:t>
            </a:r>
          </a:p>
          <a:p>
            <a:r>
              <a:rPr lang="tr-TR" dirty="0"/>
              <a:t>Figure «Transaction A…» from https://en.bitcoin.it/wiki/File:Transaction.png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3967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>
                <a:hlinkClick r:id="rId3"/>
              </a:rPr>
              <a:t>https://medium.com/@ryanmyhercrypto/bitcoin-currency-or-store-of-value-wrote-this-awhile-back-figured-i-would-publish-for-fun-lol-b4252c8d5901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1223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«Creating…» from https://bitcoin.org/en/developer-guide#transactions</a:t>
            </a:r>
          </a:p>
          <a:p>
            <a:r>
              <a:rPr lang="tr-TR" dirty="0"/>
              <a:t>Figure «Transaction A…» from https://en.bitcoin.it/wiki/File:Transaction.png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3953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>
                <a:hlinkClick r:id="rId3"/>
              </a:rPr>
              <a:t>https://arstechnica.com/tech-policy/2017/12/how-bitcoin-works/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9045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http://www.ledgerprojects.com/bitcoin-transaction-how-does-it-work/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840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http://www.ledgerprojects.com/bitcoin-transaction-how-does-it-work/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7285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http://www.ledgerprojects.com/bitcoin-transaction-how-does-it-work/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0360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7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9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9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3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97" y="2463938"/>
            <a:ext cx="3726003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3986" y="2463801"/>
            <a:ext cx="3726469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3985" y="2463801"/>
            <a:ext cx="2963619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1" y="1080002"/>
            <a:ext cx="11339513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4236" y="1647240"/>
            <a:ext cx="2975579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08336" y="1647040"/>
            <a:ext cx="2975579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83985" y="1647240"/>
            <a:ext cx="2975579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1539196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7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9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1" y="4142258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1" y="4448040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1" y="4753821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508846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1.emf"/><Relationship Id="rId7" Type="http://schemas.openxmlformats.org/officeDocument/2006/relationships/diagramColors" Target="../diagrams/colors4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2.jpeg"/><Relationship Id="rId7" Type="http://schemas.openxmlformats.org/officeDocument/2006/relationships/diagramColors" Target="../diagrams/colors5.xml"/><Relationship Id="rId12" Type="http://schemas.openxmlformats.org/officeDocument/2006/relationships/image" Target="../media/image2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image" Target="../media/image25.png"/><Relationship Id="rId5" Type="http://schemas.openxmlformats.org/officeDocument/2006/relationships/diagramLayout" Target="../diagrams/layout5.xml"/><Relationship Id="rId10" Type="http://schemas.openxmlformats.org/officeDocument/2006/relationships/image" Target="../media/image24.png"/><Relationship Id="rId4" Type="http://schemas.openxmlformats.org/officeDocument/2006/relationships/diagramData" Target="../diagrams/data5.xml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netsend.com/blog/introduction-to-blockchain-technology/attachment/introduction-to-blockchain-technology/" TargetMode="External"/><Relationship Id="rId4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42.jpe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hyperlink" Target="https://medium.com/@micheledaliessi/how-does-the-blockchain-work-98c8cd01d2a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bitcoin.it/wiki/Transactio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78.emf"/><Relationship Id="rId7" Type="http://schemas.openxmlformats.org/officeDocument/2006/relationships/diagramColors" Target="../diagrams/colors15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79.emf"/><Relationship Id="rId7" Type="http://schemas.openxmlformats.org/officeDocument/2006/relationships/diagramColors" Target="../diagrams/colors1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image" Target="../media/image80.emf"/><Relationship Id="rId7" Type="http://schemas.openxmlformats.org/officeDocument/2006/relationships/diagramColors" Target="../diagrams/colors17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6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2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6.xml"/><Relationship Id="rId5" Type="http://schemas.openxmlformats.org/officeDocument/2006/relationships/diagramLayout" Target="../diagrams/layout26.xml"/><Relationship Id="rId4" Type="http://schemas.openxmlformats.org/officeDocument/2006/relationships/diagramData" Target="../diagrams/data26.xml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2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7.xml"/><Relationship Id="rId5" Type="http://schemas.openxmlformats.org/officeDocument/2006/relationships/diagramLayout" Target="../diagrams/layout27.xml"/><Relationship Id="rId4" Type="http://schemas.openxmlformats.org/officeDocument/2006/relationships/diagramData" Target="../diagrams/data2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ledgerprojects.com/bitcoin-transaction-how-does-it-work/" TargetMode="External"/><Relationship Id="rId4" Type="http://schemas.openxmlformats.org/officeDocument/2006/relationships/image" Target="../media/image1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4.xml"/><Relationship Id="rId3" Type="http://schemas.openxmlformats.org/officeDocument/2006/relationships/image" Target="../media/image152.png"/><Relationship Id="rId7" Type="http://schemas.openxmlformats.org/officeDocument/2006/relationships/diagramColors" Target="../diagrams/colors34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4.xml"/><Relationship Id="rId5" Type="http://schemas.openxmlformats.org/officeDocument/2006/relationships/diagramLayout" Target="../diagrams/layout34.xml"/><Relationship Id="rId4" Type="http://schemas.openxmlformats.org/officeDocument/2006/relationships/diagramData" Target="../diagrams/data3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0.xml"/><Relationship Id="rId5" Type="http://schemas.openxmlformats.org/officeDocument/2006/relationships/diagramQuickStyle" Target="../diagrams/quickStyle40.xml"/><Relationship Id="rId4" Type="http://schemas.openxmlformats.org/officeDocument/2006/relationships/diagramLayout" Target="../diagrams/layout4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em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5.xml"/><Relationship Id="rId7" Type="http://schemas.microsoft.com/office/2007/relationships/diagramDrawing" Target="../diagrams/drawing45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5.xml"/><Relationship Id="rId5" Type="http://schemas.openxmlformats.org/officeDocument/2006/relationships/diagramQuickStyle" Target="../diagrams/quickStyle45.xml"/><Relationship Id="rId4" Type="http://schemas.openxmlformats.org/officeDocument/2006/relationships/diagramLayout" Target="../diagrams/layout4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6.xml"/><Relationship Id="rId7" Type="http://schemas.microsoft.com/office/2007/relationships/diagramDrawing" Target="../diagrams/drawing4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6.xml"/><Relationship Id="rId5" Type="http://schemas.openxmlformats.org/officeDocument/2006/relationships/diagramQuickStyle" Target="../diagrams/quickStyle46.xml"/><Relationship Id="rId4" Type="http://schemas.openxmlformats.org/officeDocument/2006/relationships/diagramLayout" Target="../diagrams/layout4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em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7.xml"/><Relationship Id="rId7" Type="http://schemas.microsoft.com/office/2007/relationships/diagramDrawing" Target="../diagrams/drawing47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7.xml"/><Relationship Id="rId5" Type="http://schemas.openxmlformats.org/officeDocument/2006/relationships/diagramQuickStyle" Target="../diagrams/quickStyle47.xml"/><Relationship Id="rId4" Type="http://schemas.openxmlformats.org/officeDocument/2006/relationships/diagramLayout" Target="../diagrams/layout4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andersbrownworth.com/blockchain/hash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4.jpeg"/><Relationship Id="rId2" Type="http://schemas.openxmlformats.org/officeDocument/2006/relationships/video" Target="https://www.youtube.com/embed/_160oMzblY8?start=7&amp;feature=oembed" TargetMode="External"/><Relationship Id="rId1" Type="http://schemas.openxmlformats.org/officeDocument/2006/relationships/video" Target="https://www.youtube.com/embed/bBC-nXj3Ng4?start=531&amp;feature=oembed" TargetMode="External"/><Relationship Id="rId6" Type="http://schemas.openxmlformats.org/officeDocument/2006/relationships/hyperlink" Target="https://www.youtube.com/watch?v=_160oMzblY8&amp;t=7s" TargetMode="External"/><Relationship Id="rId5" Type="http://schemas.openxmlformats.org/officeDocument/2006/relationships/hyperlink" Target="https://www.youtube.com/watch?v=bBC-nXj3Ng4&amp;t=531s" TargetMode="External"/><Relationship Id="rId4" Type="http://schemas.openxmlformats.org/officeDocument/2006/relationships/image" Target="../media/image213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7.png"/><Relationship Id="rId4" Type="http://schemas.openxmlformats.org/officeDocument/2006/relationships/image" Target="../media/image216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218.png"/><Relationship Id="rId7" Type="http://schemas.openxmlformats.org/officeDocument/2006/relationships/image" Target="../media/image222.svg"/><Relationship Id="rId12" Type="http://schemas.openxmlformats.org/officeDocument/2006/relationships/image" Target="../media/image22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1.png"/><Relationship Id="rId11" Type="http://schemas.openxmlformats.org/officeDocument/2006/relationships/image" Target="../media/image225.png"/><Relationship Id="rId5" Type="http://schemas.openxmlformats.org/officeDocument/2006/relationships/image" Target="../media/image220.svg"/><Relationship Id="rId10" Type="http://schemas.openxmlformats.org/officeDocument/2006/relationships/hyperlink" Target="https://cats.iku.edu.tr/portal/site/cd88fc16-3584-46f0-a539-890caf466d53" TargetMode="External"/><Relationship Id="rId4" Type="http://schemas.openxmlformats.org/officeDocument/2006/relationships/image" Target="../media/image219.png"/><Relationship Id="rId9" Type="http://schemas.openxmlformats.org/officeDocument/2006/relationships/image" Target="../media/image224.svg"/><Relationship Id="rId14" Type="http://schemas.openxmlformats.org/officeDocument/2006/relationships/image" Target="../media/image2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839984D-81E8-4FA7-A2AE-FAE49E2D6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BFD7AF-DB0E-4093-A947-38E04E17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E946E7A3-5639-43CA-9FA4-AD710A604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11260976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CD87BC91-E8B6-4AF8-987B-0876B4609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4" y="474134"/>
            <a:ext cx="11260976" cy="5922963"/>
          </a:xfrm>
          <a:custGeom>
            <a:avLst/>
            <a:gdLst>
              <a:gd name="connsiteX0" fmla="*/ 336522 w 11260976"/>
              <a:gd name="connsiteY0" fmla="*/ 196832 h 5922963"/>
              <a:gd name="connsiteX1" fmla="*/ 209530 w 11260976"/>
              <a:gd name="connsiteY1" fmla="*/ 323824 h 5922963"/>
              <a:gd name="connsiteX2" fmla="*/ 209530 w 11260976"/>
              <a:gd name="connsiteY2" fmla="*/ 5586441 h 5922963"/>
              <a:gd name="connsiteX3" fmla="*/ 336522 w 11260976"/>
              <a:gd name="connsiteY3" fmla="*/ 5713433 h 5922963"/>
              <a:gd name="connsiteX4" fmla="*/ 10938742 w 11260976"/>
              <a:gd name="connsiteY4" fmla="*/ 5713433 h 5922963"/>
              <a:gd name="connsiteX5" fmla="*/ 11065734 w 11260976"/>
              <a:gd name="connsiteY5" fmla="*/ 5586441 h 5922963"/>
              <a:gd name="connsiteX6" fmla="*/ 11065734 w 11260976"/>
              <a:gd name="connsiteY6" fmla="*/ 323824 h 5922963"/>
              <a:gd name="connsiteX7" fmla="*/ 10938742 w 11260976"/>
              <a:gd name="connsiteY7" fmla="*/ 196832 h 5922963"/>
              <a:gd name="connsiteX8" fmla="*/ 309593 w 11260976"/>
              <a:gd name="connsiteY8" fmla="*/ 0 h 5922963"/>
              <a:gd name="connsiteX9" fmla="*/ 10951383 w 11260976"/>
              <a:gd name="connsiteY9" fmla="*/ 0 h 5922963"/>
              <a:gd name="connsiteX10" fmla="*/ 11260976 w 11260976"/>
              <a:gd name="connsiteY10" fmla="*/ 309593 h 5922963"/>
              <a:gd name="connsiteX11" fmla="*/ 11260976 w 11260976"/>
              <a:gd name="connsiteY11" fmla="*/ 5613370 h 5922963"/>
              <a:gd name="connsiteX12" fmla="*/ 10951383 w 11260976"/>
              <a:gd name="connsiteY12" fmla="*/ 5922963 h 5922963"/>
              <a:gd name="connsiteX13" fmla="*/ 309593 w 11260976"/>
              <a:gd name="connsiteY13" fmla="*/ 5922963 h 5922963"/>
              <a:gd name="connsiteX14" fmla="*/ 0 w 11260976"/>
              <a:gd name="connsiteY14" fmla="*/ 5613370 h 5922963"/>
              <a:gd name="connsiteX15" fmla="*/ 0 w 11260976"/>
              <a:gd name="connsiteY15" fmla="*/ 309593 h 5922963"/>
              <a:gd name="connsiteX16" fmla="*/ 309593 w 11260976"/>
              <a:gd name="connsiteY16" fmla="*/ 0 h 59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260976" h="5922963">
                <a:moveTo>
                  <a:pt x="336522" y="196832"/>
                </a:moveTo>
                <a:cubicBezTo>
                  <a:pt x="266386" y="196832"/>
                  <a:pt x="209530" y="253688"/>
                  <a:pt x="209530" y="323824"/>
                </a:cubicBezTo>
                <a:lnTo>
                  <a:pt x="209530" y="5586441"/>
                </a:lnTo>
                <a:cubicBezTo>
                  <a:pt x="209530" y="5656577"/>
                  <a:pt x="266386" y="5713433"/>
                  <a:pt x="336522" y="5713433"/>
                </a:cubicBezTo>
                <a:lnTo>
                  <a:pt x="10938742" y="5713433"/>
                </a:lnTo>
                <a:cubicBezTo>
                  <a:pt x="11008878" y="5713433"/>
                  <a:pt x="11065734" y="5656577"/>
                  <a:pt x="11065734" y="5586441"/>
                </a:cubicBezTo>
                <a:lnTo>
                  <a:pt x="11065734" y="323824"/>
                </a:lnTo>
                <a:cubicBezTo>
                  <a:pt x="11065734" y="253688"/>
                  <a:pt x="11008878" y="196832"/>
                  <a:pt x="10938742" y="196832"/>
                </a:cubicBezTo>
                <a:close/>
                <a:moveTo>
                  <a:pt x="309593" y="0"/>
                </a:moveTo>
                <a:lnTo>
                  <a:pt x="10951383" y="0"/>
                </a:lnTo>
                <a:cubicBezTo>
                  <a:pt x="11122366" y="0"/>
                  <a:pt x="11260976" y="138610"/>
                  <a:pt x="11260976" y="309593"/>
                </a:cubicBezTo>
                <a:lnTo>
                  <a:pt x="11260976" y="5613370"/>
                </a:lnTo>
                <a:cubicBezTo>
                  <a:pt x="11260976" y="5784353"/>
                  <a:pt x="11122366" y="5922963"/>
                  <a:pt x="10951383" y="5922963"/>
                </a:cubicBezTo>
                <a:lnTo>
                  <a:pt x="309593" y="5922963"/>
                </a:lnTo>
                <a:cubicBezTo>
                  <a:pt x="138610" y="5922963"/>
                  <a:pt x="0" y="5784353"/>
                  <a:pt x="0" y="5613370"/>
                </a:cubicBezTo>
                <a:lnTo>
                  <a:pt x="0" y="309593"/>
                </a:lnTo>
                <a:cubicBezTo>
                  <a:pt x="0" y="138610"/>
                  <a:pt x="138610" y="0"/>
                  <a:pt x="3095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8FD62E48-BA23-4410-9A32-B0CCE322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10856204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33CEE-8C0B-4A02-A8C3-2B214E70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235" y="1023867"/>
            <a:ext cx="4560543" cy="3349641"/>
          </a:xfrm>
        </p:spPr>
        <p:txBody>
          <a:bodyPr>
            <a:normAutofit/>
          </a:bodyPr>
          <a:lstStyle/>
          <a:p>
            <a:r>
              <a:rPr lang="tr-TR">
                <a:solidFill>
                  <a:schemeClr val="tx2">
                    <a:lumMod val="75000"/>
                    <a:lumOff val="25000"/>
                  </a:schemeClr>
                </a:solidFill>
              </a:rPr>
              <a:t>Chapter</a:t>
            </a:r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2:</a:t>
            </a:r>
            <a:b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How </a:t>
            </a:r>
            <a:r>
              <a:rPr lang="tr-TR">
                <a:solidFill>
                  <a:schemeClr val="tx2">
                    <a:lumMod val="75000"/>
                    <a:lumOff val="25000"/>
                  </a:schemeClr>
                </a:solidFill>
              </a:rPr>
              <a:t>Bitcoin</a:t>
            </a:r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8D7C-6313-43D8-910D-51F942EF7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8236" y="4945377"/>
            <a:ext cx="4560542" cy="1037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tr-TR" sz="1300">
                <a:solidFill>
                  <a:schemeClr val="tx2">
                    <a:lumMod val="75000"/>
                    <a:lumOff val="25000"/>
                  </a:schemeClr>
                </a:solidFill>
              </a:rPr>
              <a:t>Course Notes </a:t>
            </a:r>
          </a:p>
          <a:p>
            <a:pPr>
              <a:lnSpc>
                <a:spcPct val="120000"/>
              </a:lnSpc>
            </a:pPr>
            <a:r>
              <a:rPr lang="en-US" sz="1300">
                <a:solidFill>
                  <a:schemeClr val="tx2">
                    <a:lumMod val="75000"/>
                    <a:lumOff val="25000"/>
                  </a:schemeClr>
                </a:solidFill>
              </a:rPr>
              <a:t>CSE0469 Blockchain: Special Topics in SW Engineering</a:t>
            </a:r>
            <a:endParaRPr lang="tr-TR" sz="130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tr-TR" sz="1300">
                <a:solidFill>
                  <a:schemeClr val="tx2">
                    <a:lumMod val="75000"/>
                    <a:lumOff val="25000"/>
                  </a:schemeClr>
                </a:solidFill>
              </a:rPr>
              <a:t>Yusuf Altunel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023B07-5A41-4E85-987E-E8701462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1100" y="4629095"/>
            <a:ext cx="694944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 Same Side Corner Rectangle 16">
            <a:extLst>
              <a:ext uri="{FF2B5EF4-FFF2-40B4-BE49-F238E27FC236}">
                <a16:creationId xmlns:a16="http://schemas.microsoft.com/office/drawing/2014/main" id="{6C38FAA7-6D4E-43B3-B226-6EFF20B1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67661" y="721713"/>
            <a:ext cx="5494196" cy="5437518"/>
          </a:xfrm>
          <a:prstGeom prst="round2SameRect">
            <a:avLst>
              <a:gd name="adj1" fmla="val 2412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0">
            <a:extLst>
              <a:ext uri="{FF2B5EF4-FFF2-40B4-BE49-F238E27FC236}">
                <a16:creationId xmlns:a16="http://schemas.microsoft.com/office/drawing/2014/main" id="{6EB972FF-7EEA-4EC9-B869-8E2DEDF90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820" y="693372"/>
            <a:ext cx="10856204" cy="5494195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1047AE6-E076-4340-BE94-C7A705BCD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2464" y="1308487"/>
            <a:ext cx="4152160" cy="4285867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D6857960-5D67-49F9-BFB9-0FA2449CD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355" y="1653186"/>
            <a:ext cx="2743857" cy="36103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942AF-139A-4114-823B-EEE730F7F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59545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>
                <a:solidFill>
                  <a:srgbClr val="FEFCF7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EFCF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D30FF-86E3-4F78-B54E-14A9BBBB12AC}"/>
              </a:ext>
            </a:extLst>
          </p:cNvPr>
          <p:cNvSpPr/>
          <p:nvPr/>
        </p:nvSpPr>
        <p:spPr>
          <a:xfrm>
            <a:off x="2452688" y="5857637"/>
            <a:ext cx="6996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Based on </a:t>
            </a:r>
            <a:r>
              <a:rPr lang="en-US" dirty="0"/>
              <a:t>	Mastering Bitcoin 2e; Andreas M. Antonopoulos; O’Reilly, 2017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4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table, cake&#10;&#10;Description automatically generated">
            <a:extLst>
              <a:ext uri="{FF2B5EF4-FFF2-40B4-BE49-F238E27FC236}">
                <a16:creationId xmlns:a16="http://schemas.microsoft.com/office/drawing/2014/main" id="{3E33F819-27BF-423C-818B-63EAE12391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54" r="9091" b="7703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91B44-3FCF-4C17-8DC7-C288EB4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>
            <a:normAutofit/>
          </a:bodyPr>
          <a:lstStyle/>
          <a:p>
            <a:r>
              <a:rPr lang="tr-TR"/>
              <a:t>Content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854897"/>
              </p:ext>
            </p:extLst>
          </p:nvPr>
        </p:nvGraphicFramePr>
        <p:xfrm>
          <a:off x="1069849" y="2486526"/>
          <a:ext cx="6726614" cy="3565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6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ircuit&#10;&#10;Description automatically generated">
            <a:extLst>
              <a:ext uri="{FF2B5EF4-FFF2-40B4-BE49-F238E27FC236}">
                <a16:creationId xmlns:a16="http://schemas.microsoft.com/office/drawing/2014/main" id="{03445448-9E6E-4B93-AC69-36BB8A24B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28"/>
            <a:ext cx="12192000" cy="65623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Transactions, Blocks, Mining, &amp; Blockchain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85079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132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D877858-43DB-478C-BC84-9DACF1A10CC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building, tower, window, city&#10;&#10;Description automatically generated">
            <a:extLst>
              <a:ext uri="{FF2B5EF4-FFF2-40B4-BE49-F238E27FC236}">
                <a16:creationId xmlns:a16="http://schemas.microsoft.com/office/drawing/2014/main" id="{A9FE4278-1379-48DB-A3A8-3B198DFB5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cxnSp>
        <p:nvCxnSpPr>
          <p:cNvPr id="73" name="Straight Connector 72" title="Rule Line">
            <a:extLst>
              <a:ext uri="{FF2B5EF4-FFF2-40B4-BE49-F238E27FC236}">
                <a16:creationId xmlns:a16="http://schemas.microsoft.com/office/drawing/2014/main" id="{D4170ABC-ADB2-4391-89AD-49DF2FC59947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82FAD68-6060-467A-802D-F0581B31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288" y="130588"/>
            <a:ext cx="3851743" cy="1560716"/>
          </a:xfrm>
          <a:noFill/>
        </p:spPr>
        <p:txBody>
          <a:bodyPr>
            <a:norm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Bitcoin Overview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65C280-8B69-4B33-BD8A-32C599FE523B}"/>
              </a:ext>
            </a:extLst>
          </p:cNvPr>
          <p:cNvGrpSpPr/>
          <p:nvPr/>
        </p:nvGrpSpPr>
        <p:grpSpPr>
          <a:xfrm>
            <a:off x="401053" y="0"/>
            <a:ext cx="11790947" cy="5085348"/>
            <a:chOff x="1254045" y="-442347"/>
            <a:chExt cx="11790947" cy="5085348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12F64AB-EBFC-4D5F-8D34-7B276B7F1470}"/>
                </a:ext>
              </a:extLst>
            </p:cNvPr>
            <p:cNvSpPr/>
            <p:nvPr/>
          </p:nvSpPr>
          <p:spPr>
            <a:xfrm>
              <a:off x="1254045" y="-442347"/>
              <a:ext cx="3673642" cy="1572127"/>
            </a:xfrm>
            <a:custGeom>
              <a:avLst/>
              <a:gdLst>
                <a:gd name="connsiteX0" fmla="*/ 0 w 2543985"/>
                <a:gd name="connsiteY0" fmla="*/ 1271993 h 2543985"/>
                <a:gd name="connsiteX1" fmla="*/ 1271993 w 2543985"/>
                <a:gd name="connsiteY1" fmla="*/ 0 h 2543985"/>
                <a:gd name="connsiteX2" fmla="*/ 2543986 w 2543985"/>
                <a:gd name="connsiteY2" fmla="*/ 1271993 h 2543985"/>
                <a:gd name="connsiteX3" fmla="*/ 1271993 w 2543985"/>
                <a:gd name="connsiteY3" fmla="*/ 2543986 h 2543985"/>
                <a:gd name="connsiteX4" fmla="*/ 0 w 2543985"/>
                <a:gd name="connsiteY4" fmla="*/ 1271993 h 254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985" h="2543985">
                  <a:moveTo>
                    <a:pt x="0" y="1271993"/>
                  </a:moveTo>
                  <a:cubicBezTo>
                    <a:pt x="0" y="569491"/>
                    <a:pt x="569491" y="0"/>
                    <a:pt x="1271993" y="0"/>
                  </a:cubicBezTo>
                  <a:cubicBezTo>
                    <a:pt x="1974495" y="0"/>
                    <a:pt x="2543986" y="569491"/>
                    <a:pt x="2543986" y="1271993"/>
                  </a:cubicBezTo>
                  <a:cubicBezTo>
                    <a:pt x="2543986" y="1974495"/>
                    <a:pt x="1974495" y="2543986"/>
                    <a:pt x="1271993" y="2543986"/>
                  </a:cubicBezTo>
                  <a:cubicBezTo>
                    <a:pt x="569491" y="2543986"/>
                    <a:pt x="0" y="1974495"/>
                    <a:pt x="0" y="1271993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72000" tIns="445198" rIns="339198" bIns="953994" numCol="1" spcCol="1270" anchor="ctr" anchorCtr="1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400" kern="1200" dirty="0"/>
                <a:t>Users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Wallets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Keys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7BA065E-59E4-4B30-9E13-692C400301F3}"/>
                </a:ext>
              </a:extLst>
            </p:cNvPr>
            <p:cNvSpPr/>
            <p:nvPr/>
          </p:nvSpPr>
          <p:spPr>
            <a:xfrm>
              <a:off x="9455915" y="2985287"/>
              <a:ext cx="3589077" cy="1657714"/>
            </a:xfrm>
            <a:custGeom>
              <a:avLst/>
              <a:gdLst>
                <a:gd name="connsiteX0" fmla="*/ 0 w 2543985"/>
                <a:gd name="connsiteY0" fmla="*/ 1271993 h 2543985"/>
                <a:gd name="connsiteX1" fmla="*/ 1271993 w 2543985"/>
                <a:gd name="connsiteY1" fmla="*/ 0 h 2543985"/>
                <a:gd name="connsiteX2" fmla="*/ 2543986 w 2543985"/>
                <a:gd name="connsiteY2" fmla="*/ 1271993 h 2543985"/>
                <a:gd name="connsiteX3" fmla="*/ 1271993 w 2543985"/>
                <a:gd name="connsiteY3" fmla="*/ 2543986 h 2543985"/>
                <a:gd name="connsiteX4" fmla="*/ 0 w 2543985"/>
                <a:gd name="connsiteY4" fmla="*/ 1271993 h 254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985" h="2543985">
                  <a:moveTo>
                    <a:pt x="0" y="1271993"/>
                  </a:moveTo>
                  <a:cubicBezTo>
                    <a:pt x="0" y="569491"/>
                    <a:pt x="569491" y="0"/>
                    <a:pt x="1271993" y="0"/>
                  </a:cubicBezTo>
                  <a:cubicBezTo>
                    <a:pt x="1974495" y="0"/>
                    <a:pt x="2543986" y="569491"/>
                    <a:pt x="2543986" y="1271993"/>
                  </a:cubicBezTo>
                  <a:cubicBezTo>
                    <a:pt x="2543986" y="1974495"/>
                    <a:pt x="1974495" y="2543986"/>
                    <a:pt x="1271993" y="2543986"/>
                  </a:cubicBezTo>
                  <a:cubicBezTo>
                    <a:pt x="569491" y="2543986"/>
                    <a:pt x="0" y="1974495"/>
                    <a:pt x="0" y="1271993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144000" tIns="657196" rIns="239559" bIns="487597" numCol="1" spcCol="1270" anchor="ctr" anchorCtr="1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400" kern="1200" dirty="0"/>
                <a:t>Transactions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Propagated across the network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632CDE-96ED-4F2A-827E-F37CC7F20049}"/>
                </a:ext>
              </a:extLst>
            </p:cNvPr>
            <p:cNvSpPr/>
            <p:nvPr/>
          </p:nvSpPr>
          <p:spPr>
            <a:xfrm>
              <a:off x="4549196" y="-442347"/>
              <a:ext cx="4100260" cy="1602665"/>
            </a:xfrm>
            <a:custGeom>
              <a:avLst/>
              <a:gdLst>
                <a:gd name="connsiteX0" fmla="*/ 0 w 2543985"/>
                <a:gd name="connsiteY0" fmla="*/ 1271993 h 2543985"/>
                <a:gd name="connsiteX1" fmla="*/ 1271993 w 2543985"/>
                <a:gd name="connsiteY1" fmla="*/ 0 h 2543985"/>
                <a:gd name="connsiteX2" fmla="*/ 2543986 w 2543985"/>
                <a:gd name="connsiteY2" fmla="*/ 1271993 h 2543985"/>
                <a:gd name="connsiteX3" fmla="*/ 1271993 w 2543985"/>
                <a:gd name="connsiteY3" fmla="*/ 2543986 h 2543985"/>
                <a:gd name="connsiteX4" fmla="*/ 0 w 2543985"/>
                <a:gd name="connsiteY4" fmla="*/ 1271993 h 254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985" h="2543985">
                  <a:moveTo>
                    <a:pt x="0" y="1271993"/>
                  </a:moveTo>
                  <a:cubicBezTo>
                    <a:pt x="0" y="569491"/>
                    <a:pt x="569491" y="0"/>
                    <a:pt x="1271993" y="0"/>
                  </a:cubicBezTo>
                  <a:cubicBezTo>
                    <a:pt x="1974495" y="0"/>
                    <a:pt x="2543986" y="569491"/>
                    <a:pt x="2543986" y="1271993"/>
                  </a:cubicBezTo>
                  <a:cubicBezTo>
                    <a:pt x="2543986" y="1974495"/>
                    <a:pt x="1974495" y="2543986"/>
                    <a:pt x="1271993" y="2543986"/>
                  </a:cubicBezTo>
                  <a:cubicBezTo>
                    <a:pt x="569491" y="2543986"/>
                    <a:pt x="0" y="1974495"/>
                    <a:pt x="0" y="1271993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9559" tIns="657196" rIns="778035" bIns="487597" numCol="1" spcCol="1270" anchor="ctr" anchorCtr="1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400" kern="1200" dirty="0"/>
                <a:t>Miners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Produce consensus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Competitive</a:t>
              </a:r>
              <a:r>
                <a:rPr lang="tr-TR" dirty="0"/>
                <a:t> </a:t>
              </a:r>
              <a:r>
                <a:rPr lang="tr-TR" kern="1200" dirty="0"/>
                <a:t>computation</a:t>
              </a:r>
            </a:p>
          </p:txBody>
        </p:sp>
      </p:grpSp>
      <p:pic>
        <p:nvPicPr>
          <p:cNvPr id="10" name="Picture 9" descr="A close up of a map&#10;&#10;Description automatically generated">
            <a:extLst>
              <a:ext uri="{FF2B5EF4-FFF2-40B4-BE49-F238E27FC236}">
                <a16:creationId xmlns:a16="http://schemas.microsoft.com/office/drawing/2014/main" id="{F0DD8E81-EFBD-4E95-B3AB-4185B8F94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77" y="1828800"/>
            <a:ext cx="8284432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4EF3-16D8-4E07-8169-649DCF03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Block Chain Explorers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9F9208-FD70-436F-8379-60F4A7DF24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915165"/>
              </p:ext>
            </p:extLst>
          </p:nvPr>
        </p:nvGraphicFramePr>
        <p:xfrm>
          <a:off x="4178331" y="2454442"/>
          <a:ext cx="7821164" cy="4068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F590E6E-9711-41FF-A662-5FE1CFE764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386" y="2261086"/>
            <a:ext cx="4056944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2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0A3D-B1D2-4D6D-B7E8-219FF419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How to Pay with Bitcoin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36CDE2-C33A-4731-B3D9-57CF6029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337" y="2898230"/>
            <a:ext cx="2933934" cy="28524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6867D2-7BCF-482A-8676-68039B25AFC9}"/>
              </a:ext>
            </a:extLst>
          </p:cNvPr>
          <p:cNvSpPr/>
          <p:nvPr/>
        </p:nvSpPr>
        <p:spPr>
          <a:xfrm>
            <a:off x="7427496" y="5934670"/>
            <a:ext cx="46361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tr-TR" dirty="0">
                <a:latin typeface="Calibri" panose="020F0502020204030204" pitchFamily="34" charset="0"/>
                <a:ea typeface="Times New Roman" panose="02020603050405020304" pitchFamily="18" charset="0"/>
              </a:rPr>
              <a:t>bitcoin:1GdK9UzpHBzqzX2A9JFP3Di4weBwqgmoQA?amount=0.015&amp;label=Bob%27s%20Cafe&amp;message=Purchase%20at%20Bob%27s%20Cafe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4F55AAD-581A-4BC1-A568-7829F6BA85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859344"/>
              </p:ext>
            </p:extLst>
          </p:nvPr>
        </p:nvGraphicFramePr>
        <p:xfrm>
          <a:off x="224589" y="1475874"/>
          <a:ext cx="7106653" cy="5133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6509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5297FD99-B919-4EDF-BBB0-8383FAEC4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48071-F0AD-4951-B1D5-A58B18540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072" y="568345"/>
            <a:ext cx="6755199" cy="1560716"/>
          </a:xfrm>
        </p:spPr>
        <p:txBody>
          <a:bodyPr>
            <a:normAutofit/>
          </a:bodyPr>
          <a:lstStyle/>
          <a:p>
            <a:r>
              <a:rPr lang="tr-TR"/>
              <a:t>Some Bitcoin Fractions</a:t>
            </a:r>
            <a:endParaRPr lang="tr-TR" dirty="0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0E87CEF-0388-4D8D-83B5-8E06BFA5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ractions of bitcoin ile ilgili görsel sonucu">
            <a:extLst>
              <a:ext uri="{FF2B5EF4-FFF2-40B4-BE49-F238E27FC236}">
                <a16:creationId xmlns:a16="http://schemas.microsoft.com/office/drawing/2014/main" id="{86ABF80A-2D7D-4D4B-80EE-A46BE21E9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0" y="3024021"/>
            <a:ext cx="3500261" cy="253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6B1633-D675-4435-99F0-8699E0630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523538"/>
              </p:ext>
            </p:extLst>
          </p:nvPr>
        </p:nvGraphicFramePr>
        <p:xfrm>
          <a:off x="3657600" y="2438398"/>
          <a:ext cx="8534399" cy="3705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99DF631-CCD9-43F8-9A5E-28EA3E15DA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9745" y="2697406"/>
            <a:ext cx="433090" cy="42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CEB133-CFCA-4F7C-BC8A-D257BDF4F6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96" y="2688317"/>
            <a:ext cx="424868" cy="404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1E3283-6245-4930-9F04-F1B4699AEB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2729" y="2668323"/>
            <a:ext cx="424868" cy="424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467E02-51F1-45DF-98A2-0B5372C03E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04365" y="2684946"/>
            <a:ext cx="424869" cy="43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71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29F21D33-7C72-4D9D-AB31-56CD5D229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FDA2F-2D76-4AD9-9248-094C09F8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230" y="2274276"/>
            <a:ext cx="3229574" cy="3821723"/>
          </a:xfrm>
        </p:spPr>
        <p:txBody>
          <a:bodyPr anchor="t">
            <a:normAutofit/>
          </a:bodyPr>
          <a:lstStyle/>
          <a:p>
            <a:r>
              <a:rPr lang="tr-TR" sz="3400"/>
              <a:t>Questions on Transcations</a:t>
            </a:r>
          </a:p>
        </p:txBody>
      </p:sp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82F133EB-00E6-4683-85DC-CDF96516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66230" y="2050626"/>
            <a:ext cx="322783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902374"/>
              </p:ext>
            </p:extLst>
          </p:nvPr>
        </p:nvGraphicFramePr>
        <p:xfrm>
          <a:off x="642938" y="642938"/>
          <a:ext cx="718820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4012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95CAF6-FCFC-49C8-91ED-AF0669AC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1F9EE6-1E82-45FF-BD7E-EB3A90BC1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Related image">
            <a:extLst>
              <a:ext uri="{FF2B5EF4-FFF2-40B4-BE49-F238E27FC236}">
                <a16:creationId xmlns:a16="http://schemas.microsoft.com/office/drawing/2014/main" id="{96F3DF91-E6A1-4686-9D7F-C4DE6A428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995" y="643467"/>
            <a:ext cx="880800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hlinkClick r:id="rId5"/>
            <a:extLst>
              <a:ext uri="{FF2B5EF4-FFF2-40B4-BE49-F238E27FC236}">
                <a16:creationId xmlns:a16="http://schemas.microsoft.com/office/drawing/2014/main" id="{6CD9D79E-ED9D-4F3D-B151-FD929CBDE036}"/>
              </a:ext>
            </a:extLst>
          </p:cNvPr>
          <p:cNvSpPr/>
          <p:nvPr/>
        </p:nvSpPr>
        <p:spPr>
          <a:xfrm>
            <a:off x="477012" y="6464081"/>
            <a:ext cx="40077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tr-TR" sz="1400" dirty="0">
                <a:solidFill>
                  <a:srgbClr val="333333"/>
                </a:solidFill>
                <a:latin typeface="NeoTech"/>
              </a:rPr>
              <a:t>Netsend.com/Introduction to blockchain Technology</a:t>
            </a:r>
            <a:endParaRPr lang="tr-TR" sz="1400" i="0" u="none" strike="noStrike" dirty="0">
              <a:solidFill>
                <a:srgbClr val="333333"/>
              </a:solidFill>
              <a:effectLst/>
              <a:latin typeface="NeoTech"/>
            </a:endParaRPr>
          </a:p>
        </p:txBody>
      </p:sp>
    </p:spTree>
    <p:extLst>
      <p:ext uri="{BB962C8B-B14F-4D97-AF65-F5344CB8AC3E}">
        <p14:creationId xmlns:p14="http://schemas.microsoft.com/office/powerpoint/2010/main" val="1570536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Bitcoin Transactions</a:t>
            </a:r>
          </a:p>
        </p:txBody>
      </p: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0100757"/>
              </p:ext>
            </p:extLst>
          </p:nvPr>
        </p:nvGraphicFramePr>
        <p:xfrm>
          <a:off x="737937" y="2053389"/>
          <a:ext cx="10966701" cy="3994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06057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E7871-A3A6-4241-A5C3-5CB63167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err="1"/>
              <a:t>Transaction</a:t>
            </a:r>
            <a:r>
              <a:rPr lang="tr-TR"/>
              <a:t> </a:t>
            </a:r>
            <a:r>
              <a:rPr lang="tr-TR" err="1"/>
              <a:t>Inputs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</a:t>
            </a:r>
            <a:r>
              <a:rPr lang="tr-TR" err="1"/>
              <a:t>Outputs</a:t>
            </a:r>
            <a:endParaRPr lang="tr-TR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877451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771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7871-A3A6-4241-A5C3-5CB63167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Transaction Fee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139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2ABC-38F0-4318-B28A-0426A170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Transaction Input/Output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2E9CDFB-4037-43D2-ADDE-C8A624941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45" y="2285003"/>
            <a:ext cx="10887526" cy="36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12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40369B00-E29B-4BE1-9B97-31C4628C3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E7871-A3A6-4241-A5C3-5CB63167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22" y="199376"/>
            <a:ext cx="10251391" cy="795234"/>
          </a:xfrm>
        </p:spPr>
        <p:txBody>
          <a:bodyPr>
            <a:normAutofit/>
          </a:bodyPr>
          <a:lstStyle/>
          <a:p>
            <a:r>
              <a:rPr lang="tr-TR" dirty="0"/>
              <a:t>Transaction Inputs and Outputs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83650ED-89BE-40BA-B6D5-FB00064D4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00800" y="2176009"/>
            <a:ext cx="53034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hlinkClick r:id="rId4"/>
            <a:extLst>
              <a:ext uri="{FF2B5EF4-FFF2-40B4-BE49-F238E27FC236}">
                <a16:creationId xmlns:a16="http://schemas.microsoft.com/office/drawing/2014/main" id="{402DF1AC-264D-4E36-A2EC-1EF91CC81DBE}"/>
              </a:ext>
            </a:extLst>
          </p:cNvPr>
          <p:cNvSpPr/>
          <p:nvPr/>
        </p:nvSpPr>
        <p:spPr>
          <a:xfrm>
            <a:off x="3950314" y="6441667"/>
            <a:ext cx="36059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/>
              <a:t>Medium.com: </a:t>
            </a:r>
            <a:r>
              <a:rPr lang="en-US" sz="1400" dirty="0"/>
              <a:t>How Does the Blockchain Work?</a:t>
            </a:r>
            <a:endParaRPr lang="tr-TR" sz="1400" dirty="0"/>
          </a:p>
        </p:txBody>
      </p:sp>
      <p:pic>
        <p:nvPicPr>
          <p:cNvPr id="4" name="Picture 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260233B-945D-4085-8D8E-49A94083C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176" y="1136482"/>
            <a:ext cx="10190747" cy="516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667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2ABC-38F0-4318-B28A-0426A170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Transaction Input/Output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9FBA0D99-3108-4517-AF85-C580656D0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23" y="2268722"/>
            <a:ext cx="11065509" cy="420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04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76A4-87D3-41E1-96E3-1DD6FE9A5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Ownership &amp; Spending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957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81BEADF-FBCD-41B3-89E2-5126E8C4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371" y="552847"/>
            <a:ext cx="8770571" cy="888496"/>
          </a:xfrm>
        </p:spPr>
        <p:txBody>
          <a:bodyPr/>
          <a:lstStyle/>
          <a:p>
            <a:r>
              <a:rPr lang="tr-TR" dirty="0" err="1"/>
              <a:t>Ownership</a:t>
            </a:r>
            <a:r>
              <a:rPr lang="tr-TR" dirty="0"/>
              <a:t> &amp; </a:t>
            </a:r>
            <a:r>
              <a:rPr lang="tr-TR" dirty="0" err="1"/>
              <a:t>Spending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C7136B7-B25D-4061-84A8-D1BE4250A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110" y="2218217"/>
            <a:ext cx="10220421" cy="429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13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81BEADF-FBCD-41B3-89E2-5126E8C4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371" y="552847"/>
            <a:ext cx="8770571" cy="888496"/>
          </a:xfrm>
        </p:spPr>
        <p:txBody>
          <a:bodyPr/>
          <a:lstStyle/>
          <a:p>
            <a:r>
              <a:rPr lang="tr-TR" dirty="0" err="1"/>
              <a:t>Ownership</a:t>
            </a:r>
            <a:r>
              <a:rPr lang="tr-TR" dirty="0"/>
              <a:t> &amp; </a:t>
            </a:r>
            <a:r>
              <a:rPr lang="tr-TR" dirty="0" err="1"/>
              <a:t>Spending</a:t>
            </a:r>
            <a:endParaRPr lang="tr-TR" dirty="0"/>
          </a:p>
        </p:txBody>
      </p:sp>
      <p:pic>
        <p:nvPicPr>
          <p:cNvPr id="2050" name="Picture 2" descr="Image for post">
            <a:extLst>
              <a:ext uri="{FF2B5EF4-FFF2-40B4-BE49-F238E27FC236}">
                <a16:creationId xmlns:a16="http://schemas.microsoft.com/office/drawing/2014/main" id="{C20DBF5C-17A3-4DCF-B979-5114B176C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396" y="2209507"/>
            <a:ext cx="7295522" cy="443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134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C0A3-5156-48A9-9E4F-24C045AD4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Transaction Chains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852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9179-763D-4044-A970-D5060CA5F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3325" y="568345"/>
            <a:ext cx="4340945" cy="95565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Transaction</a:t>
            </a:r>
            <a:r>
              <a:rPr lang="tr-TR" dirty="0"/>
              <a:t> </a:t>
            </a:r>
            <a:r>
              <a:rPr lang="tr-TR" dirty="0" err="1"/>
              <a:t>Sequences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C6ECB9-4667-4068-9F9A-DB8203367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1" y="0"/>
            <a:ext cx="7080334" cy="697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53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C0A3-5156-48A9-9E4F-24C045AD4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174" y="568345"/>
            <a:ext cx="3297097" cy="1560716"/>
          </a:xfrm>
        </p:spPr>
        <p:txBody>
          <a:bodyPr>
            <a:normAutofit/>
          </a:bodyPr>
          <a:lstStyle/>
          <a:p>
            <a:r>
              <a:rPr lang="tr-TR" dirty="0" err="1"/>
              <a:t>Transaction</a:t>
            </a:r>
            <a:r>
              <a:rPr lang="tr-TR" dirty="0"/>
              <a:t> </a:t>
            </a:r>
            <a:r>
              <a:rPr lang="tr-TR" dirty="0" err="1"/>
              <a:t>Chains</a:t>
            </a:r>
            <a:endParaRPr lang="tr-TR" dirty="0"/>
          </a:p>
        </p:txBody>
      </p:sp>
      <p:pic>
        <p:nvPicPr>
          <p:cNvPr id="4102" name="Picture 6" descr="File:Transaction.png">
            <a:extLst>
              <a:ext uri="{FF2B5EF4-FFF2-40B4-BE49-F238E27FC236}">
                <a16:creationId xmlns:a16="http://schemas.microsoft.com/office/drawing/2014/main" id="{0873464B-034C-43F9-AB9A-81838BDE6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63" y="81364"/>
            <a:ext cx="7956448" cy="660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hlinkClick r:id="rId4"/>
            <a:extLst>
              <a:ext uri="{FF2B5EF4-FFF2-40B4-BE49-F238E27FC236}">
                <a16:creationId xmlns:a16="http://schemas.microsoft.com/office/drawing/2014/main" id="{B9529A7D-5E95-432A-A89A-97B4E39D70AF}"/>
              </a:ext>
            </a:extLst>
          </p:cNvPr>
          <p:cNvSpPr/>
          <p:nvPr/>
        </p:nvSpPr>
        <p:spPr>
          <a:xfrm>
            <a:off x="5199857" y="6462586"/>
            <a:ext cx="8961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200" dirty="0"/>
              <a:t>bitcoin.wiki</a:t>
            </a:r>
          </a:p>
        </p:txBody>
      </p:sp>
    </p:spTree>
    <p:extLst>
      <p:ext uri="{BB962C8B-B14F-4D97-AF65-F5344CB8AC3E}">
        <p14:creationId xmlns:p14="http://schemas.microsoft.com/office/powerpoint/2010/main" val="1741463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E39619-CC03-4D8B-95F9-A4F9BECF6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35" y="160182"/>
            <a:ext cx="9732929" cy="60882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678F6A-C42C-466C-A4D7-737A610C783F}"/>
              </a:ext>
            </a:extLst>
          </p:cNvPr>
          <p:cNvSpPr/>
          <p:nvPr/>
        </p:nvSpPr>
        <p:spPr>
          <a:xfrm>
            <a:off x="1042737" y="6328486"/>
            <a:ext cx="105396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2-4. A chain of transactions, where the output of one transaction is the input of</a:t>
            </a:r>
            <a:r>
              <a:rPr lang="tr-TR" i="1" dirty="0">
                <a:latin typeface="MinionPro-It"/>
              </a:rPr>
              <a:t> the next transaction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66859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2ABC-38F0-4318-B28A-0426A170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494" y="568345"/>
            <a:ext cx="10372777" cy="1560716"/>
          </a:xfrm>
        </p:spPr>
        <p:txBody>
          <a:bodyPr/>
          <a:lstStyle/>
          <a:p>
            <a:r>
              <a:rPr lang="tr-TR" dirty="0"/>
              <a:t>Real World Transactions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292F7-B96D-4EB6-9E65-F2C13FC6E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9" y="2773815"/>
            <a:ext cx="11935326" cy="133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03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6CA4-B281-4D75-893C-EB215871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Change</a:t>
            </a:r>
          </a:p>
        </p:txBody>
      </p: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714881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1235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06CA4-B281-4D75-893C-EB215871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Receiving the Change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62092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86925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4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7C65-72BA-466B-9954-57B9C8C1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Common Transaction Forms</a:t>
            </a:r>
          </a:p>
        </p:txBody>
      </p:sp>
      <p:cxnSp>
        <p:nvCxnSpPr>
          <p:cNvPr id="30" name="Straight Connector 26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452571-B349-46B3-B7D4-EC9D8E031B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72655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3556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BCA584-2A86-47E4-9394-979A2F374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7C65-72BA-466B-9954-57B9C8C1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832" y="568345"/>
            <a:ext cx="10244439" cy="1560716"/>
          </a:xfrm>
        </p:spPr>
        <p:txBody>
          <a:bodyPr>
            <a:normAutofit/>
          </a:bodyPr>
          <a:lstStyle/>
          <a:p>
            <a:r>
              <a:rPr lang="tr-TR" dirty="0"/>
              <a:t>Common Transaction Forms-1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E12B8-6C2A-4E26-BEBA-AEBC0971D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2164681"/>
            <a:ext cx="4001315" cy="229150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3CFB81-8BB1-4358-A40D-323415E65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452571-B349-46B3-B7D4-EC9D8E031B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495824"/>
              </p:ext>
            </p:extLst>
          </p:nvPr>
        </p:nvGraphicFramePr>
        <p:xfrm>
          <a:off x="4949072" y="2438399"/>
          <a:ext cx="6755199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79640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BCA584-2A86-47E4-9394-979A2F374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7C65-72BA-466B-9954-57B9C8C1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464" y="568345"/>
            <a:ext cx="10003808" cy="1560716"/>
          </a:xfrm>
        </p:spPr>
        <p:txBody>
          <a:bodyPr>
            <a:normAutofit/>
          </a:bodyPr>
          <a:lstStyle/>
          <a:p>
            <a:r>
              <a:rPr lang="tr-TR" dirty="0"/>
              <a:t>Common Transaction 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A1463-60C3-4F9D-B596-8784581C3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2241799"/>
            <a:ext cx="4001315" cy="2137266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3CFB81-8BB1-4358-A40D-323415E65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6B840F-2000-4107-BB9F-3399CF413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218477"/>
              </p:ext>
            </p:extLst>
          </p:nvPr>
        </p:nvGraphicFramePr>
        <p:xfrm>
          <a:off x="4949072" y="2438399"/>
          <a:ext cx="6755199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88024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D877858-43DB-478C-BC84-9DACF1A1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7C65-72BA-466B-9954-57B9C8C1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528" y="568345"/>
            <a:ext cx="3851743" cy="1560716"/>
          </a:xfrm>
        </p:spPr>
        <p:txBody>
          <a:bodyPr>
            <a:normAutofit/>
          </a:bodyPr>
          <a:lstStyle/>
          <a:p>
            <a:r>
              <a:rPr lang="tr-TR" sz="3100"/>
              <a:t>Common Transaction 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A075E-C2AB-4FEE-8E18-73CD2043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5228"/>
            <a:ext cx="5492379" cy="2933704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170ABC-ADB2-4391-89AD-49DF2FC59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B6E460F-AA1F-4413-8A3A-91E459871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949076"/>
              </p:ext>
            </p:extLst>
          </p:nvPr>
        </p:nvGraphicFramePr>
        <p:xfrm>
          <a:off x="5662221" y="2140687"/>
          <a:ext cx="6161184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45984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Constructing a Transaction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64375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3659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Getting the Right Inputs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09544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694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Getting the Right Inputs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314573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8544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2CE81-F28F-48DB-AA67-35FA3C90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Creating the Outputs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62311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0175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F21D33-7C72-4D9D-AB31-56CD5D229EB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 title="Rule Line">
            <a:extLst>
              <a:ext uri="{FF2B5EF4-FFF2-40B4-BE49-F238E27FC236}">
                <a16:creationId xmlns:a16="http://schemas.microsoft.com/office/drawing/2014/main" id="{82F133EB-00E6-4683-85DC-CDF96516426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66230" y="2050626"/>
            <a:ext cx="322783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82CE81-F28F-48DB-AA67-35FA3C90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230" y="2274276"/>
            <a:ext cx="3229574" cy="3821723"/>
          </a:xfrm>
        </p:spPr>
        <p:txBody>
          <a:bodyPr anchor="t">
            <a:normAutofit/>
          </a:bodyPr>
          <a:lstStyle/>
          <a:p>
            <a:r>
              <a:rPr lang="tr-TR" sz="3400"/>
              <a:t>Creating the Outputs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092404"/>
              </p:ext>
            </p:extLst>
          </p:nvPr>
        </p:nvGraphicFramePr>
        <p:xfrm>
          <a:off x="642938" y="642938"/>
          <a:ext cx="718820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9233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A5DA86-FE54-41A4-9EF0-1D7155498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7" y="629556"/>
            <a:ext cx="9910311" cy="557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16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711B8-66C5-43E4-A792-328F2036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Adding the Transaction to the Ledger</a:t>
            </a:r>
            <a:endParaRPr lang="tr-TR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18989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61011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711B8-66C5-43E4-A792-328F2036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Adding the Transaction to the Ledger</a:t>
            </a:r>
            <a:endParaRPr lang="tr-T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72518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7443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711B8-66C5-43E4-A792-328F2036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Adding the Transaction to the Ledger</a:t>
            </a:r>
            <a:endParaRPr lang="tr-T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35860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7078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9F667-F698-4B02-B30F-240B5339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10 Minutes Misconception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DCE0A4-4AEC-4DB6-8826-3FD32046A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39789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12812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9F667-F698-4B02-B30F-240B5339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10 Minutes Misconception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DCE0A4-4AEC-4DB6-8826-3FD32046A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1183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68571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3D877858-43DB-478C-BC84-9DACF1A1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9F667-F698-4B02-B30F-240B5339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528" y="568345"/>
            <a:ext cx="3851743" cy="1560716"/>
          </a:xfrm>
        </p:spPr>
        <p:txBody>
          <a:bodyPr>
            <a:normAutofit/>
          </a:bodyPr>
          <a:lstStyle/>
          <a:p>
            <a:r>
              <a:rPr lang="tr-TR" sz="4100"/>
              <a:t>10 Minutes Misconception</a:t>
            </a:r>
          </a:p>
        </p:txBody>
      </p:sp>
      <p:pic>
        <p:nvPicPr>
          <p:cNvPr id="6150" name="Picture 6" descr="http://www.ledgerprojects.com/wp-content/uploads/2017/12/740x690xdanielefavi_bitcoin_transaction_schema_en.png.pagespeed.ic.YmeRWjNiR5.png">
            <a:extLst>
              <a:ext uri="{FF2B5EF4-FFF2-40B4-BE49-F238E27FC236}">
                <a16:creationId xmlns:a16="http://schemas.microsoft.com/office/drawing/2014/main" id="{B57CB553-6725-4628-A6B2-8801EDC20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04" y="323668"/>
            <a:ext cx="6588406" cy="614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4170ABC-ADB2-4391-89AD-49DF2FC59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hlinkClick r:id="rId5"/>
            <a:extLst>
              <a:ext uri="{FF2B5EF4-FFF2-40B4-BE49-F238E27FC236}">
                <a16:creationId xmlns:a16="http://schemas.microsoft.com/office/drawing/2014/main" id="{4D905BC8-45D3-4BC0-A0A1-E31B37DE6ABE}"/>
              </a:ext>
            </a:extLst>
          </p:cNvPr>
          <p:cNvSpPr/>
          <p:nvPr/>
        </p:nvSpPr>
        <p:spPr>
          <a:xfrm>
            <a:off x="2149258" y="6395832"/>
            <a:ext cx="27526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1200" dirty="0">
                <a:solidFill>
                  <a:srgbClr val="0B3B5B"/>
                </a:solidFill>
                <a:latin typeface="Roboto Mono"/>
              </a:rPr>
              <a:t>Bitcoin transaction: how does it work?</a:t>
            </a:r>
            <a:endParaRPr lang="en-US" sz="1200" b="0" i="0" dirty="0">
              <a:solidFill>
                <a:srgbClr val="0B3B5B"/>
              </a:solidFill>
              <a:effectLst/>
              <a:latin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42640817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Bitcoin Mining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DE6086B-2AB8-440D-9727-54456AE85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56295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9716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7967B-1E29-4836-A6AD-067487B9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Mining: 2 Purposes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25965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02141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89721B-F003-43B3-85AE-DC5FBE94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Balance between Cost &amp; Reward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9731013"/>
              </p:ext>
            </p:extLst>
          </p:nvPr>
        </p:nvGraphicFramePr>
        <p:xfrm>
          <a:off x="401054" y="2438399"/>
          <a:ext cx="11438020" cy="4154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855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&amp; Sudoku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29449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2074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&amp; Sudoku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79693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9844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&amp; Sudoku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54631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35297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AE5F-CD29-46CC-831A-2752B21A2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pic>
        <p:nvPicPr>
          <p:cNvPr id="8194" name="Picture 2" descr="Image result for proof of work sha256">
            <a:extLst>
              <a:ext uri="{FF2B5EF4-FFF2-40B4-BE49-F238E27FC236}">
                <a16:creationId xmlns:a16="http://schemas.microsoft.com/office/drawing/2014/main" id="{1B081A6A-CD74-41FD-A4BD-D2B4C841E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62842" y="336885"/>
            <a:ext cx="2063581" cy="202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0270625"/>
              </p:ext>
            </p:extLst>
          </p:nvPr>
        </p:nvGraphicFramePr>
        <p:xfrm>
          <a:off x="320842" y="2438399"/>
          <a:ext cx="11261557" cy="4074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418243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626D2-A11B-4CA6-A022-C2A44EAA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How Hard is it?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68362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73248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626D2-A11B-4CA6-A022-C2A44EAA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Hard is it?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50749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572680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5E0A3-5233-4E06-8D34-1449DD18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Transactions in Blocks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51957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20054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5E0A3-5233-4E06-8D34-1449DD18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Transactions in Blocks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199477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60245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5E0A3-5233-4E06-8D34-1449DD18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Transactions in Blocks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7786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4850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56631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18019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05802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5775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88003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70144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67792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93122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59284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205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51C9-A963-4BC7-8822-84D55324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1" y="568345"/>
            <a:ext cx="3162300" cy="1560716"/>
          </a:xfrm>
        </p:spPr>
        <p:txBody>
          <a:bodyPr/>
          <a:lstStyle/>
          <a:p>
            <a:r>
              <a:rPr lang="tr-TR" dirty="0"/>
              <a:t>Chain of Blocks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6A1F99-00B1-42AA-9DE7-107FBA8E0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290" y="568345"/>
            <a:ext cx="5190018" cy="585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034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Spending the Transaction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3850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59707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Spending the Transaction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218664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92221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8ED74F-F4F0-435B-9AB2-40EBFA7E836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87E8C7E2-9378-49C8-95E1-E8B3B18903D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643467"/>
            <a:ext cx="10899878" cy="557106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021BCF-4982-4548-B23F-94F2E4B29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048" y="965200"/>
            <a:ext cx="7555091" cy="49275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67348F-D15B-4705-AF4B-5AC76698D5F3}"/>
              </a:ext>
            </a:extLst>
          </p:cNvPr>
          <p:cNvSpPr/>
          <p:nvPr/>
        </p:nvSpPr>
        <p:spPr>
          <a:xfrm>
            <a:off x="1957138" y="6464869"/>
            <a:ext cx="7668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2-10. Alice’s transaction as part of a transaction chain from Joe to </a:t>
            </a:r>
            <a:r>
              <a:rPr lang="en-US" i="1" dirty="0" err="1">
                <a:latin typeface="MinionPro-It"/>
              </a:rPr>
              <a:t>Gopesh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128187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Spending the Transaction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030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86322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DAD6134-1AFD-4C57-AE4C-19C572E3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4078" y="288887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64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6C84CE-01B3-4F7F-993B-903CDBF89E4B}"/>
              </a:ext>
            </a:extLst>
          </p:cNvPr>
          <p:cNvSpPr txBox="1">
            <a:spLocks/>
          </p:cNvSpPr>
          <p:nvPr/>
        </p:nvSpPr>
        <p:spPr>
          <a:xfrm>
            <a:off x="2384475" y="290720"/>
            <a:ext cx="8618142" cy="63056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9000"/>
              </a:lnSpc>
              <a:spcBef>
                <a:spcPct val="0"/>
              </a:spcBef>
              <a:buNone/>
              <a:defRPr sz="4400" kern="12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/>
              <a:t>Related</a:t>
            </a:r>
            <a:r>
              <a:rPr lang="tr-TR" dirty="0"/>
              <a:t> </a:t>
            </a:r>
            <a:r>
              <a:rPr lang="tr-TR" dirty="0" err="1"/>
              <a:t>Videos</a:t>
            </a:r>
            <a:endParaRPr lang="tr-TR" dirty="0"/>
          </a:p>
        </p:txBody>
      </p:sp>
      <p:pic>
        <p:nvPicPr>
          <p:cNvPr id="10" name="Çevrimiçi Medya 9" title="But how does bitcoin actually work?">
            <a:hlinkClick r:id="" action="ppaction://media"/>
            <a:extLst>
              <a:ext uri="{FF2B5EF4-FFF2-40B4-BE49-F238E27FC236}">
                <a16:creationId xmlns:a16="http://schemas.microsoft.com/office/drawing/2014/main" id="{16DE1B1C-9630-41D0-A31C-546D58B2B47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796153" y="1930162"/>
            <a:ext cx="4206464" cy="2376652"/>
          </a:xfrm>
          <a:prstGeom prst="rect">
            <a:avLst/>
          </a:prstGeom>
        </p:spPr>
      </p:pic>
      <p:sp>
        <p:nvSpPr>
          <p:cNvPr id="11" name="Dikdörtgen 10">
            <a:hlinkClick r:id="rId5"/>
            <a:extLst>
              <a:ext uri="{FF2B5EF4-FFF2-40B4-BE49-F238E27FC236}">
                <a16:creationId xmlns:a16="http://schemas.microsoft.com/office/drawing/2014/main" id="{54D88002-C111-451A-9D0E-AA7071608E7F}"/>
              </a:ext>
            </a:extLst>
          </p:cNvPr>
          <p:cNvSpPr/>
          <p:nvPr/>
        </p:nvSpPr>
        <p:spPr>
          <a:xfrm>
            <a:off x="6256769" y="4833588"/>
            <a:ext cx="5681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https://www.youtube.com/watch?v=bBC-nXj3Ng4&amp;t=531s</a:t>
            </a:r>
          </a:p>
        </p:txBody>
      </p:sp>
      <p:sp>
        <p:nvSpPr>
          <p:cNvPr id="12" name="Dikdörtgen 11">
            <a:hlinkClick r:id="rId6"/>
            <a:extLst>
              <a:ext uri="{FF2B5EF4-FFF2-40B4-BE49-F238E27FC236}">
                <a16:creationId xmlns:a16="http://schemas.microsoft.com/office/drawing/2014/main" id="{FA1EB20D-177E-4A83-AACC-148EE2BC0291}"/>
              </a:ext>
            </a:extLst>
          </p:cNvPr>
          <p:cNvSpPr/>
          <p:nvPr/>
        </p:nvSpPr>
        <p:spPr>
          <a:xfrm>
            <a:off x="254060" y="4764013"/>
            <a:ext cx="5498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https://www.youtube.com/watch?v=_160oMzblY8&amp;t=7s</a:t>
            </a:r>
          </a:p>
        </p:txBody>
      </p:sp>
      <p:pic>
        <p:nvPicPr>
          <p:cNvPr id="13" name="Çevrimiçi Medya 12" title="Blockchain 101 - A Visual Demo">
            <a:hlinkClick r:id="" action="ppaction://media"/>
            <a:extLst>
              <a:ext uri="{FF2B5EF4-FFF2-40B4-BE49-F238E27FC236}">
                <a16:creationId xmlns:a16="http://schemas.microsoft.com/office/drawing/2014/main" id="{B0E6E5F6-E175-4228-B0A6-F88926FA4DAC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900043" y="1930162"/>
            <a:ext cx="4206463" cy="2376652"/>
          </a:xfrm>
          <a:prstGeom prst="rect">
            <a:avLst/>
          </a:prstGeom>
        </p:spPr>
      </p:pic>
      <p:sp>
        <p:nvSpPr>
          <p:cNvPr id="3" name="Dikdörtgen 2">
            <a:hlinkClick r:id="rId8"/>
            <a:extLst>
              <a:ext uri="{FF2B5EF4-FFF2-40B4-BE49-F238E27FC236}">
                <a16:creationId xmlns:a16="http://schemas.microsoft.com/office/drawing/2014/main" id="{853F5898-9F56-4741-934B-50A6DACB47A7}"/>
              </a:ext>
            </a:extLst>
          </p:cNvPr>
          <p:cNvSpPr/>
          <p:nvPr/>
        </p:nvSpPr>
        <p:spPr>
          <a:xfrm>
            <a:off x="517427" y="5729351"/>
            <a:ext cx="8614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application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experience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video: https://andersbrownworth.com/blockchain/hash</a:t>
            </a:r>
          </a:p>
        </p:txBody>
      </p:sp>
    </p:spTree>
    <p:extLst>
      <p:ext uri="{BB962C8B-B14F-4D97-AF65-F5344CB8AC3E}">
        <p14:creationId xmlns:p14="http://schemas.microsoft.com/office/powerpoint/2010/main" val="283217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51" y="154681"/>
            <a:ext cx="11340000" cy="60426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Discussions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43682" y="873879"/>
            <a:ext cx="8504635" cy="276561"/>
          </a:xfrm>
        </p:spPr>
        <p:txBody>
          <a:bodyPr>
            <a:normAutofit fontScale="62500" lnSpcReduction="20000"/>
          </a:bodyPr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47851" y="1374646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971" y="2525907"/>
            <a:ext cx="2794502" cy="3314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do you think on this chapter?</a:t>
            </a:r>
          </a:p>
          <a:p>
            <a:pPr marL="0" indent="0">
              <a:buNone/>
            </a:pPr>
            <a:r>
              <a:rPr lang="en-US" dirty="0"/>
              <a:t>Do you think the bitcoin inspiring?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71545" y="1417942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Unclarified issues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75781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are the points need further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explanations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1499" y="6099049"/>
            <a:ext cx="1884348" cy="604269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4876922" y="1417661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4877042" y="2568922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What is the most interesting point?</a:t>
            </a:r>
          </a:p>
          <a:p>
            <a:pPr marL="0" indent="0">
              <a:buNone/>
            </a:pPr>
            <a:r>
              <a:rPr lang="en-US" sz="2000" dirty="0"/>
              <a:t>Select and explain a critical </a:t>
            </a:r>
            <a:r>
              <a:rPr lang="en-US" sz="2000" dirty="0" err="1"/>
              <a:t>issu</a:t>
            </a:r>
            <a:r>
              <a:rPr lang="en-US" sz="2000" dirty="0"/>
              <a:t> in this chapter</a:t>
            </a:r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07" y="5320200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301" y="5320200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736" y="5237741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50B50BD2-1B68-4E2B-9BFB-7D46B0B8107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9992" r="9992"/>
          <a:stretch>
            <a:fillRect/>
          </a:stretch>
        </p:blipFill>
        <p:spPr>
          <a:xfrm>
            <a:off x="480237" y="368075"/>
            <a:ext cx="11231526" cy="624682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389" y="67423"/>
            <a:ext cx="7202787" cy="14497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56835" y="2666346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449" y="5064659"/>
            <a:ext cx="5282503" cy="1604172"/>
          </a:xfrm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7470" y="3772269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7470" y="4004834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7470" y="4255475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41450" y="6033221"/>
            <a:ext cx="4508500" cy="277342"/>
          </a:xfrm>
        </p:spPr>
        <p:txBody>
          <a:bodyPr>
            <a:normAutofit fontScale="92500"/>
          </a:bodyPr>
          <a:lstStyle/>
          <a:p>
            <a:r>
              <a:rPr lang="en-US" dirty="0">
                <a:hlinkClick r:id="rId10"/>
              </a:rPr>
              <a:t>https://cats.iku.edu.tr/portal/site/cd88fc16-3584-46f0-a539-890caf466d53</a:t>
            </a:r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3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1450" y="5562680"/>
            <a:ext cx="4508500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2601</Words>
  <Application>Microsoft Office PowerPoint</Application>
  <PresentationFormat>Widescreen</PresentationFormat>
  <Paragraphs>504</Paragraphs>
  <Slides>66</Slides>
  <Notes>18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Arial</vt:lpstr>
      <vt:lpstr>Calibri</vt:lpstr>
      <vt:lpstr>Century Schoolbook</vt:lpstr>
      <vt:lpstr>Corbel</vt:lpstr>
      <vt:lpstr>MinionPro-It</vt:lpstr>
      <vt:lpstr>NeoTech</vt:lpstr>
      <vt:lpstr>Roboto Mono</vt:lpstr>
      <vt:lpstr>Times New Roman</vt:lpstr>
      <vt:lpstr>Feathered</vt:lpstr>
      <vt:lpstr>Chapter 2: How Bitcoin Works</vt:lpstr>
      <vt:lpstr>Content</vt:lpstr>
      <vt:lpstr>Transactions, Blocks, Mining, &amp; Blockchain</vt:lpstr>
      <vt:lpstr>Bitcoin Overview</vt:lpstr>
      <vt:lpstr>Block Chain Explorers</vt:lpstr>
      <vt:lpstr>How to Pay with Bitcoin</vt:lpstr>
      <vt:lpstr>Some Bitcoin Fractions</vt:lpstr>
      <vt:lpstr>Questions on Transcations</vt:lpstr>
      <vt:lpstr>PowerPoint Presentation</vt:lpstr>
      <vt:lpstr>Bitcoin Transactions</vt:lpstr>
      <vt:lpstr>Transaction Inputs and Outputs</vt:lpstr>
      <vt:lpstr>Transaction Fee</vt:lpstr>
      <vt:lpstr>Transaction Input/Output</vt:lpstr>
      <vt:lpstr>Transaction Inputs and Outputs</vt:lpstr>
      <vt:lpstr>Transaction Input/Output</vt:lpstr>
      <vt:lpstr>Ownership &amp; Spending</vt:lpstr>
      <vt:lpstr>Ownership &amp; Spending</vt:lpstr>
      <vt:lpstr>Ownership &amp; Spending</vt:lpstr>
      <vt:lpstr>Transaction Chains</vt:lpstr>
      <vt:lpstr>Transaction Sequences</vt:lpstr>
      <vt:lpstr>Transaction Chains</vt:lpstr>
      <vt:lpstr>PowerPoint Presentation</vt:lpstr>
      <vt:lpstr>Real World Transactions</vt:lpstr>
      <vt:lpstr>Change</vt:lpstr>
      <vt:lpstr>Receiving the Change</vt:lpstr>
      <vt:lpstr>Common Transaction Forms</vt:lpstr>
      <vt:lpstr>Common Transaction Forms-1</vt:lpstr>
      <vt:lpstr>Common Transaction Forms</vt:lpstr>
      <vt:lpstr>Common Transaction Forms</vt:lpstr>
      <vt:lpstr>Constructing a Transaction</vt:lpstr>
      <vt:lpstr>Getting the Right Inputs</vt:lpstr>
      <vt:lpstr>Getting the Right Inputs</vt:lpstr>
      <vt:lpstr>Creating the Outputs</vt:lpstr>
      <vt:lpstr>Creating the Outputs</vt:lpstr>
      <vt:lpstr>PowerPoint Presentation</vt:lpstr>
      <vt:lpstr>Adding the Transaction to the Ledger</vt:lpstr>
      <vt:lpstr>Adding the Transaction to the Ledger</vt:lpstr>
      <vt:lpstr>Adding the Transaction to the Ledger</vt:lpstr>
      <vt:lpstr>10 Minutes Misconception</vt:lpstr>
      <vt:lpstr>10 Minutes Misconception</vt:lpstr>
      <vt:lpstr>10 Minutes Misconception</vt:lpstr>
      <vt:lpstr>Bitcoin Mining</vt:lpstr>
      <vt:lpstr>Mining: 2 Purposes</vt:lpstr>
      <vt:lpstr>Balance between Cost &amp; Reward</vt:lpstr>
      <vt:lpstr>Mining &amp; Sudoku</vt:lpstr>
      <vt:lpstr>Mining &amp; Sudoku</vt:lpstr>
      <vt:lpstr>Mining &amp; Sudoku</vt:lpstr>
      <vt:lpstr>How it Works?</vt:lpstr>
      <vt:lpstr>How Hard is it?</vt:lpstr>
      <vt:lpstr>How Hard is it?</vt:lpstr>
      <vt:lpstr>Mining Transactions in Blocks</vt:lpstr>
      <vt:lpstr>Mining Transactions in Blocks</vt:lpstr>
      <vt:lpstr>Mining Transactions in Blocks</vt:lpstr>
      <vt:lpstr>How to earn bitcoin by mining?</vt:lpstr>
      <vt:lpstr>How to earn bitcoin by mining?</vt:lpstr>
      <vt:lpstr>How to earn bitcoin by mining?</vt:lpstr>
      <vt:lpstr>How to earn bitcoin by mining?</vt:lpstr>
      <vt:lpstr>How to earn bitcoin by mining?</vt:lpstr>
      <vt:lpstr>Chain of Blocks</vt:lpstr>
      <vt:lpstr>Spending the Transaction</vt:lpstr>
      <vt:lpstr>Spending the Transaction</vt:lpstr>
      <vt:lpstr>PowerPoint Presentation</vt:lpstr>
      <vt:lpstr>Spending the Transaction</vt:lpstr>
      <vt:lpstr>PowerPoint Presentation</vt:lpstr>
      <vt:lpstr>Discussions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How Bitcoin Works</dc:title>
  <dc:creator>YUSUF ALTUNEL</dc:creator>
  <cp:lastModifiedBy>YUSUF ALTUNEL</cp:lastModifiedBy>
  <cp:revision>13</cp:revision>
  <dcterms:created xsi:type="dcterms:W3CDTF">2021-02-20T09:39:46Z</dcterms:created>
  <dcterms:modified xsi:type="dcterms:W3CDTF">2023-07-20T08:52:32Z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2021-02-20T09:39:54Z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178c4275-82ef-4666-a42d-ee44338bb3a2</vt:lpwstr>
  </property>
  <property fmtid="{D5CDD505-2E9C-101B-9397-08002B2CF9AE}" pid="8" name="MSIP_Label_c66f6488-6f7b-4340-b880-828136ff7811_ContentBits">
    <vt:lpwstr>0</vt:lpwstr>
  </property>
</Properties>
</file>